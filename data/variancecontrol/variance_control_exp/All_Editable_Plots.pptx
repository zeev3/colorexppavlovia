
<file path=[Content_Types].xml><?xml version="1.0" encoding="utf-8"?>
<Types xmlns="http://schemas.openxmlformats.org/package/2006/content-types">
  <Default Extension="xml" ContentType="application/xml"/>
  <Default Extension="jpeg" ContentType="image/jpeg"/>
  <Default Extension="bin" ContentType="application/vnd.openxmlformats-officedocument.presentationml.printerSettings"/>
  <Default Extension="rels" ContentType="application/vnd.openxmlformats-package.relationships+xml"/>
  <Default Extension="gif" ContentType="image/gif"/>
  <Default Extension="png" ContentType="image/png"/>
  <Default Extension="svg" ContentType="image/svg+xml"/>
  <Default Extension="bmp" ContentType="image/bmp"/>
  <Default Extension="emf" ContentType="image/x-emf"/>
  <Default Extension="wmf" ContentType="image/x-wmf"/>
  <Default Extension="tiff" ContentType="image/tiff"/>
  <Default Extension="pdf" ContentType="application/pdf"/>
  <Default Extension="jpg" ContentType="application/octet-stream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</Types>
</file>

<file path=_rels/.rels><?xml version="1.0" encoding="UTF-8" standalone="yes"?>

<Relationships  xmlns="http://schemas.openxmlformats.org/package/2006/relationships">
<Relationship Id="rId3" Type="http://schemas.openxmlformats.org/package/2006/relationships/metadata/core-properties" Target="docProps/core.xml"/>
<Relationship Id="rId4" Type="http://schemas.openxmlformats.org/officeDocument/2006/relationships/extended-properties" Target="docProps/app.xml"/>
<Relationship Id="rId1" Type="http://schemas.openxmlformats.org/officeDocument/2006/relationships/officeDocument" Target="ppt/presentation.xml"/>
<Relationship Id="rId2" Type="http://schemas.openxmlformats.org/package/2006/relationships/metadata/thumbnail" Target="docProps/thumbnail.jpeg"/>
</Relationships>
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8"/>
    <p:sldId id="257" r:id="rId9"/>
    <p:sldId id="258" r:id="rId10"/>
    <p:sldId id="259" r:id="rId11"/>
    <p:sldId id="260" r:id="rId12"/>
    <p:sldId id="261" r:id="rId13"/>
    <p:sldId id="262" r:id="rId14"/>
    <p:sldId id="263" r:id="rId15"/>
    <p:sldId id="264" r:id="rId16"/>
    <p:sldId id="265" r:id="rId17"/>
    <p:sldId id="266" r:id="rId18"/>
    <p:sldId id="267" r:id="rId19"/>
    <p:sldId id="268" r:id="rId20"/>
    <p:sldId id="269" r:id="rId21"/>
    <p:sldId id="270" r:id="rId22"/>
    <p:sldId id="271" r:id="rId23"/>
    <p:sldId id="272" r:id="rId24"/>
    <p:sldId id="273" r:id="rId25"/>
    <p:sldId id="274" r:id="rId26"/>
    <p:sldId id="275" r:id="rId27"/>
    <p:sldId id="276" r:id="rId28"/>
    <p:sldId id="277" r:id="rId29"/>
    <p:sldId id="278" r:id="rId30"/>
    <p:sldId id="279" r:id="rId31"/>
    <p:sldId id="280" r:id="rId32"/>
    <p:sldId id="281" r:id="rId33"/>
    <p:sldId id="282" r:id="rId34"/>
    <p:sldId id="283" r:id="rId35"/>
    <p:sldId id="284" r:id="rId36"/>
    <p:sldId id="285" r:id="rId37"/>
    <p:sldId id="286" r:id="rId38"/>
    <p:sldId id="287" r:id="rId39"/>
    <p:sldId id="288" r:id="rId40"/>
    <p:sldId id="289" r:id="rId41"/>
    <p:sldId id="290" r:id="rId42"/>
    <p:sldId id="291" r:id="rId43"/>
    <p:sldId id="292" r:id="rId44"/>
    <p:sldId id="293" r:id="rId45"/>
    <p:sldId id="294" r:id="rId46"/>
    <p:sldId id="295" r:id="rId47"/>
    <p:sldId id="296" r:id="rId48"/>
    <p:sldId id="297" r:id="rId49"/>
    <p:sldId id="298" r:id="rId50"/>
    <p:sldId id="299" r:id="rId51"/>
  </p:sldIdLst>
  <p:sldSz cx="9144000" cy="6858000" type="screen4x3"/>
  <p:notesSz cx="6858000" cy="9144000"/>
  <p:custDataLst>
    <p:tags r:id="rId3"/>
  </p:custData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92" d="100"/>
          <a:sy n="92" d="100"/>
        </p:scale>
        <p:origin x="-1376" y="-104"/>
      </p:cViewPr>
      <p:guideLst>
        <p:guide orient="horz" pos="216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

<Relationships  xmlns="http://schemas.openxmlformats.org/package/2006/relationships">
<Relationship Id="rId3" Type="http://schemas.openxmlformats.org/officeDocument/2006/relationships/tags" Target="tags/tag1.xml"/>
<Relationship Id="rId4" Type="http://schemas.openxmlformats.org/officeDocument/2006/relationships/presProps" Target="presProps.xml"/>
<Relationship Id="rId5" Type="http://schemas.openxmlformats.org/officeDocument/2006/relationships/viewProps" Target="viewProps.xml"/>
<Relationship Id="rId6" Type="http://schemas.openxmlformats.org/officeDocument/2006/relationships/theme" Target="theme/theme1.xml"/>
<Relationship Id="rId7" Type="http://schemas.openxmlformats.org/officeDocument/2006/relationships/tableStyles" Target="tableStyles.xml"/>
<Relationship Id="rId1" Type="http://schemas.openxmlformats.org/officeDocument/2006/relationships/slideMaster" Target="slideMasters/slideMaster1.xml"/>
<Relationship Id="rId2" Type="http://schemas.openxmlformats.org/officeDocument/2006/relationships/printerSettings" Target="printerSettings/printerSettings1.bin"/>
<Relationship Id="rId8" Type="http://schemas.openxmlformats.org/officeDocument/2006/relationships/slide" Target="slides/slide1.xml"/>
<Relationship Id="rId9" Type="http://schemas.openxmlformats.org/officeDocument/2006/relationships/slide" Target="slides/slide2.xml"/>
<Relationship Id="rId10" Type="http://schemas.openxmlformats.org/officeDocument/2006/relationships/slide" Target="slides/slide3.xml"/>
<Relationship Id="rId11" Type="http://schemas.openxmlformats.org/officeDocument/2006/relationships/slide" Target="slides/slide4.xml"/>
<Relationship Id="rId12" Type="http://schemas.openxmlformats.org/officeDocument/2006/relationships/slide" Target="slides/slide5.xml"/>
<Relationship Id="rId13" Type="http://schemas.openxmlformats.org/officeDocument/2006/relationships/slide" Target="slides/slide6.xml"/>
<Relationship Id="rId14" Type="http://schemas.openxmlformats.org/officeDocument/2006/relationships/slide" Target="slides/slide7.xml"/>
<Relationship Id="rId15" Type="http://schemas.openxmlformats.org/officeDocument/2006/relationships/slide" Target="slides/slide8.xml"/>
<Relationship Id="rId16" Type="http://schemas.openxmlformats.org/officeDocument/2006/relationships/slide" Target="slides/slide9.xml"/>
<Relationship Id="rId17" Type="http://schemas.openxmlformats.org/officeDocument/2006/relationships/slide" Target="slides/slide10.xml"/>
<Relationship Id="rId18" Type="http://schemas.openxmlformats.org/officeDocument/2006/relationships/slide" Target="slides/slide11.xml"/>
<Relationship Id="rId19" Type="http://schemas.openxmlformats.org/officeDocument/2006/relationships/slide" Target="slides/slide12.xml"/>
<Relationship Id="rId20" Type="http://schemas.openxmlformats.org/officeDocument/2006/relationships/slide" Target="slides/slide13.xml"/>
<Relationship Id="rId21" Type="http://schemas.openxmlformats.org/officeDocument/2006/relationships/slide" Target="slides/slide14.xml"/>
<Relationship Id="rId22" Type="http://schemas.openxmlformats.org/officeDocument/2006/relationships/slide" Target="slides/slide15.xml"/>
<Relationship Id="rId23" Type="http://schemas.openxmlformats.org/officeDocument/2006/relationships/slide" Target="slides/slide16.xml"/>
<Relationship Id="rId24" Type="http://schemas.openxmlformats.org/officeDocument/2006/relationships/slide" Target="slides/slide17.xml"/>
<Relationship Id="rId25" Type="http://schemas.openxmlformats.org/officeDocument/2006/relationships/slide" Target="slides/slide18.xml"/>
<Relationship Id="rId26" Type="http://schemas.openxmlformats.org/officeDocument/2006/relationships/slide" Target="slides/slide19.xml"/>
<Relationship Id="rId27" Type="http://schemas.openxmlformats.org/officeDocument/2006/relationships/slide" Target="slides/slide20.xml"/>
<Relationship Id="rId28" Type="http://schemas.openxmlformats.org/officeDocument/2006/relationships/slide" Target="slides/slide21.xml"/>
<Relationship Id="rId29" Type="http://schemas.openxmlformats.org/officeDocument/2006/relationships/slide" Target="slides/slide22.xml"/>
<Relationship Id="rId30" Type="http://schemas.openxmlformats.org/officeDocument/2006/relationships/slide" Target="slides/slide23.xml"/>
<Relationship Id="rId31" Type="http://schemas.openxmlformats.org/officeDocument/2006/relationships/slide" Target="slides/slide24.xml"/>
<Relationship Id="rId32" Type="http://schemas.openxmlformats.org/officeDocument/2006/relationships/slide" Target="slides/slide25.xml"/>
<Relationship Id="rId33" Type="http://schemas.openxmlformats.org/officeDocument/2006/relationships/slide" Target="slides/slide26.xml"/>
<Relationship Id="rId34" Type="http://schemas.openxmlformats.org/officeDocument/2006/relationships/slide" Target="slides/slide27.xml"/>
<Relationship Id="rId35" Type="http://schemas.openxmlformats.org/officeDocument/2006/relationships/slide" Target="slides/slide28.xml"/>
<Relationship Id="rId36" Type="http://schemas.openxmlformats.org/officeDocument/2006/relationships/slide" Target="slides/slide29.xml"/>
<Relationship Id="rId37" Type="http://schemas.openxmlformats.org/officeDocument/2006/relationships/slide" Target="slides/slide30.xml"/>
<Relationship Id="rId38" Type="http://schemas.openxmlformats.org/officeDocument/2006/relationships/slide" Target="slides/slide31.xml"/>
<Relationship Id="rId39" Type="http://schemas.openxmlformats.org/officeDocument/2006/relationships/slide" Target="slides/slide32.xml"/>
<Relationship Id="rId40" Type="http://schemas.openxmlformats.org/officeDocument/2006/relationships/slide" Target="slides/slide33.xml"/>
<Relationship Id="rId41" Type="http://schemas.openxmlformats.org/officeDocument/2006/relationships/slide" Target="slides/slide34.xml"/>
<Relationship Id="rId42" Type="http://schemas.openxmlformats.org/officeDocument/2006/relationships/slide" Target="slides/slide35.xml"/>
<Relationship Id="rId43" Type="http://schemas.openxmlformats.org/officeDocument/2006/relationships/slide" Target="slides/slide36.xml"/>
<Relationship Id="rId44" Type="http://schemas.openxmlformats.org/officeDocument/2006/relationships/slide" Target="slides/slide37.xml"/>
<Relationship Id="rId45" Type="http://schemas.openxmlformats.org/officeDocument/2006/relationships/slide" Target="slides/slide38.xml"/>
<Relationship Id="rId46" Type="http://schemas.openxmlformats.org/officeDocument/2006/relationships/slide" Target="slides/slide39.xml"/>
<Relationship Id="rId47" Type="http://schemas.openxmlformats.org/officeDocument/2006/relationships/slide" Target="slides/slide40.xml"/>
<Relationship Id="rId48" Type="http://schemas.openxmlformats.org/officeDocument/2006/relationships/slide" Target="slides/slide41.xml"/>
<Relationship Id="rId49" Type="http://schemas.openxmlformats.org/officeDocument/2006/relationships/slide" Target="slides/slide42.xml"/>
<Relationship Id="rId50" Type="http://schemas.openxmlformats.org/officeDocument/2006/relationships/slide" Target="slides/slide43.xml"/>
<Relationship Id="rId51" Type="http://schemas.openxmlformats.org/officeDocument/2006/relationships/slide" Target="slides/slide44.xml"/>
</Relationships>
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1488113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157698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3154558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6839228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2034912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8580797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5599605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78236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7.xml"/>
</Relationships>

</file>

<file path=ppt/slides/_rels/slide2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7.xml"/>
</Relationships>

</file>

<file path=ppt/slides/_rels/slide3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7.xml"/>
</Relationships>

</file>

<file path=ppt/slides/_rels/slide4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7.xml"/>
</Relationships>

</file>

<file path=ppt/slides/_rels/slide5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7.xml"/>
</Relationships>

</file>

<file path=ppt/slides/_rels/slide6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7.xml"/>
</Relationships>

</file>

<file path=ppt/slides/_rels/slide7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7.xml"/>
</Relationships>

</file>

<file path=ppt/slides/_rels/slide8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7.xml"/>
</Relationships>

</file>

<file path=ppt/slides/_rels/slide9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7.xml"/>
</Relationships>

</file>

<file path=ppt/slides/_rels/slide10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7.xml"/>
</Relationships>

</file>

<file path=ppt/slides/_rels/slide11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7.xml"/>
</Relationships>

</file>

<file path=ppt/slides/_rels/slide12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7.xml"/>
</Relationships>

</file>

<file path=ppt/slides/_rels/slide13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7.xml"/>
</Relationships>

</file>

<file path=ppt/slides/_rels/slide14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7.xml"/>
</Relationships>

</file>

<file path=ppt/slides/_rels/slide15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7.xml"/>
</Relationships>

</file>

<file path=ppt/slides/_rels/slide16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7.xml"/>
</Relationships>

</file>

<file path=ppt/slides/_rels/slide17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7.xml"/>
</Relationships>

</file>

<file path=ppt/slides/_rels/slide18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7.xml"/>
</Relationships>

</file>

<file path=ppt/slides/_rels/slide19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7.xml"/>
</Relationships>

</file>

<file path=ppt/slides/_rels/slide20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7.xml"/>
</Relationships>

</file>

<file path=ppt/slides/_rels/slide21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7.xml"/>
</Relationships>

</file>

<file path=ppt/slides/_rels/slide22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7.xml"/>
</Relationships>

</file>

<file path=ppt/slides/_rels/slide23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7.xml"/>
</Relationships>

</file>

<file path=ppt/slides/_rels/slide24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7.xml"/>
</Relationships>

</file>

<file path=ppt/slides/_rels/slide25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7.xml"/>
</Relationships>

</file>

<file path=ppt/slides/_rels/slide26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7.xml"/>
</Relationships>

</file>

<file path=ppt/slides/_rels/slide27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7.xml"/>
</Relationships>

</file>

<file path=ppt/slides/_rels/slide28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7.xml"/>
</Relationships>

</file>

<file path=ppt/slides/_rels/slide29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7.xml"/>
</Relationships>

</file>

<file path=ppt/slides/_rels/slide30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7.xml"/>
</Relationships>

</file>

<file path=ppt/slides/_rels/slide31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7.xml"/>
</Relationships>

</file>

<file path=ppt/slides/_rels/slide32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7.xml"/>
</Relationships>

</file>

<file path=ppt/slides/_rels/slide33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7.xml"/>
</Relationships>

</file>

<file path=ppt/slides/_rels/slide34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7.xml"/>
</Relationships>

</file>

<file path=ppt/slides/_rels/slide35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7.xml"/>
</Relationships>

</file>

<file path=ppt/slides/_rels/slide36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7.xml"/>
</Relationships>

</file>

<file path=ppt/slides/_rels/slide37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7.xml"/>
</Relationships>

</file>

<file path=ppt/slides/_rels/slide38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7.xml"/>
</Relationships>

</file>

<file path=ppt/slides/_rels/slide39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7.xml"/>
</Relationships>

</file>

<file path=ppt/slides/_rels/slide40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7.xml"/>
</Relationships>

</file>

<file path=ppt/slides/_rels/slide41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7.xml"/>
</Relationships>

</file>

<file path=ppt/slides/_rels/slide42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7.xml"/>
</Relationships>

</file>

<file path=ppt/slides/_rels/slide43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7.xml"/>
</Relationships>

</file>

<file path=ppt/slides/_rels/slide44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7.xml"/>
</Relationships>
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p:ph/>
          </p:nvPr>
        </p:nvSpPr>
        <p:spPr>
          <a:xfrm>
            <a:off x="274320" y="182880"/>
            <a:ext cx="11430000" cy="457200"/>
          </a:xfrm>
        </p:spPr>
        <p:txBody>
          <a:bodyPr/>
          <a:lstStyle/>
          <a:p>
            <a:r>
              <a:rPr/>
              <a:t>Exp 1 - Average participant regression</a:t>
            </a:r>
          </a:p>
        </p:txBody>
      </p:sp>
      <p:grpSp xmlns:pic="http://schemas.openxmlformats.org/drawingml/2006/picture">
        <p:nvGrpSpPr>
          <p:cNvPr id="3" name=""/>
          <p:cNvGrpSpPr/>
          <p:nvPr/>
        </p:nvGrpSpPr>
        <p:grpSpPr>
          <a:xfrm>
            <a:off x="274320" y="822960"/>
            <a:ext cx="11430000" cy="5669280"/>
            <a:chOff x="274320" y="822960"/>
            <a:chExt cx="11430000" cy="5669280"/>
          </a:xfrm>
        </p:grpSpPr>
        <p:sp>
          <p:nvSpPr>
            <p:cNvPr id="4" name="rc3"/>
            <p:cNvSpPr/>
            <p:nvPr/>
          </p:nvSpPr>
          <p:spPr>
            <a:xfrm>
              <a:off x="274320" y="822960"/>
              <a:ext cx="1143000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4"/>
            <p:cNvSpPr/>
            <p:nvPr/>
          </p:nvSpPr>
          <p:spPr>
            <a:xfrm>
              <a:off x="11704319" y="822960"/>
              <a:ext cx="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6014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rc5"/>
            <p:cNvSpPr/>
            <p:nvPr/>
          </p:nvSpPr>
          <p:spPr>
            <a:xfrm>
              <a:off x="773555" y="1410558"/>
              <a:ext cx="9564359" cy="460540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6"/>
            <p:cNvSpPr/>
            <p:nvPr/>
          </p:nvSpPr>
          <p:spPr>
            <a:xfrm>
              <a:off x="1208299" y="2163255"/>
              <a:ext cx="8694872" cy="2808690"/>
            </a:xfrm>
            <a:custGeom>
              <a:avLst/>
              <a:pathLst>
                <a:path w="8694872" h="2808690">
                  <a:moveTo>
                    <a:pt x="0" y="2808690"/>
                  </a:moveTo>
                  <a:lnTo>
                    <a:pt x="43692" y="2794576"/>
                  </a:lnTo>
                  <a:lnTo>
                    <a:pt x="87385" y="2780462"/>
                  </a:lnTo>
                  <a:lnTo>
                    <a:pt x="131078" y="2766348"/>
                  </a:lnTo>
                  <a:lnTo>
                    <a:pt x="174771" y="2752234"/>
                  </a:lnTo>
                  <a:lnTo>
                    <a:pt x="218464" y="2738120"/>
                  </a:lnTo>
                  <a:lnTo>
                    <a:pt x="262156" y="2724006"/>
                  </a:lnTo>
                  <a:lnTo>
                    <a:pt x="305849" y="2709892"/>
                  </a:lnTo>
                  <a:lnTo>
                    <a:pt x="349542" y="2695778"/>
                  </a:lnTo>
                  <a:lnTo>
                    <a:pt x="393235" y="2681664"/>
                  </a:lnTo>
                  <a:lnTo>
                    <a:pt x="436928" y="2667550"/>
                  </a:lnTo>
                  <a:lnTo>
                    <a:pt x="480621" y="2653436"/>
                  </a:lnTo>
                  <a:lnTo>
                    <a:pt x="524313" y="2639322"/>
                  </a:lnTo>
                  <a:lnTo>
                    <a:pt x="568006" y="2625208"/>
                  </a:lnTo>
                  <a:lnTo>
                    <a:pt x="611699" y="2611094"/>
                  </a:lnTo>
                  <a:lnTo>
                    <a:pt x="655392" y="2596980"/>
                  </a:lnTo>
                  <a:lnTo>
                    <a:pt x="699085" y="2582866"/>
                  </a:lnTo>
                  <a:lnTo>
                    <a:pt x="742778" y="2568752"/>
                  </a:lnTo>
                  <a:lnTo>
                    <a:pt x="786470" y="2554638"/>
                  </a:lnTo>
                  <a:lnTo>
                    <a:pt x="830163" y="2540523"/>
                  </a:lnTo>
                  <a:lnTo>
                    <a:pt x="873856" y="2526409"/>
                  </a:lnTo>
                  <a:lnTo>
                    <a:pt x="917549" y="2512295"/>
                  </a:lnTo>
                  <a:lnTo>
                    <a:pt x="961242" y="2498181"/>
                  </a:lnTo>
                  <a:lnTo>
                    <a:pt x="1004934" y="2484067"/>
                  </a:lnTo>
                  <a:lnTo>
                    <a:pt x="1048627" y="2469953"/>
                  </a:lnTo>
                  <a:lnTo>
                    <a:pt x="1092320" y="2455839"/>
                  </a:lnTo>
                  <a:lnTo>
                    <a:pt x="1136013" y="2441725"/>
                  </a:lnTo>
                  <a:lnTo>
                    <a:pt x="1179706" y="2427611"/>
                  </a:lnTo>
                  <a:lnTo>
                    <a:pt x="1223399" y="2413497"/>
                  </a:lnTo>
                  <a:lnTo>
                    <a:pt x="1267091" y="2399383"/>
                  </a:lnTo>
                  <a:lnTo>
                    <a:pt x="1310784" y="2385269"/>
                  </a:lnTo>
                  <a:lnTo>
                    <a:pt x="1354477" y="2371155"/>
                  </a:lnTo>
                  <a:lnTo>
                    <a:pt x="1398170" y="2357041"/>
                  </a:lnTo>
                  <a:lnTo>
                    <a:pt x="1441863" y="2342927"/>
                  </a:lnTo>
                  <a:lnTo>
                    <a:pt x="1485556" y="2328813"/>
                  </a:lnTo>
                  <a:lnTo>
                    <a:pt x="1529248" y="2314699"/>
                  </a:lnTo>
                  <a:lnTo>
                    <a:pt x="1572941" y="2300585"/>
                  </a:lnTo>
                  <a:lnTo>
                    <a:pt x="1616634" y="2286471"/>
                  </a:lnTo>
                  <a:lnTo>
                    <a:pt x="1660327" y="2272357"/>
                  </a:lnTo>
                  <a:lnTo>
                    <a:pt x="1704020" y="2258243"/>
                  </a:lnTo>
                  <a:lnTo>
                    <a:pt x="1747713" y="2244129"/>
                  </a:lnTo>
                  <a:lnTo>
                    <a:pt x="1791405" y="2230015"/>
                  </a:lnTo>
                  <a:lnTo>
                    <a:pt x="1835098" y="2215901"/>
                  </a:lnTo>
                  <a:lnTo>
                    <a:pt x="1878791" y="2201787"/>
                  </a:lnTo>
                  <a:lnTo>
                    <a:pt x="1922484" y="2187673"/>
                  </a:lnTo>
                  <a:lnTo>
                    <a:pt x="1966177" y="2173559"/>
                  </a:lnTo>
                  <a:lnTo>
                    <a:pt x="2009869" y="2159445"/>
                  </a:lnTo>
                  <a:lnTo>
                    <a:pt x="2053562" y="2145331"/>
                  </a:lnTo>
                  <a:lnTo>
                    <a:pt x="2097255" y="2131217"/>
                  </a:lnTo>
                  <a:lnTo>
                    <a:pt x="2140948" y="2117103"/>
                  </a:lnTo>
                  <a:lnTo>
                    <a:pt x="2184641" y="2102989"/>
                  </a:lnTo>
                  <a:lnTo>
                    <a:pt x="2228334" y="2088875"/>
                  </a:lnTo>
                  <a:lnTo>
                    <a:pt x="2272026" y="2074761"/>
                  </a:lnTo>
                  <a:lnTo>
                    <a:pt x="2315719" y="2060647"/>
                  </a:lnTo>
                  <a:lnTo>
                    <a:pt x="2359412" y="2046533"/>
                  </a:lnTo>
                  <a:lnTo>
                    <a:pt x="2403105" y="2032419"/>
                  </a:lnTo>
                  <a:lnTo>
                    <a:pt x="2446798" y="2018305"/>
                  </a:lnTo>
                  <a:lnTo>
                    <a:pt x="2490491" y="2004191"/>
                  </a:lnTo>
                  <a:lnTo>
                    <a:pt x="2534183" y="1990077"/>
                  </a:lnTo>
                  <a:lnTo>
                    <a:pt x="2577876" y="1975963"/>
                  </a:lnTo>
                  <a:lnTo>
                    <a:pt x="2621569" y="1961849"/>
                  </a:lnTo>
                  <a:lnTo>
                    <a:pt x="2665262" y="1947735"/>
                  </a:lnTo>
                  <a:lnTo>
                    <a:pt x="2708955" y="1933621"/>
                  </a:lnTo>
                  <a:lnTo>
                    <a:pt x="2752648" y="1919507"/>
                  </a:lnTo>
                  <a:lnTo>
                    <a:pt x="2796340" y="1905392"/>
                  </a:lnTo>
                  <a:lnTo>
                    <a:pt x="2840033" y="1891278"/>
                  </a:lnTo>
                  <a:lnTo>
                    <a:pt x="2883726" y="1877164"/>
                  </a:lnTo>
                  <a:lnTo>
                    <a:pt x="2927419" y="1863050"/>
                  </a:lnTo>
                  <a:lnTo>
                    <a:pt x="2971112" y="1848936"/>
                  </a:lnTo>
                  <a:lnTo>
                    <a:pt x="3014804" y="1834822"/>
                  </a:lnTo>
                  <a:lnTo>
                    <a:pt x="3058497" y="1820708"/>
                  </a:lnTo>
                  <a:lnTo>
                    <a:pt x="3102190" y="1806594"/>
                  </a:lnTo>
                  <a:lnTo>
                    <a:pt x="3145883" y="1792480"/>
                  </a:lnTo>
                  <a:lnTo>
                    <a:pt x="3189576" y="1778366"/>
                  </a:lnTo>
                  <a:lnTo>
                    <a:pt x="3233269" y="1764252"/>
                  </a:lnTo>
                  <a:lnTo>
                    <a:pt x="3276961" y="1750138"/>
                  </a:lnTo>
                  <a:lnTo>
                    <a:pt x="3320654" y="1736024"/>
                  </a:lnTo>
                  <a:lnTo>
                    <a:pt x="3364347" y="1721910"/>
                  </a:lnTo>
                  <a:lnTo>
                    <a:pt x="3408040" y="1707796"/>
                  </a:lnTo>
                  <a:lnTo>
                    <a:pt x="3451733" y="1693682"/>
                  </a:lnTo>
                  <a:lnTo>
                    <a:pt x="3495426" y="1679568"/>
                  </a:lnTo>
                  <a:lnTo>
                    <a:pt x="3539118" y="1665454"/>
                  </a:lnTo>
                  <a:lnTo>
                    <a:pt x="3582811" y="1651340"/>
                  </a:lnTo>
                  <a:lnTo>
                    <a:pt x="3626504" y="1637226"/>
                  </a:lnTo>
                  <a:lnTo>
                    <a:pt x="3670197" y="1623112"/>
                  </a:lnTo>
                  <a:lnTo>
                    <a:pt x="3713890" y="1608998"/>
                  </a:lnTo>
                  <a:lnTo>
                    <a:pt x="3757583" y="1594884"/>
                  </a:lnTo>
                  <a:lnTo>
                    <a:pt x="3801275" y="1580770"/>
                  </a:lnTo>
                  <a:lnTo>
                    <a:pt x="3844968" y="1566656"/>
                  </a:lnTo>
                  <a:lnTo>
                    <a:pt x="3888661" y="1552542"/>
                  </a:lnTo>
                  <a:lnTo>
                    <a:pt x="3932354" y="1538428"/>
                  </a:lnTo>
                  <a:lnTo>
                    <a:pt x="3976047" y="1524314"/>
                  </a:lnTo>
                  <a:lnTo>
                    <a:pt x="4019739" y="1510200"/>
                  </a:lnTo>
                  <a:lnTo>
                    <a:pt x="4063432" y="1496086"/>
                  </a:lnTo>
                  <a:lnTo>
                    <a:pt x="4107125" y="1481972"/>
                  </a:lnTo>
                  <a:lnTo>
                    <a:pt x="4150818" y="1467858"/>
                  </a:lnTo>
                  <a:lnTo>
                    <a:pt x="4194511" y="1453744"/>
                  </a:lnTo>
                  <a:lnTo>
                    <a:pt x="4238204" y="1439630"/>
                  </a:lnTo>
                  <a:lnTo>
                    <a:pt x="4281896" y="1425516"/>
                  </a:lnTo>
                  <a:lnTo>
                    <a:pt x="4325589" y="1411402"/>
                  </a:lnTo>
                  <a:lnTo>
                    <a:pt x="4369282" y="1397288"/>
                  </a:lnTo>
                  <a:lnTo>
                    <a:pt x="4412975" y="1383174"/>
                  </a:lnTo>
                  <a:lnTo>
                    <a:pt x="4456668" y="1369060"/>
                  </a:lnTo>
                  <a:lnTo>
                    <a:pt x="4500361" y="1354946"/>
                  </a:lnTo>
                  <a:lnTo>
                    <a:pt x="4544053" y="1340832"/>
                  </a:lnTo>
                  <a:lnTo>
                    <a:pt x="4587746" y="1326718"/>
                  </a:lnTo>
                  <a:lnTo>
                    <a:pt x="4631439" y="1312604"/>
                  </a:lnTo>
                  <a:lnTo>
                    <a:pt x="4675132" y="1298490"/>
                  </a:lnTo>
                  <a:lnTo>
                    <a:pt x="4718825" y="1284376"/>
                  </a:lnTo>
                  <a:lnTo>
                    <a:pt x="4762518" y="1270261"/>
                  </a:lnTo>
                  <a:lnTo>
                    <a:pt x="4806210" y="1256147"/>
                  </a:lnTo>
                  <a:lnTo>
                    <a:pt x="4849903" y="1242033"/>
                  </a:lnTo>
                  <a:lnTo>
                    <a:pt x="4893596" y="1227919"/>
                  </a:lnTo>
                  <a:lnTo>
                    <a:pt x="4937289" y="1213805"/>
                  </a:lnTo>
                  <a:lnTo>
                    <a:pt x="4980982" y="1199691"/>
                  </a:lnTo>
                  <a:lnTo>
                    <a:pt x="5024674" y="1185577"/>
                  </a:lnTo>
                  <a:lnTo>
                    <a:pt x="5068367" y="1171463"/>
                  </a:lnTo>
                  <a:lnTo>
                    <a:pt x="5112060" y="1157349"/>
                  </a:lnTo>
                  <a:lnTo>
                    <a:pt x="5155753" y="1143235"/>
                  </a:lnTo>
                  <a:lnTo>
                    <a:pt x="5199446" y="1129121"/>
                  </a:lnTo>
                  <a:lnTo>
                    <a:pt x="5243139" y="1115007"/>
                  </a:lnTo>
                  <a:lnTo>
                    <a:pt x="5286831" y="1100893"/>
                  </a:lnTo>
                  <a:lnTo>
                    <a:pt x="5330524" y="1086779"/>
                  </a:lnTo>
                  <a:lnTo>
                    <a:pt x="5374217" y="1072665"/>
                  </a:lnTo>
                  <a:lnTo>
                    <a:pt x="5417910" y="1058551"/>
                  </a:lnTo>
                  <a:lnTo>
                    <a:pt x="5461603" y="1044437"/>
                  </a:lnTo>
                  <a:lnTo>
                    <a:pt x="5505296" y="1030323"/>
                  </a:lnTo>
                  <a:lnTo>
                    <a:pt x="5548988" y="1016209"/>
                  </a:lnTo>
                  <a:lnTo>
                    <a:pt x="5592681" y="1002095"/>
                  </a:lnTo>
                  <a:lnTo>
                    <a:pt x="5636374" y="987981"/>
                  </a:lnTo>
                  <a:lnTo>
                    <a:pt x="5680067" y="973867"/>
                  </a:lnTo>
                  <a:lnTo>
                    <a:pt x="5723760" y="959753"/>
                  </a:lnTo>
                  <a:lnTo>
                    <a:pt x="5767453" y="945639"/>
                  </a:lnTo>
                  <a:lnTo>
                    <a:pt x="5811145" y="931525"/>
                  </a:lnTo>
                  <a:lnTo>
                    <a:pt x="5854838" y="917411"/>
                  </a:lnTo>
                  <a:lnTo>
                    <a:pt x="5898531" y="903297"/>
                  </a:lnTo>
                  <a:lnTo>
                    <a:pt x="5942224" y="889183"/>
                  </a:lnTo>
                  <a:lnTo>
                    <a:pt x="5985917" y="875069"/>
                  </a:lnTo>
                  <a:lnTo>
                    <a:pt x="6029609" y="860955"/>
                  </a:lnTo>
                  <a:lnTo>
                    <a:pt x="6073302" y="846841"/>
                  </a:lnTo>
                  <a:lnTo>
                    <a:pt x="6116995" y="832727"/>
                  </a:lnTo>
                  <a:lnTo>
                    <a:pt x="6160688" y="818613"/>
                  </a:lnTo>
                  <a:lnTo>
                    <a:pt x="6204381" y="804499"/>
                  </a:lnTo>
                  <a:lnTo>
                    <a:pt x="6248074" y="790385"/>
                  </a:lnTo>
                  <a:lnTo>
                    <a:pt x="6291766" y="776271"/>
                  </a:lnTo>
                  <a:lnTo>
                    <a:pt x="6335459" y="762157"/>
                  </a:lnTo>
                  <a:lnTo>
                    <a:pt x="6379152" y="748043"/>
                  </a:lnTo>
                  <a:lnTo>
                    <a:pt x="6422845" y="733929"/>
                  </a:lnTo>
                  <a:lnTo>
                    <a:pt x="6466538" y="719815"/>
                  </a:lnTo>
                  <a:lnTo>
                    <a:pt x="6510231" y="705701"/>
                  </a:lnTo>
                  <a:lnTo>
                    <a:pt x="6553923" y="691587"/>
                  </a:lnTo>
                  <a:lnTo>
                    <a:pt x="6597616" y="677473"/>
                  </a:lnTo>
                  <a:lnTo>
                    <a:pt x="6641309" y="663359"/>
                  </a:lnTo>
                  <a:lnTo>
                    <a:pt x="6685002" y="649245"/>
                  </a:lnTo>
                  <a:lnTo>
                    <a:pt x="6728695" y="635130"/>
                  </a:lnTo>
                  <a:lnTo>
                    <a:pt x="6772388" y="621016"/>
                  </a:lnTo>
                  <a:lnTo>
                    <a:pt x="6816080" y="606902"/>
                  </a:lnTo>
                  <a:lnTo>
                    <a:pt x="6859773" y="592788"/>
                  </a:lnTo>
                  <a:lnTo>
                    <a:pt x="6903466" y="578674"/>
                  </a:lnTo>
                  <a:lnTo>
                    <a:pt x="6947159" y="564560"/>
                  </a:lnTo>
                  <a:lnTo>
                    <a:pt x="6990852" y="550446"/>
                  </a:lnTo>
                  <a:lnTo>
                    <a:pt x="7034544" y="536332"/>
                  </a:lnTo>
                  <a:lnTo>
                    <a:pt x="7078237" y="522218"/>
                  </a:lnTo>
                  <a:lnTo>
                    <a:pt x="7121930" y="508104"/>
                  </a:lnTo>
                  <a:lnTo>
                    <a:pt x="7165623" y="493990"/>
                  </a:lnTo>
                  <a:lnTo>
                    <a:pt x="7209316" y="479876"/>
                  </a:lnTo>
                  <a:lnTo>
                    <a:pt x="7253009" y="465762"/>
                  </a:lnTo>
                  <a:lnTo>
                    <a:pt x="7296701" y="451648"/>
                  </a:lnTo>
                  <a:lnTo>
                    <a:pt x="7340394" y="437534"/>
                  </a:lnTo>
                  <a:lnTo>
                    <a:pt x="7384087" y="423420"/>
                  </a:lnTo>
                  <a:lnTo>
                    <a:pt x="7427780" y="409306"/>
                  </a:lnTo>
                  <a:lnTo>
                    <a:pt x="7471473" y="395192"/>
                  </a:lnTo>
                  <a:lnTo>
                    <a:pt x="7515166" y="381078"/>
                  </a:lnTo>
                  <a:lnTo>
                    <a:pt x="7558858" y="366964"/>
                  </a:lnTo>
                  <a:lnTo>
                    <a:pt x="7602551" y="352850"/>
                  </a:lnTo>
                  <a:lnTo>
                    <a:pt x="7646244" y="338736"/>
                  </a:lnTo>
                  <a:lnTo>
                    <a:pt x="7689937" y="324622"/>
                  </a:lnTo>
                  <a:lnTo>
                    <a:pt x="7733630" y="310508"/>
                  </a:lnTo>
                  <a:lnTo>
                    <a:pt x="7777323" y="296394"/>
                  </a:lnTo>
                  <a:lnTo>
                    <a:pt x="7821015" y="282280"/>
                  </a:lnTo>
                  <a:lnTo>
                    <a:pt x="7864708" y="268166"/>
                  </a:lnTo>
                  <a:lnTo>
                    <a:pt x="7908401" y="254052"/>
                  </a:lnTo>
                  <a:lnTo>
                    <a:pt x="7952094" y="239938"/>
                  </a:lnTo>
                  <a:lnTo>
                    <a:pt x="7995787" y="225824"/>
                  </a:lnTo>
                  <a:lnTo>
                    <a:pt x="8039479" y="211710"/>
                  </a:lnTo>
                  <a:lnTo>
                    <a:pt x="8083172" y="197596"/>
                  </a:lnTo>
                  <a:lnTo>
                    <a:pt x="8126865" y="183482"/>
                  </a:lnTo>
                  <a:lnTo>
                    <a:pt x="8170558" y="169368"/>
                  </a:lnTo>
                  <a:lnTo>
                    <a:pt x="8214251" y="155254"/>
                  </a:lnTo>
                  <a:lnTo>
                    <a:pt x="8257944" y="141140"/>
                  </a:lnTo>
                  <a:lnTo>
                    <a:pt x="8301636" y="127026"/>
                  </a:lnTo>
                  <a:lnTo>
                    <a:pt x="8345329" y="112912"/>
                  </a:lnTo>
                  <a:lnTo>
                    <a:pt x="8389022" y="98798"/>
                  </a:lnTo>
                  <a:lnTo>
                    <a:pt x="8432715" y="84684"/>
                  </a:lnTo>
                  <a:lnTo>
                    <a:pt x="8476408" y="70570"/>
                  </a:lnTo>
                  <a:lnTo>
                    <a:pt x="8520101" y="56456"/>
                  </a:lnTo>
                  <a:lnTo>
                    <a:pt x="8563793" y="42342"/>
                  </a:lnTo>
                  <a:lnTo>
                    <a:pt x="8607486" y="28228"/>
                  </a:lnTo>
                  <a:lnTo>
                    <a:pt x="8651179" y="14114"/>
                  </a:lnTo>
                  <a:lnTo>
                    <a:pt x="8694872" y="0"/>
                  </a:lnTo>
                </a:path>
              </a:pathLst>
            </a:custGeom>
            <a:ln w="32521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7"/>
            <p:cNvSpPr/>
            <p:nvPr/>
          </p:nvSpPr>
          <p:spPr>
            <a:xfrm>
              <a:off x="1208299" y="2218611"/>
              <a:ext cx="8694872" cy="2880091"/>
            </a:xfrm>
            <a:custGeom>
              <a:avLst/>
              <a:pathLst>
                <a:path w="8694872" h="2880091">
                  <a:moveTo>
                    <a:pt x="0" y="2880091"/>
                  </a:moveTo>
                  <a:lnTo>
                    <a:pt x="43692" y="2865619"/>
                  </a:lnTo>
                  <a:lnTo>
                    <a:pt x="87385" y="2851146"/>
                  </a:lnTo>
                  <a:lnTo>
                    <a:pt x="131078" y="2836673"/>
                  </a:lnTo>
                  <a:lnTo>
                    <a:pt x="174771" y="2822200"/>
                  </a:lnTo>
                  <a:lnTo>
                    <a:pt x="218464" y="2807727"/>
                  </a:lnTo>
                  <a:lnTo>
                    <a:pt x="262156" y="2793254"/>
                  </a:lnTo>
                  <a:lnTo>
                    <a:pt x="305849" y="2778782"/>
                  </a:lnTo>
                  <a:lnTo>
                    <a:pt x="349542" y="2764309"/>
                  </a:lnTo>
                  <a:lnTo>
                    <a:pt x="393235" y="2749836"/>
                  </a:lnTo>
                  <a:lnTo>
                    <a:pt x="436928" y="2735363"/>
                  </a:lnTo>
                  <a:lnTo>
                    <a:pt x="480621" y="2720890"/>
                  </a:lnTo>
                  <a:lnTo>
                    <a:pt x="524313" y="2706417"/>
                  </a:lnTo>
                  <a:lnTo>
                    <a:pt x="568006" y="2691945"/>
                  </a:lnTo>
                  <a:lnTo>
                    <a:pt x="611699" y="2677472"/>
                  </a:lnTo>
                  <a:lnTo>
                    <a:pt x="655392" y="2662999"/>
                  </a:lnTo>
                  <a:lnTo>
                    <a:pt x="699085" y="2648526"/>
                  </a:lnTo>
                  <a:lnTo>
                    <a:pt x="742778" y="2634053"/>
                  </a:lnTo>
                  <a:lnTo>
                    <a:pt x="786470" y="2619581"/>
                  </a:lnTo>
                  <a:lnTo>
                    <a:pt x="830163" y="2605108"/>
                  </a:lnTo>
                  <a:lnTo>
                    <a:pt x="873856" y="2590635"/>
                  </a:lnTo>
                  <a:lnTo>
                    <a:pt x="917549" y="2576162"/>
                  </a:lnTo>
                  <a:lnTo>
                    <a:pt x="961242" y="2561689"/>
                  </a:lnTo>
                  <a:lnTo>
                    <a:pt x="1004934" y="2547216"/>
                  </a:lnTo>
                  <a:lnTo>
                    <a:pt x="1048627" y="2532744"/>
                  </a:lnTo>
                  <a:lnTo>
                    <a:pt x="1092320" y="2518271"/>
                  </a:lnTo>
                  <a:lnTo>
                    <a:pt x="1136013" y="2503798"/>
                  </a:lnTo>
                  <a:lnTo>
                    <a:pt x="1179706" y="2489325"/>
                  </a:lnTo>
                  <a:lnTo>
                    <a:pt x="1223399" y="2474852"/>
                  </a:lnTo>
                  <a:lnTo>
                    <a:pt x="1267091" y="2460379"/>
                  </a:lnTo>
                  <a:lnTo>
                    <a:pt x="1310784" y="2445907"/>
                  </a:lnTo>
                  <a:lnTo>
                    <a:pt x="1354477" y="2431434"/>
                  </a:lnTo>
                  <a:lnTo>
                    <a:pt x="1398170" y="2416961"/>
                  </a:lnTo>
                  <a:lnTo>
                    <a:pt x="1441863" y="2402488"/>
                  </a:lnTo>
                  <a:lnTo>
                    <a:pt x="1485556" y="2388015"/>
                  </a:lnTo>
                  <a:lnTo>
                    <a:pt x="1529248" y="2373543"/>
                  </a:lnTo>
                  <a:lnTo>
                    <a:pt x="1572941" y="2359070"/>
                  </a:lnTo>
                  <a:lnTo>
                    <a:pt x="1616634" y="2344597"/>
                  </a:lnTo>
                  <a:lnTo>
                    <a:pt x="1660327" y="2330124"/>
                  </a:lnTo>
                  <a:lnTo>
                    <a:pt x="1704020" y="2315651"/>
                  </a:lnTo>
                  <a:lnTo>
                    <a:pt x="1747713" y="2301178"/>
                  </a:lnTo>
                  <a:lnTo>
                    <a:pt x="1791405" y="2286706"/>
                  </a:lnTo>
                  <a:lnTo>
                    <a:pt x="1835098" y="2272233"/>
                  </a:lnTo>
                  <a:lnTo>
                    <a:pt x="1878791" y="2257760"/>
                  </a:lnTo>
                  <a:lnTo>
                    <a:pt x="1922484" y="2243287"/>
                  </a:lnTo>
                  <a:lnTo>
                    <a:pt x="1966177" y="2228814"/>
                  </a:lnTo>
                  <a:lnTo>
                    <a:pt x="2009869" y="2214341"/>
                  </a:lnTo>
                  <a:lnTo>
                    <a:pt x="2053562" y="2199869"/>
                  </a:lnTo>
                  <a:lnTo>
                    <a:pt x="2097255" y="2185396"/>
                  </a:lnTo>
                  <a:lnTo>
                    <a:pt x="2140948" y="2170923"/>
                  </a:lnTo>
                  <a:lnTo>
                    <a:pt x="2184641" y="2156450"/>
                  </a:lnTo>
                  <a:lnTo>
                    <a:pt x="2228334" y="2141977"/>
                  </a:lnTo>
                  <a:lnTo>
                    <a:pt x="2272026" y="2127505"/>
                  </a:lnTo>
                  <a:lnTo>
                    <a:pt x="2315719" y="2113032"/>
                  </a:lnTo>
                  <a:lnTo>
                    <a:pt x="2359412" y="2098559"/>
                  </a:lnTo>
                  <a:lnTo>
                    <a:pt x="2403105" y="2084086"/>
                  </a:lnTo>
                  <a:lnTo>
                    <a:pt x="2446798" y="2069613"/>
                  </a:lnTo>
                  <a:lnTo>
                    <a:pt x="2490491" y="2055140"/>
                  </a:lnTo>
                  <a:lnTo>
                    <a:pt x="2534183" y="2040668"/>
                  </a:lnTo>
                  <a:lnTo>
                    <a:pt x="2577876" y="2026195"/>
                  </a:lnTo>
                  <a:lnTo>
                    <a:pt x="2621569" y="2011722"/>
                  </a:lnTo>
                  <a:lnTo>
                    <a:pt x="2665262" y="1997249"/>
                  </a:lnTo>
                  <a:lnTo>
                    <a:pt x="2708955" y="1982776"/>
                  </a:lnTo>
                  <a:lnTo>
                    <a:pt x="2752648" y="1968303"/>
                  </a:lnTo>
                  <a:lnTo>
                    <a:pt x="2796340" y="1953831"/>
                  </a:lnTo>
                  <a:lnTo>
                    <a:pt x="2840033" y="1939358"/>
                  </a:lnTo>
                  <a:lnTo>
                    <a:pt x="2883726" y="1924885"/>
                  </a:lnTo>
                  <a:lnTo>
                    <a:pt x="2927419" y="1910412"/>
                  </a:lnTo>
                  <a:lnTo>
                    <a:pt x="2971112" y="1895939"/>
                  </a:lnTo>
                  <a:lnTo>
                    <a:pt x="3014804" y="1881467"/>
                  </a:lnTo>
                  <a:lnTo>
                    <a:pt x="3058497" y="1866994"/>
                  </a:lnTo>
                  <a:lnTo>
                    <a:pt x="3102190" y="1852521"/>
                  </a:lnTo>
                  <a:lnTo>
                    <a:pt x="3145883" y="1838048"/>
                  </a:lnTo>
                  <a:lnTo>
                    <a:pt x="3189576" y="1823575"/>
                  </a:lnTo>
                  <a:lnTo>
                    <a:pt x="3233269" y="1809102"/>
                  </a:lnTo>
                  <a:lnTo>
                    <a:pt x="3276961" y="1794630"/>
                  </a:lnTo>
                  <a:lnTo>
                    <a:pt x="3320654" y="1780157"/>
                  </a:lnTo>
                  <a:lnTo>
                    <a:pt x="3364347" y="1765684"/>
                  </a:lnTo>
                  <a:lnTo>
                    <a:pt x="3408040" y="1751211"/>
                  </a:lnTo>
                  <a:lnTo>
                    <a:pt x="3451733" y="1736738"/>
                  </a:lnTo>
                  <a:lnTo>
                    <a:pt x="3495426" y="1722265"/>
                  </a:lnTo>
                  <a:lnTo>
                    <a:pt x="3539118" y="1707793"/>
                  </a:lnTo>
                  <a:lnTo>
                    <a:pt x="3582811" y="1693320"/>
                  </a:lnTo>
                  <a:lnTo>
                    <a:pt x="3626504" y="1678847"/>
                  </a:lnTo>
                  <a:lnTo>
                    <a:pt x="3670197" y="1664374"/>
                  </a:lnTo>
                  <a:lnTo>
                    <a:pt x="3713890" y="1649901"/>
                  </a:lnTo>
                  <a:lnTo>
                    <a:pt x="3757583" y="1635429"/>
                  </a:lnTo>
                  <a:lnTo>
                    <a:pt x="3801275" y="1620956"/>
                  </a:lnTo>
                  <a:lnTo>
                    <a:pt x="3844968" y="1606483"/>
                  </a:lnTo>
                  <a:lnTo>
                    <a:pt x="3888661" y="1592010"/>
                  </a:lnTo>
                  <a:lnTo>
                    <a:pt x="3932354" y="1577537"/>
                  </a:lnTo>
                  <a:lnTo>
                    <a:pt x="3976047" y="1563064"/>
                  </a:lnTo>
                  <a:lnTo>
                    <a:pt x="4019739" y="1548592"/>
                  </a:lnTo>
                  <a:lnTo>
                    <a:pt x="4063432" y="1534119"/>
                  </a:lnTo>
                  <a:lnTo>
                    <a:pt x="4107125" y="1519646"/>
                  </a:lnTo>
                  <a:lnTo>
                    <a:pt x="4150818" y="1505173"/>
                  </a:lnTo>
                  <a:lnTo>
                    <a:pt x="4194511" y="1490700"/>
                  </a:lnTo>
                  <a:lnTo>
                    <a:pt x="4238204" y="1476227"/>
                  </a:lnTo>
                  <a:lnTo>
                    <a:pt x="4281896" y="1461755"/>
                  </a:lnTo>
                  <a:lnTo>
                    <a:pt x="4325589" y="1447282"/>
                  </a:lnTo>
                  <a:lnTo>
                    <a:pt x="4369282" y="1432809"/>
                  </a:lnTo>
                  <a:lnTo>
                    <a:pt x="4412975" y="1418336"/>
                  </a:lnTo>
                  <a:lnTo>
                    <a:pt x="4456668" y="1403863"/>
                  </a:lnTo>
                  <a:lnTo>
                    <a:pt x="4500361" y="1389391"/>
                  </a:lnTo>
                  <a:lnTo>
                    <a:pt x="4544053" y="1374918"/>
                  </a:lnTo>
                  <a:lnTo>
                    <a:pt x="4587746" y="1360445"/>
                  </a:lnTo>
                  <a:lnTo>
                    <a:pt x="4631439" y="1345972"/>
                  </a:lnTo>
                  <a:lnTo>
                    <a:pt x="4675132" y="1331499"/>
                  </a:lnTo>
                  <a:lnTo>
                    <a:pt x="4718825" y="1317026"/>
                  </a:lnTo>
                  <a:lnTo>
                    <a:pt x="4762518" y="1302554"/>
                  </a:lnTo>
                  <a:lnTo>
                    <a:pt x="4806210" y="1288081"/>
                  </a:lnTo>
                  <a:lnTo>
                    <a:pt x="4849903" y="1273608"/>
                  </a:lnTo>
                  <a:lnTo>
                    <a:pt x="4893596" y="1259135"/>
                  </a:lnTo>
                  <a:lnTo>
                    <a:pt x="4937289" y="1244662"/>
                  </a:lnTo>
                  <a:lnTo>
                    <a:pt x="4980982" y="1230189"/>
                  </a:lnTo>
                  <a:lnTo>
                    <a:pt x="5024674" y="1215717"/>
                  </a:lnTo>
                  <a:lnTo>
                    <a:pt x="5068367" y="1201244"/>
                  </a:lnTo>
                  <a:lnTo>
                    <a:pt x="5112060" y="1186771"/>
                  </a:lnTo>
                  <a:lnTo>
                    <a:pt x="5155753" y="1172298"/>
                  </a:lnTo>
                  <a:lnTo>
                    <a:pt x="5199446" y="1157825"/>
                  </a:lnTo>
                  <a:lnTo>
                    <a:pt x="5243139" y="1143353"/>
                  </a:lnTo>
                  <a:lnTo>
                    <a:pt x="5286831" y="1128880"/>
                  </a:lnTo>
                  <a:lnTo>
                    <a:pt x="5330524" y="1114407"/>
                  </a:lnTo>
                  <a:lnTo>
                    <a:pt x="5374217" y="1099934"/>
                  </a:lnTo>
                  <a:lnTo>
                    <a:pt x="5417910" y="1085461"/>
                  </a:lnTo>
                  <a:lnTo>
                    <a:pt x="5461603" y="1070988"/>
                  </a:lnTo>
                  <a:lnTo>
                    <a:pt x="5505296" y="1056516"/>
                  </a:lnTo>
                  <a:lnTo>
                    <a:pt x="5548988" y="1042043"/>
                  </a:lnTo>
                  <a:lnTo>
                    <a:pt x="5592681" y="1027570"/>
                  </a:lnTo>
                  <a:lnTo>
                    <a:pt x="5636374" y="1013097"/>
                  </a:lnTo>
                  <a:lnTo>
                    <a:pt x="5680067" y="998624"/>
                  </a:lnTo>
                  <a:lnTo>
                    <a:pt x="5723760" y="984151"/>
                  </a:lnTo>
                  <a:lnTo>
                    <a:pt x="5767453" y="969679"/>
                  </a:lnTo>
                  <a:lnTo>
                    <a:pt x="5811145" y="955206"/>
                  </a:lnTo>
                  <a:lnTo>
                    <a:pt x="5854838" y="940733"/>
                  </a:lnTo>
                  <a:lnTo>
                    <a:pt x="5898531" y="926260"/>
                  </a:lnTo>
                  <a:lnTo>
                    <a:pt x="5942224" y="911787"/>
                  </a:lnTo>
                  <a:lnTo>
                    <a:pt x="5985917" y="897315"/>
                  </a:lnTo>
                  <a:lnTo>
                    <a:pt x="6029609" y="882842"/>
                  </a:lnTo>
                  <a:lnTo>
                    <a:pt x="6073302" y="868369"/>
                  </a:lnTo>
                  <a:lnTo>
                    <a:pt x="6116995" y="853896"/>
                  </a:lnTo>
                  <a:lnTo>
                    <a:pt x="6160688" y="839423"/>
                  </a:lnTo>
                  <a:lnTo>
                    <a:pt x="6204381" y="824950"/>
                  </a:lnTo>
                  <a:lnTo>
                    <a:pt x="6248074" y="810478"/>
                  </a:lnTo>
                  <a:lnTo>
                    <a:pt x="6291766" y="796005"/>
                  </a:lnTo>
                  <a:lnTo>
                    <a:pt x="6335459" y="781532"/>
                  </a:lnTo>
                  <a:lnTo>
                    <a:pt x="6379152" y="767059"/>
                  </a:lnTo>
                  <a:lnTo>
                    <a:pt x="6422845" y="752586"/>
                  </a:lnTo>
                  <a:lnTo>
                    <a:pt x="6466538" y="738113"/>
                  </a:lnTo>
                  <a:lnTo>
                    <a:pt x="6510231" y="723641"/>
                  </a:lnTo>
                  <a:lnTo>
                    <a:pt x="6553923" y="709168"/>
                  </a:lnTo>
                  <a:lnTo>
                    <a:pt x="6597616" y="694695"/>
                  </a:lnTo>
                  <a:lnTo>
                    <a:pt x="6641309" y="680222"/>
                  </a:lnTo>
                  <a:lnTo>
                    <a:pt x="6685002" y="665749"/>
                  </a:lnTo>
                  <a:lnTo>
                    <a:pt x="6728695" y="651277"/>
                  </a:lnTo>
                  <a:lnTo>
                    <a:pt x="6772388" y="636804"/>
                  </a:lnTo>
                  <a:lnTo>
                    <a:pt x="6816080" y="622331"/>
                  </a:lnTo>
                  <a:lnTo>
                    <a:pt x="6859773" y="607858"/>
                  </a:lnTo>
                  <a:lnTo>
                    <a:pt x="6903466" y="593385"/>
                  </a:lnTo>
                  <a:lnTo>
                    <a:pt x="6947159" y="578912"/>
                  </a:lnTo>
                  <a:lnTo>
                    <a:pt x="6990852" y="564440"/>
                  </a:lnTo>
                  <a:lnTo>
                    <a:pt x="7034544" y="549967"/>
                  </a:lnTo>
                  <a:lnTo>
                    <a:pt x="7078237" y="535494"/>
                  </a:lnTo>
                  <a:lnTo>
                    <a:pt x="7121930" y="521021"/>
                  </a:lnTo>
                  <a:lnTo>
                    <a:pt x="7165623" y="506548"/>
                  </a:lnTo>
                  <a:lnTo>
                    <a:pt x="7209316" y="492075"/>
                  </a:lnTo>
                  <a:lnTo>
                    <a:pt x="7253009" y="477603"/>
                  </a:lnTo>
                  <a:lnTo>
                    <a:pt x="7296701" y="463130"/>
                  </a:lnTo>
                  <a:lnTo>
                    <a:pt x="7340394" y="448657"/>
                  </a:lnTo>
                  <a:lnTo>
                    <a:pt x="7384087" y="434184"/>
                  </a:lnTo>
                  <a:lnTo>
                    <a:pt x="7427780" y="419711"/>
                  </a:lnTo>
                  <a:lnTo>
                    <a:pt x="7471473" y="405239"/>
                  </a:lnTo>
                  <a:lnTo>
                    <a:pt x="7515166" y="390766"/>
                  </a:lnTo>
                  <a:lnTo>
                    <a:pt x="7558858" y="376293"/>
                  </a:lnTo>
                  <a:lnTo>
                    <a:pt x="7602551" y="361820"/>
                  </a:lnTo>
                  <a:lnTo>
                    <a:pt x="7646244" y="347347"/>
                  </a:lnTo>
                  <a:lnTo>
                    <a:pt x="7689937" y="332874"/>
                  </a:lnTo>
                  <a:lnTo>
                    <a:pt x="7733630" y="318402"/>
                  </a:lnTo>
                  <a:lnTo>
                    <a:pt x="7777323" y="303929"/>
                  </a:lnTo>
                  <a:lnTo>
                    <a:pt x="7821015" y="289456"/>
                  </a:lnTo>
                  <a:lnTo>
                    <a:pt x="7864708" y="274983"/>
                  </a:lnTo>
                  <a:lnTo>
                    <a:pt x="7908401" y="260510"/>
                  </a:lnTo>
                  <a:lnTo>
                    <a:pt x="7952094" y="246037"/>
                  </a:lnTo>
                  <a:lnTo>
                    <a:pt x="7995787" y="231565"/>
                  </a:lnTo>
                  <a:lnTo>
                    <a:pt x="8039479" y="217092"/>
                  </a:lnTo>
                  <a:lnTo>
                    <a:pt x="8083172" y="202619"/>
                  </a:lnTo>
                  <a:lnTo>
                    <a:pt x="8126865" y="188146"/>
                  </a:lnTo>
                  <a:lnTo>
                    <a:pt x="8170558" y="173673"/>
                  </a:lnTo>
                  <a:lnTo>
                    <a:pt x="8214251" y="159201"/>
                  </a:lnTo>
                  <a:lnTo>
                    <a:pt x="8257944" y="144728"/>
                  </a:lnTo>
                  <a:lnTo>
                    <a:pt x="8301636" y="130255"/>
                  </a:lnTo>
                  <a:lnTo>
                    <a:pt x="8345329" y="115782"/>
                  </a:lnTo>
                  <a:lnTo>
                    <a:pt x="8389022" y="101309"/>
                  </a:lnTo>
                  <a:lnTo>
                    <a:pt x="8432715" y="86836"/>
                  </a:lnTo>
                  <a:lnTo>
                    <a:pt x="8476408" y="72364"/>
                  </a:lnTo>
                  <a:lnTo>
                    <a:pt x="8520101" y="57891"/>
                  </a:lnTo>
                  <a:lnTo>
                    <a:pt x="8563793" y="43418"/>
                  </a:lnTo>
                  <a:lnTo>
                    <a:pt x="8607486" y="28945"/>
                  </a:lnTo>
                  <a:lnTo>
                    <a:pt x="8651179" y="14472"/>
                  </a:lnTo>
                  <a:lnTo>
                    <a:pt x="8694872" y="0"/>
                  </a:lnTo>
                </a:path>
              </a:pathLst>
            </a:custGeom>
            <a:ln w="32521" cap="flat">
              <a:solidFill>
                <a:srgbClr val="7CAE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8"/>
            <p:cNvSpPr/>
            <p:nvPr/>
          </p:nvSpPr>
          <p:spPr>
            <a:xfrm>
              <a:off x="1208299" y="2306931"/>
              <a:ext cx="8694872" cy="2772089"/>
            </a:xfrm>
            <a:custGeom>
              <a:avLst/>
              <a:pathLst>
                <a:path w="8694872" h="2772089">
                  <a:moveTo>
                    <a:pt x="0" y="2772089"/>
                  </a:moveTo>
                  <a:lnTo>
                    <a:pt x="43692" y="2758159"/>
                  </a:lnTo>
                  <a:lnTo>
                    <a:pt x="87385" y="2744229"/>
                  </a:lnTo>
                  <a:lnTo>
                    <a:pt x="131078" y="2730299"/>
                  </a:lnTo>
                  <a:lnTo>
                    <a:pt x="174771" y="2716369"/>
                  </a:lnTo>
                  <a:lnTo>
                    <a:pt x="218464" y="2702439"/>
                  </a:lnTo>
                  <a:lnTo>
                    <a:pt x="262156" y="2688509"/>
                  </a:lnTo>
                  <a:lnTo>
                    <a:pt x="305849" y="2674579"/>
                  </a:lnTo>
                  <a:lnTo>
                    <a:pt x="349542" y="2660648"/>
                  </a:lnTo>
                  <a:lnTo>
                    <a:pt x="393235" y="2646718"/>
                  </a:lnTo>
                  <a:lnTo>
                    <a:pt x="436928" y="2632788"/>
                  </a:lnTo>
                  <a:lnTo>
                    <a:pt x="480621" y="2618858"/>
                  </a:lnTo>
                  <a:lnTo>
                    <a:pt x="524313" y="2604928"/>
                  </a:lnTo>
                  <a:lnTo>
                    <a:pt x="568006" y="2590998"/>
                  </a:lnTo>
                  <a:lnTo>
                    <a:pt x="611699" y="2577068"/>
                  </a:lnTo>
                  <a:lnTo>
                    <a:pt x="655392" y="2563138"/>
                  </a:lnTo>
                  <a:lnTo>
                    <a:pt x="699085" y="2549208"/>
                  </a:lnTo>
                  <a:lnTo>
                    <a:pt x="742778" y="2535278"/>
                  </a:lnTo>
                  <a:lnTo>
                    <a:pt x="786470" y="2521347"/>
                  </a:lnTo>
                  <a:lnTo>
                    <a:pt x="830163" y="2507417"/>
                  </a:lnTo>
                  <a:lnTo>
                    <a:pt x="873856" y="2493487"/>
                  </a:lnTo>
                  <a:lnTo>
                    <a:pt x="917549" y="2479557"/>
                  </a:lnTo>
                  <a:lnTo>
                    <a:pt x="961242" y="2465627"/>
                  </a:lnTo>
                  <a:lnTo>
                    <a:pt x="1004934" y="2451697"/>
                  </a:lnTo>
                  <a:lnTo>
                    <a:pt x="1048627" y="2437767"/>
                  </a:lnTo>
                  <a:lnTo>
                    <a:pt x="1092320" y="2423837"/>
                  </a:lnTo>
                  <a:lnTo>
                    <a:pt x="1136013" y="2409907"/>
                  </a:lnTo>
                  <a:lnTo>
                    <a:pt x="1179706" y="2395977"/>
                  </a:lnTo>
                  <a:lnTo>
                    <a:pt x="1223399" y="2382046"/>
                  </a:lnTo>
                  <a:lnTo>
                    <a:pt x="1267091" y="2368116"/>
                  </a:lnTo>
                  <a:lnTo>
                    <a:pt x="1310784" y="2354186"/>
                  </a:lnTo>
                  <a:lnTo>
                    <a:pt x="1354477" y="2340256"/>
                  </a:lnTo>
                  <a:lnTo>
                    <a:pt x="1398170" y="2326326"/>
                  </a:lnTo>
                  <a:lnTo>
                    <a:pt x="1441863" y="2312396"/>
                  </a:lnTo>
                  <a:lnTo>
                    <a:pt x="1485556" y="2298466"/>
                  </a:lnTo>
                  <a:lnTo>
                    <a:pt x="1529248" y="2284536"/>
                  </a:lnTo>
                  <a:lnTo>
                    <a:pt x="1572941" y="2270606"/>
                  </a:lnTo>
                  <a:lnTo>
                    <a:pt x="1616634" y="2256676"/>
                  </a:lnTo>
                  <a:lnTo>
                    <a:pt x="1660327" y="2242745"/>
                  </a:lnTo>
                  <a:lnTo>
                    <a:pt x="1704020" y="2228815"/>
                  </a:lnTo>
                  <a:lnTo>
                    <a:pt x="1747713" y="2214885"/>
                  </a:lnTo>
                  <a:lnTo>
                    <a:pt x="1791405" y="2200955"/>
                  </a:lnTo>
                  <a:lnTo>
                    <a:pt x="1835098" y="2187025"/>
                  </a:lnTo>
                  <a:lnTo>
                    <a:pt x="1878791" y="2173095"/>
                  </a:lnTo>
                  <a:lnTo>
                    <a:pt x="1922484" y="2159165"/>
                  </a:lnTo>
                  <a:lnTo>
                    <a:pt x="1966177" y="2145235"/>
                  </a:lnTo>
                  <a:lnTo>
                    <a:pt x="2009869" y="2131305"/>
                  </a:lnTo>
                  <a:lnTo>
                    <a:pt x="2053562" y="2117375"/>
                  </a:lnTo>
                  <a:lnTo>
                    <a:pt x="2097255" y="2103444"/>
                  </a:lnTo>
                  <a:lnTo>
                    <a:pt x="2140948" y="2089514"/>
                  </a:lnTo>
                  <a:lnTo>
                    <a:pt x="2184641" y="2075584"/>
                  </a:lnTo>
                  <a:lnTo>
                    <a:pt x="2228334" y="2061654"/>
                  </a:lnTo>
                  <a:lnTo>
                    <a:pt x="2272026" y="2047724"/>
                  </a:lnTo>
                  <a:lnTo>
                    <a:pt x="2315719" y="2033794"/>
                  </a:lnTo>
                  <a:lnTo>
                    <a:pt x="2359412" y="2019864"/>
                  </a:lnTo>
                  <a:lnTo>
                    <a:pt x="2403105" y="2005934"/>
                  </a:lnTo>
                  <a:lnTo>
                    <a:pt x="2446798" y="1992004"/>
                  </a:lnTo>
                  <a:lnTo>
                    <a:pt x="2490491" y="1978074"/>
                  </a:lnTo>
                  <a:lnTo>
                    <a:pt x="2534183" y="1964143"/>
                  </a:lnTo>
                  <a:lnTo>
                    <a:pt x="2577876" y="1950213"/>
                  </a:lnTo>
                  <a:lnTo>
                    <a:pt x="2621569" y="1936283"/>
                  </a:lnTo>
                  <a:lnTo>
                    <a:pt x="2665262" y="1922353"/>
                  </a:lnTo>
                  <a:lnTo>
                    <a:pt x="2708955" y="1908423"/>
                  </a:lnTo>
                  <a:lnTo>
                    <a:pt x="2752648" y="1894493"/>
                  </a:lnTo>
                  <a:lnTo>
                    <a:pt x="2796340" y="1880563"/>
                  </a:lnTo>
                  <a:lnTo>
                    <a:pt x="2840033" y="1866633"/>
                  </a:lnTo>
                  <a:lnTo>
                    <a:pt x="2883726" y="1852703"/>
                  </a:lnTo>
                  <a:lnTo>
                    <a:pt x="2927419" y="1838773"/>
                  </a:lnTo>
                  <a:lnTo>
                    <a:pt x="2971112" y="1824842"/>
                  </a:lnTo>
                  <a:lnTo>
                    <a:pt x="3014804" y="1810912"/>
                  </a:lnTo>
                  <a:lnTo>
                    <a:pt x="3058497" y="1796982"/>
                  </a:lnTo>
                  <a:lnTo>
                    <a:pt x="3102190" y="1783052"/>
                  </a:lnTo>
                  <a:lnTo>
                    <a:pt x="3145883" y="1769122"/>
                  </a:lnTo>
                  <a:lnTo>
                    <a:pt x="3189576" y="1755192"/>
                  </a:lnTo>
                  <a:lnTo>
                    <a:pt x="3233269" y="1741262"/>
                  </a:lnTo>
                  <a:lnTo>
                    <a:pt x="3276961" y="1727332"/>
                  </a:lnTo>
                  <a:lnTo>
                    <a:pt x="3320654" y="1713402"/>
                  </a:lnTo>
                  <a:lnTo>
                    <a:pt x="3364347" y="1699472"/>
                  </a:lnTo>
                  <a:lnTo>
                    <a:pt x="3408040" y="1685541"/>
                  </a:lnTo>
                  <a:lnTo>
                    <a:pt x="3451733" y="1671611"/>
                  </a:lnTo>
                  <a:lnTo>
                    <a:pt x="3495426" y="1657681"/>
                  </a:lnTo>
                  <a:lnTo>
                    <a:pt x="3539118" y="1643751"/>
                  </a:lnTo>
                  <a:lnTo>
                    <a:pt x="3582811" y="1629821"/>
                  </a:lnTo>
                  <a:lnTo>
                    <a:pt x="3626504" y="1615891"/>
                  </a:lnTo>
                  <a:lnTo>
                    <a:pt x="3670197" y="1601961"/>
                  </a:lnTo>
                  <a:lnTo>
                    <a:pt x="3713890" y="1588031"/>
                  </a:lnTo>
                  <a:lnTo>
                    <a:pt x="3757583" y="1574101"/>
                  </a:lnTo>
                  <a:lnTo>
                    <a:pt x="3801275" y="1560171"/>
                  </a:lnTo>
                  <a:lnTo>
                    <a:pt x="3844968" y="1546240"/>
                  </a:lnTo>
                  <a:lnTo>
                    <a:pt x="3888661" y="1532310"/>
                  </a:lnTo>
                  <a:lnTo>
                    <a:pt x="3932354" y="1518380"/>
                  </a:lnTo>
                  <a:lnTo>
                    <a:pt x="3976047" y="1504450"/>
                  </a:lnTo>
                  <a:lnTo>
                    <a:pt x="4019739" y="1490520"/>
                  </a:lnTo>
                  <a:lnTo>
                    <a:pt x="4063432" y="1476590"/>
                  </a:lnTo>
                  <a:lnTo>
                    <a:pt x="4107125" y="1462660"/>
                  </a:lnTo>
                  <a:lnTo>
                    <a:pt x="4150818" y="1448730"/>
                  </a:lnTo>
                  <a:lnTo>
                    <a:pt x="4194511" y="1434800"/>
                  </a:lnTo>
                  <a:lnTo>
                    <a:pt x="4238204" y="1420870"/>
                  </a:lnTo>
                  <a:lnTo>
                    <a:pt x="4281896" y="1406940"/>
                  </a:lnTo>
                  <a:lnTo>
                    <a:pt x="4325589" y="1393009"/>
                  </a:lnTo>
                  <a:lnTo>
                    <a:pt x="4369282" y="1379079"/>
                  </a:lnTo>
                  <a:lnTo>
                    <a:pt x="4412975" y="1365149"/>
                  </a:lnTo>
                  <a:lnTo>
                    <a:pt x="4456668" y="1351219"/>
                  </a:lnTo>
                  <a:lnTo>
                    <a:pt x="4500361" y="1337289"/>
                  </a:lnTo>
                  <a:lnTo>
                    <a:pt x="4544053" y="1323359"/>
                  </a:lnTo>
                  <a:lnTo>
                    <a:pt x="4587746" y="1309429"/>
                  </a:lnTo>
                  <a:lnTo>
                    <a:pt x="4631439" y="1295499"/>
                  </a:lnTo>
                  <a:lnTo>
                    <a:pt x="4675132" y="1281569"/>
                  </a:lnTo>
                  <a:lnTo>
                    <a:pt x="4718825" y="1267639"/>
                  </a:lnTo>
                  <a:lnTo>
                    <a:pt x="4762518" y="1253708"/>
                  </a:lnTo>
                  <a:lnTo>
                    <a:pt x="4806210" y="1239778"/>
                  </a:lnTo>
                  <a:lnTo>
                    <a:pt x="4849903" y="1225848"/>
                  </a:lnTo>
                  <a:lnTo>
                    <a:pt x="4893596" y="1211918"/>
                  </a:lnTo>
                  <a:lnTo>
                    <a:pt x="4937289" y="1197988"/>
                  </a:lnTo>
                  <a:lnTo>
                    <a:pt x="4980982" y="1184058"/>
                  </a:lnTo>
                  <a:lnTo>
                    <a:pt x="5024674" y="1170128"/>
                  </a:lnTo>
                  <a:lnTo>
                    <a:pt x="5068367" y="1156198"/>
                  </a:lnTo>
                  <a:lnTo>
                    <a:pt x="5112060" y="1142268"/>
                  </a:lnTo>
                  <a:lnTo>
                    <a:pt x="5155753" y="1128338"/>
                  </a:lnTo>
                  <a:lnTo>
                    <a:pt x="5199446" y="1114407"/>
                  </a:lnTo>
                  <a:lnTo>
                    <a:pt x="5243139" y="1100477"/>
                  </a:lnTo>
                  <a:lnTo>
                    <a:pt x="5286831" y="1086547"/>
                  </a:lnTo>
                  <a:lnTo>
                    <a:pt x="5330524" y="1072617"/>
                  </a:lnTo>
                  <a:lnTo>
                    <a:pt x="5374217" y="1058687"/>
                  </a:lnTo>
                  <a:lnTo>
                    <a:pt x="5417910" y="1044757"/>
                  </a:lnTo>
                  <a:lnTo>
                    <a:pt x="5461603" y="1030827"/>
                  </a:lnTo>
                  <a:lnTo>
                    <a:pt x="5505296" y="1016897"/>
                  </a:lnTo>
                  <a:lnTo>
                    <a:pt x="5548988" y="1002967"/>
                  </a:lnTo>
                  <a:lnTo>
                    <a:pt x="5592681" y="989037"/>
                  </a:lnTo>
                  <a:lnTo>
                    <a:pt x="5636374" y="975106"/>
                  </a:lnTo>
                  <a:lnTo>
                    <a:pt x="5680067" y="961176"/>
                  </a:lnTo>
                  <a:lnTo>
                    <a:pt x="5723760" y="947246"/>
                  </a:lnTo>
                  <a:lnTo>
                    <a:pt x="5767453" y="933316"/>
                  </a:lnTo>
                  <a:lnTo>
                    <a:pt x="5811145" y="919386"/>
                  </a:lnTo>
                  <a:lnTo>
                    <a:pt x="5854838" y="905456"/>
                  </a:lnTo>
                  <a:lnTo>
                    <a:pt x="5898531" y="891526"/>
                  </a:lnTo>
                  <a:lnTo>
                    <a:pt x="5942224" y="877596"/>
                  </a:lnTo>
                  <a:lnTo>
                    <a:pt x="5985917" y="863666"/>
                  </a:lnTo>
                  <a:lnTo>
                    <a:pt x="6029609" y="849736"/>
                  </a:lnTo>
                  <a:lnTo>
                    <a:pt x="6073302" y="835805"/>
                  </a:lnTo>
                  <a:lnTo>
                    <a:pt x="6116995" y="821875"/>
                  </a:lnTo>
                  <a:lnTo>
                    <a:pt x="6160688" y="807945"/>
                  </a:lnTo>
                  <a:lnTo>
                    <a:pt x="6204381" y="794015"/>
                  </a:lnTo>
                  <a:lnTo>
                    <a:pt x="6248074" y="780085"/>
                  </a:lnTo>
                  <a:lnTo>
                    <a:pt x="6291766" y="766155"/>
                  </a:lnTo>
                  <a:lnTo>
                    <a:pt x="6335459" y="752225"/>
                  </a:lnTo>
                  <a:lnTo>
                    <a:pt x="6379152" y="738295"/>
                  </a:lnTo>
                  <a:lnTo>
                    <a:pt x="6422845" y="724365"/>
                  </a:lnTo>
                  <a:lnTo>
                    <a:pt x="6466538" y="710435"/>
                  </a:lnTo>
                  <a:lnTo>
                    <a:pt x="6510231" y="696504"/>
                  </a:lnTo>
                  <a:lnTo>
                    <a:pt x="6553923" y="682574"/>
                  </a:lnTo>
                  <a:lnTo>
                    <a:pt x="6597616" y="668644"/>
                  </a:lnTo>
                  <a:lnTo>
                    <a:pt x="6641309" y="654714"/>
                  </a:lnTo>
                  <a:lnTo>
                    <a:pt x="6685002" y="640784"/>
                  </a:lnTo>
                  <a:lnTo>
                    <a:pt x="6728695" y="626854"/>
                  </a:lnTo>
                  <a:lnTo>
                    <a:pt x="6772388" y="612924"/>
                  </a:lnTo>
                  <a:lnTo>
                    <a:pt x="6816080" y="598994"/>
                  </a:lnTo>
                  <a:lnTo>
                    <a:pt x="6859773" y="585064"/>
                  </a:lnTo>
                  <a:lnTo>
                    <a:pt x="6903466" y="571134"/>
                  </a:lnTo>
                  <a:lnTo>
                    <a:pt x="6947159" y="557203"/>
                  </a:lnTo>
                  <a:lnTo>
                    <a:pt x="6990852" y="543273"/>
                  </a:lnTo>
                  <a:lnTo>
                    <a:pt x="7034544" y="529343"/>
                  </a:lnTo>
                  <a:lnTo>
                    <a:pt x="7078237" y="515413"/>
                  </a:lnTo>
                  <a:lnTo>
                    <a:pt x="7121930" y="501483"/>
                  </a:lnTo>
                  <a:lnTo>
                    <a:pt x="7165623" y="487553"/>
                  </a:lnTo>
                  <a:lnTo>
                    <a:pt x="7209316" y="473623"/>
                  </a:lnTo>
                  <a:lnTo>
                    <a:pt x="7253009" y="459693"/>
                  </a:lnTo>
                  <a:lnTo>
                    <a:pt x="7296701" y="445763"/>
                  </a:lnTo>
                  <a:lnTo>
                    <a:pt x="7340394" y="431833"/>
                  </a:lnTo>
                  <a:lnTo>
                    <a:pt x="7384087" y="417902"/>
                  </a:lnTo>
                  <a:lnTo>
                    <a:pt x="7427780" y="403972"/>
                  </a:lnTo>
                  <a:lnTo>
                    <a:pt x="7471473" y="390042"/>
                  </a:lnTo>
                  <a:lnTo>
                    <a:pt x="7515166" y="376112"/>
                  </a:lnTo>
                  <a:lnTo>
                    <a:pt x="7558858" y="362182"/>
                  </a:lnTo>
                  <a:lnTo>
                    <a:pt x="7602551" y="348252"/>
                  </a:lnTo>
                  <a:lnTo>
                    <a:pt x="7646244" y="334322"/>
                  </a:lnTo>
                  <a:lnTo>
                    <a:pt x="7689937" y="320392"/>
                  </a:lnTo>
                  <a:lnTo>
                    <a:pt x="7733630" y="306462"/>
                  </a:lnTo>
                  <a:lnTo>
                    <a:pt x="7777323" y="292532"/>
                  </a:lnTo>
                  <a:lnTo>
                    <a:pt x="7821015" y="278601"/>
                  </a:lnTo>
                  <a:lnTo>
                    <a:pt x="7864708" y="264671"/>
                  </a:lnTo>
                  <a:lnTo>
                    <a:pt x="7908401" y="250741"/>
                  </a:lnTo>
                  <a:lnTo>
                    <a:pt x="7952094" y="236811"/>
                  </a:lnTo>
                  <a:lnTo>
                    <a:pt x="7995787" y="222881"/>
                  </a:lnTo>
                  <a:lnTo>
                    <a:pt x="8039479" y="208951"/>
                  </a:lnTo>
                  <a:lnTo>
                    <a:pt x="8083172" y="195021"/>
                  </a:lnTo>
                  <a:lnTo>
                    <a:pt x="8126865" y="181091"/>
                  </a:lnTo>
                  <a:lnTo>
                    <a:pt x="8170558" y="167161"/>
                  </a:lnTo>
                  <a:lnTo>
                    <a:pt x="8214251" y="153231"/>
                  </a:lnTo>
                  <a:lnTo>
                    <a:pt x="8257944" y="139300"/>
                  </a:lnTo>
                  <a:lnTo>
                    <a:pt x="8301636" y="125370"/>
                  </a:lnTo>
                  <a:lnTo>
                    <a:pt x="8345329" y="111440"/>
                  </a:lnTo>
                  <a:lnTo>
                    <a:pt x="8389022" y="97510"/>
                  </a:lnTo>
                  <a:lnTo>
                    <a:pt x="8432715" y="83580"/>
                  </a:lnTo>
                  <a:lnTo>
                    <a:pt x="8476408" y="69650"/>
                  </a:lnTo>
                  <a:lnTo>
                    <a:pt x="8520101" y="55720"/>
                  </a:lnTo>
                  <a:lnTo>
                    <a:pt x="8563793" y="41790"/>
                  </a:lnTo>
                  <a:lnTo>
                    <a:pt x="8607486" y="27860"/>
                  </a:lnTo>
                  <a:lnTo>
                    <a:pt x="8651179" y="13930"/>
                  </a:lnTo>
                  <a:lnTo>
                    <a:pt x="8694872" y="0"/>
                  </a:lnTo>
                </a:path>
              </a:pathLst>
            </a:custGeom>
            <a:ln w="32521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9"/>
            <p:cNvSpPr/>
            <p:nvPr/>
          </p:nvSpPr>
          <p:spPr>
            <a:xfrm>
              <a:off x="1208299" y="2331588"/>
              <a:ext cx="8694872" cy="2841642"/>
            </a:xfrm>
            <a:custGeom>
              <a:avLst/>
              <a:pathLst>
                <a:path w="8694872" h="2841642">
                  <a:moveTo>
                    <a:pt x="0" y="2841642"/>
                  </a:moveTo>
                  <a:lnTo>
                    <a:pt x="43692" y="2827362"/>
                  </a:lnTo>
                  <a:lnTo>
                    <a:pt x="87385" y="2813083"/>
                  </a:lnTo>
                  <a:lnTo>
                    <a:pt x="131078" y="2798803"/>
                  </a:lnTo>
                  <a:lnTo>
                    <a:pt x="174771" y="2784523"/>
                  </a:lnTo>
                  <a:lnTo>
                    <a:pt x="218464" y="2770244"/>
                  </a:lnTo>
                  <a:lnTo>
                    <a:pt x="262156" y="2755964"/>
                  </a:lnTo>
                  <a:lnTo>
                    <a:pt x="305849" y="2741685"/>
                  </a:lnTo>
                  <a:lnTo>
                    <a:pt x="349542" y="2727405"/>
                  </a:lnTo>
                  <a:lnTo>
                    <a:pt x="393235" y="2713125"/>
                  </a:lnTo>
                  <a:lnTo>
                    <a:pt x="436928" y="2698846"/>
                  </a:lnTo>
                  <a:lnTo>
                    <a:pt x="480621" y="2684566"/>
                  </a:lnTo>
                  <a:lnTo>
                    <a:pt x="524313" y="2670287"/>
                  </a:lnTo>
                  <a:lnTo>
                    <a:pt x="568006" y="2656007"/>
                  </a:lnTo>
                  <a:lnTo>
                    <a:pt x="611699" y="2641727"/>
                  </a:lnTo>
                  <a:lnTo>
                    <a:pt x="655392" y="2627448"/>
                  </a:lnTo>
                  <a:lnTo>
                    <a:pt x="699085" y="2613168"/>
                  </a:lnTo>
                  <a:lnTo>
                    <a:pt x="742778" y="2598889"/>
                  </a:lnTo>
                  <a:lnTo>
                    <a:pt x="786470" y="2584609"/>
                  </a:lnTo>
                  <a:lnTo>
                    <a:pt x="830163" y="2570329"/>
                  </a:lnTo>
                  <a:lnTo>
                    <a:pt x="873856" y="2556050"/>
                  </a:lnTo>
                  <a:lnTo>
                    <a:pt x="917549" y="2541770"/>
                  </a:lnTo>
                  <a:lnTo>
                    <a:pt x="961242" y="2527490"/>
                  </a:lnTo>
                  <a:lnTo>
                    <a:pt x="1004934" y="2513211"/>
                  </a:lnTo>
                  <a:lnTo>
                    <a:pt x="1048627" y="2498931"/>
                  </a:lnTo>
                  <a:lnTo>
                    <a:pt x="1092320" y="2484652"/>
                  </a:lnTo>
                  <a:lnTo>
                    <a:pt x="1136013" y="2470372"/>
                  </a:lnTo>
                  <a:lnTo>
                    <a:pt x="1179706" y="2456092"/>
                  </a:lnTo>
                  <a:lnTo>
                    <a:pt x="1223399" y="2441813"/>
                  </a:lnTo>
                  <a:lnTo>
                    <a:pt x="1267091" y="2427533"/>
                  </a:lnTo>
                  <a:lnTo>
                    <a:pt x="1310784" y="2413254"/>
                  </a:lnTo>
                  <a:lnTo>
                    <a:pt x="1354477" y="2398974"/>
                  </a:lnTo>
                  <a:lnTo>
                    <a:pt x="1398170" y="2384694"/>
                  </a:lnTo>
                  <a:lnTo>
                    <a:pt x="1441863" y="2370415"/>
                  </a:lnTo>
                  <a:lnTo>
                    <a:pt x="1485556" y="2356135"/>
                  </a:lnTo>
                  <a:lnTo>
                    <a:pt x="1529248" y="2341856"/>
                  </a:lnTo>
                  <a:lnTo>
                    <a:pt x="1572941" y="2327576"/>
                  </a:lnTo>
                  <a:lnTo>
                    <a:pt x="1616634" y="2313296"/>
                  </a:lnTo>
                  <a:lnTo>
                    <a:pt x="1660327" y="2299017"/>
                  </a:lnTo>
                  <a:lnTo>
                    <a:pt x="1704020" y="2284737"/>
                  </a:lnTo>
                  <a:lnTo>
                    <a:pt x="1747713" y="2270458"/>
                  </a:lnTo>
                  <a:lnTo>
                    <a:pt x="1791405" y="2256178"/>
                  </a:lnTo>
                  <a:lnTo>
                    <a:pt x="1835098" y="2241898"/>
                  </a:lnTo>
                  <a:lnTo>
                    <a:pt x="1878791" y="2227619"/>
                  </a:lnTo>
                  <a:lnTo>
                    <a:pt x="1922484" y="2213339"/>
                  </a:lnTo>
                  <a:lnTo>
                    <a:pt x="1966177" y="2199059"/>
                  </a:lnTo>
                  <a:lnTo>
                    <a:pt x="2009869" y="2184780"/>
                  </a:lnTo>
                  <a:lnTo>
                    <a:pt x="2053562" y="2170500"/>
                  </a:lnTo>
                  <a:lnTo>
                    <a:pt x="2097255" y="2156221"/>
                  </a:lnTo>
                  <a:lnTo>
                    <a:pt x="2140948" y="2141941"/>
                  </a:lnTo>
                  <a:lnTo>
                    <a:pt x="2184641" y="2127661"/>
                  </a:lnTo>
                  <a:lnTo>
                    <a:pt x="2228334" y="2113382"/>
                  </a:lnTo>
                  <a:lnTo>
                    <a:pt x="2272026" y="2099102"/>
                  </a:lnTo>
                  <a:lnTo>
                    <a:pt x="2315719" y="2084823"/>
                  </a:lnTo>
                  <a:lnTo>
                    <a:pt x="2359412" y="2070543"/>
                  </a:lnTo>
                  <a:lnTo>
                    <a:pt x="2403105" y="2056263"/>
                  </a:lnTo>
                  <a:lnTo>
                    <a:pt x="2446798" y="2041984"/>
                  </a:lnTo>
                  <a:lnTo>
                    <a:pt x="2490491" y="2027704"/>
                  </a:lnTo>
                  <a:lnTo>
                    <a:pt x="2534183" y="2013425"/>
                  </a:lnTo>
                  <a:lnTo>
                    <a:pt x="2577876" y="1999145"/>
                  </a:lnTo>
                  <a:lnTo>
                    <a:pt x="2621569" y="1984865"/>
                  </a:lnTo>
                  <a:lnTo>
                    <a:pt x="2665262" y="1970586"/>
                  </a:lnTo>
                  <a:lnTo>
                    <a:pt x="2708955" y="1956306"/>
                  </a:lnTo>
                  <a:lnTo>
                    <a:pt x="2752648" y="1942026"/>
                  </a:lnTo>
                  <a:lnTo>
                    <a:pt x="2796340" y="1927747"/>
                  </a:lnTo>
                  <a:lnTo>
                    <a:pt x="2840033" y="1913467"/>
                  </a:lnTo>
                  <a:lnTo>
                    <a:pt x="2883726" y="1899188"/>
                  </a:lnTo>
                  <a:lnTo>
                    <a:pt x="2927419" y="1884908"/>
                  </a:lnTo>
                  <a:lnTo>
                    <a:pt x="2971112" y="1870628"/>
                  </a:lnTo>
                  <a:lnTo>
                    <a:pt x="3014804" y="1856349"/>
                  </a:lnTo>
                  <a:lnTo>
                    <a:pt x="3058497" y="1842069"/>
                  </a:lnTo>
                  <a:lnTo>
                    <a:pt x="3102190" y="1827790"/>
                  </a:lnTo>
                  <a:lnTo>
                    <a:pt x="3145883" y="1813510"/>
                  </a:lnTo>
                  <a:lnTo>
                    <a:pt x="3189576" y="1799230"/>
                  </a:lnTo>
                  <a:lnTo>
                    <a:pt x="3233269" y="1784951"/>
                  </a:lnTo>
                  <a:lnTo>
                    <a:pt x="3276961" y="1770671"/>
                  </a:lnTo>
                  <a:lnTo>
                    <a:pt x="3320654" y="1756392"/>
                  </a:lnTo>
                  <a:lnTo>
                    <a:pt x="3364347" y="1742112"/>
                  </a:lnTo>
                  <a:lnTo>
                    <a:pt x="3408040" y="1727832"/>
                  </a:lnTo>
                  <a:lnTo>
                    <a:pt x="3451733" y="1713553"/>
                  </a:lnTo>
                  <a:lnTo>
                    <a:pt x="3495426" y="1699273"/>
                  </a:lnTo>
                  <a:lnTo>
                    <a:pt x="3539118" y="1684993"/>
                  </a:lnTo>
                  <a:lnTo>
                    <a:pt x="3582811" y="1670714"/>
                  </a:lnTo>
                  <a:lnTo>
                    <a:pt x="3626504" y="1656434"/>
                  </a:lnTo>
                  <a:lnTo>
                    <a:pt x="3670197" y="1642155"/>
                  </a:lnTo>
                  <a:lnTo>
                    <a:pt x="3713890" y="1627875"/>
                  </a:lnTo>
                  <a:lnTo>
                    <a:pt x="3757583" y="1613595"/>
                  </a:lnTo>
                  <a:lnTo>
                    <a:pt x="3801275" y="1599316"/>
                  </a:lnTo>
                  <a:lnTo>
                    <a:pt x="3844968" y="1585036"/>
                  </a:lnTo>
                  <a:lnTo>
                    <a:pt x="3888661" y="1570757"/>
                  </a:lnTo>
                  <a:lnTo>
                    <a:pt x="3932354" y="1556477"/>
                  </a:lnTo>
                  <a:lnTo>
                    <a:pt x="3976047" y="1542197"/>
                  </a:lnTo>
                  <a:lnTo>
                    <a:pt x="4019739" y="1527918"/>
                  </a:lnTo>
                  <a:lnTo>
                    <a:pt x="4063432" y="1513638"/>
                  </a:lnTo>
                  <a:lnTo>
                    <a:pt x="4107125" y="1499359"/>
                  </a:lnTo>
                  <a:lnTo>
                    <a:pt x="4150818" y="1485079"/>
                  </a:lnTo>
                  <a:lnTo>
                    <a:pt x="4194511" y="1470799"/>
                  </a:lnTo>
                  <a:lnTo>
                    <a:pt x="4238204" y="1456520"/>
                  </a:lnTo>
                  <a:lnTo>
                    <a:pt x="4281896" y="1442240"/>
                  </a:lnTo>
                  <a:lnTo>
                    <a:pt x="4325589" y="1427961"/>
                  </a:lnTo>
                  <a:lnTo>
                    <a:pt x="4369282" y="1413681"/>
                  </a:lnTo>
                  <a:lnTo>
                    <a:pt x="4412975" y="1399401"/>
                  </a:lnTo>
                  <a:lnTo>
                    <a:pt x="4456668" y="1385122"/>
                  </a:lnTo>
                  <a:lnTo>
                    <a:pt x="4500361" y="1370842"/>
                  </a:lnTo>
                  <a:lnTo>
                    <a:pt x="4544053" y="1356562"/>
                  </a:lnTo>
                  <a:lnTo>
                    <a:pt x="4587746" y="1342283"/>
                  </a:lnTo>
                  <a:lnTo>
                    <a:pt x="4631439" y="1328003"/>
                  </a:lnTo>
                  <a:lnTo>
                    <a:pt x="4675132" y="1313724"/>
                  </a:lnTo>
                  <a:lnTo>
                    <a:pt x="4718825" y="1299444"/>
                  </a:lnTo>
                  <a:lnTo>
                    <a:pt x="4762518" y="1285164"/>
                  </a:lnTo>
                  <a:lnTo>
                    <a:pt x="4806210" y="1270885"/>
                  </a:lnTo>
                  <a:lnTo>
                    <a:pt x="4849903" y="1256605"/>
                  </a:lnTo>
                  <a:lnTo>
                    <a:pt x="4893596" y="1242326"/>
                  </a:lnTo>
                  <a:lnTo>
                    <a:pt x="4937289" y="1228046"/>
                  </a:lnTo>
                  <a:lnTo>
                    <a:pt x="4980982" y="1213766"/>
                  </a:lnTo>
                  <a:lnTo>
                    <a:pt x="5024674" y="1199487"/>
                  </a:lnTo>
                  <a:lnTo>
                    <a:pt x="5068367" y="1185207"/>
                  </a:lnTo>
                  <a:lnTo>
                    <a:pt x="5112060" y="1170928"/>
                  </a:lnTo>
                  <a:lnTo>
                    <a:pt x="5155753" y="1156648"/>
                  </a:lnTo>
                  <a:lnTo>
                    <a:pt x="5199446" y="1142368"/>
                  </a:lnTo>
                  <a:lnTo>
                    <a:pt x="5243139" y="1128089"/>
                  </a:lnTo>
                  <a:lnTo>
                    <a:pt x="5286831" y="1113809"/>
                  </a:lnTo>
                  <a:lnTo>
                    <a:pt x="5330524" y="1099529"/>
                  </a:lnTo>
                  <a:lnTo>
                    <a:pt x="5374217" y="1085250"/>
                  </a:lnTo>
                  <a:lnTo>
                    <a:pt x="5417910" y="1070970"/>
                  </a:lnTo>
                  <a:lnTo>
                    <a:pt x="5461603" y="1056691"/>
                  </a:lnTo>
                  <a:lnTo>
                    <a:pt x="5505296" y="1042411"/>
                  </a:lnTo>
                  <a:lnTo>
                    <a:pt x="5548988" y="1028131"/>
                  </a:lnTo>
                  <a:lnTo>
                    <a:pt x="5592681" y="1013852"/>
                  </a:lnTo>
                  <a:lnTo>
                    <a:pt x="5636374" y="999572"/>
                  </a:lnTo>
                  <a:lnTo>
                    <a:pt x="5680067" y="985293"/>
                  </a:lnTo>
                  <a:lnTo>
                    <a:pt x="5723760" y="971013"/>
                  </a:lnTo>
                  <a:lnTo>
                    <a:pt x="5767453" y="956733"/>
                  </a:lnTo>
                  <a:lnTo>
                    <a:pt x="5811145" y="942454"/>
                  </a:lnTo>
                  <a:lnTo>
                    <a:pt x="5854838" y="928174"/>
                  </a:lnTo>
                  <a:lnTo>
                    <a:pt x="5898531" y="913895"/>
                  </a:lnTo>
                  <a:lnTo>
                    <a:pt x="5942224" y="899615"/>
                  </a:lnTo>
                  <a:lnTo>
                    <a:pt x="5985917" y="885335"/>
                  </a:lnTo>
                  <a:lnTo>
                    <a:pt x="6029609" y="871056"/>
                  </a:lnTo>
                  <a:lnTo>
                    <a:pt x="6073302" y="856776"/>
                  </a:lnTo>
                  <a:lnTo>
                    <a:pt x="6116995" y="842496"/>
                  </a:lnTo>
                  <a:lnTo>
                    <a:pt x="6160688" y="828217"/>
                  </a:lnTo>
                  <a:lnTo>
                    <a:pt x="6204381" y="813937"/>
                  </a:lnTo>
                  <a:lnTo>
                    <a:pt x="6248074" y="799658"/>
                  </a:lnTo>
                  <a:lnTo>
                    <a:pt x="6291766" y="785378"/>
                  </a:lnTo>
                  <a:lnTo>
                    <a:pt x="6335459" y="771098"/>
                  </a:lnTo>
                  <a:lnTo>
                    <a:pt x="6379152" y="756819"/>
                  </a:lnTo>
                  <a:lnTo>
                    <a:pt x="6422845" y="742539"/>
                  </a:lnTo>
                  <a:lnTo>
                    <a:pt x="6466538" y="728260"/>
                  </a:lnTo>
                  <a:lnTo>
                    <a:pt x="6510231" y="713980"/>
                  </a:lnTo>
                  <a:lnTo>
                    <a:pt x="6553923" y="699700"/>
                  </a:lnTo>
                  <a:lnTo>
                    <a:pt x="6597616" y="685421"/>
                  </a:lnTo>
                  <a:lnTo>
                    <a:pt x="6641309" y="671141"/>
                  </a:lnTo>
                  <a:lnTo>
                    <a:pt x="6685002" y="656862"/>
                  </a:lnTo>
                  <a:lnTo>
                    <a:pt x="6728695" y="642582"/>
                  </a:lnTo>
                  <a:lnTo>
                    <a:pt x="6772388" y="628302"/>
                  </a:lnTo>
                  <a:lnTo>
                    <a:pt x="6816080" y="614023"/>
                  </a:lnTo>
                  <a:lnTo>
                    <a:pt x="6859773" y="599743"/>
                  </a:lnTo>
                  <a:lnTo>
                    <a:pt x="6903466" y="585464"/>
                  </a:lnTo>
                  <a:lnTo>
                    <a:pt x="6947159" y="571184"/>
                  </a:lnTo>
                  <a:lnTo>
                    <a:pt x="6990852" y="556904"/>
                  </a:lnTo>
                  <a:lnTo>
                    <a:pt x="7034544" y="542625"/>
                  </a:lnTo>
                  <a:lnTo>
                    <a:pt x="7078237" y="528345"/>
                  </a:lnTo>
                  <a:lnTo>
                    <a:pt x="7121930" y="514065"/>
                  </a:lnTo>
                  <a:lnTo>
                    <a:pt x="7165623" y="499786"/>
                  </a:lnTo>
                  <a:lnTo>
                    <a:pt x="7209316" y="485506"/>
                  </a:lnTo>
                  <a:lnTo>
                    <a:pt x="7253009" y="471227"/>
                  </a:lnTo>
                  <a:lnTo>
                    <a:pt x="7296701" y="456947"/>
                  </a:lnTo>
                  <a:lnTo>
                    <a:pt x="7340394" y="442667"/>
                  </a:lnTo>
                  <a:lnTo>
                    <a:pt x="7384087" y="428388"/>
                  </a:lnTo>
                  <a:lnTo>
                    <a:pt x="7427780" y="414108"/>
                  </a:lnTo>
                  <a:lnTo>
                    <a:pt x="7471473" y="399829"/>
                  </a:lnTo>
                  <a:lnTo>
                    <a:pt x="7515166" y="385549"/>
                  </a:lnTo>
                  <a:lnTo>
                    <a:pt x="7558858" y="371269"/>
                  </a:lnTo>
                  <a:lnTo>
                    <a:pt x="7602551" y="356990"/>
                  </a:lnTo>
                  <a:lnTo>
                    <a:pt x="7646244" y="342710"/>
                  </a:lnTo>
                  <a:lnTo>
                    <a:pt x="7689937" y="328431"/>
                  </a:lnTo>
                  <a:lnTo>
                    <a:pt x="7733630" y="314151"/>
                  </a:lnTo>
                  <a:lnTo>
                    <a:pt x="7777323" y="299871"/>
                  </a:lnTo>
                  <a:lnTo>
                    <a:pt x="7821015" y="285592"/>
                  </a:lnTo>
                  <a:lnTo>
                    <a:pt x="7864708" y="271312"/>
                  </a:lnTo>
                  <a:lnTo>
                    <a:pt x="7908401" y="257032"/>
                  </a:lnTo>
                  <a:lnTo>
                    <a:pt x="7952094" y="242753"/>
                  </a:lnTo>
                  <a:lnTo>
                    <a:pt x="7995787" y="228473"/>
                  </a:lnTo>
                  <a:lnTo>
                    <a:pt x="8039479" y="214194"/>
                  </a:lnTo>
                  <a:lnTo>
                    <a:pt x="8083172" y="199914"/>
                  </a:lnTo>
                  <a:lnTo>
                    <a:pt x="8126865" y="185634"/>
                  </a:lnTo>
                  <a:lnTo>
                    <a:pt x="8170558" y="171355"/>
                  </a:lnTo>
                  <a:lnTo>
                    <a:pt x="8214251" y="157075"/>
                  </a:lnTo>
                  <a:lnTo>
                    <a:pt x="8257944" y="142796"/>
                  </a:lnTo>
                  <a:lnTo>
                    <a:pt x="8301636" y="128516"/>
                  </a:lnTo>
                  <a:lnTo>
                    <a:pt x="8345329" y="114236"/>
                  </a:lnTo>
                  <a:lnTo>
                    <a:pt x="8389022" y="99957"/>
                  </a:lnTo>
                  <a:lnTo>
                    <a:pt x="8432715" y="85677"/>
                  </a:lnTo>
                  <a:lnTo>
                    <a:pt x="8476408" y="71398"/>
                  </a:lnTo>
                  <a:lnTo>
                    <a:pt x="8520101" y="57118"/>
                  </a:lnTo>
                  <a:lnTo>
                    <a:pt x="8563793" y="42838"/>
                  </a:lnTo>
                  <a:lnTo>
                    <a:pt x="8607486" y="28559"/>
                  </a:lnTo>
                  <a:lnTo>
                    <a:pt x="8651179" y="14279"/>
                  </a:lnTo>
                  <a:lnTo>
                    <a:pt x="8694872" y="0"/>
                  </a:lnTo>
                </a:path>
              </a:pathLst>
            </a:custGeom>
            <a:ln w="32521" cap="flat">
              <a:solidFill>
                <a:srgbClr val="C77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" name="pl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" name="pl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" name="pl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" name="pl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" name="pl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" name="pl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" name="pl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" name="pl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" name="pl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" name="pl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" name="pl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" name="pl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" name="pl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" name="pl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" name="pl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" name="pl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" name="pl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" name="pl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" name="pl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" name="pl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" name="pl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" name="pl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" name="pl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" name="pl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" name="pl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" name="pl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" name="pl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" name="pl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" name="pl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" name="pl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" name="pl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" name="pl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" name="pl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" name="pl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" name="pl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" name="pl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" name="pl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" name="pl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" name="pl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" name="pl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" name="pl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" name="pl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" name="pl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" name="pl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" name="pl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" name="pl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" name="pl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" name="pl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" name="pl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" name="pl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" name="pl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" name="pl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" name="pl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" name="pl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" name="pl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" name="pl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" name="pl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" name="pl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" name="pl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" name="pl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" name="pl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" name="pl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" name="pl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" name="pl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" name="pl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" name="pl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" name="pl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" name="pl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" name="pl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" name="pl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" name="pl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" name="pl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" name="pl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" name="pl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" name="pl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" name="pl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" name="pl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" name="pl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" name="pl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" name="pl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" name="pl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" name="pl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" name="pl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" name="pl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" name="pl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" name="pl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" name="pl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" name="pl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" name="pl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" name="pl1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" name="pl1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" name="pl1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" name="pl1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" name="pl1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" name="pl1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" name="pl1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" name="pl1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" name="pl1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" name="pl1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" name="pl1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" name="pl1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" name="pl1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" name="pl1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" name="pl1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" name="pl1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" name="pl1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" name="pl1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" name="pl1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" name="pl1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" name="pl1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" name="pl1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" name="pl1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" name="pl1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" name="pl1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" name="pl1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" name="pl1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" name="pl1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" name="pl1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" name="pl1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" name="pl1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" name="pl1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" name="pl1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" name="pl1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" name="pl1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" name="pl1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" name="pl1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" name="pl1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" name="pl1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" name="pl1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" name="pl1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" name="pl1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" name="pl1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" name="pl1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" name="pl1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" name="pl1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" name="pl1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" name="pl1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" name="pl1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" name="pl1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" name="pl1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" name="pl1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" name="pl1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" name="pl1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" name="pl1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" name="pl1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" name="pl1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" name="pl1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" name="pl1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" name="pl1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" name="pl1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" name="pl1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" name="pl1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" name="pl1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" name="pl1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" name="pl1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" name="pl1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" name="pl1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" name="pl1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" name="pl1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" name="pl1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" name="pl1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" name="pl1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" name="pl1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" name="pl1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" name="pl1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" name="pl1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" name="pl1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" name="pl1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" name="pl1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" name="pl1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" name="pl1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" name="pl1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" name="pl1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" name="pl1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" name="pl1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" name="pl1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" name="pl1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" name="pl1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" name="pl1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" name="pl1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" name="pl1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" name="pl1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" name="pl1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" name="pl1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" name="pl1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" name="pl1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" name="pl1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" name="pl1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" name="pl1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" name="pl2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" name="pl2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" name="pl2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" name="pl2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" name="pl2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" name="pl2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" name="pl2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" name="pl2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" name="pl2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" name="pl2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" name="pl2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" name="pl2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" name="pl2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" name="pl2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" name="pl2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" name="pl2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" name="pl2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" name="pl2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" name="pl2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" name="pl2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" name="pl2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" name="pl2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" name="pl2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" name="pl2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" name="pl2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" name="pl2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" name="pl2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" name="pl2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" name="pl2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" name="pl2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" name="pl2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" name="pl2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" name="pl2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" name="pl2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" name="pl2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" name="pl2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" name="pl2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" name="pl2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" name="pl2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" name="pl2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" name="pl2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" name="pl2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" name="pl2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" name="pl2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" name="pl2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" name="pl2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" name="pl2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" name="pl2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" name="pl2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" name="pl2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" name="pl2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" name="pl2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" name="pl2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" name="pl2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" name="pl2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" name="pl2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" name="pl2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" name="pl2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" name="pl2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" name="pl2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" name="pl2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" name="pl2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" name="pl2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" name="pl2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" name="pl2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" name="pl2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" name="pl2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" name="pl2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" name="pl2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" name="pl2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" name="pl2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" name="pl2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" name="pl2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4" name="pl2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5" name="pl2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6" name="pl2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7" name="pl2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8" name="pl2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9" name="pl2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0" name="pl2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1" name="pl2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2" name="pl2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3" name="pl2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4" name="pl2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5" name="pl2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6" name="pl2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7" name="pl2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8" name="pl2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9" name="pl2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0" name="pl2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1" name="pl2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2" name="pl2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3" name="pl2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4" name="pl2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5" name="pl2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6" name="pl2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7" name="pl2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8" name="pl2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9" name="pl2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0" name="pl2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1" name="pl3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2" name="pl3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3" name="pl3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4" name="pl3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5" name="pl3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6" name="pl3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7" name="pl3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8" name="pl3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9" name="pl3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0" name="pl3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1" name="pl3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2" name="pl3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3" name="pl3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4" name="pl3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5" name="pl3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6" name="pl3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7" name="pl3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8" name="pl3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9" name="pl3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0" name="pl3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1" name="pl3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2" name="pl3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3" name="pl3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4" name="pl3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5" name="pl3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6" name="pl3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7" name="pl3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8" name="pl3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9" name="pl3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0" name="pl3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1" name="pl3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2" name="pl3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3" name="pl3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4" name="pl3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5" name="pl3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6" name="pl3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7" name="pl3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8" name="pl3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9" name="pl3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0" name="pl3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1" name="pl3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2" name="pl3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3" name="pl3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4" name="pl3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5" name="pl3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6" name="pl3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7" name="pl3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8" name="pl3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9" name="pl3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0" name="pl3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1" name="pl3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2" name="pl3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3" name="pl3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4" name="pl3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5" name="pl3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6" name="pl3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7" name="pl3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8" name="pl3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9" name="pl3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0" name="pl3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1" name="pl3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2" name="pl3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3" name="pl3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4" name="pl3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5" name="pl3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6" name="pl3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7" name="pl3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8" name="pl3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9" name="pl3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0" name="pl3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1" name="pl3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2" name="pl3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3" name="pl3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4" name="pl3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5" name="pl3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6" name="pl3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7" name="pl3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8" name="pl3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9" name="pl3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0" name="pl3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1" name="pl3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2" name="pl3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3" name="pl3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4" name="pl3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5" name="pl3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6" name="pl3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7" name="pl3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8" name="pl3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9" name="pl3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0" name="pl3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1" name="pl3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2" name="pl3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3" name="pl3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4" name="pl3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5" name="pl3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6" name="pl3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7" name="pl3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8" name="pl3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9" name="pl3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0" name="pl3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1" name="pl4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2" name="pl4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3" name="pl4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4" name="pl4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5" name="pl4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6" name="pl4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7" name="pl4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8" name="pl4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9" name="pl4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0" name="pl4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1" name="pl4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2" name="pl4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3" name="pl4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4" name="pl4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5" name="pl4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6" name="pl4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7" name="pl4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8" name="pl4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9" name="pl4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0" name="pl4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1" name="pl4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2" name="pl4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3" name="pl4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4" name="pl4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5" name="pl4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6" name="pl4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7" name="pl4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8" name="pl4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9" name="pl4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0" name="pl4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1" name="pl4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2" name="pl4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3" name="pl4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4" name="pl4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5" name="pl4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6" name="pl4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7" name="pl4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8" name="pl4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9" name="pl4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0" name="pl4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1" name="pl4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2" name="pl4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3" name="pl4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4" name="pl4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5" name="pl4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6" name="pl4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7" name="pl4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8" name="pl4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9" name="pl4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0" name="pl4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1" name="pl4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2" name="pl4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3" name="pl4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4" name="pl4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5" name="pl4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6" name="pl4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7" name="pl4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8" name="pl4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9" name="pl4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0" name="pl4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1" name="pl4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2" name="pl4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3" name="pl4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4" name="pl4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5" name="pl4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6" name="pl4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7" name="pl4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8" name="pl4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9" name="pl4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0" name="pl4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1" name="pl4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2" name="pl4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3" name="pl4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4" name="pl4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5" name="pl4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6" name="pl4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7" name="pl4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8" name="pl4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9" name="pl4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0" name="pl4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1" name="pl4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2" name="pl4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3" name="pl4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4" name="pl4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5" name="pl4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6" name="pl4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7" name="pl4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8" name="pl4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9" name="pl4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0" name="pl4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1" name="pl4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2" name="pl4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3" name="pl4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4" name="pl4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5" name="pl4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6" name="pl4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7" name="pl4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8" name="pl4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9" name="pl4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0" name="pl4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1" name="pl5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2" name="pl5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3" name="pl5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4" name="pl5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5" name="pl5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6" name="pl5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7" name="pl5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8" name="pl5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9" name="pl5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0" name="pl5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1" name="pl5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2" name="pl5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3" name="pl5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4" name="pl5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5" name="pl5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6" name="pl5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7" name="pl5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8" name="pl5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9" name="pl5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0" name="pl5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1" name="pl5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2" name="pl5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3" name="pl5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4" name="pl5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5" name="pl5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6" name="pl5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7" name="pl5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8" name="pl5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9" name="pl5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0" name="pl5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1" name="pl5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2" name="pl5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3" name="pl5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4" name="pl5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5" name="pl5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6" name="pl5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7" name="pl5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8" name="pl5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9" name="pl5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0" name="pl5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1" name="pl5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2" name="pl5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3" name="pl5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4" name="pl5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5" name="pl5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6" name="pl5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7" name="pl5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8" name="pl5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9" name="pl5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0" name="pl5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1" name="pl5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2" name="pl5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3" name="pl5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4" name="pl5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5" name="pl5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6" name="pl5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7" name="pl5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8" name="pl5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9" name="pl5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0" name="pl5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1" name="pl5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2" name="pl5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3" name="pl5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4" name="pl5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5" name="pl5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6" name="pl5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7" name="pl5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8" name="pl5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9" name="pl5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0" name="pl5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1" name="pl5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2" name="pl5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3" name="pl5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4" name="pl5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5" name="pl5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6" name="pl5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7" name="pl5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8" name="pl5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9" name="pl5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0" name="pl5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1" name="pl5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2" name="pl5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3" name="pl5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4" name="pl5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5" name="pl5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6" name="pl5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7" name="pl5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8" name="pl5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9" name="pl5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0" name="pl5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1" name="pl5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2" name="pl5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3" name="pl5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4" name="pl5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5" name="pl5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6" name="pl5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7" name="pl5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8" name="pl5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9" name="pl5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0" name="pl5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1" name="pl6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2" name="pl6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3" name="pl6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4" name="pl6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5" name="pl6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6" name="pl6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7" name="pl6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8" name="pl6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9" name="pl6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0" name="pl6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1" name="pl6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2" name="pl6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3" name="pl6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4" name="pl6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5" name="pl6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6" name="pl6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7" name="pl6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8" name="pl6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9" name="pl6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0" name="pl6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1" name="pl6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2" name="pl6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3" name="pl6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4" name="pl6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5" name="pl6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6" name="pl6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7" name="pl6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8" name="pl6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9" name="pl6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0" name="pl6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1" name="pl6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2" name="pl6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3" name="pl6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4" name="pl6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5" name="pl6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6" name="pl6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7" name="pl6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8" name="pl6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9" name="pl6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0" name="pl6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1" name="pl6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2" name="pl6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3" name="pl6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4" name="pl6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5" name="pl6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6" name="pl6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7" name="pl6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8" name="pl6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9" name="pl6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0" name="pl6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1" name="pl6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2" name="pl6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3" name="pl6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4" name="pl6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5" name="pl6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6" name="pl6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7" name="pl6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8" name="pl6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9" name="pl6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0" name="pl6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1" name="pl6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2" name="pl6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3" name="pl6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4" name="pl6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5" name="pl6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6" name="pl6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7" name="pl6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8" name="pl6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9" name="pl6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0" name="pl6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1" name="pl6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2" name="pl6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3" name="pl6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4" name="pl6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5" name="pl6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6" name="pl6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7" name="pl6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8" name="pl6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9" name="pl6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0" name="pl6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1" name="pl6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2" name="pl6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3" name="pl6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4" name="pl6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5" name="pl6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6" name="pl6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7" name="pl6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8" name="pl6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9" name="pl6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0" name="pl6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1" name="pl6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2" name="pl6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3" name="pl6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4" name="pl6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5" name="pl6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6" name="pl6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7" name="pl6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8" name="pl6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9" name="pl6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0" name="pl6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1" name="pl7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2" name="pl7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3" name="pl7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4" name="pl7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5" name="pl7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6" name="pl7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7" name="pl7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8" name="pl7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9" name="pl7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0" name="pl7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1" name="pl7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2" name="pl7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3" name="pl7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4" name="pl7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5" name="pl7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6" name="pl7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7" name="pl7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8" name="pl7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9" name="pl7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0" name="pl7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1" name="pl7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2" name="pl7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3" name="pl7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4" name="pl7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5" name="pl7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6" name="pl7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7" name="pl7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8" name="pl7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9" name="pl7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0" name="pl7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1" name="pl7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2" name="pl7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3" name="pl7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4" name="pl7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5" name="pl7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6" name="pl7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7" name="pl7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8" name="pl7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9" name="pl7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0" name="pl7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1" name="pl7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2" name="pl7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3" name="pl7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4" name="pl7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5" name="pl7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6" name="pl7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7" name="pl7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8" name="pl7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9" name="pl7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0" name="pl7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1" name="pl7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2" name="pl7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3" name="pl7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4" name="pl7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5" name="pl7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6" name="pl7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7" name="pl7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8" name="pl7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9" name="pl7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0" name="pl7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1" name="pl7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2" name="pl7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3" name="pl7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4" name="pl7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5" name="pl7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6" name="pl7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7" name="pl7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8" name="pl7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9" name="pl7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0" name="pl7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1" name="pl7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2" name="pl7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3" name="pl7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4" name="pl7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5" name="pl7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6" name="pl7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7" name="pl7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8" name="pl7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9" name="pl7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0" name="pl7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1" name="pl7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2" name="pl7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3" name="pl7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4" name="pl7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5" name="pl7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6" name="pl7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7" name="pl7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8" name="pl7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9" name="pl7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0" name="pl7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1" name="pl7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2" name="pl7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3" name="pl7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4" name="pl7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5" name="pl7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6" name="pl7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7" name="pl7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8" name="pl7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9" name="pl7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0" name="pl7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1" name="pl8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2" name="pl8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3" name="pl8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4" name="pl8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5" name="pl8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6" name="pl8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7" name="pl8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8" name="pl8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9" name="pl8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0" name="pl8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1" name="pl810"/>
            <p:cNvSpPr/>
            <p:nvPr/>
          </p:nvSpPr>
          <p:spPr>
            <a:xfrm>
              <a:off x="773555" y="1410558"/>
              <a:ext cx="0" cy="4605405"/>
            </a:xfrm>
            <a:custGeom>
              <a:avLst/>
              <a:pathLst>
                <a:path w="0" h="4605405">
                  <a:moveTo>
                    <a:pt x="0" y="4605405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" name="tx811"/>
            <p:cNvSpPr/>
            <p:nvPr/>
          </p:nvSpPr>
          <p:spPr>
            <a:xfrm>
              <a:off x="626081" y="5759128"/>
              <a:ext cx="73456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</a:t>
              </a:r>
            </a:p>
          </p:txBody>
        </p:sp>
        <p:sp>
          <p:nvSpPr>
            <p:cNvPr id="813" name="tx812"/>
            <p:cNvSpPr/>
            <p:nvPr/>
          </p:nvSpPr>
          <p:spPr>
            <a:xfrm>
              <a:off x="552624" y="4921782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814" name="tx813"/>
            <p:cNvSpPr/>
            <p:nvPr/>
          </p:nvSpPr>
          <p:spPr>
            <a:xfrm>
              <a:off x="552624" y="4084113"/>
              <a:ext cx="146913" cy="9519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815" name="tx814"/>
            <p:cNvSpPr/>
            <p:nvPr/>
          </p:nvSpPr>
          <p:spPr>
            <a:xfrm>
              <a:off x="552624" y="3246960"/>
              <a:ext cx="146913" cy="9499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816" name="tx815"/>
            <p:cNvSpPr/>
            <p:nvPr/>
          </p:nvSpPr>
          <p:spPr>
            <a:xfrm>
              <a:off x="552624" y="2409484"/>
              <a:ext cx="146913" cy="9512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817" name="tx816"/>
            <p:cNvSpPr/>
            <p:nvPr/>
          </p:nvSpPr>
          <p:spPr>
            <a:xfrm>
              <a:off x="552624" y="1572396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50</a:t>
              </a:r>
            </a:p>
          </p:txBody>
        </p:sp>
        <p:sp>
          <p:nvSpPr>
            <p:cNvPr id="818" name="pl817"/>
            <p:cNvSpPr/>
            <p:nvPr/>
          </p:nvSpPr>
          <p:spPr>
            <a:xfrm>
              <a:off x="732434" y="5806627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" name="pl818"/>
            <p:cNvSpPr/>
            <p:nvPr/>
          </p:nvSpPr>
          <p:spPr>
            <a:xfrm>
              <a:off x="732434" y="4969280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" name="pl819"/>
            <p:cNvSpPr/>
            <p:nvPr/>
          </p:nvSpPr>
          <p:spPr>
            <a:xfrm>
              <a:off x="732434" y="4131934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" name="pl820"/>
            <p:cNvSpPr/>
            <p:nvPr/>
          </p:nvSpPr>
          <p:spPr>
            <a:xfrm>
              <a:off x="732434" y="3294587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" name="pl821"/>
            <p:cNvSpPr/>
            <p:nvPr/>
          </p:nvSpPr>
          <p:spPr>
            <a:xfrm>
              <a:off x="732434" y="2457241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" name="pl822"/>
            <p:cNvSpPr/>
            <p:nvPr/>
          </p:nvSpPr>
          <p:spPr>
            <a:xfrm>
              <a:off x="732434" y="1619894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" name="pl823"/>
            <p:cNvSpPr/>
            <p:nvPr/>
          </p:nvSpPr>
          <p:spPr>
            <a:xfrm>
              <a:off x="773555" y="6015963"/>
              <a:ext cx="9564359" cy="0"/>
            </a:xfrm>
            <a:custGeom>
              <a:avLst/>
              <a:pathLst>
                <a:path w="9564359" h="0">
                  <a:moveTo>
                    <a:pt x="0" y="0"/>
                  </a:moveTo>
                  <a:lnTo>
                    <a:pt x="9564359" y="0"/>
                  </a:lnTo>
                </a:path>
              </a:pathLst>
            </a:custGeom>
            <a:ln w="16014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" name="pl824"/>
            <p:cNvSpPr/>
            <p:nvPr/>
          </p:nvSpPr>
          <p:spPr>
            <a:xfrm>
              <a:off x="1208299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" name="pl825"/>
            <p:cNvSpPr/>
            <p:nvPr/>
          </p:nvSpPr>
          <p:spPr>
            <a:xfrm>
              <a:off x="2947273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" name="pl826"/>
            <p:cNvSpPr/>
            <p:nvPr/>
          </p:nvSpPr>
          <p:spPr>
            <a:xfrm>
              <a:off x="4686248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" name="pl827"/>
            <p:cNvSpPr/>
            <p:nvPr/>
          </p:nvSpPr>
          <p:spPr>
            <a:xfrm>
              <a:off x="6425222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" name="pl828"/>
            <p:cNvSpPr/>
            <p:nvPr/>
          </p:nvSpPr>
          <p:spPr>
            <a:xfrm>
              <a:off x="8164197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" name="pl829"/>
            <p:cNvSpPr/>
            <p:nvPr/>
          </p:nvSpPr>
          <p:spPr>
            <a:xfrm>
              <a:off x="9903171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" name="tx830"/>
            <p:cNvSpPr/>
            <p:nvPr/>
          </p:nvSpPr>
          <p:spPr>
            <a:xfrm>
              <a:off x="1171570" y="6089852"/>
              <a:ext cx="73456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</a:t>
              </a:r>
            </a:p>
          </p:txBody>
        </p:sp>
        <p:sp>
          <p:nvSpPr>
            <p:cNvPr id="832" name="tx831"/>
            <p:cNvSpPr/>
            <p:nvPr/>
          </p:nvSpPr>
          <p:spPr>
            <a:xfrm>
              <a:off x="2873816" y="6089852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833" name="tx832"/>
            <p:cNvSpPr/>
            <p:nvPr/>
          </p:nvSpPr>
          <p:spPr>
            <a:xfrm>
              <a:off x="4612791" y="6089529"/>
              <a:ext cx="146913" cy="9519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834" name="tx833"/>
            <p:cNvSpPr/>
            <p:nvPr/>
          </p:nvSpPr>
          <p:spPr>
            <a:xfrm>
              <a:off x="6351765" y="6089723"/>
              <a:ext cx="146913" cy="9499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835" name="tx834"/>
            <p:cNvSpPr/>
            <p:nvPr/>
          </p:nvSpPr>
          <p:spPr>
            <a:xfrm>
              <a:off x="8090740" y="6089594"/>
              <a:ext cx="146913" cy="9512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836" name="tx835"/>
            <p:cNvSpPr/>
            <p:nvPr/>
          </p:nvSpPr>
          <p:spPr>
            <a:xfrm>
              <a:off x="9829714" y="6089852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50</a:t>
              </a:r>
            </a:p>
          </p:txBody>
        </p:sp>
        <p:sp>
          <p:nvSpPr>
            <p:cNvPr id="837" name="tx836"/>
            <p:cNvSpPr/>
            <p:nvPr/>
          </p:nvSpPr>
          <p:spPr>
            <a:xfrm>
              <a:off x="4812341" y="6217005"/>
              <a:ext cx="1486786" cy="15647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Subjective response</a:t>
              </a:r>
            </a:p>
          </p:txBody>
        </p:sp>
        <p:sp>
          <p:nvSpPr>
            <p:cNvPr id="838" name="tx837"/>
            <p:cNvSpPr/>
            <p:nvPr/>
          </p:nvSpPr>
          <p:spPr>
            <a:xfrm rot="-5400000">
              <a:off x="-176788" y="3635023"/>
              <a:ext cx="1147074" cy="15647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Objective mean</a:t>
              </a:r>
            </a:p>
          </p:txBody>
        </p:sp>
        <p:sp>
          <p:nvSpPr>
            <p:cNvPr id="839" name="rc838"/>
            <p:cNvSpPr/>
            <p:nvPr/>
          </p:nvSpPr>
          <p:spPr>
            <a:xfrm>
              <a:off x="10502398" y="3073515"/>
              <a:ext cx="1119680" cy="127949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0" name="tx839"/>
            <p:cNvSpPr/>
            <p:nvPr/>
          </p:nvSpPr>
          <p:spPr>
            <a:xfrm>
              <a:off x="10584639" y="3138626"/>
              <a:ext cx="733921" cy="1538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Array size</a:t>
              </a:r>
            </a:p>
          </p:txBody>
        </p:sp>
        <p:sp>
          <p:nvSpPr>
            <p:cNvPr id="841" name="rc840"/>
            <p:cNvSpPr/>
            <p:nvPr/>
          </p:nvSpPr>
          <p:spPr>
            <a:xfrm>
              <a:off x="10584639" y="3392941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2" name="pl841"/>
            <p:cNvSpPr/>
            <p:nvPr/>
          </p:nvSpPr>
          <p:spPr>
            <a:xfrm>
              <a:off x="10606585" y="3502669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" name="rc842"/>
            <p:cNvSpPr/>
            <p:nvPr/>
          </p:nvSpPr>
          <p:spPr>
            <a:xfrm>
              <a:off x="10584639" y="3612397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4" name="pl843"/>
            <p:cNvSpPr/>
            <p:nvPr/>
          </p:nvSpPr>
          <p:spPr>
            <a:xfrm>
              <a:off x="10606585" y="3722125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7CAE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" name="rc844"/>
            <p:cNvSpPr/>
            <p:nvPr/>
          </p:nvSpPr>
          <p:spPr>
            <a:xfrm>
              <a:off x="10584639" y="3831853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6" name="pl845"/>
            <p:cNvSpPr/>
            <p:nvPr/>
          </p:nvSpPr>
          <p:spPr>
            <a:xfrm>
              <a:off x="10606585" y="3941581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" name="rc846"/>
            <p:cNvSpPr/>
            <p:nvPr/>
          </p:nvSpPr>
          <p:spPr>
            <a:xfrm>
              <a:off x="10584639" y="4051309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8" name="pl847"/>
            <p:cNvSpPr/>
            <p:nvPr/>
          </p:nvSpPr>
          <p:spPr>
            <a:xfrm>
              <a:off x="10606585" y="4161037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C77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" name="tx848"/>
            <p:cNvSpPr/>
            <p:nvPr/>
          </p:nvSpPr>
          <p:spPr>
            <a:xfrm>
              <a:off x="10886337" y="3429825"/>
              <a:ext cx="580042" cy="1202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 squares</a:t>
              </a:r>
            </a:p>
          </p:txBody>
        </p:sp>
        <p:sp>
          <p:nvSpPr>
            <p:cNvPr id="850" name="tx849"/>
            <p:cNvSpPr/>
            <p:nvPr/>
          </p:nvSpPr>
          <p:spPr>
            <a:xfrm>
              <a:off x="10886337" y="3649216"/>
              <a:ext cx="580042" cy="1202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6 squares</a:t>
              </a:r>
            </a:p>
          </p:txBody>
        </p:sp>
        <p:sp>
          <p:nvSpPr>
            <p:cNvPr id="851" name="tx850"/>
            <p:cNvSpPr/>
            <p:nvPr/>
          </p:nvSpPr>
          <p:spPr>
            <a:xfrm>
              <a:off x="10886337" y="3868801"/>
              <a:ext cx="580042" cy="1201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8 squares</a:t>
              </a:r>
            </a:p>
          </p:txBody>
        </p:sp>
        <p:sp>
          <p:nvSpPr>
            <p:cNvPr id="852" name="tx851"/>
            <p:cNvSpPr/>
            <p:nvPr/>
          </p:nvSpPr>
          <p:spPr>
            <a:xfrm>
              <a:off x="10886337" y="4088193"/>
              <a:ext cx="653499" cy="1202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12 squares</a:t>
              </a:r>
            </a:p>
          </p:txBody>
        </p:sp>
        <p:sp>
          <p:nvSpPr>
            <p:cNvPr id="853" name="tx852"/>
            <p:cNvSpPr/>
            <p:nvPr/>
          </p:nvSpPr>
          <p:spPr>
            <a:xfrm>
              <a:off x="773555" y="1136855"/>
              <a:ext cx="2542120" cy="1549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Average participant regression line</a:t>
              </a:r>
            </a:p>
          </p:txBody>
        </p:sp>
        <p:sp>
          <p:nvSpPr>
            <p:cNvPr id="854" name="tx853"/>
            <p:cNvSpPr/>
            <p:nvPr/>
          </p:nvSpPr>
          <p:spPr>
            <a:xfrm>
              <a:off x="773555" y="860895"/>
              <a:ext cx="2929331" cy="18641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5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56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Experiment 1 - Average condition</a:t>
              </a:r>
            </a:p>
          </p:txBody>
        </p:sp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p:ph/>
          </p:nvPr>
        </p:nvSpPr>
        <p:spPr>
          <a:xfrm>
            <a:off x="274320" y="182880"/>
            <a:ext cx="11430000" cy="457200"/>
          </a:xfrm>
        </p:spPr>
        <p:txBody>
          <a:bodyPr/>
          <a:lstStyle/>
          <a:p>
            <a:r>
              <a:rPr/>
              <a:t>Exp 1 - Experience participant regression</a:t>
            </a:r>
          </a:p>
        </p:txBody>
      </p:sp>
      <p:grpSp xmlns:pic="http://schemas.openxmlformats.org/drawingml/2006/picture">
        <p:nvGrpSpPr>
          <p:cNvPr id="3" name=""/>
          <p:cNvGrpSpPr/>
          <p:nvPr/>
        </p:nvGrpSpPr>
        <p:grpSpPr>
          <a:xfrm>
            <a:off x="274320" y="822960"/>
            <a:ext cx="11430000" cy="5669280"/>
            <a:chOff x="274320" y="822960"/>
            <a:chExt cx="11430000" cy="5669280"/>
          </a:xfrm>
        </p:grpSpPr>
        <p:sp>
          <p:nvSpPr>
            <p:cNvPr id="4" name="rc3"/>
            <p:cNvSpPr/>
            <p:nvPr/>
          </p:nvSpPr>
          <p:spPr>
            <a:xfrm>
              <a:off x="274320" y="822960"/>
              <a:ext cx="1143000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4"/>
            <p:cNvSpPr/>
            <p:nvPr/>
          </p:nvSpPr>
          <p:spPr>
            <a:xfrm>
              <a:off x="11704319" y="822960"/>
              <a:ext cx="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6014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rc5"/>
            <p:cNvSpPr/>
            <p:nvPr/>
          </p:nvSpPr>
          <p:spPr>
            <a:xfrm>
              <a:off x="773555" y="1410558"/>
              <a:ext cx="9564359" cy="460540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6"/>
            <p:cNvSpPr/>
            <p:nvPr/>
          </p:nvSpPr>
          <p:spPr>
            <a:xfrm>
              <a:off x="1208299" y="2006804"/>
              <a:ext cx="8694872" cy="3083513"/>
            </a:xfrm>
            <a:custGeom>
              <a:avLst/>
              <a:pathLst>
                <a:path w="8694872" h="3083513">
                  <a:moveTo>
                    <a:pt x="0" y="3083513"/>
                  </a:moveTo>
                  <a:lnTo>
                    <a:pt x="43692" y="3068018"/>
                  </a:lnTo>
                  <a:lnTo>
                    <a:pt x="87385" y="3052523"/>
                  </a:lnTo>
                  <a:lnTo>
                    <a:pt x="131078" y="3037028"/>
                  </a:lnTo>
                  <a:lnTo>
                    <a:pt x="174771" y="3021533"/>
                  </a:lnTo>
                  <a:lnTo>
                    <a:pt x="218464" y="3006038"/>
                  </a:lnTo>
                  <a:lnTo>
                    <a:pt x="262156" y="2990543"/>
                  </a:lnTo>
                  <a:lnTo>
                    <a:pt x="305849" y="2975048"/>
                  </a:lnTo>
                  <a:lnTo>
                    <a:pt x="349542" y="2959553"/>
                  </a:lnTo>
                  <a:lnTo>
                    <a:pt x="393235" y="2944058"/>
                  </a:lnTo>
                  <a:lnTo>
                    <a:pt x="436928" y="2928563"/>
                  </a:lnTo>
                  <a:lnTo>
                    <a:pt x="480621" y="2913068"/>
                  </a:lnTo>
                  <a:lnTo>
                    <a:pt x="524313" y="2897573"/>
                  </a:lnTo>
                  <a:lnTo>
                    <a:pt x="568006" y="2882078"/>
                  </a:lnTo>
                  <a:lnTo>
                    <a:pt x="611699" y="2866583"/>
                  </a:lnTo>
                  <a:lnTo>
                    <a:pt x="655392" y="2851088"/>
                  </a:lnTo>
                  <a:lnTo>
                    <a:pt x="699085" y="2835593"/>
                  </a:lnTo>
                  <a:lnTo>
                    <a:pt x="742778" y="2820098"/>
                  </a:lnTo>
                  <a:lnTo>
                    <a:pt x="786470" y="2804603"/>
                  </a:lnTo>
                  <a:lnTo>
                    <a:pt x="830163" y="2789108"/>
                  </a:lnTo>
                  <a:lnTo>
                    <a:pt x="873856" y="2773613"/>
                  </a:lnTo>
                  <a:lnTo>
                    <a:pt x="917549" y="2758118"/>
                  </a:lnTo>
                  <a:lnTo>
                    <a:pt x="961242" y="2742622"/>
                  </a:lnTo>
                  <a:lnTo>
                    <a:pt x="1004934" y="2727127"/>
                  </a:lnTo>
                  <a:lnTo>
                    <a:pt x="1048627" y="2711632"/>
                  </a:lnTo>
                  <a:lnTo>
                    <a:pt x="1092320" y="2696137"/>
                  </a:lnTo>
                  <a:lnTo>
                    <a:pt x="1136013" y="2680642"/>
                  </a:lnTo>
                  <a:lnTo>
                    <a:pt x="1179706" y="2665147"/>
                  </a:lnTo>
                  <a:lnTo>
                    <a:pt x="1223399" y="2649652"/>
                  </a:lnTo>
                  <a:lnTo>
                    <a:pt x="1267091" y="2634157"/>
                  </a:lnTo>
                  <a:lnTo>
                    <a:pt x="1310784" y="2618662"/>
                  </a:lnTo>
                  <a:lnTo>
                    <a:pt x="1354477" y="2603167"/>
                  </a:lnTo>
                  <a:lnTo>
                    <a:pt x="1398170" y="2587672"/>
                  </a:lnTo>
                  <a:lnTo>
                    <a:pt x="1441863" y="2572177"/>
                  </a:lnTo>
                  <a:lnTo>
                    <a:pt x="1485556" y="2556682"/>
                  </a:lnTo>
                  <a:lnTo>
                    <a:pt x="1529248" y="2541187"/>
                  </a:lnTo>
                  <a:lnTo>
                    <a:pt x="1572941" y="2525692"/>
                  </a:lnTo>
                  <a:lnTo>
                    <a:pt x="1616634" y="2510197"/>
                  </a:lnTo>
                  <a:lnTo>
                    <a:pt x="1660327" y="2494702"/>
                  </a:lnTo>
                  <a:lnTo>
                    <a:pt x="1704020" y="2479207"/>
                  </a:lnTo>
                  <a:lnTo>
                    <a:pt x="1747713" y="2463712"/>
                  </a:lnTo>
                  <a:lnTo>
                    <a:pt x="1791405" y="2448217"/>
                  </a:lnTo>
                  <a:lnTo>
                    <a:pt x="1835098" y="2432722"/>
                  </a:lnTo>
                  <a:lnTo>
                    <a:pt x="1878791" y="2417227"/>
                  </a:lnTo>
                  <a:lnTo>
                    <a:pt x="1922484" y="2401731"/>
                  </a:lnTo>
                  <a:lnTo>
                    <a:pt x="1966177" y="2386236"/>
                  </a:lnTo>
                  <a:lnTo>
                    <a:pt x="2009869" y="2370741"/>
                  </a:lnTo>
                  <a:lnTo>
                    <a:pt x="2053562" y="2355246"/>
                  </a:lnTo>
                  <a:lnTo>
                    <a:pt x="2097255" y="2339751"/>
                  </a:lnTo>
                  <a:lnTo>
                    <a:pt x="2140948" y="2324256"/>
                  </a:lnTo>
                  <a:lnTo>
                    <a:pt x="2184641" y="2308761"/>
                  </a:lnTo>
                  <a:lnTo>
                    <a:pt x="2228334" y="2293266"/>
                  </a:lnTo>
                  <a:lnTo>
                    <a:pt x="2272026" y="2277771"/>
                  </a:lnTo>
                  <a:lnTo>
                    <a:pt x="2315719" y="2262276"/>
                  </a:lnTo>
                  <a:lnTo>
                    <a:pt x="2359412" y="2246781"/>
                  </a:lnTo>
                  <a:lnTo>
                    <a:pt x="2403105" y="2231286"/>
                  </a:lnTo>
                  <a:lnTo>
                    <a:pt x="2446798" y="2215791"/>
                  </a:lnTo>
                  <a:lnTo>
                    <a:pt x="2490491" y="2200296"/>
                  </a:lnTo>
                  <a:lnTo>
                    <a:pt x="2534183" y="2184801"/>
                  </a:lnTo>
                  <a:lnTo>
                    <a:pt x="2577876" y="2169306"/>
                  </a:lnTo>
                  <a:lnTo>
                    <a:pt x="2621569" y="2153811"/>
                  </a:lnTo>
                  <a:lnTo>
                    <a:pt x="2665262" y="2138316"/>
                  </a:lnTo>
                  <a:lnTo>
                    <a:pt x="2708955" y="2122821"/>
                  </a:lnTo>
                  <a:lnTo>
                    <a:pt x="2752648" y="2107326"/>
                  </a:lnTo>
                  <a:lnTo>
                    <a:pt x="2796340" y="2091831"/>
                  </a:lnTo>
                  <a:lnTo>
                    <a:pt x="2840033" y="2076336"/>
                  </a:lnTo>
                  <a:lnTo>
                    <a:pt x="2883726" y="2060840"/>
                  </a:lnTo>
                  <a:lnTo>
                    <a:pt x="2927419" y="2045345"/>
                  </a:lnTo>
                  <a:lnTo>
                    <a:pt x="2971112" y="2029850"/>
                  </a:lnTo>
                  <a:lnTo>
                    <a:pt x="3014804" y="2014355"/>
                  </a:lnTo>
                  <a:lnTo>
                    <a:pt x="3058497" y="1998860"/>
                  </a:lnTo>
                  <a:lnTo>
                    <a:pt x="3102190" y="1983365"/>
                  </a:lnTo>
                  <a:lnTo>
                    <a:pt x="3145883" y="1967870"/>
                  </a:lnTo>
                  <a:lnTo>
                    <a:pt x="3189576" y="1952375"/>
                  </a:lnTo>
                  <a:lnTo>
                    <a:pt x="3233269" y="1936880"/>
                  </a:lnTo>
                  <a:lnTo>
                    <a:pt x="3276961" y="1921385"/>
                  </a:lnTo>
                  <a:lnTo>
                    <a:pt x="3320654" y="1905890"/>
                  </a:lnTo>
                  <a:lnTo>
                    <a:pt x="3364347" y="1890395"/>
                  </a:lnTo>
                  <a:lnTo>
                    <a:pt x="3408040" y="1874900"/>
                  </a:lnTo>
                  <a:lnTo>
                    <a:pt x="3451733" y="1859405"/>
                  </a:lnTo>
                  <a:lnTo>
                    <a:pt x="3495426" y="1843910"/>
                  </a:lnTo>
                  <a:lnTo>
                    <a:pt x="3539118" y="1828415"/>
                  </a:lnTo>
                  <a:lnTo>
                    <a:pt x="3582811" y="1812920"/>
                  </a:lnTo>
                  <a:lnTo>
                    <a:pt x="3626504" y="1797425"/>
                  </a:lnTo>
                  <a:lnTo>
                    <a:pt x="3670197" y="1781930"/>
                  </a:lnTo>
                  <a:lnTo>
                    <a:pt x="3713890" y="1766435"/>
                  </a:lnTo>
                  <a:lnTo>
                    <a:pt x="3757583" y="1750940"/>
                  </a:lnTo>
                  <a:lnTo>
                    <a:pt x="3801275" y="1735445"/>
                  </a:lnTo>
                  <a:lnTo>
                    <a:pt x="3844968" y="1719949"/>
                  </a:lnTo>
                  <a:lnTo>
                    <a:pt x="3888661" y="1704454"/>
                  </a:lnTo>
                  <a:lnTo>
                    <a:pt x="3932354" y="1688959"/>
                  </a:lnTo>
                  <a:lnTo>
                    <a:pt x="3976047" y="1673464"/>
                  </a:lnTo>
                  <a:lnTo>
                    <a:pt x="4019739" y="1657969"/>
                  </a:lnTo>
                  <a:lnTo>
                    <a:pt x="4063432" y="1642474"/>
                  </a:lnTo>
                  <a:lnTo>
                    <a:pt x="4107125" y="1626979"/>
                  </a:lnTo>
                  <a:lnTo>
                    <a:pt x="4150818" y="1611484"/>
                  </a:lnTo>
                  <a:lnTo>
                    <a:pt x="4194511" y="1595989"/>
                  </a:lnTo>
                  <a:lnTo>
                    <a:pt x="4238204" y="1580494"/>
                  </a:lnTo>
                  <a:lnTo>
                    <a:pt x="4281896" y="1564999"/>
                  </a:lnTo>
                  <a:lnTo>
                    <a:pt x="4325589" y="1549504"/>
                  </a:lnTo>
                  <a:lnTo>
                    <a:pt x="4369282" y="1534009"/>
                  </a:lnTo>
                  <a:lnTo>
                    <a:pt x="4412975" y="1518514"/>
                  </a:lnTo>
                  <a:lnTo>
                    <a:pt x="4456668" y="1503019"/>
                  </a:lnTo>
                  <a:lnTo>
                    <a:pt x="4500361" y="1487524"/>
                  </a:lnTo>
                  <a:lnTo>
                    <a:pt x="4544053" y="1472029"/>
                  </a:lnTo>
                  <a:lnTo>
                    <a:pt x="4587746" y="1456534"/>
                  </a:lnTo>
                  <a:lnTo>
                    <a:pt x="4631439" y="1441039"/>
                  </a:lnTo>
                  <a:lnTo>
                    <a:pt x="4675132" y="1425544"/>
                  </a:lnTo>
                  <a:lnTo>
                    <a:pt x="4718825" y="1410049"/>
                  </a:lnTo>
                  <a:lnTo>
                    <a:pt x="4762518" y="1394554"/>
                  </a:lnTo>
                  <a:lnTo>
                    <a:pt x="4806210" y="1379059"/>
                  </a:lnTo>
                  <a:lnTo>
                    <a:pt x="4849903" y="1363563"/>
                  </a:lnTo>
                  <a:lnTo>
                    <a:pt x="4893596" y="1348068"/>
                  </a:lnTo>
                  <a:lnTo>
                    <a:pt x="4937289" y="1332573"/>
                  </a:lnTo>
                  <a:lnTo>
                    <a:pt x="4980982" y="1317078"/>
                  </a:lnTo>
                  <a:lnTo>
                    <a:pt x="5024674" y="1301583"/>
                  </a:lnTo>
                  <a:lnTo>
                    <a:pt x="5068367" y="1286088"/>
                  </a:lnTo>
                  <a:lnTo>
                    <a:pt x="5112060" y="1270593"/>
                  </a:lnTo>
                  <a:lnTo>
                    <a:pt x="5155753" y="1255098"/>
                  </a:lnTo>
                  <a:lnTo>
                    <a:pt x="5199446" y="1239603"/>
                  </a:lnTo>
                  <a:lnTo>
                    <a:pt x="5243139" y="1224108"/>
                  </a:lnTo>
                  <a:lnTo>
                    <a:pt x="5286831" y="1208613"/>
                  </a:lnTo>
                  <a:lnTo>
                    <a:pt x="5330524" y="1193118"/>
                  </a:lnTo>
                  <a:lnTo>
                    <a:pt x="5374217" y="1177623"/>
                  </a:lnTo>
                  <a:lnTo>
                    <a:pt x="5417910" y="1162128"/>
                  </a:lnTo>
                  <a:lnTo>
                    <a:pt x="5461603" y="1146633"/>
                  </a:lnTo>
                  <a:lnTo>
                    <a:pt x="5505296" y="1131138"/>
                  </a:lnTo>
                  <a:lnTo>
                    <a:pt x="5548988" y="1115643"/>
                  </a:lnTo>
                  <a:lnTo>
                    <a:pt x="5592681" y="1100148"/>
                  </a:lnTo>
                  <a:lnTo>
                    <a:pt x="5636374" y="1084653"/>
                  </a:lnTo>
                  <a:lnTo>
                    <a:pt x="5680067" y="1069158"/>
                  </a:lnTo>
                  <a:lnTo>
                    <a:pt x="5723760" y="1053663"/>
                  </a:lnTo>
                  <a:lnTo>
                    <a:pt x="5767453" y="1038168"/>
                  </a:lnTo>
                  <a:lnTo>
                    <a:pt x="5811145" y="1022672"/>
                  </a:lnTo>
                  <a:lnTo>
                    <a:pt x="5854838" y="1007177"/>
                  </a:lnTo>
                  <a:lnTo>
                    <a:pt x="5898531" y="991682"/>
                  </a:lnTo>
                  <a:lnTo>
                    <a:pt x="5942224" y="976187"/>
                  </a:lnTo>
                  <a:lnTo>
                    <a:pt x="5985917" y="960692"/>
                  </a:lnTo>
                  <a:lnTo>
                    <a:pt x="6029609" y="945197"/>
                  </a:lnTo>
                  <a:lnTo>
                    <a:pt x="6073302" y="929702"/>
                  </a:lnTo>
                  <a:lnTo>
                    <a:pt x="6116995" y="914207"/>
                  </a:lnTo>
                  <a:lnTo>
                    <a:pt x="6160688" y="898712"/>
                  </a:lnTo>
                  <a:lnTo>
                    <a:pt x="6204381" y="883217"/>
                  </a:lnTo>
                  <a:lnTo>
                    <a:pt x="6248074" y="867722"/>
                  </a:lnTo>
                  <a:lnTo>
                    <a:pt x="6291766" y="852227"/>
                  </a:lnTo>
                  <a:lnTo>
                    <a:pt x="6335459" y="836732"/>
                  </a:lnTo>
                  <a:lnTo>
                    <a:pt x="6379152" y="821237"/>
                  </a:lnTo>
                  <a:lnTo>
                    <a:pt x="6422845" y="805742"/>
                  </a:lnTo>
                  <a:lnTo>
                    <a:pt x="6466538" y="790247"/>
                  </a:lnTo>
                  <a:lnTo>
                    <a:pt x="6510231" y="774752"/>
                  </a:lnTo>
                  <a:lnTo>
                    <a:pt x="6553923" y="759257"/>
                  </a:lnTo>
                  <a:lnTo>
                    <a:pt x="6597616" y="743762"/>
                  </a:lnTo>
                  <a:lnTo>
                    <a:pt x="6641309" y="728267"/>
                  </a:lnTo>
                  <a:lnTo>
                    <a:pt x="6685002" y="712772"/>
                  </a:lnTo>
                  <a:lnTo>
                    <a:pt x="6728695" y="697277"/>
                  </a:lnTo>
                  <a:lnTo>
                    <a:pt x="6772388" y="681781"/>
                  </a:lnTo>
                  <a:lnTo>
                    <a:pt x="6816080" y="666286"/>
                  </a:lnTo>
                  <a:lnTo>
                    <a:pt x="6859773" y="650791"/>
                  </a:lnTo>
                  <a:lnTo>
                    <a:pt x="6903466" y="635296"/>
                  </a:lnTo>
                  <a:lnTo>
                    <a:pt x="6947159" y="619801"/>
                  </a:lnTo>
                  <a:lnTo>
                    <a:pt x="6990852" y="604306"/>
                  </a:lnTo>
                  <a:lnTo>
                    <a:pt x="7034544" y="588811"/>
                  </a:lnTo>
                  <a:lnTo>
                    <a:pt x="7078237" y="573316"/>
                  </a:lnTo>
                  <a:lnTo>
                    <a:pt x="7121930" y="557821"/>
                  </a:lnTo>
                  <a:lnTo>
                    <a:pt x="7165623" y="542326"/>
                  </a:lnTo>
                  <a:lnTo>
                    <a:pt x="7209316" y="526831"/>
                  </a:lnTo>
                  <a:lnTo>
                    <a:pt x="7253009" y="511336"/>
                  </a:lnTo>
                  <a:lnTo>
                    <a:pt x="7296701" y="495841"/>
                  </a:lnTo>
                  <a:lnTo>
                    <a:pt x="7340394" y="480346"/>
                  </a:lnTo>
                  <a:lnTo>
                    <a:pt x="7384087" y="464851"/>
                  </a:lnTo>
                  <a:lnTo>
                    <a:pt x="7427780" y="449356"/>
                  </a:lnTo>
                  <a:lnTo>
                    <a:pt x="7471473" y="433861"/>
                  </a:lnTo>
                  <a:lnTo>
                    <a:pt x="7515166" y="418366"/>
                  </a:lnTo>
                  <a:lnTo>
                    <a:pt x="7558858" y="402871"/>
                  </a:lnTo>
                  <a:lnTo>
                    <a:pt x="7602551" y="387376"/>
                  </a:lnTo>
                  <a:lnTo>
                    <a:pt x="7646244" y="371881"/>
                  </a:lnTo>
                  <a:lnTo>
                    <a:pt x="7689937" y="356386"/>
                  </a:lnTo>
                  <a:lnTo>
                    <a:pt x="7733630" y="340890"/>
                  </a:lnTo>
                  <a:lnTo>
                    <a:pt x="7777323" y="325395"/>
                  </a:lnTo>
                  <a:lnTo>
                    <a:pt x="7821015" y="309900"/>
                  </a:lnTo>
                  <a:lnTo>
                    <a:pt x="7864708" y="294405"/>
                  </a:lnTo>
                  <a:lnTo>
                    <a:pt x="7908401" y="278910"/>
                  </a:lnTo>
                  <a:lnTo>
                    <a:pt x="7952094" y="263415"/>
                  </a:lnTo>
                  <a:lnTo>
                    <a:pt x="7995787" y="247920"/>
                  </a:lnTo>
                  <a:lnTo>
                    <a:pt x="8039479" y="232425"/>
                  </a:lnTo>
                  <a:lnTo>
                    <a:pt x="8083172" y="216930"/>
                  </a:lnTo>
                  <a:lnTo>
                    <a:pt x="8126865" y="201435"/>
                  </a:lnTo>
                  <a:lnTo>
                    <a:pt x="8170558" y="185940"/>
                  </a:lnTo>
                  <a:lnTo>
                    <a:pt x="8214251" y="170445"/>
                  </a:lnTo>
                  <a:lnTo>
                    <a:pt x="8257944" y="154950"/>
                  </a:lnTo>
                  <a:lnTo>
                    <a:pt x="8301636" y="139455"/>
                  </a:lnTo>
                  <a:lnTo>
                    <a:pt x="8345329" y="123960"/>
                  </a:lnTo>
                  <a:lnTo>
                    <a:pt x="8389022" y="108465"/>
                  </a:lnTo>
                  <a:lnTo>
                    <a:pt x="8432715" y="92970"/>
                  </a:lnTo>
                  <a:lnTo>
                    <a:pt x="8476408" y="77475"/>
                  </a:lnTo>
                  <a:lnTo>
                    <a:pt x="8520101" y="61980"/>
                  </a:lnTo>
                  <a:lnTo>
                    <a:pt x="8563793" y="46485"/>
                  </a:lnTo>
                  <a:lnTo>
                    <a:pt x="8607486" y="30990"/>
                  </a:lnTo>
                  <a:lnTo>
                    <a:pt x="8651179" y="15495"/>
                  </a:lnTo>
                  <a:lnTo>
                    <a:pt x="8694872" y="0"/>
                  </a:lnTo>
                </a:path>
              </a:pathLst>
            </a:custGeom>
            <a:ln w="32521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7"/>
            <p:cNvSpPr/>
            <p:nvPr/>
          </p:nvSpPr>
          <p:spPr>
            <a:xfrm>
              <a:off x="1208299" y="2308228"/>
              <a:ext cx="8694872" cy="2704180"/>
            </a:xfrm>
            <a:custGeom>
              <a:avLst/>
              <a:pathLst>
                <a:path w="8694872" h="2704180">
                  <a:moveTo>
                    <a:pt x="0" y="2704180"/>
                  </a:moveTo>
                  <a:lnTo>
                    <a:pt x="43692" y="2690591"/>
                  </a:lnTo>
                  <a:lnTo>
                    <a:pt x="87385" y="2677002"/>
                  </a:lnTo>
                  <a:lnTo>
                    <a:pt x="131078" y="2663413"/>
                  </a:lnTo>
                  <a:lnTo>
                    <a:pt x="174771" y="2649824"/>
                  </a:lnTo>
                  <a:lnTo>
                    <a:pt x="218464" y="2636236"/>
                  </a:lnTo>
                  <a:lnTo>
                    <a:pt x="262156" y="2622647"/>
                  </a:lnTo>
                  <a:lnTo>
                    <a:pt x="305849" y="2609058"/>
                  </a:lnTo>
                  <a:lnTo>
                    <a:pt x="349542" y="2595469"/>
                  </a:lnTo>
                  <a:lnTo>
                    <a:pt x="393235" y="2581880"/>
                  </a:lnTo>
                  <a:lnTo>
                    <a:pt x="436928" y="2568291"/>
                  </a:lnTo>
                  <a:lnTo>
                    <a:pt x="480621" y="2554703"/>
                  </a:lnTo>
                  <a:lnTo>
                    <a:pt x="524313" y="2541114"/>
                  </a:lnTo>
                  <a:lnTo>
                    <a:pt x="568006" y="2527525"/>
                  </a:lnTo>
                  <a:lnTo>
                    <a:pt x="611699" y="2513936"/>
                  </a:lnTo>
                  <a:lnTo>
                    <a:pt x="655392" y="2500347"/>
                  </a:lnTo>
                  <a:lnTo>
                    <a:pt x="699085" y="2486758"/>
                  </a:lnTo>
                  <a:lnTo>
                    <a:pt x="742778" y="2473169"/>
                  </a:lnTo>
                  <a:lnTo>
                    <a:pt x="786470" y="2459581"/>
                  </a:lnTo>
                  <a:lnTo>
                    <a:pt x="830163" y="2445992"/>
                  </a:lnTo>
                  <a:lnTo>
                    <a:pt x="873856" y="2432403"/>
                  </a:lnTo>
                  <a:lnTo>
                    <a:pt x="917549" y="2418814"/>
                  </a:lnTo>
                  <a:lnTo>
                    <a:pt x="961242" y="2405225"/>
                  </a:lnTo>
                  <a:lnTo>
                    <a:pt x="1004934" y="2391636"/>
                  </a:lnTo>
                  <a:lnTo>
                    <a:pt x="1048627" y="2378048"/>
                  </a:lnTo>
                  <a:lnTo>
                    <a:pt x="1092320" y="2364459"/>
                  </a:lnTo>
                  <a:lnTo>
                    <a:pt x="1136013" y="2350870"/>
                  </a:lnTo>
                  <a:lnTo>
                    <a:pt x="1179706" y="2337281"/>
                  </a:lnTo>
                  <a:lnTo>
                    <a:pt x="1223399" y="2323692"/>
                  </a:lnTo>
                  <a:lnTo>
                    <a:pt x="1267091" y="2310103"/>
                  </a:lnTo>
                  <a:lnTo>
                    <a:pt x="1310784" y="2296514"/>
                  </a:lnTo>
                  <a:lnTo>
                    <a:pt x="1354477" y="2282926"/>
                  </a:lnTo>
                  <a:lnTo>
                    <a:pt x="1398170" y="2269337"/>
                  </a:lnTo>
                  <a:lnTo>
                    <a:pt x="1441863" y="2255748"/>
                  </a:lnTo>
                  <a:lnTo>
                    <a:pt x="1485556" y="2242159"/>
                  </a:lnTo>
                  <a:lnTo>
                    <a:pt x="1529248" y="2228570"/>
                  </a:lnTo>
                  <a:lnTo>
                    <a:pt x="1572941" y="2214981"/>
                  </a:lnTo>
                  <a:lnTo>
                    <a:pt x="1616634" y="2201393"/>
                  </a:lnTo>
                  <a:lnTo>
                    <a:pt x="1660327" y="2187804"/>
                  </a:lnTo>
                  <a:lnTo>
                    <a:pt x="1704020" y="2174215"/>
                  </a:lnTo>
                  <a:lnTo>
                    <a:pt x="1747713" y="2160626"/>
                  </a:lnTo>
                  <a:lnTo>
                    <a:pt x="1791405" y="2147037"/>
                  </a:lnTo>
                  <a:lnTo>
                    <a:pt x="1835098" y="2133448"/>
                  </a:lnTo>
                  <a:lnTo>
                    <a:pt x="1878791" y="2119859"/>
                  </a:lnTo>
                  <a:lnTo>
                    <a:pt x="1922484" y="2106271"/>
                  </a:lnTo>
                  <a:lnTo>
                    <a:pt x="1966177" y="2092682"/>
                  </a:lnTo>
                  <a:lnTo>
                    <a:pt x="2009869" y="2079093"/>
                  </a:lnTo>
                  <a:lnTo>
                    <a:pt x="2053562" y="2065504"/>
                  </a:lnTo>
                  <a:lnTo>
                    <a:pt x="2097255" y="2051915"/>
                  </a:lnTo>
                  <a:lnTo>
                    <a:pt x="2140948" y="2038326"/>
                  </a:lnTo>
                  <a:lnTo>
                    <a:pt x="2184641" y="2024738"/>
                  </a:lnTo>
                  <a:lnTo>
                    <a:pt x="2228334" y="2011149"/>
                  </a:lnTo>
                  <a:lnTo>
                    <a:pt x="2272026" y="1997560"/>
                  </a:lnTo>
                  <a:lnTo>
                    <a:pt x="2315719" y="1983971"/>
                  </a:lnTo>
                  <a:lnTo>
                    <a:pt x="2359412" y="1970382"/>
                  </a:lnTo>
                  <a:lnTo>
                    <a:pt x="2403105" y="1956793"/>
                  </a:lnTo>
                  <a:lnTo>
                    <a:pt x="2446798" y="1943204"/>
                  </a:lnTo>
                  <a:lnTo>
                    <a:pt x="2490491" y="1929616"/>
                  </a:lnTo>
                  <a:lnTo>
                    <a:pt x="2534183" y="1916027"/>
                  </a:lnTo>
                  <a:lnTo>
                    <a:pt x="2577876" y="1902438"/>
                  </a:lnTo>
                  <a:lnTo>
                    <a:pt x="2621569" y="1888849"/>
                  </a:lnTo>
                  <a:lnTo>
                    <a:pt x="2665262" y="1875260"/>
                  </a:lnTo>
                  <a:lnTo>
                    <a:pt x="2708955" y="1861671"/>
                  </a:lnTo>
                  <a:lnTo>
                    <a:pt x="2752648" y="1848083"/>
                  </a:lnTo>
                  <a:lnTo>
                    <a:pt x="2796340" y="1834494"/>
                  </a:lnTo>
                  <a:lnTo>
                    <a:pt x="2840033" y="1820905"/>
                  </a:lnTo>
                  <a:lnTo>
                    <a:pt x="2883726" y="1807316"/>
                  </a:lnTo>
                  <a:lnTo>
                    <a:pt x="2927419" y="1793727"/>
                  </a:lnTo>
                  <a:lnTo>
                    <a:pt x="2971112" y="1780138"/>
                  </a:lnTo>
                  <a:lnTo>
                    <a:pt x="3014804" y="1766549"/>
                  </a:lnTo>
                  <a:lnTo>
                    <a:pt x="3058497" y="1752961"/>
                  </a:lnTo>
                  <a:lnTo>
                    <a:pt x="3102190" y="1739372"/>
                  </a:lnTo>
                  <a:lnTo>
                    <a:pt x="3145883" y="1725783"/>
                  </a:lnTo>
                  <a:lnTo>
                    <a:pt x="3189576" y="1712194"/>
                  </a:lnTo>
                  <a:lnTo>
                    <a:pt x="3233269" y="1698605"/>
                  </a:lnTo>
                  <a:lnTo>
                    <a:pt x="3276961" y="1685016"/>
                  </a:lnTo>
                  <a:lnTo>
                    <a:pt x="3320654" y="1671428"/>
                  </a:lnTo>
                  <a:lnTo>
                    <a:pt x="3364347" y="1657839"/>
                  </a:lnTo>
                  <a:lnTo>
                    <a:pt x="3408040" y="1644250"/>
                  </a:lnTo>
                  <a:lnTo>
                    <a:pt x="3451733" y="1630661"/>
                  </a:lnTo>
                  <a:lnTo>
                    <a:pt x="3495426" y="1617072"/>
                  </a:lnTo>
                  <a:lnTo>
                    <a:pt x="3539118" y="1603483"/>
                  </a:lnTo>
                  <a:lnTo>
                    <a:pt x="3582811" y="1589894"/>
                  </a:lnTo>
                  <a:lnTo>
                    <a:pt x="3626504" y="1576306"/>
                  </a:lnTo>
                  <a:lnTo>
                    <a:pt x="3670197" y="1562717"/>
                  </a:lnTo>
                  <a:lnTo>
                    <a:pt x="3713890" y="1549128"/>
                  </a:lnTo>
                  <a:lnTo>
                    <a:pt x="3757583" y="1535539"/>
                  </a:lnTo>
                  <a:lnTo>
                    <a:pt x="3801275" y="1521950"/>
                  </a:lnTo>
                  <a:lnTo>
                    <a:pt x="3844968" y="1508361"/>
                  </a:lnTo>
                  <a:lnTo>
                    <a:pt x="3888661" y="1494773"/>
                  </a:lnTo>
                  <a:lnTo>
                    <a:pt x="3932354" y="1481184"/>
                  </a:lnTo>
                  <a:lnTo>
                    <a:pt x="3976047" y="1467595"/>
                  </a:lnTo>
                  <a:lnTo>
                    <a:pt x="4019739" y="1454006"/>
                  </a:lnTo>
                  <a:lnTo>
                    <a:pt x="4063432" y="1440417"/>
                  </a:lnTo>
                  <a:lnTo>
                    <a:pt x="4107125" y="1426828"/>
                  </a:lnTo>
                  <a:lnTo>
                    <a:pt x="4150818" y="1413239"/>
                  </a:lnTo>
                  <a:lnTo>
                    <a:pt x="4194511" y="1399651"/>
                  </a:lnTo>
                  <a:lnTo>
                    <a:pt x="4238204" y="1386062"/>
                  </a:lnTo>
                  <a:lnTo>
                    <a:pt x="4281896" y="1372473"/>
                  </a:lnTo>
                  <a:lnTo>
                    <a:pt x="4325589" y="1358884"/>
                  </a:lnTo>
                  <a:lnTo>
                    <a:pt x="4369282" y="1345295"/>
                  </a:lnTo>
                  <a:lnTo>
                    <a:pt x="4412975" y="1331706"/>
                  </a:lnTo>
                  <a:lnTo>
                    <a:pt x="4456668" y="1318118"/>
                  </a:lnTo>
                  <a:lnTo>
                    <a:pt x="4500361" y="1304529"/>
                  </a:lnTo>
                  <a:lnTo>
                    <a:pt x="4544053" y="1290940"/>
                  </a:lnTo>
                  <a:lnTo>
                    <a:pt x="4587746" y="1277351"/>
                  </a:lnTo>
                  <a:lnTo>
                    <a:pt x="4631439" y="1263762"/>
                  </a:lnTo>
                  <a:lnTo>
                    <a:pt x="4675132" y="1250173"/>
                  </a:lnTo>
                  <a:lnTo>
                    <a:pt x="4718825" y="1236584"/>
                  </a:lnTo>
                  <a:lnTo>
                    <a:pt x="4762518" y="1222996"/>
                  </a:lnTo>
                  <a:lnTo>
                    <a:pt x="4806210" y="1209407"/>
                  </a:lnTo>
                  <a:lnTo>
                    <a:pt x="4849903" y="1195818"/>
                  </a:lnTo>
                  <a:lnTo>
                    <a:pt x="4893596" y="1182229"/>
                  </a:lnTo>
                  <a:lnTo>
                    <a:pt x="4937289" y="1168640"/>
                  </a:lnTo>
                  <a:lnTo>
                    <a:pt x="4980982" y="1155051"/>
                  </a:lnTo>
                  <a:lnTo>
                    <a:pt x="5024674" y="1141463"/>
                  </a:lnTo>
                  <a:lnTo>
                    <a:pt x="5068367" y="1127874"/>
                  </a:lnTo>
                  <a:lnTo>
                    <a:pt x="5112060" y="1114285"/>
                  </a:lnTo>
                  <a:lnTo>
                    <a:pt x="5155753" y="1100696"/>
                  </a:lnTo>
                  <a:lnTo>
                    <a:pt x="5199446" y="1087107"/>
                  </a:lnTo>
                  <a:lnTo>
                    <a:pt x="5243139" y="1073518"/>
                  </a:lnTo>
                  <a:lnTo>
                    <a:pt x="5286831" y="1059929"/>
                  </a:lnTo>
                  <a:lnTo>
                    <a:pt x="5330524" y="1046341"/>
                  </a:lnTo>
                  <a:lnTo>
                    <a:pt x="5374217" y="1032752"/>
                  </a:lnTo>
                  <a:lnTo>
                    <a:pt x="5417910" y="1019163"/>
                  </a:lnTo>
                  <a:lnTo>
                    <a:pt x="5461603" y="1005574"/>
                  </a:lnTo>
                  <a:lnTo>
                    <a:pt x="5505296" y="991985"/>
                  </a:lnTo>
                  <a:lnTo>
                    <a:pt x="5548988" y="978396"/>
                  </a:lnTo>
                  <a:lnTo>
                    <a:pt x="5592681" y="964808"/>
                  </a:lnTo>
                  <a:lnTo>
                    <a:pt x="5636374" y="951219"/>
                  </a:lnTo>
                  <a:lnTo>
                    <a:pt x="5680067" y="937630"/>
                  </a:lnTo>
                  <a:lnTo>
                    <a:pt x="5723760" y="924041"/>
                  </a:lnTo>
                  <a:lnTo>
                    <a:pt x="5767453" y="910452"/>
                  </a:lnTo>
                  <a:lnTo>
                    <a:pt x="5811145" y="896863"/>
                  </a:lnTo>
                  <a:lnTo>
                    <a:pt x="5854838" y="883274"/>
                  </a:lnTo>
                  <a:lnTo>
                    <a:pt x="5898531" y="869686"/>
                  </a:lnTo>
                  <a:lnTo>
                    <a:pt x="5942224" y="856097"/>
                  </a:lnTo>
                  <a:lnTo>
                    <a:pt x="5985917" y="842508"/>
                  </a:lnTo>
                  <a:lnTo>
                    <a:pt x="6029609" y="828919"/>
                  </a:lnTo>
                  <a:lnTo>
                    <a:pt x="6073302" y="815330"/>
                  </a:lnTo>
                  <a:lnTo>
                    <a:pt x="6116995" y="801741"/>
                  </a:lnTo>
                  <a:lnTo>
                    <a:pt x="6160688" y="788153"/>
                  </a:lnTo>
                  <a:lnTo>
                    <a:pt x="6204381" y="774564"/>
                  </a:lnTo>
                  <a:lnTo>
                    <a:pt x="6248074" y="760975"/>
                  </a:lnTo>
                  <a:lnTo>
                    <a:pt x="6291766" y="747386"/>
                  </a:lnTo>
                  <a:lnTo>
                    <a:pt x="6335459" y="733797"/>
                  </a:lnTo>
                  <a:lnTo>
                    <a:pt x="6379152" y="720208"/>
                  </a:lnTo>
                  <a:lnTo>
                    <a:pt x="6422845" y="706619"/>
                  </a:lnTo>
                  <a:lnTo>
                    <a:pt x="6466538" y="693031"/>
                  </a:lnTo>
                  <a:lnTo>
                    <a:pt x="6510231" y="679442"/>
                  </a:lnTo>
                  <a:lnTo>
                    <a:pt x="6553923" y="665853"/>
                  </a:lnTo>
                  <a:lnTo>
                    <a:pt x="6597616" y="652264"/>
                  </a:lnTo>
                  <a:lnTo>
                    <a:pt x="6641309" y="638675"/>
                  </a:lnTo>
                  <a:lnTo>
                    <a:pt x="6685002" y="625086"/>
                  </a:lnTo>
                  <a:lnTo>
                    <a:pt x="6728695" y="611498"/>
                  </a:lnTo>
                  <a:lnTo>
                    <a:pt x="6772388" y="597909"/>
                  </a:lnTo>
                  <a:lnTo>
                    <a:pt x="6816080" y="584320"/>
                  </a:lnTo>
                  <a:lnTo>
                    <a:pt x="6859773" y="570731"/>
                  </a:lnTo>
                  <a:lnTo>
                    <a:pt x="6903466" y="557142"/>
                  </a:lnTo>
                  <a:lnTo>
                    <a:pt x="6947159" y="543553"/>
                  </a:lnTo>
                  <a:lnTo>
                    <a:pt x="6990852" y="529964"/>
                  </a:lnTo>
                  <a:lnTo>
                    <a:pt x="7034544" y="516376"/>
                  </a:lnTo>
                  <a:lnTo>
                    <a:pt x="7078237" y="502787"/>
                  </a:lnTo>
                  <a:lnTo>
                    <a:pt x="7121930" y="489198"/>
                  </a:lnTo>
                  <a:lnTo>
                    <a:pt x="7165623" y="475609"/>
                  </a:lnTo>
                  <a:lnTo>
                    <a:pt x="7209316" y="462020"/>
                  </a:lnTo>
                  <a:lnTo>
                    <a:pt x="7253009" y="448431"/>
                  </a:lnTo>
                  <a:lnTo>
                    <a:pt x="7296701" y="434843"/>
                  </a:lnTo>
                  <a:lnTo>
                    <a:pt x="7340394" y="421254"/>
                  </a:lnTo>
                  <a:lnTo>
                    <a:pt x="7384087" y="407665"/>
                  </a:lnTo>
                  <a:lnTo>
                    <a:pt x="7427780" y="394076"/>
                  </a:lnTo>
                  <a:lnTo>
                    <a:pt x="7471473" y="380487"/>
                  </a:lnTo>
                  <a:lnTo>
                    <a:pt x="7515166" y="366898"/>
                  </a:lnTo>
                  <a:lnTo>
                    <a:pt x="7558858" y="353309"/>
                  </a:lnTo>
                  <a:lnTo>
                    <a:pt x="7602551" y="339721"/>
                  </a:lnTo>
                  <a:lnTo>
                    <a:pt x="7646244" y="326132"/>
                  </a:lnTo>
                  <a:lnTo>
                    <a:pt x="7689937" y="312543"/>
                  </a:lnTo>
                  <a:lnTo>
                    <a:pt x="7733630" y="298954"/>
                  </a:lnTo>
                  <a:lnTo>
                    <a:pt x="7777323" y="285365"/>
                  </a:lnTo>
                  <a:lnTo>
                    <a:pt x="7821015" y="271776"/>
                  </a:lnTo>
                  <a:lnTo>
                    <a:pt x="7864708" y="258188"/>
                  </a:lnTo>
                  <a:lnTo>
                    <a:pt x="7908401" y="244599"/>
                  </a:lnTo>
                  <a:lnTo>
                    <a:pt x="7952094" y="231010"/>
                  </a:lnTo>
                  <a:lnTo>
                    <a:pt x="7995787" y="217421"/>
                  </a:lnTo>
                  <a:lnTo>
                    <a:pt x="8039479" y="203832"/>
                  </a:lnTo>
                  <a:lnTo>
                    <a:pt x="8083172" y="190243"/>
                  </a:lnTo>
                  <a:lnTo>
                    <a:pt x="8126865" y="176654"/>
                  </a:lnTo>
                  <a:lnTo>
                    <a:pt x="8170558" y="163066"/>
                  </a:lnTo>
                  <a:lnTo>
                    <a:pt x="8214251" y="149477"/>
                  </a:lnTo>
                  <a:lnTo>
                    <a:pt x="8257944" y="135888"/>
                  </a:lnTo>
                  <a:lnTo>
                    <a:pt x="8301636" y="122299"/>
                  </a:lnTo>
                  <a:lnTo>
                    <a:pt x="8345329" y="108710"/>
                  </a:lnTo>
                  <a:lnTo>
                    <a:pt x="8389022" y="95121"/>
                  </a:lnTo>
                  <a:lnTo>
                    <a:pt x="8432715" y="81533"/>
                  </a:lnTo>
                  <a:lnTo>
                    <a:pt x="8476408" y="67944"/>
                  </a:lnTo>
                  <a:lnTo>
                    <a:pt x="8520101" y="54355"/>
                  </a:lnTo>
                  <a:lnTo>
                    <a:pt x="8563793" y="40766"/>
                  </a:lnTo>
                  <a:lnTo>
                    <a:pt x="8607486" y="27177"/>
                  </a:lnTo>
                  <a:lnTo>
                    <a:pt x="8651179" y="13588"/>
                  </a:lnTo>
                  <a:lnTo>
                    <a:pt x="8694872" y="0"/>
                  </a:lnTo>
                </a:path>
              </a:pathLst>
            </a:custGeom>
            <a:ln w="32521" cap="flat">
              <a:solidFill>
                <a:srgbClr val="7CAE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8"/>
            <p:cNvSpPr/>
            <p:nvPr/>
          </p:nvSpPr>
          <p:spPr>
            <a:xfrm>
              <a:off x="1208299" y="2398883"/>
              <a:ext cx="8694872" cy="2602608"/>
            </a:xfrm>
            <a:custGeom>
              <a:avLst/>
              <a:pathLst>
                <a:path w="8694872" h="2602608">
                  <a:moveTo>
                    <a:pt x="0" y="2602608"/>
                  </a:moveTo>
                  <a:lnTo>
                    <a:pt x="43692" y="2589529"/>
                  </a:lnTo>
                  <a:lnTo>
                    <a:pt x="87385" y="2576451"/>
                  </a:lnTo>
                  <a:lnTo>
                    <a:pt x="131078" y="2563373"/>
                  </a:lnTo>
                  <a:lnTo>
                    <a:pt x="174771" y="2550294"/>
                  </a:lnTo>
                  <a:lnTo>
                    <a:pt x="218464" y="2537216"/>
                  </a:lnTo>
                  <a:lnTo>
                    <a:pt x="262156" y="2524137"/>
                  </a:lnTo>
                  <a:lnTo>
                    <a:pt x="305849" y="2511059"/>
                  </a:lnTo>
                  <a:lnTo>
                    <a:pt x="349542" y="2497980"/>
                  </a:lnTo>
                  <a:lnTo>
                    <a:pt x="393235" y="2484902"/>
                  </a:lnTo>
                  <a:lnTo>
                    <a:pt x="436928" y="2471823"/>
                  </a:lnTo>
                  <a:lnTo>
                    <a:pt x="480621" y="2458745"/>
                  </a:lnTo>
                  <a:lnTo>
                    <a:pt x="524313" y="2445667"/>
                  </a:lnTo>
                  <a:lnTo>
                    <a:pt x="568006" y="2432588"/>
                  </a:lnTo>
                  <a:lnTo>
                    <a:pt x="611699" y="2419510"/>
                  </a:lnTo>
                  <a:lnTo>
                    <a:pt x="655392" y="2406431"/>
                  </a:lnTo>
                  <a:lnTo>
                    <a:pt x="699085" y="2393353"/>
                  </a:lnTo>
                  <a:lnTo>
                    <a:pt x="742778" y="2380274"/>
                  </a:lnTo>
                  <a:lnTo>
                    <a:pt x="786470" y="2367196"/>
                  </a:lnTo>
                  <a:lnTo>
                    <a:pt x="830163" y="2354118"/>
                  </a:lnTo>
                  <a:lnTo>
                    <a:pt x="873856" y="2341039"/>
                  </a:lnTo>
                  <a:lnTo>
                    <a:pt x="917549" y="2327961"/>
                  </a:lnTo>
                  <a:lnTo>
                    <a:pt x="961242" y="2314882"/>
                  </a:lnTo>
                  <a:lnTo>
                    <a:pt x="1004934" y="2301804"/>
                  </a:lnTo>
                  <a:lnTo>
                    <a:pt x="1048627" y="2288725"/>
                  </a:lnTo>
                  <a:lnTo>
                    <a:pt x="1092320" y="2275647"/>
                  </a:lnTo>
                  <a:lnTo>
                    <a:pt x="1136013" y="2262569"/>
                  </a:lnTo>
                  <a:lnTo>
                    <a:pt x="1179706" y="2249490"/>
                  </a:lnTo>
                  <a:lnTo>
                    <a:pt x="1223399" y="2236412"/>
                  </a:lnTo>
                  <a:lnTo>
                    <a:pt x="1267091" y="2223333"/>
                  </a:lnTo>
                  <a:lnTo>
                    <a:pt x="1310784" y="2210255"/>
                  </a:lnTo>
                  <a:lnTo>
                    <a:pt x="1354477" y="2197176"/>
                  </a:lnTo>
                  <a:lnTo>
                    <a:pt x="1398170" y="2184098"/>
                  </a:lnTo>
                  <a:lnTo>
                    <a:pt x="1441863" y="2171020"/>
                  </a:lnTo>
                  <a:lnTo>
                    <a:pt x="1485556" y="2157941"/>
                  </a:lnTo>
                  <a:lnTo>
                    <a:pt x="1529248" y="2144863"/>
                  </a:lnTo>
                  <a:lnTo>
                    <a:pt x="1572941" y="2131784"/>
                  </a:lnTo>
                  <a:lnTo>
                    <a:pt x="1616634" y="2118706"/>
                  </a:lnTo>
                  <a:lnTo>
                    <a:pt x="1660327" y="2105627"/>
                  </a:lnTo>
                  <a:lnTo>
                    <a:pt x="1704020" y="2092549"/>
                  </a:lnTo>
                  <a:lnTo>
                    <a:pt x="1747713" y="2079470"/>
                  </a:lnTo>
                  <a:lnTo>
                    <a:pt x="1791405" y="2066392"/>
                  </a:lnTo>
                  <a:lnTo>
                    <a:pt x="1835098" y="2053314"/>
                  </a:lnTo>
                  <a:lnTo>
                    <a:pt x="1878791" y="2040235"/>
                  </a:lnTo>
                  <a:lnTo>
                    <a:pt x="1922484" y="2027157"/>
                  </a:lnTo>
                  <a:lnTo>
                    <a:pt x="1966177" y="2014078"/>
                  </a:lnTo>
                  <a:lnTo>
                    <a:pt x="2009869" y="2001000"/>
                  </a:lnTo>
                  <a:lnTo>
                    <a:pt x="2053562" y="1987921"/>
                  </a:lnTo>
                  <a:lnTo>
                    <a:pt x="2097255" y="1974843"/>
                  </a:lnTo>
                  <a:lnTo>
                    <a:pt x="2140948" y="1961765"/>
                  </a:lnTo>
                  <a:lnTo>
                    <a:pt x="2184641" y="1948686"/>
                  </a:lnTo>
                  <a:lnTo>
                    <a:pt x="2228334" y="1935608"/>
                  </a:lnTo>
                  <a:lnTo>
                    <a:pt x="2272026" y="1922529"/>
                  </a:lnTo>
                  <a:lnTo>
                    <a:pt x="2315719" y="1909451"/>
                  </a:lnTo>
                  <a:lnTo>
                    <a:pt x="2359412" y="1896372"/>
                  </a:lnTo>
                  <a:lnTo>
                    <a:pt x="2403105" y="1883294"/>
                  </a:lnTo>
                  <a:lnTo>
                    <a:pt x="2446798" y="1870216"/>
                  </a:lnTo>
                  <a:lnTo>
                    <a:pt x="2490491" y="1857137"/>
                  </a:lnTo>
                  <a:lnTo>
                    <a:pt x="2534183" y="1844059"/>
                  </a:lnTo>
                  <a:lnTo>
                    <a:pt x="2577876" y="1830980"/>
                  </a:lnTo>
                  <a:lnTo>
                    <a:pt x="2621569" y="1817902"/>
                  </a:lnTo>
                  <a:lnTo>
                    <a:pt x="2665262" y="1804823"/>
                  </a:lnTo>
                  <a:lnTo>
                    <a:pt x="2708955" y="1791745"/>
                  </a:lnTo>
                  <a:lnTo>
                    <a:pt x="2752648" y="1778666"/>
                  </a:lnTo>
                  <a:lnTo>
                    <a:pt x="2796340" y="1765588"/>
                  </a:lnTo>
                  <a:lnTo>
                    <a:pt x="2840033" y="1752510"/>
                  </a:lnTo>
                  <a:lnTo>
                    <a:pt x="2883726" y="1739431"/>
                  </a:lnTo>
                  <a:lnTo>
                    <a:pt x="2927419" y="1726353"/>
                  </a:lnTo>
                  <a:lnTo>
                    <a:pt x="2971112" y="1713274"/>
                  </a:lnTo>
                  <a:lnTo>
                    <a:pt x="3014804" y="1700196"/>
                  </a:lnTo>
                  <a:lnTo>
                    <a:pt x="3058497" y="1687117"/>
                  </a:lnTo>
                  <a:lnTo>
                    <a:pt x="3102190" y="1674039"/>
                  </a:lnTo>
                  <a:lnTo>
                    <a:pt x="3145883" y="1660961"/>
                  </a:lnTo>
                  <a:lnTo>
                    <a:pt x="3189576" y="1647882"/>
                  </a:lnTo>
                  <a:lnTo>
                    <a:pt x="3233269" y="1634804"/>
                  </a:lnTo>
                  <a:lnTo>
                    <a:pt x="3276961" y="1621725"/>
                  </a:lnTo>
                  <a:lnTo>
                    <a:pt x="3320654" y="1608647"/>
                  </a:lnTo>
                  <a:lnTo>
                    <a:pt x="3364347" y="1595568"/>
                  </a:lnTo>
                  <a:lnTo>
                    <a:pt x="3408040" y="1582490"/>
                  </a:lnTo>
                  <a:lnTo>
                    <a:pt x="3451733" y="1569412"/>
                  </a:lnTo>
                  <a:lnTo>
                    <a:pt x="3495426" y="1556333"/>
                  </a:lnTo>
                  <a:lnTo>
                    <a:pt x="3539118" y="1543255"/>
                  </a:lnTo>
                  <a:lnTo>
                    <a:pt x="3582811" y="1530176"/>
                  </a:lnTo>
                  <a:lnTo>
                    <a:pt x="3626504" y="1517098"/>
                  </a:lnTo>
                  <a:lnTo>
                    <a:pt x="3670197" y="1504019"/>
                  </a:lnTo>
                  <a:lnTo>
                    <a:pt x="3713890" y="1490941"/>
                  </a:lnTo>
                  <a:lnTo>
                    <a:pt x="3757583" y="1477863"/>
                  </a:lnTo>
                  <a:lnTo>
                    <a:pt x="3801275" y="1464784"/>
                  </a:lnTo>
                  <a:lnTo>
                    <a:pt x="3844968" y="1451706"/>
                  </a:lnTo>
                  <a:lnTo>
                    <a:pt x="3888661" y="1438627"/>
                  </a:lnTo>
                  <a:lnTo>
                    <a:pt x="3932354" y="1425549"/>
                  </a:lnTo>
                  <a:lnTo>
                    <a:pt x="3976047" y="1412470"/>
                  </a:lnTo>
                  <a:lnTo>
                    <a:pt x="4019739" y="1399392"/>
                  </a:lnTo>
                  <a:lnTo>
                    <a:pt x="4063432" y="1386313"/>
                  </a:lnTo>
                  <a:lnTo>
                    <a:pt x="4107125" y="1373235"/>
                  </a:lnTo>
                  <a:lnTo>
                    <a:pt x="4150818" y="1360157"/>
                  </a:lnTo>
                  <a:lnTo>
                    <a:pt x="4194511" y="1347078"/>
                  </a:lnTo>
                  <a:lnTo>
                    <a:pt x="4238204" y="1334000"/>
                  </a:lnTo>
                  <a:lnTo>
                    <a:pt x="4281896" y="1320921"/>
                  </a:lnTo>
                  <a:lnTo>
                    <a:pt x="4325589" y="1307843"/>
                  </a:lnTo>
                  <a:lnTo>
                    <a:pt x="4369282" y="1294764"/>
                  </a:lnTo>
                  <a:lnTo>
                    <a:pt x="4412975" y="1281686"/>
                  </a:lnTo>
                  <a:lnTo>
                    <a:pt x="4456668" y="1268608"/>
                  </a:lnTo>
                  <a:lnTo>
                    <a:pt x="4500361" y="1255529"/>
                  </a:lnTo>
                  <a:lnTo>
                    <a:pt x="4544053" y="1242451"/>
                  </a:lnTo>
                  <a:lnTo>
                    <a:pt x="4587746" y="1229372"/>
                  </a:lnTo>
                  <a:lnTo>
                    <a:pt x="4631439" y="1216294"/>
                  </a:lnTo>
                  <a:lnTo>
                    <a:pt x="4675132" y="1203215"/>
                  </a:lnTo>
                  <a:lnTo>
                    <a:pt x="4718825" y="1190137"/>
                  </a:lnTo>
                  <a:lnTo>
                    <a:pt x="4762518" y="1177059"/>
                  </a:lnTo>
                  <a:lnTo>
                    <a:pt x="4806210" y="1163980"/>
                  </a:lnTo>
                  <a:lnTo>
                    <a:pt x="4849903" y="1150902"/>
                  </a:lnTo>
                  <a:lnTo>
                    <a:pt x="4893596" y="1137823"/>
                  </a:lnTo>
                  <a:lnTo>
                    <a:pt x="4937289" y="1124745"/>
                  </a:lnTo>
                  <a:lnTo>
                    <a:pt x="4980982" y="1111666"/>
                  </a:lnTo>
                  <a:lnTo>
                    <a:pt x="5024674" y="1098588"/>
                  </a:lnTo>
                  <a:lnTo>
                    <a:pt x="5068367" y="1085510"/>
                  </a:lnTo>
                  <a:lnTo>
                    <a:pt x="5112060" y="1072431"/>
                  </a:lnTo>
                  <a:lnTo>
                    <a:pt x="5155753" y="1059353"/>
                  </a:lnTo>
                  <a:lnTo>
                    <a:pt x="5199446" y="1046274"/>
                  </a:lnTo>
                  <a:lnTo>
                    <a:pt x="5243139" y="1033196"/>
                  </a:lnTo>
                  <a:lnTo>
                    <a:pt x="5286831" y="1020117"/>
                  </a:lnTo>
                  <a:lnTo>
                    <a:pt x="5330524" y="1007039"/>
                  </a:lnTo>
                  <a:lnTo>
                    <a:pt x="5374217" y="993960"/>
                  </a:lnTo>
                  <a:lnTo>
                    <a:pt x="5417910" y="980882"/>
                  </a:lnTo>
                  <a:lnTo>
                    <a:pt x="5461603" y="967804"/>
                  </a:lnTo>
                  <a:lnTo>
                    <a:pt x="5505296" y="954725"/>
                  </a:lnTo>
                  <a:lnTo>
                    <a:pt x="5548988" y="941647"/>
                  </a:lnTo>
                  <a:lnTo>
                    <a:pt x="5592681" y="928568"/>
                  </a:lnTo>
                  <a:lnTo>
                    <a:pt x="5636374" y="915490"/>
                  </a:lnTo>
                  <a:lnTo>
                    <a:pt x="5680067" y="902411"/>
                  </a:lnTo>
                  <a:lnTo>
                    <a:pt x="5723760" y="889333"/>
                  </a:lnTo>
                  <a:lnTo>
                    <a:pt x="5767453" y="876255"/>
                  </a:lnTo>
                  <a:lnTo>
                    <a:pt x="5811145" y="863176"/>
                  </a:lnTo>
                  <a:lnTo>
                    <a:pt x="5854838" y="850098"/>
                  </a:lnTo>
                  <a:lnTo>
                    <a:pt x="5898531" y="837019"/>
                  </a:lnTo>
                  <a:lnTo>
                    <a:pt x="5942224" y="823941"/>
                  </a:lnTo>
                  <a:lnTo>
                    <a:pt x="5985917" y="810862"/>
                  </a:lnTo>
                  <a:lnTo>
                    <a:pt x="6029609" y="797784"/>
                  </a:lnTo>
                  <a:lnTo>
                    <a:pt x="6073302" y="784706"/>
                  </a:lnTo>
                  <a:lnTo>
                    <a:pt x="6116995" y="771627"/>
                  </a:lnTo>
                  <a:lnTo>
                    <a:pt x="6160688" y="758549"/>
                  </a:lnTo>
                  <a:lnTo>
                    <a:pt x="6204381" y="745470"/>
                  </a:lnTo>
                  <a:lnTo>
                    <a:pt x="6248074" y="732392"/>
                  </a:lnTo>
                  <a:lnTo>
                    <a:pt x="6291766" y="719313"/>
                  </a:lnTo>
                  <a:lnTo>
                    <a:pt x="6335459" y="706235"/>
                  </a:lnTo>
                  <a:lnTo>
                    <a:pt x="6379152" y="693156"/>
                  </a:lnTo>
                  <a:lnTo>
                    <a:pt x="6422845" y="680078"/>
                  </a:lnTo>
                  <a:lnTo>
                    <a:pt x="6466538" y="667000"/>
                  </a:lnTo>
                  <a:lnTo>
                    <a:pt x="6510231" y="653921"/>
                  </a:lnTo>
                  <a:lnTo>
                    <a:pt x="6553923" y="640843"/>
                  </a:lnTo>
                  <a:lnTo>
                    <a:pt x="6597616" y="627764"/>
                  </a:lnTo>
                  <a:lnTo>
                    <a:pt x="6641309" y="614686"/>
                  </a:lnTo>
                  <a:lnTo>
                    <a:pt x="6685002" y="601607"/>
                  </a:lnTo>
                  <a:lnTo>
                    <a:pt x="6728695" y="588529"/>
                  </a:lnTo>
                  <a:lnTo>
                    <a:pt x="6772388" y="575451"/>
                  </a:lnTo>
                  <a:lnTo>
                    <a:pt x="6816080" y="562372"/>
                  </a:lnTo>
                  <a:lnTo>
                    <a:pt x="6859773" y="549294"/>
                  </a:lnTo>
                  <a:lnTo>
                    <a:pt x="6903466" y="536215"/>
                  </a:lnTo>
                  <a:lnTo>
                    <a:pt x="6947159" y="523137"/>
                  </a:lnTo>
                  <a:lnTo>
                    <a:pt x="6990852" y="510058"/>
                  </a:lnTo>
                  <a:lnTo>
                    <a:pt x="7034544" y="496980"/>
                  </a:lnTo>
                  <a:lnTo>
                    <a:pt x="7078237" y="483902"/>
                  </a:lnTo>
                  <a:lnTo>
                    <a:pt x="7121930" y="470823"/>
                  </a:lnTo>
                  <a:lnTo>
                    <a:pt x="7165623" y="457745"/>
                  </a:lnTo>
                  <a:lnTo>
                    <a:pt x="7209316" y="444666"/>
                  </a:lnTo>
                  <a:lnTo>
                    <a:pt x="7253009" y="431588"/>
                  </a:lnTo>
                  <a:lnTo>
                    <a:pt x="7296701" y="418509"/>
                  </a:lnTo>
                  <a:lnTo>
                    <a:pt x="7340394" y="405431"/>
                  </a:lnTo>
                  <a:lnTo>
                    <a:pt x="7384087" y="392353"/>
                  </a:lnTo>
                  <a:lnTo>
                    <a:pt x="7427780" y="379274"/>
                  </a:lnTo>
                  <a:lnTo>
                    <a:pt x="7471473" y="366196"/>
                  </a:lnTo>
                  <a:lnTo>
                    <a:pt x="7515166" y="353117"/>
                  </a:lnTo>
                  <a:lnTo>
                    <a:pt x="7558858" y="340039"/>
                  </a:lnTo>
                  <a:lnTo>
                    <a:pt x="7602551" y="326960"/>
                  </a:lnTo>
                  <a:lnTo>
                    <a:pt x="7646244" y="313882"/>
                  </a:lnTo>
                  <a:lnTo>
                    <a:pt x="7689937" y="300803"/>
                  </a:lnTo>
                  <a:lnTo>
                    <a:pt x="7733630" y="287725"/>
                  </a:lnTo>
                  <a:lnTo>
                    <a:pt x="7777323" y="274647"/>
                  </a:lnTo>
                  <a:lnTo>
                    <a:pt x="7821015" y="261568"/>
                  </a:lnTo>
                  <a:lnTo>
                    <a:pt x="7864708" y="248490"/>
                  </a:lnTo>
                  <a:lnTo>
                    <a:pt x="7908401" y="235411"/>
                  </a:lnTo>
                  <a:lnTo>
                    <a:pt x="7952094" y="222333"/>
                  </a:lnTo>
                  <a:lnTo>
                    <a:pt x="7995787" y="209254"/>
                  </a:lnTo>
                  <a:lnTo>
                    <a:pt x="8039479" y="196176"/>
                  </a:lnTo>
                  <a:lnTo>
                    <a:pt x="8083172" y="183098"/>
                  </a:lnTo>
                  <a:lnTo>
                    <a:pt x="8126865" y="170019"/>
                  </a:lnTo>
                  <a:lnTo>
                    <a:pt x="8170558" y="156941"/>
                  </a:lnTo>
                  <a:lnTo>
                    <a:pt x="8214251" y="143862"/>
                  </a:lnTo>
                  <a:lnTo>
                    <a:pt x="8257944" y="130784"/>
                  </a:lnTo>
                  <a:lnTo>
                    <a:pt x="8301636" y="117705"/>
                  </a:lnTo>
                  <a:lnTo>
                    <a:pt x="8345329" y="104627"/>
                  </a:lnTo>
                  <a:lnTo>
                    <a:pt x="8389022" y="91549"/>
                  </a:lnTo>
                  <a:lnTo>
                    <a:pt x="8432715" y="78470"/>
                  </a:lnTo>
                  <a:lnTo>
                    <a:pt x="8476408" y="65392"/>
                  </a:lnTo>
                  <a:lnTo>
                    <a:pt x="8520101" y="52313"/>
                  </a:lnTo>
                  <a:lnTo>
                    <a:pt x="8563793" y="39235"/>
                  </a:lnTo>
                  <a:lnTo>
                    <a:pt x="8607486" y="26156"/>
                  </a:lnTo>
                  <a:lnTo>
                    <a:pt x="8651179" y="13078"/>
                  </a:lnTo>
                  <a:lnTo>
                    <a:pt x="8694872" y="0"/>
                  </a:lnTo>
                </a:path>
              </a:pathLst>
            </a:custGeom>
            <a:ln w="32521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9"/>
            <p:cNvSpPr/>
            <p:nvPr/>
          </p:nvSpPr>
          <p:spPr>
            <a:xfrm>
              <a:off x="1208299" y="2407182"/>
              <a:ext cx="8694872" cy="2737067"/>
            </a:xfrm>
            <a:custGeom>
              <a:avLst/>
              <a:pathLst>
                <a:path w="8694872" h="2737067">
                  <a:moveTo>
                    <a:pt x="0" y="2737067"/>
                  </a:moveTo>
                  <a:lnTo>
                    <a:pt x="43692" y="2723313"/>
                  </a:lnTo>
                  <a:lnTo>
                    <a:pt x="87385" y="2709559"/>
                  </a:lnTo>
                  <a:lnTo>
                    <a:pt x="131078" y="2695805"/>
                  </a:lnTo>
                  <a:lnTo>
                    <a:pt x="174771" y="2682051"/>
                  </a:lnTo>
                  <a:lnTo>
                    <a:pt x="218464" y="2668297"/>
                  </a:lnTo>
                  <a:lnTo>
                    <a:pt x="262156" y="2654542"/>
                  </a:lnTo>
                  <a:lnTo>
                    <a:pt x="305849" y="2640788"/>
                  </a:lnTo>
                  <a:lnTo>
                    <a:pt x="349542" y="2627034"/>
                  </a:lnTo>
                  <a:lnTo>
                    <a:pt x="393235" y="2613280"/>
                  </a:lnTo>
                  <a:lnTo>
                    <a:pt x="436928" y="2599526"/>
                  </a:lnTo>
                  <a:lnTo>
                    <a:pt x="480621" y="2585772"/>
                  </a:lnTo>
                  <a:lnTo>
                    <a:pt x="524313" y="2572018"/>
                  </a:lnTo>
                  <a:lnTo>
                    <a:pt x="568006" y="2558264"/>
                  </a:lnTo>
                  <a:lnTo>
                    <a:pt x="611699" y="2544510"/>
                  </a:lnTo>
                  <a:lnTo>
                    <a:pt x="655392" y="2530755"/>
                  </a:lnTo>
                  <a:lnTo>
                    <a:pt x="699085" y="2517001"/>
                  </a:lnTo>
                  <a:lnTo>
                    <a:pt x="742778" y="2503247"/>
                  </a:lnTo>
                  <a:lnTo>
                    <a:pt x="786470" y="2489493"/>
                  </a:lnTo>
                  <a:lnTo>
                    <a:pt x="830163" y="2475739"/>
                  </a:lnTo>
                  <a:lnTo>
                    <a:pt x="873856" y="2461985"/>
                  </a:lnTo>
                  <a:lnTo>
                    <a:pt x="917549" y="2448231"/>
                  </a:lnTo>
                  <a:lnTo>
                    <a:pt x="961242" y="2434477"/>
                  </a:lnTo>
                  <a:lnTo>
                    <a:pt x="1004934" y="2420723"/>
                  </a:lnTo>
                  <a:lnTo>
                    <a:pt x="1048627" y="2406968"/>
                  </a:lnTo>
                  <a:lnTo>
                    <a:pt x="1092320" y="2393214"/>
                  </a:lnTo>
                  <a:lnTo>
                    <a:pt x="1136013" y="2379460"/>
                  </a:lnTo>
                  <a:lnTo>
                    <a:pt x="1179706" y="2365706"/>
                  </a:lnTo>
                  <a:lnTo>
                    <a:pt x="1223399" y="2351952"/>
                  </a:lnTo>
                  <a:lnTo>
                    <a:pt x="1267091" y="2338198"/>
                  </a:lnTo>
                  <a:lnTo>
                    <a:pt x="1310784" y="2324444"/>
                  </a:lnTo>
                  <a:lnTo>
                    <a:pt x="1354477" y="2310690"/>
                  </a:lnTo>
                  <a:lnTo>
                    <a:pt x="1398170" y="2296936"/>
                  </a:lnTo>
                  <a:lnTo>
                    <a:pt x="1441863" y="2283182"/>
                  </a:lnTo>
                  <a:lnTo>
                    <a:pt x="1485556" y="2269427"/>
                  </a:lnTo>
                  <a:lnTo>
                    <a:pt x="1529248" y="2255673"/>
                  </a:lnTo>
                  <a:lnTo>
                    <a:pt x="1572941" y="2241919"/>
                  </a:lnTo>
                  <a:lnTo>
                    <a:pt x="1616634" y="2228165"/>
                  </a:lnTo>
                  <a:lnTo>
                    <a:pt x="1660327" y="2214411"/>
                  </a:lnTo>
                  <a:lnTo>
                    <a:pt x="1704020" y="2200657"/>
                  </a:lnTo>
                  <a:lnTo>
                    <a:pt x="1747713" y="2186903"/>
                  </a:lnTo>
                  <a:lnTo>
                    <a:pt x="1791405" y="2173149"/>
                  </a:lnTo>
                  <a:lnTo>
                    <a:pt x="1835098" y="2159395"/>
                  </a:lnTo>
                  <a:lnTo>
                    <a:pt x="1878791" y="2145640"/>
                  </a:lnTo>
                  <a:lnTo>
                    <a:pt x="1922484" y="2131886"/>
                  </a:lnTo>
                  <a:lnTo>
                    <a:pt x="1966177" y="2118132"/>
                  </a:lnTo>
                  <a:lnTo>
                    <a:pt x="2009869" y="2104378"/>
                  </a:lnTo>
                  <a:lnTo>
                    <a:pt x="2053562" y="2090624"/>
                  </a:lnTo>
                  <a:lnTo>
                    <a:pt x="2097255" y="2076870"/>
                  </a:lnTo>
                  <a:lnTo>
                    <a:pt x="2140948" y="2063116"/>
                  </a:lnTo>
                  <a:lnTo>
                    <a:pt x="2184641" y="2049362"/>
                  </a:lnTo>
                  <a:lnTo>
                    <a:pt x="2228334" y="2035608"/>
                  </a:lnTo>
                  <a:lnTo>
                    <a:pt x="2272026" y="2021853"/>
                  </a:lnTo>
                  <a:lnTo>
                    <a:pt x="2315719" y="2008099"/>
                  </a:lnTo>
                  <a:lnTo>
                    <a:pt x="2359412" y="1994345"/>
                  </a:lnTo>
                  <a:lnTo>
                    <a:pt x="2403105" y="1980591"/>
                  </a:lnTo>
                  <a:lnTo>
                    <a:pt x="2446798" y="1966837"/>
                  </a:lnTo>
                  <a:lnTo>
                    <a:pt x="2490491" y="1953083"/>
                  </a:lnTo>
                  <a:lnTo>
                    <a:pt x="2534183" y="1939329"/>
                  </a:lnTo>
                  <a:lnTo>
                    <a:pt x="2577876" y="1925575"/>
                  </a:lnTo>
                  <a:lnTo>
                    <a:pt x="2621569" y="1911821"/>
                  </a:lnTo>
                  <a:lnTo>
                    <a:pt x="2665262" y="1898066"/>
                  </a:lnTo>
                  <a:lnTo>
                    <a:pt x="2708955" y="1884312"/>
                  </a:lnTo>
                  <a:lnTo>
                    <a:pt x="2752648" y="1870558"/>
                  </a:lnTo>
                  <a:lnTo>
                    <a:pt x="2796340" y="1856804"/>
                  </a:lnTo>
                  <a:lnTo>
                    <a:pt x="2840033" y="1843050"/>
                  </a:lnTo>
                  <a:lnTo>
                    <a:pt x="2883726" y="1829296"/>
                  </a:lnTo>
                  <a:lnTo>
                    <a:pt x="2927419" y="1815542"/>
                  </a:lnTo>
                  <a:lnTo>
                    <a:pt x="2971112" y="1801788"/>
                  </a:lnTo>
                  <a:lnTo>
                    <a:pt x="3014804" y="1788034"/>
                  </a:lnTo>
                  <a:lnTo>
                    <a:pt x="3058497" y="1774279"/>
                  </a:lnTo>
                  <a:lnTo>
                    <a:pt x="3102190" y="1760525"/>
                  </a:lnTo>
                  <a:lnTo>
                    <a:pt x="3145883" y="1746771"/>
                  </a:lnTo>
                  <a:lnTo>
                    <a:pt x="3189576" y="1733017"/>
                  </a:lnTo>
                  <a:lnTo>
                    <a:pt x="3233269" y="1719263"/>
                  </a:lnTo>
                  <a:lnTo>
                    <a:pt x="3276961" y="1705509"/>
                  </a:lnTo>
                  <a:lnTo>
                    <a:pt x="3320654" y="1691755"/>
                  </a:lnTo>
                  <a:lnTo>
                    <a:pt x="3364347" y="1678001"/>
                  </a:lnTo>
                  <a:lnTo>
                    <a:pt x="3408040" y="1664247"/>
                  </a:lnTo>
                  <a:lnTo>
                    <a:pt x="3451733" y="1650493"/>
                  </a:lnTo>
                  <a:lnTo>
                    <a:pt x="3495426" y="1636738"/>
                  </a:lnTo>
                  <a:lnTo>
                    <a:pt x="3539118" y="1622984"/>
                  </a:lnTo>
                  <a:lnTo>
                    <a:pt x="3582811" y="1609230"/>
                  </a:lnTo>
                  <a:lnTo>
                    <a:pt x="3626504" y="1595476"/>
                  </a:lnTo>
                  <a:lnTo>
                    <a:pt x="3670197" y="1581722"/>
                  </a:lnTo>
                  <a:lnTo>
                    <a:pt x="3713890" y="1567968"/>
                  </a:lnTo>
                  <a:lnTo>
                    <a:pt x="3757583" y="1554214"/>
                  </a:lnTo>
                  <a:lnTo>
                    <a:pt x="3801275" y="1540460"/>
                  </a:lnTo>
                  <a:lnTo>
                    <a:pt x="3844968" y="1526706"/>
                  </a:lnTo>
                  <a:lnTo>
                    <a:pt x="3888661" y="1512951"/>
                  </a:lnTo>
                  <a:lnTo>
                    <a:pt x="3932354" y="1499197"/>
                  </a:lnTo>
                  <a:lnTo>
                    <a:pt x="3976047" y="1485443"/>
                  </a:lnTo>
                  <a:lnTo>
                    <a:pt x="4019739" y="1471689"/>
                  </a:lnTo>
                  <a:lnTo>
                    <a:pt x="4063432" y="1457935"/>
                  </a:lnTo>
                  <a:lnTo>
                    <a:pt x="4107125" y="1444181"/>
                  </a:lnTo>
                  <a:lnTo>
                    <a:pt x="4150818" y="1430427"/>
                  </a:lnTo>
                  <a:lnTo>
                    <a:pt x="4194511" y="1416673"/>
                  </a:lnTo>
                  <a:lnTo>
                    <a:pt x="4238204" y="1402919"/>
                  </a:lnTo>
                  <a:lnTo>
                    <a:pt x="4281896" y="1389164"/>
                  </a:lnTo>
                  <a:lnTo>
                    <a:pt x="4325589" y="1375410"/>
                  </a:lnTo>
                  <a:lnTo>
                    <a:pt x="4369282" y="1361656"/>
                  </a:lnTo>
                  <a:lnTo>
                    <a:pt x="4412975" y="1347902"/>
                  </a:lnTo>
                  <a:lnTo>
                    <a:pt x="4456668" y="1334148"/>
                  </a:lnTo>
                  <a:lnTo>
                    <a:pt x="4500361" y="1320394"/>
                  </a:lnTo>
                  <a:lnTo>
                    <a:pt x="4544053" y="1306640"/>
                  </a:lnTo>
                  <a:lnTo>
                    <a:pt x="4587746" y="1292886"/>
                  </a:lnTo>
                  <a:lnTo>
                    <a:pt x="4631439" y="1279132"/>
                  </a:lnTo>
                  <a:lnTo>
                    <a:pt x="4675132" y="1265377"/>
                  </a:lnTo>
                  <a:lnTo>
                    <a:pt x="4718825" y="1251623"/>
                  </a:lnTo>
                  <a:lnTo>
                    <a:pt x="4762518" y="1237869"/>
                  </a:lnTo>
                  <a:lnTo>
                    <a:pt x="4806210" y="1224115"/>
                  </a:lnTo>
                  <a:lnTo>
                    <a:pt x="4849903" y="1210361"/>
                  </a:lnTo>
                  <a:lnTo>
                    <a:pt x="4893596" y="1196607"/>
                  </a:lnTo>
                  <a:lnTo>
                    <a:pt x="4937289" y="1182853"/>
                  </a:lnTo>
                  <a:lnTo>
                    <a:pt x="4980982" y="1169099"/>
                  </a:lnTo>
                  <a:lnTo>
                    <a:pt x="5024674" y="1155345"/>
                  </a:lnTo>
                  <a:lnTo>
                    <a:pt x="5068367" y="1141591"/>
                  </a:lnTo>
                  <a:lnTo>
                    <a:pt x="5112060" y="1127836"/>
                  </a:lnTo>
                  <a:lnTo>
                    <a:pt x="5155753" y="1114082"/>
                  </a:lnTo>
                  <a:lnTo>
                    <a:pt x="5199446" y="1100328"/>
                  </a:lnTo>
                  <a:lnTo>
                    <a:pt x="5243139" y="1086574"/>
                  </a:lnTo>
                  <a:lnTo>
                    <a:pt x="5286831" y="1072820"/>
                  </a:lnTo>
                  <a:lnTo>
                    <a:pt x="5330524" y="1059066"/>
                  </a:lnTo>
                  <a:lnTo>
                    <a:pt x="5374217" y="1045312"/>
                  </a:lnTo>
                  <a:lnTo>
                    <a:pt x="5417910" y="1031558"/>
                  </a:lnTo>
                  <a:lnTo>
                    <a:pt x="5461603" y="1017804"/>
                  </a:lnTo>
                  <a:lnTo>
                    <a:pt x="5505296" y="1004049"/>
                  </a:lnTo>
                  <a:lnTo>
                    <a:pt x="5548988" y="990295"/>
                  </a:lnTo>
                  <a:lnTo>
                    <a:pt x="5592681" y="976541"/>
                  </a:lnTo>
                  <a:lnTo>
                    <a:pt x="5636374" y="962787"/>
                  </a:lnTo>
                  <a:lnTo>
                    <a:pt x="5680067" y="949033"/>
                  </a:lnTo>
                  <a:lnTo>
                    <a:pt x="5723760" y="935279"/>
                  </a:lnTo>
                  <a:lnTo>
                    <a:pt x="5767453" y="921525"/>
                  </a:lnTo>
                  <a:lnTo>
                    <a:pt x="5811145" y="907771"/>
                  </a:lnTo>
                  <a:lnTo>
                    <a:pt x="5854838" y="894017"/>
                  </a:lnTo>
                  <a:lnTo>
                    <a:pt x="5898531" y="880262"/>
                  </a:lnTo>
                  <a:lnTo>
                    <a:pt x="5942224" y="866508"/>
                  </a:lnTo>
                  <a:lnTo>
                    <a:pt x="5985917" y="852754"/>
                  </a:lnTo>
                  <a:lnTo>
                    <a:pt x="6029609" y="839000"/>
                  </a:lnTo>
                  <a:lnTo>
                    <a:pt x="6073302" y="825246"/>
                  </a:lnTo>
                  <a:lnTo>
                    <a:pt x="6116995" y="811492"/>
                  </a:lnTo>
                  <a:lnTo>
                    <a:pt x="6160688" y="797738"/>
                  </a:lnTo>
                  <a:lnTo>
                    <a:pt x="6204381" y="783984"/>
                  </a:lnTo>
                  <a:lnTo>
                    <a:pt x="6248074" y="770230"/>
                  </a:lnTo>
                  <a:lnTo>
                    <a:pt x="6291766" y="756475"/>
                  </a:lnTo>
                  <a:lnTo>
                    <a:pt x="6335459" y="742721"/>
                  </a:lnTo>
                  <a:lnTo>
                    <a:pt x="6379152" y="728967"/>
                  </a:lnTo>
                  <a:lnTo>
                    <a:pt x="6422845" y="715213"/>
                  </a:lnTo>
                  <a:lnTo>
                    <a:pt x="6466538" y="701459"/>
                  </a:lnTo>
                  <a:lnTo>
                    <a:pt x="6510231" y="687705"/>
                  </a:lnTo>
                  <a:lnTo>
                    <a:pt x="6553923" y="673951"/>
                  </a:lnTo>
                  <a:lnTo>
                    <a:pt x="6597616" y="660197"/>
                  </a:lnTo>
                  <a:lnTo>
                    <a:pt x="6641309" y="646443"/>
                  </a:lnTo>
                  <a:lnTo>
                    <a:pt x="6685002" y="632688"/>
                  </a:lnTo>
                  <a:lnTo>
                    <a:pt x="6728695" y="618934"/>
                  </a:lnTo>
                  <a:lnTo>
                    <a:pt x="6772388" y="605180"/>
                  </a:lnTo>
                  <a:lnTo>
                    <a:pt x="6816080" y="591426"/>
                  </a:lnTo>
                  <a:lnTo>
                    <a:pt x="6859773" y="577672"/>
                  </a:lnTo>
                  <a:lnTo>
                    <a:pt x="6903466" y="563918"/>
                  </a:lnTo>
                  <a:lnTo>
                    <a:pt x="6947159" y="550164"/>
                  </a:lnTo>
                  <a:lnTo>
                    <a:pt x="6990852" y="536410"/>
                  </a:lnTo>
                  <a:lnTo>
                    <a:pt x="7034544" y="522656"/>
                  </a:lnTo>
                  <a:lnTo>
                    <a:pt x="7078237" y="508902"/>
                  </a:lnTo>
                  <a:lnTo>
                    <a:pt x="7121930" y="495147"/>
                  </a:lnTo>
                  <a:lnTo>
                    <a:pt x="7165623" y="481393"/>
                  </a:lnTo>
                  <a:lnTo>
                    <a:pt x="7209316" y="467639"/>
                  </a:lnTo>
                  <a:lnTo>
                    <a:pt x="7253009" y="453885"/>
                  </a:lnTo>
                  <a:lnTo>
                    <a:pt x="7296701" y="440131"/>
                  </a:lnTo>
                  <a:lnTo>
                    <a:pt x="7340394" y="426377"/>
                  </a:lnTo>
                  <a:lnTo>
                    <a:pt x="7384087" y="412623"/>
                  </a:lnTo>
                  <a:lnTo>
                    <a:pt x="7427780" y="398869"/>
                  </a:lnTo>
                  <a:lnTo>
                    <a:pt x="7471473" y="385115"/>
                  </a:lnTo>
                  <a:lnTo>
                    <a:pt x="7515166" y="371360"/>
                  </a:lnTo>
                  <a:lnTo>
                    <a:pt x="7558858" y="357606"/>
                  </a:lnTo>
                  <a:lnTo>
                    <a:pt x="7602551" y="343852"/>
                  </a:lnTo>
                  <a:lnTo>
                    <a:pt x="7646244" y="330098"/>
                  </a:lnTo>
                  <a:lnTo>
                    <a:pt x="7689937" y="316344"/>
                  </a:lnTo>
                  <a:lnTo>
                    <a:pt x="7733630" y="302590"/>
                  </a:lnTo>
                  <a:lnTo>
                    <a:pt x="7777323" y="288836"/>
                  </a:lnTo>
                  <a:lnTo>
                    <a:pt x="7821015" y="275082"/>
                  </a:lnTo>
                  <a:lnTo>
                    <a:pt x="7864708" y="261328"/>
                  </a:lnTo>
                  <a:lnTo>
                    <a:pt x="7908401" y="247573"/>
                  </a:lnTo>
                  <a:lnTo>
                    <a:pt x="7952094" y="233819"/>
                  </a:lnTo>
                  <a:lnTo>
                    <a:pt x="7995787" y="220065"/>
                  </a:lnTo>
                  <a:lnTo>
                    <a:pt x="8039479" y="206311"/>
                  </a:lnTo>
                  <a:lnTo>
                    <a:pt x="8083172" y="192557"/>
                  </a:lnTo>
                  <a:lnTo>
                    <a:pt x="8126865" y="178803"/>
                  </a:lnTo>
                  <a:lnTo>
                    <a:pt x="8170558" y="165049"/>
                  </a:lnTo>
                  <a:lnTo>
                    <a:pt x="8214251" y="151295"/>
                  </a:lnTo>
                  <a:lnTo>
                    <a:pt x="8257944" y="137541"/>
                  </a:lnTo>
                  <a:lnTo>
                    <a:pt x="8301636" y="123786"/>
                  </a:lnTo>
                  <a:lnTo>
                    <a:pt x="8345329" y="110032"/>
                  </a:lnTo>
                  <a:lnTo>
                    <a:pt x="8389022" y="96278"/>
                  </a:lnTo>
                  <a:lnTo>
                    <a:pt x="8432715" y="82524"/>
                  </a:lnTo>
                  <a:lnTo>
                    <a:pt x="8476408" y="68770"/>
                  </a:lnTo>
                  <a:lnTo>
                    <a:pt x="8520101" y="55016"/>
                  </a:lnTo>
                  <a:lnTo>
                    <a:pt x="8563793" y="41262"/>
                  </a:lnTo>
                  <a:lnTo>
                    <a:pt x="8607486" y="27508"/>
                  </a:lnTo>
                  <a:lnTo>
                    <a:pt x="8651179" y="13754"/>
                  </a:lnTo>
                  <a:lnTo>
                    <a:pt x="8694872" y="0"/>
                  </a:lnTo>
                </a:path>
              </a:pathLst>
            </a:custGeom>
            <a:ln w="32521" cap="flat">
              <a:solidFill>
                <a:srgbClr val="C77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" name="pl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" name="pl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" name="pl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" name="pl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" name="pl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" name="pl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" name="pl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" name="pl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" name="pl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" name="pl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" name="pl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" name="pl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" name="pl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" name="pl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" name="pl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" name="pl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" name="pl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" name="pl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" name="pl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" name="pl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" name="pl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" name="pl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" name="pl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" name="pl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" name="pl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" name="pl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" name="pl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" name="pl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" name="pl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" name="pl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" name="pl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" name="pl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" name="pl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" name="pl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" name="pl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" name="pl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" name="pl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" name="pl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" name="pl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" name="pl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" name="pl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" name="pl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" name="pl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" name="pl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" name="pl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" name="pl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" name="pl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" name="pl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" name="pl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" name="pl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" name="pl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" name="pl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" name="pl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" name="pl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" name="pl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" name="pl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" name="pl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" name="pl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" name="pl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" name="pl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" name="pl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" name="pl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" name="pl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" name="pl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" name="pl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" name="pl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" name="pl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" name="pl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" name="pl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" name="pl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" name="pl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" name="pl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" name="pl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" name="pl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" name="pl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" name="pl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" name="pl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" name="pl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" name="pl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" name="pl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" name="pl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" name="pl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" name="pl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" name="pl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" name="pl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" name="pl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" name="pl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" name="pl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" name="pl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" name="pl1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" name="pl1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" name="pl1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" name="pl1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" name="pl1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" name="pl1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" name="pl1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" name="pl1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" name="pl1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" name="pl1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" name="pl1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" name="pl1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" name="pl1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" name="pl1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" name="pl1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" name="pl1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" name="pl1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" name="pl1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" name="pl1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" name="pl1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" name="pl1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" name="pl1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" name="pl1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" name="pl1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" name="pl1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" name="pl1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" name="pl1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" name="pl1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" name="pl1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" name="pl1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" name="pl1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" name="pl1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" name="pl1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" name="pl1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" name="pl1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" name="pl1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" name="pl1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" name="pl1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" name="pl1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" name="pl1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" name="pl1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" name="pl1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" name="pl1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" name="pl1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" name="pl1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" name="pl1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" name="pl1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" name="pl1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" name="pl1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" name="pl1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" name="pl1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" name="pl1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" name="pl1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" name="pl1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" name="pl1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" name="pl1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" name="pl1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" name="pl1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" name="pl1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" name="pl1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" name="pl1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" name="pl1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" name="pl1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" name="pl1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" name="pl1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" name="pl1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" name="pl1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" name="pl1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" name="pl1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" name="pl1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" name="pl1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" name="pl1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" name="pl1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" name="pl1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" name="pl1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" name="pl1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" name="pl1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" name="pl1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" name="pl1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" name="pl1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" name="pl1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" name="pl1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" name="pl1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" name="pl1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" name="pl1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" name="pl1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" name="pl1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" name="pl1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" name="pl1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" name="pl1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" name="pl1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" name="pl1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" name="pl1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" name="pl1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" name="pl1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" name="pl1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" name="pl1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" name="pl1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" name="pl1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" name="pl1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" name="pl2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" name="pl2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" name="pl2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" name="pl2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" name="pl2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" name="pl2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" name="pl2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" name="pl2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" name="pl2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" name="pl2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" name="pl2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" name="pl2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" name="pl2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" name="pl2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" name="pl2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" name="pl2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" name="pl2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" name="pl2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" name="pl2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" name="pl2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" name="pl2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" name="pl2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" name="pl2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" name="pl2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" name="pl2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" name="pl2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" name="pl2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" name="pl2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" name="pl2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" name="pl2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" name="pl2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" name="pl2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" name="pl2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" name="pl2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" name="pl2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" name="pl2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" name="pl2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" name="pl2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" name="pl2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" name="pl2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" name="pl2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" name="pl2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" name="pl2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" name="pl2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" name="pl2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" name="pl2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" name="pl2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" name="pl2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" name="pl2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" name="pl2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" name="pl2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" name="pl2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" name="pl2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" name="pl2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" name="pl2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" name="pl2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" name="pl2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" name="pl2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" name="pl2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" name="pl2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" name="pl2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" name="pl2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" name="pl2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" name="pl2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" name="pl2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" name="pl2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" name="pl2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" name="pl2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" name="pl2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" name="pl2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" name="pl2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" name="pl2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" name="pl2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4" name="pl2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5" name="pl2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6" name="pl2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7" name="pl2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8" name="pl2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9" name="pl2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0" name="pl2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1" name="pl2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2" name="pl2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3" name="pl2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4" name="pl2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5" name="pl2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6" name="pl2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7" name="pl2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8" name="pl2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9" name="pl2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0" name="pl2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1" name="pl2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2" name="pl2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3" name="pl2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4" name="pl2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5" name="pl2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6" name="pl2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7" name="pl2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8" name="pl2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9" name="pl2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0" name="pl2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1" name="pl3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2" name="pl3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3" name="pl3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4" name="pl3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5" name="pl3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6" name="pl3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7" name="pl3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8" name="pl3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9" name="pl3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0" name="pl3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1" name="pl3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2" name="pl3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3" name="pl3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4" name="pl3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5" name="pl3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6" name="pl3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7" name="pl3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8" name="pl3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9" name="pl3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0" name="pl3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1" name="pl3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2" name="pl3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3" name="pl3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4" name="pl3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5" name="pl3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6" name="pl3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7" name="pl3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8" name="pl3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9" name="pl3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0" name="pl3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1" name="pl3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2" name="pl3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3" name="pl3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4" name="pl3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5" name="pl3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6" name="pl3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7" name="pl3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8" name="pl3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9" name="pl3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0" name="pl3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1" name="pl3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2" name="pl3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3" name="pl3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4" name="pl3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5" name="pl3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6" name="pl3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7" name="pl3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8" name="pl3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9" name="pl3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0" name="pl3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1" name="pl3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2" name="pl3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3" name="pl3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4" name="pl3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5" name="pl3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6" name="pl3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7" name="pl3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8" name="pl3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9" name="pl3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0" name="pl3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1" name="pl3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2" name="pl3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3" name="pl3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4" name="pl3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5" name="pl3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6" name="pl3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7" name="pl3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8" name="pl3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9" name="pl3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0" name="pl3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1" name="pl3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2" name="pl3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3" name="pl3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4" name="pl3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5" name="pl3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6" name="pl3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7" name="pl3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8" name="pl3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9" name="pl3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0" name="pl3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1" name="pl3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2" name="pl3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3" name="pl3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4" name="pl3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5" name="pl3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6" name="pl3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7" name="pl3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8" name="pl3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9" name="pl3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0" name="pl3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1" name="pl3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2" name="pl3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3" name="pl3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4" name="pl3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5" name="pl3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6" name="pl3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7" name="pl3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8" name="pl3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9" name="pl3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0" name="pl3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1" name="pl4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2" name="pl4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3" name="pl4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4" name="pl4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5" name="pl4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6" name="pl4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7" name="pl4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8" name="pl4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9" name="pl4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0" name="pl4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1" name="pl4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2" name="pl4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3" name="pl4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4" name="pl4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5" name="pl4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6" name="pl4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7" name="pl4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8" name="pl4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9" name="pl4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0" name="pl4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1" name="pl4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2" name="pl4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3" name="pl4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4" name="pl4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5" name="pl4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6" name="pl4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7" name="pl4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8" name="pl4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9" name="pl4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0" name="pl4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1" name="pl4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2" name="pl4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3" name="pl4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4" name="pl4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5" name="pl4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6" name="pl4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7" name="pl4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8" name="pl4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9" name="pl4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0" name="pl4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1" name="pl4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2" name="pl4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3" name="pl4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4" name="pl4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5" name="pl4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6" name="pl4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7" name="pl4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8" name="pl4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9" name="pl4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0" name="pl4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1" name="pl4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2" name="pl4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3" name="pl4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4" name="pl4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5" name="pl4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6" name="pl4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7" name="pl4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8" name="pl4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9" name="pl4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0" name="pl4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1" name="pl4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2" name="pl4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3" name="pl4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4" name="pl4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5" name="pl4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6" name="pl4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7" name="pl4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8" name="pl4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9" name="pl4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0" name="pl4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1" name="pl4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2" name="pl4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3" name="pl4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4" name="pl4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5" name="pl4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6" name="pl4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7" name="pl4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8" name="pl4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9" name="pl4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0" name="pl4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1" name="pl4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2" name="pl4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3" name="pl4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4" name="pl4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5" name="pl4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6" name="pl4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7" name="pl4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8" name="pl4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9" name="pl4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0" name="pl4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1" name="pl4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2" name="pl4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3" name="pl4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4" name="pl4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5" name="pl4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6" name="pl4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7" name="pl4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8" name="pl4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9" name="pl4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0" name="pl4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1" name="pl5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2" name="pl5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3" name="pl5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4" name="pl5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5" name="pl5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6" name="pl5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7" name="pl5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8" name="pl5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9" name="pl5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0" name="pl5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1" name="pl5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2" name="pl5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3" name="pl5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4" name="pl5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5" name="pl5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6" name="pl5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7" name="pl5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8" name="pl5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9" name="pl5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0" name="pl5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1" name="pl5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2" name="pl5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3" name="pl5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4" name="pl5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5" name="pl5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6" name="pl5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7" name="pl5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8" name="pl5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9" name="pl5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0" name="pl5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1" name="pl5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2" name="pl5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3" name="pl5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4" name="pl5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5" name="pl5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6" name="pl5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7" name="pl5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8" name="pl5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9" name="pl5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0" name="pl5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1" name="pl5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2" name="pl5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3" name="pl5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4" name="pl5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5" name="pl5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6" name="pl5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7" name="pl5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8" name="pl5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9" name="pl5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0" name="pl5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1" name="pl5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2" name="pl5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3" name="pl5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4" name="pl5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5" name="pl5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6" name="pl5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7" name="pl5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8" name="pl5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9" name="pl5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0" name="pl5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1" name="pl5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2" name="pl5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3" name="pl5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4" name="pl5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5" name="pl5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6" name="pl5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7" name="pl5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8" name="pl5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9" name="pl5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0" name="pl5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1" name="pl5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2" name="pl5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3" name="pl5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4" name="pl5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5" name="pl5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6" name="pl5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7" name="pl5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8" name="pl5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9" name="pl5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0" name="pl5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1" name="pl5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2" name="pl5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3" name="pl5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4" name="pl5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5" name="pl5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6" name="pl5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7" name="pl5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8" name="pl5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9" name="pl5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0" name="pl5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1" name="pl5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2" name="pl5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3" name="pl5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4" name="pl5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5" name="pl5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6" name="pl5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7" name="pl5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8" name="pl5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9" name="pl5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0" name="pl5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1" name="pl6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2" name="pl6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3" name="pl6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4" name="pl6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5" name="pl6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6" name="pl6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7" name="pl6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8" name="pl6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9" name="pl6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0" name="pl6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1" name="pl6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2" name="pl6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3" name="pl6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4" name="pl6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5" name="pl6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6" name="pl6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7" name="pl6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8" name="pl6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9" name="pl6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0" name="pl6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1" name="pl6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2" name="pl6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3" name="pl6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4" name="pl6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5" name="pl6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6" name="pl6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7" name="pl6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8" name="pl6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9" name="pl6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0" name="pl6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1" name="pl6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2" name="pl6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3" name="pl6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4" name="pl6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5" name="pl6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6" name="pl6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7" name="pl6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8" name="pl6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9" name="pl6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0" name="pl6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1" name="pl6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2" name="pl6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3" name="pl6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4" name="pl6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5" name="pl6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6" name="pl6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7" name="pl6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8" name="pl6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9" name="pl6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0" name="pl6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1" name="pl6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2" name="pl6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3" name="pl6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4" name="pl6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5" name="pl6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6" name="pl6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7" name="pl6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8" name="pl6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9" name="pl6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0" name="pl6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1" name="pl6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2" name="pl6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3" name="pl6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4" name="pl6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5" name="pl6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6" name="pl6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7" name="pl6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8" name="pl6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9" name="pl6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0" name="pl6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1" name="pl6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2" name="pl6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3" name="pl6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4" name="pl6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5" name="pl6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6" name="pl6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7" name="pl6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8" name="pl6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9" name="pl6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0" name="pl6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1" name="pl6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2" name="pl6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3" name="pl6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4" name="pl6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5" name="pl6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6" name="pl6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7" name="pl6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8" name="pl6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9" name="pl6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0" name="pl6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1" name="pl6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2" name="pl6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3" name="pl6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4" name="pl6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5" name="pl6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6" name="pl6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7" name="pl6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8" name="pl6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9" name="pl6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0" name="pl6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1" name="pl7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2" name="pl7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3" name="pl7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4" name="pl7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5" name="pl7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6" name="pl7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7" name="pl7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8" name="pl7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9" name="pl7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0" name="pl7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1" name="pl7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2" name="pl7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3" name="pl7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4" name="pl7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5" name="pl7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6" name="pl7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7" name="pl7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8" name="pl7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9" name="pl7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0" name="pl7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1" name="pl7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2" name="pl7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3" name="pl7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4" name="pl7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5" name="pl7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6" name="pl7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7" name="pl7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8" name="pl7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9" name="pl7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0" name="pl7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1" name="pl7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2" name="pl7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3" name="pl7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4" name="pl7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5" name="pl7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6" name="pl7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7" name="pl7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8" name="pl7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9" name="pl7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0" name="pl7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1" name="pl7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2" name="pl7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3" name="pl7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4" name="pl7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5" name="pl7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6" name="pl7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7" name="pl7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8" name="pl7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9" name="pl7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0" name="pl7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1" name="pl7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2" name="pl7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3" name="pl7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4" name="pl7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5" name="pl7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6" name="pl7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7" name="pl7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8" name="pl7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9" name="pl7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0" name="pl7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1" name="pl7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2" name="pl7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3" name="pl7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4" name="pl7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5" name="pl7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6" name="pl7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7" name="pl7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8" name="pl7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9" name="pl7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0" name="pl7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1" name="pl7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2" name="pl7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3" name="pl7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4" name="pl7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5" name="pl7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6" name="pl7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7" name="pl7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8" name="pl7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9" name="pl7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0" name="pl7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1" name="pl7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2" name="pl7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3" name="pl7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4" name="pl7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5" name="pl7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6" name="pl7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7" name="pl7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8" name="pl7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9" name="pl7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0" name="pl7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1" name="pl7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2" name="pl7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3" name="pl7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4" name="pl7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5" name="pl7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6" name="pl7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7" name="pl7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8" name="pl7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9" name="pl7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0" name="pl7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1" name="pl8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2" name="pl8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3" name="pl8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4" name="pl8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5" name="pl8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6" name="pl8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7" name="pl8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8" name="pl8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9" name="pl8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0" name="pl8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1" name="pl810"/>
            <p:cNvSpPr/>
            <p:nvPr/>
          </p:nvSpPr>
          <p:spPr>
            <a:xfrm>
              <a:off x="773555" y="1410558"/>
              <a:ext cx="0" cy="4605405"/>
            </a:xfrm>
            <a:custGeom>
              <a:avLst/>
              <a:pathLst>
                <a:path w="0" h="4605405">
                  <a:moveTo>
                    <a:pt x="0" y="4605405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" name="tx811"/>
            <p:cNvSpPr/>
            <p:nvPr/>
          </p:nvSpPr>
          <p:spPr>
            <a:xfrm>
              <a:off x="626081" y="5759128"/>
              <a:ext cx="73456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</a:t>
              </a:r>
            </a:p>
          </p:txBody>
        </p:sp>
        <p:sp>
          <p:nvSpPr>
            <p:cNvPr id="813" name="tx812"/>
            <p:cNvSpPr/>
            <p:nvPr/>
          </p:nvSpPr>
          <p:spPr>
            <a:xfrm>
              <a:off x="552624" y="4921782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814" name="tx813"/>
            <p:cNvSpPr/>
            <p:nvPr/>
          </p:nvSpPr>
          <p:spPr>
            <a:xfrm>
              <a:off x="552624" y="4084113"/>
              <a:ext cx="146913" cy="9519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815" name="tx814"/>
            <p:cNvSpPr/>
            <p:nvPr/>
          </p:nvSpPr>
          <p:spPr>
            <a:xfrm>
              <a:off x="552624" y="3246960"/>
              <a:ext cx="146913" cy="9499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816" name="tx815"/>
            <p:cNvSpPr/>
            <p:nvPr/>
          </p:nvSpPr>
          <p:spPr>
            <a:xfrm>
              <a:off x="552624" y="2409484"/>
              <a:ext cx="146913" cy="9512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817" name="tx816"/>
            <p:cNvSpPr/>
            <p:nvPr/>
          </p:nvSpPr>
          <p:spPr>
            <a:xfrm>
              <a:off x="552624" y="1572396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50</a:t>
              </a:r>
            </a:p>
          </p:txBody>
        </p:sp>
        <p:sp>
          <p:nvSpPr>
            <p:cNvPr id="818" name="pl817"/>
            <p:cNvSpPr/>
            <p:nvPr/>
          </p:nvSpPr>
          <p:spPr>
            <a:xfrm>
              <a:off x="732434" y="5806627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" name="pl818"/>
            <p:cNvSpPr/>
            <p:nvPr/>
          </p:nvSpPr>
          <p:spPr>
            <a:xfrm>
              <a:off x="732434" y="4969280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" name="pl819"/>
            <p:cNvSpPr/>
            <p:nvPr/>
          </p:nvSpPr>
          <p:spPr>
            <a:xfrm>
              <a:off x="732434" y="4131934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" name="pl820"/>
            <p:cNvSpPr/>
            <p:nvPr/>
          </p:nvSpPr>
          <p:spPr>
            <a:xfrm>
              <a:off x="732434" y="3294587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" name="pl821"/>
            <p:cNvSpPr/>
            <p:nvPr/>
          </p:nvSpPr>
          <p:spPr>
            <a:xfrm>
              <a:off x="732434" y="2457241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" name="pl822"/>
            <p:cNvSpPr/>
            <p:nvPr/>
          </p:nvSpPr>
          <p:spPr>
            <a:xfrm>
              <a:off x="732434" y="1619894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" name="pl823"/>
            <p:cNvSpPr/>
            <p:nvPr/>
          </p:nvSpPr>
          <p:spPr>
            <a:xfrm>
              <a:off x="773555" y="6015963"/>
              <a:ext cx="9564359" cy="0"/>
            </a:xfrm>
            <a:custGeom>
              <a:avLst/>
              <a:pathLst>
                <a:path w="9564359" h="0">
                  <a:moveTo>
                    <a:pt x="0" y="0"/>
                  </a:moveTo>
                  <a:lnTo>
                    <a:pt x="9564359" y="0"/>
                  </a:lnTo>
                </a:path>
              </a:pathLst>
            </a:custGeom>
            <a:ln w="16014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" name="pl824"/>
            <p:cNvSpPr/>
            <p:nvPr/>
          </p:nvSpPr>
          <p:spPr>
            <a:xfrm>
              <a:off x="1208299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" name="pl825"/>
            <p:cNvSpPr/>
            <p:nvPr/>
          </p:nvSpPr>
          <p:spPr>
            <a:xfrm>
              <a:off x="2947273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" name="pl826"/>
            <p:cNvSpPr/>
            <p:nvPr/>
          </p:nvSpPr>
          <p:spPr>
            <a:xfrm>
              <a:off x="4686248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" name="pl827"/>
            <p:cNvSpPr/>
            <p:nvPr/>
          </p:nvSpPr>
          <p:spPr>
            <a:xfrm>
              <a:off x="6425222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" name="pl828"/>
            <p:cNvSpPr/>
            <p:nvPr/>
          </p:nvSpPr>
          <p:spPr>
            <a:xfrm>
              <a:off x="8164197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" name="pl829"/>
            <p:cNvSpPr/>
            <p:nvPr/>
          </p:nvSpPr>
          <p:spPr>
            <a:xfrm>
              <a:off x="9903171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" name="tx830"/>
            <p:cNvSpPr/>
            <p:nvPr/>
          </p:nvSpPr>
          <p:spPr>
            <a:xfrm>
              <a:off x="1171570" y="6089852"/>
              <a:ext cx="73456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</a:t>
              </a:r>
            </a:p>
          </p:txBody>
        </p:sp>
        <p:sp>
          <p:nvSpPr>
            <p:cNvPr id="832" name="tx831"/>
            <p:cNvSpPr/>
            <p:nvPr/>
          </p:nvSpPr>
          <p:spPr>
            <a:xfrm>
              <a:off x="2873816" y="6089852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833" name="tx832"/>
            <p:cNvSpPr/>
            <p:nvPr/>
          </p:nvSpPr>
          <p:spPr>
            <a:xfrm>
              <a:off x="4612791" y="6089529"/>
              <a:ext cx="146913" cy="9519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834" name="tx833"/>
            <p:cNvSpPr/>
            <p:nvPr/>
          </p:nvSpPr>
          <p:spPr>
            <a:xfrm>
              <a:off x="6351765" y="6089723"/>
              <a:ext cx="146913" cy="9499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835" name="tx834"/>
            <p:cNvSpPr/>
            <p:nvPr/>
          </p:nvSpPr>
          <p:spPr>
            <a:xfrm>
              <a:off x="8090740" y="6089594"/>
              <a:ext cx="146913" cy="9512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836" name="tx835"/>
            <p:cNvSpPr/>
            <p:nvPr/>
          </p:nvSpPr>
          <p:spPr>
            <a:xfrm>
              <a:off x="9829714" y="6089852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50</a:t>
              </a:r>
            </a:p>
          </p:txBody>
        </p:sp>
        <p:sp>
          <p:nvSpPr>
            <p:cNvPr id="837" name="tx836"/>
            <p:cNvSpPr/>
            <p:nvPr/>
          </p:nvSpPr>
          <p:spPr>
            <a:xfrm>
              <a:off x="4812341" y="6217005"/>
              <a:ext cx="1486786" cy="15647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Subjective response</a:t>
              </a:r>
            </a:p>
          </p:txBody>
        </p:sp>
        <p:sp>
          <p:nvSpPr>
            <p:cNvPr id="838" name="tx837"/>
            <p:cNvSpPr/>
            <p:nvPr/>
          </p:nvSpPr>
          <p:spPr>
            <a:xfrm rot="-5400000">
              <a:off x="-176788" y="3635023"/>
              <a:ext cx="1147074" cy="15647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Objective mean</a:t>
              </a:r>
            </a:p>
          </p:txBody>
        </p:sp>
        <p:sp>
          <p:nvSpPr>
            <p:cNvPr id="839" name="rc838"/>
            <p:cNvSpPr/>
            <p:nvPr/>
          </p:nvSpPr>
          <p:spPr>
            <a:xfrm>
              <a:off x="10502398" y="3073515"/>
              <a:ext cx="1119680" cy="127949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0" name="tx839"/>
            <p:cNvSpPr/>
            <p:nvPr/>
          </p:nvSpPr>
          <p:spPr>
            <a:xfrm>
              <a:off x="10584639" y="3138626"/>
              <a:ext cx="733921" cy="1538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Array size</a:t>
              </a:r>
            </a:p>
          </p:txBody>
        </p:sp>
        <p:sp>
          <p:nvSpPr>
            <p:cNvPr id="841" name="rc840"/>
            <p:cNvSpPr/>
            <p:nvPr/>
          </p:nvSpPr>
          <p:spPr>
            <a:xfrm>
              <a:off x="10584639" y="3392941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2" name="pl841"/>
            <p:cNvSpPr/>
            <p:nvPr/>
          </p:nvSpPr>
          <p:spPr>
            <a:xfrm>
              <a:off x="10606585" y="3502669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" name="rc842"/>
            <p:cNvSpPr/>
            <p:nvPr/>
          </p:nvSpPr>
          <p:spPr>
            <a:xfrm>
              <a:off x="10584639" y="3612397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4" name="pl843"/>
            <p:cNvSpPr/>
            <p:nvPr/>
          </p:nvSpPr>
          <p:spPr>
            <a:xfrm>
              <a:off x="10606585" y="3722125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7CAE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" name="rc844"/>
            <p:cNvSpPr/>
            <p:nvPr/>
          </p:nvSpPr>
          <p:spPr>
            <a:xfrm>
              <a:off x="10584639" y="3831853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6" name="pl845"/>
            <p:cNvSpPr/>
            <p:nvPr/>
          </p:nvSpPr>
          <p:spPr>
            <a:xfrm>
              <a:off x="10606585" y="3941581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" name="rc846"/>
            <p:cNvSpPr/>
            <p:nvPr/>
          </p:nvSpPr>
          <p:spPr>
            <a:xfrm>
              <a:off x="10584639" y="4051309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48" name="pl847"/>
            <p:cNvSpPr/>
            <p:nvPr/>
          </p:nvSpPr>
          <p:spPr>
            <a:xfrm>
              <a:off x="10606585" y="4161037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C77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" name="tx848"/>
            <p:cNvSpPr/>
            <p:nvPr/>
          </p:nvSpPr>
          <p:spPr>
            <a:xfrm>
              <a:off x="10886337" y="3429825"/>
              <a:ext cx="580042" cy="1202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 squares</a:t>
              </a:r>
            </a:p>
          </p:txBody>
        </p:sp>
        <p:sp>
          <p:nvSpPr>
            <p:cNvPr id="850" name="tx849"/>
            <p:cNvSpPr/>
            <p:nvPr/>
          </p:nvSpPr>
          <p:spPr>
            <a:xfrm>
              <a:off x="10886337" y="3649216"/>
              <a:ext cx="580042" cy="1202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6 squares</a:t>
              </a:r>
            </a:p>
          </p:txBody>
        </p:sp>
        <p:sp>
          <p:nvSpPr>
            <p:cNvPr id="851" name="tx850"/>
            <p:cNvSpPr/>
            <p:nvPr/>
          </p:nvSpPr>
          <p:spPr>
            <a:xfrm>
              <a:off x="10886337" y="3868801"/>
              <a:ext cx="580042" cy="1201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8 squares</a:t>
              </a:r>
            </a:p>
          </p:txBody>
        </p:sp>
        <p:sp>
          <p:nvSpPr>
            <p:cNvPr id="852" name="tx851"/>
            <p:cNvSpPr/>
            <p:nvPr/>
          </p:nvSpPr>
          <p:spPr>
            <a:xfrm>
              <a:off x="10886337" y="4088193"/>
              <a:ext cx="653499" cy="1202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12 squares</a:t>
              </a:r>
            </a:p>
          </p:txBody>
        </p:sp>
        <p:sp>
          <p:nvSpPr>
            <p:cNvPr id="853" name="tx852"/>
            <p:cNvSpPr/>
            <p:nvPr/>
          </p:nvSpPr>
          <p:spPr>
            <a:xfrm>
              <a:off x="773555" y="1136855"/>
              <a:ext cx="2542120" cy="1549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Average participant regression line</a:t>
              </a:r>
            </a:p>
          </p:txBody>
        </p:sp>
        <p:sp>
          <p:nvSpPr>
            <p:cNvPr id="854" name="tx853"/>
            <p:cNvSpPr/>
            <p:nvPr/>
          </p:nvSpPr>
          <p:spPr>
            <a:xfrm>
              <a:off x="773555" y="863410"/>
              <a:ext cx="3182592" cy="18389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5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56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Experiment 1 - Experience condition</a:t>
              </a:r>
            </a:p>
          </p:txBody>
        </p:sp>
      </p:grp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p:ph/>
          </p:nvPr>
        </p:nvSpPr>
        <p:spPr>
          <a:xfrm>
            <a:off x="274320" y="182880"/>
            <a:ext cx="11430000" cy="457200"/>
          </a:xfrm>
        </p:spPr>
        <p:txBody>
          <a:bodyPr/>
          <a:lstStyle/>
          <a:p>
            <a:r>
              <a:rPr/>
              <a:t>Exp 1 - Average model regression</a:t>
            </a:r>
          </a:p>
        </p:txBody>
      </p:sp>
      <p:grpSp xmlns:pic="http://schemas.openxmlformats.org/drawingml/2006/picture">
        <p:nvGrpSpPr>
          <p:cNvPr id="3" name=""/>
          <p:cNvGrpSpPr/>
          <p:nvPr/>
        </p:nvGrpSpPr>
        <p:grpSpPr>
          <a:xfrm>
            <a:off x="274320" y="822960"/>
            <a:ext cx="11430000" cy="5669280"/>
            <a:chOff x="274320" y="822960"/>
            <a:chExt cx="11430000" cy="5669280"/>
          </a:xfrm>
        </p:grpSpPr>
        <p:sp>
          <p:nvSpPr>
            <p:cNvPr id="4" name="rc3"/>
            <p:cNvSpPr/>
            <p:nvPr/>
          </p:nvSpPr>
          <p:spPr>
            <a:xfrm>
              <a:off x="274320" y="822960"/>
              <a:ext cx="1143000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4"/>
            <p:cNvSpPr/>
            <p:nvPr/>
          </p:nvSpPr>
          <p:spPr>
            <a:xfrm>
              <a:off x="11704319" y="822960"/>
              <a:ext cx="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6014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rc5"/>
            <p:cNvSpPr/>
            <p:nvPr/>
          </p:nvSpPr>
          <p:spPr>
            <a:xfrm>
              <a:off x="773555" y="1410558"/>
              <a:ext cx="9564359" cy="460540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g6"/>
            <p:cNvSpPr/>
            <p:nvPr/>
          </p:nvSpPr>
          <p:spPr>
            <a:xfrm>
              <a:off x="3377239" y="2815320"/>
              <a:ext cx="4320655" cy="2216481"/>
            </a:xfrm>
            <a:custGeom>
              <a:avLst/>
              <a:pathLst>
                <a:path w="4320655" h="2216481">
                  <a:moveTo>
                    <a:pt x="0" y="1869564"/>
                  </a:moveTo>
                  <a:lnTo>
                    <a:pt x="28693" y="1858063"/>
                  </a:lnTo>
                  <a:lnTo>
                    <a:pt x="64863" y="1843555"/>
                  </a:lnTo>
                  <a:lnTo>
                    <a:pt x="85209" y="1835390"/>
                  </a:lnTo>
                  <a:lnTo>
                    <a:pt x="113381" y="1824079"/>
                  </a:lnTo>
                  <a:lnTo>
                    <a:pt x="129901" y="1817443"/>
                  </a:lnTo>
                  <a:lnTo>
                    <a:pt x="173897" y="1799759"/>
                  </a:lnTo>
                  <a:lnTo>
                    <a:pt x="191113" y="1792835"/>
                  </a:lnTo>
                  <a:lnTo>
                    <a:pt x="196330" y="1790737"/>
                  </a:lnTo>
                  <a:lnTo>
                    <a:pt x="205720" y="1786958"/>
                  </a:lnTo>
                  <a:lnTo>
                    <a:pt x="245369" y="1770997"/>
                  </a:lnTo>
                  <a:lnTo>
                    <a:pt x="259107" y="1765464"/>
                  </a:lnTo>
                  <a:lnTo>
                    <a:pt x="264324" y="1763362"/>
                  </a:lnTo>
                  <a:lnTo>
                    <a:pt x="275627" y="1758807"/>
                  </a:lnTo>
                  <a:lnTo>
                    <a:pt x="287278" y="1754111"/>
                  </a:lnTo>
                  <a:lnTo>
                    <a:pt x="303798" y="1747451"/>
                  </a:lnTo>
                  <a:lnTo>
                    <a:pt x="311624" y="1744295"/>
                  </a:lnTo>
                  <a:lnTo>
                    <a:pt x="330926" y="1736508"/>
                  </a:lnTo>
                  <a:lnTo>
                    <a:pt x="334056" y="1735245"/>
                  </a:lnTo>
                  <a:lnTo>
                    <a:pt x="334404" y="1735104"/>
                  </a:lnTo>
                  <a:lnTo>
                    <a:pt x="347794" y="1729700"/>
                  </a:lnTo>
                  <a:lnTo>
                    <a:pt x="350577" y="1728577"/>
                  </a:lnTo>
                  <a:lnTo>
                    <a:pt x="360663" y="1724505"/>
                  </a:lnTo>
                  <a:lnTo>
                    <a:pt x="365010" y="1722749"/>
                  </a:lnTo>
                  <a:lnTo>
                    <a:pt x="370227" y="1720643"/>
                  </a:lnTo>
                  <a:lnTo>
                    <a:pt x="376487" y="1718114"/>
                  </a:lnTo>
                  <a:lnTo>
                    <a:pt x="379618" y="1716850"/>
                  </a:lnTo>
                  <a:lnTo>
                    <a:pt x="412484" y="1703567"/>
                  </a:lnTo>
                  <a:lnTo>
                    <a:pt x="412658" y="1703497"/>
                  </a:lnTo>
                  <a:lnTo>
                    <a:pt x="419266" y="1700825"/>
                  </a:lnTo>
                  <a:lnTo>
                    <a:pt x="433004" y="1695270"/>
                  </a:lnTo>
                  <a:lnTo>
                    <a:pt x="433700" y="1694988"/>
                  </a:lnTo>
                  <a:lnTo>
                    <a:pt x="438221" y="1693159"/>
                  </a:lnTo>
                  <a:lnTo>
                    <a:pt x="449524" y="1688586"/>
                  </a:lnTo>
                  <a:lnTo>
                    <a:pt x="461176" y="1683871"/>
                  </a:lnTo>
                  <a:lnTo>
                    <a:pt x="470566" y="1680070"/>
                  </a:lnTo>
                  <a:lnTo>
                    <a:pt x="477000" y="1677465"/>
                  </a:lnTo>
                  <a:lnTo>
                    <a:pt x="477696" y="1677183"/>
                  </a:lnTo>
                  <a:lnTo>
                    <a:pt x="485521" y="1674014"/>
                  </a:lnTo>
                  <a:lnTo>
                    <a:pt x="494912" y="1670210"/>
                  </a:lnTo>
                  <a:lnTo>
                    <a:pt x="504824" y="1666194"/>
                  </a:lnTo>
                  <a:lnTo>
                    <a:pt x="507954" y="1664926"/>
                  </a:lnTo>
                  <a:lnTo>
                    <a:pt x="508302" y="1664785"/>
                  </a:lnTo>
                  <a:lnTo>
                    <a:pt x="521692" y="1659358"/>
                  </a:lnTo>
                  <a:lnTo>
                    <a:pt x="524474" y="1658230"/>
                  </a:lnTo>
                  <a:lnTo>
                    <a:pt x="534560" y="1654140"/>
                  </a:lnTo>
                  <a:lnTo>
                    <a:pt x="538908" y="1652377"/>
                  </a:lnTo>
                  <a:lnTo>
                    <a:pt x="544125" y="1650262"/>
                  </a:lnTo>
                  <a:lnTo>
                    <a:pt x="550385" y="1647722"/>
                  </a:lnTo>
                  <a:lnTo>
                    <a:pt x="553515" y="1646452"/>
                  </a:lnTo>
                  <a:lnTo>
                    <a:pt x="586382" y="1633112"/>
                  </a:lnTo>
                  <a:lnTo>
                    <a:pt x="586556" y="1633042"/>
                  </a:lnTo>
                  <a:lnTo>
                    <a:pt x="593164" y="1630358"/>
                  </a:lnTo>
                  <a:lnTo>
                    <a:pt x="606902" y="1624778"/>
                  </a:lnTo>
                  <a:lnTo>
                    <a:pt x="607597" y="1624495"/>
                  </a:lnTo>
                  <a:lnTo>
                    <a:pt x="612119" y="1622658"/>
                  </a:lnTo>
                  <a:lnTo>
                    <a:pt x="623422" y="1618064"/>
                  </a:lnTo>
                  <a:lnTo>
                    <a:pt x="635073" y="1613328"/>
                  </a:lnTo>
                  <a:lnTo>
                    <a:pt x="644463" y="1609509"/>
                  </a:lnTo>
                  <a:lnTo>
                    <a:pt x="650898" y="1606892"/>
                  </a:lnTo>
                  <a:lnTo>
                    <a:pt x="651593" y="1606609"/>
                  </a:lnTo>
                  <a:lnTo>
                    <a:pt x="659419" y="1603426"/>
                  </a:lnTo>
                  <a:lnTo>
                    <a:pt x="668809" y="1599604"/>
                  </a:lnTo>
                  <a:lnTo>
                    <a:pt x="678721" y="1595570"/>
                  </a:lnTo>
                  <a:lnTo>
                    <a:pt x="681851" y="1594296"/>
                  </a:lnTo>
                  <a:lnTo>
                    <a:pt x="682199" y="1594154"/>
                  </a:lnTo>
                  <a:lnTo>
                    <a:pt x="695589" y="1588702"/>
                  </a:lnTo>
                  <a:lnTo>
                    <a:pt x="698372" y="1587568"/>
                  </a:lnTo>
                  <a:lnTo>
                    <a:pt x="708458" y="1583460"/>
                  </a:lnTo>
                  <a:lnTo>
                    <a:pt x="712805" y="1581688"/>
                  </a:lnTo>
                  <a:lnTo>
                    <a:pt x="718022" y="1579562"/>
                  </a:lnTo>
                  <a:lnTo>
                    <a:pt x="724282" y="1577011"/>
                  </a:lnTo>
                  <a:lnTo>
                    <a:pt x="727413" y="1575735"/>
                  </a:lnTo>
                  <a:lnTo>
                    <a:pt x="760279" y="1562331"/>
                  </a:lnTo>
                  <a:lnTo>
                    <a:pt x="760453" y="1562260"/>
                  </a:lnTo>
                  <a:lnTo>
                    <a:pt x="767061" y="1559563"/>
                  </a:lnTo>
                  <a:lnTo>
                    <a:pt x="780799" y="1553955"/>
                  </a:lnTo>
                  <a:lnTo>
                    <a:pt x="781495" y="1553671"/>
                  </a:lnTo>
                  <a:lnTo>
                    <a:pt x="786016" y="1551825"/>
                  </a:lnTo>
                  <a:lnTo>
                    <a:pt x="797319" y="1547209"/>
                  </a:lnTo>
                  <a:lnTo>
                    <a:pt x="818361" y="1538611"/>
                  </a:lnTo>
                  <a:lnTo>
                    <a:pt x="824795" y="1535981"/>
                  </a:lnTo>
                  <a:lnTo>
                    <a:pt x="833316" y="1532497"/>
                  </a:lnTo>
                  <a:lnTo>
                    <a:pt x="842707" y="1528656"/>
                  </a:lnTo>
                  <a:lnTo>
                    <a:pt x="852619" y="1524601"/>
                  </a:lnTo>
                  <a:lnTo>
                    <a:pt x="855749" y="1523320"/>
                  </a:lnTo>
                  <a:lnTo>
                    <a:pt x="856097" y="1523178"/>
                  </a:lnTo>
                  <a:lnTo>
                    <a:pt x="869487" y="1517697"/>
                  </a:lnTo>
                  <a:lnTo>
                    <a:pt x="872269" y="1516558"/>
                  </a:lnTo>
                  <a:lnTo>
                    <a:pt x="882355" y="1512428"/>
                  </a:lnTo>
                  <a:lnTo>
                    <a:pt x="886703" y="1510648"/>
                  </a:lnTo>
                  <a:lnTo>
                    <a:pt x="891920" y="1508511"/>
                  </a:lnTo>
                  <a:lnTo>
                    <a:pt x="898180" y="1505946"/>
                  </a:lnTo>
                  <a:lnTo>
                    <a:pt x="901310" y="1504663"/>
                  </a:lnTo>
                  <a:lnTo>
                    <a:pt x="934177" y="1491188"/>
                  </a:lnTo>
                  <a:lnTo>
                    <a:pt x="934350" y="1491116"/>
                  </a:lnTo>
                  <a:lnTo>
                    <a:pt x="940959" y="1488405"/>
                  </a:lnTo>
                  <a:lnTo>
                    <a:pt x="954696" y="1482767"/>
                  </a:lnTo>
                  <a:lnTo>
                    <a:pt x="955392" y="1482482"/>
                  </a:lnTo>
                  <a:lnTo>
                    <a:pt x="959913" y="1480626"/>
                  </a:lnTo>
                  <a:lnTo>
                    <a:pt x="971217" y="1475984"/>
                  </a:lnTo>
                  <a:lnTo>
                    <a:pt x="982868" y="1471198"/>
                  </a:lnTo>
                  <a:lnTo>
                    <a:pt x="992258" y="1467339"/>
                  </a:lnTo>
                  <a:lnTo>
                    <a:pt x="998693" y="1464695"/>
                  </a:lnTo>
                  <a:lnTo>
                    <a:pt x="999388" y="1464409"/>
                  </a:lnTo>
                  <a:lnTo>
                    <a:pt x="1007214" y="1461191"/>
                  </a:lnTo>
                  <a:lnTo>
                    <a:pt x="1016604" y="1457329"/>
                  </a:lnTo>
                  <a:lnTo>
                    <a:pt x="1026516" y="1453252"/>
                  </a:lnTo>
                  <a:lnTo>
                    <a:pt x="1029646" y="1451964"/>
                  </a:lnTo>
                  <a:lnTo>
                    <a:pt x="1029994" y="1451821"/>
                  </a:lnTo>
                  <a:lnTo>
                    <a:pt x="1043384" y="1446309"/>
                  </a:lnTo>
                  <a:lnTo>
                    <a:pt x="1046167" y="1445164"/>
                  </a:lnTo>
                  <a:lnTo>
                    <a:pt x="1056253" y="1441010"/>
                  </a:lnTo>
                  <a:lnTo>
                    <a:pt x="1060600" y="1439219"/>
                  </a:lnTo>
                  <a:lnTo>
                    <a:pt x="1065817" y="1437070"/>
                  </a:lnTo>
                  <a:lnTo>
                    <a:pt x="1072077" y="1434491"/>
                  </a:lnTo>
                  <a:lnTo>
                    <a:pt x="1075207" y="1433201"/>
                  </a:lnTo>
                  <a:lnTo>
                    <a:pt x="1108074" y="1419647"/>
                  </a:lnTo>
                  <a:lnTo>
                    <a:pt x="1108248" y="1419575"/>
                  </a:lnTo>
                  <a:lnTo>
                    <a:pt x="1114856" y="1416849"/>
                  </a:lnTo>
                  <a:lnTo>
                    <a:pt x="1128594" y="1411177"/>
                  </a:lnTo>
                  <a:lnTo>
                    <a:pt x="1129290" y="1410890"/>
                  </a:lnTo>
                  <a:lnTo>
                    <a:pt x="1133811" y="1409023"/>
                  </a:lnTo>
                  <a:lnTo>
                    <a:pt x="1145114" y="1404354"/>
                  </a:lnTo>
                  <a:lnTo>
                    <a:pt x="1156765" y="1399539"/>
                  </a:lnTo>
                  <a:lnTo>
                    <a:pt x="1166156" y="1395658"/>
                  </a:lnTo>
                  <a:lnTo>
                    <a:pt x="1172590" y="1392997"/>
                  </a:lnTo>
                  <a:lnTo>
                    <a:pt x="1173286" y="1392709"/>
                  </a:lnTo>
                  <a:lnTo>
                    <a:pt x="1181111" y="1389472"/>
                  </a:lnTo>
                  <a:lnTo>
                    <a:pt x="1190501" y="1385587"/>
                  </a:lnTo>
                  <a:lnTo>
                    <a:pt x="1200414" y="1381484"/>
                  </a:lnTo>
                  <a:lnTo>
                    <a:pt x="1203544" y="1380189"/>
                  </a:lnTo>
                  <a:lnTo>
                    <a:pt x="1203892" y="1380045"/>
                  </a:lnTo>
                  <a:lnTo>
                    <a:pt x="1217282" y="1374499"/>
                  </a:lnTo>
                  <a:lnTo>
                    <a:pt x="1220064" y="1373347"/>
                  </a:lnTo>
                  <a:lnTo>
                    <a:pt x="1230150" y="1369168"/>
                  </a:lnTo>
                  <a:lnTo>
                    <a:pt x="1234497" y="1367366"/>
                  </a:lnTo>
                  <a:lnTo>
                    <a:pt x="1239714" y="1365203"/>
                  </a:lnTo>
                  <a:lnTo>
                    <a:pt x="1245975" y="1362608"/>
                  </a:lnTo>
                  <a:lnTo>
                    <a:pt x="1249105" y="1361310"/>
                  </a:lnTo>
                  <a:lnTo>
                    <a:pt x="1281971" y="1347671"/>
                  </a:lnTo>
                  <a:lnTo>
                    <a:pt x="1282145" y="1347599"/>
                  </a:lnTo>
                  <a:lnTo>
                    <a:pt x="1288753" y="1344854"/>
                  </a:lnTo>
                  <a:lnTo>
                    <a:pt x="1302491" y="1339147"/>
                  </a:lnTo>
                  <a:lnTo>
                    <a:pt x="1303187" y="1338858"/>
                  </a:lnTo>
                  <a:lnTo>
                    <a:pt x="1307708" y="1336979"/>
                  </a:lnTo>
                  <a:lnTo>
                    <a:pt x="1319012" y="1332280"/>
                  </a:lnTo>
                  <a:lnTo>
                    <a:pt x="1330663" y="1327434"/>
                  </a:lnTo>
                  <a:lnTo>
                    <a:pt x="1340053" y="1323527"/>
                  </a:lnTo>
                  <a:lnTo>
                    <a:pt x="1346487" y="1320849"/>
                  </a:lnTo>
                  <a:lnTo>
                    <a:pt x="1347183" y="1320559"/>
                  </a:lnTo>
                  <a:lnTo>
                    <a:pt x="1355008" y="1317301"/>
                  </a:lnTo>
                  <a:lnTo>
                    <a:pt x="1364399" y="1313391"/>
                  </a:lnTo>
                  <a:lnTo>
                    <a:pt x="1374311" y="1309261"/>
                  </a:lnTo>
                  <a:lnTo>
                    <a:pt x="1377441" y="1307956"/>
                  </a:lnTo>
                  <a:lnTo>
                    <a:pt x="1377789" y="1307811"/>
                  </a:lnTo>
                  <a:lnTo>
                    <a:pt x="1391179" y="1302229"/>
                  </a:lnTo>
                  <a:lnTo>
                    <a:pt x="1393961" y="1301069"/>
                  </a:lnTo>
                  <a:lnTo>
                    <a:pt x="1404047" y="1296862"/>
                  </a:lnTo>
                  <a:lnTo>
                    <a:pt x="1408395" y="1295048"/>
                  </a:lnTo>
                  <a:lnTo>
                    <a:pt x="1413612" y="1292871"/>
                  </a:lnTo>
                  <a:lnTo>
                    <a:pt x="1419872" y="1290258"/>
                  </a:lnTo>
                  <a:lnTo>
                    <a:pt x="1423002" y="1288951"/>
                  </a:lnTo>
                  <a:lnTo>
                    <a:pt x="1455869" y="1275220"/>
                  </a:lnTo>
                  <a:lnTo>
                    <a:pt x="1456043" y="1275147"/>
                  </a:lnTo>
                  <a:lnTo>
                    <a:pt x="1462651" y="1272384"/>
                  </a:lnTo>
                  <a:lnTo>
                    <a:pt x="1476389" y="1266638"/>
                  </a:lnTo>
                  <a:lnTo>
                    <a:pt x="1477084" y="1266346"/>
                  </a:lnTo>
                  <a:lnTo>
                    <a:pt x="1481606" y="1264454"/>
                  </a:lnTo>
                  <a:lnTo>
                    <a:pt x="1492909" y="1259723"/>
                  </a:lnTo>
                  <a:lnTo>
                    <a:pt x="1504560" y="1254843"/>
                  </a:lnTo>
                  <a:lnTo>
                    <a:pt x="1513951" y="1250909"/>
                  </a:lnTo>
                  <a:lnTo>
                    <a:pt x="1520385" y="1248212"/>
                  </a:lnTo>
                  <a:lnTo>
                    <a:pt x="1521080" y="1247921"/>
                  </a:lnTo>
                  <a:lnTo>
                    <a:pt x="1528906" y="1244640"/>
                  </a:lnTo>
                  <a:lnTo>
                    <a:pt x="1538296" y="1240701"/>
                  </a:lnTo>
                  <a:lnTo>
                    <a:pt x="1548208" y="1236542"/>
                  </a:lnTo>
                  <a:lnTo>
                    <a:pt x="1551339" y="1235229"/>
                  </a:lnTo>
                  <a:lnTo>
                    <a:pt x="1551686" y="1235083"/>
                  </a:lnTo>
                  <a:lnTo>
                    <a:pt x="1565077" y="1229461"/>
                  </a:lnTo>
                  <a:lnTo>
                    <a:pt x="1567859" y="1228293"/>
                  </a:lnTo>
                  <a:lnTo>
                    <a:pt x="1577945" y="1224055"/>
                  </a:lnTo>
                  <a:lnTo>
                    <a:pt x="1582292" y="1222228"/>
                  </a:lnTo>
                  <a:lnTo>
                    <a:pt x="1587509" y="1220036"/>
                  </a:lnTo>
                  <a:lnTo>
                    <a:pt x="1593770" y="1217404"/>
                  </a:lnTo>
                  <a:lnTo>
                    <a:pt x="1596900" y="1216088"/>
                  </a:lnTo>
                  <a:lnTo>
                    <a:pt x="1629766" y="1202257"/>
                  </a:lnTo>
                  <a:lnTo>
                    <a:pt x="1629940" y="1202183"/>
                  </a:lnTo>
                  <a:lnTo>
                    <a:pt x="1636548" y="1199400"/>
                  </a:lnTo>
                  <a:lnTo>
                    <a:pt x="1650286" y="1193611"/>
                  </a:lnTo>
                  <a:lnTo>
                    <a:pt x="1650982" y="1193318"/>
                  </a:lnTo>
                  <a:lnTo>
                    <a:pt x="1655503" y="1191412"/>
                  </a:lnTo>
                  <a:lnTo>
                    <a:pt x="1666807" y="1186646"/>
                  </a:lnTo>
                  <a:lnTo>
                    <a:pt x="1678458" y="1181730"/>
                  </a:lnTo>
                  <a:lnTo>
                    <a:pt x="1687848" y="1177767"/>
                  </a:lnTo>
                  <a:lnTo>
                    <a:pt x="1694282" y="1175050"/>
                  </a:lnTo>
                  <a:lnTo>
                    <a:pt x="1694978" y="1174756"/>
                  </a:lnTo>
                  <a:lnTo>
                    <a:pt x="1702803" y="1171451"/>
                  </a:lnTo>
                  <a:lnTo>
                    <a:pt x="1712194" y="1167483"/>
                  </a:lnTo>
                  <a:lnTo>
                    <a:pt x="1725236" y="1161969"/>
                  </a:lnTo>
                  <a:lnTo>
                    <a:pt x="1725584" y="1161822"/>
                  </a:lnTo>
                  <a:lnTo>
                    <a:pt x="1738974" y="1156158"/>
                  </a:lnTo>
                  <a:lnTo>
                    <a:pt x="1741756" y="1154980"/>
                  </a:lnTo>
                  <a:lnTo>
                    <a:pt x="1751842" y="1150711"/>
                  </a:lnTo>
                  <a:lnTo>
                    <a:pt x="1756190" y="1148870"/>
                  </a:lnTo>
                  <a:lnTo>
                    <a:pt x="1761407" y="1146661"/>
                  </a:lnTo>
                  <a:lnTo>
                    <a:pt x="1767667" y="1144009"/>
                  </a:lnTo>
                  <a:lnTo>
                    <a:pt x="1770797" y="1142683"/>
                  </a:lnTo>
                  <a:lnTo>
                    <a:pt x="1803664" y="1128746"/>
                  </a:lnTo>
                  <a:lnTo>
                    <a:pt x="1803838" y="1128672"/>
                  </a:lnTo>
                  <a:lnTo>
                    <a:pt x="1810446" y="1125867"/>
                  </a:lnTo>
                  <a:lnTo>
                    <a:pt x="1824184" y="1120034"/>
                  </a:lnTo>
                  <a:lnTo>
                    <a:pt x="1824879" y="1119738"/>
                  </a:lnTo>
                  <a:lnTo>
                    <a:pt x="1829401" y="1117818"/>
                  </a:lnTo>
                  <a:lnTo>
                    <a:pt x="1840704" y="1113014"/>
                  </a:lnTo>
                  <a:lnTo>
                    <a:pt x="1852355" y="1108060"/>
                  </a:lnTo>
                  <a:lnTo>
                    <a:pt x="1861746" y="1104066"/>
                  </a:lnTo>
                  <a:lnTo>
                    <a:pt x="1868180" y="1101328"/>
                  </a:lnTo>
                  <a:lnTo>
                    <a:pt x="1868875" y="1101032"/>
                  </a:lnTo>
                  <a:lnTo>
                    <a:pt x="1876701" y="1097700"/>
                  </a:lnTo>
                  <a:lnTo>
                    <a:pt x="1886091" y="1093701"/>
                  </a:lnTo>
                  <a:lnTo>
                    <a:pt x="1896003" y="1089478"/>
                  </a:lnTo>
                  <a:lnTo>
                    <a:pt x="1899134" y="1088144"/>
                  </a:lnTo>
                  <a:lnTo>
                    <a:pt x="1899481" y="1087996"/>
                  </a:lnTo>
                  <a:lnTo>
                    <a:pt x="1912871" y="1082287"/>
                  </a:lnTo>
                  <a:lnTo>
                    <a:pt x="1915654" y="1081100"/>
                  </a:lnTo>
                  <a:lnTo>
                    <a:pt x="1925740" y="1076797"/>
                  </a:lnTo>
                  <a:lnTo>
                    <a:pt x="1930087" y="1074942"/>
                  </a:lnTo>
                  <a:lnTo>
                    <a:pt x="1935304" y="1072715"/>
                  </a:lnTo>
                  <a:lnTo>
                    <a:pt x="1941564" y="1070042"/>
                  </a:lnTo>
                  <a:lnTo>
                    <a:pt x="1944695" y="1068705"/>
                  </a:lnTo>
                  <a:lnTo>
                    <a:pt x="1977561" y="1054656"/>
                  </a:lnTo>
                  <a:lnTo>
                    <a:pt x="1977735" y="1054582"/>
                  </a:lnTo>
                  <a:lnTo>
                    <a:pt x="1984343" y="1051755"/>
                  </a:lnTo>
                  <a:lnTo>
                    <a:pt x="1998081" y="1045874"/>
                  </a:lnTo>
                  <a:lnTo>
                    <a:pt x="1998777" y="1045577"/>
                  </a:lnTo>
                  <a:lnTo>
                    <a:pt x="2003298" y="1043640"/>
                  </a:lnTo>
                  <a:lnTo>
                    <a:pt x="2014601" y="1038798"/>
                  </a:lnTo>
                  <a:lnTo>
                    <a:pt x="2026253" y="1033804"/>
                  </a:lnTo>
                  <a:lnTo>
                    <a:pt x="2035643" y="1029777"/>
                  </a:lnTo>
                  <a:lnTo>
                    <a:pt x="2042077" y="1027017"/>
                  </a:lnTo>
                  <a:lnTo>
                    <a:pt x="2042773" y="1026718"/>
                  </a:lnTo>
                  <a:lnTo>
                    <a:pt x="2050598" y="1023360"/>
                  </a:lnTo>
                  <a:lnTo>
                    <a:pt x="2059989" y="1019328"/>
                  </a:lnTo>
                  <a:lnTo>
                    <a:pt x="2069901" y="1015071"/>
                  </a:lnTo>
                  <a:lnTo>
                    <a:pt x="2073031" y="1013726"/>
                  </a:lnTo>
                  <a:lnTo>
                    <a:pt x="2073379" y="1013576"/>
                  </a:lnTo>
                  <a:lnTo>
                    <a:pt x="2086769" y="1007821"/>
                  </a:lnTo>
                  <a:lnTo>
                    <a:pt x="2089551" y="1006624"/>
                  </a:lnTo>
                  <a:lnTo>
                    <a:pt x="2099637" y="1002286"/>
                  </a:lnTo>
                  <a:lnTo>
                    <a:pt x="2103985" y="1000415"/>
                  </a:lnTo>
                  <a:lnTo>
                    <a:pt x="2109202" y="998170"/>
                  </a:lnTo>
                  <a:lnTo>
                    <a:pt x="2115462" y="995475"/>
                  </a:lnTo>
                  <a:lnTo>
                    <a:pt x="2118592" y="994127"/>
                  </a:lnTo>
                  <a:lnTo>
                    <a:pt x="2151459" y="979963"/>
                  </a:lnTo>
                  <a:lnTo>
                    <a:pt x="2151633" y="979888"/>
                  </a:lnTo>
                  <a:lnTo>
                    <a:pt x="2158241" y="977038"/>
                  </a:lnTo>
                  <a:lnTo>
                    <a:pt x="2171979" y="971109"/>
                  </a:lnTo>
                  <a:lnTo>
                    <a:pt x="2172674" y="970808"/>
                  </a:lnTo>
                  <a:lnTo>
                    <a:pt x="2177196" y="968856"/>
                  </a:lnTo>
                  <a:lnTo>
                    <a:pt x="2188499" y="963974"/>
                  </a:lnTo>
                  <a:lnTo>
                    <a:pt x="2200150" y="958938"/>
                  </a:lnTo>
                  <a:lnTo>
                    <a:pt x="2209540" y="954878"/>
                  </a:lnTo>
                  <a:lnTo>
                    <a:pt x="2215975" y="952095"/>
                  </a:lnTo>
                  <a:lnTo>
                    <a:pt x="2216670" y="951794"/>
                  </a:lnTo>
                  <a:lnTo>
                    <a:pt x="2224496" y="948407"/>
                  </a:lnTo>
                  <a:lnTo>
                    <a:pt x="2233886" y="944342"/>
                  </a:lnTo>
                  <a:lnTo>
                    <a:pt x="2243798" y="940049"/>
                  </a:lnTo>
                  <a:lnTo>
                    <a:pt x="2246928" y="938693"/>
                  </a:lnTo>
                  <a:lnTo>
                    <a:pt x="2247276" y="938543"/>
                  </a:lnTo>
                  <a:lnTo>
                    <a:pt x="2260666" y="932739"/>
                  </a:lnTo>
                  <a:lnTo>
                    <a:pt x="2263449" y="931533"/>
                  </a:lnTo>
                  <a:lnTo>
                    <a:pt x="2273535" y="927158"/>
                  </a:lnTo>
                  <a:lnTo>
                    <a:pt x="2277882" y="925272"/>
                  </a:lnTo>
                  <a:lnTo>
                    <a:pt x="2283099" y="923008"/>
                  </a:lnTo>
                  <a:lnTo>
                    <a:pt x="2289359" y="920290"/>
                  </a:lnTo>
                  <a:lnTo>
                    <a:pt x="2292490" y="918931"/>
                  </a:lnTo>
                  <a:lnTo>
                    <a:pt x="2325356" y="904649"/>
                  </a:lnTo>
                  <a:lnTo>
                    <a:pt x="2325530" y="904573"/>
                  </a:lnTo>
                  <a:lnTo>
                    <a:pt x="2332138" y="901699"/>
                  </a:lnTo>
                  <a:lnTo>
                    <a:pt x="2345876" y="895720"/>
                  </a:lnTo>
                  <a:lnTo>
                    <a:pt x="2346572" y="895417"/>
                  </a:lnTo>
                  <a:lnTo>
                    <a:pt x="2351093" y="893449"/>
                  </a:lnTo>
                  <a:lnTo>
                    <a:pt x="2362396" y="888526"/>
                  </a:lnTo>
                  <a:lnTo>
                    <a:pt x="2374047" y="883448"/>
                  </a:lnTo>
                  <a:lnTo>
                    <a:pt x="2383438" y="879354"/>
                  </a:lnTo>
                  <a:lnTo>
                    <a:pt x="2389872" y="876547"/>
                  </a:lnTo>
                  <a:lnTo>
                    <a:pt x="2390568" y="876244"/>
                  </a:lnTo>
                  <a:lnTo>
                    <a:pt x="2398393" y="872829"/>
                  </a:lnTo>
                  <a:lnTo>
                    <a:pt x="2407784" y="868730"/>
                  </a:lnTo>
                  <a:lnTo>
                    <a:pt x="2417696" y="864401"/>
                  </a:lnTo>
                  <a:lnTo>
                    <a:pt x="2420826" y="863034"/>
                  </a:lnTo>
                  <a:lnTo>
                    <a:pt x="2421174" y="862882"/>
                  </a:lnTo>
                  <a:lnTo>
                    <a:pt x="2434564" y="857029"/>
                  </a:lnTo>
                  <a:lnTo>
                    <a:pt x="2437346" y="855813"/>
                  </a:lnTo>
                  <a:lnTo>
                    <a:pt x="2447432" y="851402"/>
                  </a:lnTo>
                  <a:lnTo>
                    <a:pt x="2451780" y="849500"/>
                  </a:lnTo>
                  <a:lnTo>
                    <a:pt x="2456997" y="847217"/>
                  </a:lnTo>
                  <a:lnTo>
                    <a:pt x="2463257" y="844477"/>
                  </a:lnTo>
                  <a:lnTo>
                    <a:pt x="2466387" y="843106"/>
                  </a:lnTo>
                  <a:lnTo>
                    <a:pt x="2499254" y="828705"/>
                  </a:lnTo>
                  <a:lnTo>
                    <a:pt x="2499428" y="828628"/>
                  </a:lnTo>
                  <a:lnTo>
                    <a:pt x="2506036" y="825730"/>
                  </a:lnTo>
                  <a:lnTo>
                    <a:pt x="2519774" y="819702"/>
                  </a:lnTo>
                  <a:lnTo>
                    <a:pt x="2520469" y="819396"/>
                  </a:lnTo>
                  <a:lnTo>
                    <a:pt x="2524990" y="817411"/>
                  </a:lnTo>
                  <a:lnTo>
                    <a:pt x="2536294" y="812447"/>
                  </a:lnTo>
                  <a:lnTo>
                    <a:pt x="2547945" y="807327"/>
                  </a:lnTo>
                  <a:lnTo>
                    <a:pt x="2557335" y="803199"/>
                  </a:lnTo>
                  <a:lnTo>
                    <a:pt x="2563770" y="800369"/>
                  </a:lnTo>
                  <a:lnTo>
                    <a:pt x="2564465" y="800063"/>
                  </a:lnTo>
                  <a:lnTo>
                    <a:pt x="2572291" y="796620"/>
                  </a:lnTo>
                  <a:lnTo>
                    <a:pt x="2581681" y="792487"/>
                  </a:lnTo>
                  <a:lnTo>
                    <a:pt x="2591593" y="788122"/>
                  </a:lnTo>
                  <a:lnTo>
                    <a:pt x="2594723" y="786743"/>
                  </a:lnTo>
                  <a:lnTo>
                    <a:pt x="2608461" y="780690"/>
                  </a:lnTo>
                  <a:lnTo>
                    <a:pt x="2611244" y="779463"/>
                  </a:lnTo>
                  <a:lnTo>
                    <a:pt x="2621330" y="775016"/>
                  </a:lnTo>
                  <a:lnTo>
                    <a:pt x="2625677" y="773098"/>
                  </a:lnTo>
                  <a:lnTo>
                    <a:pt x="2630894" y="770796"/>
                  </a:lnTo>
                  <a:lnTo>
                    <a:pt x="2637154" y="768033"/>
                  </a:lnTo>
                  <a:lnTo>
                    <a:pt x="2640284" y="766652"/>
                  </a:lnTo>
                  <a:lnTo>
                    <a:pt x="2673151" y="752131"/>
                  </a:lnTo>
                  <a:lnTo>
                    <a:pt x="2673325" y="752055"/>
                  </a:lnTo>
                  <a:lnTo>
                    <a:pt x="2679933" y="749132"/>
                  </a:lnTo>
                  <a:lnTo>
                    <a:pt x="2693671" y="743055"/>
                  </a:lnTo>
                  <a:lnTo>
                    <a:pt x="2694367" y="742747"/>
                  </a:lnTo>
                  <a:lnTo>
                    <a:pt x="2698888" y="740746"/>
                  </a:lnTo>
                  <a:lnTo>
                    <a:pt x="2710191" y="735741"/>
                  </a:lnTo>
                  <a:lnTo>
                    <a:pt x="2721842" y="730579"/>
                  </a:lnTo>
                  <a:lnTo>
                    <a:pt x="2731233" y="726417"/>
                  </a:lnTo>
                  <a:lnTo>
                    <a:pt x="2737667" y="723565"/>
                  </a:lnTo>
                  <a:lnTo>
                    <a:pt x="2738363" y="723256"/>
                  </a:lnTo>
                  <a:lnTo>
                    <a:pt x="2755578" y="715619"/>
                  </a:lnTo>
                  <a:lnTo>
                    <a:pt x="2765491" y="711219"/>
                  </a:lnTo>
                  <a:lnTo>
                    <a:pt x="2768621" y="709829"/>
                  </a:lnTo>
                  <a:lnTo>
                    <a:pt x="2768969" y="709674"/>
                  </a:lnTo>
                  <a:lnTo>
                    <a:pt x="2782359" y="703726"/>
                  </a:lnTo>
                  <a:lnTo>
                    <a:pt x="2785141" y="702490"/>
                  </a:lnTo>
                  <a:lnTo>
                    <a:pt x="2795227" y="698007"/>
                  </a:lnTo>
                  <a:lnTo>
                    <a:pt x="2799575" y="696073"/>
                  </a:lnTo>
                  <a:lnTo>
                    <a:pt x="2804791" y="693753"/>
                  </a:lnTo>
                  <a:lnTo>
                    <a:pt x="2811052" y="690968"/>
                  </a:lnTo>
                  <a:lnTo>
                    <a:pt x="2814182" y="689576"/>
                  </a:lnTo>
                  <a:lnTo>
                    <a:pt x="2847049" y="674940"/>
                  </a:lnTo>
                  <a:lnTo>
                    <a:pt x="2847222" y="674862"/>
                  </a:lnTo>
                  <a:lnTo>
                    <a:pt x="2853831" y="671917"/>
                  </a:lnTo>
                  <a:lnTo>
                    <a:pt x="2867568" y="665791"/>
                  </a:lnTo>
                  <a:lnTo>
                    <a:pt x="2868264" y="665481"/>
                  </a:lnTo>
                  <a:lnTo>
                    <a:pt x="2872785" y="663464"/>
                  </a:lnTo>
                  <a:lnTo>
                    <a:pt x="2884089" y="658420"/>
                  </a:lnTo>
                  <a:lnTo>
                    <a:pt x="2895740" y="653218"/>
                  </a:lnTo>
                  <a:lnTo>
                    <a:pt x="2905130" y="649023"/>
                  </a:lnTo>
                  <a:lnTo>
                    <a:pt x="2911564" y="646148"/>
                  </a:lnTo>
                  <a:lnTo>
                    <a:pt x="2912260" y="645837"/>
                  </a:lnTo>
                  <a:lnTo>
                    <a:pt x="2920085" y="642339"/>
                  </a:lnTo>
                  <a:lnTo>
                    <a:pt x="2929476" y="638140"/>
                  </a:lnTo>
                  <a:lnTo>
                    <a:pt x="2939388" y="633706"/>
                  </a:lnTo>
                  <a:lnTo>
                    <a:pt x="2942518" y="632305"/>
                  </a:lnTo>
                  <a:lnTo>
                    <a:pt x="2942866" y="632149"/>
                  </a:lnTo>
                  <a:lnTo>
                    <a:pt x="2956256" y="626155"/>
                  </a:lnTo>
                  <a:lnTo>
                    <a:pt x="2959038" y="624909"/>
                  </a:lnTo>
                  <a:lnTo>
                    <a:pt x="2969125" y="620391"/>
                  </a:lnTo>
                  <a:lnTo>
                    <a:pt x="2973472" y="618444"/>
                  </a:lnTo>
                  <a:lnTo>
                    <a:pt x="2978689" y="616105"/>
                  </a:lnTo>
                  <a:lnTo>
                    <a:pt x="2984949" y="613299"/>
                  </a:lnTo>
                  <a:lnTo>
                    <a:pt x="2988079" y="611896"/>
                  </a:lnTo>
                  <a:lnTo>
                    <a:pt x="3020946" y="597148"/>
                  </a:lnTo>
                  <a:lnTo>
                    <a:pt x="3021120" y="597070"/>
                  </a:lnTo>
                  <a:lnTo>
                    <a:pt x="3027728" y="594103"/>
                  </a:lnTo>
                  <a:lnTo>
                    <a:pt x="3041466" y="587931"/>
                  </a:lnTo>
                  <a:lnTo>
                    <a:pt x="3042161" y="587618"/>
                  </a:lnTo>
                  <a:lnTo>
                    <a:pt x="3046683" y="585586"/>
                  </a:lnTo>
                  <a:lnTo>
                    <a:pt x="3057986" y="580504"/>
                  </a:lnTo>
                  <a:lnTo>
                    <a:pt x="3069637" y="575263"/>
                  </a:lnTo>
                  <a:lnTo>
                    <a:pt x="3079028" y="571037"/>
                  </a:lnTo>
                  <a:lnTo>
                    <a:pt x="3085462" y="568140"/>
                  </a:lnTo>
                  <a:lnTo>
                    <a:pt x="3086157" y="567827"/>
                  </a:lnTo>
                  <a:lnTo>
                    <a:pt x="3093983" y="564303"/>
                  </a:lnTo>
                  <a:lnTo>
                    <a:pt x="3103373" y="560073"/>
                  </a:lnTo>
                  <a:lnTo>
                    <a:pt x="3113285" y="555606"/>
                  </a:lnTo>
                  <a:lnTo>
                    <a:pt x="3116416" y="554195"/>
                  </a:lnTo>
                  <a:lnTo>
                    <a:pt x="3116763" y="554038"/>
                  </a:lnTo>
                  <a:lnTo>
                    <a:pt x="3130154" y="548000"/>
                  </a:lnTo>
                  <a:lnTo>
                    <a:pt x="3132936" y="546745"/>
                  </a:lnTo>
                  <a:lnTo>
                    <a:pt x="3143022" y="542195"/>
                  </a:lnTo>
                  <a:lnTo>
                    <a:pt x="3147369" y="540233"/>
                  </a:lnTo>
                  <a:lnTo>
                    <a:pt x="3152586" y="537878"/>
                  </a:lnTo>
                  <a:lnTo>
                    <a:pt x="3158847" y="535051"/>
                  </a:lnTo>
                  <a:lnTo>
                    <a:pt x="3161977" y="533637"/>
                  </a:lnTo>
                  <a:lnTo>
                    <a:pt x="3194843" y="518784"/>
                  </a:lnTo>
                  <a:lnTo>
                    <a:pt x="3195017" y="518705"/>
                  </a:lnTo>
                  <a:lnTo>
                    <a:pt x="3201625" y="515716"/>
                  </a:lnTo>
                  <a:lnTo>
                    <a:pt x="3215363" y="509500"/>
                  </a:lnTo>
                  <a:lnTo>
                    <a:pt x="3216059" y="509186"/>
                  </a:lnTo>
                  <a:lnTo>
                    <a:pt x="3220580" y="507139"/>
                  </a:lnTo>
                  <a:lnTo>
                    <a:pt x="3231884" y="502021"/>
                  </a:lnTo>
                  <a:lnTo>
                    <a:pt x="3243535" y="496743"/>
                  </a:lnTo>
                  <a:lnTo>
                    <a:pt x="3252925" y="492488"/>
                  </a:lnTo>
                  <a:lnTo>
                    <a:pt x="3259359" y="489571"/>
                  </a:lnTo>
                  <a:lnTo>
                    <a:pt x="3260055" y="489256"/>
                  </a:lnTo>
                  <a:lnTo>
                    <a:pt x="3267880" y="485707"/>
                  </a:lnTo>
                  <a:lnTo>
                    <a:pt x="3277271" y="481448"/>
                  </a:lnTo>
                  <a:lnTo>
                    <a:pt x="3287183" y="476950"/>
                  </a:lnTo>
                  <a:lnTo>
                    <a:pt x="3290313" y="475529"/>
                  </a:lnTo>
                  <a:lnTo>
                    <a:pt x="3290661" y="475372"/>
                  </a:lnTo>
                  <a:lnTo>
                    <a:pt x="3304051" y="469292"/>
                  </a:lnTo>
                  <a:lnTo>
                    <a:pt x="3306833" y="468028"/>
                  </a:lnTo>
                  <a:lnTo>
                    <a:pt x="3316919" y="463447"/>
                  </a:lnTo>
                  <a:lnTo>
                    <a:pt x="3321267" y="461471"/>
                  </a:lnTo>
                  <a:lnTo>
                    <a:pt x="3326484" y="459100"/>
                  </a:lnTo>
                  <a:lnTo>
                    <a:pt x="3332744" y="456254"/>
                  </a:lnTo>
                  <a:lnTo>
                    <a:pt x="3335874" y="454831"/>
                  </a:lnTo>
                  <a:lnTo>
                    <a:pt x="3368741" y="439878"/>
                  </a:lnTo>
                  <a:lnTo>
                    <a:pt x="3368915" y="439799"/>
                  </a:lnTo>
                  <a:lnTo>
                    <a:pt x="3375523" y="436790"/>
                  </a:lnTo>
                  <a:lnTo>
                    <a:pt x="3389261" y="430533"/>
                  </a:lnTo>
                  <a:lnTo>
                    <a:pt x="3389956" y="430216"/>
                  </a:lnTo>
                  <a:lnTo>
                    <a:pt x="3394478" y="428156"/>
                  </a:lnTo>
                  <a:lnTo>
                    <a:pt x="3405781" y="423005"/>
                  </a:lnTo>
                  <a:lnTo>
                    <a:pt x="3417432" y="417692"/>
                  </a:lnTo>
                  <a:lnTo>
                    <a:pt x="3426823" y="413409"/>
                  </a:lnTo>
                  <a:lnTo>
                    <a:pt x="3433257" y="410474"/>
                  </a:lnTo>
                  <a:lnTo>
                    <a:pt x="3433952" y="410156"/>
                  </a:lnTo>
                  <a:lnTo>
                    <a:pt x="3451168" y="402298"/>
                  </a:lnTo>
                  <a:lnTo>
                    <a:pt x="3461080" y="397771"/>
                  </a:lnTo>
                  <a:lnTo>
                    <a:pt x="3464211" y="396342"/>
                  </a:lnTo>
                  <a:lnTo>
                    <a:pt x="3464558" y="396183"/>
                  </a:lnTo>
                  <a:lnTo>
                    <a:pt x="3477948" y="390065"/>
                  </a:lnTo>
                  <a:lnTo>
                    <a:pt x="3480731" y="388793"/>
                  </a:lnTo>
                  <a:lnTo>
                    <a:pt x="3490817" y="384182"/>
                  </a:lnTo>
                  <a:lnTo>
                    <a:pt x="3495164" y="382194"/>
                  </a:lnTo>
                  <a:lnTo>
                    <a:pt x="3500381" y="379808"/>
                  </a:lnTo>
                  <a:lnTo>
                    <a:pt x="3506642" y="376945"/>
                  </a:lnTo>
                  <a:lnTo>
                    <a:pt x="3509772" y="375513"/>
                  </a:lnTo>
                  <a:lnTo>
                    <a:pt x="3542812" y="360388"/>
                  </a:lnTo>
                  <a:lnTo>
                    <a:pt x="3549420" y="357360"/>
                  </a:lnTo>
                  <a:lnTo>
                    <a:pt x="3563158" y="351065"/>
                  </a:lnTo>
                  <a:lnTo>
                    <a:pt x="3563854" y="350746"/>
                  </a:lnTo>
                  <a:lnTo>
                    <a:pt x="3568375" y="348674"/>
                  </a:lnTo>
                  <a:lnTo>
                    <a:pt x="3579678" y="343491"/>
                  </a:lnTo>
                  <a:lnTo>
                    <a:pt x="3591330" y="338147"/>
                  </a:lnTo>
                  <a:lnTo>
                    <a:pt x="3600720" y="333838"/>
                  </a:lnTo>
                  <a:lnTo>
                    <a:pt x="3607154" y="330885"/>
                  </a:lnTo>
                  <a:lnTo>
                    <a:pt x="3607850" y="330565"/>
                  </a:lnTo>
                  <a:lnTo>
                    <a:pt x="3615675" y="326973"/>
                  </a:lnTo>
                  <a:lnTo>
                    <a:pt x="3625066" y="322661"/>
                  </a:lnTo>
                  <a:lnTo>
                    <a:pt x="3634978" y="318108"/>
                  </a:lnTo>
                  <a:lnTo>
                    <a:pt x="3638108" y="316669"/>
                  </a:lnTo>
                  <a:lnTo>
                    <a:pt x="3638456" y="316510"/>
                  </a:lnTo>
                  <a:lnTo>
                    <a:pt x="3651846" y="310356"/>
                  </a:lnTo>
                  <a:lnTo>
                    <a:pt x="3654628" y="309077"/>
                  </a:lnTo>
                  <a:lnTo>
                    <a:pt x="3664714" y="304439"/>
                  </a:lnTo>
                  <a:lnTo>
                    <a:pt x="3669062" y="302440"/>
                  </a:lnTo>
                  <a:lnTo>
                    <a:pt x="3674279" y="300040"/>
                  </a:lnTo>
                  <a:lnTo>
                    <a:pt x="3680539" y="297160"/>
                  </a:lnTo>
                  <a:lnTo>
                    <a:pt x="3683669" y="295720"/>
                  </a:lnTo>
                  <a:lnTo>
                    <a:pt x="3716536" y="280589"/>
                  </a:lnTo>
                  <a:lnTo>
                    <a:pt x="3716710" y="280509"/>
                  </a:lnTo>
                  <a:lnTo>
                    <a:pt x="3723318" y="277465"/>
                  </a:lnTo>
                  <a:lnTo>
                    <a:pt x="3737056" y="271134"/>
                  </a:lnTo>
                  <a:lnTo>
                    <a:pt x="3737751" y="270814"/>
                  </a:lnTo>
                  <a:lnTo>
                    <a:pt x="3742273" y="268730"/>
                  </a:lnTo>
                  <a:lnTo>
                    <a:pt x="3753576" y="263518"/>
                  </a:lnTo>
                  <a:lnTo>
                    <a:pt x="3765227" y="258144"/>
                  </a:lnTo>
                  <a:lnTo>
                    <a:pt x="3774617" y="253812"/>
                  </a:lnTo>
                  <a:lnTo>
                    <a:pt x="3781052" y="250843"/>
                  </a:lnTo>
                  <a:lnTo>
                    <a:pt x="3781747" y="250522"/>
                  </a:lnTo>
                  <a:lnTo>
                    <a:pt x="3789573" y="246910"/>
                  </a:lnTo>
                  <a:lnTo>
                    <a:pt x="3798963" y="242574"/>
                  </a:lnTo>
                  <a:lnTo>
                    <a:pt x="3808875" y="237997"/>
                  </a:lnTo>
                  <a:lnTo>
                    <a:pt x="3812005" y="236551"/>
                  </a:lnTo>
                  <a:lnTo>
                    <a:pt x="3812353" y="236390"/>
                  </a:lnTo>
                  <a:lnTo>
                    <a:pt x="3825743" y="230204"/>
                  </a:lnTo>
                  <a:lnTo>
                    <a:pt x="3828526" y="228918"/>
                  </a:lnTo>
                  <a:lnTo>
                    <a:pt x="3838612" y="224256"/>
                  </a:lnTo>
                  <a:lnTo>
                    <a:pt x="3842959" y="222246"/>
                  </a:lnTo>
                  <a:lnTo>
                    <a:pt x="3848176" y="219834"/>
                  </a:lnTo>
                  <a:lnTo>
                    <a:pt x="3854436" y="216939"/>
                  </a:lnTo>
                  <a:lnTo>
                    <a:pt x="3857567" y="215491"/>
                  </a:lnTo>
                  <a:lnTo>
                    <a:pt x="3890433" y="200282"/>
                  </a:lnTo>
                  <a:lnTo>
                    <a:pt x="3890607" y="200201"/>
                  </a:lnTo>
                  <a:lnTo>
                    <a:pt x="3897215" y="197142"/>
                  </a:lnTo>
                  <a:lnTo>
                    <a:pt x="3910953" y="190779"/>
                  </a:lnTo>
                  <a:lnTo>
                    <a:pt x="3911649" y="190457"/>
                  </a:lnTo>
                  <a:lnTo>
                    <a:pt x="3916170" y="188362"/>
                  </a:lnTo>
                  <a:lnTo>
                    <a:pt x="3927473" y="183125"/>
                  </a:lnTo>
                  <a:lnTo>
                    <a:pt x="3939124" y="177724"/>
                  </a:lnTo>
                  <a:lnTo>
                    <a:pt x="3948515" y="173370"/>
                  </a:lnTo>
                  <a:lnTo>
                    <a:pt x="3954949" y="170387"/>
                  </a:lnTo>
                  <a:lnTo>
                    <a:pt x="3955645" y="170064"/>
                  </a:lnTo>
                  <a:lnTo>
                    <a:pt x="3963470" y="166434"/>
                  </a:lnTo>
                  <a:lnTo>
                    <a:pt x="3972861" y="162078"/>
                  </a:lnTo>
                  <a:lnTo>
                    <a:pt x="3982773" y="157478"/>
                  </a:lnTo>
                  <a:lnTo>
                    <a:pt x="3985903" y="156025"/>
                  </a:lnTo>
                  <a:lnTo>
                    <a:pt x="3986251" y="155863"/>
                  </a:lnTo>
                  <a:lnTo>
                    <a:pt x="4002423" y="148355"/>
                  </a:lnTo>
                  <a:lnTo>
                    <a:pt x="4012509" y="143671"/>
                  </a:lnTo>
                  <a:lnTo>
                    <a:pt x="4016857" y="141651"/>
                  </a:lnTo>
                  <a:lnTo>
                    <a:pt x="4022074" y="139228"/>
                  </a:lnTo>
                  <a:lnTo>
                    <a:pt x="4031464" y="134864"/>
                  </a:lnTo>
                  <a:lnTo>
                    <a:pt x="4064331" y="119584"/>
                  </a:lnTo>
                  <a:lnTo>
                    <a:pt x="4071113" y="116430"/>
                  </a:lnTo>
                  <a:lnTo>
                    <a:pt x="4085546" y="109714"/>
                  </a:lnTo>
                  <a:lnTo>
                    <a:pt x="4090067" y="107610"/>
                  </a:lnTo>
                  <a:lnTo>
                    <a:pt x="4101371" y="102349"/>
                  </a:lnTo>
                  <a:lnTo>
                    <a:pt x="4122412" y="92550"/>
                  </a:lnTo>
                  <a:lnTo>
                    <a:pt x="4128847" y="89553"/>
                  </a:lnTo>
                  <a:lnTo>
                    <a:pt x="4137368" y="85583"/>
                  </a:lnTo>
                  <a:lnTo>
                    <a:pt x="4146758" y="81207"/>
                  </a:lnTo>
                  <a:lnTo>
                    <a:pt x="4156670" y="76587"/>
                  </a:lnTo>
                  <a:lnTo>
                    <a:pt x="4159800" y="75128"/>
                  </a:lnTo>
                  <a:lnTo>
                    <a:pt x="4160148" y="74966"/>
                  </a:lnTo>
                  <a:lnTo>
                    <a:pt x="4176321" y="67425"/>
                  </a:lnTo>
                  <a:lnTo>
                    <a:pt x="4186407" y="62721"/>
                  </a:lnTo>
                  <a:lnTo>
                    <a:pt x="4238228" y="38532"/>
                  </a:lnTo>
                  <a:lnTo>
                    <a:pt x="4259444" y="28621"/>
                  </a:lnTo>
                  <a:lnTo>
                    <a:pt x="4296310" y="11388"/>
                  </a:lnTo>
                  <a:lnTo>
                    <a:pt x="4302744" y="8379"/>
                  </a:lnTo>
                  <a:lnTo>
                    <a:pt x="4320655" y="0"/>
                  </a:lnTo>
                  <a:lnTo>
                    <a:pt x="4320655" y="315171"/>
                  </a:lnTo>
                  <a:lnTo>
                    <a:pt x="4302744" y="322425"/>
                  </a:lnTo>
                  <a:lnTo>
                    <a:pt x="4296310" y="325031"/>
                  </a:lnTo>
                  <a:lnTo>
                    <a:pt x="4259444" y="339973"/>
                  </a:lnTo>
                  <a:lnTo>
                    <a:pt x="4238228" y="348578"/>
                  </a:lnTo>
                  <a:lnTo>
                    <a:pt x="4186407" y="369617"/>
                  </a:lnTo>
                  <a:lnTo>
                    <a:pt x="4176321" y="373715"/>
                  </a:lnTo>
                  <a:lnTo>
                    <a:pt x="4160148" y="380288"/>
                  </a:lnTo>
                  <a:lnTo>
                    <a:pt x="4159800" y="380430"/>
                  </a:lnTo>
                  <a:lnTo>
                    <a:pt x="4156670" y="381703"/>
                  </a:lnTo>
                  <a:lnTo>
                    <a:pt x="4146758" y="385733"/>
                  </a:lnTo>
                  <a:lnTo>
                    <a:pt x="4137368" y="389553"/>
                  </a:lnTo>
                  <a:lnTo>
                    <a:pt x="4128847" y="393020"/>
                  </a:lnTo>
                  <a:lnTo>
                    <a:pt x="4122412" y="395638"/>
                  </a:lnTo>
                  <a:lnTo>
                    <a:pt x="4101371" y="404204"/>
                  </a:lnTo>
                  <a:lnTo>
                    <a:pt x="4090067" y="408808"/>
                  </a:lnTo>
                  <a:lnTo>
                    <a:pt x="4085546" y="410650"/>
                  </a:lnTo>
                  <a:lnTo>
                    <a:pt x="4071113" y="416531"/>
                  </a:lnTo>
                  <a:lnTo>
                    <a:pt x="4064331" y="419296"/>
                  </a:lnTo>
                  <a:lnTo>
                    <a:pt x="4031464" y="432700"/>
                  </a:lnTo>
                  <a:lnTo>
                    <a:pt x="4022074" y="436532"/>
                  </a:lnTo>
                  <a:lnTo>
                    <a:pt x="4016857" y="438662"/>
                  </a:lnTo>
                  <a:lnTo>
                    <a:pt x="4012509" y="440436"/>
                  </a:lnTo>
                  <a:lnTo>
                    <a:pt x="4002423" y="444555"/>
                  </a:lnTo>
                  <a:lnTo>
                    <a:pt x="3986251" y="451161"/>
                  </a:lnTo>
                  <a:lnTo>
                    <a:pt x="3985903" y="451303"/>
                  </a:lnTo>
                  <a:lnTo>
                    <a:pt x="3982773" y="452582"/>
                  </a:lnTo>
                  <a:lnTo>
                    <a:pt x="3972861" y="456633"/>
                  </a:lnTo>
                  <a:lnTo>
                    <a:pt x="3963470" y="460472"/>
                  </a:lnTo>
                  <a:lnTo>
                    <a:pt x="3955645" y="463672"/>
                  </a:lnTo>
                  <a:lnTo>
                    <a:pt x="3954949" y="463956"/>
                  </a:lnTo>
                  <a:lnTo>
                    <a:pt x="3948515" y="466588"/>
                  </a:lnTo>
                  <a:lnTo>
                    <a:pt x="3939124" y="470430"/>
                  </a:lnTo>
                  <a:lnTo>
                    <a:pt x="3927473" y="475198"/>
                  </a:lnTo>
                  <a:lnTo>
                    <a:pt x="3916170" y="479825"/>
                  </a:lnTo>
                  <a:lnTo>
                    <a:pt x="3911649" y="481677"/>
                  </a:lnTo>
                  <a:lnTo>
                    <a:pt x="3910953" y="481962"/>
                  </a:lnTo>
                  <a:lnTo>
                    <a:pt x="3897215" y="487589"/>
                  </a:lnTo>
                  <a:lnTo>
                    <a:pt x="3890607" y="490296"/>
                  </a:lnTo>
                  <a:lnTo>
                    <a:pt x="3890433" y="490368"/>
                  </a:lnTo>
                  <a:lnTo>
                    <a:pt x="3857567" y="503843"/>
                  </a:lnTo>
                  <a:lnTo>
                    <a:pt x="3854436" y="505127"/>
                  </a:lnTo>
                  <a:lnTo>
                    <a:pt x="3848176" y="507696"/>
                  </a:lnTo>
                  <a:lnTo>
                    <a:pt x="3842959" y="509837"/>
                  </a:lnTo>
                  <a:lnTo>
                    <a:pt x="3838612" y="511621"/>
                  </a:lnTo>
                  <a:lnTo>
                    <a:pt x="3828526" y="515762"/>
                  </a:lnTo>
                  <a:lnTo>
                    <a:pt x="3825743" y="516904"/>
                  </a:lnTo>
                  <a:lnTo>
                    <a:pt x="3812353" y="522404"/>
                  </a:lnTo>
                  <a:lnTo>
                    <a:pt x="3812005" y="522547"/>
                  </a:lnTo>
                  <a:lnTo>
                    <a:pt x="3808875" y="523833"/>
                  </a:lnTo>
                  <a:lnTo>
                    <a:pt x="3798963" y="527906"/>
                  </a:lnTo>
                  <a:lnTo>
                    <a:pt x="3789573" y="531766"/>
                  </a:lnTo>
                  <a:lnTo>
                    <a:pt x="3781747" y="534984"/>
                  </a:lnTo>
                  <a:lnTo>
                    <a:pt x="3781052" y="535270"/>
                  </a:lnTo>
                  <a:lnTo>
                    <a:pt x="3774617" y="537916"/>
                  </a:lnTo>
                  <a:lnTo>
                    <a:pt x="3765227" y="541779"/>
                  </a:lnTo>
                  <a:lnTo>
                    <a:pt x="3753576" y="546574"/>
                  </a:lnTo>
                  <a:lnTo>
                    <a:pt x="3742273" y="551228"/>
                  </a:lnTo>
                  <a:lnTo>
                    <a:pt x="3737751" y="553090"/>
                  </a:lnTo>
                  <a:lnTo>
                    <a:pt x="3737056" y="553376"/>
                  </a:lnTo>
                  <a:lnTo>
                    <a:pt x="3723318" y="559036"/>
                  </a:lnTo>
                  <a:lnTo>
                    <a:pt x="3716710" y="561759"/>
                  </a:lnTo>
                  <a:lnTo>
                    <a:pt x="3716536" y="561831"/>
                  </a:lnTo>
                  <a:lnTo>
                    <a:pt x="3683669" y="575384"/>
                  </a:lnTo>
                  <a:lnTo>
                    <a:pt x="3680539" y="576676"/>
                  </a:lnTo>
                  <a:lnTo>
                    <a:pt x="3674279" y="579259"/>
                  </a:lnTo>
                  <a:lnTo>
                    <a:pt x="3669062" y="581413"/>
                  </a:lnTo>
                  <a:lnTo>
                    <a:pt x="3664714" y="583208"/>
                  </a:lnTo>
                  <a:lnTo>
                    <a:pt x="3654628" y="587373"/>
                  </a:lnTo>
                  <a:lnTo>
                    <a:pt x="3651846" y="588522"/>
                  </a:lnTo>
                  <a:lnTo>
                    <a:pt x="3638456" y="594055"/>
                  </a:lnTo>
                  <a:lnTo>
                    <a:pt x="3638108" y="594198"/>
                  </a:lnTo>
                  <a:lnTo>
                    <a:pt x="3634978" y="595492"/>
                  </a:lnTo>
                  <a:lnTo>
                    <a:pt x="3625066" y="599590"/>
                  </a:lnTo>
                  <a:lnTo>
                    <a:pt x="3615675" y="603473"/>
                  </a:lnTo>
                  <a:lnTo>
                    <a:pt x="3607850" y="606710"/>
                  </a:lnTo>
                  <a:lnTo>
                    <a:pt x="3607154" y="606998"/>
                  </a:lnTo>
                  <a:lnTo>
                    <a:pt x="3600720" y="609660"/>
                  </a:lnTo>
                  <a:lnTo>
                    <a:pt x="3591330" y="613547"/>
                  </a:lnTo>
                  <a:lnTo>
                    <a:pt x="3579678" y="618371"/>
                  </a:lnTo>
                  <a:lnTo>
                    <a:pt x="3568375" y="623054"/>
                  </a:lnTo>
                  <a:lnTo>
                    <a:pt x="3563854" y="624927"/>
                  </a:lnTo>
                  <a:lnTo>
                    <a:pt x="3563158" y="625215"/>
                  </a:lnTo>
                  <a:lnTo>
                    <a:pt x="3549420" y="630910"/>
                  </a:lnTo>
                  <a:lnTo>
                    <a:pt x="3542812" y="633650"/>
                  </a:lnTo>
                  <a:lnTo>
                    <a:pt x="3509772" y="647361"/>
                  </a:lnTo>
                  <a:lnTo>
                    <a:pt x="3506642" y="648661"/>
                  </a:lnTo>
                  <a:lnTo>
                    <a:pt x="3500381" y="651261"/>
                  </a:lnTo>
                  <a:lnTo>
                    <a:pt x="3495164" y="653428"/>
                  </a:lnTo>
                  <a:lnTo>
                    <a:pt x="3490817" y="655235"/>
                  </a:lnTo>
                  <a:lnTo>
                    <a:pt x="3480731" y="659426"/>
                  </a:lnTo>
                  <a:lnTo>
                    <a:pt x="3477948" y="660583"/>
                  </a:lnTo>
                  <a:lnTo>
                    <a:pt x="3464558" y="666151"/>
                  </a:lnTo>
                  <a:lnTo>
                    <a:pt x="3464211" y="666296"/>
                  </a:lnTo>
                  <a:lnTo>
                    <a:pt x="3461080" y="667598"/>
                  </a:lnTo>
                  <a:lnTo>
                    <a:pt x="3451168" y="671722"/>
                  </a:lnTo>
                  <a:lnTo>
                    <a:pt x="3433952" y="678889"/>
                  </a:lnTo>
                  <a:lnTo>
                    <a:pt x="3433257" y="679179"/>
                  </a:lnTo>
                  <a:lnTo>
                    <a:pt x="3426823" y="681859"/>
                  </a:lnTo>
                  <a:lnTo>
                    <a:pt x="3417432" y="685771"/>
                  </a:lnTo>
                  <a:lnTo>
                    <a:pt x="3405781" y="690628"/>
                  </a:lnTo>
                  <a:lnTo>
                    <a:pt x="3394478" y="695341"/>
                  </a:lnTo>
                  <a:lnTo>
                    <a:pt x="3389956" y="697227"/>
                  </a:lnTo>
                  <a:lnTo>
                    <a:pt x="3389261" y="697517"/>
                  </a:lnTo>
                  <a:lnTo>
                    <a:pt x="3375523" y="703250"/>
                  </a:lnTo>
                  <a:lnTo>
                    <a:pt x="3368915" y="706008"/>
                  </a:lnTo>
                  <a:lnTo>
                    <a:pt x="3368741" y="706081"/>
                  </a:lnTo>
                  <a:lnTo>
                    <a:pt x="3335874" y="719813"/>
                  </a:lnTo>
                  <a:lnTo>
                    <a:pt x="3332744" y="721121"/>
                  </a:lnTo>
                  <a:lnTo>
                    <a:pt x="3326484" y="723739"/>
                  </a:lnTo>
                  <a:lnTo>
                    <a:pt x="3321267" y="725921"/>
                  </a:lnTo>
                  <a:lnTo>
                    <a:pt x="3316919" y="727740"/>
                  </a:lnTo>
                  <a:lnTo>
                    <a:pt x="3306833" y="731961"/>
                  </a:lnTo>
                  <a:lnTo>
                    <a:pt x="3304051" y="733126"/>
                  </a:lnTo>
                  <a:lnTo>
                    <a:pt x="3290661" y="738732"/>
                  </a:lnTo>
                  <a:lnTo>
                    <a:pt x="3290313" y="738878"/>
                  </a:lnTo>
                  <a:lnTo>
                    <a:pt x="3287183" y="740189"/>
                  </a:lnTo>
                  <a:lnTo>
                    <a:pt x="3277271" y="744342"/>
                  </a:lnTo>
                  <a:lnTo>
                    <a:pt x="3267880" y="748278"/>
                  </a:lnTo>
                  <a:lnTo>
                    <a:pt x="3260055" y="751560"/>
                  </a:lnTo>
                  <a:lnTo>
                    <a:pt x="3259359" y="751851"/>
                  </a:lnTo>
                  <a:lnTo>
                    <a:pt x="3252925" y="754550"/>
                  </a:lnTo>
                  <a:lnTo>
                    <a:pt x="3243535" y="758490"/>
                  </a:lnTo>
                  <a:lnTo>
                    <a:pt x="3231884" y="763381"/>
                  </a:lnTo>
                  <a:lnTo>
                    <a:pt x="3220580" y="768128"/>
                  </a:lnTo>
                  <a:lnTo>
                    <a:pt x="3216059" y="770028"/>
                  </a:lnTo>
                  <a:lnTo>
                    <a:pt x="3215363" y="770320"/>
                  </a:lnTo>
                  <a:lnTo>
                    <a:pt x="3201625" y="776094"/>
                  </a:lnTo>
                  <a:lnTo>
                    <a:pt x="3195017" y="778872"/>
                  </a:lnTo>
                  <a:lnTo>
                    <a:pt x="3194843" y="778945"/>
                  </a:lnTo>
                  <a:lnTo>
                    <a:pt x="3161977" y="792776"/>
                  </a:lnTo>
                  <a:lnTo>
                    <a:pt x="3158847" y="794095"/>
                  </a:lnTo>
                  <a:lnTo>
                    <a:pt x="3152586" y="796732"/>
                  </a:lnTo>
                  <a:lnTo>
                    <a:pt x="3147369" y="798930"/>
                  </a:lnTo>
                  <a:lnTo>
                    <a:pt x="3143022" y="800762"/>
                  </a:lnTo>
                  <a:lnTo>
                    <a:pt x="3132936" y="805014"/>
                  </a:lnTo>
                  <a:lnTo>
                    <a:pt x="3130154" y="806187"/>
                  </a:lnTo>
                  <a:lnTo>
                    <a:pt x="3116763" y="811835"/>
                  </a:lnTo>
                  <a:lnTo>
                    <a:pt x="3116416" y="811982"/>
                  </a:lnTo>
                  <a:lnTo>
                    <a:pt x="3113285" y="813303"/>
                  </a:lnTo>
                  <a:lnTo>
                    <a:pt x="3103373" y="817487"/>
                  </a:lnTo>
                  <a:lnTo>
                    <a:pt x="3093983" y="821452"/>
                  </a:lnTo>
                  <a:lnTo>
                    <a:pt x="3086157" y="824758"/>
                  </a:lnTo>
                  <a:lnTo>
                    <a:pt x="3085462" y="825052"/>
                  </a:lnTo>
                  <a:lnTo>
                    <a:pt x="3079028" y="827771"/>
                  </a:lnTo>
                  <a:lnTo>
                    <a:pt x="3069637" y="831741"/>
                  </a:lnTo>
                  <a:lnTo>
                    <a:pt x="3057986" y="836668"/>
                  </a:lnTo>
                  <a:lnTo>
                    <a:pt x="3046683" y="841451"/>
                  </a:lnTo>
                  <a:lnTo>
                    <a:pt x="3042161" y="843365"/>
                  </a:lnTo>
                  <a:lnTo>
                    <a:pt x="3041466" y="843660"/>
                  </a:lnTo>
                  <a:lnTo>
                    <a:pt x="3027728" y="849477"/>
                  </a:lnTo>
                  <a:lnTo>
                    <a:pt x="3021120" y="852277"/>
                  </a:lnTo>
                  <a:lnTo>
                    <a:pt x="3020946" y="852351"/>
                  </a:lnTo>
                  <a:lnTo>
                    <a:pt x="2988079" y="866288"/>
                  </a:lnTo>
                  <a:lnTo>
                    <a:pt x="2984949" y="867616"/>
                  </a:lnTo>
                  <a:lnTo>
                    <a:pt x="2978689" y="870274"/>
                  </a:lnTo>
                  <a:lnTo>
                    <a:pt x="2973472" y="872489"/>
                  </a:lnTo>
                  <a:lnTo>
                    <a:pt x="2969125" y="874335"/>
                  </a:lnTo>
                  <a:lnTo>
                    <a:pt x="2959038" y="878620"/>
                  </a:lnTo>
                  <a:lnTo>
                    <a:pt x="2956256" y="879802"/>
                  </a:lnTo>
                  <a:lnTo>
                    <a:pt x="2942866" y="885494"/>
                  </a:lnTo>
                  <a:lnTo>
                    <a:pt x="2942518" y="885642"/>
                  </a:lnTo>
                  <a:lnTo>
                    <a:pt x="2939388" y="886973"/>
                  </a:lnTo>
                  <a:lnTo>
                    <a:pt x="2929476" y="891190"/>
                  </a:lnTo>
                  <a:lnTo>
                    <a:pt x="2920085" y="895187"/>
                  </a:lnTo>
                  <a:lnTo>
                    <a:pt x="2912260" y="898518"/>
                  </a:lnTo>
                  <a:lnTo>
                    <a:pt x="2911564" y="898814"/>
                  </a:lnTo>
                  <a:lnTo>
                    <a:pt x="2905130" y="901555"/>
                  </a:lnTo>
                  <a:lnTo>
                    <a:pt x="2895740" y="905556"/>
                  </a:lnTo>
                  <a:lnTo>
                    <a:pt x="2884089" y="910522"/>
                  </a:lnTo>
                  <a:lnTo>
                    <a:pt x="2872785" y="915343"/>
                  </a:lnTo>
                  <a:lnTo>
                    <a:pt x="2868264" y="917272"/>
                  </a:lnTo>
                  <a:lnTo>
                    <a:pt x="2867568" y="917569"/>
                  </a:lnTo>
                  <a:lnTo>
                    <a:pt x="2853831" y="923433"/>
                  </a:lnTo>
                  <a:lnTo>
                    <a:pt x="2847222" y="926255"/>
                  </a:lnTo>
                  <a:lnTo>
                    <a:pt x="2847049" y="926329"/>
                  </a:lnTo>
                  <a:lnTo>
                    <a:pt x="2814182" y="940378"/>
                  </a:lnTo>
                  <a:lnTo>
                    <a:pt x="2811052" y="941717"/>
                  </a:lnTo>
                  <a:lnTo>
                    <a:pt x="2804791" y="944396"/>
                  </a:lnTo>
                  <a:lnTo>
                    <a:pt x="2799575" y="946629"/>
                  </a:lnTo>
                  <a:lnTo>
                    <a:pt x="2795227" y="948490"/>
                  </a:lnTo>
                  <a:lnTo>
                    <a:pt x="2785141" y="952809"/>
                  </a:lnTo>
                  <a:lnTo>
                    <a:pt x="2782359" y="954001"/>
                  </a:lnTo>
                  <a:lnTo>
                    <a:pt x="2768969" y="959739"/>
                  </a:lnTo>
                  <a:lnTo>
                    <a:pt x="2768621" y="959888"/>
                  </a:lnTo>
                  <a:lnTo>
                    <a:pt x="2765491" y="961230"/>
                  </a:lnTo>
                  <a:lnTo>
                    <a:pt x="2755578" y="965481"/>
                  </a:lnTo>
                  <a:lnTo>
                    <a:pt x="2738363" y="972869"/>
                  </a:lnTo>
                  <a:lnTo>
                    <a:pt x="2737667" y="973168"/>
                  </a:lnTo>
                  <a:lnTo>
                    <a:pt x="2731233" y="975930"/>
                  </a:lnTo>
                  <a:lnTo>
                    <a:pt x="2721842" y="979964"/>
                  </a:lnTo>
                  <a:lnTo>
                    <a:pt x="2710191" y="984971"/>
                  </a:lnTo>
                  <a:lnTo>
                    <a:pt x="2698888" y="989831"/>
                  </a:lnTo>
                  <a:lnTo>
                    <a:pt x="2694367" y="991776"/>
                  </a:lnTo>
                  <a:lnTo>
                    <a:pt x="2693671" y="992075"/>
                  </a:lnTo>
                  <a:lnTo>
                    <a:pt x="2679933" y="997987"/>
                  </a:lnTo>
                  <a:lnTo>
                    <a:pt x="2673325" y="1000833"/>
                  </a:lnTo>
                  <a:lnTo>
                    <a:pt x="2673151" y="1000907"/>
                  </a:lnTo>
                  <a:lnTo>
                    <a:pt x="2640284" y="1015072"/>
                  </a:lnTo>
                  <a:lnTo>
                    <a:pt x="2637154" y="1016422"/>
                  </a:lnTo>
                  <a:lnTo>
                    <a:pt x="2630894" y="1019123"/>
                  </a:lnTo>
                  <a:lnTo>
                    <a:pt x="2625677" y="1021374"/>
                  </a:lnTo>
                  <a:lnTo>
                    <a:pt x="2621330" y="1023251"/>
                  </a:lnTo>
                  <a:lnTo>
                    <a:pt x="2611244" y="1027606"/>
                  </a:lnTo>
                  <a:lnTo>
                    <a:pt x="2608461" y="1028808"/>
                  </a:lnTo>
                  <a:lnTo>
                    <a:pt x="2594723" y="1034744"/>
                  </a:lnTo>
                  <a:lnTo>
                    <a:pt x="2591593" y="1036097"/>
                  </a:lnTo>
                  <a:lnTo>
                    <a:pt x="2581681" y="1040383"/>
                  </a:lnTo>
                  <a:lnTo>
                    <a:pt x="2572291" y="1044445"/>
                  </a:lnTo>
                  <a:lnTo>
                    <a:pt x="2564465" y="1047832"/>
                  </a:lnTo>
                  <a:lnTo>
                    <a:pt x="2563770" y="1048133"/>
                  </a:lnTo>
                  <a:lnTo>
                    <a:pt x="2557335" y="1050919"/>
                  </a:lnTo>
                  <a:lnTo>
                    <a:pt x="2547945" y="1054986"/>
                  </a:lnTo>
                  <a:lnTo>
                    <a:pt x="2536294" y="1060035"/>
                  </a:lnTo>
                  <a:lnTo>
                    <a:pt x="2524990" y="1064936"/>
                  </a:lnTo>
                  <a:lnTo>
                    <a:pt x="2520469" y="1066897"/>
                  </a:lnTo>
                  <a:lnTo>
                    <a:pt x="2519774" y="1067198"/>
                  </a:lnTo>
                  <a:lnTo>
                    <a:pt x="2506036" y="1073160"/>
                  </a:lnTo>
                  <a:lnTo>
                    <a:pt x="2499428" y="1076029"/>
                  </a:lnTo>
                  <a:lnTo>
                    <a:pt x="2499254" y="1076104"/>
                  </a:lnTo>
                  <a:lnTo>
                    <a:pt x="2466387" y="1090387"/>
                  </a:lnTo>
                  <a:lnTo>
                    <a:pt x="2463257" y="1091748"/>
                  </a:lnTo>
                  <a:lnTo>
                    <a:pt x="2456997" y="1094472"/>
                  </a:lnTo>
                  <a:lnTo>
                    <a:pt x="2451780" y="1096742"/>
                  </a:lnTo>
                  <a:lnTo>
                    <a:pt x="2447432" y="1098634"/>
                  </a:lnTo>
                  <a:lnTo>
                    <a:pt x="2437346" y="1103026"/>
                  </a:lnTo>
                  <a:lnTo>
                    <a:pt x="2434564" y="1104238"/>
                  </a:lnTo>
                  <a:lnTo>
                    <a:pt x="2421174" y="1110072"/>
                  </a:lnTo>
                  <a:lnTo>
                    <a:pt x="2420826" y="1110223"/>
                  </a:lnTo>
                  <a:lnTo>
                    <a:pt x="2417696" y="1111588"/>
                  </a:lnTo>
                  <a:lnTo>
                    <a:pt x="2407784" y="1115910"/>
                  </a:lnTo>
                  <a:lnTo>
                    <a:pt x="2398393" y="1120006"/>
                  </a:lnTo>
                  <a:lnTo>
                    <a:pt x="2390568" y="1123421"/>
                  </a:lnTo>
                  <a:lnTo>
                    <a:pt x="2389872" y="1123725"/>
                  </a:lnTo>
                  <a:lnTo>
                    <a:pt x="2383438" y="1126534"/>
                  </a:lnTo>
                  <a:lnTo>
                    <a:pt x="2374047" y="1130635"/>
                  </a:lnTo>
                  <a:lnTo>
                    <a:pt x="2362396" y="1135726"/>
                  </a:lnTo>
                  <a:lnTo>
                    <a:pt x="2351093" y="1140668"/>
                  </a:lnTo>
                  <a:lnTo>
                    <a:pt x="2346572" y="1142645"/>
                  </a:lnTo>
                  <a:lnTo>
                    <a:pt x="2345876" y="1142950"/>
                  </a:lnTo>
                  <a:lnTo>
                    <a:pt x="2332138" y="1148961"/>
                  </a:lnTo>
                  <a:lnTo>
                    <a:pt x="2325530" y="1151854"/>
                  </a:lnTo>
                  <a:lnTo>
                    <a:pt x="2325356" y="1151930"/>
                  </a:lnTo>
                  <a:lnTo>
                    <a:pt x="2292490" y="1166332"/>
                  </a:lnTo>
                  <a:lnTo>
                    <a:pt x="2289359" y="1167705"/>
                  </a:lnTo>
                  <a:lnTo>
                    <a:pt x="2283099" y="1170451"/>
                  </a:lnTo>
                  <a:lnTo>
                    <a:pt x="2277882" y="1172740"/>
                  </a:lnTo>
                  <a:lnTo>
                    <a:pt x="2273535" y="1174648"/>
                  </a:lnTo>
                  <a:lnTo>
                    <a:pt x="2263449" y="1179076"/>
                  </a:lnTo>
                  <a:lnTo>
                    <a:pt x="2260666" y="1180298"/>
                  </a:lnTo>
                  <a:lnTo>
                    <a:pt x="2247276" y="1186181"/>
                  </a:lnTo>
                  <a:lnTo>
                    <a:pt x="2246928" y="1186334"/>
                  </a:lnTo>
                  <a:lnTo>
                    <a:pt x="2243798" y="1187709"/>
                  </a:lnTo>
                  <a:lnTo>
                    <a:pt x="2233886" y="1192067"/>
                  </a:lnTo>
                  <a:lnTo>
                    <a:pt x="2224496" y="1196198"/>
                  </a:lnTo>
                  <a:lnTo>
                    <a:pt x="2216670" y="1199641"/>
                  </a:lnTo>
                  <a:lnTo>
                    <a:pt x="2215975" y="1199947"/>
                  </a:lnTo>
                  <a:lnTo>
                    <a:pt x="2209540" y="1202779"/>
                  </a:lnTo>
                  <a:lnTo>
                    <a:pt x="2200150" y="1206915"/>
                  </a:lnTo>
                  <a:lnTo>
                    <a:pt x="2188499" y="1212048"/>
                  </a:lnTo>
                  <a:lnTo>
                    <a:pt x="2177196" y="1217030"/>
                  </a:lnTo>
                  <a:lnTo>
                    <a:pt x="2172674" y="1219024"/>
                  </a:lnTo>
                  <a:lnTo>
                    <a:pt x="2171979" y="1219331"/>
                  </a:lnTo>
                  <a:lnTo>
                    <a:pt x="2158241" y="1225392"/>
                  </a:lnTo>
                  <a:lnTo>
                    <a:pt x="2151633" y="1228308"/>
                  </a:lnTo>
                  <a:lnTo>
                    <a:pt x="2151459" y="1228385"/>
                  </a:lnTo>
                  <a:lnTo>
                    <a:pt x="2118592" y="1242906"/>
                  </a:lnTo>
                  <a:lnTo>
                    <a:pt x="2115462" y="1244290"/>
                  </a:lnTo>
                  <a:lnTo>
                    <a:pt x="2109202" y="1247058"/>
                  </a:lnTo>
                  <a:lnTo>
                    <a:pt x="2103985" y="1249366"/>
                  </a:lnTo>
                  <a:lnTo>
                    <a:pt x="2099637" y="1251290"/>
                  </a:lnTo>
                  <a:lnTo>
                    <a:pt x="2089551" y="1255754"/>
                  </a:lnTo>
                  <a:lnTo>
                    <a:pt x="2086769" y="1256986"/>
                  </a:lnTo>
                  <a:lnTo>
                    <a:pt x="2073379" y="1262917"/>
                  </a:lnTo>
                  <a:lnTo>
                    <a:pt x="2073031" y="1263071"/>
                  </a:lnTo>
                  <a:lnTo>
                    <a:pt x="2069901" y="1264458"/>
                  </a:lnTo>
                  <a:lnTo>
                    <a:pt x="2059989" y="1268851"/>
                  </a:lnTo>
                  <a:lnTo>
                    <a:pt x="2050598" y="1273015"/>
                  </a:lnTo>
                  <a:lnTo>
                    <a:pt x="2042773" y="1276486"/>
                  </a:lnTo>
                  <a:lnTo>
                    <a:pt x="2042077" y="1276795"/>
                  </a:lnTo>
                  <a:lnTo>
                    <a:pt x="2035643" y="1279650"/>
                  </a:lnTo>
                  <a:lnTo>
                    <a:pt x="2026253" y="1283819"/>
                  </a:lnTo>
                  <a:lnTo>
                    <a:pt x="2014601" y="1288993"/>
                  </a:lnTo>
                  <a:lnTo>
                    <a:pt x="2003298" y="1294016"/>
                  </a:lnTo>
                  <a:lnTo>
                    <a:pt x="1998777" y="1296026"/>
                  </a:lnTo>
                  <a:lnTo>
                    <a:pt x="1998081" y="1296335"/>
                  </a:lnTo>
                  <a:lnTo>
                    <a:pt x="1984343" y="1302444"/>
                  </a:lnTo>
                  <a:lnTo>
                    <a:pt x="1977735" y="1305385"/>
                  </a:lnTo>
                  <a:lnTo>
                    <a:pt x="1977561" y="1305462"/>
                  </a:lnTo>
                  <a:lnTo>
                    <a:pt x="1944695" y="1320098"/>
                  </a:lnTo>
                  <a:lnTo>
                    <a:pt x="1941564" y="1321493"/>
                  </a:lnTo>
                  <a:lnTo>
                    <a:pt x="1935304" y="1324284"/>
                  </a:lnTo>
                  <a:lnTo>
                    <a:pt x="1930087" y="1326610"/>
                  </a:lnTo>
                  <a:lnTo>
                    <a:pt x="1925740" y="1328549"/>
                  </a:lnTo>
                  <a:lnTo>
                    <a:pt x="1915654" y="1333048"/>
                  </a:lnTo>
                  <a:lnTo>
                    <a:pt x="1912871" y="1334290"/>
                  </a:lnTo>
                  <a:lnTo>
                    <a:pt x="1899481" y="1340267"/>
                  </a:lnTo>
                  <a:lnTo>
                    <a:pt x="1899134" y="1340422"/>
                  </a:lnTo>
                  <a:lnTo>
                    <a:pt x="1896003" y="1341820"/>
                  </a:lnTo>
                  <a:lnTo>
                    <a:pt x="1886091" y="1346248"/>
                  </a:lnTo>
                  <a:lnTo>
                    <a:pt x="1876701" y="1350445"/>
                  </a:lnTo>
                  <a:lnTo>
                    <a:pt x="1868875" y="1353943"/>
                  </a:lnTo>
                  <a:lnTo>
                    <a:pt x="1868180" y="1354254"/>
                  </a:lnTo>
                  <a:lnTo>
                    <a:pt x="1861746" y="1357131"/>
                  </a:lnTo>
                  <a:lnTo>
                    <a:pt x="1852355" y="1361332"/>
                  </a:lnTo>
                  <a:lnTo>
                    <a:pt x="1840704" y="1366547"/>
                  </a:lnTo>
                  <a:lnTo>
                    <a:pt x="1829401" y="1371609"/>
                  </a:lnTo>
                  <a:lnTo>
                    <a:pt x="1824879" y="1373634"/>
                  </a:lnTo>
                  <a:lnTo>
                    <a:pt x="1824184" y="1373945"/>
                  </a:lnTo>
                  <a:lnTo>
                    <a:pt x="1810446" y="1380102"/>
                  </a:lnTo>
                  <a:lnTo>
                    <a:pt x="1803838" y="1383064"/>
                  </a:lnTo>
                  <a:lnTo>
                    <a:pt x="1803664" y="1383142"/>
                  </a:lnTo>
                  <a:lnTo>
                    <a:pt x="1770797" y="1397890"/>
                  </a:lnTo>
                  <a:lnTo>
                    <a:pt x="1767667" y="1399295"/>
                  </a:lnTo>
                  <a:lnTo>
                    <a:pt x="1761407" y="1402107"/>
                  </a:lnTo>
                  <a:lnTo>
                    <a:pt x="1756190" y="1404451"/>
                  </a:lnTo>
                  <a:lnTo>
                    <a:pt x="1751842" y="1406404"/>
                  </a:lnTo>
                  <a:lnTo>
                    <a:pt x="1741756" y="1410938"/>
                  </a:lnTo>
                  <a:lnTo>
                    <a:pt x="1738974" y="1412189"/>
                  </a:lnTo>
                  <a:lnTo>
                    <a:pt x="1725584" y="1418211"/>
                  </a:lnTo>
                  <a:lnTo>
                    <a:pt x="1725236" y="1418367"/>
                  </a:lnTo>
                  <a:lnTo>
                    <a:pt x="1712194" y="1424236"/>
                  </a:lnTo>
                  <a:lnTo>
                    <a:pt x="1702803" y="1428464"/>
                  </a:lnTo>
                  <a:lnTo>
                    <a:pt x="1694978" y="1431988"/>
                  </a:lnTo>
                  <a:lnTo>
                    <a:pt x="1694282" y="1432302"/>
                  </a:lnTo>
                  <a:lnTo>
                    <a:pt x="1687848" y="1435200"/>
                  </a:lnTo>
                  <a:lnTo>
                    <a:pt x="1678458" y="1439432"/>
                  </a:lnTo>
                  <a:lnTo>
                    <a:pt x="1666807" y="1444685"/>
                  </a:lnTo>
                  <a:lnTo>
                    <a:pt x="1655503" y="1449784"/>
                  </a:lnTo>
                  <a:lnTo>
                    <a:pt x="1650982" y="1451824"/>
                  </a:lnTo>
                  <a:lnTo>
                    <a:pt x="1650286" y="1452138"/>
                  </a:lnTo>
                  <a:lnTo>
                    <a:pt x="1636548" y="1458339"/>
                  </a:lnTo>
                  <a:lnTo>
                    <a:pt x="1629940" y="1461323"/>
                  </a:lnTo>
                  <a:lnTo>
                    <a:pt x="1629766" y="1461401"/>
                  </a:lnTo>
                  <a:lnTo>
                    <a:pt x="1596900" y="1476255"/>
                  </a:lnTo>
                  <a:lnTo>
                    <a:pt x="1593770" y="1477671"/>
                  </a:lnTo>
                  <a:lnTo>
                    <a:pt x="1587509" y="1480502"/>
                  </a:lnTo>
                  <a:lnTo>
                    <a:pt x="1582292" y="1482863"/>
                  </a:lnTo>
                  <a:lnTo>
                    <a:pt x="1577945" y="1484830"/>
                  </a:lnTo>
                  <a:lnTo>
                    <a:pt x="1567859" y="1489396"/>
                  </a:lnTo>
                  <a:lnTo>
                    <a:pt x="1565077" y="1490655"/>
                  </a:lnTo>
                  <a:lnTo>
                    <a:pt x="1551686" y="1496720"/>
                  </a:lnTo>
                  <a:lnTo>
                    <a:pt x="1551339" y="1496878"/>
                  </a:lnTo>
                  <a:lnTo>
                    <a:pt x="1548208" y="1498296"/>
                  </a:lnTo>
                  <a:lnTo>
                    <a:pt x="1538296" y="1502788"/>
                  </a:lnTo>
                  <a:lnTo>
                    <a:pt x="1528906" y="1507045"/>
                  </a:lnTo>
                  <a:lnTo>
                    <a:pt x="1521080" y="1510594"/>
                  </a:lnTo>
                  <a:lnTo>
                    <a:pt x="1520385" y="1510909"/>
                  </a:lnTo>
                  <a:lnTo>
                    <a:pt x="1513951" y="1513828"/>
                  </a:lnTo>
                  <a:lnTo>
                    <a:pt x="1504560" y="1518089"/>
                  </a:lnTo>
                  <a:lnTo>
                    <a:pt x="1492909" y="1523378"/>
                  </a:lnTo>
                  <a:lnTo>
                    <a:pt x="1481606" y="1528512"/>
                  </a:lnTo>
                  <a:lnTo>
                    <a:pt x="1477084" y="1530566"/>
                  </a:lnTo>
                  <a:lnTo>
                    <a:pt x="1476389" y="1530882"/>
                  </a:lnTo>
                  <a:lnTo>
                    <a:pt x="1462651" y="1537125"/>
                  </a:lnTo>
                  <a:lnTo>
                    <a:pt x="1456043" y="1540129"/>
                  </a:lnTo>
                  <a:lnTo>
                    <a:pt x="1455869" y="1540208"/>
                  </a:lnTo>
                  <a:lnTo>
                    <a:pt x="1423002" y="1555161"/>
                  </a:lnTo>
                  <a:lnTo>
                    <a:pt x="1419872" y="1556586"/>
                  </a:lnTo>
                  <a:lnTo>
                    <a:pt x="1413612" y="1559437"/>
                  </a:lnTo>
                  <a:lnTo>
                    <a:pt x="1408395" y="1561813"/>
                  </a:lnTo>
                  <a:lnTo>
                    <a:pt x="1404047" y="1563793"/>
                  </a:lnTo>
                  <a:lnTo>
                    <a:pt x="1393961" y="1568389"/>
                  </a:lnTo>
                  <a:lnTo>
                    <a:pt x="1391179" y="1569657"/>
                  </a:lnTo>
                  <a:lnTo>
                    <a:pt x="1377789" y="1575761"/>
                  </a:lnTo>
                  <a:lnTo>
                    <a:pt x="1377441" y="1575920"/>
                  </a:lnTo>
                  <a:lnTo>
                    <a:pt x="1374311" y="1577347"/>
                  </a:lnTo>
                  <a:lnTo>
                    <a:pt x="1364399" y="1581868"/>
                  </a:lnTo>
                  <a:lnTo>
                    <a:pt x="1355008" y="1586153"/>
                  </a:lnTo>
                  <a:lnTo>
                    <a:pt x="1347183" y="1589725"/>
                  </a:lnTo>
                  <a:lnTo>
                    <a:pt x="1346487" y="1590042"/>
                  </a:lnTo>
                  <a:lnTo>
                    <a:pt x="1340053" y="1592980"/>
                  </a:lnTo>
                  <a:lnTo>
                    <a:pt x="1330663" y="1597268"/>
                  </a:lnTo>
                  <a:lnTo>
                    <a:pt x="1319012" y="1602591"/>
                  </a:lnTo>
                  <a:lnTo>
                    <a:pt x="1307708" y="1607757"/>
                  </a:lnTo>
                  <a:lnTo>
                    <a:pt x="1303187" y="1609824"/>
                  </a:lnTo>
                  <a:lnTo>
                    <a:pt x="1302491" y="1610142"/>
                  </a:lnTo>
                  <a:lnTo>
                    <a:pt x="1288753" y="1616424"/>
                  </a:lnTo>
                  <a:lnTo>
                    <a:pt x="1282145" y="1619447"/>
                  </a:lnTo>
                  <a:lnTo>
                    <a:pt x="1281971" y="1619527"/>
                  </a:lnTo>
                  <a:lnTo>
                    <a:pt x="1249105" y="1634573"/>
                  </a:lnTo>
                  <a:lnTo>
                    <a:pt x="1245975" y="1636007"/>
                  </a:lnTo>
                  <a:lnTo>
                    <a:pt x="1239714" y="1638875"/>
                  </a:lnTo>
                  <a:lnTo>
                    <a:pt x="1234497" y="1641265"/>
                  </a:lnTo>
                  <a:lnTo>
                    <a:pt x="1230150" y="1643258"/>
                  </a:lnTo>
                  <a:lnTo>
                    <a:pt x="1220064" y="1647881"/>
                  </a:lnTo>
                  <a:lnTo>
                    <a:pt x="1217282" y="1649157"/>
                  </a:lnTo>
                  <a:lnTo>
                    <a:pt x="1203892" y="1655298"/>
                  </a:lnTo>
                  <a:lnTo>
                    <a:pt x="1203544" y="1655457"/>
                  </a:lnTo>
                  <a:lnTo>
                    <a:pt x="1200414" y="1656893"/>
                  </a:lnTo>
                  <a:lnTo>
                    <a:pt x="1190501" y="1661442"/>
                  </a:lnTo>
                  <a:lnTo>
                    <a:pt x="1181111" y="1665752"/>
                  </a:lnTo>
                  <a:lnTo>
                    <a:pt x="1173286" y="1669345"/>
                  </a:lnTo>
                  <a:lnTo>
                    <a:pt x="1172590" y="1669664"/>
                  </a:lnTo>
                  <a:lnTo>
                    <a:pt x="1166156" y="1672619"/>
                  </a:lnTo>
                  <a:lnTo>
                    <a:pt x="1156765" y="1676933"/>
                  </a:lnTo>
                  <a:lnTo>
                    <a:pt x="1145114" y="1682287"/>
                  </a:lnTo>
                  <a:lnTo>
                    <a:pt x="1133811" y="1687483"/>
                  </a:lnTo>
                  <a:lnTo>
                    <a:pt x="1129290" y="1689562"/>
                  </a:lnTo>
                  <a:lnTo>
                    <a:pt x="1128594" y="1689881"/>
                  </a:lnTo>
                  <a:lnTo>
                    <a:pt x="1114856" y="1696200"/>
                  </a:lnTo>
                  <a:lnTo>
                    <a:pt x="1108248" y="1699240"/>
                  </a:lnTo>
                  <a:lnTo>
                    <a:pt x="1108074" y="1699320"/>
                  </a:lnTo>
                  <a:lnTo>
                    <a:pt x="1075207" y="1714452"/>
                  </a:lnTo>
                  <a:lnTo>
                    <a:pt x="1072077" y="1715893"/>
                  </a:lnTo>
                  <a:lnTo>
                    <a:pt x="1065817" y="1718778"/>
                  </a:lnTo>
                  <a:lnTo>
                    <a:pt x="1060600" y="1721181"/>
                  </a:lnTo>
                  <a:lnTo>
                    <a:pt x="1056253" y="1723185"/>
                  </a:lnTo>
                  <a:lnTo>
                    <a:pt x="1046167" y="1727834"/>
                  </a:lnTo>
                  <a:lnTo>
                    <a:pt x="1043384" y="1729117"/>
                  </a:lnTo>
                  <a:lnTo>
                    <a:pt x="1029994" y="1735292"/>
                  </a:lnTo>
                  <a:lnTo>
                    <a:pt x="1029646" y="1735452"/>
                  </a:lnTo>
                  <a:lnTo>
                    <a:pt x="1026516" y="1736896"/>
                  </a:lnTo>
                  <a:lnTo>
                    <a:pt x="1016604" y="1741469"/>
                  </a:lnTo>
                  <a:lnTo>
                    <a:pt x="1007214" y="1745803"/>
                  </a:lnTo>
                  <a:lnTo>
                    <a:pt x="999388" y="1749415"/>
                  </a:lnTo>
                  <a:lnTo>
                    <a:pt x="998693" y="1749736"/>
                  </a:lnTo>
                  <a:lnTo>
                    <a:pt x="992258" y="1752707"/>
                  </a:lnTo>
                  <a:lnTo>
                    <a:pt x="982868" y="1757044"/>
                  </a:lnTo>
                  <a:lnTo>
                    <a:pt x="971217" y="1762426"/>
                  </a:lnTo>
                  <a:lnTo>
                    <a:pt x="959913" y="1767650"/>
                  </a:lnTo>
                  <a:lnTo>
                    <a:pt x="955392" y="1769740"/>
                  </a:lnTo>
                  <a:lnTo>
                    <a:pt x="954696" y="1770061"/>
                  </a:lnTo>
                  <a:lnTo>
                    <a:pt x="940959" y="1776413"/>
                  </a:lnTo>
                  <a:lnTo>
                    <a:pt x="934350" y="1779469"/>
                  </a:lnTo>
                  <a:lnTo>
                    <a:pt x="934177" y="1779550"/>
                  </a:lnTo>
                  <a:lnTo>
                    <a:pt x="901310" y="1794759"/>
                  </a:lnTo>
                  <a:lnTo>
                    <a:pt x="898180" y="1796208"/>
                  </a:lnTo>
                  <a:lnTo>
                    <a:pt x="891920" y="1799107"/>
                  </a:lnTo>
                  <a:lnTo>
                    <a:pt x="886703" y="1801523"/>
                  </a:lnTo>
                  <a:lnTo>
                    <a:pt x="882355" y="1803537"/>
                  </a:lnTo>
                  <a:lnTo>
                    <a:pt x="872269" y="1808209"/>
                  </a:lnTo>
                  <a:lnTo>
                    <a:pt x="869487" y="1809499"/>
                  </a:lnTo>
                  <a:lnTo>
                    <a:pt x="856097" y="1815704"/>
                  </a:lnTo>
                  <a:lnTo>
                    <a:pt x="855749" y="1815866"/>
                  </a:lnTo>
                  <a:lnTo>
                    <a:pt x="852619" y="1817317"/>
                  </a:lnTo>
                  <a:lnTo>
                    <a:pt x="842707" y="1821912"/>
                  </a:lnTo>
                  <a:lnTo>
                    <a:pt x="833316" y="1826268"/>
                  </a:lnTo>
                  <a:lnTo>
                    <a:pt x="824795" y="1830220"/>
                  </a:lnTo>
                  <a:lnTo>
                    <a:pt x="818361" y="1833206"/>
                  </a:lnTo>
                  <a:lnTo>
                    <a:pt x="797319" y="1842972"/>
                  </a:lnTo>
                  <a:lnTo>
                    <a:pt x="786016" y="1848221"/>
                  </a:lnTo>
                  <a:lnTo>
                    <a:pt x="781495" y="1850320"/>
                  </a:lnTo>
                  <a:lnTo>
                    <a:pt x="780799" y="1850643"/>
                  </a:lnTo>
                  <a:lnTo>
                    <a:pt x="767061" y="1857026"/>
                  </a:lnTo>
                  <a:lnTo>
                    <a:pt x="760453" y="1860096"/>
                  </a:lnTo>
                  <a:lnTo>
                    <a:pt x="760279" y="1860177"/>
                  </a:lnTo>
                  <a:lnTo>
                    <a:pt x="727413" y="1875457"/>
                  </a:lnTo>
                  <a:lnTo>
                    <a:pt x="724282" y="1876913"/>
                  </a:lnTo>
                  <a:lnTo>
                    <a:pt x="718022" y="1879825"/>
                  </a:lnTo>
                  <a:lnTo>
                    <a:pt x="712805" y="1882252"/>
                  </a:lnTo>
                  <a:lnTo>
                    <a:pt x="708458" y="1884275"/>
                  </a:lnTo>
                  <a:lnTo>
                    <a:pt x="698372" y="1888969"/>
                  </a:lnTo>
                  <a:lnTo>
                    <a:pt x="695589" y="1890264"/>
                  </a:lnTo>
                  <a:lnTo>
                    <a:pt x="682199" y="1896498"/>
                  </a:lnTo>
                  <a:lnTo>
                    <a:pt x="681851" y="1896660"/>
                  </a:lnTo>
                  <a:lnTo>
                    <a:pt x="678721" y="1898118"/>
                  </a:lnTo>
                  <a:lnTo>
                    <a:pt x="668809" y="1902734"/>
                  </a:lnTo>
                  <a:lnTo>
                    <a:pt x="659419" y="1907108"/>
                  </a:lnTo>
                  <a:lnTo>
                    <a:pt x="651593" y="1910755"/>
                  </a:lnTo>
                  <a:lnTo>
                    <a:pt x="650898" y="1911079"/>
                  </a:lnTo>
                  <a:lnTo>
                    <a:pt x="644463" y="1914077"/>
                  </a:lnTo>
                  <a:lnTo>
                    <a:pt x="635073" y="1918454"/>
                  </a:lnTo>
                  <a:lnTo>
                    <a:pt x="623422" y="1923886"/>
                  </a:lnTo>
                  <a:lnTo>
                    <a:pt x="612119" y="1929158"/>
                  </a:lnTo>
                  <a:lnTo>
                    <a:pt x="607597" y="1931266"/>
                  </a:lnTo>
                  <a:lnTo>
                    <a:pt x="606902" y="1931591"/>
                  </a:lnTo>
                  <a:lnTo>
                    <a:pt x="593164" y="1938000"/>
                  </a:lnTo>
                  <a:lnTo>
                    <a:pt x="586556" y="1941084"/>
                  </a:lnTo>
                  <a:lnTo>
                    <a:pt x="586382" y="1941165"/>
                  </a:lnTo>
                  <a:lnTo>
                    <a:pt x="553515" y="1956510"/>
                  </a:lnTo>
                  <a:lnTo>
                    <a:pt x="550385" y="1957972"/>
                  </a:lnTo>
                  <a:lnTo>
                    <a:pt x="544125" y="1960896"/>
                  </a:lnTo>
                  <a:lnTo>
                    <a:pt x="538908" y="1963333"/>
                  </a:lnTo>
                  <a:lnTo>
                    <a:pt x="534560" y="1965364"/>
                  </a:lnTo>
                  <a:lnTo>
                    <a:pt x="524474" y="1970077"/>
                  </a:lnTo>
                  <a:lnTo>
                    <a:pt x="521692" y="1971378"/>
                  </a:lnTo>
                  <a:lnTo>
                    <a:pt x="508302" y="1977637"/>
                  </a:lnTo>
                  <a:lnTo>
                    <a:pt x="507954" y="1977800"/>
                  </a:lnTo>
                  <a:lnTo>
                    <a:pt x="504824" y="1979263"/>
                  </a:lnTo>
                  <a:lnTo>
                    <a:pt x="494912" y="1983898"/>
                  </a:lnTo>
                  <a:lnTo>
                    <a:pt x="485521" y="1988290"/>
                  </a:lnTo>
                  <a:lnTo>
                    <a:pt x="477696" y="1991951"/>
                  </a:lnTo>
                  <a:lnTo>
                    <a:pt x="477000" y="1992276"/>
                  </a:lnTo>
                  <a:lnTo>
                    <a:pt x="470566" y="1995286"/>
                  </a:lnTo>
                  <a:lnTo>
                    <a:pt x="461176" y="1999681"/>
                  </a:lnTo>
                  <a:lnTo>
                    <a:pt x="449524" y="2005134"/>
                  </a:lnTo>
                  <a:lnTo>
                    <a:pt x="438221" y="2010426"/>
                  </a:lnTo>
                  <a:lnTo>
                    <a:pt x="433700" y="2012543"/>
                  </a:lnTo>
                  <a:lnTo>
                    <a:pt x="433004" y="2012869"/>
                  </a:lnTo>
                  <a:lnTo>
                    <a:pt x="419266" y="2019303"/>
                  </a:lnTo>
                  <a:lnTo>
                    <a:pt x="412658" y="2022398"/>
                  </a:lnTo>
                  <a:lnTo>
                    <a:pt x="412484" y="2022480"/>
                  </a:lnTo>
                  <a:lnTo>
                    <a:pt x="379618" y="2037882"/>
                  </a:lnTo>
                  <a:lnTo>
                    <a:pt x="376487" y="2039350"/>
                  </a:lnTo>
                  <a:lnTo>
                    <a:pt x="370227" y="2042285"/>
                  </a:lnTo>
                  <a:lnTo>
                    <a:pt x="365010" y="2044731"/>
                  </a:lnTo>
                  <a:lnTo>
                    <a:pt x="360663" y="2046770"/>
                  </a:lnTo>
                  <a:lnTo>
                    <a:pt x="350577" y="2051500"/>
                  </a:lnTo>
                  <a:lnTo>
                    <a:pt x="347794" y="2052806"/>
                  </a:lnTo>
                  <a:lnTo>
                    <a:pt x="334404" y="2059088"/>
                  </a:lnTo>
                  <a:lnTo>
                    <a:pt x="334056" y="2059251"/>
                  </a:lnTo>
                  <a:lnTo>
                    <a:pt x="330926" y="2060720"/>
                  </a:lnTo>
                  <a:lnTo>
                    <a:pt x="311624" y="2069779"/>
                  </a:lnTo>
                  <a:lnTo>
                    <a:pt x="303798" y="2073453"/>
                  </a:lnTo>
                  <a:lnTo>
                    <a:pt x="287278" y="2081210"/>
                  </a:lnTo>
                  <a:lnTo>
                    <a:pt x="275627" y="2086683"/>
                  </a:lnTo>
                  <a:lnTo>
                    <a:pt x="264324" y="2091993"/>
                  </a:lnTo>
                  <a:lnTo>
                    <a:pt x="259107" y="2094444"/>
                  </a:lnTo>
                  <a:lnTo>
                    <a:pt x="245369" y="2100901"/>
                  </a:lnTo>
                  <a:lnTo>
                    <a:pt x="205720" y="2119543"/>
                  </a:lnTo>
                  <a:lnTo>
                    <a:pt x="196330" y="2123961"/>
                  </a:lnTo>
                  <a:lnTo>
                    <a:pt x="191113" y="2126415"/>
                  </a:lnTo>
                  <a:lnTo>
                    <a:pt x="173897" y="2134516"/>
                  </a:lnTo>
                  <a:lnTo>
                    <a:pt x="129901" y="2155230"/>
                  </a:lnTo>
                  <a:lnTo>
                    <a:pt x="113381" y="2163012"/>
                  </a:lnTo>
                  <a:lnTo>
                    <a:pt x="85209" y="2176288"/>
                  </a:lnTo>
                  <a:lnTo>
                    <a:pt x="64863" y="2185880"/>
                  </a:lnTo>
                  <a:lnTo>
                    <a:pt x="28693" y="2202940"/>
                  </a:lnTo>
                  <a:lnTo>
                    <a:pt x="0" y="2216481"/>
                  </a:lnTo>
                  <a:close/>
                </a:path>
              </a:pathLst>
            </a:custGeom>
            <a:solidFill>
              <a:srgbClr val="F8766D">
                <a:alpha val="14901"/>
              </a:srgbClr>
            </a:solidFill>
          </p:spPr>
          <p:txBody>
            <a:bodyPr/>
            <a:lstStyle/>
            <a:p/>
          </p:txBody>
        </p:sp>
        <p:sp>
          <p:nvSpPr>
            <p:cNvPr id="8" name="pl7"/>
            <p:cNvSpPr/>
            <p:nvPr/>
          </p:nvSpPr>
          <p:spPr>
            <a:xfrm>
              <a:off x="3377239" y="2815320"/>
              <a:ext cx="4320655" cy="1869564"/>
            </a:xfrm>
            <a:custGeom>
              <a:avLst/>
              <a:pathLst>
                <a:path w="4320655" h="1869564">
                  <a:moveTo>
                    <a:pt x="0" y="1869564"/>
                  </a:moveTo>
                  <a:lnTo>
                    <a:pt x="28693" y="1858063"/>
                  </a:lnTo>
                  <a:lnTo>
                    <a:pt x="64863" y="1843555"/>
                  </a:lnTo>
                  <a:lnTo>
                    <a:pt x="85209" y="1835390"/>
                  </a:lnTo>
                  <a:lnTo>
                    <a:pt x="113381" y="1824079"/>
                  </a:lnTo>
                  <a:lnTo>
                    <a:pt x="129901" y="1817443"/>
                  </a:lnTo>
                  <a:lnTo>
                    <a:pt x="173897" y="1799759"/>
                  </a:lnTo>
                  <a:lnTo>
                    <a:pt x="191113" y="1792835"/>
                  </a:lnTo>
                  <a:lnTo>
                    <a:pt x="196330" y="1790737"/>
                  </a:lnTo>
                  <a:lnTo>
                    <a:pt x="205720" y="1786958"/>
                  </a:lnTo>
                  <a:lnTo>
                    <a:pt x="245369" y="1770997"/>
                  </a:lnTo>
                  <a:lnTo>
                    <a:pt x="259107" y="1765464"/>
                  </a:lnTo>
                  <a:lnTo>
                    <a:pt x="264324" y="1763362"/>
                  </a:lnTo>
                  <a:lnTo>
                    <a:pt x="275627" y="1758807"/>
                  </a:lnTo>
                  <a:lnTo>
                    <a:pt x="287278" y="1754111"/>
                  </a:lnTo>
                  <a:lnTo>
                    <a:pt x="303798" y="1747451"/>
                  </a:lnTo>
                  <a:lnTo>
                    <a:pt x="311624" y="1744295"/>
                  </a:lnTo>
                  <a:lnTo>
                    <a:pt x="330926" y="1736508"/>
                  </a:lnTo>
                  <a:lnTo>
                    <a:pt x="334056" y="1735245"/>
                  </a:lnTo>
                  <a:lnTo>
                    <a:pt x="334404" y="1735104"/>
                  </a:lnTo>
                  <a:lnTo>
                    <a:pt x="347794" y="1729700"/>
                  </a:lnTo>
                  <a:lnTo>
                    <a:pt x="350577" y="1728577"/>
                  </a:lnTo>
                  <a:lnTo>
                    <a:pt x="360663" y="1724505"/>
                  </a:lnTo>
                  <a:lnTo>
                    <a:pt x="365010" y="1722749"/>
                  </a:lnTo>
                  <a:lnTo>
                    <a:pt x="370227" y="1720643"/>
                  </a:lnTo>
                  <a:lnTo>
                    <a:pt x="376487" y="1718114"/>
                  </a:lnTo>
                  <a:lnTo>
                    <a:pt x="379618" y="1716850"/>
                  </a:lnTo>
                  <a:lnTo>
                    <a:pt x="412484" y="1703567"/>
                  </a:lnTo>
                  <a:lnTo>
                    <a:pt x="412658" y="1703497"/>
                  </a:lnTo>
                  <a:lnTo>
                    <a:pt x="419266" y="1700825"/>
                  </a:lnTo>
                  <a:lnTo>
                    <a:pt x="433004" y="1695270"/>
                  </a:lnTo>
                  <a:lnTo>
                    <a:pt x="433700" y="1694988"/>
                  </a:lnTo>
                  <a:lnTo>
                    <a:pt x="438221" y="1693159"/>
                  </a:lnTo>
                  <a:lnTo>
                    <a:pt x="449524" y="1688586"/>
                  </a:lnTo>
                  <a:lnTo>
                    <a:pt x="461176" y="1683871"/>
                  </a:lnTo>
                  <a:lnTo>
                    <a:pt x="470566" y="1680070"/>
                  </a:lnTo>
                  <a:lnTo>
                    <a:pt x="477000" y="1677465"/>
                  </a:lnTo>
                  <a:lnTo>
                    <a:pt x="477696" y="1677183"/>
                  </a:lnTo>
                  <a:lnTo>
                    <a:pt x="485521" y="1674014"/>
                  </a:lnTo>
                  <a:lnTo>
                    <a:pt x="494912" y="1670210"/>
                  </a:lnTo>
                  <a:lnTo>
                    <a:pt x="504824" y="1666194"/>
                  </a:lnTo>
                  <a:lnTo>
                    <a:pt x="507954" y="1664926"/>
                  </a:lnTo>
                  <a:lnTo>
                    <a:pt x="508302" y="1664785"/>
                  </a:lnTo>
                  <a:lnTo>
                    <a:pt x="521692" y="1659358"/>
                  </a:lnTo>
                  <a:lnTo>
                    <a:pt x="524474" y="1658230"/>
                  </a:lnTo>
                  <a:lnTo>
                    <a:pt x="534560" y="1654140"/>
                  </a:lnTo>
                  <a:lnTo>
                    <a:pt x="538908" y="1652377"/>
                  </a:lnTo>
                  <a:lnTo>
                    <a:pt x="544125" y="1650262"/>
                  </a:lnTo>
                  <a:lnTo>
                    <a:pt x="550385" y="1647722"/>
                  </a:lnTo>
                  <a:lnTo>
                    <a:pt x="553515" y="1646452"/>
                  </a:lnTo>
                  <a:lnTo>
                    <a:pt x="586382" y="1633112"/>
                  </a:lnTo>
                  <a:lnTo>
                    <a:pt x="586556" y="1633042"/>
                  </a:lnTo>
                  <a:lnTo>
                    <a:pt x="593164" y="1630358"/>
                  </a:lnTo>
                  <a:lnTo>
                    <a:pt x="606902" y="1624778"/>
                  </a:lnTo>
                  <a:lnTo>
                    <a:pt x="607597" y="1624495"/>
                  </a:lnTo>
                  <a:lnTo>
                    <a:pt x="612119" y="1622658"/>
                  </a:lnTo>
                  <a:lnTo>
                    <a:pt x="623422" y="1618064"/>
                  </a:lnTo>
                  <a:lnTo>
                    <a:pt x="635073" y="1613328"/>
                  </a:lnTo>
                  <a:lnTo>
                    <a:pt x="644463" y="1609509"/>
                  </a:lnTo>
                  <a:lnTo>
                    <a:pt x="650898" y="1606892"/>
                  </a:lnTo>
                  <a:lnTo>
                    <a:pt x="651593" y="1606609"/>
                  </a:lnTo>
                  <a:lnTo>
                    <a:pt x="659419" y="1603426"/>
                  </a:lnTo>
                  <a:lnTo>
                    <a:pt x="668809" y="1599604"/>
                  </a:lnTo>
                  <a:lnTo>
                    <a:pt x="678721" y="1595570"/>
                  </a:lnTo>
                  <a:lnTo>
                    <a:pt x="681851" y="1594296"/>
                  </a:lnTo>
                  <a:lnTo>
                    <a:pt x="682199" y="1594154"/>
                  </a:lnTo>
                  <a:lnTo>
                    <a:pt x="695589" y="1588702"/>
                  </a:lnTo>
                  <a:lnTo>
                    <a:pt x="698372" y="1587568"/>
                  </a:lnTo>
                  <a:lnTo>
                    <a:pt x="708458" y="1583460"/>
                  </a:lnTo>
                  <a:lnTo>
                    <a:pt x="712805" y="1581688"/>
                  </a:lnTo>
                  <a:lnTo>
                    <a:pt x="718022" y="1579562"/>
                  </a:lnTo>
                  <a:lnTo>
                    <a:pt x="724282" y="1577011"/>
                  </a:lnTo>
                  <a:lnTo>
                    <a:pt x="727413" y="1575735"/>
                  </a:lnTo>
                  <a:lnTo>
                    <a:pt x="760279" y="1562331"/>
                  </a:lnTo>
                  <a:lnTo>
                    <a:pt x="760453" y="1562260"/>
                  </a:lnTo>
                  <a:lnTo>
                    <a:pt x="767061" y="1559563"/>
                  </a:lnTo>
                  <a:lnTo>
                    <a:pt x="780799" y="1553955"/>
                  </a:lnTo>
                  <a:lnTo>
                    <a:pt x="781495" y="1553671"/>
                  </a:lnTo>
                  <a:lnTo>
                    <a:pt x="786016" y="1551825"/>
                  </a:lnTo>
                  <a:lnTo>
                    <a:pt x="797319" y="1547209"/>
                  </a:lnTo>
                  <a:lnTo>
                    <a:pt x="818361" y="1538611"/>
                  </a:lnTo>
                  <a:lnTo>
                    <a:pt x="824795" y="1535981"/>
                  </a:lnTo>
                  <a:lnTo>
                    <a:pt x="833316" y="1532497"/>
                  </a:lnTo>
                  <a:lnTo>
                    <a:pt x="842707" y="1528656"/>
                  </a:lnTo>
                  <a:lnTo>
                    <a:pt x="852619" y="1524601"/>
                  </a:lnTo>
                  <a:lnTo>
                    <a:pt x="855749" y="1523320"/>
                  </a:lnTo>
                  <a:lnTo>
                    <a:pt x="856097" y="1523178"/>
                  </a:lnTo>
                  <a:lnTo>
                    <a:pt x="869487" y="1517697"/>
                  </a:lnTo>
                  <a:lnTo>
                    <a:pt x="872269" y="1516558"/>
                  </a:lnTo>
                  <a:lnTo>
                    <a:pt x="882355" y="1512428"/>
                  </a:lnTo>
                  <a:lnTo>
                    <a:pt x="886703" y="1510648"/>
                  </a:lnTo>
                  <a:lnTo>
                    <a:pt x="891920" y="1508511"/>
                  </a:lnTo>
                  <a:lnTo>
                    <a:pt x="898180" y="1505946"/>
                  </a:lnTo>
                  <a:lnTo>
                    <a:pt x="901310" y="1504663"/>
                  </a:lnTo>
                  <a:lnTo>
                    <a:pt x="934177" y="1491188"/>
                  </a:lnTo>
                  <a:lnTo>
                    <a:pt x="934350" y="1491116"/>
                  </a:lnTo>
                  <a:lnTo>
                    <a:pt x="940959" y="1488405"/>
                  </a:lnTo>
                  <a:lnTo>
                    <a:pt x="954696" y="1482767"/>
                  </a:lnTo>
                  <a:lnTo>
                    <a:pt x="955392" y="1482482"/>
                  </a:lnTo>
                  <a:lnTo>
                    <a:pt x="959913" y="1480626"/>
                  </a:lnTo>
                  <a:lnTo>
                    <a:pt x="971217" y="1475984"/>
                  </a:lnTo>
                  <a:lnTo>
                    <a:pt x="982868" y="1471198"/>
                  </a:lnTo>
                  <a:lnTo>
                    <a:pt x="992258" y="1467339"/>
                  </a:lnTo>
                  <a:lnTo>
                    <a:pt x="998693" y="1464695"/>
                  </a:lnTo>
                  <a:lnTo>
                    <a:pt x="999388" y="1464409"/>
                  </a:lnTo>
                  <a:lnTo>
                    <a:pt x="1007214" y="1461191"/>
                  </a:lnTo>
                  <a:lnTo>
                    <a:pt x="1016604" y="1457329"/>
                  </a:lnTo>
                  <a:lnTo>
                    <a:pt x="1026516" y="1453252"/>
                  </a:lnTo>
                  <a:lnTo>
                    <a:pt x="1029646" y="1451964"/>
                  </a:lnTo>
                  <a:lnTo>
                    <a:pt x="1029994" y="1451821"/>
                  </a:lnTo>
                  <a:lnTo>
                    <a:pt x="1043384" y="1446309"/>
                  </a:lnTo>
                  <a:lnTo>
                    <a:pt x="1046167" y="1445164"/>
                  </a:lnTo>
                  <a:lnTo>
                    <a:pt x="1056253" y="1441010"/>
                  </a:lnTo>
                  <a:lnTo>
                    <a:pt x="1060600" y="1439219"/>
                  </a:lnTo>
                  <a:lnTo>
                    <a:pt x="1065817" y="1437070"/>
                  </a:lnTo>
                  <a:lnTo>
                    <a:pt x="1072077" y="1434491"/>
                  </a:lnTo>
                  <a:lnTo>
                    <a:pt x="1075207" y="1433201"/>
                  </a:lnTo>
                  <a:lnTo>
                    <a:pt x="1108074" y="1419647"/>
                  </a:lnTo>
                  <a:lnTo>
                    <a:pt x="1108248" y="1419575"/>
                  </a:lnTo>
                  <a:lnTo>
                    <a:pt x="1114856" y="1416849"/>
                  </a:lnTo>
                  <a:lnTo>
                    <a:pt x="1128594" y="1411177"/>
                  </a:lnTo>
                  <a:lnTo>
                    <a:pt x="1129290" y="1410890"/>
                  </a:lnTo>
                  <a:lnTo>
                    <a:pt x="1133811" y="1409023"/>
                  </a:lnTo>
                  <a:lnTo>
                    <a:pt x="1145114" y="1404354"/>
                  </a:lnTo>
                  <a:lnTo>
                    <a:pt x="1156765" y="1399539"/>
                  </a:lnTo>
                  <a:lnTo>
                    <a:pt x="1166156" y="1395658"/>
                  </a:lnTo>
                  <a:lnTo>
                    <a:pt x="1172590" y="1392997"/>
                  </a:lnTo>
                  <a:lnTo>
                    <a:pt x="1173286" y="1392709"/>
                  </a:lnTo>
                  <a:lnTo>
                    <a:pt x="1181111" y="1389472"/>
                  </a:lnTo>
                  <a:lnTo>
                    <a:pt x="1190501" y="1385587"/>
                  </a:lnTo>
                  <a:lnTo>
                    <a:pt x="1200414" y="1381484"/>
                  </a:lnTo>
                  <a:lnTo>
                    <a:pt x="1203544" y="1380189"/>
                  </a:lnTo>
                  <a:lnTo>
                    <a:pt x="1203892" y="1380045"/>
                  </a:lnTo>
                  <a:lnTo>
                    <a:pt x="1217282" y="1374499"/>
                  </a:lnTo>
                  <a:lnTo>
                    <a:pt x="1220064" y="1373347"/>
                  </a:lnTo>
                  <a:lnTo>
                    <a:pt x="1230150" y="1369168"/>
                  </a:lnTo>
                  <a:lnTo>
                    <a:pt x="1234497" y="1367366"/>
                  </a:lnTo>
                  <a:lnTo>
                    <a:pt x="1239714" y="1365203"/>
                  </a:lnTo>
                  <a:lnTo>
                    <a:pt x="1245975" y="1362608"/>
                  </a:lnTo>
                  <a:lnTo>
                    <a:pt x="1249105" y="1361310"/>
                  </a:lnTo>
                  <a:lnTo>
                    <a:pt x="1281971" y="1347671"/>
                  </a:lnTo>
                  <a:lnTo>
                    <a:pt x="1282145" y="1347599"/>
                  </a:lnTo>
                  <a:lnTo>
                    <a:pt x="1288753" y="1344854"/>
                  </a:lnTo>
                  <a:lnTo>
                    <a:pt x="1302491" y="1339147"/>
                  </a:lnTo>
                  <a:lnTo>
                    <a:pt x="1303187" y="1338858"/>
                  </a:lnTo>
                  <a:lnTo>
                    <a:pt x="1307708" y="1336979"/>
                  </a:lnTo>
                  <a:lnTo>
                    <a:pt x="1319012" y="1332280"/>
                  </a:lnTo>
                  <a:lnTo>
                    <a:pt x="1330663" y="1327434"/>
                  </a:lnTo>
                  <a:lnTo>
                    <a:pt x="1340053" y="1323527"/>
                  </a:lnTo>
                  <a:lnTo>
                    <a:pt x="1346487" y="1320849"/>
                  </a:lnTo>
                  <a:lnTo>
                    <a:pt x="1347183" y="1320559"/>
                  </a:lnTo>
                  <a:lnTo>
                    <a:pt x="1355008" y="1317301"/>
                  </a:lnTo>
                  <a:lnTo>
                    <a:pt x="1364399" y="1313391"/>
                  </a:lnTo>
                  <a:lnTo>
                    <a:pt x="1374311" y="1309261"/>
                  </a:lnTo>
                  <a:lnTo>
                    <a:pt x="1377441" y="1307956"/>
                  </a:lnTo>
                  <a:lnTo>
                    <a:pt x="1377789" y="1307811"/>
                  </a:lnTo>
                  <a:lnTo>
                    <a:pt x="1391179" y="1302229"/>
                  </a:lnTo>
                  <a:lnTo>
                    <a:pt x="1393961" y="1301069"/>
                  </a:lnTo>
                  <a:lnTo>
                    <a:pt x="1404047" y="1296862"/>
                  </a:lnTo>
                  <a:lnTo>
                    <a:pt x="1408395" y="1295048"/>
                  </a:lnTo>
                  <a:lnTo>
                    <a:pt x="1413612" y="1292871"/>
                  </a:lnTo>
                  <a:lnTo>
                    <a:pt x="1419872" y="1290258"/>
                  </a:lnTo>
                  <a:lnTo>
                    <a:pt x="1423002" y="1288951"/>
                  </a:lnTo>
                  <a:lnTo>
                    <a:pt x="1455869" y="1275220"/>
                  </a:lnTo>
                  <a:lnTo>
                    <a:pt x="1456043" y="1275147"/>
                  </a:lnTo>
                  <a:lnTo>
                    <a:pt x="1462651" y="1272384"/>
                  </a:lnTo>
                  <a:lnTo>
                    <a:pt x="1476389" y="1266638"/>
                  </a:lnTo>
                  <a:lnTo>
                    <a:pt x="1477084" y="1266346"/>
                  </a:lnTo>
                  <a:lnTo>
                    <a:pt x="1481606" y="1264454"/>
                  </a:lnTo>
                  <a:lnTo>
                    <a:pt x="1492909" y="1259723"/>
                  </a:lnTo>
                  <a:lnTo>
                    <a:pt x="1504560" y="1254843"/>
                  </a:lnTo>
                  <a:lnTo>
                    <a:pt x="1513951" y="1250909"/>
                  </a:lnTo>
                  <a:lnTo>
                    <a:pt x="1520385" y="1248212"/>
                  </a:lnTo>
                  <a:lnTo>
                    <a:pt x="1521080" y="1247921"/>
                  </a:lnTo>
                  <a:lnTo>
                    <a:pt x="1528906" y="1244640"/>
                  </a:lnTo>
                  <a:lnTo>
                    <a:pt x="1538296" y="1240701"/>
                  </a:lnTo>
                  <a:lnTo>
                    <a:pt x="1548208" y="1236542"/>
                  </a:lnTo>
                  <a:lnTo>
                    <a:pt x="1551339" y="1235229"/>
                  </a:lnTo>
                  <a:lnTo>
                    <a:pt x="1551686" y="1235083"/>
                  </a:lnTo>
                  <a:lnTo>
                    <a:pt x="1565077" y="1229461"/>
                  </a:lnTo>
                  <a:lnTo>
                    <a:pt x="1567859" y="1228293"/>
                  </a:lnTo>
                  <a:lnTo>
                    <a:pt x="1577945" y="1224055"/>
                  </a:lnTo>
                  <a:lnTo>
                    <a:pt x="1582292" y="1222228"/>
                  </a:lnTo>
                  <a:lnTo>
                    <a:pt x="1587509" y="1220036"/>
                  </a:lnTo>
                  <a:lnTo>
                    <a:pt x="1593770" y="1217404"/>
                  </a:lnTo>
                  <a:lnTo>
                    <a:pt x="1596900" y="1216088"/>
                  </a:lnTo>
                  <a:lnTo>
                    <a:pt x="1629766" y="1202257"/>
                  </a:lnTo>
                  <a:lnTo>
                    <a:pt x="1629940" y="1202183"/>
                  </a:lnTo>
                  <a:lnTo>
                    <a:pt x="1636548" y="1199400"/>
                  </a:lnTo>
                  <a:lnTo>
                    <a:pt x="1650286" y="1193611"/>
                  </a:lnTo>
                  <a:lnTo>
                    <a:pt x="1650982" y="1193318"/>
                  </a:lnTo>
                  <a:lnTo>
                    <a:pt x="1655503" y="1191412"/>
                  </a:lnTo>
                  <a:lnTo>
                    <a:pt x="1666807" y="1186646"/>
                  </a:lnTo>
                  <a:lnTo>
                    <a:pt x="1678458" y="1181730"/>
                  </a:lnTo>
                  <a:lnTo>
                    <a:pt x="1687848" y="1177767"/>
                  </a:lnTo>
                  <a:lnTo>
                    <a:pt x="1694282" y="1175050"/>
                  </a:lnTo>
                  <a:lnTo>
                    <a:pt x="1694978" y="1174756"/>
                  </a:lnTo>
                  <a:lnTo>
                    <a:pt x="1702803" y="1171451"/>
                  </a:lnTo>
                  <a:lnTo>
                    <a:pt x="1712194" y="1167483"/>
                  </a:lnTo>
                  <a:lnTo>
                    <a:pt x="1725236" y="1161969"/>
                  </a:lnTo>
                  <a:lnTo>
                    <a:pt x="1725584" y="1161822"/>
                  </a:lnTo>
                  <a:lnTo>
                    <a:pt x="1738974" y="1156158"/>
                  </a:lnTo>
                  <a:lnTo>
                    <a:pt x="1741756" y="1154980"/>
                  </a:lnTo>
                  <a:lnTo>
                    <a:pt x="1751842" y="1150711"/>
                  </a:lnTo>
                  <a:lnTo>
                    <a:pt x="1756190" y="1148870"/>
                  </a:lnTo>
                  <a:lnTo>
                    <a:pt x="1761407" y="1146661"/>
                  </a:lnTo>
                  <a:lnTo>
                    <a:pt x="1767667" y="1144009"/>
                  </a:lnTo>
                  <a:lnTo>
                    <a:pt x="1770797" y="1142683"/>
                  </a:lnTo>
                  <a:lnTo>
                    <a:pt x="1803664" y="1128746"/>
                  </a:lnTo>
                  <a:lnTo>
                    <a:pt x="1803838" y="1128672"/>
                  </a:lnTo>
                  <a:lnTo>
                    <a:pt x="1810446" y="1125867"/>
                  </a:lnTo>
                  <a:lnTo>
                    <a:pt x="1824184" y="1120034"/>
                  </a:lnTo>
                  <a:lnTo>
                    <a:pt x="1824879" y="1119738"/>
                  </a:lnTo>
                  <a:lnTo>
                    <a:pt x="1829401" y="1117818"/>
                  </a:lnTo>
                  <a:lnTo>
                    <a:pt x="1840704" y="1113014"/>
                  </a:lnTo>
                  <a:lnTo>
                    <a:pt x="1852355" y="1108060"/>
                  </a:lnTo>
                  <a:lnTo>
                    <a:pt x="1861746" y="1104066"/>
                  </a:lnTo>
                  <a:lnTo>
                    <a:pt x="1868180" y="1101328"/>
                  </a:lnTo>
                  <a:lnTo>
                    <a:pt x="1868875" y="1101032"/>
                  </a:lnTo>
                  <a:lnTo>
                    <a:pt x="1876701" y="1097700"/>
                  </a:lnTo>
                  <a:lnTo>
                    <a:pt x="1886091" y="1093701"/>
                  </a:lnTo>
                  <a:lnTo>
                    <a:pt x="1896003" y="1089478"/>
                  </a:lnTo>
                  <a:lnTo>
                    <a:pt x="1899134" y="1088144"/>
                  </a:lnTo>
                  <a:lnTo>
                    <a:pt x="1899481" y="1087996"/>
                  </a:lnTo>
                  <a:lnTo>
                    <a:pt x="1912871" y="1082287"/>
                  </a:lnTo>
                  <a:lnTo>
                    <a:pt x="1915654" y="1081100"/>
                  </a:lnTo>
                  <a:lnTo>
                    <a:pt x="1925740" y="1076797"/>
                  </a:lnTo>
                  <a:lnTo>
                    <a:pt x="1930087" y="1074942"/>
                  </a:lnTo>
                  <a:lnTo>
                    <a:pt x="1935304" y="1072715"/>
                  </a:lnTo>
                  <a:lnTo>
                    <a:pt x="1941564" y="1070042"/>
                  </a:lnTo>
                  <a:lnTo>
                    <a:pt x="1944695" y="1068705"/>
                  </a:lnTo>
                  <a:lnTo>
                    <a:pt x="1977561" y="1054656"/>
                  </a:lnTo>
                  <a:lnTo>
                    <a:pt x="1977735" y="1054582"/>
                  </a:lnTo>
                  <a:lnTo>
                    <a:pt x="1984343" y="1051755"/>
                  </a:lnTo>
                  <a:lnTo>
                    <a:pt x="1998081" y="1045874"/>
                  </a:lnTo>
                  <a:lnTo>
                    <a:pt x="1998777" y="1045577"/>
                  </a:lnTo>
                  <a:lnTo>
                    <a:pt x="2003298" y="1043640"/>
                  </a:lnTo>
                  <a:lnTo>
                    <a:pt x="2014601" y="1038798"/>
                  </a:lnTo>
                  <a:lnTo>
                    <a:pt x="2026253" y="1033804"/>
                  </a:lnTo>
                  <a:lnTo>
                    <a:pt x="2035643" y="1029777"/>
                  </a:lnTo>
                  <a:lnTo>
                    <a:pt x="2042077" y="1027017"/>
                  </a:lnTo>
                  <a:lnTo>
                    <a:pt x="2042773" y="1026718"/>
                  </a:lnTo>
                  <a:lnTo>
                    <a:pt x="2050598" y="1023360"/>
                  </a:lnTo>
                  <a:lnTo>
                    <a:pt x="2059989" y="1019328"/>
                  </a:lnTo>
                  <a:lnTo>
                    <a:pt x="2069901" y="1015071"/>
                  </a:lnTo>
                  <a:lnTo>
                    <a:pt x="2073031" y="1013726"/>
                  </a:lnTo>
                  <a:lnTo>
                    <a:pt x="2073379" y="1013576"/>
                  </a:lnTo>
                  <a:lnTo>
                    <a:pt x="2086769" y="1007821"/>
                  </a:lnTo>
                  <a:lnTo>
                    <a:pt x="2089551" y="1006624"/>
                  </a:lnTo>
                  <a:lnTo>
                    <a:pt x="2099637" y="1002286"/>
                  </a:lnTo>
                  <a:lnTo>
                    <a:pt x="2103985" y="1000415"/>
                  </a:lnTo>
                  <a:lnTo>
                    <a:pt x="2109202" y="998170"/>
                  </a:lnTo>
                  <a:lnTo>
                    <a:pt x="2115462" y="995475"/>
                  </a:lnTo>
                  <a:lnTo>
                    <a:pt x="2118592" y="994127"/>
                  </a:lnTo>
                  <a:lnTo>
                    <a:pt x="2151459" y="979963"/>
                  </a:lnTo>
                  <a:lnTo>
                    <a:pt x="2151633" y="979888"/>
                  </a:lnTo>
                  <a:lnTo>
                    <a:pt x="2158241" y="977038"/>
                  </a:lnTo>
                  <a:lnTo>
                    <a:pt x="2171979" y="971109"/>
                  </a:lnTo>
                  <a:lnTo>
                    <a:pt x="2172674" y="970808"/>
                  </a:lnTo>
                  <a:lnTo>
                    <a:pt x="2177196" y="968856"/>
                  </a:lnTo>
                  <a:lnTo>
                    <a:pt x="2188499" y="963974"/>
                  </a:lnTo>
                  <a:lnTo>
                    <a:pt x="2200150" y="958938"/>
                  </a:lnTo>
                  <a:lnTo>
                    <a:pt x="2209540" y="954878"/>
                  </a:lnTo>
                  <a:lnTo>
                    <a:pt x="2215975" y="952095"/>
                  </a:lnTo>
                  <a:lnTo>
                    <a:pt x="2216670" y="951794"/>
                  </a:lnTo>
                  <a:lnTo>
                    <a:pt x="2224496" y="948407"/>
                  </a:lnTo>
                  <a:lnTo>
                    <a:pt x="2233886" y="944342"/>
                  </a:lnTo>
                  <a:lnTo>
                    <a:pt x="2243798" y="940049"/>
                  </a:lnTo>
                  <a:lnTo>
                    <a:pt x="2246928" y="938693"/>
                  </a:lnTo>
                  <a:lnTo>
                    <a:pt x="2247276" y="938543"/>
                  </a:lnTo>
                  <a:lnTo>
                    <a:pt x="2260666" y="932739"/>
                  </a:lnTo>
                  <a:lnTo>
                    <a:pt x="2263449" y="931533"/>
                  </a:lnTo>
                  <a:lnTo>
                    <a:pt x="2273535" y="927158"/>
                  </a:lnTo>
                  <a:lnTo>
                    <a:pt x="2277882" y="925272"/>
                  </a:lnTo>
                  <a:lnTo>
                    <a:pt x="2283099" y="923008"/>
                  </a:lnTo>
                  <a:lnTo>
                    <a:pt x="2289359" y="920290"/>
                  </a:lnTo>
                  <a:lnTo>
                    <a:pt x="2292490" y="918931"/>
                  </a:lnTo>
                  <a:lnTo>
                    <a:pt x="2325356" y="904649"/>
                  </a:lnTo>
                  <a:lnTo>
                    <a:pt x="2325530" y="904573"/>
                  </a:lnTo>
                  <a:lnTo>
                    <a:pt x="2332138" y="901699"/>
                  </a:lnTo>
                  <a:lnTo>
                    <a:pt x="2345876" y="895720"/>
                  </a:lnTo>
                  <a:lnTo>
                    <a:pt x="2346572" y="895417"/>
                  </a:lnTo>
                  <a:lnTo>
                    <a:pt x="2351093" y="893449"/>
                  </a:lnTo>
                  <a:lnTo>
                    <a:pt x="2362396" y="888526"/>
                  </a:lnTo>
                  <a:lnTo>
                    <a:pt x="2374047" y="883448"/>
                  </a:lnTo>
                  <a:lnTo>
                    <a:pt x="2383438" y="879354"/>
                  </a:lnTo>
                  <a:lnTo>
                    <a:pt x="2389872" y="876547"/>
                  </a:lnTo>
                  <a:lnTo>
                    <a:pt x="2390568" y="876244"/>
                  </a:lnTo>
                  <a:lnTo>
                    <a:pt x="2398393" y="872829"/>
                  </a:lnTo>
                  <a:lnTo>
                    <a:pt x="2407784" y="868730"/>
                  </a:lnTo>
                  <a:lnTo>
                    <a:pt x="2417696" y="864401"/>
                  </a:lnTo>
                  <a:lnTo>
                    <a:pt x="2420826" y="863034"/>
                  </a:lnTo>
                  <a:lnTo>
                    <a:pt x="2421174" y="862882"/>
                  </a:lnTo>
                  <a:lnTo>
                    <a:pt x="2434564" y="857029"/>
                  </a:lnTo>
                  <a:lnTo>
                    <a:pt x="2437346" y="855813"/>
                  </a:lnTo>
                  <a:lnTo>
                    <a:pt x="2447432" y="851402"/>
                  </a:lnTo>
                  <a:lnTo>
                    <a:pt x="2451780" y="849500"/>
                  </a:lnTo>
                  <a:lnTo>
                    <a:pt x="2456997" y="847217"/>
                  </a:lnTo>
                  <a:lnTo>
                    <a:pt x="2463257" y="844477"/>
                  </a:lnTo>
                  <a:lnTo>
                    <a:pt x="2466387" y="843106"/>
                  </a:lnTo>
                  <a:lnTo>
                    <a:pt x="2499254" y="828705"/>
                  </a:lnTo>
                  <a:lnTo>
                    <a:pt x="2499428" y="828628"/>
                  </a:lnTo>
                  <a:lnTo>
                    <a:pt x="2506036" y="825730"/>
                  </a:lnTo>
                  <a:lnTo>
                    <a:pt x="2519774" y="819702"/>
                  </a:lnTo>
                  <a:lnTo>
                    <a:pt x="2520469" y="819396"/>
                  </a:lnTo>
                  <a:lnTo>
                    <a:pt x="2524990" y="817411"/>
                  </a:lnTo>
                  <a:lnTo>
                    <a:pt x="2536294" y="812447"/>
                  </a:lnTo>
                  <a:lnTo>
                    <a:pt x="2547945" y="807327"/>
                  </a:lnTo>
                  <a:lnTo>
                    <a:pt x="2557335" y="803199"/>
                  </a:lnTo>
                  <a:lnTo>
                    <a:pt x="2563770" y="800369"/>
                  </a:lnTo>
                  <a:lnTo>
                    <a:pt x="2564465" y="800063"/>
                  </a:lnTo>
                  <a:lnTo>
                    <a:pt x="2572291" y="796620"/>
                  </a:lnTo>
                  <a:lnTo>
                    <a:pt x="2581681" y="792487"/>
                  </a:lnTo>
                  <a:lnTo>
                    <a:pt x="2591593" y="788122"/>
                  </a:lnTo>
                  <a:lnTo>
                    <a:pt x="2594723" y="786743"/>
                  </a:lnTo>
                  <a:lnTo>
                    <a:pt x="2608461" y="780690"/>
                  </a:lnTo>
                  <a:lnTo>
                    <a:pt x="2611244" y="779463"/>
                  </a:lnTo>
                  <a:lnTo>
                    <a:pt x="2621330" y="775016"/>
                  </a:lnTo>
                  <a:lnTo>
                    <a:pt x="2625677" y="773098"/>
                  </a:lnTo>
                  <a:lnTo>
                    <a:pt x="2630894" y="770796"/>
                  </a:lnTo>
                  <a:lnTo>
                    <a:pt x="2637154" y="768033"/>
                  </a:lnTo>
                  <a:lnTo>
                    <a:pt x="2640284" y="766652"/>
                  </a:lnTo>
                  <a:lnTo>
                    <a:pt x="2673151" y="752131"/>
                  </a:lnTo>
                  <a:lnTo>
                    <a:pt x="2673325" y="752055"/>
                  </a:lnTo>
                  <a:lnTo>
                    <a:pt x="2679933" y="749132"/>
                  </a:lnTo>
                  <a:lnTo>
                    <a:pt x="2693671" y="743055"/>
                  </a:lnTo>
                  <a:lnTo>
                    <a:pt x="2694367" y="742747"/>
                  </a:lnTo>
                  <a:lnTo>
                    <a:pt x="2698888" y="740746"/>
                  </a:lnTo>
                  <a:lnTo>
                    <a:pt x="2710191" y="735741"/>
                  </a:lnTo>
                  <a:lnTo>
                    <a:pt x="2721842" y="730579"/>
                  </a:lnTo>
                  <a:lnTo>
                    <a:pt x="2731233" y="726417"/>
                  </a:lnTo>
                  <a:lnTo>
                    <a:pt x="2737667" y="723565"/>
                  </a:lnTo>
                  <a:lnTo>
                    <a:pt x="2738363" y="723256"/>
                  </a:lnTo>
                  <a:lnTo>
                    <a:pt x="2755578" y="715619"/>
                  </a:lnTo>
                  <a:lnTo>
                    <a:pt x="2765491" y="711219"/>
                  </a:lnTo>
                  <a:lnTo>
                    <a:pt x="2768621" y="709829"/>
                  </a:lnTo>
                  <a:lnTo>
                    <a:pt x="2768969" y="709674"/>
                  </a:lnTo>
                  <a:lnTo>
                    <a:pt x="2782359" y="703726"/>
                  </a:lnTo>
                  <a:lnTo>
                    <a:pt x="2785141" y="702490"/>
                  </a:lnTo>
                  <a:lnTo>
                    <a:pt x="2795227" y="698007"/>
                  </a:lnTo>
                  <a:lnTo>
                    <a:pt x="2799575" y="696073"/>
                  </a:lnTo>
                  <a:lnTo>
                    <a:pt x="2804791" y="693753"/>
                  </a:lnTo>
                  <a:lnTo>
                    <a:pt x="2811052" y="690968"/>
                  </a:lnTo>
                  <a:lnTo>
                    <a:pt x="2814182" y="689576"/>
                  </a:lnTo>
                  <a:lnTo>
                    <a:pt x="2847049" y="674940"/>
                  </a:lnTo>
                  <a:lnTo>
                    <a:pt x="2847222" y="674862"/>
                  </a:lnTo>
                  <a:lnTo>
                    <a:pt x="2853831" y="671917"/>
                  </a:lnTo>
                  <a:lnTo>
                    <a:pt x="2867568" y="665791"/>
                  </a:lnTo>
                  <a:lnTo>
                    <a:pt x="2868264" y="665481"/>
                  </a:lnTo>
                  <a:lnTo>
                    <a:pt x="2872785" y="663464"/>
                  </a:lnTo>
                  <a:lnTo>
                    <a:pt x="2884089" y="658420"/>
                  </a:lnTo>
                  <a:lnTo>
                    <a:pt x="2895740" y="653218"/>
                  </a:lnTo>
                  <a:lnTo>
                    <a:pt x="2905130" y="649023"/>
                  </a:lnTo>
                  <a:lnTo>
                    <a:pt x="2911564" y="646148"/>
                  </a:lnTo>
                  <a:lnTo>
                    <a:pt x="2912260" y="645837"/>
                  </a:lnTo>
                  <a:lnTo>
                    <a:pt x="2920085" y="642339"/>
                  </a:lnTo>
                  <a:lnTo>
                    <a:pt x="2929476" y="638140"/>
                  </a:lnTo>
                  <a:lnTo>
                    <a:pt x="2939388" y="633706"/>
                  </a:lnTo>
                  <a:lnTo>
                    <a:pt x="2942518" y="632305"/>
                  </a:lnTo>
                  <a:lnTo>
                    <a:pt x="2942866" y="632149"/>
                  </a:lnTo>
                  <a:lnTo>
                    <a:pt x="2956256" y="626155"/>
                  </a:lnTo>
                  <a:lnTo>
                    <a:pt x="2959038" y="624909"/>
                  </a:lnTo>
                  <a:lnTo>
                    <a:pt x="2969125" y="620391"/>
                  </a:lnTo>
                  <a:lnTo>
                    <a:pt x="2973472" y="618444"/>
                  </a:lnTo>
                  <a:lnTo>
                    <a:pt x="2978689" y="616105"/>
                  </a:lnTo>
                  <a:lnTo>
                    <a:pt x="2984949" y="613299"/>
                  </a:lnTo>
                  <a:lnTo>
                    <a:pt x="2988079" y="611896"/>
                  </a:lnTo>
                  <a:lnTo>
                    <a:pt x="3020946" y="597148"/>
                  </a:lnTo>
                  <a:lnTo>
                    <a:pt x="3021120" y="597070"/>
                  </a:lnTo>
                  <a:lnTo>
                    <a:pt x="3027728" y="594103"/>
                  </a:lnTo>
                  <a:lnTo>
                    <a:pt x="3041466" y="587931"/>
                  </a:lnTo>
                  <a:lnTo>
                    <a:pt x="3042161" y="587618"/>
                  </a:lnTo>
                  <a:lnTo>
                    <a:pt x="3046683" y="585586"/>
                  </a:lnTo>
                  <a:lnTo>
                    <a:pt x="3057986" y="580504"/>
                  </a:lnTo>
                  <a:lnTo>
                    <a:pt x="3069637" y="575263"/>
                  </a:lnTo>
                  <a:lnTo>
                    <a:pt x="3079028" y="571037"/>
                  </a:lnTo>
                  <a:lnTo>
                    <a:pt x="3085462" y="568140"/>
                  </a:lnTo>
                  <a:lnTo>
                    <a:pt x="3086157" y="567827"/>
                  </a:lnTo>
                  <a:lnTo>
                    <a:pt x="3093983" y="564303"/>
                  </a:lnTo>
                  <a:lnTo>
                    <a:pt x="3103373" y="560073"/>
                  </a:lnTo>
                  <a:lnTo>
                    <a:pt x="3113285" y="555606"/>
                  </a:lnTo>
                  <a:lnTo>
                    <a:pt x="3116416" y="554195"/>
                  </a:lnTo>
                  <a:lnTo>
                    <a:pt x="3116763" y="554038"/>
                  </a:lnTo>
                  <a:lnTo>
                    <a:pt x="3130154" y="548000"/>
                  </a:lnTo>
                  <a:lnTo>
                    <a:pt x="3132936" y="546745"/>
                  </a:lnTo>
                  <a:lnTo>
                    <a:pt x="3143022" y="542195"/>
                  </a:lnTo>
                  <a:lnTo>
                    <a:pt x="3147369" y="540233"/>
                  </a:lnTo>
                  <a:lnTo>
                    <a:pt x="3152586" y="537878"/>
                  </a:lnTo>
                  <a:lnTo>
                    <a:pt x="3158847" y="535051"/>
                  </a:lnTo>
                  <a:lnTo>
                    <a:pt x="3161977" y="533637"/>
                  </a:lnTo>
                  <a:lnTo>
                    <a:pt x="3194843" y="518784"/>
                  </a:lnTo>
                  <a:lnTo>
                    <a:pt x="3195017" y="518705"/>
                  </a:lnTo>
                  <a:lnTo>
                    <a:pt x="3201625" y="515716"/>
                  </a:lnTo>
                  <a:lnTo>
                    <a:pt x="3215363" y="509500"/>
                  </a:lnTo>
                  <a:lnTo>
                    <a:pt x="3216059" y="509186"/>
                  </a:lnTo>
                  <a:lnTo>
                    <a:pt x="3220580" y="507139"/>
                  </a:lnTo>
                  <a:lnTo>
                    <a:pt x="3231884" y="502021"/>
                  </a:lnTo>
                  <a:lnTo>
                    <a:pt x="3243535" y="496743"/>
                  </a:lnTo>
                  <a:lnTo>
                    <a:pt x="3252925" y="492488"/>
                  </a:lnTo>
                  <a:lnTo>
                    <a:pt x="3259359" y="489571"/>
                  </a:lnTo>
                  <a:lnTo>
                    <a:pt x="3260055" y="489256"/>
                  </a:lnTo>
                  <a:lnTo>
                    <a:pt x="3267880" y="485707"/>
                  </a:lnTo>
                  <a:lnTo>
                    <a:pt x="3277271" y="481448"/>
                  </a:lnTo>
                  <a:lnTo>
                    <a:pt x="3287183" y="476950"/>
                  </a:lnTo>
                  <a:lnTo>
                    <a:pt x="3290313" y="475529"/>
                  </a:lnTo>
                  <a:lnTo>
                    <a:pt x="3290661" y="475372"/>
                  </a:lnTo>
                  <a:lnTo>
                    <a:pt x="3304051" y="469292"/>
                  </a:lnTo>
                  <a:lnTo>
                    <a:pt x="3306833" y="468028"/>
                  </a:lnTo>
                  <a:lnTo>
                    <a:pt x="3316919" y="463447"/>
                  </a:lnTo>
                  <a:lnTo>
                    <a:pt x="3321267" y="461471"/>
                  </a:lnTo>
                  <a:lnTo>
                    <a:pt x="3326484" y="459100"/>
                  </a:lnTo>
                  <a:lnTo>
                    <a:pt x="3332744" y="456254"/>
                  </a:lnTo>
                  <a:lnTo>
                    <a:pt x="3335874" y="454831"/>
                  </a:lnTo>
                  <a:lnTo>
                    <a:pt x="3368741" y="439878"/>
                  </a:lnTo>
                  <a:lnTo>
                    <a:pt x="3368915" y="439799"/>
                  </a:lnTo>
                  <a:lnTo>
                    <a:pt x="3375523" y="436790"/>
                  </a:lnTo>
                  <a:lnTo>
                    <a:pt x="3389261" y="430533"/>
                  </a:lnTo>
                  <a:lnTo>
                    <a:pt x="3389956" y="430216"/>
                  </a:lnTo>
                  <a:lnTo>
                    <a:pt x="3394478" y="428156"/>
                  </a:lnTo>
                  <a:lnTo>
                    <a:pt x="3405781" y="423005"/>
                  </a:lnTo>
                  <a:lnTo>
                    <a:pt x="3417432" y="417692"/>
                  </a:lnTo>
                  <a:lnTo>
                    <a:pt x="3426823" y="413409"/>
                  </a:lnTo>
                  <a:lnTo>
                    <a:pt x="3433257" y="410474"/>
                  </a:lnTo>
                  <a:lnTo>
                    <a:pt x="3433952" y="410156"/>
                  </a:lnTo>
                  <a:lnTo>
                    <a:pt x="3451168" y="402298"/>
                  </a:lnTo>
                  <a:lnTo>
                    <a:pt x="3461080" y="397771"/>
                  </a:lnTo>
                  <a:lnTo>
                    <a:pt x="3464211" y="396342"/>
                  </a:lnTo>
                  <a:lnTo>
                    <a:pt x="3464558" y="396183"/>
                  </a:lnTo>
                  <a:lnTo>
                    <a:pt x="3477948" y="390065"/>
                  </a:lnTo>
                  <a:lnTo>
                    <a:pt x="3480731" y="388793"/>
                  </a:lnTo>
                  <a:lnTo>
                    <a:pt x="3490817" y="384182"/>
                  </a:lnTo>
                  <a:lnTo>
                    <a:pt x="3495164" y="382194"/>
                  </a:lnTo>
                  <a:lnTo>
                    <a:pt x="3500381" y="379808"/>
                  </a:lnTo>
                  <a:lnTo>
                    <a:pt x="3506642" y="376945"/>
                  </a:lnTo>
                  <a:lnTo>
                    <a:pt x="3509772" y="375513"/>
                  </a:lnTo>
                  <a:lnTo>
                    <a:pt x="3542812" y="360388"/>
                  </a:lnTo>
                  <a:lnTo>
                    <a:pt x="3549420" y="357360"/>
                  </a:lnTo>
                  <a:lnTo>
                    <a:pt x="3563158" y="351065"/>
                  </a:lnTo>
                  <a:lnTo>
                    <a:pt x="3563854" y="350746"/>
                  </a:lnTo>
                  <a:lnTo>
                    <a:pt x="3568375" y="348674"/>
                  </a:lnTo>
                  <a:lnTo>
                    <a:pt x="3579678" y="343491"/>
                  </a:lnTo>
                  <a:lnTo>
                    <a:pt x="3591330" y="338147"/>
                  </a:lnTo>
                  <a:lnTo>
                    <a:pt x="3600720" y="333838"/>
                  </a:lnTo>
                  <a:lnTo>
                    <a:pt x="3607154" y="330885"/>
                  </a:lnTo>
                  <a:lnTo>
                    <a:pt x="3607850" y="330565"/>
                  </a:lnTo>
                  <a:lnTo>
                    <a:pt x="3615675" y="326973"/>
                  </a:lnTo>
                  <a:lnTo>
                    <a:pt x="3625066" y="322661"/>
                  </a:lnTo>
                  <a:lnTo>
                    <a:pt x="3634978" y="318108"/>
                  </a:lnTo>
                  <a:lnTo>
                    <a:pt x="3638108" y="316669"/>
                  </a:lnTo>
                  <a:lnTo>
                    <a:pt x="3638456" y="316510"/>
                  </a:lnTo>
                  <a:lnTo>
                    <a:pt x="3651846" y="310356"/>
                  </a:lnTo>
                  <a:lnTo>
                    <a:pt x="3654628" y="309077"/>
                  </a:lnTo>
                  <a:lnTo>
                    <a:pt x="3664714" y="304439"/>
                  </a:lnTo>
                  <a:lnTo>
                    <a:pt x="3669062" y="302440"/>
                  </a:lnTo>
                  <a:lnTo>
                    <a:pt x="3674279" y="300040"/>
                  </a:lnTo>
                  <a:lnTo>
                    <a:pt x="3680539" y="297160"/>
                  </a:lnTo>
                  <a:lnTo>
                    <a:pt x="3683669" y="295720"/>
                  </a:lnTo>
                  <a:lnTo>
                    <a:pt x="3716536" y="280589"/>
                  </a:lnTo>
                  <a:lnTo>
                    <a:pt x="3716710" y="280509"/>
                  </a:lnTo>
                  <a:lnTo>
                    <a:pt x="3723318" y="277465"/>
                  </a:lnTo>
                  <a:lnTo>
                    <a:pt x="3737056" y="271134"/>
                  </a:lnTo>
                  <a:lnTo>
                    <a:pt x="3737751" y="270814"/>
                  </a:lnTo>
                  <a:lnTo>
                    <a:pt x="3742273" y="268730"/>
                  </a:lnTo>
                  <a:lnTo>
                    <a:pt x="3753576" y="263518"/>
                  </a:lnTo>
                  <a:lnTo>
                    <a:pt x="3765227" y="258144"/>
                  </a:lnTo>
                  <a:lnTo>
                    <a:pt x="3774617" y="253812"/>
                  </a:lnTo>
                  <a:lnTo>
                    <a:pt x="3781052" y="250843"/>
                  </a:lnTo>
                  <a:lnTo>
                    <a:pt x="3781747" y="250522"/>
                  </a:lnTo>
                  <a:lnTo>
                    <a:pt x="3789573" y="246910"/>
                  </a:lnTo>
                  <a:lnTo>
                    <a:pt x="3798963" y="242574"/>
                  </a:lnTo>
                  <a:lnTo>
                    <a:pt x="3808875" y="237997"/>
                  </a:lnTo>
                  <a:lnTo>
                    <a:pt x="3812005" y="236551"/>
                  </a:lnTo>
                  <a:lnTo>
                    <a:pt x="3812353" y="236390"/>
                  </a:lnTo>
                  <a:lnTo>
                    <a:pt x="3825743" y="230204"/>
                  </a:lnTo>
                  <a:lnTo>
                    <a:pt x="3828526" y="228918"/>
                  </a:lnTo>
                  <a:lnTo>
                    <a:pt x="3838612" y="224256"/>
                  </a:lnTo>
                  <a:lnTo>
                    <a:pt x="3842959" y="222246"/>
                  </a:lnTo>
                  <a:lnTo>
                    <a:pt x="3848176" y="219834"/>
                  </a:lnTo>
                  <a:lnTo>
                    <a:pt x="3854436" y="216939"/>
                  </a:lnTo>
                  <a:lnTo>
                    <a:pt x="3857567" y="215491"/>
                  </a:lnTo>
                  <a:lnTo>
                    <a:pt x="3890433" y="200282"/>
                  </a:lnTo>
                  <a:lnTo>
                    <a:pt x="3890607" y="200201"/>
                  </a:lnTo>
                  <a:lnTo>
                    <a:pt x="3897215" y="197142"/>
                  </a:lnTo>
                  <a:lnTo>
                    <a:pt x="3910953" y="190779"/>
                  </a:lnTo>
                  <a:lnTo>
                    <a:pt x="3911649" y="190457"/>
                  </a:lnTo>
                  <a:lnTo>
                    <a:pt x="3916170" y="188362"/>
                  </a:lnTo>
                  <a:lnTo>
                    <a:pt x="3927473" y="183125"/>
                  </a:lnTo>
                  <a:lnTo>
                    <a:pt x="3939124" y="177724"/>
                  </a:lnTo>
                  <a:lnTo>
                    <a:pt x="3948515" y="173370"/>
                  </a:lnTo>
                  <a:lnTo>
                    <a:pt x="3954949" y="170387"/>
                  </a:lnTo>
                  <a:lnTo>
                    <a:pt x="3955645" y="170064"/>
                  </a:lnTo>
                  <a:lnTo>
                    <a:pt x="3963470" y="166434"/>
                  </a:lnTo>
                  <a:lnTo>
                    <a:pt x="3972861" y="162078"/>
                  </a:lnTo>
                  <a:lnTo>
                    <a:pt x="3982773" y="157478"/>
                  </a:lnTo>
                  <a:lnTo>
                    <a:pt x="3985903" y="156025"/>
                  </a:lnTo>
                  <a:lnTo>
                    <a:pt x="3986251" y="155863"/>
                  </a:lnTo>
                  <a:lnTo>
                    <a:pt x="4002423" y="148355"/>
                  </a:lnTo>
                  <a:lnTo>
                    <a:pt x="4012509" y="143671"/>
                  </a:lnTo>
                  <a:lnTo>
                    <a:pt x="4016857" y="141651"/>
                  </a:lnTo>
                  <a:lnTo>
                    <a:pt x="4022074" y="139228"/>
                  </a:lnTo>
                  <a:lnTo>
                    <a:pt x="4031464" y="134864"/>
                  </a:lnTo>
                  <a:lnTo>
                    <a:pt x="4064331" y="119584"/>
                  </a:lnTo>
                  <a:lnTo>
                    <a:pt x="4071113" y="116430"/>
                  </a:lnTo>
                  <a:lnTo>
                    <a:pt x="4085546" y="109714"/>
                  </a:lnTo>
                  <a:lnTo>
                    <a:pt x="4090067" y="107610"/>
                  </a:lnTo>
                  <a:lnTo>
                    <a:pt x="4101371" y="102349"/>
                  </a:lnTo>
                  <a:lnTo>
                    <a:pt x="4122412" y="92550"/>
                  </a:lnTo>
                  <a:lnTo>
                    <a:pt x="4128847" y="89553"/>
                  </a:lnTo>
                  <a:lnTo>
                    <a:pt x="4137368" y="85583"/>
                  </a:lnTo>
                  <a:lnTo>
                    <a:pt x="4146758" y="81207"/>
                  </a:lnTo>
                  <a:lnTo>
                    <a:pt x="4156670" y="76587"/>
                  </a:lnTo>
                  <a:lnTo>
                    <a:pt x="4159800" y="75128"/>
                  </a:lnTo>
                  <a:lnTo>
                    <a:pt x="4160148" y="74966"/>
                  </a:lnTo>
                  <a:lnTo>
                    <a:pt x="4176321" y="67425"/>
                  </a:lnTo>
                  <a:lnTo>
                    <a:pt x="4186407" y="62721"/>
                  </a:lnTo>
                  <a:lnTo>
                    <a:pt x="4238228" y="38532"/>
                  </a:lnTo>
                  <a:lnTo>
                    <a:pt x="4259444" y="28621"/>
                  </a:lnTo>
                  <a:lnTo>
                    <a:pt x="4296310" y="11388"/>
                  </a:lnTo>
                  <a:lnTo>
                    <a:pt x="4302744" y="8379"/>
                  </a:lnTo>
                  <a:lnTo>
                    <a:pt x="4320655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" name="pl8"/>
            <p:cNvSpPr/>
            <p:nvPr/>
          </p:nvSpPr>
          <p:spPr>
            <a:xfrm>
              <a:off x="3377239" y="3130492"/>
              <a:ext cx="4320655" cy="1901309"/>
            </a:xfrm>
            <a:custGeom>
              <a:avLst/>
              <a:pathLst>
                <a:path w="4320655" h="1901309">
                  <a:moveTo>
                    <a:pt x="4320655" y="0"/>
                  </a:moveTo>
                  <a:lnTo>
                    <a:pt x="4302744" y="7253"/>
                  </a:lnTo>
                  <a:lnTo>
                    <a:pt x="4296310" y="9859"/>
                  </a:lnTo>
                  <a:lnTo>
                    <a:pt x="4259444" y="24801"/>
                  </a:lnTo>
                  <a:lnTo>
                    <a:pt x="4238228" y="33406"/>
                  </a:lnTo>
                  <a:lnTo>
                    <a:pt x="4186407" y="54445"/>
                  </a:lnTo>
                  <a:lnTo>
                    <a:pt x="4176321" y="58543"/>
                  </a:lnTo>
                  <a:lnTo>
                    <a:pt x="4160148" y="65117"/>
                  </a:lnTo>
                  <a:lnTo>
                    <a:pt x="4159800" y="65258"/>
                  </a:lnTo>
                  <a:lnTo>
                    <a:pt x="4156670" y="66531"/>
                  </a:lnTo>
                  <a:lnTo>
                    <a:pt x="4146758" y="70561"/>
                  </a:lnTo>
                  <a:lnTo>
                    <a:pt x="4137368" y="74381"/>
                  </a:lnTo>
                  <a:lnTo>
                    <a:pt x="4128847" y="77848"/>
                  </a:lnTo>
                  <a:lnTo>
                    <a:pt x="4122412" y="80466"/>
                  </a:lnTo>
                  <a:lnTo>
                    <a:pt x="4101371" y="89032"/>
                  </a:lnTo>
                  <a:lnTo>
                    <a:pt x="4090067" y="93636"/>
                  </a:lnTo>
                  <a:lnTo>
                    <a:pt x="4085546" y="95478"/>
                  </a:lnTo>
                  <a:lnTo>
                    <a:pt x="4071113" y="101359"/>
                  </a:lnTo>
                  <a:lnTo>
                    <a:pt x="4064331" y="104124"/>
                  </a:lnTo>
                  <a:lnTo>
                    <a:pt x="4031464" y="117528"/>
                  </a:lnTo>
                  <a:lnTo>
                    <a:pt x="4022074" y="121360"/>
                  </a:lnTo>
                  <a:lnTo>
                    <a:pt x="4016857" y="123490"/>
                  </a:lnTo>
                  <a:lnTo>
                    <a:pt x="4012509" y="125264"/>
                  </a:lnTo>
                  <a:lnTo>
                    <a:pt x="4002423" y="129383"/>
                  </a:lnTo>
                  <a:lnTo>
                    <a:pt x="3986251" y="135989"/>
                  </a:lnTo>
                  <a:lnTo>
                    <a:pt x="3985903" y="136131"/>
                  </a:lnTo>
                  <a:lnTo>
                    <a:pt x="3982773" y="137410"/>
                  </a:lnTo>
                  <a:lnTo>
                    <a:pt x="3972861" y="141461"/>
                  </a:lnTo>
                  <a:lnTo>
                    <a:pt x="3963470" y="145300"/>
                  </a:lnTo>
                  <a:lnTo>
                    <a:pt x="3955645" y="148500"/>
                  </a:lnTo>
                  <a:lnTo>
                    <a:pt x="3954949" y="148784"/>
                  </a:lnTo>
                  <a:lnTo>
                    <a:pt x="3948515" y="151416"/>
                  </a:lnTo>
                  <a:lnTo>
                    <a:pt x="3939124" y="155258"/>
                  </a:lnTo>
                  <a:lnTo>
                    <a:pt x="3927473" y="160026"/>
                  </a:lnTo>
                  <a:lnTo>
                    <a:pt x="3916170" y="164653"/>
                  </a:lnTo>
                  <a:lnTo>
                    <a:pt x="3911649" y="166505"/>
                  </a:lnTo>
                  <a:lnTo>
                    <a:pt x="3910953" y="166790"/>
                  </a:lnTo>
                  <a:lnTo>
                    <a:pt x="3897215" y="172417"/>
                  </a:lnTo>
                  <a:lnTo>
                    <a:pt x="3890607" y="175125"/>
                  </a:lnTo>
                  <a:lnTo>
                    <a:pt x="3890433" y="175196"/>
                  </a:lnTo>
                  <a:lnTo>
                    <a:pt x="3857567" y="188671"/>
                  </a:lnTo>
                  <a:lnTo>
                    <a:pt x="3854436" y="189955"/>
                  </a:lnTo>
                  <a:lnTo>
                    <a:pt x="3848176" y="192524"/>
                  </a:lnTo>
                  <a:lnTo>
                    <a:pt x="3842959" y="194665"/>
                  </a:lnTo>
                  <a:lnTo>
                    <a:pt x="3838612" y="196449"/>
                  </a:lnTo>
                  <a:lnTo>
                    <a:pt x="3828526" y="200590"/>
                  </a:lnTo>
                  <a:lnTo>
                    <a:pt x="3825743" y="201732"/>
                  </a:lnTo>
                  <a:lnTo>
                    <a:pt x="3812353" y="207232"/>
                  </a:lnTo>
                  <a:lnTo>
                    <a:pt x="3812005" y="207375"/>
                  </a:lnTo>
                  <a:lnTo>
                    <a:pt x="3808875" y="208661"/>
                  </a:lnTo>
                  <a:lnTo>
                    <a:pt x="3798963" y="212734"/>
                  </a:lnTo>
                  <a:lnTo>
                    <a:pt x="3789573" y="216594"/>
                  </a:lnTo>
                  <a:lnTo>
                    <a:pt x="3781747" y="219812"/>
                  </a:lnTo>
                  <a:lnTo>
                    <a:pt x="3781052" y="220098"/>
                  </a:lnTo>
                  <a:lnTo>
                    <a:pt x="3774617" y="222744"/>
                  </a:lnTo>
                  <a:lnTo>
                    <a:pt x="3765227" y="226608"/>
                  </a:lnTo>
                  <a:lnTo>
                    <a:pt x="3753576" y="231402"/>
                  </a:lnTo>
                  <a:lnTo>
                    <a:pt x="3742273" y="236056"/>
                  </a:lnTo>
                  <a:lnTo>
                    <a:pt x="3737751" y="237918"/>
                  </a:lnTo>
                  <a:lnTo>
                    <a:pt x="3737056" y="238205"/>
                  </a:lnTo>
                  <a:lnTo>
                    <a:pt x="3723318" y="243864"/>
                  </a:lnTo>
                  <a:lnTo>
                    <a:pt x="3716710" y="246587"/>
                  </a:lnTo>
                  <a:lnTo>
                    <a:pt x="3716536" y="246659"/>
                  </a:lnTo>
                  <a:lnTo>
                    <a:pt x="3683669" y="260212"/>
                  </a:lnTo>
                  <a:lnTo>
                    <a:pt x="3680539" y="261504"/>
                  </a:lnTo>
                  <a:lnTo>
                    <a:pt x="3674279" y="264087"/>
                  </a:lnTo>
                  <a:lnTo>
                    <a:pt x="3669062" y="266241"/>
                  </a:lnTo>
                  <a:lnTo>
                    <a:pt x="3664714" y="268036"/>
                  </a:lnTo>
                  <a:lnTo>
                    <a:pt x="3654628" y="272201"/>
                  </a:lnTo>
                  <a:lnTo>
                    <a:pt x="3651846" y="273350"/>
                  </a:lnTo>
                  <a:lnTo>
                    <a:pt x="3638456" y="278883"/>
                  </a:lnTo>
                  <a:lnTo>
                    <a:pt x="3638108" y="279026"/>
                  </a:lnTo>
                  <a:lnTo>
                    <a:pt x="3634978" y="280320"/>
                  </a:lnTo>
                  <a:lnTo>
                    <a:pt x="3625066" y="284418"/>
                  </a:lnTo>
                  <a:lnTo>
                    <a:pt x="3615675" y="288301"/>
                  </a:lnTo>
                  <a:lnTo>
                    <a:pt x="3607850" y="291538"/>
                  </a:lnTo>
                  <a:lnTo>
                    <a:pt x="3607154" y="291826"/>
                  </a:lnTo>
                  <a:lnTo>
                    <a:pt x="3600720" y="294488"/>
                  </a:lnTo>
                  <a:lnTo>
                    <a:pt x="3591330" y="298375"/>
                  </a:lnTo>
                  <a:lnTo>
                    <a:pt x="3579678" y="303200"/>
                  </a:lnTo>
                  <a:lnTo>
                    <a:pt x="3568375" y="307882"/>
                  </a:lnTo>
                  <a:lnTo>
                    <a:pt x="3563854" y="309755"/>
                  </a:lnTo>
                  <a:lnTo>
                    <a:pt x="3563158" y="310044"/>
                  </a:lnTo>
                  <a:lnTo>
                    <a:pt x="3549420" y="315738"/>
                  </a:lnTo>
                  <a:lnTo>
                    <a:pt x="3542812" y="318478"/>
                  </a:lnTo>
                  <a:lnTo>
                    <a:pt x="3509772" y="332189"/>
                  </a:lnTo>
                  <a:lnTo>
                    <a:pt x="3506642" y="333489"/>
                  </a:lnTo>
                  <a:lnTo>
                    <a:pt x="3500381" y="336089"/>
                  </a:lnTo>
                  <a:lnTo>
                    <a:pt x="3495164" y="338256"/>
                  </a:lnTo>
                  <a:lnTo>
                    <a:pt x="3490817" y="340063"/>
                  </a:lnTo>
                  <a:lnTo>
                    <a:pt x="3480731" y="344254"/>
                  </a:lnTo>
                  <a:lnTo>
                    <a:pt x="3477948" y="345411"/>
                  </a:lnTo>
                  <a:lnTo>
                    <a:pt x="3464558" y="350979"/>
                  </a:lnTo>
                  <a:lnTo>
                    <a:pt x="3464211" y="351124"/>
                  </a:lnTo>
                  <a:lnTo>
                    <a:pt x="3461080" y="352426"/>
                  </a:lnTo>
                  <a:lnTo>
                    <a:pt x="3451168" y="356550"/>
                  </a:lnTo>
                  <a:lnTo>
                    <a:pt x="3433952" y="363717"/>
                  </a:lnTo>
                  <a:lnTo>
                    <a:pt x="3433257" y="364007"/>
                  </a:lnTo>
                  <a:lnTo>
                    <a:pt x="3426823" y="366687"/>
                  </a:lnTo>
                  <a:lnTo>
                    <a:pt x="3417432" y="370599"/>
                  </a:lnTo>
                  <a:lnTo>
                    <a:pt x="3405781" y="375456"/>
                  </a:lnTo>
                  <a:lnTo>
                    <a:pt x="3394478" y="380169"/>
                  </a:lnTo>
                  <a:lnTo>
                    <a:pt x="3389956" y="382055"/>
                  </a:lnTo>
                  <a:lnTo>
                    <a:pt x="3389261" y="382345"/>
                  </a:lnTo>
                  <a:lnTo>
                    <a:pt x="3375523" y="388078"/>
                  </a:lnTo>
                  <a:lnTo>
                    <a:pt x="3368915" y="390837"/>
                  </a:lnTo>
                  <a:lnTo>
                    <a:pt x="3368741" y="390909"/>
                  </a:lnTo>
                  <a:lnTo>
                    <a:pt x="3335874" y="404641"/>
                  </a:lnTo>
                  <a:lnTo>
                    <a:pt x="3332744" y="405949"/>
                  </a:lnTo>
                  <a:lnTo>
                    <a:pt x="3326484" y="408567"/>
                  </a:lnTo>
                  <a:lnTo>
                    <a:pt x="3321267" y="410749"/>
                  </a:lnTo>
                  <a:lnTo>
                    <a:pt x="3316919" y="412568"/>
                  </a:lnTo>
                  <a:lnTo>
                    <a:pt x="3306833" y="416789"/>
                  </a:lnTo>
                  <a:lnTo>
                    <a:pt x="3304051" y="417954"/>
                  </a:lnTo>
                  <a:lnTo>
                    <a:pt x="3290661" y="423560"/>
                  </a:lnTo>
                  <a:lnTo>
                    <a:pt x="3290313" y="423706"/>
                  </a:lnTo>
                  <a:lnTo>
                    <a:pt x="3287183" y="425017"/>
                  </a:lnTo>
                  <a:lnTo>
                    <a:pt x="3277271" y="429170"/>
                  </a:lnTo>
                  <a:lnTo>
                    <a:pt x="3267880" y="433106"/>
                  </a:lnTo>
                  <a:lnTo>
                    <a:pt x="3260055" y="436388"/>
                  </a:lnTo>
                  <a:lnTo>
                    <a:pt x="3259359" y="436679"/>
                  </a:lnTo>
                  <a:lnTo>
                    <a:pt x="3252925" y="439378"/>
                  </a:lnTo>
                  <a:lnTo>
                    <a:pt x="3243535" y="443318"/>
                  </a:lnTo>
                  <a:lnTo>
                    <a:pt x="3231884" y="448209"/>
                  </a:lnTo>
                  <a:lnTo>
                    <a:pt x="3220580" y="452956"/>
                  </a:lnTo>
                  <a:lnTo>
                    <a:pt x="3216059" y="454856"/>
                  </a:lnTo>
                  <a:lnTo>
                    <a:pt x="3215363" y="455148"/>
                  </a:lnTo>
                  <a:lnTo>
                    <a:pt x="3201625" y="460922"/>
                  </a:lnTo>
                  <a:lnTo>
                    <a:pt x="3195017" y="463700"/>
                  </a:lnTo>
                  <a:lnTo>
                    <a:pt x="3194843" y="463773"/>
                  </a:lnTo>
                  <a:lnTo>
                    <a:pt x="3161977" y="477604"/>
                  </a:lnTo>
                  <a:lnTo>
                    <a:pt x="3158847" y="478923"/>
                  </a:lnTo>
                  <a:lnTo>
                    <a:pt x="3152586" y="481560"/>
                  </a:lnTo>
                  <a:lnTo>
                    <a:pt x="3147369" y="483758"/>
                  </a:lnTo>
                  <a:lnTo>
                    <a:pt x="3143022" y="485590"/>
                  </a:lnTo>
                  <a:lnTo>
                    <a:pt x="3132936" y="489842"/>
                  </a:lnTo>
                  <a:lnTo>
                    <a:pt x="3130154" y="491015"/>
                  </a:lnTo>
                  <a:lnTo>
                    <a:pt x="3116763" y="496663"/>
                  </a:lnTo>
                  <a:lnTo>
                    <a:pt x="3116416" y="496810"/>
                  </a:lnTo>
                  <a:lnTo>
                    <a:pt x="3113285" y="498131"/>
                  </a:lnTo>
                  <a:lnTo>
                    <a:pt x="3103373" y="502315"/>
                  </a:lnTo>
                  <a:lnTo>
                    <a:pt x="3093983" y="506280"/>
                  </a:lnTo>
                  <a:lnTo>
                    <a:pt x="3086157" y="509586"/>
                  </a:lnTo>
                  <a:lnTo>
                    <a:pt x="3085462" y="509880"/>
                  </a:lnTo>
                  <a:lnTo>
                    <a:pt x="3079028" y="512599"/>
                  </a:lnTo>
                  <a:lnTo>
                    <a:pt x="3069637" y="516569"/>
                  </a:lnTo>
                  <a:lnTo>
                    <a:pt x="3057986" y="521496"/>
                  </a:lnTo>
                  <a:lnTo>
                    <a:pt x="3046683" y="526279"/>
                  </a:lnTo>
                  <a:lnTo>
                    <a:pt x="3042161" y="528193"/>
                  </a:lnTo>
                  <a:lnTo>
                    <a:pt x="3041466" y="528488"/>
                  </a:lnTo>
                  <a:lnTo>
                    <a:pt x="3027728" y="534305"/>
                  </a:lnTo>
                  <a:lnTo>
                    <a:pt x="3021120" y="537105"/>
                  </a:lnTo>
                  <a:lnTo>
                    <a:pt x="3020946" y="537179"/>
                  </a:lnTo>
                  <a:lnTo>
                    <a:pt x="2988079" y="551116"/>
                  </a:lnTo>
                  <a:lnTo>
                    <a:pt x="2984949" y="552444"/>
                  </a:lnTo>
                  <a:lnTo>
                    <a:pt x="2978689" y="555102"/>
                  </a:lnTo>
                  <a:lnTo>
                    <a:pt x="2973472" y="557317"/>
                  </a:lnTo>
                  <a:lnTo>
                    <a:pt x="2969125" y="559163"/>
                  </a:lnTo>
                  <a:lnTo>
                    <a:pt x="2959038" y="563448"/>
                  </a:lnTo>
                  <a:lnTo>
                    <a:pt x="2956256" y="564630"/>
                  </a:lnTo>
                  <a:lnTo>
                    <a:pt x="2942866" y="570322"/>
                  </a:lnTo>
                  <a:lnTo>
                    <a:pt x="2942518" y="570470"/>
                  </a:lnTo>
                  <a:lnTo>
                    <a:pt x="2939388" y="571802"/>
                  </a:lnTo>
                  <a:lnTo>
                    <a:pt x="2929476" y="576018"/>
                  </a:lnTo>
                  <a:lnTo>
                    <a:pt x="2920085" y="580015"/>
                  </a:lnTo>
                  <a:lnTo>
                    <a:pt x="2912260" y="583346"/>
                  </a:lnTo>
                  <a:lnTo>
                    <a:pt x="2911564" y="583643"/>
                  </a:lnTo>
                  <a:lnTo>
                    <a:pt x="2905130" y="586383"/>
                  </a:lnTo>
                  <a:lnTo>
                    <a:pt x="2895740" y="590384"/>
                  </a:lnTo>
                  <a:lnTo>
                    <a:pt x="2884089" y="595350"/>
                  </a:lnTo>
                  <a:lnTo>
                    <a:pt x="2872785" y="600171"/>
                  </a:lnTo>
                  <a:lnTo>
                    <a:pt x="2868264" y="602100"/>
                  </a:lnTo>
                  <a:lnTo>
                    <a:pt x="2867568" y="602397"/>
                  </a:lnTo>
                  <a:lnTo>
                    <a:pt x="2853831" y="608261"/>
                  </a:lnTo>
                  <a:lnTo>
                    <a:pt x="2847222" y="611083"/>
                  </a:lnTo>
                  <a:lnTo>
                    <a:pt x="2847049" y="611157"/>
                  </a:lnTo>
                  <a:lnTo>
                    <a:pt x="2814182" y="625206"/>
                  </a:lnTo>
                  <a:lnTo>
                    <a:pt x="2811052" y="626545"/>
                  </a:lnTo>
                  <a:lnTo>
                    <a:pt x="2804791" y="629224"/>
                  </a:lnTo>
                  <a:lnTo>
                    <a:pt x="2799575" y="631457"/>
                  </a:lnTo>
                  <a:lnTo>
                    <a:pt x="2795227" y="633318"/>
                  </a:lnTo>
                  <a:lnTo>
                    <a:pt x="2785141" y="637637"/>
                  </a:lnTo>
                  <a:lnTo>
                    <a:pt x="2782359" y="638829"/>
                  </a:lnTo>
                  <a:lnTo>
                    <a:pt x="2768969" y="644567"/>
                  </a:lnTo>
                  <a:lnTo>
                    <a:pt x="2768621" y="644717"/>
                  </a:lnTo>
                  <a:lnTo>
                    <a:pt x="2765491" y="646058"/>
                  </a:lnTo>
                  <a:lnTo>
                    <a:pt x="2755578" y="650309"/>
                  </a:lnTo>
                  <a:lnTo>
                    <a:pt x="2738363" y="657697"/>
                  </a:lnTo>
                  <a:lnTo>
                    <a:pt x="2737667" y="657996"/>
                  </a:lnTo>
                  <a:lnTo>
                    <a:pt x="2731233" y="660758"/>
                  </a:lnTo>
                  <a:lnTo>
                    <a:pt x="2721842" y="664792"/>
                  </a:lnTo>
                  <a:lnTo>
                    <a:pt x="2710191" y="669799"/>
                  </a:lnTo>
                  <a:lnTo>
                    <a:pt x="2698888" y="674659"/>
                  </a:lnTo>
                  <a:lnTo>
                    <a:pt x="2694367" y="676604"/>
                  </a:lnTo>
                  <a:lnTo>
                    <a:pt x="2693671" y="676903"/>
                  </a:lnTo>
                  <a:lnTo>
                    <a:pt x="2679933" y="682815"/>
                  </a:lnTo>
                  <a:lnTo>
                    <a:pt x="2673325" y="685661"/>
                  </a:lnTo>
                  <a:lnTo>
                    <a:pt x="2673151" y="685735"/>
                  </a:lnTo>
                  <a:lnTo>
                    <a:pt x="2640284" y="699900"/>
                  </a:lnTo>
                  <a:lnTo>
                    <a:pt x="2637154" y="701250"/>
                  </a:lnTo>
                  <a:lnTo>
                    <a:pt x="2630894" y="703951"/>
                  </a:lnTo>
                  <a:lnTo>
                    <a:pt x="2625677" y="706202"/>
                  </a:lnTo>
                  <a:lnTo>
                    <a:pt x="2621330" y="708079"/>
                  </a:lnTo>
                  <a:lnTo>
                    <a:pt x="2611244" y="712434"/>
                  </a:lnTo>
                  <a:lnTo>
                    <a:pt x="2608461" y="713636"/>
                  </a:lnTo>
                  <a:lnTo>
                    <a:pt x="2594723" y="719572"/>
                  </a:lnTo>
                  <a:lnTo>
                    <a:pt x="2591593" y="720925"/>
                  </a:lnTo>
                  <a:lnTo>
                    <a:pt x="2581681" y="725211"/>
                  </a:lnTo>
                  <a:lnTo>
                    <a:pt x="2572291" y="729273"/>
                  </a:lnTo>
                  <a:lnTo>
                    <a:pt x="2564465" y="732660"/>
                  </a:lnTo>
                  <a:lnTo>
                    <a:pt x="2563770" y="732961"/>
                  </a:lnTo>
                  <a:lnTo>
                    <a:pt x="2557335" y="735747"/>
                  </a:lnTo>
                  <a:lnTo>
                    <a:pt x="2547945" y="739814"/>
                  </a:lnTo>
                  <a:lnTo>
                    <a:pt x="2536294" y="744863"/>
                  </a:lnTo>
                  <a:lnTo>
                    <a:pt x="2524990" y="749764"/>
                  </a:lnTo>
                  <a:lnTo>
                    <a:pt x="2520469" y="751725"/>
                  </a:lnTo>
                  <a:lnTo>
                    <a:pt x="2519774" y="752026"/>
                  </a:lnTo>
                  <a:lnTo>
                    <a:pt x="2506036" y="757988"/>
                  </a:lnTo>
                  <a:lnTo>
                    <a:pt x="2499428" y="760857"/>
                  </a:lnTo>
                  <a:lnTo>
                    <a:pt x="2499254" y="760932"/>
                  </a:lnTo>
                  <a:lnTo>
                    <a:pt x="2466387" y="775215"/>
                  </a:lnTo>
                  <a:lnTo>
                    <a:pt x="2463257" y="776576"/>
                  </a:lnTo>
                  <a:lnTo>
                    <a:pt x="2456997" y="779300"/>
                  </a:lnTo>
                  <a:lnTo>
                    <a:pt x="2451780" y="781570"/>
                  </a:lnTo>
                  <a:lnTo>
                    <a:pt x="2447432" y="783462"/>
                  </a:lnTo>
                  <a:lnTo>
                    <a:pt x="2437346" y="787854"/>
                  </a:lnTo>
                  <a:lnTo>
                    <a:pt x="2434564" y="789066"/>
                  </a:lnTo>
                  <a:lnTo>
                    <a:pt x="2421174" y="794900"/>
                  </a:lnTo>
                  <a:lnTo>
                    <a:pt x="2420826" y="795051"/>
                  </a:lnTo>
                  <a:lnTo>
                    <a:pt x="2417696" y="796416"/>
                  </a:lnTo>
                  <a:lnTo>
                    <a:pt x="2407784" y="800738"/>
                  </a:lnTo>
                  <a:lnTo>
                    <a:pt x="2398393" y="804834"/>
                  </a:lnTo>
                  <a:lnTo>
                    <a:pt x="2390568" y="808249"/>
                  </a:lnTo>
                  <a:lnTo>
                    <a:pt x="2389872" y="808553"/>
                  </a:lnTo>
                  <a:lnTo>
                    <a:pt x="2383438" y="811362"/>
                  </a:lnTo>
                  <a:lnTo>
                    <a:pt x="2374047" y="815463"/>
                  </a:lnTo>
                  <a:lnTo>
                    <a:pt x="2362396" y="820554"/>
                  </a:lnTo>
                  <a:lnTo>
                    <a:pt x="2351093" y="825496"/>
                  </a:lnTo>
                  <a:lnTo>
                    <a:pt x="2346572" y="827473"/>
                  </a:lnTo>
                  <a:lnTo>
                    <a:pt x="2345876" y="827778"/>
                  </a:lnTo>
                  <a:lnTo>
                    <a:pt x="2332138" y="833789"/>
                  </a:lnTo>
                  <a:lnTo>
                    <a:pt x="2325530" y="836682"/>
                  </a:lnTo>
                  <a:lnTo>
                    <a:pt x="2325356" y="836758"/>
                  </a:lnTo>
                  <a:lnTo>
                    <a:pt x="2292490" y="851160"/>
                  </a:lnTo>
                  <a:lnTo>
                    <a:pt x="2289359" y="852533"/>
                  </a:lnTo>
                  <a:lnTo>
                    <a:pt x="2283099" y="855279"/>
                  </a:lnTo>
                  <a:lnTo>
                    <a:pt x="2277882" y="857568"/>
                  </a:lnTo>
                  <a:lnTo>
                    <a:pt x="2273535" y="859476"/>
                  </a:lnTo>
                  <a:lnTo>
                    <a:pt x="2263449" y="863904"/>
                  </a:lnTo>
                  <a:lnTo>
                    <a:pt x="2260666" y="865126"/>
                  </a:lnTo>
                  <a:lnTo>
                    <a:pt x="2247276" y="871009"/>
                  </a:lnTo>
                  <a:lnTo>
                    <a:pt x="2246928" y="871162"/>
                  </a:lnTo>
                  <a:lnTo>
                    <a:pt x="2243798" y="872537"/>
                  </a:lnTo>
                  <a:lnTo>
                    <a:pt x="2233886" y="876895"/>
                  </a:lnTo>
                  <a:lnTo>
                    <a:pt x="2224496" y="881026"/>
                  </a:lnTo>
                  <a:lnTo>
                    <a:pt x="2216670" y="884469"/>
                  </a:lnTo>
                  <a:lnTo>
                    <a:pt x="2215975" y="884775"/>
                  </a:lnTo>
                  <a:lnTo>
                    <a:pt x="2209540" y="887608"/>
                  </a:lnTo>
                  <a:lnTo>
                    <a:pt x="2200150" y="891743"/>
                  </a:lnTo>
                  <a:lnTo>
                    <a:pt x="2188499" y="896876"/>
                  </a:lnTo>
                  <a:lnTo>
                    <a:pt x="2177196" y="901858"/>
                  </a:lnTo>
                  <a:lnTo>
                    <a:pt x="2172674" y="903852"/>
                  </a:lnTo>
                  <a:lnTo>
                    <a:pt x="2171979" y="904159"/>
                  </a:lnTo>
                  <a:lnTo>
                    <a:pt x="2158241" y="910220"/>
                  </a:lnTo>
                  <a:lnTo>
                    <a:pt x="2151633" y="913137"/>
                  </a:lnTo>
                  <a:lnTo>
                    <a:pt x="2151459" y="913213"/>
                  </a:lnTo>
                  <a:lnTo>
                    <a:pt x="2118592" y="927734"/>
                  </a:lnTo>
                  <a:lnTo>
                    <a:pt x="2115462" y="929118"/>
                  </a:lnTo>
                  <a:lnTo>
                    <a:pt x="2109202" y="931886"/>
                  </a:lnTo>
                  <a:lnTo>
                    <a:pt x="2103985" y="934194"/>
                  </a:lnTo>
                  <a:lnTo>
                    <a:pt x="2099637" y="936118"/>
                  </a:lnTo>
                  <a:lnTo>
                    <a:pt x="2089551" y="940582"/>
                  </a:lnTo>
                  <a:lnTo>
                    <a:pt x="2086769" y="941814"/>
                  </a:lnTo>
                  <a:lnTo>
                    <a:pt x="2073379" y="947745"/>
                  </a:lnTo>
                  <a:lnTo>
                    <a:pt x="2073031" y="947899"/>
                  </a:lnTo>
                  <a:lnTo>
                    <a:pt x="2069901" y="949286"/>
                  </a:lnTo>
                  <a:lnTo>
                    <a:pt x="2059989" y="953679"/>
                  </a:lnTo>
                  <a:lnTo>
                    <a:pt x="2050598" y="957843"/>
                  </a:lnTo>
                  <a:lnTo>
                    <a:pt x="2042773" y="961314"/>
                  </a:lnTo>
                  <a:lnTo>
                    <a:pt x="2042077" y="961623"/>
                  </a:lnTo>
                  <a:lnTo>
                    <a:pt x="2035643" y="964478"/>
                  </a:lnTo>
                  <a:lnTo>
                    <a:pt x="2026253" y="968647"/>
                  </a:lnTo>
                  <a:lnTo>
                    <a:pt x="2014601" y="973821"/>
                  </a:lnTo>
                  <a:lnTo>
                    <a:pt x="2003298" y="978844"/>
                  </a:lnTo>
                  <a:lnTo>
                    <a:pt x="1998777" y="980854"/>
                  </a:lnTo>
                  <a:lnTo>
                    <a:pt x="1998081" y="981163"/>
                  </a:lnTo>
                  <a:lnTo>
                    <a:pt x="1984343" y="987273"/>
                  </a:lnTo>
                  <a:lnTo>
                    <a:pt x="1977735" y="990213"/>
                  </a:lnTo>
                  <a:lnTo>
                    <a:pt x="1977561" y="990290"/>
                  </a:lnTo>
                  <a:lnTo>
                    <a:pt x="1944695" y="1004926"/>
                  </a:lnTo>
                  <a:lnTo>
                    <a:pt x="1941564" y="1006321"/>
                  </a:lnTo>
                  <a:lnTo>
                    <a:pt x="1935304" y="1009112"/>
                  </a:lnTo>
                  <a:lnTo>
                    <a:pt x="1930087" y="1011438"/>
                  </a:lnTo>
                  <a:lnTo>
                    <a:pt x="1925740" y="1013377"/>
                  </a:lnTo>
                  <a:lnTo>
                    <a:pt x="1915654" y="1017876"/>
                  </a:lnTo>
                  <a:lnTo>
                    <a:pt x="1912871" y="1019118"/>
                  </a:lnTo>
                  <a:lnTo>
                    <a:pt x="1899481" y="1025095"/>
                  </a:lnTo>
                  <a:lnTo>
                    <a:pt x="1899134" y="1025251"/>
                  </a:lnTo>
                  <a:lnTo>
                    <a:pt x="1896003" y="1026648"/>
                  </a:lnTo>
                  <a:lnTo>
                    <a:pt x="1886091" y="1031076"/>
                  </a:lnTo>
                  <a:lnTo>
                    <a:pt x="1876701" y="1035273"/>
                  </a:lnTo>
                  <a:lnTo>
                    <a:pt x="1868875" y="1038771"/>
                  </a:lnTo>
                  <a:lnTo>
                    <a:pt x="1868180" y="1039082"/>
                  </a:lnTo>
                  <a:lnTo>
                    <a:pt x="1861746" y="1041959"/>
                  </a:lnTo>
                  <a:lnTo>
                    <a:pt x="1852355" y="1046160"/>
                  </a:lnTo>
                  <a:lnTo>
                    <a:pt x="1840704" y="1051375"/>
                  </a:lnTo>
                  <a:lnTo>
                    <a:pt x="1829401" y="1056437"/>
                  </a:lnTo>
                  <a:lnTo>
                    <a:pt x="1824879" y="1058462"/>
                  </a:lnTo>
                  <a:lnTo>
                    <a:pt x="1824184" y="1058774"/>
                  </a:lnTo>
                  <a:lnTo>
                    <a:pt x="1810446" y="1064930"/>
                  </a:lnTo>
                  <a:lnTo>
                    <a:pt x="1803838" y="1067893"/>
                  </a:lnTo>
                  <a:lnTo>
                    <a:pt x="1803664" y="1067970"/>
                  </a:lnTo>
                  <a:lnTo>
                    <a:pt x="1770797" y="1082718"/>
                  </a:lnTo>
                  <a:lnTo>
                    <a:pt x="1767667" y="1084124"/>
                  </a:lnTo>
                  <a:lnTo>
                    <a:pt x="1761407" y="1086935"/>
                  </a:lnTo>
                  <a:lnTo>
                    <a:pt x="1756190" y="1089279"/>
                  </a:lnTo>
                  <a:lnTo>
                    <a:pt x="1751842" y="1091232"/>
                  </a:lnTo>
                  <a:lnTo>
                    <a:pt x="1741756" y="1095766"/>
                  </a:lnTo>
                  <a:lnTo>
                    <a:pt x="1738974" y="1097017"/>
                  </a:lnTo>
                  <a:lnTo>
                    <a:pt x="1725584" y="1103039"/>
                  </a:lnTo>
                  <a:lnTo>
                    <a:pt x="1725236" y="1103195"/>
                  </a:lnTo>
                  <a:lnTo>
                    <a:pt x="1712194" y="1109064"/>
                  </a:lnTo>
                  <a:lnTo>
                    <a:pt x="1702803" y="1113292"/>
                  </a:lnTo>
                  <a:lnTo>
                    <a:pt x="1694978" y="1116816"/>
                  </a:lnTo>
                  <a:lnTo>
                    <a:pt x="1694282" y="1117130"/>
                  </a:lnTo>
                  <a:lnTo>
                    <a:pt x="1687848" y="1120028"/>
                  </a:lnTo>
                  <a:lnTo>
                    <a:pt x="1678458" y="1124260"/>
                  </a:lnTo>
                  <a:lnTo>
                    <a:pt x="1666807" y="1129513"/>
                  </a:lnTo>
                  <a:lnTo>
                    <a:pt x="1655503" y="1134612"/>
                  </a:lnTo>
                  <a:lnTo>
                    <a:pt x="1650982" y="1136652"/>
                  </a:lnTo>
                  <a:lnTo>
                    <a:pt x="1650286" y="1136966"/>
                  </a:lnTo>
                  <a:lnTo>
                    <a:pt x="1636548" y="1143167"/>
                  </a:lnTo>
                  <a:lnTo>
                    <a:pt x="1629940" y="1146151"/>
                  </a:lnTo>
                  <a:lnTo>
                    <a:pt x="1629766" y="1146230"/>
                  </a:lnTo>
                  <a:lnTo>
                    <a:pt x="1596900" y="1161083"/>
                  </a:lnTo>
                  <a:lnTo>
                    <a:pt x="1593770" y="1162499"/>
                  </a:lnTo>
                  <a:lnTo>
                    <a:pt x="1587509" y="1165331"/>
                  </a:lnTo>
                  <a:lnTo>
                    <a:pt x="1582292" y="1167691"/>
                  </a:lnTo>
                  <a:lnTo>
                    <a:pt x="1577945" y="1169658"/>
                  </a:lnTo>
                  <a:lnTo>
                    <a:pt x="1567859" y="1174224"/>
                  </a:lnTo>
                  <a:lnTo>
                    <a:pt x="1565077" y="1175484"/>
                  </a:lnTo>
                  <a:lnTo>
                    <a:pt x="1551686" y="1181548"/>
                  </a:lnTo>
                  <a:lnTo>
                    <a:pt x="1551339" y="1181706"/>
                  </a:lnTo>
                  <a:lnTo>
                    <a:pt x="1548208" y="1183124"/>
                  </a:lnTo>
                  <a:lnTo>
                    <a:pt x="1538296" y="1187616"/>
                  </a:lnTo>
                  <a:lnTo>
                    <a:pt x="1528906" y="1191873"/>
                  </a:lnTo>
                  <a:lnTo>
                    <a:pt x="1521080" y="1195422"/>
                  </a:lnTo>
                  <a:lnTo>
                    <a:pt x="1520385" y="1195737"/>
                  </a:lnTo>
                  <a:lnTo>
                    <a:pt x="1513951" y="1198656"/>
                  </a:lnTo>
                  <a:lnTo>
                    <a:pt x="1504560" y="1202917"/>
                  </a:lnTo>
                  <a:lnTo>
                    <a:pt x="1492909" y="1208206"/>
                  </a:lnTo>
                  <a:lnTo>
                    <a:pt x="1481606" y="1213340"/>
                  </a:lnTo>
                  <a:lnTo>
                    <a:pt x="1477084" y="1215394"/>
                  </a:lnTo>
                  <a:lnTo>
                    <a:pt x="1476389" y="1215710"/>
                  </a:lnTo>
                  <a:lnTo>
                    <a:pt x="1462651" y="1221953"/>
                  </a:lnTo>
                  <a:lnTo>
                    <a:pt x="1456043" y="1224957"/>
                  </a:lnTo>
                  <a:lnTo>
                    <a:pt x="1455869" y="1225036"/>
                  </a:lnTo>
                  <a:lnTo>
                    <a:pt x="1423002" y="1239989"/>
                  </a:lnTo>
                  <a:lnTo>
                    <a:pt x="1419872" y="1241414"/>
                  </a:lnTo>
                  <a:lnTo>
                    <a:pt x="1413612" y="1244265"/>
                  </a:lnTo>
                  <a:lnTo>
                    <a:pt x="1408395" y="1246641"/>
                  </a:lnTo>
                  <a:lnTo>
                    <a:pt x="1404047" y="1248621"/>
                  </a:lnTo>
                  <a:lnTo>
                    <a:pt x="1393961" y="1253217"/>
                  </a:lnTo>
                  <a:lnTo>
                    <a:pt x="1391179" y="1254485"/>
                  </a:lnTo>
                  <a:lnTo>
                    <a:pt x="1377789" y="1260589"/>
                  </a:lnTo>
                  <a:lnTo>
                    <a:pt x="1377441" y="1260748"/>
                  </a:lnTo>
                  <a:lnTo>
                    <a:pt x="1374311" y="1262175"/>
                  </a:lnTo>
                  <a:lnTo>
                    <a:pt x="1364399" y="1266696"/>
                  </a:lnTo>
                  <a:lnTo>
                    <a:pt x="1355008" y="1270981"/>
                  </a:lnTo>
                  <a:lnTo>
                    <a:pt x="1347183" y="1274553"/>
                  </a:lnTo>
                  <a:lnTo>
                    <a:pt x="1346487" y="1274870"/>
                  </a:lnTo>
                  <a:lnTo>
                    <a:pt x="1340053" y="1277808"/>
                  </a:lnTo>
                  <a:lnTo>
                    <a:pt x="1330663" y="1282096"/>
                  </a:lnTo>
                  <a:lnTo>
                    <a:pt x="1319012" y="1287419"/>
                  </a:lnTo>
                  <a:lnTo>
                    <a:pt x="1307708" y="1292585"/>
                  </a:lnTo>
                  <a:lnTo>
                    <a:pt x="1303187" y="1294652"/>
                  </a:lnTo>
                  <a:lnTo>
                    <a:pt x="1302491" y="1294970"/>
                  </a:lnTo>
                  <a:lnTo>
                    <a:pt x="1288753" y="1301253"/>
                  </a:lnTo>
                  <a:lnTo>
                    <a:pt x="1282145" y="1304276"/>
                  </a:lnTo>
                  <a:lnTo>
                    <a:pt x="1281971" y="1304355"/>
                  </a:lnTo>
                  <a:lnTo>
                    <a:pt x="1249105" y="1319401"/>
                  </a:lnTo>
                  <a:lnTo>
                    <a:pt x="1245975" y="1320835"/>
                  </a:lnTo>
                  <a:lnTo>
                    <a:pt x="1239714" y="1323703"/>
                  </a:lnTo>
                  <a:lnTo>
                    <a:pt x="1234497" y="1326093"/>
                  </a:lnTo>
                  <a:lnTo>
                    <a:pt x="1230150" y="1328086"/>
                  </a:lnTo>
                  <a:lnTo>
                    <a:pt x="1220064" y="1332709"/>
                  </a:lnTo>
                  <a:lnTo>
                    <a:pt x="1217282" y="1333985"/>
                  </a:lnTo>
                  <a:lnTo>
                    <a:pt x="1203892" y="1340126"/>
                  </a:lnTo>
                  <a:lnTo>
                    <a:pt x="1203544" y="1340286"/>
                  </a:lnTo>
                  <a:lnTo>
                    <a:pt x="1200414" y="1341722"/>
                  </a:lnTo>
                  <a:lnTo>
                    <a:pt x="1190501" y="1346270"/>
                  </a:lnTo>
                  <a:lnTo>
                    <a:pt x="1181111" y="1350580"/>
                  </a:lnTo>
                  <a:lnTo>
                    <a:pt x="1173286" y="1354173"/>
                  </a:lnTo>
                  <a:lnTo>
                    <a:pt x="1172590" y="1354492"/>
                  </a:lnTo>
                  <a:lnTo>
                    <a:pt x="1166156" y="1357447"/>
                  </a:lnTo>
                  <a:lnTo>
                    <a:pt x="1156765" y="1361761"/>
                  </a:lnTo>
                  <a:lnTo>
                    <a:pt x="1145114" y="1367115"/>
                  </a:lnTo>
                  <a:lnTo>
                    <a:pt x="1133811" y="1372311"/>
                  </a:lnTo>
                  <a:lnTo>
                    <a:pt x="1129290" y="1374390"/>
                  </a:lnTo>
                  <a:lnTo>
                    <a:pt x="1128594" y="1374710"/>
                  </a:lnTo>
                  <a:lnTo>
                    <a:pt x="1114856" y="1381028"/>
                  </a:lnTo>
                  <a:lnTo>
                    <a:pt x="1108248" y="1384069"/>
                  </a:lnTo>
                  <a:lnTo>
                    <a:pt x="1108074" y="1384149"/>
                  </a:lnTo>
                  <a:lnTo>
                    <a:pt x="1075207" y="1399280"/>
                  </a:lnTo>
                  <a:lnTo>
                    <a:pt x="1072077" y="1400722"/>
                  </a:lnTo>
                  <a:lnTo>
                    <a:pt x="1065817" y="1403606"/>
                  </a:lnTo>
                  <a:lnTo>
                    <a:pt x="1060600" y="1406010"/>
                  </a:lnTo>
                  <a:lnTo>
                    <a:pt x="1056253" y="1408013"/>
                  </a:lnTo>
                  <a:lnTo>
                    <a:pt x="1046167" y="1412662"/>
                  </a:lnTo>
                  <a:lnTo>
                    <a:pt x="1043384" y="1413945"/>
                  </a:lnTo>
                  <a:lnTo>
                    <a:pt x="1029994" y="1420120"/>
                  </a:lnTo>
                  <a:lnTo>
                    <a:pt x="1029646" y="1420280"/>
                  </a:lnTo>
                  <a:lnTo>
                    <a:pt x="1026516" y="1421724"/>
                  </a:lnTo>
                  <a:lnTo>
                    <a:pt x="1016604" y="1426297"/>
                  </a:lnTo>
                  <a:lnTo>
                    <a:pt x="1007214" y="1430631"/>
                  </a:lnTo>
                  <a:lnTo>
                    <a:pt x="999388" y="1434243"/>
                  </a:lnTo>
                  <a:lnTo>
                    <a:pt x="998693" y="1434564"/>
                  </a:lnTo>
                  <a:lnTo>
                    <a:pt x="992258" y="1437535"/>
                  </a:lnTo>
                  <a:lnTo>
                    <a:pt x="982868" y="1441872"/>
                  </a:lnTo>
                  <a:lnTo>
                    <a:pt x="971217" y="1447254"/>
                  </a:lnTo>
                  <a:lnTo>
                    <a:pt x="959913" y="1452478"/>
                  </a:lnTo>
                  <a:lnTo>
                    <a:pt x="955392" y="1454568"/>
                  </a:lnTo>
                  <a:lnTo>
                    <a:pt x="954696" y="1454889"/>
                  </a:lnTo>
                  <a:lnTo>
                    <a:pt x="940959" y="1461241"/>
                  </a:lnTo>
                  <a:lnTo>
                    <a:pt x="934350" y="1464297"/>
                  </a:lnTo>
                  <a:lnTo>
                    <a:pt x="934177" y="1464378"/>
                  </a:lnTo>
                  <a:lnTo>
                    <a:pt x="901310" y="1479587"/>
                  </a:lnTo>
                  <a:lnTo>
                    <a:pt x="898180" y="1481036"/>
                  </a:lnTo>
                  <a:lnTo>
                    <a:pt x="891920" y="1483935"/>
                  </a:lnTo>
                  <a:lnTo>
                    <a:pt x="886703" y="1486351"/>
                  </a:lnTo>
                  <a:lnTo>
                    <a:pt x="882355" y="1488365"/>
                  </a:lnTo>
                  <a:lnTo>
                    <a:pt x="872269" y="1493038"/>
                  </a:lnTo>
                  <a:lnTo>
                    <a:pt x="869487" y="1494327"/>
                  </a:lnTo>
                  <a:lnTo>
                    <a:pt x="856097" y="1500533"/>
                  </a:lnTo>
                  <a:lnTo>
                    <a:pt x="855749" y="1500694"/>
                  </a:lnTo>
                  <a:lnTo>
                    <a:pt x="852619" y="1502145"/>
                  </a:lnTo>
                  <a:lnTo>
                    <a:pt x="842707" y="1506741"/>
                  </a:lnTo>
                  <a:lnTo>
                    <a:pt x="833316" y="1511096"/>
                  </a:lnTo>
                  <a:lnTo>
                    <a:pt x="824795" y="1515048"/>
                  </a:lnTo>
                  <a:lnTo>
                    <a:pt x="818361" y="1518034"/>
                  </a:lnTo>
                  <a:lnTo>
                    <a:pt x="797319" y="1527800"/>
                  </a:lnTo>
                  <a:lnTo>
                    <a:pt x="786016" y="1533049"/>
                  </a:lnTo>
                  <a:lnTo>
                    <a:pt x="781495" y="1535149"/>
                  </a:lnTo>
                  <a:lnTo>
                    <a:pt x="780799" y="1535472"/>
                  </a:lnTo>
                  <a:lnTo>
                    <a:pt x="767061" y="1541854"/>
                  </a:lnTo>
                  <a:lnTo>
                    <a:pt x="760453" y="1544924"/>
                  </a:lnTo>
                  <a:lnTo>
                    <a:pt x="760279" y="1545005"/>
                  </a:lnTo>
                  <a:lnTo>
                    <a:pt x="727413" y="1560285"/>
                  </a:lnTo>
                  <a:lnTo>
                    <a:pt x="724282" y="1561741"/>
                  </a:lnTo>
                  <a:lnTo>
                    <a:pt x="718022" y="1564653"/>
                  </a:lnTo>
                  <a:lnTo>
                    <a:pt x="712805" y="1567081"/>
                  </a:lnTo>
                  <a:lnTo>
                    <a:pt x="708458" y="1569103"/>
                  </a:lnTo>
                  <a:lnTo>
                    <a:pt x="698372" y="1573797"/>
                  </a:lnTo>
                  <a:lnTo>
                    <a:pt x="695589" y="1575092"/>
                  </a:lnTo>
                  <a:lnTo>
                    <a:pt x="682199" y="1581326"/>
                  </a:lnTo>
                  <a:lnTo>
                    <a:pt x="681851" y="1581488"/>
                  </a:lnTo>
                  <a:lnTo>
                    <a:pt x="678721" y="1582946"/>
                  </a:lnTo>
                  <a:lnTo>
                    <a:pt x="668809" y="1587562"/>
                  </a:lnTo>
                  <a:lnTo>
                    <a:pt x="659419" y="1591937"/>
                  </a:lnTo>
                  <a:lnTo>
                    <a:pt x="651593" y="1595583"/>
                  </a:lnTo>
                  <a:lnTo>
                    <a:pt x="650898" y="1595907"/>
                  </a:lnTo>
                  <a:lnTo>
                    <a:pt x="644463" y="1598905"/>
                  </a:lnTo>
                  <a:lnTo>
                    <a:pt x="635073" y="1603282"/>
                  </a:lnTo>
                  <a:lnTo>
                    <a:pt x="623422" y="1608714"/>
                  </a:lnTo>
                  <a:lnTo>
                    <a:pt x="612119" y="1613986"/>
                  </a:lnTo>
                  <a:lnTo>
                    <a:pt x="607597" y="1616095"/>
                  </a:lnTo>
                  <a:lnTo>
                    <a:pt x="606902" y="1616419"/>
                  </a:lnTo>
                  <a:lnTo>
                    <a:pt x="593164" y="1622828"/>
                  </a:lnTo>
                  <a:lnTo>
                    <a:pt x="586556" y="1625912"/>
                  </a:lnTo>
                  <a:lnTo>
                    <a:pt x="586382" y="1625993"/>
                  </a:lnTo>
                  <a:lnTo>
                    <a:pt x="553515" y="1641338"/>
                  </a:lnTo>
                  <a:lnTo>
                    <a:pt x="550385" y="1642800"/>
                  </a:lnTo>
                  <a:lnTo>
                    <a:pt x="544125" y="1645724"/>
                  </a:lnTo>
                  <a:lnTo>
                    <a:pt x="538908" y="1648161"/>
                  </a:lnTo>
                  <a:lnTo>
                    <a:pt x="534560" y="1650192"/>
                  </a:lnTo>
                  <a:lnTo>
                    <a:pt x="524474" y="1654906"/>
                  </a:lnTo>
                  <a:lnTo>
                    <a:pt x="521692" y="1656206"/>
                  </a:lnTo>
                  <a:lnTo>
                    <a:pt x="508302" y="1662465"/>
                  </a:lnTo>
                  <a:lnTo>
                    <a:pt x="507954" y="1662628"/>
                  </a:lnTo>
                  <a:lnTo>
                    <a:pt x="504824" y="1664091"/>
                  </a:lnTo>
                  <a:lnTo>
                    <a:pt x="494912" y="1668726"/>
                  </a:lnTo>
                  <a:lnTo>
                    <a:pt x="485521" y="1673118"/>
                  </a:lnTo>
                  <a:lnTo>
                    <a:pt x="477696" y="1676779"/>
                  </a:lnTo>
                  <a:lnTo>
                    <a:pt x="477000" y="1677104"/>
                  </a:lnTo>
                  <a:lnTo>
                    <a:pt x="470566" y="1680115"/>
                  </a:lnTo>
                  <a:lnTo>
                    <a:pt x="461176" y="1684509"/>
                  </a:lnTo>
                  <a:lnTo>
                    <a:pt x="449524" y="1689962"/>
                  </a:lnTo>
                  <a:lnTo>
                    <a:pt x="438221" y="1695254"/>
                  </a:lnTo>
                  <a:lnTo>
                    <a:pt x="433700" y="1697371"/>
                  </a:lnTo>
                  <a:lnTo>
                    <a:pt x="433004" y="1697697"/>
                  </a:lnTo>
                  <a:lnTo>
                    <a:pt x="419266" y="1704131"/>
                  </a:lnTo>
                  <a:lnTo>
                    <a:pt x="412658" y="1707226"/>
                  </a:lnTo>
                  <a:lnTo>
                    <a:pt x="412484" y="1707308"/>
                  </a:lnTo>
                  <a:lnTo>
                    <a:pt x="379618" y="1722710"/>
                  </a:lnTo>
                  <a:lnTo>
                    <a:pt x="376487" y="1724178"/>
                  </a:lnTo>
                  <a:lnTo>
                    <a:pt x="370227" y="1727113"/>
                  </a:lnTo>
                  <a:lnTo>
                    <a:pt x="365010" y="1729559"/>
                  </a:lnTo>
                  <a:lnTo>
                    <a:pt x="360663" y="1731598"/>
                  </a:lnTo>
                  <a:lnTo>
                    <a:pt x="350577" y="1736328"/>
                  </a:lnTo>
                  <a:lnTo>
                    <a:pt x="347794" y="1737634"/>
                  </a:lnTo>
                  <a:lnTo>
                    <a:pt x="334404" y="1743916"/>
                  </a:lnTo>
                  <a:lnTo>
                    <a:pt x="334056" y="1744079"/>
                  </a:lnTo>
                  <a:lnTo>
                    <a:pt x="330926" y="1745548"/>
                  </a:lnTo>
                  <a:lnTo>
                    <a:pt x="311624" y="1754607"/>
                  </a:lnTo>
                  <a:lnTo>
                    <a:pt x="303798" y="1758281"/>
                  </a:lnTo>
                  <a:lnTo>
                    <a:pt x="287278" y="1766038"/>
                  </a:lnTo>
                  <a:lnTo>
                    <a:pt x="275627" y="1771511"/>
                  </a:lnTo>
                  <a:lnTo>
                    <a:pt x="264324" y="1776821"/>
                  </a:lnTo>
                  <a:lnTo>
                    <a:pt x="259107" y="1779273"/>
                  </a:lnTo>
                  <a:lnTo>
                    <a:pt x="245369" y="1785729"/>
                  </a:lnTo>
                  <a:lnTo>
                    <a:pt x="205720" y="1804371"/>
                  </a:lnTo>
                  <a:lnTo>
                    <a:pt x="196330" y="1808789"/>
                  </a:lnTo>
                  <a:lnTo>
                    <a:pt x="191113" y="1811243"/>
                  </a:lnTo>
                  <a:lnTo>
                    <a:pt x="173897" y="1819344"/>
                  </a:lnTo>
                  <a:lnTo>
                    <a:pt x="129901" y="1840058"/>
                  </a:lnTo>
                  <a:lnTo>
                    <a:pt x="113381" y="1847840"/>
                  </a:lnTo>
                  <a:lnTo>
                    <a:pt x="85209" y="1861116"/>
                  </a:lnTo>
                  <a:lnTo>
                    <a:pt x="64863" y="1870708"/>
                  </a:lnTo>
                  <a:lnTo>
                    <a:pt x="28693" y="1887769"/>
                  </a:lnTo>
                  <a:lnTo>
                    <a:pt x="0" y="190130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" name="pg9"/>
            <p:cNvSpPr/>
            <p:nvPr/>
          </p:nvSpPr>
          <p:spPr>
            <a:xfrm>
              <a:off x="3377239" y="2765655"/>
              <a:ext cx="4320655" cy="2022881"/>
            </a:xfrm>
            <a:custGeom>
              <a:avLst/>
              <a:pathLst>
                <a:path w="4320655" h="2022881">
                  <a:moveTo>
                    <a:pt x="0" y="1625057"/>
                  </a:moveTo>
                  <a:lnTo>
                    <a:pt x="28693" y="1615492"/>
                  </a:lnTo>
                  <a:lnTo>
                    <a:pt x="64863" y="1603427"/>
                  </a:lnTo>
                  <a:lnTo>
                    <a:pt x="85209" y="1596638"/>
                  </a:lnTo>
                  <a:lnTo>
                    <a:pt x="113381" y="1587234"/>
                  </a:lnTo>
                  <a:lnTo>
                    <a:pt x="129901" y="1581717"/>
                  </a:lnTo>
                  <a:lnTo>
                    <a:pt x="173897" y="1567016"/>
                  </a:lnTo>
                  <a:lnTo>
                    <a:pt x="191113" y="1561261"/>
                  </a:lnTo>
                  <a:lnTo>
                    <a:pt x="196330" y="1559516"/>
                  </a:lnTo>
                  <a:lnTo>
                    <a:pt x="205720" y="1556376"/>
                  </a:lnTo>
                  <a:lnTo>
                    <a:pt x="245369" y="1543110"/>
                  </a:lnTo>
                  <a:lnTo>
                    <a:pt x="259107" y="1538511"/>
                  </a:lnTo>
                  <a:lnTo>
                    <a:pt x="264324" y="1536764"/>
                  </a:lnTo>
                  <a:lnTo>
                    <a:pt x="275627" y="1532979"/>
                  </a:lnTo>
                  <a:lnTo>
                    <a:pt x="287278" y="1529076"/>
                  </a:lnTo>
                  <a:lnTo>
                    <a:pt x="303798" y="1523541"/>
                  </a:lnTo>
                  <a:lnTo>
                    <a:pt x="311624" y="1520919"/>
                  </a:lnTo>
                  <a:lnTo>
                    <a:pt x="330926" y="1514448"/>
                  </a:lnTo>
                  <a:lnTo>
                    <a:pt x="334056" y="1513399"/>
                  </a:lnTo>
                  <a:lnTo>
                    <a:pt x="334404" y="1513282"/>
                  </a:lnTo>
                  <a:lnTo>
                    <a:pt x="347794" y="1508792"/>
                  </a:lnTo>
                  <a:lnTo>
                    <a:pt x="350577" y="1507858"/>
                  </a:lnTo>
                  <a:lnTo>
                    <a:pt x="360663" y="1504475"/>
                  </a:lnTo>
                  <a:lnTo>
                    <a:pt x="365010" y="1503016"/>
                  </a:lnTo>
                  <a:lnTo>
                    <a:pt x="370227" y="1501266"/>
                  </a:lnTo>
                  <a:lnTo>
                    <a:pt x="376487" y="1499165"/>
                  </a:lnTo>
                  <a:lnTo>
                    <a:pt x="379618" y="1498114"/>
                  </a:lnTo>
                  <a:lnTo>
                    <a:pt x="412484" y="1487079"/>
                  </a:lnTo>
                  <a:lnTo>
                    <a:pt x="412658" y="1487021"/>
                  </a:lnTo>
                  <a:lnTo>
                    <a:pt x="419266" y="1484801"/>
                  </a:lnTo>
                  <a:lnTo>
                    <a:pt x="433004" y="1480186"/>
                  </a:lnTo>
                  <a:lnTo>
                    <a:pt x="433700" y="1479952"/>
                  </a:lnTo>
                  <a:lnTo>
                    <a:pt x="438221" y="1478432"/>
                  </a:lnTo>
                  <a:lnTo>
                    <a:pt x="449524" y="1474633"/>
                  </a:lnTo>
                  <a:lnTo>
                    <a:pt x="461176" y="1470716"/>
                  </a:lnTo>
                  <a:lnTo>
                    <a:pt x="470566" y="1467558"/>
                  </a:lnTo>
                  <a:lnTo>
                    <a:pt x="477000" y="1465394"/>
                  </a:lnTo>
                  <a:lnTo>
                    <a:pt x="477696" y="1465160"/>
                  </a:lnTo>
                  <a:lnTo>
                    <a:pt x="485521" y="1462528"/>
                  </a:lnTo>
                  <a:lnTo>
                    <a:pt x="494912" y="1459368"/>
                  </a:lnTo>
                  <a:lnTo>
                    <a:pt x="504824" y="1456032"/>
                  </a:lnTo>
                  <a:lnTo>
                    <a:pt x="507954" y="1454978"/>
                  </a:lnTo>
                  <a:lnTo>
                    <a:pt x="508302" y="1454861"/>
                  </a:lnTo>
                  <a:lnTo>
                    <a:pt x="521692" y="1450353"/>
                  </a:lnTo>
                  <a:lnTo>
                    <a:pt x="524474" y="1449416"/>
                  </a:lnTo>
                  <a:lnTo>
                    <a:pt x="534560" y="1446019"/>
                  </a:lnTo>
                  <a:lnTo>
                    <a:pt x="538908" y="1444555"/>
                  </a:lnTo>
                  <a:lnTo>
                    <a:pt x="544125" y="1442797"/>
                  </a:lnTo>
                  <a:lnTo>
                    <a:pt x="550385" y="1440688"/>
                  </a:lnTo>
                  <a:lnTo>
                    <a:pt x="553515" y="1439633"/>
                  </a:lnTo>
                  <a:lnTo>
                    <a:pt x="586382" y="1428552"/>
                  </a:lnTo>
                  <a:lnTo>
                    <a:pt x="586556" y="1428494"/>
                  </a:lnTo>
                  <a:lnTo>
                    <a:pt x="593164" y="1426265"/>
                  </a:lnTo>
                  <a:lnTo>
                    <a:pt x="606902" y="1421629"/>
                  </a:lnTo>
                  <a:lnTo>
                    <a:pt x="607597" y="1421395"/>
                  </a:lnTo>
                  <a:lnTo>
                    <a:pt x="612119" y="1419869"/>
                  </a:lnTo>
                  <a:lnTo>
                    <a:pt x="623422" y="1416053"/>
                  </a:lnTo>
                  <a:lnTo>
                    <a:pt x="635073" y="1412119"/>
                  </a:lnTo>
                  <a:lnTo>
                    <a:pt x="644463" y="1408947"/>
                  </a:lnTo>
                  <a:lnTo>
                    <a:pt x="650898" y="1406773"/>
                  </a:lnTo>
                  <a:lnTo>
                    <a:pt x="651593" y="1406538"/>
                  </a:lnTo>
                  <a:lnTo>
                    <a:pt x="659419" y="1403894"/>
                  </a:lnTo>
                  <a:lnTo>
                    <a:pt x="668809" y="1400720"/>
                  </a:lnTo>
                  <a:lnTo>
                    <a:pt x="678721" y="1397369"/>
                  </a:lnTo>
                  <a:lnTo>
                    <a:pt x="681851" y="1396311"/>
                  </a:lnTo>
                  <a:lnTo>
                    <a:pt x="682199" y="1396193"/>
                  </a:lnTo>
                  <a:lnTo>
                    <a:pt x="695589" y="1391664"/>
                  </a:lnTo>
                  <a:lnTo>
                    <a:pt x="698372" y="1390723"/>
                  </a:lnTo>
                  <a:lnTo>
                    <a:pt x="708458" y="1387310"/>
                  </a:lnTo>
                  <a:lnTo>
                    <a:pt x="712805" y="1385839"/>
                  </a:lnTo>
                  <a:lnTo>
                    <a:pt x="718022" y="1384073"/>
                  </a:lnTo>
                  <a:lnTo>
                    <a:pt x="724282" y="1381953"/>
                  </a:lnTo>
                  <a:lnTo>
                    <a:pt x="727413" y="1380894"/>
                  </a:lnTo>
                  <a:lnTo>
                    <a:pt x="760279" y="1369759"/>
                  </a:lnTo>
                  <a:lnTo>
                    <a:pt x="760453" y="1369700"/>
                  </a:lnTo>
                  <a:lnTo>
                    <a:pt x="767061" y="1367461"/>
                  </a:lnTo>
                  <a:lnTo>
                    <a:pt x="780799" y="1362802"/>
                  </a:lnTo>
                  <a:lnTo>
                    <a:pt x="781495" y="1362566"/>
                  </a:lnTo>
                  <a:lnTo>
                    <a:pt x="786016" y="1361033"/>
                  </a:lnTo>
                  <a:lnTo>
                    <a:pt x="797319" y="1357198"/>
                  </a:lnTo>
                  <a:lnTo>
                    <a:pt x="818361" y="1350056"/>
                  </a:lnTo>
                  <a:lnTo>
                    <a:pt x="824795" y="1347871"/>
                  </a:lnTo>
                  <a:lnTo>
                    <a:pt x="833316" y="1344976"/>
                  </a:lnTo>
                  <a:lnTo>
                    <a:pt x="842707" y="1341786"/>
                  </a:lnTo>
                  <a:lnTo>
                    <a:pt x="852619" y="1338417"/>
                  </a:lnTo>
                  <a:lnTo>
                    <a:pt x="855749" y="1337353"/>
                  </a:lnTo>
                  <a:lnTo>
                    <a:pt x="856097" y="1337235"/>
                  </a:lnTo>
                  <a:lnTo>
                    <a:pt x="869487" y="1332681"/>
                  </a:lnTo>
                  <a:lnTo>
                    <a:pt x="872269" y="1331735"/>
                  </a:lnTo>
                  <a:lnTo>
                    <a:pt x="882355" y="1328304"/>
                  </a:lnTo>
                  <a:lnTo>
                    <a:pt x="886703" y="1326824"/>
                  </a:lnTo>
                  <a:lnTo>
                    <a:pt x="891920" y="1325049"/>
                  </a:lnTo>
                  <a:lnTo>
                    <a:pt x="898180" y="1322917"/>
                  </a:lnTo>
                  <a:lnTo>
                    <a:pt x="901310" y="1321852"/>
                  </a:lnTo>
                  <a:lnTo>
                    <a:pt x="934177" y="1310655"/>
                  </a:lnTo>
                  <a:lnTo>
                    <a:pt x="934350" y="1310595"/>
                  </a:lnTo>
                  <a:lnTo>
                    <a:pt x="940959" y="1308342"/>
                  </a:lnTo>
                  <a:lnTo>
                    <a:pt x="954696" y="1303657"/>
                  </a:lnTo>
                  <a:lnTo>
                    <a:pt x="955392" y="1303420"/>
                  </a:lnTo>
                  <a:lnTo>
                    <a:pt x="959913" y="1301877"/>
                  </a:lnTo>
                  <a:lnTo>
                    <a:pt x="971217" y="1298020"/>
                  </a:lnTo>
                  <a:lnTo>
                    <a:pt x="982868" y="1294042"/>
                  </a:lnTo>
                  <a:lnTo>
                    <a:pt x="992258" y="1290835"/>
                  </a:lnTo>
                  <a:lnTo>
                    <a:pt x="998693" y="1288636"/>
                  </a:lnTo>
                  <a:lnTo>
                    <a:pt x="999388" y="1288399"/>
                  </a:lnTo>
                  <a:lnTo>
                    <a:pt x="1007214" y="1285724"/>
                  </a:lnTo>
                  <a:lnTo>
                    <a:pt x="1016604" y="1282514"/>
                  </a:lnTo>
                  <a:lnTo>
                    <a:pt x="1026516" y="1279124"/>
                  </a:lnTo>
                  <a:lnTo>
                    <a:pt x="1029646" y="1278054"/>
                  </a:lnTo>
                  <a:lnTo>
                    <a:pt x="1029994" y="1277935"/>
                  </a:lnTo>
                  <a:lnTo>
                    <a:pt x="1043384" y="1273353"/>
                  </a:lnTo>
                  <a:lnTo>
                    <a:pt x="1046167" y="1272400"/>
                  </a:lnTo>
                  <a:lnTo>
                    <a:pt x="1056253" y="1268947"/>
                  </a:lnTo>
                  <a:lnTo>
                    <a:pt x="1060600" y="1267458"/>
                  </a:lnTo>
                  <a:lnTo>
                    <a:pt x="1065817" y="1265671"/>
                  </a:lnTo>
                  <a:lnTo>
                    <a:pt x="1072077" y="1263526"/>
                  </a:lnTo>
                  <a:lnTo>
                    <a:pt x="1075207" y="1262453"/>
                  </a:lnTo>
                  <a:lnTo>
                    <a:pt x="1108074" y="1251182"/>
                  </a:lnTo>
                  <a:lnTo>
                    <a:pt x="1108248" y="1251122"/>
                  </a:lnTo>
                  <a:lnTo>
                    <a:pt x="1114856" y="1248854"/>
                  </a:lnTo>
                  <a:lnTo>
                    <a:pt x="1128594" y="1244137"/>
                  </a:lnTo>
                  <a:lnTo>
                    <a:pt x="1129290" y="1243898"/>
                  </a:lnTo>
                  <a:lnTo>
                    <a:pt x="1133811" y="1242345"/>
                  </a:lnTo>
                  <a:lnTo>
                    <a:pt x="1145114" y="1238460"/>
                  </a:lnTo>
                  <a:lnTo>
                    <a:pt x="1156765" y="1234455"/>
                  </a:lnTo>
                  <a:lnTo>
                    <a:pt x="1166156" y="1231225"/>
                  </a:lnTo>
                  <a:lnTo>
                    <a:pt x="1172590" y="1229011"/>
                  </a:lnTo>
                  <a:lnTo>
                    <a:pt x="1173286" y="1228771"/>
                  </a:lnTo>
                  <a:lnTo>
                    <a:pt x="1181111" y="1226078"/>
                  </a:lnTo>
                  <a:lnTo>
                    <a:pt x="1190501" y="1222844"/>
                  </a:lnTo>
                  <a:lnTo>
                    <a:pt x="1200414" y="1219430"/>
                  </a:lnTo>
                  <a:lnTo>
                    <a:pt x="1203544" y="1218351"/>
                  </a:lnTo>
                  <a:lnTo>
                    <a:pt x="1203892" y="1218231"/>
                  </a:lnTo>
                  <a:lnTo>
                    <a:pt x="1217282" y="1213615"/>
                  </a:lnTo>
                  <a:lnTo>
                    <a:pt x="1220064" y="1212656"/>
                  </a:lnTo>
                  <a:lnTo>
                    <a:pt x="1230150" y="1209177"/>
                  </a:lnTo>
                  <a:lnTo>
                    <a:pt x="1234497" y="1207677"/>
                  </a:lnTo>
                  <a:lnTo>
                    <a:pt x="1239714" y="1205876"/>
                  </a:lnTo>
                  <a:lnTo>
                    <a:pt x="1245975" y="1203715"/>
                  </a:lnTo>
                  <a:lnTo>
                    <a:pt x="1249105" y="1202634"/>
                  </a:lnTo>
                  <a:lnTo>
                    <a:pt x="1281971" y="1191275"/>
                  </a:lnTo>
                  <a:lnTo>
                    <a:pt x="1282145" y="1191214"/>
                  </a:lnTo>
                  <a:lnTo>
                    <a:pt x="1288753" y="1188928"/>
                  </a:lnTo>
                  <a:lnTo>
                    <a:pt x="1302491" y="1184173"/>
                  </a:lnTo>
                  <a:lnTo>
                    <a:pt x="1303187" y="1183933"/>
                  </a:lnTo>
                  <a:lnTo>
                    <a:pt x="1307708" y="1182367"/>
                  </a:lnTo>
                  <a:lnTo>
                    <a:pt x="1319012" y="1178451"/>
                  </a:lnTo>
                  <a:lnTo>
                    <a:pt x="1330663" y="1174412"/>
                  </a:lnTo>
                  <a:lnTo>
                    <a:pt x="1340053" y="1171156"/>
                  </a:lnTo>
                  <a:lnTo>
                    <a:pt x="1346487" y="1168923"/>
                  </a:lnTo>
                  <a:lnTo>
                    <a:pt x="1347183" y="1168682"/>
                  </a:lnTo>
                  <a:lnTo>
                    <a:pt x="1355008" y="1165966"/>
                  </a:lnTo>
                  <a:lnTo>
                    <a:pt x="1364399" y="1162705"/>
                  </a:lnTo>
                  <a:lnTo>
                    <a:pt x="1374311" y="1159261"/>
                  </a:lnTo>
                  <a:lnTo>
                    <a:pt x="1377441" y="1158173"/>
                  </a:lnTo>
                  <a:lnTo>
                    <a:pt x="1377789" y="1158052"/>
                  </a:lnTo>
                  <a:lnTo>
                    <a:pt x="1391179" y="1153396"/>
                  </a:lnTo>
                  <a:lnTo>
                    <a:pt x="1393961" y="1152428"/>
                  </a:lnTo>
                  <a:lnTo>
                    <a:pt x="1404047" y="1148919"/>
                  </a:lnTo>
                  <a:lnTo>
                    <a:pt x="1408395" y="1147405"/>
                  </a:lnTo>
                  <a:lnTo>
                    <a:pt x="1413612" y="1145589"/>
                  </a:lnTo>
                  <a:lnTo>
                    <a:pt x="1419872" y="1143408"/>
                  </a:lnTo>
                  <a:lnTo>
                    <a:pt x="1423002" y="1142317"/>
                  </a:lnTo>
                  <a:lnTo>
                    <a:pt x="1455869" y="1130855"/>
                  </a:lnTo>
                  <a:lnTo>
                    <a:pt x="1456043" y="1130794"/>
                  </a:lnTo>
                  <a:lnTo>
                    <a:pt x="1462651" y="1128487"/>
                  </a:lnTo>
                  <a:lnTo>
                    <a:pt x="1476389" y="1123687"/>
                  </a:lnTo>
                  <a:lnTo>
                    <a:pt x="1477084" y="1123444"/>
                  </a:lnTo>
                  <a:lnTo>
                    <a:pt x="1481606" y="1121864"/>
                  </a:lnTo>
                  <a:lnTo>
                    <a:pt x="1492909" y="1117911"/>
                  </a:lnTo>
                  <a:lnTo>
                    <a:pt x="1504560" y="1113833"/>
                  </a:lnTo>
                  <a:lnTo>
                    <a:pt x="1513951" y="1110545"/>
                  </a:lnTo>
                  <a:lnTo>
                    <a:pt x="1520385" y="1108291"/>
                  </a:lnTo>
                  <a:lnTo>
                    <a:pt x="1521080" y="1108047"/>
                  </a:lnTo>
                  <a:lnTo>
                    <a:pt x="1528906" y="1105304"/>
                  </a:lnTo>
                  <a:lnTo>
                    <a:pt x="1538296" y="1102011"/>
                  </a:lnTo>
                  <a:lnTo>
                    <a:pt x="1548208" y="1098533"/>
                  </a:lnTo>
                  <a:lnTo>
                    <a:pt x="1551339" y="1097434"/>
                  </a:lnTo>
                  <a:lnTo>
                    <a:pt x="1551686" y="1097312"/>
                  </a:lnTo>
                  <a:lnTo>
                    <a:pt x="1565077" y="1092609"/>
                  </a:lnTo>
                  <a:lnTo>
                    <a:pt x="1567859" y="1091631"/>
                  </a:lnTo>
                  <a:lnTo>
                    <a:pt x="1577945" y="1088085"/>
                  </a:lnTo>
                  <a:lnTo>
                    <a:pt x="1582292" y="1086556"/>
                  </a:lnTo>
                  <a:lnTo>
                    <a:pt x="1587509" y="1084721"/>
                  </a:lnTo>
                  <a:lnTo>
                    <a:pt x="1593770" y="1082517"/>
                  </a:lnTo>
                  <a:lnTo>
                    <a:pt x="1596900" y="1081415"/>
                  </a:lnTo>
                  <a:lnTo>
                    <a:pt x="1629766" y="1069831"/>
                  </a:lnTo>
                  <a:lnTo>
                    <a:pt x="1629940" y="1069770"/>
                  </a:lnTo>
                  <a:lnTo>
                    <a:pt x="1636548" y="1067437"/>
                  </a:lnTo>
                  <a:lnTo>
                    <a:pt x="1650286" y="1062586"/>
                  </a:lnTo>
                  <a:lnTo>
                    <a:pt x="1650982" y="1062340"/>
                  </a:lnTo>
                  <a:lnTo>
                    <a:pt x="1655503" y="1060742"/>
                  </a:lnTo>
                  <a:lnTo>
                    <a:pt x="1666807" y="1056745"/>
                  </a:lnTo>
                  <a:lnTo>
                    <a:pt x="1678458" y="1052622"/>
                  </a:lnTo>
                  <a:lnTo>
                    <a:pt x="1687848" y="1049297"/>
                  </a:lnTo>
                  <a:lnTo>
                    <a:pt x="1694282" y="1047017"/>
                  </a:lnTo>
                  <a:lnTo>
                    <a:pt x="1694978" y="1046771"/>
                  </a:lnTo>
                  <a:lnTo>
                    <a:pt x="1702803" y="1043996"/>
                  </a:lnTo>
                  <a:lnTo>
                    <a:pt x="1712194" y="1040665"/>
                  </a:lnTo>
                  <a:lnTo>
                    <a:pt x="1725236" y="1036035"/>
                  </a:lnTo>
                  <a:lnTo>
                    <a:pt x="1725584" y="1035912"/>
                  </a:lnTo>
                  <a:lnTo>
                    <a:pt x="1738974" y="1031154"/>
                  </a:lnTo>
                  <a:lnTo>
                    <a:pt x="1741756" y="1030164"/>
                  </a:lnTo>
                  <a:lnTo>
                    <a:pt x="1751842" y="1026576"/>
                  </a:lnTo>
                  <a:lnTo>
                    <a:pt x="1756190" y="1025029"/>
                  </a:lnTo>
                  <a:lnTo>
                    <a:pt x="1761407" y="1023172"/>
                  </a:lnTo>
                  <a:lnTo>
                    <a:pt x="1767667" y="1020942"/>
                  </a:lnTo>
                  <a:lnTo>
                    <a:pt x="1770797" y="1019826"/>
                  </a:lnTo>
                  <a:lnTo>
                    <a:pt x="1803664" y="1008100"/>
                  </a:lnTo>
                  <a:lnTo>
                    <a:pt x="1803838" y="1008038"/>
                  </a:lnTo>
                  <a:lnTo>
                    <a:pt x="1810446" y="1005677"/>
                  </a:lnTo>
                  <a:lnTo>
                    <a:pt x="1824184" y="1000764"/>
                  </a:lnTo>
                  <a:lnTo>
                    <a:pt x="1824879" y="1000515"/>
                  </a:lnTo>
                  <a:lnTo>
                    <a:pt x="1829401" y="998897"/>
                  </a:lnTo>
                  <a:lnTo>
                    <a:pt x="1840704" y="994849"/>
                  </a:lnTo>
                  <a:lnTo>
                    <a:pt x="1852355" y="990674"/>
                  </a:lnTo>
                  <a:lnTo>
                    <a:pt x="1861746" y="987305"/>
                  </a:lnTo>
                  <a:lnTo>
                    <a:pt x="1868180" y="984996"/>
                  </a:lnTo>
                  <a:lnTo>
                    <a:pt x="1868875" y="984746"/>
                  </a:lnTo>
                  <a:lnTo>
                    <a:pt x="1876701" y="981935"/>
                  </a:lnTo>
                  <a:lnTo>
                    <a:pt x="1886091" y="978560"/>
                  </a:lnTo>
                  <a:lnTo>
                    <a:pt x="1896003" y="974995"/>
                  </a:lnTo>
                  <a:lnTo>
                    <a:pt x="1899134" y="973869"/>
                  </a:lnTo>
                  <a:lnTo>
                    <a:pt x="1899481" y="973744"/>
                  </a:lnTo>
                  <a:lnTo>
                    <a:pt x="1912871" y="968921"/>
                  </a:lnTo>
                  <a:lnTo>
                    <a:pt x="1915654" y="967919"/>
                  </a:lnTo>
                  <a:lnTo>
                    <a:pt x="1925740" y="964282"/>
                  </a:lnTo>
                  <a:lnTo>
                    <a:pt x="1930087" y="962714"/>
                  </a:lnTo>
                  <a:lnTo>
                    <a:pt x="1935304" y="960831"/>
                  </a:lnTo>
                  <a:lnTo>
                    <a:pt x="1941564" y="958570"/>
                  </a:lnTo>
                  <a:lnTo>
                    <a:pt x="1944695" y="957440"/>
                  </a:lnTo>
                  <a:lnTo>
                    <a:pt x="1977561" y="945550"/>
                  </a:lnTo>
                  <a:lnTo>
                    <a:pt x="1977735" y="945487"/>
                  </a:lnTo>
                  <a:lnTo>
                    <a:pt x="1984343" y="943092"/>
                  </a:lnTo>
                  <a:lnTo>
                    <a:pt x="1998081" y="938109"/>
                  </a:lnTo>
                  <a:lnTo>
                    <a:pt x="1998777" y="937857"/>
                  </a:lnTo>
                  <a:lnTo>
                    <a:pt x="2003298" y="936215"/>
                  </a:lnTo>
                  <a:lnTo>
                    <a:pt x="2014601" y="932109"/>
                  </a:lnTo>
                  <a:lnTo>
                    <a:pt x="2026253" y="927873"/>
                  </a:lnTo>
                  <a:lnTo>
                    <a:pt x="2035643" y="924455"/>
                  </a:lnTo>
                  <a:lnTo>
                    <a:pt x="2042077" y="922111"/>
                  </a:lnTo>
                  <a:lnTo>
                    <a:pt x="2042773" y="921858"/>
                  </a:lnTo>
                  <a:lnTo>
                    <a:pt x="2050598" y="919006"/>
                  </a:lnTo>
                  <a:lnTo>
                    <a:pt x="2059989" y="915581"/>
                  </a:lnTo>
                  <a:lnTo>
                    <a:pt x="2069901" y="911962"/>
                  </a:lnTo>
                  <a:lnTo>
                    <a:pt x="2073031" y="910818"/>
                  </a:lnTo>
                  <a:lnTo>
                    <a:pt x="2073379" y="910691"/>
                  </a:lnTo>
                  <a:lnTo>
                    <a:pt x="2086769" y="905796"/>
                  </a:lnTo>
                  <a:lnTo>
                    <a:pt x="2089551" y="904778"/>
                  </a:lnTo>
                  <a:lnTo>
                    <a:pt x="2099637" y="901086"/>
                  </a:lnTo>
                  <a:lnTo>
                    <a:pt x="2103985" y="899494"/>
                  </a:lnTo>
                  <a:lnTo>
                    <a:pt x="2109202" y="897582"/>
                  </a:lnTo>
                  <a:lnTo>
                    <a:pt x="2115462" y="895287"/>
                  </a:lnTo>
                  <a:lnTo>
                    <a:pt x="2118592" y="894139"/>
                  </a:lnTo>
                  <a:lnTo>
                    <a:pt x="2151459" y="882063"/>
                  </a:lnTo>
                  <a:lnTo>
                    <a:pt x="2151633" y="881999"/>
                  </a:lnTo>
                  <a:lnTo>
                    <a:pt x="2158241" y="879566"/>
                  </a:lnTo>
                  <a:lnTo>
                    <a:pt x="2171979" y="874504"/>
                  </a:lnTo>
                  <a:lnTo>
                    <a:pt x="2172674" y="874248"/>
                  </a:lnTo>
                  <a:lnTo>
                    <a:pt x="2177196" y="872580"/>
                  </a:lnTo>
                  <a:lnTo>
                    <a:pt x="2188499" y="868408"/>
                  </a:lnTo>
                  <a:lnTo>
                    <a:pt x="2200150" y="864103"/>
                  </a:lnTo>
                  <a:lnTo>
                    <a:pt x="2209540" y="860630"/>
                  </a:lnTo>
                  <a:lnTo>
                    <a:pt x="2215975" y="858248"/>
                  </a:lnTo>
                  <a:lnTo>
                    <a:pt x="2216670" y="857990"/>
                  </a:lnTo>
                  <a:lnTo>
                    <a:pt x="2224496" y="855091"/>
                  </a:lnTo>
                  <a:lnTo>
                    <a:pt x="2233886" y="851610"/>
                  </a:lnTo>
                  <a:lnTo>
                    <a:pt x="2243798" y="847932"/>
                  </a:lnTo>
                  <a:lnTo>
                    <a:pt x="2246928" y="846769"/>
                  </a:lnTo>
                  <a:lnTo>
                    <a:pt x="2247276" y="846640"/>
                  </a:lnTo>
                  <a:lnTo>
                    <a:pt x="2260666" y="841664"/>
                  </a:lnTo>
                  <a:lnTo>
                    <a:pt x="2263449" y="840629"/>
                  </a:lnTo>
                  <a:lnTo>
                    <a:pt x="2273535" y="836875"/>
                  </a:lnTo>
                  <a:lnTo>
                    <a:pt x="2277882" y="835255"/>
                  </a:lnTo>
                  <a:lnTo>
                    <a:pt x="2283099" y="833311"/>
                  </a:lnTo>
                  <a:lnTo>
                    <a:pt x="2289359" y="830977"/>
                  </a:lnTo>
                  <a:lnTo>
                    <a:pt x="2292490" y="829810"/>
                  </a:lnTo>
                  <a:lnTo>
                    <a:pt x="2325356" y="817528"/>
                  </a:lnTo>
                  <a:lnTo>
                    <a:pt x="2325530" y="817462"/>
                  </a:lnTo>
                  <a:lnTo>
                    <a:pt x="2332138" y="814988"/>
                  </a:lnTo>
                  <a:lnTo>
                    <a:pt x="2345876" y="809839"/>
                  </a:lnTo>
                  <a:lnTo>
                    <a:pt x="2346572" y="809578"/>
                  </a:lnTo>
                  <a:lnTo>
                    <a:pt x="2351093" y="807881"/>
                  </a:lnTo>
                  <a:lnTo>
                    <a:pt x="2362396" y="803637"/>
                  </a:lnTo>
                  <a:lnTo>
                    <a:pt x="2374047" y="799256"/>
                  </a:lnTo>
                  <a:lnTo>
                    <a:pt x="2383438" y="795722"/>
                  </a:lnTo>
                  <a:lnTo>
                    <a:pt x="2389872" y="793299"/>
                  </a:lnTo>
                  <a:lnTo>
                    <a:pt x="2390568" y="793037"/>
                  </a:lnTo>
                  <a:lnTo>
                    <a:pt x="2398393" y="790087"/>
                  </a:lnTo>
                  <a:lnTo>
                    <a:pt x="2407784" y="786544"/>
                  </a:lnTo>
                  <a:lnTo>
                    <a:pt x="2417696" y="782800"/>
                  </a:lnTo>
                  <a:lnTo>
                    <a:pt x="2420826" y="781617"/>
                  </a:lnTo>
                  <a:lnTo>
                    <a:pt x="2421174" y="781486"/>
                  </a:lnTo>
                  <a:lnTo>
                    <a:pt x="2434564" y="776420"/>
                  </a:lnTo>
                  <a:lnTo>
                    <a:pt x="2437346" y="775367"/>
                  </a:lnTo>
                  <a:lnTo>
                    <a:pt x="2447432" y="771546"/>
                  </a:lnTo>
                  <a:lnTo>
                    <a:pt x="2451780" y="769898"/>
                  </a:lnTo>
                  <a:lnTo>
                    <a:pt x="2456997" y="767919"/>
                  </a:lnTo>
                  <a:lnTo>
                    <a:pt x="2463257" y="765543"/>
                  </a:lnTo>
                  <a:lnTo>
                    <a:pt x="2466387" y="764354"/>
                  </a:lnTo>
                  <a:lnTo>
                    <a:pt x="2499254" y="751850"/>
                  </a:lnTo>
                  <a:lnTo>
                    <a:pt x="2499428" y="751784"/>
                  </a:lnTo>
                  <a:lnTo>
                    <a:pt x="2506036" y="749264"/>
                  </a:lnTo>
                  <a:lnTo>
                    <a:pt x="2519774" y="744021"/>
                  </a:lnTo>
                  <a:lnTo>
                    <a:pt x="2520469" y="743756"/>
                  </a:lnTo>
                  <a:lnTo>
                    <a:pt x="2524990" y="742028"/>
                  </a:lnTo>
                  <a:lnTo>
                    <a:pt x="2536294" y="737706"/>
                  </a:lnTo>
                  <a:lnTo>
                    <a:pt x="2547945" y="733246"/>
                  </a:lnTo>
                  <a:lnTo>
                    <a:pt x="2557335" y="729647"/>
                  </a:lnTo>
                  <a:lnTo>
                    <a:pt x="2563770" y="727179"/>
                  </a:lnTo>
                  <a:lnTo>
                    <a:pt x="2564465" y="726912"/>
                  </a:lnTo>
                  <a:lnTo>
                    <a:pt x="2572291" y="723908"/>
                  </a:lnTo>
                  <a:lnTo>
                    <a:pt x="2581681" y="720299"/>
                  </a:lnTo>
                  <a:lnTo>
                    <a:pt x="2591593" y="716487"/>
                  </a:lnTo>
                  <a:lnTo>
                    <a:pt x="2594723" y="715282"/>
                  </a:lnTo>
                  <a:lnTo>
                    <a:pt x="2608461" y="709990"/>
                  </a:lnTo>
                  <a:lnTo>
                    <a:pt x="2611244" y="708917"/>
                  </a:lnTo>
                  <a:lnTo>
                    <a:pt x="2621330" y="705025"/>
                  </a:lnTo>
                  <a:lnTo>
                    <a:pt x="2625677" y="703347"/>
                  </a:lnTo>
                  <a:lnTo>
                    <a:pt x="2630894" y="701331"/>
                  </a:lnTo>
                  <a:lnTo>
                    <a:pt x="2637154" y="698911"/>
                  </a:lnTo>
                  <a:lnTo>
                    <a:pt x="2640284" y="697700"/>
                  </a:lnTo>
                  <a:lnTo>
                    <a:pt x="2673151" y="684965"/>
                  </a:lnTo>
                  <a:lnTo>
                    <a:pt x="2673325" y="684897"/>
                  </a:lnTo>
                  <a:lnTo>
                    <a:pt x="2679933" y="682331"/>
                  </a:lnTo>
                  <a:lnTo>
                    <a:pt x="2693671" y="676991"/>
                  </a:lnTo>
                  <a:lnTo>
                    <a:pt x="2694367" y="676721"/>
                  </a:lnTo>
                  <a:lnTo>
                    <a:pt x="2698888" y="674961"/>
                  </a:lnTo>
                  <a:lnTo>
                    <a:pt x="2710191" y="670559"/>
                  </a:lnTo>
                  <a:lnTo>
                    <a:pt x="2721842" y="666016"/>
                  </a:lnTo>
                  <a:lnTo>
                    <a:pt x="2731233" y="662351"/>
                  </a:lnTo>
                  <a:lnTo>
                    <a:pt x="2737667" y="659837"/>
                  </a:lnTo>
                  <a:lnTo>
                    <a:pt x="2738363" y="659565"/>
                  </a:lnTo>
                  <a:lnTo>
                    <a:pt x="2755578" y="652831"/>
                  </a:lnTo>
                  <a:lnTo>
                    <a:pt x="2765491" y="648948"/>
                  </a:lnTo>
                  <a:lnTo>
                    <a:pt x="2768621" y="647721"/>
                  </a:lnTo>
                  <a:lnTo>
                    <a:pt x="2768969" y="647585"/>
                  </a:lnTo>
                  <a:lnTo>
                    <a:pt x="2782359" y="642331"/>
                  </a:lnTo>
                  <a:lnTo>
                    <a:pt x="2785141" y="641238"/>
                  </a:lnTo>
                  <a:lnTo>
                    <a:pt x="2795227" y="637275"/>
                  </a:lnTo>
                  <a:lnTo>
                    <a:pt x="2799575" y="635566"/>
                  </a:lnTo>
                  <a:lnTo>
                    <a:pt x="2804791" y="633513"/>
                  </a:lnTo>
                  <a:lnTo>
                    <a:pt x="2811052" y="631049"/>
                  </a:lnTo>
                  <a:lnTo>
                    <a:pt x="2814182" y="629816"/>
                  </a:lnTo>
                  <a:lnTo>
                    <a:pt x="2847049" y="616848"/>
                  </a:lnTo>
                  <a:lnTo>
                    <a:pt x="2847222" y="616779"/>
                  </a:lnTo>
                  <a:lnTo>
                    <a:pt x="2853831" y="614166"/>
                  </a:lnTo>
                  <a:lnTo>
                    <a:pt x="2867568" y="608729"/>
                  </a:lnTo>
                  <a:lnTo>
                    <a:pt x="2868264" y="608454"/>
                  </a:lnTo>
                  <a:lnTo>
                    <a:pt x="2872785" y="606662"/>
                  </a:lnTo>
                  <a:lnTo>
                    <a:pt x="2884089" y="602181"/>
                  </a:lnTo>
                  <a:lnTo>
                    <a:pt x="2895740" y="597556"/>
                  </a:lnTo>
                  <a:lnTo>
                    <a:pt x="2905130" y="593824"/>
                  </a:lnTo>
                  <a:lnTo>
                    <a:pt x="2911564" y="591266"/>
                  </a:lnTo>
                  <a:lnTo>
                    <a:pt x="2912260" y="590989"/>
                  </a:lnTo>
                  <a:lnTo>
                    <a:pt x="2920085" y="587874"/>
                  </a:lnTo>
                  <a:lnTo>
                    <a:pt x="2929476" y="584134"/>
                  </a:lnTo>
                  <a:lnTo>
                    <a:pt x="2939388" y="580182"/>
                  </a:lnTo>
                  <a:lnTo>
                    <a:pt x="2942518" y="578933"/>
                  </a:lnTo>
                  <a:lnTo>
                    <a:pt x="2942866" y="578794"/>
                  </a:lnTo>
                  <a:lnTo>
                    <a:pt x="2956256" y="573447"/>
                  </a:lnTo>
                  <a:lnTo>
                    <a:pt x="2959038" y="572336"/>
                  </a:lnTo>
                  <a:lnTo>
                    <a:pt x="2969125" y="568302"/>
                  </a:lnTo>
                  <a:lnTo>
                    <a:pt x="2973472" y="566563"/>
                  </a:lnTo>
                  <a:lnTo>
                    <a:pt x="2978689" y="564474"/>
                  </a:lnTo>
                  <a:lnTo>
                    <a:pt x="2984949" y="561967"/>
                  </a:lnTo>
                  <a:lnTo>
                    <a:pt x="2988079" y="560712"/>
                  </a:lnTo>
                  <a:lnTo>
                    <a:pt x="3020946" y="547518"/>
                  </a:lnTo>
                  <a:lnTo>
                    <a:pt x="3021120" y="547448"/>
                  </a:lnTo>
                  <a:lnTo>
                    <a:pt x="3027728" y="544791"/>
                  </a:lnTo>
                  <a:lnTo>
                    <a:pt x="3041466" y="539260"/>
                  </a:lnTo>
                  <a:lnTo>
                    <a:pt x="3042161" y="538980"/>
                  </a:lnTo>
                  <a:lnTo>
                    <a:pt x="3046683" y="537158"/>
                  </a:lnTo>
                  <a:lnTo>
                    <a:pt x="3057986" y="532600"/>
                  </a:lnTo>
                  <a:lnTo>
                    <a:pt x="3069637" y="527896"/>
                  </a:lnTo>
                  <a:lnTo>
                    <a:pt x="3079028" y="524102"/>
                  </a:lnTo>
                  <a:lnTo>
                    <a:pt x="3085462" y="521500"/>
                  </a:lnTo>
                  <a:lnTo>
                    <a:pt x="3086157" y="521218"/>
                  </a:lnTo>
                  <a:lnTo>
                    <a:pt x="3093983" y="518052"/>
                  </a:lnTo>
                  <a:lnTo>
                    <a:pt x="3103373" y="514249"/>
                  </a:lnTo>
                  <a:lnTo>
                    <a:pt x="3113285" y="510231"/>
                  </a:lnTo>
                  <a:lnTo>
                    <a:pt x="3116416" y="508961"/>
                  </a:lnTo>
                  <a:lnTo>
                    <a:pt x="3116763" y="508820"/>
                  </a:lnTo>
                  <a:lnTo>
                    <a:pt x="3130154" y="503385"/>
                  </a:lnTo>
                  <a:lnTo>
                    <a:pt x="3132936" y="502255"/>
                  </a:lnTo>
                  <a:lnTo>
                    <a:pt x="3143022" y="498156"/>
                  </a:lnTo>
                  <a:lnTo>
                    <a:pt x="3147369" y="496388"/>
                  </a:lnTo>
                  <a:lnTo>
                    <a:pt x="3152586" y="494265"/>
                  </a:lnTo>
                  <a:lnTo>
                    <a:pt x="3158847" y="491717"/>
                  </a:lnTo>
                  <a:lnTo>
                    <a:pt x="3161977" y="490442"/>
                  </a:lnTo>
                  <a:lnTo>
                    <a:pt x="3194843" y="477037"/>
                  </a:lnTo>
                  <a:lnTo>
                    <a:pt x="3195017" y="476966"/>
                  </a:lnTo>
                  <a:lnTo>
                    <a:pt x="3201625" y="474266"/>
                  </a:lnTo>
                  <a:lnTo>
                    <a:pt x="3215363" y="468648"/>
                  </a:lnTo>
                  <a:lnTo>
                    <a:pt x="3216059" y="468364"/>
                  </a:lnTo>
                  <a:lnTo>
                    <a:pt x="3220580" y="466513"/>
                  </a:lnTo>
                  <a:lnTo>
                    <a:pt x="3231884" y="461884"/>
                  </a:lnTo>
                  <a:lnTo>
                    <a:pt x="3243535" y="457108"/>
                  </a:lnTo>
                  <a:lnTo>
                    <a:pt x="3252925" y="453255"/>
                  </a:lnTo>
                  <a:lnTo>
                    <a:pt x="3259359" y="450613"/>
                  </a:lnTo>
                  <a:lnTo>
                    <a:pt x="3260055" y="450327"/>
                  </a:lnTo>
                  <a:lnTo>
                    <a:pt x="3267880" y="447112"/>
                  </a:lnTo>
                  <a:lnTo>
                    <a:pt x="3277271" y="443252"/>
                  </a:lnTo>
                  <a:lnTo>
                    <a:pt x="3287183" y="439174"/>
                  </a:lnTo>
                  <a:lnTo>
                    <a:pt x="3290313" y="437885"/>
                  </a:lnTo>
                  <a:lnTo>
                    <a:pt x="3290661" y="437742"/>
                  </a:lnTo>
                  <a:lnTo>
                    <a:pt x="3304051" y="432226"/>
                  </a:lnTo>
                  <a:lnTo>
                    <a:pt x="3306833" y="431079"/>
                  </a:lnTo>
                  <a:lnTo>
                    <a:pt x="3316919" y="426919"/>
                  </a:lnTo>
                  <a:lnTo>
                    <a:pt x="3321267" y="425125"/>
                  </a:lnTo>
                  <a:lnTo>
                    <a:pt x="3326484" y="422972"/>
                  </a:lnTo>
                  <a:lnTo>
                    <a:pt x="3332744" y="420386"/>
                  </a:lnTo>
                  <a:lnTo>
                    <a:pt x="3335874" y="419093"/>
                  </a:lnTo>
                  <a:lnTo>
                    <a:pt x="3368741" y="405495"/>
                  </a:lnTo>
                  <a:lnTo>
                    <a:pt x="3368915" y="405423"/>
                  </a:lnTo>
                  <a:lnTo>
                    <a:pt x="3375523" y="402685"/>
                  </a:lnTo>
                  <a:lnTo>
                    <a:pt x="3389261" y="396989"/>
                  </a:lnTo>
                  <a:lnTo>
                    <a:pt x="3389956" y="396700"/>
                  </a:lnTo>
                  <a:lnTo>
                    <a:pt x="3394478" y="394824"/>
                  </a:lnTo>
                  <a:lnTo>
                    <a:pt x="3405781" y="390130"/>
                  </a:lnTo>
                  <a:lnTo>
                    <a:pt x="3417432" y="385289"/>
                  </a:lnTo>
                  <a:lnTo>
                    <a:pt x="3426823" y="381383"/>
                  </a:lnTo>
                  <a:lnTo>
                    <a:pt x="3433257" y="378706"/>
                  </a:lnTo>
                  <a:lnTo>
                    <a:pt x="3433952" y="378416"/>
                  </a:lnTo>
                  <a:lnTo>
                    <a:pt x="3451168" y="371246"/>
                  </a:lnTo>
                  <a:lnTo>
                    <a:pt x="3461080" y="367113"/>
                  </a:lnTo>
                  <a:lnTo>
                    <a:pt x="3464211" y="365808"/>
                  </a:lnTo>
                  <a:lnTo>
                    <a:pt x="3464558" y="365663"/>
                  </a:lnTo>
                  <a:lnTo>
                    <a:pt x="3477948" y="360074"/>
                  </a:lnTo>
                  <a:lnTo>
                    <a:pt x="3480731" y="358913"/>
                  </a:lnTo>
                  <a:lnTo>
                    <a:pt x="3490817" y="354699"/>
                  </a:lnTo>
                  <a:lnTo>
                    <a:pt x="3495164" y="352882"/>
                  </a:lnTo>
                  <a:lnTo>
                    <a:pt x="3500381" y="350701"/>
                  </a:lnTo>
                  <a:lnTo>
                    <a:pt x="3506642" y="348082"/>
                  </a:lnTo>
                  <a:lnTo>
                    <a:pt x="3509772" y="346772"/>
                  </a:lnTo>
                  <a:lnTo>
                    <a:pt x="3542812" y="332931"/>
                  </a:lnTo>
                  <a:lnTo>
                    <a:pt x="3549420" y="330159"/>
                  </a:lnTo>
                  <a:lnTo>
                    <a:pt x="3563158" y="324393"/>
                  </a:lnTo>
                  <a:lnTo>
                    <a:pt x="3563854" y="324101"/>
                  </a:lnTo>
                  <a:lnTo>
                    <a:pt x="3568375" y="322202"/>
                  </a:lnTo>
                  <a:lnTo>
                    <a:pt x="3579678" y="317452"/>
                  </a:lnTo>
                  <a:lnTo>
                    <a:pt x="3591330" y="312552"/>
                  </a:lnTo>
                  <a:lnTo>
                    <a:pt x="3600720" y="308601"/>
                  </a:lnTo>
                  <a:lnTo>
                    <a:pt x="3607154" y="305892"/>
                  </a:lnTo>
                  <a:lnTo>
                    <a:pt x="3607850" y="305599"/>
                  </a:lnTo>
                  <a:lnTo>
                    <a:pt x="3615675" y="302303"/>
                  </a:lnTo>
                  <a:lnTo>
                    <a:pt x="3625066" y="298345"/>
                  </a:lnTo>
                  <a:lnTo>
                    <a:pt x="3634978" y="294165"/>
                  </a:lnTo>
                  <a:lnTo>
                    <a:pt x="3638108" y="292845"/>
                  </a:lnTo>
                  <a:lnTo>
                    <a:pt x="3638456" y="292698"/>
                  </a:lnTo>
                  <a:lnTo>
                    <a:pt x="3651846" y="287046"/>
                  </a:lnTo>
                  <a:lnTo>
                    <a:pt x="3654628" y="285872"/>
                  </a:lnTo>
                  <a:lnTo>
                    <a:pt x="3664714" y="281611"/>
                  </a:lnTo>
                  <a:lnTo>
                    <a:pt x="3669062" y="279773"/>
                  </a:lnTo>
                  <a:lnTo>
                    <a:pt x="3674279" y="277568"/>
                  </a:lnTo>
                  <a:lnTo>
                    <a:pt x="3680539" y="274921"/>
                  </a:lnTo>
                  <a:lnTo>
                    <a:pt x="3683669" y="273597"/>
                  </a:lnTo>
                  <a:lnTo>
                    <a:pt x="3716536" y="259680"/>
                  </a:lnTo>
                  <a:lnTo>
                    <a:pt x="3716710" y="259606"/>
                  </a:lnTo>
                  <a:lnTo>
                    <a:pt x="3723318" y="256805"/>
                  </a:lnTo>
                  <a:lnTo>
                    <a:pt x="3737056" y="250978"/>
                  </a:lnTo>
                  <a:lnTo>
                    <a:pt x="3737751" y="250683"/>
                  </a:lnTo>
                  <a:lnTo>
                    <a:pt x="3742273" y="248764"/>
                  </a:lnTo>
                  <a:lnTo>
                    <a:pt x="3753576" y="243965"/>
                  </a:lnTo>
                  <a:lnTo>
                    <a:pt x="3765227" y="239015"/>
                  </a:lnTo>
                  <a:lnTo>
                    <a:pt x="3774617" y="235024"/>
                  </a:lnTo>
                  <a:lnTo>
                    <a:pt x="3781052" y="232288"/>
                  </a:lnTo>
                  <a:lnTo>
                    <a:pt x="3781747" y="231992"/>
                  </a:lnTo>
                  <a:lnTo>
                    <a:pt x="3789573" y="228663"/>
                  </a:lnTo>
                  <a:lnTo>
                    <a:pt x="3798963" y="224666"/>
                  </a:lnTo>
                  <a:lnTo>
                    <a:pt x="3808875" y="220445"/>
                  </a:lnTo>
                  <a:lnTo>
                    <a:pt x="3812005" y="219112"/>
                  </a:lnTo>
                  <a:lnTo>
                    <a:pt x="3812353" y="218964"/>
                  </a:lnTo>
                  <a:lnTo>
                    <a:pt x="3825743" y="213257"/>
                  </a:lnTo>
                  <a:lnTo>
                    <a:pt x="3828526" y="212071"/>
                  </a:lnTo>
                  <a:lnTo>
                    <a:pt x="3838612" y="207770"/>
                  </a:lnTo>
                  <a:lnTo>
                    <a:pt x="3842959" y="205915"/>
                  </a:lnTo>
                  <a:lnTo>
                    <a:pt x="3848176" y="203689"/>
                  </a:lnTo>
                  <a:lnTo>
                    <a:pt x="3854436" y="201017"/>
                  </a:lnTo>
                  <a:lnTo>
                    <a:pt x="3857567" y="199680"/>
                  </a:lnTo>
                  <a:lnTo>
                    <a:pt x="3890433" y="185636"/>
                  </a:lnTo>
                  <a:lnTo>
                    <a:pt x="3890607" y="185561"/>
                  </a:lnTo>
                  <a:lnTo>
                    <a:pt x="3897215" y="182735"/>
                  </a:lnTo>
                  <a:lnTo>
                    <a:pt x="3910953" y="176856"/>
                  </a:lnTo>
                  <a:lnTo>
                    <a:pt x="3911649" y="176558"/>
                  </a:lnTo>
                  <a:lnTo>
                    <a:pt x="3916170" y="174623"/>
                  </a:lnTo>
                  <a:lnTo>
                    <a:pt x="3927473" y="169782"/>
                  </a:lnTo>
                  <a:lnTo>
                    <a:pt x="3939124" y="164789"/>
                  </a:lnTo>
                  <a:lnTo>
                    <a:pt x="3948515" y="160763"/>
                  </a:lnTo>
                  <a:lnTo>
                    <a:pt x="3954949" y="158004"/>
                  </a:lnTo>
                  <a:lnTo>
                    <a:pt x="3955645" y="157705"/>
                  </a:lnTo>
                  <a:lnTo>
                    <a:pt x="3963470" y="154348"/>
                  </a:lnTo>
                  <a:lnTo>
                    <a:pt x="3972861" y="150318"/>
                  </a:lnTo>
                  <a:lnTo>
                    <a:pt x="3982773" y="146062"/>
                  </a:lnTo>
                  <a:lnTo>
                    <a:pt x="3985903" y="144718"/>
                  </a:lnTo>
                  <a:lnTo>
                    <a:pt x="3986251" y="144568"/>
                  </a:lnTo>
                  <a:lnTo>
                    <a:pt x="4002423" y="137620"/>
                  </a:lnTo>
                  <a:lnTo>
                    <a:pt x="4012509" y="133284"/>
                  </a:lnTo>
                  <a:lnTo>
                    <a:pt x="4016857" y="131414"/>
                  </a:lnTo>
                  <a:lnTo>
                    <a:pt x="4022074" y="129170"/>
                  </a:lnTo>
                  <a:lnTo>
                    <a:pt x="4031464" y="125130"/>
                  </a:lnTo>
                  <a:lnTo>
                    <a:pt x="4064331" y="110977"/>
                  </a:lnTo>
                  <a:lnTo>
                    <a:pt x="4071113" y="108054"/>
                  </a:lnTo>
                  <a:lnTo>
                    <a:pt x="4085546" y="101831"/>
                  </a:lnTo>
                  <a:lnTo>
                    <a:pt x="4090067" y="99881"/>
                  </a:lnTo>
                  <a:lnTo>
                    <a:pt x="4101371" y="95004"/>
                  </a:lnTo>
                  <a:lnTo>
                    <a:pt x="4122412" y="85920"/>
                  </a:lnTo>
                  <a:lnTo>
                    <a:pt x="4128847" y="83141"/>
                  </a:lnTo>
                  <a:lnTo>
                    <a:pt x="4137368" y="79459"/>
                  </a:lnTo>
                  <a:lnTo>
                    <a:pt x="4146758" y="75400"/>
                  </a:lnTo>
                  <a:lnTo>
                    <a:pt x="4156670" y="71115"/>
                  </a:lnTo>
                  <a:lnTo>
                    <a:pt x="4159800" y="69761"/>
                  </a:lnTo>
                  <a:lnTo>
                    <a:pt x="4160148" y="69611"/>
                  </a:lnTo>
                  <a:lnTo>
                    <a:pt x="4176321" y="62614"/>
                  </a:lnTo>
                  <a:lnTo>
                    <a:pt x="4186407" y="58249"/>
                  </a:lnTo>
                  <a:lnTo>
                    <a:pt x="4238228" y="35795"/>
                  </a:lnTo>
                  <a:lnTo>
                    <a:pt x="4259444" y="26591"/>
                  </a:lnTo>
                  <a:lnTo>
                    <a:pt x="4296310" y="10582"/>
                  </a:lnTo>
                  <a:lnTo>
                    <a:pt x="4302744" y="7786"/>
                  </a:lnTo>
                  <a:lnTo>
                    <a:pt x="4320655" y="0"/>
                  </a:lnTo>
                  <a:lnTo>
                    <a:pt x="4320655" y="290151"/>
                  </a:lnTo>
                  <a:lnTo>
                    <a:pt x="4302744" y="296285"/>
                  </a:lnTo>
                  <a:lnTo>
                    <a:pt x="4296310" y="298489"/>
                  </a:lnTo>
                  <a:lnTo>
                    <a:pt x="4259444" y="311130"/>
                  </a:lnTo>
                  <a:lnTo>
                    <a:pt x="4238228" y="318414"/>
                  </a:lnTo>
                  <a:lnTo>
                    <a:pt x="4186407" y="336233"/>
                  </a:lnTo>
                  <a:lnTo>
                    <a:pt x="4176321" y="339706"/>
                  </a:lnTo>
                  <a:lnTo>
                    <a:pt x="4160148" y="345278"/>
                  </a:lnTo>
                  <a:lnTo>
                    <a:pt x="4159800" y="345398"/>
                  </a:lnTo>
                  <a:lnTo>
                    <a:pt x="4156670" y="346477"/>
                  </a:lnTo>
                  <a:lnTo>
                    <a:pt x="4146758" y="349894"/>
                  </a:lnTo>
                  <a:lnTo>
                    <a:pt x="4137368" y="353133"/>
                  </a:lnTo>
                  <a:lnTo>
                    <a:pt x="4128847" y="356074"/>
                  </a:lnTo>
                  <a:lnTo>
                    <a:pt x="4122412" y="358295"/>
                  </a:lnTo>
                  <a:lnTo>
                    <a:pt x="4101371" y="365563"/>
                  </a:lnTo>
                  <a:lnTo>
                    <a:pt x="4090067" y="369471"/>
                  </a:lnTo>
                  <a:lnTo>
                    <a:pt x="4085546" y="371035"/>
                  </a:lnTo>
                  <a:lnTo>
                    <a:pt x="4071113" y="376028"/>
                  </a:lnTo>
                  <a:lnTo>
                    <a:pt x="4064331" y="378376"/>
                  </a:lnTo>
                  <a:lnTo>
                    <a:pt x="4031464" y="389765"/>
                  </a:lnTo>
                  <a:lnTo>
                    <a:pt x="4022074" y="393023"/>
                  </a:lnTo>
                  <a:lnTo>
                    <a:pt x="4016857" y="394833"/>
                  </a:lnTo>
                  <a:lnTo>
                    <a:pt x="4012509" y="396342"/>
                  </a:lnTo>
                  <a:lnTo>
                    <a:pt x="4002423" y="399844"/>
                  </a:lnTo>
                  <a:lnTo>
                    <a:pt x="3986251" y="405464"/>
                  </a:lnTo>
                  <a:lnTo>
                    <a:pt x="3985903" y="405585"/>
                  </a:lnTo>
                  <a:lnTo>
                    <a:pt x="3982773" y="406673"/>
                  </a:lnTo>
                  <a:lnTo>
                    <a:pt x="3972861" y="410120"/>
                  </a:lnTo>
                  <a:lnTo>
                    <a:pt x="3963470" y="413388"/>
                  </a:lnTo>
                  <a:lnTo>
                    <a:pt x="3955645" y="416112"/>
                  </a:lnTo>
                  <a:lnTo>
                    <a:pt x="3954949" y="416355"/>
                  </a:lnTo>
                  <a:lnTo>
                    <a:pt x="3948515" y="418595"/>
                  </a:lnTo>
                  <a:lnTo>
                    <a:pt x="3939124" y="421867"/>
                  </a:lnTo>
                  <a:lnTo>
                    <a:pt x="3927473" y="425929"/>
                  </a:lnTo>
                  <a:lnTo>
                    <a:pt x="3916170" y="429873"/>
                  </a:lnTo>
                  <a:lnTo>
                    <a:pt x="3911649" y="431451"/>
                  </a:lnTo>
                  <a:lnTo>
                    <a:pt x="3910953" y="431694"/>
                  </a:lnTo>
                  <a:lnTo>
                    <a:pt x="3897215" y="436491"/>
                  </a:lnTo>
                  <a:lnTo>
                    <a:pt x="3890607" y="438800"/>
                  </a:lnTo>
                  <a:lnTo>
                    <a:pt x="3890433" y="438861"/>
                  </a:lnTo>
                  <a:lnTo>
                    <a:pt x="3857567" y="450359"/>
                  </a:lnTo>
                  <a:lnTo>
                    <a:pt x="3854436" y="451455"/>
                  </a:lnTo>
                  <a:lnTo>
                    <a:pt x="3848176" y="453648"/>
                  </a:lnTo>
                  <a:lnTo>
                    <a:pt x="3842959" y="455476"/>
                  </a:lnTo>
                  <a:lnTo>
                    <a:pt x="3838612" y="457000"/>
                  </a:lnTo>
                  <a:lnTo>
                    <a:pt x="3828526" y="460537"/>
                  </a:lnTo>
                  <a:lnTo>
                    <a:pt x="3825743" y="461513"/>
                  </a:lnTo>
                  <a:lnTo>
                    <a:pt x="3812353" y="466213"/>
                  </a:lnTo>
                  <a:lnTo>
                    <a:pt x="3812005" y="466335"/>
                  </a:lnTo>
                  <a:lnTo>
                    <a:pt x="3808875" y="467434"/>
                  </a:lnTo>
                  <a:lnTo>
                    <a:pt x="3798963" y="470916"/>
                  </a:lnTo>
                  <a:lnTo>
                    <a:pt x="3789573" y="474218"/>
                  </a:lnTo>
                  <a:lnTo>
                    <a:pt x="3781747" y="476970"/>
                  </a:lnTo>
                  <a:lnTo>
                    <a:pt x="3781052" y="477215"/>
                  </a:lnTo>
                  <a:lnTo>
                    <a:pt x="3774617" y="479479"/>
                  </a:lnTo>
                  <a:lnTo>
                    <a:pt x="3765227" y="482785"/>
                  </a:lnTo>
                  <a:lnTo>
                    <a:pt x="3753576" y="486890"/>
                  </a:lnTo>
                  <a:lnTo>
                    <a:pt x="3742273" y="490875"/>
                  </a:lnTo>
                  <a:lnTo>
                    <a:pt x="3737751" y="492470"/>
                  </a:lnTo>
                  <a:lnTo>
                    <a:pt x="3737056" y="492716"/>
                  </a:lnTo>
                  <a:lnTo>
                    <a:pt x="3723318" y="497565"/>
                  </a:lnTo>
                  <a:lnTo>
                    <a:pt x="3716710" y="499899"/>
                  </a:lnTo>
                  <a:lnTo>
                    <a:pt x="3716536" y="499961"/>
                  </a:lnTo>
                  <a:lnTo>
                    <a:pt x="3683669" y="511586"/>
                  </a:lnTo>
                  <a:lnTo>
                    <a:pt x="3680539" y="512695"/>
                  </a:lnTo>
                  <a:lnTo>
                    <a:pt x="3674279" y="514913"/>
                  </a:lnTo>
                  <a:lnTo>
                    <a:pt x="3669062" y="516762"/>
                  </a:lnTo>
                  <a:lnTo>
                    <a:pt x="3664714" y="518303"/>
                  </a:lnTo>
                  <a:lnTo>
                    <a:pt x="3654628" y="521880"/>
                  </a:lnTo>
                  <a:lnTo>
                    <a:pt x="3651846" y="522868"/>
                  </a:lnTo>
                  <a:lnTo>
                    <a:pt x="3638456" y="527622"/>
                  </a:lnTo>
                  <a:lnTo>
                    <a:pt x="3638108" y="527746"/>
                  </a:lnTo>
                  <a:lnTo>
                    <a:pt x="3634978" y="528858"/>
                  </a:lnTo>
                  <a:lnTo>
                    <a:pt x="3625066" y="532381"/>
                  </a:lnTo>
                  <a:lnTo>
                    <a:pt x="3615675" y="535721"/>
                  </a:lnTo>
                  <a:lnTo>
                    <a:pt x="3607850" y="538507"/>
                  </a:lnTo>
                  <a:lnTo>
                    <a:pt x="3607154" y="538754"/>
                  </a:lnTo>
                  <a:lnTo>
                    <a:pt x="3600720" y="541046"/>
                  </a:lnTo>
                  <a:lnTo>
                    <a:pt x="3591330" y="544392"/>
                  </a:lnTo>
                  <a:lnTo>
                    <a:pt x="3579678" y="548547"/>
                  </a:lnTo>
                  <a:lnTo>
                    <a:pt x="3568375" y="552581"/>
                  </a:lnTo>
                  <a:lnTo>
                    <a:pt x="3563854" y="554196"/>
                  </a:lnTo>
                  <a:lnTo>
                    <a:pt x="3563158" y="554445"/>
                  </a:lnTo>
                  <a:lnTo>
                    <a:pt x="3549420" y="559355"/>
                  </a:lnTo>
                  <a:lnTo>
                    <a:pt x="3542812" y="561718"/>
                  </a:lnTo>
                  <a:lnTo>
                    <a:pt x="3509772" y="573554"/>
                  </a:lnTo>
                  <a:lnTo>
                    <a:pt x="3506642" y="574677"/>
                  </a:lnTo>
                  <a:lnTo>
                    <a:pt x="3500381" y="576924"/>
                  </a:lnTo>
                  <a:lnTo>
                    <a:pt x="3495164" y="578797"/>
                  </a:lnTo>
                  <a:lnTo>
                    <a:pt x="3490817" y="580359"/>
                  </a:lnTo>
                  <a:lnTo>
                    <a:pt x="3480731" y="583983"/>
                  </a:lnTo>
                  <a:lnTo>
                    <a:pt x="3477948" y="584984"/>
                  </a:lnTo>
                  <a:lnTo>
                    <a:pt x="3464558" y="589801"/>
                  </a:lnTo>
                  <a:lnTo>
                    <a:pt x="3464211" y="589927"/>
                  </a:lnTo>
                  <a:lnTo>
                    <a:pt x="3461080" y="591054"/>
                  </a:lnTo>
                  <a:lnTo>
                    <a:pt x="3451168" y="594625"/>
                  </a:lnTo>
                  <a:lnTo>
                    <a:pt x="3433952" y="600833"/>
                  </a:lnTo>
                  <a:lnTo>
                    <a:pt x="3433257" y="601084"/>
                  </a:lnTo>
                  <a:lnTo>
                    <a:pt x="3426823" y="603407"/>
                  </a:lnTo>
                  <a:lnTo>
                    <a:pt x="3417432" y="606800"/>
                  </a:lnTo>
                  <a:lnTo>
                    <a:pt x="3405781" y="611012"/>
                  </a:lnTo>
                  <a:lnTo>
                    <a:pt x="3394478" y="615104"/>
                  </a:lnTo>
                  <a:lnTo>
                    <a:pt x="3389956" y="616741"/>
                  </a:lnTo>
                  <a:lnTo>
                    <a:pt x="3389261" y="616993"/>
                  </a:lnTo>
                  <a:lnTo>
                    <a:pt x="3375523" y="621973"/>
                  </a:lnTo>
                  <a:lnTo>
                    <a:pt x="3368915" y="624370"/>
                  </a:lnTo>
                  <a:lnTo>
                    <a:pt x="3368741" y="624433"/>
                  </a:lnTo>
                  <a:lnTo>
                    <a:pt x="3335874" y="636378"/>
                  </a:lnTo>
                  <a:lnTo>
                    <a:pt x="3332744" y="637517"/>
                  </a:lnTo>
                  <a:lnTo>
                    <a:pt x="3326484" y="639797"/>
                  </a:lnTo>
                  <a:lnTo>
                    <a:pt x="3321267" y="641698"/>
                  </a:lnTo>
                  <a:lnTo>
                    <a:pt x="3316919" y="643282"/>
                  </a:lnTo>
                  <a:lnTo>
                    <a:pt x="3306833" y="646961"/>
                  </a:lnTo>
                  <a:lnTo>
                    <a:pt x="3304051" y="647976"/>
                  </a:lnTo>
                  <a:lnTo>
                    <a:pt x="3290661" y="652866"/>
                  </a:lnTo>
                  <a:lnTo>
                    <a:pt x="3290313" y="652993"/>
                  </a:lnTo>
                  <a:lnTo>
                    <a:pt x="3287183" y="654137"/>
                  </a:lnTo>
                  <a:lnTo>
                    <a:pt x="3277271" y="657762"/>
                  </a:lnTo>
                  <a:lnTo>
                    <a:pt x="3267880" y="661200"/>
                  </a:lnTo>
                  <a:lnTo>
                    <a:pt x="3260055" y="664066"/>
                  </a:lnTo>
                  <a:lnTo>
                    <a:pt x="3259359" y="664321"/>
                  </a:lnTo>
                  <a:lnTo>
                    <a:pt x="3252925" y="666680"/>
                  </a:lnTo>
                  <a:lnTo>
                    <a:pt x="3243535" y="670125"/>
                  </a:lnTo>
                  <a:lnTo>
                    <a:pt x="3231884" y="674403"/>
                  </a:lnTo>
                  <a:lnTo>
                    <a:pt x="3220580" y="678558"/>
                  </a:lnTo>
                  <a:lnTo>
                    <a:pt x="3216059" y="680221"/>
                  </a:lnTo>
                  <a:lnTo>
                    <a:pt x="3215363" y="680477"/>
                  </a:lnTo>
                  <a:lnTo>
                    <a:pt x="3201625" y="685536"/>
                  </a:lnTo>
                  <a:lnTo>
                    <a:pt x="3195017" y="687972"/>
                  </a:lnTo>
                  <a:lnTo>
                    <a:pt x="3194843" y="688036"/>
                  </a:lnTo>
                  <a:lnTo>
                    <a:pt x="3161977" y="700173"/>
                  </a:lnTo>
                  <a:lnTo>
                    <a:pt x="3158847" y="701330"/>
                  </a:lnTo>
                  <a:lnTo>
                    <a:pt x="3152586" y="703647"/>
                  </a:lnTo>
                  <a:lnTo>
                    <a:pt x="3147369" y="705579"/>
                  </a:lnTo>
                  <a:lnTo>
                    <a:pt x="3143022" y="707190"/>
                  </a:lnTo>
                  <a:lnTo>
                    <a:pt x="3132936" y="710929"/>
                  </a:lnTo>
                  <a:lnTo>
                    <a:pt x="3130154" y="711961"/>
                  </a:lnTo>
                  <a:lnTo>
                    <a:pt x="3116763" y="716932"/>
                  </a:lnTo>
                  <a:lnTo>
                    <a:pt x="3116416" y="717061"/>
                  </a:lnTo>
                  <a:lnTo>
                    <a:pt x="3113285" y="718224"/>
                  </a:lnTo>
                  <a:lnTo>
                    <a:pt x="3103373" y="721910"/>
                  </a:lnTo>
                  <a:lnTo>
                    <a:pt x="3093983" y="725404"/>
                  </a:lnTo>
                  <a:lnTo>
                    <a:pt x="3086157" y="728319"/>
                  </a:lnTo>
                  <a:lnTo>
                    <a:pt x="3085462" y="728578"/>
                  </a:lnTo>
                  <a:lnTo>
                    <a:pt x="3079028" y="730977"/>
                  </a:lnTo>
                  <a:lnTo>
                    <a:pt x="3069637" y="734480"/>
                  </a:lnTo>
                  <a:lnTo>
                    <a:pt x="3057986" y="738831"/>
                  </a:lnTo>
                  <a:lnTo>
                    <a:pt x="3046683" y="743057"/>
                  </a:lnTo>
                  <a:lnTo>
                    <a:pt x="3042161" y="744749"/>
                  </a:lnTo>
                  <a:lnTo>
                    <a:pt x="3041466" y="745010"/>
                  </a:lnTo>
                  <a:lnTo>
                    <a:pt x="3027728" y="750155"/>
                  </a:lnTo>
                  <a:lnTo>
                    <a:pt x="3021120" y="752633"/>
                  </a:lnTo>
                  <a:lnTo>
                    <a:pt x="3020946" y="752698"/>
                  </a:lnTo>
                  <a:lnTo>
                    <a:pt x="2988079" y="765047"/>
                  </a:lnTo>
                  <a:lnTo>
                    <a:pt x="2984949" y="766225"/>
                  </a:lnTo>
                  <a:lnTo>
                    <a:pt x="2978689" y="768582"/>
                  </a:lnTo>
                  <a:lnTo>
                    <a:pt x="2973472" y="770548"/>
                  </a:lnTo>
                  <a:lnTo>
                    <a:pt x="2969125" y="772187"/>
                  </a:lnTo>
                  <a:lnTo>
                    <a:pt x="2959038" y="775992"/>
                  </a:lnTo>
                  <a:lnTo>
                    <a:pt x="2956256" y="777043"/>
                  </a:lnTo>
                  <a:lnTo>
                    <a:pt x="2942866" y="782102"/>
                  </a:lnTo>
                  <a:lnTo>
                    <a:pt x="2942518" y="782233"/>
                  </a:lnTo>
                  <a:lnTo>
                    <a:pt x="2939388" y="783417"/>
                  </a:lnTo>
                  <a:lnTo>
                    <a:pt x="2929476" y="787168"/>
                  </a:lnTo>
                  <a:lnTo>
                    <a:pt x="2920085" y="790726"/>
                  </a:lnTo>
                  <a:lnTo>
                    <a:pt x="2912260" y="793693"/>
                  </a:lnTo>
                  <a:lnTo>
                    <a:pt x="2911564" y="793956"/>
                  </a:lnTo>
                  <a:lnTo>
                    <a:pt x="2905130" y="796398"/>
                  </a:lnTo>
                  <a:lnTo>
                    <a:pt x="2895740" y="799964"/>
                  </a:lnTo>
                  <a:lnTo>
                    <a:pt x="2884089" y="804394"/>
                  </a:lnTo>
                  <a:lnTo>
                    <a:pt x="2872785" y="808697"/>
                  </a:lnTo>
                  <a:lnTo>
                    <a:pt x="2868264" y="810419"/>
                  </a:lnTo>
                  <a:lnTo>
                    <a:pt x="2867568" y="810684"/>
                  </a:lnTo>
                  <a:lnTo>
                    <a:pt x="2853831" y="815923"/>
                  </a:lnTo>
                  <a:lnTo>
                    <a:pt x="2847222" y="818446"/>
                  </a:lnTo>
                  <a:lnTo>
                    <a:pt x="2847049" y="818513"/>
                  </a:lnTo>
                  <a:lnTo>
                    <a:pt x="2814182" y="831087"/>
                  </a:lnTo>
                  <a:lnTo>
                    <a:pt x="2811052" y="832286"/>
                  </a:lnTo>
                  <a:lnTo>
                    <a:pt x="2804791" y="834687"/>
                  </a:lnTo>
                  <a:lnTo>
                    <a:pt x="2799575" y="836689"/>
                  </a:lnTo>
                  <a:lnTo>
                    <a:pt x="2795227" y="838358"/>
                  </a:lnTo>
                  <a:lnTo>
                    <a:pt x="2785141" y="842233"/>
                  </a:lnTo>
                  <a:lnTo>
                    <a:pt x="2782359" y="843303"/>
                  </a:lnTo>
                  <a:lnTo>
                    <a:pt x="2768969" y="848456"/>
                  </a:lnTo>
                  <a:lnTo>
                    <a:pt x="2768621" y="848589"/>
                  </a:lnTo>
                  <a:lnTo>
                    <a:pt x="2765491" y="849795"/>
                  </a:lnTo>
                  <a:lnTo>
                    <a:pt x="2755578" y="853615"/>
                  </a:lnTo>
                  <a:lnTo>
                    <a:pt x="2738363" y="860260"/>
                  </a:lnTo>
                  <a:lnTo>
                    <a:pt x="2737667" y="860529"/>
                  </a:lnTo>
                  <a:lnTo>
                    <a:pt x="2731233" y="863016"/>
                  </a:lnTo>
                  <a:lnTo>
                    <a:pt x="2721842" y="866648"/>
                  </a:lnTo>
                  <a:lnTo>
                    <a:pt x="2710191" y="871159"/>
                  </a:lnTo>
                  <a:lnTo>
                    <a:pt x="2698888" y="875542"/>
                  </a:lnTo>
                  <a:lnTo>
                    <a:pt x="2694367" y="877296"/>
                  </a:lnTo>
                  <a:lnTo>
                    <a:pt x="2693671" y="877566"/>
                  </a:lnTo>
                  <a:lnTo>
                    <a:pt x="2679933" y="882902"/>
                  </a:lnTo>
                  <a:lnTo>
                    <a:pt x="2673325" y="885472"/>
                  </a:lnTo>
                  <a:lnTo>
                    <a:pt x="2673151" y="885539"/>
                  </a:lnTo>
                  <a:lnTo>
                    <a:pt x="2640284" y="898346"/>
                  </a:lnTo>
                  <a:lnTo>
                    <a:pt x="2637154" y="899568"/>
                  </a:lnTo>
                  <a:lnTo>
                    <a:pt x="2630894" y="902013"/>
                  </a:lnTo>
                  <a:lnTo>
                    <a:pt x="2625677" y="904052"/>
                  </a:lnTo>
                  <a:lnTo>
                    <a:pt x="2621330" y="905752"/>
                  </a:lnTo>
                  <a:lnTo>
                    <a:pt x="2611244" y="909699"/>
                  </a:lnTo>
                  <a:lnTo>
                    <a:pt x="2608461" y="910788"/>
                  </a:lnTo>
                  <a:lnTo>
                    <a:pt x="2594723" y="916172"/>
                  </a:lnTo>
                  <a:lnTo>
                    <a:pt x="2591593" y="917400"/>
                  </a:lnTo>
                  <a:lnTo>
                    <a:pt x="2581681" y="921291"/>
                  </a:lnTo>
                  <a:lnTo>
                    <a:pt x="2572291" y="924980"/>
                  </a:lnTo>
                  <a:lnTo>
                    <a:pt x="2564465" y="928058"/>
                  </a:lnTo>
                  <a:lnTo>
                    <a:pt x="2563770" y="928331"/>
                  </a:lnTo>
                  <a:lnTo>
                    <a:pt x="2557335" y="930864"/>
                  </a:lnTo>
                  <a:lnTo>
                    <a:pt x="2547945" y="934562"/>
                  </a:lnTo>
                  <a:lnTo>
                    <a:pt x="2536294" y="939157"/>
                  </a:lnTo>
                  <a:lnTo>
                    <a:pt x="2524990" y="943619"/>
                  </a:lnTo>
                  <a:lnTo>
                    <a:pt x="2520469" y="945405"/>
                  </a:lnTo>
                  <a:lnTo>
                    <a:pt x="2519774" y="945680"/>
                  </a:lnTo>
                  <a:lnTo>
                    <a:pt x="2506036" y="951113"/>
                  </a:lnTo>
                  <a:lnTo>
                    <a:pt x="2499428" y="953730"/>
                  </a:lnTo>
                  <a:lnTo>
                    <a:pt x="2499254" y="953798"/>
                  </a:lnTo>
                  <a:lnTo>
                    <a:pt x="2466387" y="966836"/>
                  </a:lnTo>
                  <a:lnTo>
                    <a:pt x="2463257" y="968080"/>
                  </a:lnTo>
                  <a:lnTo>
                    <a:pt x="2456997" y="970570"/>
                  </a:lnTo>
                  <a:lnTo>
                    <a:pt x="2451780" y="972645"/>
                  </a:lnTo>
                  <a:lnTo>
                    <a:pt x="2447432" y="974375"/>
                  </a:lnTo>
                  <a:lnTo>
                    <a:pt x="2437346" y="978393"/>
                  </a:lnTo>
                  <a:lnTo>
                    <a:pt x="2434564" y="979502"/>
                  </a:lnTo>
                  <a:lnTo>
                    <a:pt x="2421174" y="984842"/>
                  </a:lnTo>
                  <a:lnTo>
                    <a:pt x="2420826" y="984981"/>
                  </a:lnTo>
                  <a:lnTo>
                    <a:pt x="2417696" y="986231"/>
                  </a:lnTo>
                  <a:lnTo>
                    <a:pt x="2407784" y="990190"/>
                  </a:lnTo>
                  <a:lnTo>
                    <a:pt x="2398393" y="993945"/>
                  </a:lnTo>
                  <a:lnTo>
                    <a:pt x="2390568" y="997077"/>
                  </a:lnTo>
                  <a:lnTo>
                    <a:pt x="2389872" y="997355"/>
                  </a:lnTo>
                  <a:lnTo>
                    <a:pt x="2383438" y="999932"/>
                  </a:lnTo>
                  <a:lnTo>
                    <a:pt x="2374047" y="1003696"/>
                  </a:lnTo>
                  <a:lnTo>
                    <a:pt x="2362396" y="1008370"/>
                  </a:lnTo>
                  <a:lnTo>
                    <a:pt x="2351093" y="1012910"/>
                  </a:lnTo>
                  <a:lnTo>
                    <a:pt x="2346572" y="1014727"/>
                  </a:lnTo>
                  <a:lnTo>
                    <a:pt x="2345876" y="1015007"/>
                  </a:lnTo>
                  <a:lnTo>
                    <a:pt x="2332138" y="1020534"/>
                  </a:lnTo>
                  <a:lnTo>
                    <a:pt x="2325530" y="1023195"/>
                  </a:lnTo>
                  <a:lnTo>
                    <a:pt x="2325356" y="1023265"/>
                  </a:lnTo>
                  <a:lnTo>
                    <a:pt x="2292490" y="1036525"/>
                  </a:lnTo>
                  <a:lnTo>
                    <a:pt x="2289359" y="1037790"/>
                  </a:lnTo>
                  <a:lnTo>
                    <a:pt x="2283099" y="1040321"/>
                  </a:lnTo>
                  <a:lnTo>
                    <a:pt x="2277882" y="1042431"/>
                  </a:lnTo>
                  <a:lnTo>
                    <a:pt x="2273535" y="1044191"/>
                  </a:lnTo>
                  <a:lnTo>
                    <a:pt x="2263449" y="1048275"/>
                  </a:lnTo>
                  <a:lnTo>
                    <a:pt x="2260666" y="1049402"/>
                  </a:lnTo>
                  <a:lnTo>
                    <a:pt x="2247276" y="1054832"/>
                  </a:lnTo>
                  <a:lnTo>
                    <a:pt x="2246928" y="1054973"/>
                  </a:lnTo>
                  <a:lnTo>
                    <a:pt x="2243798" y="1056243"/>
                  </a:lnTo>
                  <a:lnTo>
                    <a:pt x="2233886" y="1060268"/>
                  </a:lnTo>
                  <a:lnTo>
                    <a:pt x="2224496" y="1064084"/>
                  </a:lnTo>
                  <a:lnTo>
                    <a:pt x="2216670" y="1067267"/>
                  </a:lnTo>
                  <a:lnTo>
                    <a:pt x="2215975" y="1067550"/>
                  </a:lnTo>
                  <a:lnTo>
                    <a:pt x="2209540" y="1070169"/>
                  </a:lnTo>
                  <a:lnTo>
                    <a:pt x="2200150" y="1073993"/>
                  </a:lnTo>
                  <a:lnTo>
                    <a:pt x="2188499" y="1078743"/>
                  </a:lnTo>
                  <a:lnTo>
                    <a:pt x="2177196" y="1083355"/>
                  </a:lnTo>
                  <a:lnTo>
                    <a:pt x="2172674" y="1085201"/>
                  </a:lnTo>
                  <a:lnTo>
                    <a:pt x="2171979" y="1085485"/>
                  </a:lnTo>
                  <a:lnTo>
                    <a:pt x="2158241" y="1091100"/>
                  </a:lnTo>
                  <a:lnTo>
                    <a:pt x="2151633" y="1093803"/>
                  </a:lnTo>
                  <a:lnTo>
                    <a:pt x="2151459" y="1093874"/>
                  </a:lnTo>
                  <a:lnTo>
                    <a:pt x="2118592" y="1107340"/>
                  </a:lnTo>
                  <a:lnTo>
                    <a:pt x="2115462" y="1108624"/>
                  </a:lnTo>
                  <a:lnTo>
                    <a:pt x="2109202" y="1111194"/>
                  </a:lnTo>
                  <a:lnTo>
                    <a:pt x="2103985" y="1113337"/>
                  </a:lnTo>
                  <a:lnTo>
                    <a:pt x="2099637" y="1115123"/>
                  </a:lnTo>
                  <a:lnTo>
                    <a:pt x="2089551" y="1119269"/>
                  </a:lnTo>
                  <a:lnTo>
                    <a:pt x="2086769" y="1120413"/>
                  </a:lnTo>
                  <a:lnTo>
                    <a:pt x="2073379" y="1125924"/>
                  </a:lnTo>
                  <a:lnTo>
                    <a:pt x="2073031" y="1126068"/>
                  </a:lnTo>
                  <a:lnTo>
                    <a:pt x="2069901" y="1127357"/>
                  </a:lnTo>
                  <a:lnTo>
                    <a:pt x="2059989" y="1131441"/>
                  </a:lnTo>
                  <a:lnTo>
                    <a:pt x="2050598" y="1135314"/>
                  </a:lnTo>
                  <a:lnTo>
                    <a:pt x="2042773" y="1138543"/>
                  </a:lnTo>
                  <a:lnTo>
                    <a:pt x="2042077" y="1138831"/>
                  </a:lnTo>
                  <a:lnTo>
                    <a:pt x="2035643" y="1141487"/>
                  </a:lnTo>
                  <a:lnTo>
                    <a:pt x="2026253" y="1145367"/>
                  </a:lnTo>
                  <a:lnTo>
                    <a:pt x="2014601" y="1150185"/>
                  </a:lnTo>
                  <a:lnTo>
                    <a:pt x="2003298" y="1154864"/>
                  </a:lnTo>
                  <a:lnTo>
                    <a:pt x="1998777" y="1156736"/>
                  </a:lnTo>
                  <a:lnTo>
                    <a:pt x="1998081" y="1157024"/>
                  </a:lnTo>
                  <a:lnTo>
                    <a:pt x="1984343" y="1162718"/>
                  </a:lnTo>
                  <a:lnTo>
                    <a:pt x="1977735" y="1165459"/>
                  </a:lnTo>
                  <a:lnTo>
                    <a:pt x="1977561" y="1165531"/>
                  </a:lnTo>
                  <a:lnTo>
                    <a:pt x="1944695" y="1179183"/>
                  </a:lnTo>
                  <a:lnTo>
                    <a:pt x="1941564" y="1180485"/>
                  </a:lnTo>
                  <a:lnTo>
                    <a:pt x="1935304" y="1183089"/>
                  </a:lnTo>
                  <a:lnTo>
                    <a:pt x="1930087" y="1185261"/>
                  </a:lnTo>
                  <a:lnTo>
                    <a:pt x="1925740" y="1187071"/>
                  </a:lnTo>
                  <a:lnTo>
                    <a:pt x="1915654" y="1191273"/>
                  </a:lnTo>
                  <a:lnTo>
                    <a:pt x="1912871" y="1192432"/>
                  </a:lnTo>
                  <a:lnTo>
                    <a:pt x="1899481" y="1198016"/>
                  </a:lnTo>
                  <a:lnTo>
                    <a:pt x="1899134" y="1198161"/>
                  </a:lnTo>
                  <a:lnTo>
                    <a:pt x="1896003" y="1199468"/>
                  </a:lnTo>
                  <a:lnTo>
                    <a:pt x="1886091" y="1203606"/>
                  </a:lnTo>
                  <a:lnTo>
                    <a:pt x="1876701" y="1207528"/>
                  </a:lnTo>
                  <a:lnTo>
                    <a:pt x="1868875" y="1210799"/>
                  </a:lnTo>
                  <a:lnTo>
                    <a:pt x="1868180" y="1211090"/>
                  </a:lnTo>
                  <a:lnTo>
                    <a:pt x="1861746" y="1213781"/>
                  </a:lnTo>
                  <a:lnTo>
                    <a:pt x="1852355" y="1217710"/>
                  </a:lnTo>
                  <a:lnTo>
                    <a:pt x="1840704" y="1222589"/>
                  </a:lnTo>
                  <a:lnTo>
                    <a:pt x="1829401" y="1227326"/>
                  </a:lnTo>
                  <a:lnTo>
                    <a:pt x="1824879" y="1229221"/>
                  </a:lnTo>
                  <a:lnTo>
                    <a:pt x="1824184" y="1229513"/>
                  </a:lnTo>
                  <a:lnTo>
                    <a:pt x="1810446" y="1235277"/>
                  </a:lnTo>
                  <a:lnTo>
                    <a:pt x="1803838" y="1238051"/>
                  </a:lnTo>
                  <a:lnTo>
                    <a:pt x="1803664" y="1238124"/>
                  </a:lnTo>
                  <a:lnTo>
                    <a:pt x="1770797" y="1251940"/>
                  </a:lnTo>
                  <a:lnTo>
                    <a:pt x="1767667" y="1253257"/>
                  </a:lnTo>
                  <a:lnTo>
                    <a:pt x="1761407" y="1255893"/>
                  </a:lnTo>
                  <a:lnTo>
                    <a:pt x="1756190" y="1258089"/>
                  </a:lnTo>
                  <a:lnTo>
                    <a:pt x="1751842" y="1259921"/>
                  </a:lnTo>
                  <a:lnTo>
                    <a:pt x="1741756" y="1264171"/>
                  </a:lnTo>
                  <a:lnTo>
                    <a:pt x="1738974" y="1265344"/>
                  </a:lnTo>
                  <a:lnTo>
                    <a:pt x="1725584" y="1270992"/>
                  </a:lnTo>
                  <a:lnTo>
                    <a:pt x="1725236" y="1271139"/>
                  </a:lnTo>
                  <a:lnTo>
                    <a:pt x="1712194" y="1276645"/>
                  </a:lnTo>
                  <a:lnTo>
                    <a:pt x="1702803" y="1280611"/>
                  </a:lnTo>
                  <a:lnTo>
                    <a:pt x="1694978" y="1283919"/>
                  </a:lnTo>
                  <a:lnTo>
                    <a:pt x="1694282" y="1284213"/>
                  </a:lnTo>
                  <a:lnTo>
                    <a:pt x="1687848" y="1286933"/>
                  </a:lnTo>
                  <a:lnTo>
                    <a:pt x="1678458" y="1290906"/>
                  </a:lnTo>
                  <a:lnTo>
                    <a:pt x="1666807" y="1295837"/>
                  </a:lnTo>
                  <a:lnTo>
                    <a:pt x="1655503" y="1300625"/>
                  </a:lnTo>
                  <a:lnTo>
                    <a:pt x="1650982" y="1302541"/>
                  </a:lnTo>
                  <a:lnTo>
                    <a:pt x="1650286" y="1302836"/>
                  </a:lnTo>
                  <a:lnTo>
                    <a:pt x="1636548" y="1308660"/>
                  </a:lnTo>
                  <a:lnTo>
                    <a:pt x="1629940" y="1311463"/>
                  </a:lnTo>
                  <a:lnTo>
                    <a:pt x="1629766" y="1311537"/>
                  </a:lnTo>
                  <a:lnTo>
                    <a:pt x="1596900" y="1325495"/>
                  </a:lnTo>
                  <a:lnTo>
                    <a:pt x="1593770" y="1326826"/>
                  </a:lnTo>
                  <a:lnTo>
                    <a:pt x="1587509" y="1329488"/>
                  </a:lnTo>
                  <a:lnTo>
                    <a:pt x="1582292" y="1331706"/>
                  </a:lnTo>
                  <a:lnTo>
                    <a:pt x="1577945" y="1333556"/>
                  </a:lnTo>
                  <a:lnTo>
                    <a:pt x="1567859" y="1337849"/>
                  </a:lnTo>
                  <a:lnTo>
                    <a:pt x="1565077" y="1339033"/>
                  </a:lnTo>
                  <a:lnTo>
                    <a:pt x="1551686" y="1344736"/>
                  </a:lnTo>
                  <a:lnTo>
                    <a:pt x="1551339" y="1344884"/>
                  </a:lnTo>
                  <a:lnTo>
                    <a:pt x="1548208" y="1346218"/>
                  </a:lnTo>
                  <a:lnTo>
                    <a:pt x="1538296" y="1350443"/>
                  </a:lnTo>
                  <a:lnTo>
                    <a:pt x="1528906" y="1354448"/>
                  </a:lnTo>
                  <a:lnTo>
                    <a:pt x="1521080" y="1357786"/>
                  </a:lnTo>
                  <a:lnTo>
                    <a:pt x="1520385" y="1358083"/>
                  </a:lnTo>
                  <a:lnTo>
                    <a:pt x="1513951" y="1360829"/>
                  </a:lnTo>
                  <a:lnTo>
                    <a:pt x="1504560" y="1364839"/>
                  </a:lnTo>
                  <a:lnTo>
                    <a:pt x="1492909" y="1369816"/>
                  </a:lnTo>
                  <a:lnTo>
                    <a:pt x="1481606" y="1374647"/>
                  </a:lnTo>
                  <a:lnTo>
                    <a:pt x="1477084" y="1376580"/>
                  </a:lnTo>
                  <a:lnTo>
                    <a:pt x="1476389" y="1376878"/>
                  </a:lnTo>
                  <a:lnTo>
                    <a:pt x="1462651" y="1382755"/>
                  </a:lnTo>
                  <a:lnTo>
                    <a:pt x="1456043" y="1385583"/>
                  </a:lnTo>
                  <a:lnTo>
                    <a:pt x="1455869" y="1385657"/>
                  </a:lnTo>
                  <a:lnTo>
                    <a:pt x="1423002" y="1399737"/>
                  </a:lnTo>
                  <a:lnTo>
                    <a:pt x="1419872" y="1401079"/>
                  </a:lnTo>
                  <a:lnTo>
                    <a:pt x="1413612" y="1403763"/>
                  </a:lnTo>
                  <a:lnTo>
                    <a:pt x="1408395" y="1406001"/>
                  </a:lnTo>
                  <a:lnTo>
                    <a:pt x="1404047" y="1407866"/>
                  </a:lnTo>
                  <a:lnTo>
                    <a:pt x="1393961" y="1412195"/>
                  </a:lnTo>
                  <a:lnTo>
                    <a:pt x="1391179" y="1413389"/>
                  </a:lnTo>
                  <a:lnTo>
                    <a:pt x="1377789" y="1419140"/>
                  </a:lnTo>
                  <a:lnTo>
                    <a:pt x="1377441" y="1419289"/>
                  </a:lnTo>
                  <a:lnTo>
                    <a:pt x="1374311" y="1420634"/>
                  </a:lnTo>
                  <a:lnTo>
                    <a:pt x="1364399" y="1424893"/>
                  </a:lnTo>
                  <a:lnTo>
                    <a:pt x="1355008" y="1428930"/>
                  </a:lnTo>
                  <a:lnTo>
                    <a:pt x="1347183" y="1432295"/>
                  </a:lnTo>
                  <a:lnTo>
                    <a:pt x="1346487" y="1432594"/>
                  </a:lnTo>
                  <a:lnTo>
                    <a:pt x="1340053" y="1435362"/>
                  </a:lnTo>
                  <a:lnTo>
                    <a:pt x="1330663" y="1439403"/>
                  </a:lnTo>
                  <a:lnTo>
                    <a:pt x="1319012" y="1444419"/>
                  </a:lnTo>
                  <a:lnTo>
                    <a:pt x="1307708" y="1449288"/>
                  </a:lnTo>
                  <a:lnTo>
                    <a:pt x="1303187" y="1451236"/>
                  </a:lnTo>
                  <a:lnTo>
                    <a:pt x="1302491" y="1451536"/>
                  </a:lnTo>
                  <a:lnTo>
                    <a:pt x="1288753" y="1457457"/>
                  </a:lnTo>
                  <a:lnTo>
                    <a:pt x="1282145" y="1460306"/>
                  </a:lnTo>
                  <a:lnTo>
                    <a:pt x="1281971" y="1460381"/>
                  </a:lnTo>
                  <a:lnTo>
                    <a:pt x="1249105" y="1474564"/>
                  </a:lnTo>
                  <a:lnTo>
                    <a:pt x="1245975" y="1475916"/>
                  </a:lnTo>
                  <a:lnTo>
                    <a:pt x="1239714" y="1478620"/>
                  </a:lnTo>
                  <a:lnTo>
                    <a:pt x="1234497" y="1480874"/>
                  </a:lnTo>
                  <a:lnTo>
                    <a:pt x="1230150" y="1482752"/>
                  </a:lnTo>
                  <a:lnTo>
                    <a:pt x="1220064" y="1487111"/>
                  </a:lnTo>
                  <a:lnTo>
                    <a:pt x="1217282" y="1488314"/>
                  </a:lnTo>
                  <a:lnTo>
                    <a:pt x="1203892" y="1494104"/>
                  </a:lnTo>
                  <a:lnTo>
                    <a:pt x="1203544" y="1494255"/>
                  </a:lnTo>
                  <a:lnTo>
                    <a:pt x="1200414" y="1495609"/>
                  </a:lnTo>
                  <a:lnTo>
                    <a:pt x="1190501" y="1499897"/>
                  </a:lnTo>
                  <a:lnTo>
                    <a:pt x="1181111" y="1503962"/>
                  </a:lnTo>
                  <a:lnTo>
                    <a:pt x="1173286" y="1507350"/>
                  </a:lnTo>
                  <a:lnTo>
                    <a:pt x="1172590" y="1507651"/>
                  </a:lnTo>
                  <a:lnTo>
                    <a:pt x="1166156" y="1510437"/>
                  </a:lnTo>
                  <a:lnTo>
                    <a:pt x="1156765" y="1514505"/>
                  </a:lnTo>
                  <a:lnTo>
                    <a:pt x="1145114" y="1519554"/>
                  </a:lnTo>
                  <a:lnTo>
                    <a:pt x="1133811" y="1524454"/>
                  </a:lnTo>
                  <a:lnTo>
                    <a:pt x="1129290" y="1526415"/>
                  </a:lnTo>
                  <a:lnTo>
                    <a:pt x="1128594" y="1526716"/>
                  </a:lnTo>
                  <a:lnTo>
                    <a:pt x="1114856" y="1532675"/>
                  </a:lnTo>
                  <a:lnTo>
                    <a:pt x="1108248" y="1535543"/>
                  </a:lnTo>
                  <a:lnTo>
                    <a:pt x="1108074" y="1535618"/>
                  </a:lnTo>
                  <a:lnTo>
                    <a:pt x="1075207" y="1549889"/>
                  </a:lnTo>
                  <a:lnTo>
                    <a:pt x="1072077" y="1551249"/>
                  </a:lnTo>
                  <a:lnTo>
                    <a:pt x="1065817" y="1553969"/>
                  </a:lnTo>
                  <a:lnTo>
                    <a:pt x="1060600" y="1556236"/>
                  </a:lnTo>
                  <a:lnTo>
                    <a:pt x="1056253" y="1558126"/>
                  </a:lnTo>
                  <a:lnTo>
                    <a:pt x="1046167" y="1562511"/>
                  </a:lnTo>
                  <a:lnTo>
                    <a:pt x="1043384" y="1563721"/>
                  </a:lnTo>
                  <a:lnTo>
                    <a:pt x="1029994" y="1569545"/>
                  </a:lnTo>
                  <a:lnTo>
                    <a:pt x="1029646" y="1569696"/>
                  </a:lnTo>
                  <a:lnTo>
                    <a:pt x="1026516" y="1571058"/>
                  </a:lnTo>
                  <a:lnTo>
                    <a:pt x="1016604" y="1575372"/>
                  </a:lnTo>
                  <a:lnTo>
                    <a:pt x="1007214" y="1579459"/>
                  </a:lnTo>
                  <a:lnTo>
                    <a:pt x="999388" y="1582866"/>
                  </a:lnTo>
                  <a:lnTo>
                    <a:pt x="998693" y="1583169"/>
                  </a:lnTo>
                  <a:lnTo>
                    <a:pt x="992258" y="1585971"/>
                  </a:lnTo>
                  <a:lnTo>
                    <a:pt x="982868" y="1590062"/>
                  </a:lnTo>
                  <a:lnTo>
                    <a:pt x="971217" y="1595139"/>
                  </a:lnTo>
                  <a:lnTo>
                    <a:pt x="959913" y="1600065"/>
                  </a:lnTo>
                  <a:lnTo>
                    <a:pt x="955392" y="1602037"/>
                  </a:lnTo>
                  <a:lnTo>
                    <a:pt x="954696" y="1602340"/>
                  </a:lnTo>
                  <a:lnTo>
                    <a:pt x="940959" y="1608331"/>
                  </a:lnTo>
                  <a:lnTo>
                    <a:pt x="934350" y="1611214"/>
                  </a:lnTo>
                  <a:lnTo>
                    <a:pt x="934177" y="1611289"/>
                  </a:lnTo>
                  <a:lnTo>
                    <a:pt x="901310" y="1625634"/>
                  </a:lnTo>
                  <a:lnTo>
                    <a:pt x="898180" y="1627001"/>
                  </a:lnTo>
                  <a:lnTo>
                    <a:pt x="891920" y="1629735"/>
                  </a:lnTo>
                  <a:lnTo>
                    <a:pt x="886703" y="1632014"/>
                  </a:lnTo>
                  <a:lnTo>
                    <a:pt x="882355" y="1633913"/>
                  </a:lnTo>
                  <a:lnTo>
                    <a:pt x="872269" y="1638320"/>
                  </a:lnTo>
                  <a:lnTo>
                    <a:pt x="869487" y="1639536"/>
                  </a:lnTo>
                  <a:lnTo>
                    <a:pt x="856097" y="1645389"/>
                  </a:lnTo>
                  <a:lnTo>
                    <a:pt x="855749" y="1645541"/>
                  </a:lnTo>
                  <a:lnTo>
                    <a:pt x="852619" y="1646910"/>
                  </a:lnTo>
                  <a:lnTo>
                    <a:pt x="842707" y="1651244"/>
                  </a:lnTo>
                  <a:lnTo>
                    <a:pt x="833316" y="1655351"/>
                  </a:lnTo>
                  <a:lnTo>
                    <a:pt x="824795" y="1659079"/>
                  </a:lnTo>
                  <a:lnTo>
                    <a:pt x="818361" y="1661894"/>
                  </a:lnTo>
                  <a:lnTo>
                    <a:pt x="797319" y="1671104"/>
                  </a:lnTo>
                  <a:lnTo>
                    <a:pt x="786016" y="1676054"/>
                  </a:lnTo>
                  <a:lnTo>
                    <a:pt x="781495" y="1678034"/>
                  </a:lnTo>
                  <a:lnTo>
                    <a:pt x="780799" y="1678339"/>
                  </a:lnTo>
                  <a:lnTo>
                    <a:pt x="767061" y="1684357"/>
                  </a:lnTo>
                  <a:lnTo>
                    <a:pt x="760453" y="1687252"/>
                  </a:lnTo>
                  <a:lnTo>
                    <a:pt x="760279" y="1687328"/>
                  </a:lnTo>
                  <a:lnTo>
                    <a:pt x="727413" y="1701736"/>
                  </a:lnTo>
                  <a:lnTo>
                    <a:pt x="724282" y="1703109"/>
                  </a:lnTo>
                  <a:lnTo>
                    <a:pt x="718022" y="1705855"/>
                  </a:lnTo>
                  <a:lnTo>
                    <a:pt x="712805" y="1708143"/>
                  </a:lnTo>
                  <a:lnTo>
                    <a:pt x="708458" y="1710051"/>
                  </a:lnTo>
                  <a:lnTo>
                    <a:pt x="698372" y="1714476"/>
                  </a:lnTo>
                  <a:lnTo>
                    <a:pt x="695589" y="1715697"/>
                  </a:lnTo>
                  <a:lnTo>
                    <a:pt x="682199" y="1721574"/>
                  </a:lnTo>
                  <a:lnTo>
                    <a:pt x="681851" y="1721727"/>
                  </a:lnTo>
                  <a:lnTo>
                    <a:pt x="678721" y="1723101"/>
                  </a:lnTo>
                  <a:lnTo>
                    <a:pt x="668809" y="1727453"/>
                  </a:lnTo>
                  <a:lnTo>
                    <a:pt x="659419" y="1731577"/>
                  </a:lnTo>
                  <a:lnTo>
                    <a:pt x="651593" y="1735014"/>
                  </a:lnTo>
                  <a:lnTo>
                    <a:pt x="650898" y="1735320"/>
                  </a:lnTo>
                  <a:lnTo>
                    <a:pt x="644463" y="1738147"/>
                  </a:lnTo>
                  <a:lnTo>
                    <a:pt x="635073" y="1742273"/>
                  </a:lnTo>
                  <a:lnTo>
                    <a:pt x="623422" y="1747393"/>
                  </a:lnTo>
                  <a:lnTo>
                    <a:pt x="612119" y="1752362"/>
                  </a:lnTo>
                  <a:lnTo>
                    <a:pt x="607597" y="1754350"/>
                  </a:lnTo>
                  <a:lnTo>
                    <a:pt x="606902" y="1754656"/>
                  </a:lnTo>
                  <a:lnTo>
                    <a:pt x="593164" y="1760697"/>
                  </a:lnTo>
                  <a:lnTo>
                    <a:pt x="586556" y="1763603"/>
                  </a:lnTo>
                  <a:lnTo>
                    <a:pt x="586382" y="1763680"/>
                  </a:lnTo>
                  <a:lnTo>
                    <a:pt x="553515" y="1778141"/>
                  </a:lnTo>
                  <a:lnTo>
                    <a:pt x="550385" y="1779519"/>
                  </a:lnTo>
                  <a:lnTo>
                    <a:pt x="544125" y="1782275"/>
                  </a:lnTo>
                  <a:lnTo>
                    <a:pt x="538908" y="1784571"/>
                  </a:lnTo>
                  <a:lnTo>
                    <a:pt x="534560" y="1786486"/>
                  </a:lnTo>
                  <a:lnTo>
                    <a:pt x="524474" y="1790927"/>
                  </a:lnTo>
                  <a:lnTo>
                    <a:pt x="521692" y="1792152"/>
                  </a:lnTo>
                  <a:lnTo>
                    <a:pt x="508302" y="1798050"/>
                  </a:lnTo>
                  <a:lnTo>
                    <a:pt x="507954" y="1798203"/>
                  </a:lnTo>
                  <a:lnTo>
                    <a:pt x="504824" y="1799582"/>
                  </a:lnTo>
                  <a:lnTo>
                    <a:pt x="494912" y="1803950"/>
                  </a:lnTo>
                  <a:lnTo>
                    <a:pt x="485521" y="1808088"/>
                  </a:lnTo>
                  <a:lnTo>
                    <a:pt x="477696" y="1811537"/>
                  </a:lnTo>
                  <a:lnTo>
                    <a:pt x="477000" y="1811843"/>
                  </a:lnTo>
                  <a:lnTo>
                    <a:pt x="470566" y="1814679"/>
                  </a:lnTo>
                  <a:lnTo>
                    <a:pt x="461176" y="1818819"/>
                  </a:lnTo>
                  <a:lnTo>
                    <a:pt x="449524" y="1823957"/>
                  </a:lnTo>
                  <a:lnTo>
                    <a:pt x="438221" y="1828942"/>
                  </a:lnTo>
                  <a:lnTo>
                    <a:pt x="433700" y="1830936"/>
                  </a:lnTo>
                  <a:lnTo>
                    <a:pt x="433004" y="1831243"/>
                  </a:lnTo>
                  <a:lnTo>
                    <a:pt x="419266" y="1837304"/>
                  </a:lnTo>
                  <a:lnTo>
                    <a:pt x="412658" y="1840220"/>
                  </a:lnTo>
                  <a:lnTo>
                    <a:pt x="412484" y="1840296"/>
                  </a:lnTo>
                  <a:lnTo>
                    <a:pt x="379618" y="1854804"/>
                  </a:lnTo>
                  <a:lnTo>
                    <a:pt x="376487" y="1856186"/>
                  </a:lnTo>
                  <a:lnTo>
                    <a:pt x="370227" y="1858950"/>
                  </a:lnTo>
                  <a:lnTo>
                    <a:pt x="365010" y="1861254"/>
                  </a:lnTo>
                  <a:lnTo>
                    <a:pt x="360663" y="1863174"/>
                  </a:lnTo>
                  <a:lnTo>
                    <a:pt x="350577" y="1867629"/>
                  </a:lnTo>
                  <a:lnTo>
                    <a:pt x="347794" y="1868858"/>
                  </a:lnTo>
                  <a:lnTo>
                    <a:pt x="334404" y="1874773"/>
                  </a:lnTo>
                  <a:lnTo>
                    <a:pt x="334056" y="1874927"/>
                  </a:lnTo>
                  <a:lnTo>
                    <a:pt x="330926" y="1876310"/>
                  </a:lnTo>
                  <a:lnTo>
                    <a:pt x="311624" y="1884840"/>
                  </a:lnTo>
                  <a:lnTo>
                    <a:pt x="303798" y="1888299"/>
                  </a:lnTo>
                  <a:lnTo>
                    <a:pt x="287278" y="1895603"/>
                  </a:lnTo>
                  <a:lnTo>
                    <a:pt x="275627" y="1900755"/>
                  </a:lnTo>
                  <a:lnTo>
                    <a:pt x="264324" y="1905754"/>
                  </a:lnTo>
                  <a:lnTo>
                    <a:pt x="259107" y="1908062"/>
                  </a:lnTo>
                  <a:lnTo>
                    <a:pt x="245369" y="1914139"/>
                  </a:lnTo>
                  <a:lnTo>
                    <a:pt x="205720" y="1931686"/>
                  </a:lnTo>
                  <a:lnTo>
                    <a:pt x="196330" y="1935844"/>
                  </a:lnTo>
                  <a:lnTo>
                    <a:pt x="191113" y="1938153"/>
                  </a:lnTo>
                  <a:lnTo>
                    <a:pt x="173897" y="1945777"/>
                  </a:lnTo>
                  <a:lnTo>
                    <a:pt x="129901" y="1965268"/>
                  </a:lnTo>
                  <a:lnTo>
                    <a:pt x="113381" y="1972590"/>
                  </a:lnTo>
                  <a:lnTo>
                    <a:pt x="85209" y="1985079"/>
                  </a:lnTo>
                  <a:lnTo>
                    <a:pt x="64863" y="1994101"/>
                  </a:lnTo>
                  <a:lnTo>
                    <a:pt x="28693" y="2010147"/>
                  </a:lnTo>
                  <a:lnTo>
                    <a:pt x="0" y="2022881"/>
                  </a:lnTo>
                  <a:close/>
                </a:path>
              </a:pathLst>
            </a:custGeom>
            <a:solidFill>
              <a:srgbClr val="7CAE00">
                <a:alpha val="14901"/>
              </a:srgbClr>
            </a:solidFill>
          </p:spPr>
          <p:txBody>
            <a:bodyPr/>
            <a:lstStyle/>
            <a:p/>
          </p:txBody>
        </p:sp>
        <p:sp>
          <p:nvSpPr>
            <p:cNvPr id="11" name="pl10"/>
            <p:cNvSpPr/>
            <p:nvPr/>
          </p:nvSpPr>
          <p:spPr>
            <a:xfrm>
              <a:off x="3377239" y="2765655"/>
              <a:ext cx="4320655" cy="1625057"/>
            </a:xfrm>
            <a:custGeom>
              <a:avLst/>
              <a:pathLst>
                <a:path w="4320655" h="1625057">
                  <a:moveTo>
                    <a:pt x="0" y="1625057"/>
                  </a:moveTo>
                  <a:lnTo>
                    <a:pt x="28693" y="1615492"/>
                  </a:lnTo>
                  <a:lnTo>
                    <a:pt x="64863" y="1603427"/>
                  </a:lnTo>
                  <a:lnTo>
                    <a:pt x="85209" y="1596638"/>
                  </a:lnTo>
                  <a:lnTo>
                    <a:pt x="113381" y="1587234"/>
                  </a:lnTo>
                  <a:lnTo>
                    <a:pt x="129901" y="1581717"/>
                  </a:lnTo>
                  <a:lnTo>
                    <a:pt x="173897" y="1567016"/>
                  </a:lnTo>
                  <a:lnTo>
                    <a:pt x="191113" y="1561261"/>
                  </a:lnTo>
                  <a:lnTo>
                    <a:pt x="196330" y="1559516"/>
                  </a:lnTo>
                  <a:lnTo>
                    <a:pt x="205720" y="1556376"/>
                  </a:lnTo>
                  <a:lnTo>
                    <a:pt x="245369" y="1543110"/>
                  </a:lnTo>
                  <a:lnTo>
                    <a:pt x="259107" y="1538511"/>
                  </a:lnTo>
                  <a:lnTo>
                    <a:pt x="264324" y="1536764"/>
                  </a:lnTo>
                  <a:lnTo>
                    <a:pt x="275627" y="1532979"/>
                  </a:lnTo>
                  <a:lnTo>
                    <a:pt x="287278" y="1529076"/>
                  </a:lnTo>
                  <a:lnTo>
                    <a:pt x="303798" y="1523541"/>
                  </a:lnTo>
                  <a:lnTo>
                    <a:pt x="311624" y="1520919"/>
                  </a:lnTo>
                  <a:lnTo>
                    <a:pt x="330926" y="1514448"/>
                  </a:lnTo>
                  <a:lnTo>
                    <a:pt x="334056" y="1513399"/>
                  </a:lnTo>
                  <a:lnTo>
                    <a:pt x="334404" y="1513282"/>
                  </a:lnTo>
                  <a:lnTo>
                    <a:pt x="347794" y="1508792"/>
                  </a:lnTo>
                  <a:lnTo>
                    <a:pt x="350577" y="1507858"/>
                  </a:lnTo>
                  <a:lnTo>
                    <a:pt x="360663" y="1504475"/>
                  </a:lnTo>
                  <a:lnTo>
                    <a:pt x="365010" y="1503016"/>
                  </a:lnTo>
                  <a:lnTo>
                    <a:pt x="370227" y="1501266"/>
                  </a:lnTo>
                  <a:lnTo>
                    <a:pt x="376487" y="1499165"/>
                  </a:lnTo>
                  <a:lnTo>
                    <a:pt x="379618" y="1498114"/>
                  </a:lnTo>
                  <a:lnTo>
                    <a:pt x="412484" y="1487079"/>
                  </a:lnTo>
                  <a:lnTo>
                    <a:pt x="412658" y="1487021"/>
                  </a:lnTo>
                  <a:lnTo>
                    <a:pt x="419266" y="1484801"/>
                  </a:lnTo>
                  <a:lnTo>
                    <a:pt x="433004" y="1480186"/>
                  </a:lnTo>
                  <a:lnTo>
                    <a:pt x="433700" y="1479952"/>
                  </a:lnTo>
                  <a:lnTo>
                    <a:pt x="438221" y="1478432"/>
                  </a:lnTo>
                  <a:lnTo>
                    <a:pt x="449524" y="1474633"/>
                  </a:lnTo>
                  <a:lnTo>
                    <a:pt x="461176" y="1470716"/>
                  </a:lnTo>
                  <a:lnTo>
                    <a:pt x="470566" y="1467558"/>
                  </a:lnTo>
                  <a:lnTo>
                    <a:pt x="477000" y="1465394"/>
                  </a:lnTo>
                  <a:lnTo>
                    <a:pt x="477696" y="1465160"/>
                  </a:lnTo>
                  <a:lnTo>
                    <a:pt x="485521" y="1462528"/>
                  </a:lnTo>
                  <a:lnTo>
                    <a:pt x="494912" y="1459368"/>
                  </a:lnTo>
                  <a:lnTo>
                    <a:pt x="504824" y="1456032"/>
                  </a:lnTo>
                  <a:lnTo>
                    <a:pt x="507954" y="1454978"/>
                  </a:lnTo>
                  <a:lnTo>
                    <a:pt x="508302" y="1454861"/>
                  </a:lnTo>
                  <a:lnTo>
                    <a:pt x="521692" y="1450353"/>
                  </a:lnTo>
                  <a:lnTo>
                    <a:pt x="524474" y="1449416"/>
                  </a:lnTo>
                  <a:lnTo>
                    <a:pt x="534560" y="1446019"/>
                  </a:lnTo>
                  <a:lnTo>
                    <a:pt x="538908" y="1444555"/>
                  </a:lnTo>
                  <a:lnTo>
                    <a:pt x="544125" y="1442797"/>
                  </a:lnTo>
                  <a:lnTo>
                    <a:pt x="550385" y="1440688"/>
                  </a:lnTo>
                  <a:lnTo>
                    <a:pt x="553515" y="1439633"/>
                  </a:lnTo>
                  <a:lnTo>
                    <a:pt x="586382" y="1428552"/>
                  </a:lnTo>
                  <a:lnTo>
                    <a:pt x="586556" y="1428494"/>
                  </a:lnTo>
                  <a:lnTo>
                    <a:pt x="593164" y="1426265"/>
                  </a:lnTo>
                  <a:lnTo>
                    <a:pt x="606902" y="1421629"/>
                  </a:lnTo>
                  <a:lnTo>
                    <a:pt x="607597" y="1421395"/>
                  </a:lnTo>
                  <a:lnTo>
                    <a:pt x="612119" y="1419869"/>
                  </a:lnTo>
                  <a:lnTo>
                    <a:pt x="623422" y="1416053"/>
                  </a:lnTo>
                  <a:lnTo>
                    <a:pt x="635073" y="1412119"/>
                  </a:lnTo>
                  <a:lnTo>
                    <a:pt x="644463" y="1408947"/>
                  </a:lnTo>
                  <a:lnTo>
                    <a:pt x="650898" y="1406773"/>
                  </a:lnTo>
                  <a:lnTo>
                    <a:pt x="651593" y="1406538"/>
                  </a:lnTo>
                  <a:lnTo>
                    <a:pt x="659419" y="1403894"/>
                  </a:lnTo>
                  <a:lnTo>
                    <a:pt x="668809" y="1400720"/>
                  </a:lnTo>
                  <a:lnTo>
                    <a:pt x="678721" y="1397369"/>
                  </a:lnTo>
                  <a:lnTo>
                    <a:pt x="681851" y="1396311"/>
                  </a:lnTo>
                  <a:lnTo>
                    <a:pt x="682199" y="1396193"/>
                  </a:lnTo>
                  <a:lnTo>
                    <a:pt x="695589" y="1391664"/>
                  </a:lnTo>
                  <a:lnTo>
                    <a:pt x="698372" y="1390723"/>
                  </a:lnTo>
                  <a:lnTo>
                    <a:pt x="708458" y="1387310"/>
                  </a:lnTo>
                  <a:lnTo>
                    <a:pt x="712805" y="1385839"/>
                  </a:lnTo>
                  <a:lnTo>
                    <a:pt x="718022" y="1384073"/>
                  </a:lnTo>
                  <a:lnTo>
                    <a:pt x="724282" y="1381953"/>
                  </a:lnTo>
                  <a:lnTo>
                    <a:pt x="727413" y="1380894"/>
                  </a:lnTo>
                  <a:lnTo>
                    <a:pt x="760279" y="1369759"/>
                  </a:lnTo>
                  <a:lnTo>
                    <a:pt x="760453" y="1369700"/>
                  </a:lnTo>
                  <a:lnTo>
                    <a:pt x="767061" y="1367461"/>
                  </a:lnTo>
                  <a:lnTo>
                    <a:pt x="780799" y="1362802"/>
                  </a:lnTo>
                  <a:lnTo>
                    <a:pt x="781495" y="1362566"/>
                  </a:lnTo>
                  <a:lnTo>
                    <a:pt x="786016" y="1361033"/>
                  </a:lnTo>
                  <a:lnTo>
                    <a:pt x="797319" y="1357198"/>
                  </a:lnTo>
                  <a:lnTo>
                    <a:pt x="818361" y="1350056"/>
                  </a:lnTo>
                  <a:lnTo>
                    <a:pt x="824795" y="1347871"/>
                  </a:lnTo>
                  <a:lnTo>
                    <a:pt x="833316" y="1344976"/>
                  </a:lnTo>
                  <a:lnTo>
                    <a:pt x="842707" y="1341786"/>
                  </a:lnTo>
                  <a:lnTo>
                    <a:pt x="852619" y="1338417"/>
                  </a:lnTo>
                  <a:lnTo>
                    <a:pt x="855749" y="1337353"/>
                  </a:lnTo>
                  <a:lnTo>
                    <a:pt x="856097" y="1337235"/>
                  </a:lnTo>
                  <a:lnTo>
                    <a:pt x="869487" y="1332681"/>
                  </a:lnTo>
                  <a:lnTo>
                    <a:pt x="872269" y="1331735"/>
                  </a:lnTo>
                  <a:lnTo>
                    <a:pt x="882355" y="1328304"/>
                  </a:lnTo>
                  <a:lnTo>
                    <a:pt x="886703" y="1326824"/>
                  </a:lnTo>
                  <a:lnTo>
                    <a:pt x="891920" y="1325049"/>
                  </a:lnTo>
                  <a:lnTo>
                    <a:pt x="898180" y="1322917"/>
                  </a:lnTo>
                  <a:lnTo>
                    <a:pt x="901310" y="1321852"/>
                  </a:lnTo>
                  <a:lnTo>
                    <a:pt x="934177" y="1310655"/>
                  </a:lnTo>
                  <a:lnTo>
                    <a:pt x="934350" y="1310595"/>
                  </a:lnTo>
                  <a:lnTo>
                    <a:pt x="940959" y="1308342"/>
                  </a:lnTo>
                  <a:lnTo>
                    <a:pt x="954696" y="1303657"/>
                  </a:lnTo>
                  <a:lnTo>
                    <a:pt x="955392" y="1303420"/>
                  </a:lnTo>
                  <a:lnTo>
                    <a:pt x="959913" y="1301877"/>
                  </a:lnTo>
                  <a:lnTo>
                    <a:pt x="971217" y="1298020"/>
                  </a:lnTo>
                  <a:lnTo>
                    <a:pt x="982868" y="1294042"/>
                  </a:lnTo>
                  <a:lnTo>
                    <a:pt x="992258" y="1290835"/>
                  </a:lnTo>
                  <a:lnTo>
                    <a:pt x="998693" y="1288636"/>
                  </a:lnTo>
                  <a:lnTo>
                    <a:pt x="999388" y="1288399"/>
                  </a:lnTo>
                  <a:lnTo>
                    <a:pt x="1007214" y="1285724"/>
                  </a:lnTo>
                  <a:lnTo>
                    <a:pt x="1016604" y="1282514"/>
                  </a:lnTo>
                  <a:lnTo>
                    <a:pt x="1026516" y="1279124"/>
                  </a:lnTo>
                  <a:lnTo>
                    <a:pt x="1029646" y="1278054"/>
                  </a:lnTo>
                  <a:lnTo>
                    <a:pt x="1029994" y="1277935"/>
                  </a:lnTo>
                  <a:lnTo>
                    <a:pt x="1043384" y="1273353"/>
                  </a:lnTo>
                  <a:lnTo>
                    <a:pt x="1046167" y="1272400"/>
                  </a:lnTo>
                  <a:lnTo>
                    <a:pt x="1056253" y="1268947"/>
                  </a:lnTo>
                  <a:lnTo>
                    <a:pt x="1060600" y="1267458"/>
                  </a:lnTo>
                  <a:lnTo>
                    <a:pt x="1065817" y="1265671"/>
                  </a:lnTo>
                  <a:lnTo>
                    <a:pt x="1072077" y="1263526"/>
                  </a:lnTo>
                  <a:lnTo>
                    <a:pt x="1075207" y="1262453"/>
                  </a:lnTo>
                  <a:lnTo>
                    <a:pt x="1108074" y="1251182"/>
                  </a:lnTo>
                  <a:lnTo>
                    <a:pt x="1108248" y="1251122"/>
                  </a:lnTo>
                  <a:lnTo>
                    <a:pt x="1114856" y="1248854"/>
                  </a:lnTo>
                  <a:lnTo>
                    <a:pt x="1128594" y="1244137"/>
                  </a:lnTo>
                  <a:lnTo>
                    <a:pt x="1129290" y="1243898"/>
                  </a:lnTo>
                  <a:lnTo>
                    <a:pt x="1133811" y="1242345"/>
                  </a:lnTo>
                  <a:lnTo>
                    <a:pt x="1145114" y="1238460"/>
                  </a:lnTo>
                  <a:lnTo>
                    <a:pt x="1156765" y="1234455"/>
                  </a:lnTo>
                  <a:lnTo>
                    <a:pt x="1166156" y="1231225"/>
                  </a:lnTo>
                  <a:lnTo>
                    <a:pt x="1172590" y="1229011"/>
                  </a:lnTo>
                  <a:lnTo>
                    <a:pt x="1173286" y="1228771"/>
                  </a:lnTo>
                  <a:lnTo>
                    <a:pt x="1181111" y="1226078"/>
                  </a:lnTo>
                  <a:lnTo>
                    <a:pt x="1190501" y="1222844"/>
                  </a:lnTo>
                  <a:lnTo>
                    <a:pt x="1200414" y="1219430"/>
                  </a:lnTo>
                  <a:lnTo>
                    <a:pt x="1203544" y="1218351"/>
                  </a:lnTo>
                  <a:lnTo>
                    <a:pt x="1203892" y="1218231"/>
                  </a:lnTo>
                  <a:lnTo>
                    <a:pt x="1217282" y="1213615"/>
                  </a:lnTo>
                  <a:lnTo>
                    <a:pt x="1220064" y="1212656"/>
                  </a:lnTo>
                  <a:lnTo>
                    <a:pt x="1230150" y="1209177"/>
                  </a:lnTo>
                  <a:lnTo>
                    <a:pt x="1234497" y="1207677"/>
                  </a:lnTo>
                  <a:lnTo>
                    <a:pt x="1239714" y="1205876"/>
                  </a:lnTo>
                  <a:lnTo>
                    <a:pt x="1245975" y="1203715"/>
                  </a:lnTo>
                  <a:lnTo>
                    <a:pt x="1249105" y="1202634"/>
                  </a:lnTo>
                  <a:lnTo>
                    <a:pt x="1281971" y="1191275"/>
                  </a:lnTo>
                  <a:lnTo>
                    <a:pt x="1282145" y="1191214"/>
                  </a:lnTo>
                  <a:lnTo>
                    <a:pt x="1288753" y="1188928"/>
                  </a:lnTo>
                  <a:lnTo>
                    <a:pt x="1302491" y="1184173"/>
                  </a:lnTo>
                  <a:lnTo>
                    <a:pt x="1303187" y="1183933"/>
                  </a:lnTo>
                  <a:lnTo>
                    <a:pt x="1307708" y="1182367"/>
                  </a:lnTo>
                  <a:lnTo>
                    <a:pt x="1319012" y="1178451"/>
                  </a:lnTo>
                  <a:lnTo>
                    <a:pt x="1330663" y="1174412"/>
                  </a:lnTo>
                  <a:lnTo>
                    <a:pt x="1340053" y="1171156"/>
                  </a:lnTo>
                  <a:lnTo>
                    <a:pt x="1346487" y="1168923"/>
                  </a:lnTo>
                  <a:lnTo>
                    <a:pt x="1347183" y="1168682"/>
                  </a:lnTo>
                  <a:lnTo>
                    <a:pt x="1355008" y="1165966"/>
                  </a:lnTo>
                  <a:lnTo>
                    <a:pt x="1364399" y="1162705"/>
                  </a:lnTo>
                  <a:lnTo>
                    <a:pt x="1374311" y="1159261"/>
                  </a:lnTo>
                  <a:lnTo>
                    <a:pt x="1377441" y="1158173"/>
                  </a:lnTo>
                  <a:lnTo>
                    <a:pt x="1377789" y="1158052"/>
                  </a:lnTo>
                  <a:lnTo>
                    <a:pt x="1391179" y="1153396"/>
                  </a:lnTo>
                  <a:lnTo>
                    <a:pt x="1393961" y="1152428"/>
                  </a:lnTo>
                  <a:lnTo>
                    <a:pt x="1404047" y="1148919"/>
                  </a:lnTo>
                  <a:lnTo>
                    <a:pt x="1408395" y="1147405"/>
                  </a:lnTo>
                  <a:lnTo>
                    <a:pt x="1413612" y="1145589"/>
                  </a:lnTo>
                  <a:lnTo>
                    <a:pt x="1419872" y="1143408"/>
                  </a:lnTo>
                  <a:lnTo>
                    <a:pt x="1423002" y="1142317"/>
                  </a:lnTo>
                  <a:lnTo>
                    <a:pt x="1455869" y="1130855"/>
                  </a:lnTo>
                  <a:lnTo>
                    <a:pt x="1456043" y="1130794"/>
                  </a:lnTo>
                  <a:lnTo>
                    <a:pt x="1462651" y="1128487"/>
                  </a:lnTo>
                  <a:lnTo>
                    <a:pt x="1476389" y="1123687"/>
                  </a:lnTo>
                  <a:lnTo>
                    <a:pt x="1477084" y="1123444"/>
                  </a:lnTo>
                  <a:lnTo>
                    <a:pt x="1481606" y="1121864"/>
                  </a:lnTo>
                  <a:lnTo>
                    <a:pt x="1492909" y="1117911"/>
                  </a:lnTo>
                  <a:lnTo>
                    <a:pt x="1504560" y="1113833"/>
                  </a:lnTo>
                  <a:lnTo>
                    <a:pt x="1513951" y="1110545"/>
                  </a:lnTo>
                  <a:lnTo>
                    <a:pt x="1520385" y="1108291"/>
                  </a:lnTo>
                  <a:lnTo>
                    <a:pt x="1521080" y="1108047"/>
                  </a:lnTo>
                  <a:lnTo>
                    <a:pt x="1528906" y="1105304"/>
                  </a:lnTo>
                  <a:lnTo>
                    <a:pt x="1538296" y="1102011"/>
                  </a:lnTo>
                  <a:lnTo>
                    <a:pt x="1548208" y="1098533"/>
                  </a:lnTo>
                  <a:lnTo>
                    <a:pt x="1551339" y="1097434"/>
                  </a:lnTo>
                  <a:lnTo>
                    <a:pt x="1551686" y="1097312"/>
                  </a:lnTo>
                  <a:lnTo>
                    <a:pt x="1565077" y="1092609"/>
                  </a:lnTo>
                  <a:lnTo>
                    <a:pt x="1567859" y="1091631"/>
                  </a:lnTo>
                  <a:lnTo>
                    <a:pt x="1577945" y="1088085"/>
                  </a:lnTo>
                  <a:lnTo>
                    <a:pt x="1582292" y="1086556"/>
                  </a:lnTo>
                  <a:lnTo>
                    <a:pt x="1587509" y="1084721"/>
                  </a:lnTo>
                  <a:lnTo>
                    <a:pt x="1593770" y="1082517"/>
                  </a:lnTo>
                  <a:lnTo>
                    <a:pt x="1596900" y="1081415"/>
                  </a:lnTo>
                  <a:lnTo>
                    <a:pt x="1629766" y="1069831"/>
                  </a:lnTo>
                  <a:lnTo>
                    <a:pt x="1629940" y="1069770"/>
                  </a:lnTo>
                  <a:lnTo>
                    <a:pt x="1636548" y="1067437"/>
                  </a:lnTo>
                  <a:lnTo>
                    <a:pt x="1650286" y="1062586"/>
                  </a:lnTo>
                  <a:lnTo>
                    <a:pt x="1650982" y="1062340"/>
                  </a:lnTo>
                  <a:lnTo>
                    <a:pt x="1655503" y="1060742"/>
                  </a:lnTo>
                  <a:lnTo>
                    <a:pt x="1666807" y="1056745"/>
                  </a:lnTo>
                  <a:lnTo>
                    <a:pt x="1678458" y="1052622"/>
                  </a:lnTo>
                  <a:lnTo>
                    <a:pt x="1687848" y="1049297"/>
                  </a:lnTo>
                  <a:lnTo>
                    <a:pt x="1694282" y="1047017"/>
                  </a:lnTo>
                  <a:lnTo>
                    <a:pt x="1694978" y="1046771"/>
                  </a:lnTo>
                  <a:lnTo>
                    <a:pt x="1702803" y="1043996"/>
                  </a:lnTo>
                  <a:lnTo>
                    <a:pt x="1712194" y="1040665"/>
                  </a:lnTo>
                  <a:lnTo>
                    <a:pt x="1725236" y="1036035"/>
                  </a:lnTo>
                  <a:lnTo>
                    <a:pt x="1725584" y="1035912"/>
                  </a:lnTo>
                  <a:lnTo>
                    <a:pt x="1738974" y="1031154"/>
                  </a:lnTo>
                  <a:lnTo>
                    <a:pt x="1741756" y="1030164"/>
                  </a:lnTo>
                  <a:lnTo>
                    <a:pt x="1751842" y="1026576"/>
                  </a:lnTo>
                  <a:lnTo>
                    <a:pt x="1756190" y="1025029"/>
                  </a:lnTo>
                  <a:lnTo>
                    <a:pt x="1761407" y="1023172"/>
                  </a:lnTo>
                  <a:lnTo>
                    <a:pt x="1767667" y="1020942"/>
                  </a:lnTo>
                  <a:lnTo>
                    <a:pt x="1770797" y="1019826"/>
                  </a:lnTo>
                  <a:lnTo>
                    <a:pt x="1803664" y="1008100"/>
                  </a:lnTo>
                  <a:lnTo>
                    <a:pt x="1803838" y="1008038"/>
                  </a:lnTo>
                  <a:lnTo>
                    <a:pt x="1810446" y="1005677"/>
                  </a:lnTo>
                  <a:lnTo>
                    <a:pt x="1824184" y="1000764"/>
                  </a:lnTo>
                  <a:lnTo>
                    <a:pt x="1824879" y="1000515"/>
                  </a:lnTo>
                  <a:lnTo>
                    <a:pt x="1829401" y="998897"/>
                  </a:lnTo>
                  <a:lnTo>
                    <a:pt x="1840704" y="994849"/>
                  </a:lnTo>
                  <a:lnTo>
                    <a:pt x="1852355" y="990674"/>
                  </a:lnTo>
                  <a:lnTo>
                    <a:pt x="1861746" y="987305"/>
                  </a:lnTo>
                  <a:lnTo>
                    <a:pt x="1868180" y="984996"/>
                  </a:lnTo>
                  <a:lnTo>
                    <a:pt x="1868875" y="984746"/>
                  </a:lnTo>
                  <a:lnTo>
                    <a:pt x="1876701" y="981935"/>
                  </a:lnTo>
                  <a:lnTo>
                    <a:pt x="1886091" y="978560"/>
                  </a:lnTo>
                  <a:lnTo>
                    <a:pt x="1896003" y="974995"/>
                  </a:lnTo>
                  <a:lnTo>
                    <a:pt x="1899134" y="973869"/>
                  </a:lnTo>
                  <a:lnTo>
                    <a:pt x="1899481" y="973744"/>
                  </a:lnTo>
                  <a:lnTo>
                    <a:pt x="1912871" y="968921"/>
                  </a:lnTo>
                  <a:lnTo>
                    <a:pt x="1915654" y="967919"/>
                  </a:lnTo>
                  <a:lnTo>
                    <a:pt x="1925740" y="964282"/>
                  </a:lnTo>
                  <a:lnTo>
                    <a:pt x="1930087" y="962714"/>
                  </a:lnTo>
                  <a:lnTo>
                    <a:pt x="1935304" y="960831"/>
                  </a:lnTo>
                  <a:lnTo>
                    <a:pt x="1941564" y="958570"/>
                  </a:lnTo>
                  <a:lnTo>
                    <a:pt x="1944695" y="957440"/>
                  </a:lnTo>
                  <a:lnTo>
                    <a:pt x="1977561" y="945550"/>
                  </a:lnTo>
                  <a:lnTo>
                    <a:pt x="1977735" y="945487"/>
                  </a:lnTo>
                  <a:lnTo>
                    <a:pt x="1984343" y="943092"/>
                  </a:lnTo>
                  <a:lnTo>
                    <a:pt x="1998081" y="938109"/>
                  </a:lnTo>
                  <a:lnTo>
                    <a:pt x="1998777" y="937857"/>
                  </a:lnTo>
                  <a:lnTo>
                    <a:pt x="2003298" y="936215"/>
                  </a:lnTo>
                  <a:lnTo>
                    <a:pt x="2014601" y="932109"/>
                  </a:lnTo>
                  <a:lnTo>
                    <a:pt x="2026253" y="927873"/>
                  </a:lnTo>
                  <a:lnTo>
                    <a:pt x="2035643" y="924455"/>
                  </a:lnTo>
                  <a:lnTo>
                    <a:pt x="2042077" y="922111"/>
                  </a:lnTo>
                  <a:lnTo>
                    <a:pt x="2042773" y="921858"/>
                  </a:lnTo>
                  <a:lnTo>
                    <a:pt x="2050598" y="919006"/>
                  </a:lnTo>
                  <a:lnTo>
                    <a:pt x="2059989" y="915581"/>
                  </a:lnTo>
                  <a:lnTo>
                    <a:pt x="2069901" y="911962"/>
                  </a:lnTo>
                  <a:lnTo>
                    <a:pt x="2073031" y="910818"/>
                  </a:lnTo>
                  <a:lnTo>
                    <a:pt x="2073379" y="910691"/>
                  </a:lnTo>
                  <a:lnTo>
                    <a:pt x="2086769" y="905796"/>
                  </a:lnTo>
                  <a:lnTo>
                    <a:pt x="2089551" y="904778"/>
                  </a:lnTo>
                  <a:lnTo>
                    <a:pt x="2099637" y="901086"/>
                  </a:lnTo>
                  <a:lnTo>
                    <a:pt x="2103985" y="899494"/>
                  </a:lnTo>
                  <a:lnTo>
                    <a:pt x="2109202" y="897582"/>
                  </a:lnTo>
                  <a:lnTo>
                    <a:pt x="2115462" y="895287"/>
                  </a:lnTo>
                  <a:lnTo>
                    <a:pt x="2118592" y="894139"/>
                  </a:lnTo>
                  <a:lnTo>
                    <a:pt x="2151459" y="882063"/>
                  </a:lnTo>
                  <a:lnTo>
                    <a:pt x="2151633" y="881999"/>
                  </a:lnTo>
                  <a:lnTo>
                    <a:pt x="2158241" y="879566"/>
                  </a:lnTo>
                  <a:lnTo>
                    <a:pt x="2171979" y="874504"/>
                  </a:lnTo>
                  <a:lnTo>
                    <a:pt x="2172674" y="874248"/>
                  </a:lnTo>
                  <a:lnTo>
                    <a:pt x="2177196" y="872580"/>
                  </a:lnTo>
                  <a:lnTo>
                    <a:pt x="2188499" y="868408"/>
                  </a:lnTo>
                  <a:lnTo>
                    <a:pt x="2200150" y="864103"/>
                  </a:lnTo>
                  <a:lnTo>
                    <a:pt x="2209540" y="860630"/>
                  </a:lnTo>
                  <a:lnTo>
                    <a:pt x="2215975" y="858248"/>
                  </a:lnTo>
                  <a:lnTo>
                    <a:pt x="2216670" y="857990"/>
                  </a:lnTo>
                  <a:lnTo>
                    <a:pt x="2224496" y="855091"/>
                  </a:lnTo>
                  <a:lnTo>
                    <a:pt x="2233886" y="851610"/>
                  </a:lnTo>
                  <a:lnTo>
                    <a:pt x="2243798" y="847932"/>
                  </a:lnTo>
                  <a:lnTo>
                    <a:pt x="2246928" y="846769"/>
                  </a:lnTo>
                  <a:lnTo>
                    <a:pt x="2247276" y="846640"/>
                  </a:lnTo>
                  <a:lnTo>
                    <a:pt x="2260666" y="841664"/>
                  </a:lnTo>
                  <a:lnTo>
                    <a:pt x="2263449" y="840629"/>
                  </a:lnTo>
                  <a:lnTo>
                    <a:pt x="2273535" y="836875"/>
                  </a:lnTo>
                  <a:lnTo>
                    <a:pt x="2277882" y="835255"/>
                  </a:lnTo>
                  <a:lnTo>
                    <a:pt x="2283099" y="833311"/>
                  </a:lnTo>
                  <a:lnTo>
                    <a:pt x="2289359" y="830977"/>
                  </a:lnTo>
                  <a:lnTo>
                    <a:pt x="2292490" y="829810"/>
                  </a:lnTo>
                  <a:lnTo>
                    <a:pt x="2325356" y="817528"/>
                  </a:lnTo>
                  <a:lnTo>
                    <a:pt x="2325530" y="817462"/>
                  </a:lnTo>
                  <a:lnTo>
                    <a:pt x="2332138" y="814988"/>
                  </a:lnTo>
                  <a:lnTo>
                    <a:pt x="2345876" y="809839"/>
                  </a:lnTo>
                  <a:lnTo>
                    <a:pt x="2346572" y="809578"/>
                  </a:lnTo>
                  <a:lnTo>
                    <a:pt x="2351093" y="807881"/>
                  </a:lnTo>
                  <a:lnTo>
                    <a:pt x="2362396" y="803637"/>
                  </a:lnTo>
                  <a:lnTo>
                    <a:pt x="2374047" y="799256"/>
                  </a:lnTo>
                  <a:lnTo>
                    <a:pt x="2383438" y="795722"/>
                  </a:lnTo>
                  <a:lnTo>
                    <a:pt x="2389872" y="793299"/>
                  </a:lnTo>
                  <a:lnTo>
                    <a:pt x="2390568" y="793037"/>
                  </a:lnTo>
                  <a:lnTo>
                    <a:pt x="2398393" y="790087"/>
                  </a:lnTo>
                  <a:lnTo>
                    <a:pt x="2407784" y="786544"/>
                  </a:lnTo>
                  <a:lnTo>
                    <a:pt x="2417696" y="782800"/>
                  </a:lnTo>
                  <a:lnTo>
                    <a:pt x="2420826" y="781617"/>
                  </a:lnTo>
                  <a:lnTo>
                    <a:pt x="2421174" y="781486"/>
                  </a:lnTo>
                  <a:lnTo>
                    <a:pt x="2434564" y="776420"/>
                  </a:lnTo>
                  <a:lnTo>
                    <a:pt x="2437346" y="775367"/>
                  </a:lnTo>
                  <a:lnTo>
                    <a:pt x="2447432" y="771546"/>
                  </a:lnTo>
                  <a:lnTo>
                    <a:pt x="2451780" y="769898"/>
                  </a:lnTo>
                  <a:lnTo>
                    <a:pt x="2456997" y="767919"/>
                  </a:lnTo>
                  <a:lnTo>
                    <a:pt x="2463257" y="765543"/>
                  </a:lnTo>
                  <a:lnTo>
                    <a:pt x="2466387" y="764354"/>
                  </a:lnTo>
                  <a:lnTo>
                    <a:pt x="2499254" y="751850"/>
                  </a:lnTo>
                  <a:lnTo>
                    <a:pt x="2499428" y="751784"/>
                  </a:lnTo>
                  <a:lnTo>
                    <a:pt x="2506036" y="749264"/>
                  </a:lnTo>
                  <a:lnTo>
                    <a:pt x="2519774" y="744021"/>
                  </a:lnTo>
                  <a:lnTo>
                    <a:pt x="2520469" y="743756"/>
                  </a:lnTo>
                  <a:lnTo>
                    <a:pt x="2524990" y="742028"/>
                  </a:lnTo>
                  <a:lnTo>
                    <a:pt x="2536294" y="737706"/>
                  </a:lnTo>
                  <a:lnTo>
                    <a:pt x="2547945" y="733246"/>
                  </a:lnTo>
                  <a:lnTo>
                    <a:pt x="2557335" y="729647"/>
                  </a:lnTo>
                  <a:lnTo>
                    <a:pt x="2563770" y="727179"/>
                  </a:lnTo>
                  <a:lnTo>
                    <a:pt x="2564465" y="726912"/>
                  </a:lnTo>
                  <a:lnTo>
                    <a:pt x="2572291" y="723908"/>
                  </a:lnTo>
                  <a:lnTo>
                    <a:pt x="2581681" y="720299"/>
                  </a:lnTo>
                  <a:lnTo>
                    <a:pt x="2591593" y="716487"/>
                  </a:lnTo>
                  <a:lnTo>
                    <a:pt x="2594723" y="715282"/>
                  </a:lnTo>
                  <a:lnTo>
                    <a:pt x="2608461" y="709990"/>
                  </a:lnTo>
                  <a:lnTo>
                    <a:pt x="2611244" y="708917"/>
                  </a:lnTo>
                  <a:lnTo>
                    <a:pt x="2621330" y="705025"/>
                  </a:lnTo>
                  <a:lnTo>
                    <a:pt x="2625677" y="703347"/>
                  </a:lnTo>
                  <a:lnTo>
                    <a:pt x="2630894" y="701331"/>
                  </a:lnTo>
                  <a:lnTo>
                    <a:pt x="2637154" y="698911"/>
                  </a:lnTo>
                  <a:lnTo>
                    <a:pt x="2640284" y="697700"/>
                  </a:lnTo>
                  <a:lnTo>
                    <a:pt x="2673151" y="684965"/>
                  </a:lnTo>
                  <a:lnTo>
                    <a:pt x="2673325" y="684897"/>
                  </a:lnTo>
                  <a:lnTo>
                    <a:pt x="2679933" y="682331"/>
                  </a:lnTo>
                  <a:lnTo>
                    <a:pt x="2693671" y="676991"/>
                  </a:lnTo>
                  <a:lnTo>
                    <a:pt x="2694367" y="676721"/>
                  </a:lnTo>
                  <a:lnTo>
                    <a:pt x="2698888" y="674961"/>
                  </a:lnTo>
                  <a:lnTo>
                    <a:pt x="2710191" y="670559"/>
                  </a:lnTo>
                  <a:lnTo>
                    <a:pt x="2721842" y="666016"/>
                  </a:lnTo>
                  <a:lnTo>
                    <a:pt x="2731233" y="662351"/>
                  </a:lnTo>
                  <a:lnTo>
                    <a:pt x="2737667" y="659837"/>
                  </a:lnTo>
                  <a:lnTo>
                    <a:pt x="2738363" y="659565"/>
                  </a:lnTo>
                  <a:lnTo>
                    <a:pt x="2755578" y="652831"/>
                  </a:lnTo>
                  <a:lnTo>
                    <a:pt x="2765491" y="648948"/>
                  </a:lnTo>
                  <a:lnTo>
                    <a:pt x="2768621" y="647721"/>
                  </a:lnTo>
                  <a:lnTo>
                    <a:pt x="2768969" y="647585"/>
                  </a:lnTo>
                  <a:lnTo>
                    <a:pt x="2782359" y="642331"/>
                  </a:lnTo>
                  <a:lnTo>
                    <a:pt x="2785141" y="641238"/>
                  </a:lnTo>
                  <a:lnTo>
                    <a:pt x="2795227" y="637275"/>
                  </a:lnTo>
                  <a:lnTo>
                    <a:pt x="2799575" y="635566"/>
                  </a:lnTo>
                  <a:lnTo>
                    <a:pt x="2804791" y="633513"/>
                  </a:lnTo>
                  <a:lnTo>
                    <a:pt x="2811052" y="631049"/>
                  </a:lnTo>
                  <a:lnTo>
                    <a:pt x="2814182" y="629816"/>
                  </a:lnTo>
                  <a:lnTo>
                    <a:pt x="2847049" y="616848"/>
                  </a:lnTo>
                  <a:lnTo>
                    <a:pt x="2847222" y="616779"/>
                  </a:lnTo>
                  <a:lnTo>
                    <a:pt x="2853831" y="614166"/>
                  </a:lnTo>
                  <a:lnTo>
                    <a:pt x="2867568" y="608729"/>
                  </a:lnTo>
                  <a:lnTo>
                    <a:pt x="2868264" y="608454"/>
                  </a:lnTo>
                  <a:lnTo>
                    <a:pt x="2872785" y="606662"/>
                  </a:lnTo>
                  <a:lnTo>
                    <a:pt x="2884089" y="602181"/>
                  </a:lnTo>
                  <a:lnTo>
                    <a:pt x="2895740" y="597556"/>
                  </a:lnTo>
                  <a:lnTo>
                    <a:pt x="2905130" y="593824"/>
                  </a:lnTo>
                  <a:lnTo>
                    <a:pt x="2911564" y="591266"/>
                  </a:lnTo>
                  <a:lnTo>
                    <a:pt x="2912260" y="590989"/>
                  </a:lnTo>
                  <a:lnTo>
                    <a:pt x="2920085" y="587874"/>
                  </a:lnTo>
                  <a:lnTo>
                    <a:pt x="2929476" y="584134"/>
                  </a:lnTo>
                  <a:lnTo>
                    <a:pt x="2939388" y="580182"/>
                  </a:lnTo>
                  <a:lnTo>
                    <a:pt x="2942518" y="578933"/>
                  </a:lnTo>
                  <a:lnTo>
                    <a:pt x="2942866" y="578794"/>
                  </a:lnTo>
                  <a:lnTo>
                    <a:pt x="2956256" y="573447"/>
                  </a:lnTo>
                  <a:lnTo>
                    <a:pt x="2959038" y="572336"/>
                  </a:lnTo>
                  <a:lnTo>
                    <a:pt x="2969125" y="568302"/>
                  </a:lnTo>
                  <a:lnTo>
                    <a:pt x="2973472" y="566563"/>
                  </a:lnTo>
                  <a:lnTo>
                    <a:pt x="2978689" y="564474"/>
                  </a:lnTo>
                  <a:lnTo>
                    <a:pt x="2984949" y="561967"/>
                  </a:lnTo>
                  <a:lnTo>
                    <a:pt x="2988079" y="560712"/>
                  </a:lnTo>
                  <a:lnTo>
                    <a:pt x="3020946" y="547518"/>
                  </a:lnTo>
                  <a:lnTo>
                    <a:pt x="3021120" y="547448"/>
                  </a:lnTo>
                  <a:lnTo>
                    <a:pt x="3027728" y="544791"/>
                  </a:lnTo>
                  <a:lnTo>
                    <a:pt x="3041466" y="539260"/>
                  </a:lnTo>
                  <a:lnTo>
                    <a:pt x="3042161" y="538980"/>
                  </a:lnTo>
                  <a:lnTo>
                    <a:pt x="3046683" y="537158"/>
                  </a:lnTo>
                  <a:lnTo>
                    <a:pt x="3057986" y="532600"/>
                  </a:lnTo>
                  <a:lnTo>
                    <a:pt x="3069637" y="527896"/>
                  </a:lnTo>
                  <a:lnTo>
                    <a:pt x="3079028" y="524102"/>
                  </a:lnTo>
                  <a:lnTo>
                    <a:pt x="3085462" y="521500"/>
                  </a:lnTo>
                  <a:lnTo>
                    <a:pt x="3086157" y="521218"/>
                  </a:lnTo>
                  <a:lnTo>
                    <a:pt x="3093983" y="518052"/>
                  </a:lnTo>
                  <a:lnTo>
                    <a:pt x="3103373" y="514249"/>
                  </a:lnTo>
                  <a:lnTo>
                    <a:pt x="3113285" y="510231"/>
                  </a:lnTo>
                  <a:lnTo>
                    <a:pt x="3116416" y="508961"/>
                  </a:lnTo>
                  <a:lnTo>
                    <a:pt x="3116763" y="508820"/>
                  </a:lnTo>
                  <a:lnTo>
                    <a:pt x="3130154" y="503385"/>
                  </a:lnTo>
                  <a:lnTo>
                    <a:pt x="3132936" y="502255"/>
                  </a:lnTo>
                  <a:lnTo>
                    <a:pt x="3143022" y="498156"/>
                  </a:lnTo>
                  <a:lnTo>
                    <a:pt x="3147369" y="496388"/>
                  </a:lnTo>
                  <a:lnTo>
                    <a:pt x="3152586" y="494265"/>
                  </a:lnTo>
                  <a:lnTo>
                    <a:pt x="3158847" y="491717"/>
                  </a:lnTo>
                  <a:lnTo>
                    <a:pt x="3161977" y="490442"/>
                  </a:lnTo>
                  <a:lnTo>
                    <a:pt x="3194843" y="477037"/>
                  </a:lnTo>
                  <a:lnTo>
                    <a:pt x="3195017" y="476966"/>
                  </a:lnTo>
                  <a:lnTo>
                    <a:pt x="3201625" y="474266"/>
                  </a:lnTo>
                  <a:lnTo>
                    <a:pt x="3215363" y="468648"/>
                  </a:lnTo>
                  <a:lnTo>
                    <a:pt x="3216059" y="468364"/>
                  </a:lnTo>
                  <a:lnTo>
                    <a:pt x="3220580" y="466513"/>
                  </a:lnTo>
                  <a:lnTo>
                    <a:pt x="3231884" y="461884"/>
                  </a:lnTo>
                  <a:lnTo>
                    <a:pt x="3243535" y="457108"/>
                  </a:lnTo>
                  <a:lnTo>
                    <a:pt x="3252925" y="453255"/>
                  </a:lnTo>
                  <a:lnTo>
                    <a:pt x="3259359" y="450613"/>
                  </a:lnTo>
                  <a:lnTo>
                    <a:pt x="3260055" y="450327"/>
                  </a:lnTo>
                  <a:lnTo>
                    <a:pt x="3267880" y="447112"/>
                  </a:lnTo>
                  <a:lnTo>
                    <a:pt x="3277271" y="443252"/>
                  </a:lnTo>
                  <a:lnTo>
                    <a:pt x="3287183" y="439174"/>
                  </a:lnTo>
                  <a:lnTo>
                    <a:pt x="3290313" y="437885"/>
                  </a:lnTo>
                  <a:lnTo>
                    <a:pt x="3290661" y="437742"/>
                  </a:lnTo>
                  <a:lnTo>
                    <a:pt x="3304051" y="432226"/>
                  </a:lnTo>
                  <a:lnTo>
                    <a:pt x="3306833" y="431079"/>
                  </a:lnTo>
                  <a:lnTo>
                    <a:pt x="3316919" y="426919"/>
                  </a:lnTo>
                  <a:lnTo>
                    <a:pt x="3321267" y="425125"/>
                  </a:lnTo>
                  <a:lnTo>
                    <a:pt x="3326484" y="422972"/>
                  </a:lnTo>
                  <a:lnTo>
                    <a:pt x="3332744" y="420386"/>
                  </a:lnTo>
                  <a:lnTo>
                    <a:pt x="3335874" y="419093"/>
                  </a:lnTo>
                  <a:lnTo>
                    <a:pt x="3368741" y="405495"/>
                  </a:lnTo>
                  <a:lnTo>
                    <a:pt x="3368915" y="405423"/>
                  </a:lnTo>
                  <a:lnTo>
                    <a:pt x="3375523" y="402685"/>
                  </a:lnTo>
                  <a:lnTo>
                    <a:pt x="3389261" y="396989"/>
                  </a:lnTo>
                  <a:lnTo>
                    <a:pt x="3389956" y="396700"/>
                  </a:lnTo>
                  <a:lnTo>
                    <a:pt x="3394478" y="394824"/>
                  </a:lnTo>
                  <a:lnTo>
                    <a:pt x="3405781" y="390130"/>
                  </a:lnTo>
                  <a:lnTo>
                    <a:pt x="3417432" y="385289"/>
                  </a:lnTo>
                  <a:lnTo>
                    <a:pt x="3426823" y="381383"/>
                  </a:lnTo>
                  <a:lnTo>
                    <a:pt x="3433257" y="378706"/>
                  </a:lnTo>
                  <a:lnTo>
                    <a:pt x="3433952" y="378416"/>
                  </a:lnTo>
                  <a:lnTo>
                    <a:pt x="3451168" y="371246"/>
                  </a:lnTo>
                  <a:lnTo>
                    <a:pt x="3461080" y="367113"/>
                  </a:lnTo>
                  <a:lnTo>
                    <a:pt x="3464211" y="365808"/>
                  </a:lnTo>
                  <a:lnTo>
                    <a:pt x="3464558" y="365663"/>
                  </a:lnTo>
                  <a:lnTo>
                    <a:pt x="3477948" y="360074"/>
                  </a:lnTo>
                  <a:lnTo>
                    <a:pt x="3480731" y="358913"/>
                  </a:lnTo>
                  <a:lnTo>
                    <a:pt x="3490817" y="354699"/>
                  </a:lnTo>
                  <a:lnTo>
                    <a:pt x="3495164" y="352882"/>
                  </a:lnTo>
                  <a:lnTo>
                    <a:pt x="3500381" y="350701"/>
                  </a:lnTo>
                  <a:lnTo>
                    <a:pt x="3506642" y="348082"/>
                  </a:lnTo>
                  <a:lnTo>
                    <a:pt x="3509772" y="346772"/>
                  </a:lnTo>
                  <a:lnTo>
                    <a:pt x="3542812" y="332931"/>
                  </a:lnTo>
                  <a:lnTo>
                    <a:pt x="3549420" y="330159"/>
                  </a:lnTo>
                  <a:lnTo>
                    <a:pt x="3563158" y="324393"/>
                  </a:lnTo>
                  <a:lnTo>
                    <a:pt x="3563854" y="324101"/>
                  </a:lnTo>
                  <a:lnTo>
                    <a:pt x="3568375" y="322202"/>
                  </a:lnTo>
                  <a:lnTo>
                    <a:pt x="3579678" y="317452"/>
                  </a:lnTo>
                  <a:lnTo>
                    <a:pt x="3591330" y="312552"/>
                  </a:lnTo>
                  <a:lnTo>
                    <a:pt x="3600720" y="308601"/>
                  </a:lnTo>
                  <a:lnTo>
                    <a:pt x="3607154" y="305892"/>
                  </a:lnTo>
                  <a:lnTo>
                    <a:pt x="3607850" y="305599"/>
                  </a:lnTo>
                  <a:lnTo>
                    <a:pt x="3615675" y="302303"/>
                  </a:lnTo>
                  <a:lnTo>
                    <a:pt x="3625066" y="298345"/>
                  </a:lnTo>
                  <a:lnTo>
                    <a:pt x="3634978" y="294165"/>
                  </a:lnTo>
                  <a:lnTo>
                    <a:pt x="3638108" y="292845"/>
                  </a:lnTo>
                  <a:lnTo>
                    <a:pt x="3638456" y="292698"/>
                  </a:lnTo>
                  <a:lnTo>
                    <a:pt x="3651846" y="287046"/>
                  </a:lnTo>
                  <a:lnTo>
                    <a:pt x="3654628" y="285872"/>
                  </a:lnTo>
                  <a:lnTo>
                    <a:pt x="3664714" y="281611"/>
                  </a:lnTo>
                  <a:lnTo>
                    <a:pt x="3669062" y="279773"/>
                  </a:lnTo>
                  <a:lnTo>
                    <a:pt x="3674279" y="277568"/>
                  </a:lnTo>
                  <a:lnTo>
                    <a:pt x="3680539" y="274921"/>
                  </a:lnTo>
                  <a:lnTo>
                    <a:pt x="3683669" y="273597"/>
                  </a:lnTo>
                  <a:lnTo>
                    <a:pt x="3716536" y="259680"/>
                  </a:lnTo>
                  <a:lnTo>
                    <a:pt x="3716710" y="259606"/>
                  </a:lnTo>
                  <a:lnTo>
                    <a:pt x="3723318" y="256805"/>
                  </a:lnTo>
                  <a:lnTo>
                    <a:pt x="3737056" y="250978"/>
                  </a:lnTo>
                  <a:lnTo>
                    <a:pt x="3737751" y="250683"/>
                  </a:lnTo>
                  <a:lnTo>
                    <a:pt x="3742273" y="248764"/>
                  </a:lnTo>
                  <a:lnTo>
                    <a:pt x="3753576" y="243965"/>
                  </a:lnTo>
                  <a:lnTo>
                    <a:pt x="3765227" y="239015"/>
                  </a:lnTo>
                  <a:lnTo>
                    <a:pt x="3774617" y="235024"/>
                  </a:lnTo>
                  <a:lnTo>
                    <a:pt x="3781052" y="232288"/>
                  </a:lnTo>
                  <a:lnTo>
                    <a:pt x="3781747" y="231992"/>
                  </a:lnTo>
                  <a:lnTo>
                    <a:pt x="3789573" y="228663"/>
                  </a:lnTo>
                  <a:lnTo>
                    <a:pt x="3798963" y="224666"/>
                  </a:lnTo>
                  <a:lnTo>
                    <a:pt x="3808875" y="220445"/>
                  </a:lnTo>
                  <a:lnTo>
                    <a:pt x="3812005" y="219112"/>
                  </a:lnTo>
                  <a:lnTo>
                    <a:pt x="3812353" y="218964"/>
                  </a:lnTo>
                  <a:lnTo>
                    <a:pt x="3825743" y="213257"/>
                  </a:lnTo>
                  <a:lnTo>
                    <a:pt x="3828526" y="212071"/>
                  </a:lnTo>
                  <a:lnTo>
                    <a:pt x="3838612" y="207770"/>
                  </a:lnTo>
                  <a:lnTo>
                    <a:pt x="3842959" y="205915"/>
                  </a:lnTo>
                  <a:lnTo>
                    <a:pt x="3848176" y="203689"/>
                  </a:lnTo>
                  <a:lnTo>
                    <a:pt x="3854436" y="201017"/>
                  </a:lnTo>
                  <a:lnTo>
                    <a:pt x="3857567" y="199680"/>
                  </a:lnTo>
                  <a:lnTo>
                    <a:pt x="3890433" y="185636"/>
                  </a:lnTo>
                  <a:lnTo>
                    <a:pt x="3890607" y="185561"/>
                  </a:lnTo>
                  <a:lnTo>
                    <a:pt x="3897215" y="182735"/>
                  </a:lnTo>
                  <a:lnTo>
                    <a:pt x="3910953" y="176856"/>
                  </a:lnTo>
                  <a:lnTo>
                    <a:pt x="3911649" y="176558"/>
                  </a:lnTo>
                  <a:lnTo>
                    <a:pt x="3916170" y="174623"/>
                  </a:lnTo>
                  <a:lnTo>
                    <a:pt x="3927473" y="169782"/>
                  </a:lnTo>
                  <a:lnTo>
                    <a:pt x="3939124" y="164789"/>
                  </a:lnTo>
                  <a:lnTo>
                    <a:pt x="3948515" y="160763"/>
                  </a:lnTo>
                  <a:lnTo>
                    <a:pt x="3954949" y="158004"/>
                  </a:lnTo>
                  <a:lnTo>
                    <a:pt x="3955645" y="157705"/>
                  </a:lnTo>
                  <a:lnTo>
                    <a:pt x="3963470" y="154348"/>
                  </a:lnTo>
                  <a:lnTo>
                    <a:pt x="3972861" y="150318"/>
                  </a:lnTo>
                  <a:lnTo>
                    <a:pt x="3982773" y="146062"/>
                  </a:lnTo>
                  <a:lnTo>
                    <a:pt x="3985903" y="144718"/>
                  </a:lnTo>
                  <a:lnTo>
                    <a:pt x="3986251" y="144568"/>
                  </a:lnTo>
                  <a:lnTo>
                    <a:pt x="4002423" y="137620"/>
                  </a:lnTo>
                  <a:lnTo>
                    <a:pt x="4012509" y="133284"/>
                  </a:lnTo>
                  <a:lnTo>
                    <a:pt x="4016857" y="131414"/>
                  </a:lnTo>
                  <a:lnTo>
                    <a:pt x="4022074" y="129170"/>
                  </a:lnTo>
                  <a:lnTo>
                    <a:pt x="4031464" y="125130"/>
                  </a:lnTo>
                  <a:lnTo>
                    <a:pt x="4064331" y="110977"/>
                  </a:lnTo>
                  <a:lnTo>
                    <a:pt x="4071113" y="108054"/>
                  </a:lnTo>
                  <a:lnTo>
                    <a:pt x="4085546" y="101831"/>
                  </a:lnTo>
                  <a:lnTo>
                    <a:pt x="4090067" y="99881"/>
                  </a:lnTo>
                  <a:lnTo>
                    <a:pt x="4101371" y="95004"/>
                  </a:lnTo>
                  <a:lnTo>
                    <a:pt x="4122412" y="85920"/>
                  </a:lnTo>
                  <a:lnTo>
                    <a:pt x="4128847" y="83141"/>
                  </a:lnTo>
                  <a:lnTo>
                    <a:pt x="4137368" y="79459"/>
                  </a:lnTo>
                  <a:lnTo>
                    <a:pt x="4146758" y="75400"/>
                  </a:lnTo>
                  <a:lnTo>
                    <a:pt x="4156670" y="71115"/>
                  </a:lnTo>
                  <a:lnTo>
                    <a:pt x="4159800" y="69761"/>
                  </a:lnTo>
                  <a:lnTo>
                    <a:pt x="4160148" y="69611"/>
                  </a:lnTo>
                  <a:lnTo>
                    <a:pt x="4176321" y="62614"/>
                  </a:lnTo>
                  <a:lnTo>
                    <a:pt x="4186407" y="58249"/>
                  </a:lnTo>
                  <a:lnTo>
                    <a:pt x="4238228" y="35795"/>
                  </a:lnTo>
                  <a:lnTo>
                    <a:pt x="4259444" y="26591"/>
                  </a:lnTo>
                  <a:lnTo>
                    <a:pt x="4296310" y="10582"/>
                  </a:lnTo>
                  <a:lnTo>
                    <a:pt x="4302744" y="7786"/>
                  </a:lnTo>
                  <a:lnTo>
                    <a:pt x="4320655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" name="pl11"/>
            <p:cNvSpPr/>
            <p:nvPr/>
          </p:nvSpPr>
          <p:spPr>
            <a:xfrm>
              <a:off x="3377239" y="3055806"/>
              <a:ext cx="4320655" cy="1732729"/>
            </a:xfrm>
            <a:custGeom>
              <a:avLst/>
              <a:pathLst>
                <a:path w="4320655" h="1732729">
                  <a:moveTo>
                    <a:pt x="4320655" y="0"/>
                  </a:moveTo>
                  <a:lnTo>
                    <a:pt x="4302744" y="6133"/>
                  </a:lnTo>
                  <a:lnTo>
                    <a:pt x="4296310" y="8337"/>
                  </a:lnTo>
                  <a:lnTo>
                    <a:pt x="4259444" y="20979"/>
                  </a:lnTo>
                  <a:lnTo>
                    <a:pt x="4238228" y="28262"/>
                  </a:lnTo>
                  <a:lnTo>
                    <a:pt x="4186407" y="46081"/>
                  </a:lnTo>
                  <a:lnTo>
                    <a:pt x="4176321" y="49554"/>
                  </a:lnTo>
                  <a:lnTo>
                    <a:pt x="4160148" y="55126"/>
                  </a:lnTo>
                  <a:lnTo>
                    <a:pt x="4159800" y="55246"/>
                  </a:lnTo>
                  <a:lnTo>
                    <a:pt x="4156670" y="56325"/>
                  </a:lnTo>
                  <a:lnTo>
                    <a:pt x="4146758" y="59743"/>
                  </a:lnTo>
                  <a:lnTo>
                    <a:pt x="4137368" y="62982"/>
                  </a:lnTo>
                  <a:lnTo>
                    <a:pt x="4128847" y="65922"/>
                  </a:lnTo>
                  <a:lnTo>
                    <a:pt x="4122412" y="68143"/>
                  </a:lnTo>
                  <a:lnTo>
                    <a:pt x="4101371" y="75412"/>
                  </a:lnTo>
                  <a:lnTo>
                    <a:pt x="4090067" y="79319"/>
                  </a:lnTo>
                  <a:lnTo>
                    <a:pt x="4085546" y="80883"/>
                  </a:lnTo>
                  <a:lnTo>
                    <a:pt x="4071113" y="85877"/>
                  </a:lnTo>
                  <a:lnTo>
                    <a:pt x="4064331" y="88225"/>
                  </a:lnTo>
                  <a:lnTo>
                    <a:pt x="4031464" y="99613"/>
                  </a:lnTo>
                  <a:lnTo>
                    <a:pt x="4022074" y="102871"/>
                  </a:lnTo>
                  <a:lnTo>
                    <a:pt x="4016857" y="104681"/>
                  </a:lnTo>
                  <a:lnTo>
                    <a:pt x="4012509" y="106190"/>
                  </a:lnTo>
                  <a:lnTo>
                    <a:pt x="4002423" y="109693"/>
                  </a:lnTo>
                  <a:lnTo>
                    <a:pt x="3986251" y="115312"/>
                  </a:lnTo>
                  <a:lnTo>
                    <a:pt x="3985903" y="115433"/>
                  </a:lnTo>
                  <a:lnTo>
                    <a:pt x="3982773" y="116521"/>
                  </a:lnTo>
                  <a:lnTo>
                    <a:pt x="3972861" y="119969"/>
                  </a:lnTo>
                  <a:lnTo>
                    <a:pt x="3963470" y="123236"/>
                  </a:lnTo>
                  <a:lnTo>
                    <a:pt x="3955645" y="125961"/>
                  </a:lnTo>
                  <a:lnTo>
                    <a:pt x="3954949" y="126203"/>
                  </a:lnTo>
                  <a:lnTo>
                    <a:pt x="3948515" y="128444"/>
                  </a:lnTo>
                  <a:lnTo>
                    <a:pt x="3939124" y="131716"/>
                  </a:lnTo>
                  <a:lnTo>
                    <a:pt x="3927473" y="135778"/>
                  </a:lnTo>
                  <a:lnTo>
                    <a:pt x="3916170" y="139721"/>
                  </a:lnTo>
                  <a:lnTo>
                    <a:pt x="3911649" y="141299"/>
                  </a:lnTo>
                  <a:lnTo>
                    <a:pt x="3910953" y="141542"/>
                  </a:lnTo>
                  <a:lnTo>
                    <a:pt x="3897215" y="146340"/>
                  </a:lnTo>
                  <a:lnTo>
                    <a:pt x="3890607" y="148649"/>
                  </a:lnTo>
                  <a:lnTo>
                    <a:pt x="3890433" y="148709"/>
                  </a:lnTo>
                  <a:lnTo>
                    <a:pt x="3857567" y="160207"/>
                  </a:lnTo>
                  <a:lnTo>
                    <a:pt x="3854436" y="161303"/>
                  </a:lnTo>
                  <a:lnTo>
                    <a:pt x="3848176" y="163496"/>
                  </a:lnTo>
                  <a:lnTo>
                    <a:pt x="3842959" y="165324"/>
                  </a:lnTo>
                  <a:lnTo>
                    <a:pt x="3838612" y="166848"/>
                  </a:lnTo>
                  <a:lnTo>
                    <a:pt x="3828526" y="170385"/>
                  </a:lnTo>
                  <a:lnTo>
                    <a:pt x="3825743" y="171361"/>
                  </a:lnTo>
                  <a:lnTo>
                    <a:pt x="3812353" y="176061"/>
                  </a:lnTo>
                  <a:lnTo>
                    <a:pt x="3812005" y="176183"/>
                  </a:lnTo>
                  <a:lnTo>
                    <a:pt x="3808875" y="177282"/>
                  </a:lnTo>
                  <a:lnTo>
                    <a:pt x="3798963" y="180765"/>
                  </a:lnTo>
                  <a:lnTo>
                    <a:pt x="3789573" y="184066"/>
                  </a:lnTo>
                  <a:lnTo>
                    <a:pt x="3781747" y="186818"/>
                  </a:lnTo>
                  <a:lnTo>
                    <a:pt x="3781052" y="187063"/>
                  </a:lnTo>
                  <a:lnTo>
                    <a:pt x="3774617" y="189327"/>
                  </a:lnTo>
                  <a:lnTo>
                    <a:pt x="3765227" y="192633"/>
                  </a:lnTo>
                  <a:lnTo>
                    <a:pt x="3753576" y="196738"/>
                  </a:lnTo>
                  <a:lnTo>
                    <a:pt x="3742273" y="200724"/>
                  </a:lnTo>
                  <a:lnTo>
                    <a:pt x="3737751" y="202319"/>
                  </a:lnTo>
                  <a:lnTo>
                    <a:pt x="3737056" y="202564"/>
                  </a:lnTo>
                  <a:lnTo>
                    <a:pt x="3723318" y="207414"/>
                  </a:lnTo>
                  <a:lnTo>
                    <a:pt x="3716710" y="209748"/>
                  </a:lnTo>
                  <a:lnTo>
                    <a:pt x="3716536" y="209809"/>
                  </a:lnTo>
                  <a:lnTo>
                    <a:pt x="3683669" y="221435"/>
                  </a:lnTo>
                  <a:lnTo>
                    <a:pt x="3680539" y="222543"/>
                  </a:lnTo>
                  <a:lnTo>
                    <a:pt x="3674279" y="224761"/>
                  </a:lnTo>
                  <a:lnTo>
                    <a:pt x="3669062" y="226610"/>
                  </a:lnTo>
                  <a:lnTo>
                    <a:pt x="3664714" y="228151"/>
                  </a:lnTo>
                  <a:lnTo>
                    <a:pt x="3654628" y="231729"/>
                  </a:lnTo>
                  <a:lnTo>
                    <a:pt x="3651846" y="232716"/>
                  </a:lnTo>
                  <a:lnTo>
                    <a:pt x="3638456" y="237471"/>
                  </a:lnTo>
                  <a:lnTo>
                    <a:pt x="3638108" y="237594"/>
                  </a:lnTo>
                  <a:lnTo>
                    <a:pt x="3634978" y="238706"/>
                  </a:lnTo>
                  <a:lnTo>
                    <a:pt x="3625066" y="242230"/>
                  </a:lnTo>
                  <a:lnTo>
                    <a:pt x="3615675" y="245570"/>
                  </a:lnTo>
                  <a:lnTo>
                    <a:pt x="3607850" y="248355"/>
                  </a:lnTo>
                  <a:lnTo>
                    <a:pt x="3607154" y="248603"/>
                  </a:lnTo>
                  <a:lnTo>
                    <a:pt x="3600720" y="250894"/>
                  </a:lnTo>
                  <a:lnTo>
                    <a:pt x="3591330" y="254240"/>
                  </a:lnTo>
                  <a:lnTo>
                    <a:pt x="3579678" y="258395"/>
                  </a:lnTo>
                  <a:lnTo>
                    <a:pt x="3568375" y="262430"/>
                  </a:lnTo>
                  <a:lnTo>
                    <a:pt x="3563854" y="264045"/>
                  </a:lnTo>
                  <a:lnTo>
                    <a:pt x="3563158" y="264293"/>
                  </a:lnTo>
                  <a:lnTo>
                    <a:pt x="3549420" y="269203"/>
                  </a:lnTo>
                  <a:lnTo>
                    <a:pt x="3542812" y="271567"/>
                  </a:lnTo>
                  <a:lnTo>
                    <a:pt x="3509772" y="283403"/>
                  </a:lnTo>
                  <a:lnTo>
                    <a:pt x="3506642" y="284526"/>
                  </a:lnTo>
                  <a:lnTo>
                    <a:pt x="3500381" y="286772"/>
                  </a:lnTo>
                  <a:lnTo>
                    <a:pt x="3495164" y="288645"/>
                  </a:lnTo>
                  <a:lnTo>
                    <a:pt x="3490817" y="290207"/>
                  </a:lnTo>
                  <a:lnTo>
                    <a:pt x="3480731" y="293832"/>
                  </a:lnTo>
                  <a:lnTo>
                    <a:pt x="3477948" y="294832"/>
                  </a:lnTo>
                  <a:lnTo>
                    <a:pt x="3464558" y="299650"/>
                  </a:lnTo>
                  <a:lnTo>
                    <a:pt x="3464211" y="299775"/>
                  </a:lnTo>
                  <a:lnTo>
                    <a:pt x="3461080" y="300902"/>
                  </a:lnTo>
                  <a:lnTo>
                    <a:pt x="3451168" y="304473"/>
                  </a:lnTo>
                  <a:lnTo>
                    <a:pt x="3433952" y="310682"/>
                  </a:lnTo>
                  <a:lnTo>
                    <a:pt x="3433257" y="310933"/>
                  </a:lnTo>
                  <a:lnTo>
                    <a:pt x="3426823" y="313256"/>
                  </a:lnTo>
                  <a:lnTo>
                    <a:pt x="3417432" y="316648"/>
                  </a:lnTo>
                  <a:lnTo>
                    <a:pt x="3405781" y="320861"/>
                  </a:lnTo>
                  <a:lnTo>
                    <a:pt x="3394478" y="324952"/>
                  </a:lnTo>
                  <a:lnTo>
                    <a:pt x="3389956" y="326589"/>
                  </a:lnTo>
                  <a:lnTo>
                    <a:pt x="3389261" y="326841"/>
                  </a:lnTo>
                  <a:lnTo>
                    <a:pt x="3375523" y="331821"/>
                  </a:lnTo>
                  <a:lnTo>
                    <a:pt x="3368915" y="334218"/>
                  </a:lnTo>
                  <a:lnTo>
                    <a:pt x="3368741" y="334282"/>
                  </a:lnTo>
                  <a:lnTo>
                    <a:pt x="3335874" y="346226"/>
                  </a:lnTo>
                  <a:lnTo>
                    <a:pt x="3332744" y="347366"/>
                  </a:lnTo>
                  <a:lnTo>
                    <a:pt x="3326484" y="349645"/>
                  </a:lnTo>
                  <a:lnTo>
                    <a:pt x="3321267" y="351546"/>
                  </a:lnTo>
                  <a:lnTo>
                    <a:pt x="3316919" y="353131"/>
                  </a:lnTo>
                  <a:lnTo>
                    <a:pt x="3306833" y="356809"/>
                  </a:lnTo>
                  <a:lnTo>
                    <a:pt x="3304051" y="357825"/>
                  </a:lnTo>
                  <a:lnTo>
                    <a:pt x="3290661" y="362715"/>
                  </a:lnTo>
                  <a:lnTo>
                    <a:pt x="3290313" y="362842"/>
                  </a:lnTo>
                  <a:lnTo>
                    <a:pt x="3287183" y="363986"/>
                  </a:lnTo>
                  <a:lnTo>
                    <a:pt x="3277271" y="367611"/>
                  </a:lnTo>
                  <a:lnTo>
                    <a:pt x="3267880" y="371048"/>
                  </a:lnTo>
                  <a:lnTo>
                    <a:pt x="3260055" y="373915"/>
                  </a:lnTo>
                  <a:lnTo>
                    <a:pt x="3259359" y="374169"/>
                  </a:lnTo>
                  <a:lnTo>
                    <a:pt x="3252925" y="376528"/>
                  </a:lnTo>
                  <a:lnTo>
                    <a:pt x="3243535" y="379973"/>
                  </a:lnTo>
                  <a:lnTo>
                    <a:pt x="3231884" y="384251"/>
                  </a:lnTo>
                  <a:lnTo>
                    <a:pt x="3220580" y="388407"/>
                  </a:lnTo>
                  <a:lnTo>
                    <a:pt x="3216059" y="390070"/>
                  </a:lnTo>
                  <a:lnTo>
                    <a:pt x="3215363" y="390326"/>
                  </a:lnTo>
                  <a:lnTo>
                    <a:pt x="3201625" y="395384"/>
                  </a:lnTo>
                  <a:lnTo>
                    <a:pt x="3195017" y="397820"/>
                  </a:lnTo>
                  <a:lnTo>
                    <a:pt x="3194843" y="397884"/>
                  </a:lnTo>
                  <a:lnTo>
                    <a:pt x="3161977" y="410021"/>
                  </a:lnTo>
                  <a:lnTo>
                    <a:pt x="3158847" y="411179"/>
                  </a:lnTo>
                  <a:lnTo>
                    <a:pt x="3152586" y="413496"/>
                  </a:lnTo>
                  <a:lnTo>
                    <a:pt x="3147369" y="415427"/>
                  </a:lnTo>
                  <a:lnTo>
                    <a:pt x="3143022" y="417038"/>
                  </a:lnTo>
                  <a:lnTo>
                    <a:pt x="3132936" y="420777"/>
                  </a:lnTo>
                  <a:lnTo>
                    <a:pt x="3130154" y="421809"/>
                  </a:lnTo>
                  <a:lnTo>
                    <a:pt x="3116763" y="426780"/>
                  </a:lnTo>
                  <a:lnTo>
                    <a:pt x="3116416" y="426910"/>
                  </a:lnTo>
                  <a:lnTo>
                    <a:pt x="3113285" y="428073"/>
                  </a:lnTo>
                  <a:lnTo>
                    <a:pt x="3103373" y="431758"/>
                  </a:lnTo>
                  <a:lnTo>
                    <a:pt x="3093983" y="435253"/>
                  </a:lnTo>
                  <a:lnTo>
                    <a:pt x="3086157" y="438168"/>
                  </a:lnTo>
                  <a:lnTo>
                    <a:pt x="3085462" y="438427"/>
                  </a:lnTo>
                  <a:lnTo>
                    <a:pt x="3079028" y="440825"/>
                  </a:lnTo>
                  <a:lnTo>
                    <a:pt x="3069637" y="444328"/>
                  </a:lnTo>
                  <a:lnTo>
                    <a:pt x="3057986" y="448680"/>
                  </a:lnTo>
                  <a:lnTo>
                    <a:pt x="3046683" y="452906"/>
                  </a:lnTo>
                  <a:lnTo>
                    <a:pt x="3042161" y="454598"/>
                  </a:lnTo>
                  <a:lnTo>
                    <a:pt x="3041466" y="454858"/>
                  </a:lnTo>
                  <a:lnTo>
                    <a:pt x="3027728" y="460004"/>
                  </a:lnTo>
                  <a:lnTo>
                    <a:pt x="3021120" y="462481"/>
                  </a:lnTo>
                  <a:lnTo>
                    <a:pt x="3020946" y="462547"/>
                  </a:lnTo>
                  <a:lnTo>
                    <a:pt x="2988079" y="474895"/>
                  </a:lnTo>
                  <a:lnTo>
                    <a:pt x="2984949" y="476073"/>
                  </a:lnTo>
                  <a:lnTo>
                    <a:pt x="2978689" y="478431"/>
                  </a:lnTo>
                  <a:lnTo>
                    <a:pt x="2973472" y="480396"/>
                  </a:lnTo>
                  <a:lnTo>
                    <a:pt x="2969125" y="482035"/>
                  </a:lnTo>
                  <a:lnTo>
                    <a:pt x="2959038" y="485841"/>
                  </a:lnTo>
                  <a:lnTo>
                    <a:pt x="2956256" y="486891"/>
                  </a:lnTo>
                  <a:lnTo>
                    <a:pt x="2942866" y="491950"/>
                  </a:lnTo>
                  <a:lnTo>
                    <a:pt x="2942518" y="492082"/>
                  </a:lnTo>
                  <a:lnTo>
                    <a:pt x="2939388" y="493266"/>
                  </a:lnTo>
                  <a:lnTo>
                    <a:pt x="2929476" y="497017"/>
                  </a:lnTo>
                  <a:lnTo>
                    <a:pt x="2920085" y="500574"/>
                  </a:lnTo>
                  <a:lnTo>
                    <a:pt x="2912260" y="503541"/>
                  </a:lnTo>
                  <a:lnTo>
                    <a:pt x="2911564" y="503805"/>
                  </a:lnTo>
                  <a:lnTo>
                    <a:pt x="2905130" y="506246"/>
                  </a:lnTo>
                  <a:lnTo>
                    <a:pt x="2895740" y="509813"/>
                  </a:lnTo>
                  <a:lnTo>
                    <a:pt x="2884089" y="514242"/>
                  </a:lnTo>
                  <a:lnTo>
                    <a:pt x="2872785" y="518545"/>
                  </a:lnTo>
                  <a:lnTo>
                    <a:pt x="2868264" y="520268"/>
                  </a:lnTo>
                  <a:lnTo>
                    <a:pt x="2867568" y="520533"/>
                  </a:lnTo>
                  <a:lnTo>
                    <a:pt x="2853831" y="525772"/>
                  </a:lnTo>
                  <a:lnTo>
                    <a:pt x="2847222" y="528295"/>
                  </a:lnTo>
                  <a:lnTo>
                    <a:pt x="2847049" y="528361"/>
                  </a:lnTo>
                  <a:lnTo>
                    <a:pt x="2814182" y="540935"/>
                  </a:lnTo>
                  <a:lnTo>
                    <a:pt x="2811052" y="542135"/>
                  </a:lnTo>
                  <a:lnTo>
                    <a:pt x="2804791" y="544536"/>
                  </a:lnTo>
                  <a:lnTo>
                    <a:pt x="2799575" y="546537"/>
                  </a:lnTo>
                  <a:lnTo>
                    <a:pt x="2795227" y="548206"/>
                  </a:lnTo>
                  <a:lnTo>
                    <a:pt x="2785141" y="552082"/>
                  </a:lnTo>
                  <a:lnTo>
                    <a:pt x="2782359" y="553151"/>
                  </a:lnTo>
                  <a:lnTo>
                    <a:pt x="2768969" y="558304"/>
                  </a:lnTo>
                  <a:lnTo>
                    <a:pt x="2768621" y="558438"/>
                  </a:lnTo>
                  <a:lnTo>
                    <a:pt x="2765491" y="559643"/>
                  </a:lnTo>
                  <a:lnTo>
                    <a:pt x="2755578" y="563464"/>
                  </a:lnTo>
                  <a:lnTo>
                    <a:pt x="2738363" y="570108"/>
                  </a:lnTo>
                  <a:lnTo>
                    <a:pt x="2737667" y="570377"/>
                  </a:lnTo>
                  <a:lnTo>
                    <a:pt x="2731233" y="572864"/>
                  </a:lnTo>
                  <a:lnTo>
                    <a:pt x="2721842" y="576496"/>
                  </a:lnTo>
                  <a:lnTo>
                    <a:pt x="2710191" y="581008"/>
                  </a:lnTo>
                  <a:lnTo>
                    <a:pt x="2698888" y="585390"/>
                  </a:lnTo>
                  <a:lnTo>
                    <a:pt x="2694367" y="587145"/>
                  </a:lnTo>
                  <a:lnTo>
                    <a:pt x="2693671" y="587415"/>
                  </a:lnTo>
                  <a:lnTo>
                    <a:pt x="2679933" y="592751"/>
                  </a:lnTo>
                  <a:lnTo>
                    <a:pt x="2673325" y="595320"/>
                  </a:lnTo>
                  <a:lnTo>
                    <a:pt x="2673151" y="595388"/>
                  </a:lnTo>
                  <a:lnTo>
                    <a:pt x="2640284" y="608195"/>
                  </a:lnTo>
                  <a:lnTo>
                    <a:pt x="2637154" y="609417"/>
                  </a:lnTo>
                  <a:lnTo>
                    <a:pt x="2630894" y="611862"/>
                  </a:lnTo>
                  <a:lnTo>
                    <a:pt x="2625677" y="613901"/>
                  </a:lnTo>
                  <a:lnTo>
                    <a:pt x="2621330" y="615600"/>
                  </a:lnTo>
                  <a:lnTo>
                    <a:pt x="2611244" y="619547"/>
                  </a:lnTo>
                  <a:lnTo>
                    <a:pt x="2608461" y="620637"/>
                  </a:lnTo>
                  <a:lnTo>
                    <a:pt x="2594723" y="626021"/>
                  </a:lnTo>
                  <a:lnTo>
                    <a:pt x="2591593" y="627248"/>
                  </a:lnTo>
                  <a:lnTo>
                    <a:pt x="2581681" y="631139"/>
                  </a:lnTo>
                  <a:lnTo>
                    <a:pt x="2572291" y="634829"/>
                  </a:lnTo>
                  <a:lnTo>
                    <a:pt x="2564465" y="637906"/>
                  </a:lnTo>
                  <a:lnTo>
                    <a:pt x="2563770" y="638180"/>
                  </a:lnTo>
                  <a:lnTo>
                    <a:pt x="2557335" y="640712"/>
                  </a:lnTo>
                  <a:lnTo>
                    <a:pt x="2547945" y="644411"/>
                  </a:lnTo>
                  <a:lnTo>
                    <a:pt x="2536294" y="649005"/>
                  </a:lnTo>
                  <a:lnTo>
                    <a:pt x="2524990" y="653467"/>
                  </a:lnTo>
                  <a:lnTo>
                    <a:pt x="2520469" y="655254"/>
                  </a:lnTo>
                  <a:lnTo>
                    <a:pt x="2519774" y="655529"/>
                  </a:lnTo>
                  <a:lnTo>
                    <a:pt x="2506036" y="660962"/>
                  </a:lnTo>
                  <a:lnTo>
                    <a:pt x="2499428" y="663578"/>
                  </a:lnTo>
                  <a:lnTo>
                    <a:pt x="2499254" y="663647"/>
                  </a:lnTo>
                  <a:lnTo>
                    <a:pt x="2466387" y="676685"/>
                  </a:lnTo>
                  <a:lnTo>
                    <a:pt x="2463257" y="677929"/>
                  </a:lnTo>
                  <a:lnTo>
                    <a:pt x="2456997" y="680418"/>
                  </a:lnTo>
                  <a:lnTo>
                    <a:pt x="2451780" y="682493"/>
                  </a:lnTo>
                  <a:lnTo>
                    <a:pt x="2447432" y="684224"/>
                  </a:lnTo>
                  <a:lnTo>
                    <a:pt x="2437346" y="688241"/>
                  </a:lnTo>
                  <a:lnTo>
                    <a:pt x="2434564" y="689350"/>
                  </a:lnTo>
                  <a:lnTo>
                    <a:pt x="2421174" y="694691"/>
                  </a:lnTo>
                  <a:lnTo>
                    <a:pt x="2420826" y="694830"/>
                  </a:lnTo>
                  <a:lnTo>
                    <a:pt x="2417696" y="696079"/>
                  </a:lnTo>
                  <a:lnTo>
                    <a:pt x="2407784" y="700039"/>
                  </a:lnTo>
                  <a:lnTo>
                    <a:pt x="2398393" y="703794"/>
                  </a:lnTo>
                  <a:lnTo>
                    <a:pt x="2390568" y="706925"/>
                  </a:lnTo>
                  <a:lnTo>
                    <a:pt x="2389872" y="707204"/>
                  </a:lnTo>
                  <a:lnTo>
                    <a:pt x="2383438" y="709780"/>
                  </a:lnTo>
                  <a:lnTo>
                    <a:pt x="2374047" y="713544"/>
                  </a:lnTo>
                  <a:lnTo>
                    <a:pt x="2362396" y="718218"/>
                  </a:lnTo>
                  <a:lnTo>
                    <a:pt x="2351093" y="722758"/>
                  </a:lnTo>
                  <a:lnTo>
                    <a:pt x="2346572" y="724575"/>
                  </a:lnTo>
                  <a:lnTo>
                    <a:pt x="2345876" y="724855"/>
                  </a:lnTo>
                  <a:lnTo>
                    <a:pt x="2332138" y="730382"/>
                  </a:lnTo>
                  <a:lnTo>
                    <a:pt x="2325530" y="733043"/>
                  </a:lnTo>
                  <a:lnTo>
                    <a:pt x="2325356" y="733113"/>
                  </a:lnTo>
                  <a:lnTo>
                    <a:pt x="2292490" y="746373"/>
                  </a:lnTo>
                  <a:lnTo>
                    <a:pt x="2289359" y="747638"/>
                  </a:lnTo>
                  <a:lnTo>
                    <a:pt x="2283099" y="750169"/>
                  </a:lnTo>
                  <a:lnTo>
                    <a:pt x="2277882" y="752280"/>
                  </a:lnTo>
                  <a:lnTo>
                    <a:pt x="2273535" y="754039"/>
                  </a:lnTo>
                  <a:lnTo>
                    <a:pt x="2263449" y="758123"/>
                  </a:lnTo>
                  <a:lnTo>
                    <a:pt x="2260666" y="759251"/>
                  </a:lnTo>
                  <a:lnTo>
                    <a:pt x="2247276" y="764680"/>
                  </a:lnTo>
                  <a:lnTo>
                    <a:pt x="2246928" y="764821"/>
                  </a:lnTo>
                  <a:lnTo>
                    <a:pt x="2243798" y="766092"/>
                  </a:lnTo>
                  <a:lnTo>
                    <a:pt x="2233886" y="770116"/>
                  </a:lnTo>
                  <a:lnTo>
                    <a:pt x="2224496" y="773933"/>
                  </a:lnTo>
                  <a:lnTo>
                    <a:pt x="2216670" y="777115"/>
                  </a:lnTo>
                  <a:lnTo>
                    <a:pt x="2215975" y="777398"/>
                  </a:lnTo>
                  <a:lnTo>
                    <a:pt x="2209540" y="780017"/>
                  </a:lnTo>
                  <a:lnTo>
                    <a:pt x="2200150" y="783841"/>
                  </a:lnTo>
                  <a:lnTo>
                    <a:pt x="2188499" y="788591"/>
                  </a:lnTo>
                  <a:lnTo>
                    <a:pt x="2177196" y="793203"/>
                  </a:lnTo>
                  <a:lnTo>
                    <a:pt x="2172674" y="795050"/>
                  </a:lnTo>
                  <a:lnTo>
                    <a:pt x="2171979" y="795334"/>
                  </a:lnTo>
                  <a:lnTo>
                    <a:pt x="2158241" y="800948"/>
                  </a:lnTo>
                  <a:lnTo>
                    <a:pt x="2151633" y="803651"/>
                  </a:lnTo>
                  <a:lnTo>
                    <a:pt x="2151459" y="803722"/>
                  </a:lnTo>
                  <a:lnTo>
                    <a:pt x="2118592" y="817188"/>
                  </a:lnTo>
                  <a:lnTo>
                    <a:pt x="2115462" y="818473"/>
                  </a:lnTo>
                  <a:lnTo>
                    <a:pt x="2109202" y="821042"/>
                  </a:lnTo>
                  <a:lnTo>
                    <a:pt x="2103985" y="823185"/>
                  </a:lnTo>
                  <a:lnTo>
                    <a:pt x="2099637" y="824971"/>
                  </a:lnTo>
                  <a:lnTo>
                    <a:pt x="2089551" y="829117"/>
                  </a:lnTo>
                  <a:lnTo>
                    <a:pt x="2086769" y="830262"/>
                  </a:lnTo>
                  <a:lnTo>
                    <a:pt x="2073379" y="835773"/>
                  </a:lnTo>
                  <a:lnTo>
                    <a:pt x="2073031" y="835916"/>
                  </a:lnTo>
                  <a:lnTo>
                    <a:pt x="2069901" y="837205"/>
                  </a:lnTo>
                  <a:lnTo>
                    <a:pt x="2059989" y="841290"/>
                  </a:lnTo>
                  <a:lnTo>
                    <a:pt x="2050598" y="845162"/>
                  </a:lnTo>
                  <a:lnTo>
                    <a:pt x="2042773" y="848392"/>
                  </a:lnTo>
                  <a:lnTo>
                    <a:pt x="2042077" y="848679"/>
                  </a:lnTo>
                  <a:lnTo>
                    <a:pt x="2035643" y="851336"/>
                  </a:lnTo>
                  <a:lnTo>
                    <a:pt x="2026253" y="855216"/>
                  </a:lnTo>
                  <a:lnTo>
                    <a:pt x="2014601" y="860034"/>
                  </a:lnTo>
                  <a:lnTo>
                    <a:pt x="2003298" y="864712"/>
                  </a:lnTo>
                  <a:lnTo>
                    <a:pt x="1998777" y="866584"/>
                  </a:lnTo>
                  <a:lnTo>
                    <a:pt x="1998081" y="866873"/>
                  </a:lnTo>
                  <a:lnTo>
                    <a:pt x="1984343" y="872566"/>
                  </a:lnTo>
                  <a:lnTo>
                    <a:pt x="1977735" y="875307"/>
                  </a:lnTo>
                  <a:lnTo>
                    <a:pt x="1977561" y="875379"/>
                  </a:lnTo>
                  <a:lnTo>
                    <a:pt x="1944695" y="889031"/>
                  </a:lnTo>
                  <a:lnTo>
                    <a:pt x="1941564" y="890333"/>
                  </a:lnTo>
                  <a:lnTo>
                    <a:pt x="1935304" y="892938"/>
                  </a:lnTo>
                  <a:lnTo>
                    <a:pt x="1930087" y="895109"/>
                  </a:lnTo>
                  <a:lnTo>
                    <a:pt x="1925740" y="896919"/>
                  </a:lnTo>
                  <a:lnTo>
                    <a:pt x="1915654" y="901121"/>
                  </a:lnTo>
                  <a:lnTo>
                    <a:pt x="1912871" y="902281"/>
                  </a:lnTo>
                  <a:lnTo>
                    <a:pt x="1899481" y="907865"/>
                  </a:lnTo>
                  <a:lnTo>
                    <a:pt x="1899134" y="908010"/>
                  </a:lnTo>
                  <a:lnTo>
                    <a:pt x="1896003" y="909316"/>
                  </a:lnTo>
                  <a:lnTo>
                    <a:pt x="1886091" y="913454"/>
                  </a:lnTo>
                  <a:lnTo>
                    <a:pt x="1876701" y="917377"/>
                  </a:lnTo>
                  <a:lnTo>
                    <a:pt x="1868875" y="920648"/>
                  </a:lnTo>
                  <a:lnTo>
                    <a:pt x="1868180" y="920938"/>
                  </a:lnTo>
                  <a:lnTo>
                    <a:pt x="1861746" y="923629"/>
                  </a:lnTo>
                  <a:lnTo>
                    <a:pt x="1852355" y="927559"/>
                  </a:lnTo>
                  <a:lnTo>
                    <a:pt x="1840704" y="932437"/>
                  </a:lnTo>
                  <a:lnTo>
                    <a:pt x="1829401" y="937174"/>
                  </a:lnTo>
                  <a:lnTo>
                    <a:pt x="1824879" y="939070"/>
                  </a:lnTo>
                  <a:lnTo>
                    <a:pt x="1824184" y="939362"/>
                  </a:lnTo>
                  <a:lnTo>
                    <a:pt x="1810446" y="945125"/>
                  </a:lnTo>
                  <a:lnTo>
                    <a:pt x="1803838" y="947899"/>
                  </a:lnTo>
                  <a:lnTo>
                    <a:pt x="1803664" y="947972"/>
                  </a:lnTo>
                  <a:lnTo>
                    <a:pt x="1770797" y="961788"/>
                  </a:lnTo>
                  <a:lnTo>
                    <a:pt x="1767667" y="963106"/>
                  </a:lnTo>
                  <a:lnTo>
                    <a:pt x="1761407" y="965741"/>
                  </a:lnTo>
                  <a:lnTo>
                    <a:pt x="1756190" y="967938"/>
                  </a:lnTo>
                  <a:lnTo>
                    <a:pt x="1751842" y="969769"/>
                  </a:lnTo>
                  <a:lnTo>
                    <a:pt x="1741756" y="974020"/>
                  </a:lnTo>
                  <a:lnTo>
                    <a:pt x="1738974" y="975193"/>
                  </a:lnTo>
                  <a:lnTo>
                    <a:pt x="1725584" y="980840"/>
                  </a:lnTo>
                  <a:lnTo>
                    <a:pt x="1725236" y="980987"/>
                  </a:lnTo>
                  <a:lnTo>
                    <a:pt x="1712194" y="986493"/>
                  </a:lnTo>
                  <a:lnTo>
                    <a:pt x="1702803" y="990460"/>
                  </a:lnTo>
                  <a:lnTo>
                    <a:pt x="1694978" y="993767"/>
                  </a:lnTo>
                  <a:lnTo>
                    <a:pt x="1694282" y="994061"/>
                  </a:lnTo>
                  <a:lnTo>
                    <a:pt x="1687848" y="996782"/>
                  </a:lnTo>
                  <a:lnTo>
                    <a:pt x="1678458" y="1000754"/>
                  </a:lnTo>
                  <a:lnTo>
                    <a:pt x="1666807" y="1005686"/>
                  </a:lnTo>
                  <a:lnTo>
                    <a:pt x="1655503" y="1010473"/>
                  </a:lnTo>
                  <a:lnTo>
                    <a:pt x="1650982" y="1012389"/>
                  </a:lnTo>
                  <a:lnTo>
                    <a:pt x="1650286" y="1012684"/>
                  </a:lnTo>
                  <a:lnTo>
                    <a:pt x="1636548" y="1018509"/>
                  </a:lnTo>
                  <a:lnTo>
                    <a:pt x="1629940" y="1021312"/>
                  </a:lnTo>
                  <a:lnTo>
                    <a:pt x="1629766" y="1021386"/>
                  </a:lnTo>
                  <a:lnTo>
                    <a:pt x="1596900" y="1035343"/>
                  </a:lnTo>
                  <a:lnTo>
                    <a:pt x="1593770" y="1036674"/>
                  </a:lnTo>
                  <a:lnTo>
                    <a:pt x="1587509" y="1039336"/>
                  </a:lnTo>
                  <a:lnTo>
                    <a:pt x="1582292" y="1041555"/>
                  </a:lnTo>
                  <a:lnTo>
                    <a:pt x="1577945" y="1043404"/>
                  </a:lnTo>
                  <a:lnTo>
                    <a:pt x="1567859" y="1047697"/>
                  </a:lnTo>
                  <a:lnTo>
                    <a:pt x="1565077" y="1048881"/>
                  </a:lnTo>
                  <a:lnTo>
                    <a:pt x="1551686" y="1054585"/>
                  </a:lnTo>
                  <a:lnTo>
                    <a:pt x="1551339" y="1054733"/>
                  </a:lnTo>
                  <a:lnTo>
                    <a:pt x="1548208" y="1056066"/>
                  </a:lnTo>
                  <a:lnTo>
                    <a:pt x="1538296" y="1060291"/>
                  </a:lnTo>
                  <a:lnTo>
                    <a:pt x="1528906" y="1064296"/>
                  </a:lnTo>
                  <a:lnTo>
                    <a:pt x="1521080" y="1067635"/>
                  </a:lnTo>
                  <a:lnTo>
                    <a:pt x="1520385" y="1067931"/>
                  </a:lnTo>
                  <a:lnTo>
                    <a:pt x="1513951" y="1070678"/>
                  </a:lnTo>
                  <a:lnTo>
                    <a:pt x="1504560" y="1074687"/>
                  </a:lnTo>
                  <a:lnTo>
                    <a:pt x="1492909" y="1079664"/>
                  </a:lnTo>
                  <a:lnTo>
                    <a:pt x="1481606" y="1084496"/>
                  </a:lnTo>
                  <a:lnTo>
                    <a:pt x="1477084" y="1086429"/>
                  </a:lnTo>
                  <a:lnTo>
                    <a:pt x="1476389" y="1086726"/>
                  </a:lnTo>
                  <a:lnTo>
                    <a:pt x="1462651" y="1092603"/>
                  </a:lnTo>
                  <a:lnTo>
                    <a:pt x="1456043" y="1095431"/>
                  </a:lnTo>
                  <a:lnTo>
                    <a:pt x="1455869" y="1095506"/>
                  </a:lnTo>
                  <a:lnTo>
                    <a:pt x="1423002" y="1109585"/>
                  </a:lnTo>
                  <a:lnTo>
                    <a:pt x="1419872" y="1110927"/>
                  </a:lnTo>
                  <a:lnTo>
                    <a:pt x="1413612" y="1113612"/>
                  </a:lnTo>
                  <a:lnTo>
                    <a:pt x="1408395" y="1115850"/>
                  </a:lnTo>
                  <a:lnTo>
                    <a:pt x="1404047" y="1117715"/>
                  </a:lnTo>
                  <a:lnTo>
                    <a:pt x="1393961" y="1122043"/>
                  </a:lnTo>
                  <a:lnTo>
                    <a:pt x="1391179" y="1123238"/>
                  </a:lnTo>
                  <a:lnTo>
                    <a:pt x="1377789" y="1128988"/>
                  </a:lnTo>
                  <a:lnTo>
                    <a:pt x="1377441" y="1129137"/>
                  </a:lnTo>
                  <a:lnTo>
                    <a:pt x="1374311" y="1130482"/>
                  </a:lnTo>
                  <a:lnTo>
                    <a:pt x="1364399" y="1134741"/>
                  </a:lnTo>
                  <a:lnTo>
                    <a:pt x="1355008" y="1138778"/>
                  </a:lnTo>
                  <a:lnTo>
                    <a:pt x="1347183" y="1142144"/>
                  </a:lnTo>
                  <a:lnTo>
                    <a:pt x="1346487" y="1142443"/>
                  </a:lnTo>
                  <a:lnTo>
                    <a:pt x="1340053" y="1145211"/>
                  </a:lnTo>
                  <a:lnTo>
                    <a:pt x="1330663" y="1149252"/>
                  </a:lnTo>
                  <a:lnTo>
                    <a:pt x="1319012" y="1154268"/>
                  </a:lnTo>
                  <a:lnTo>
                    <a:pt x="1307708" y="1159136"/>
                  </a:lnTo>
                  <a:lnTo>
                    <a:pt x="1303187" y="1161084"/>
                  </a:lnTo>
                  <a:lnTo>
                    <a:pt x="1302491" y="1161384"/>
                  </a:lnTo>
                  <a:lnTo>
                    <a:pt x="1288753" y="1167305"/>
                  </a:lnTo>
                  <a:lnTo>
                    <a:pt x="1282145" y="1170155"/>
                  </a:lnTo>
                  <a:lnTo>
                    <a:pt x="1281971" y="1170230"/>
                  </a:lnTo>
                  <a:lnTo>
                    <a:pt x="1249105" y="1184413"/>
                  </a:lnTo>
                  <a:lnTo>
                    <a:pt x="1245975" y="1185765"/>
                  </a:lnTo>
                  <a:lnTo>
                    <a:pt x="1239714" y="1188468"/>
                  </a:lnTo>
                  <a:lnTo>
                    <a:pt x="1234497" y="1190722"/>
                  </a:lnTo>
                  <a:lnTo>
                    <a:pt x="1230150" y="1192601"/>
                  </a:lnTo>
                  <a:lnTo>
                    <a:pt x="1220064" y="1196960"/>
                  </a:lnTo>
                  <a:lnTo>
                    <a:pt x="1217282" y="1198162"/>
                  </a:lnTo>
                  <a:lnTo>
                    <a:pt x="1203892" y="1203953"/>
                  </a:lnTo>
                  <a:lnTo>
                    <a:pt x="1203544" y="1204103"/>
                  </a:lnTo>
                  <a:lnTo>
                    <a:pt x="1200414" y="1205457"/>
                  </a:lnTo>
                  <a:lnTo>
                    <a:pt x="1190501" y="1209746"/>
                  </a:lnTo>
                  <a:lnTo>
                    <a:pt x="1181111" y="1213810"/>
                  </a:lnTo>
                  <a:lnTo>
                    <a:pt x="1173286" y="1217198"/>
                  </a:lnTo>
                  <a:lnTo>
                    <a:pt x="1172590" y="1217499"/>
                  </a:lnTo>
                  <a:lnTo>
                    <a:pt x="1166156" y="1220286"/>
                  </a:lnTo>
                  <a:lnTo>
                    <a:pt x="1156765" y="1224353"/>
                  </a:lnTo>
                  <a:lnTo>
                    <a:pt x="1145114" y="1229402"/>
                  </a:lnTo>
                  <a:lnTo>
                    <a:pt x="1133811" y="1234302"/>
                  </a:lnTo>
                  <a:lnTo>
                    <a:pt x="1129290" y="1236263"/>
                  </a:lnTo>
                  <a:lnTo>
                    <a:pt x="1128594" y="1236565"/>
                  </a:lnTo>
                  <a:lnTo>
                    <a:pt x="1114856" y="1242524"/>
                  </a:lnTo>
                  <a:lnTo>
                    <a:pt x="1108248" y="1245391"/>
                  </a:lnTo>
                  <a:lnTo>
                    <a:pt x="1108074" y="1245467"/>
                  </a:lnTo>
                  <a:lnTo>
                    <a:pt x="1075207" y="1259737"/>
                  </a:lnTo>
                  <a:lnTo>
                    <a:pt x="1072077" y="1261097"/>
                  </a:lnTo>
                  <a:lnTo>
                    <a:pt x="1065817" y="1263817"/>
                  </a:lnTo>
                  <a:lnTo>
                    <a:pt x="1060600" y="1266085"/>
                  </a:lnTo>
                  <a:lnTo>
                    <a:pt x="1056253" y="1267974"/>
                  </a:lnTo>
                  <a:lnTo>
                    <a:pt x="1046167" y="1272359"/>
                  </a:lnTo>
                  <a:lnTo>
                    <a:pt x="1043384" y="1273569"/>
                  </a:lnTo>
                  <a:lnTo>
                    <a:pt x="1029994" y="1279393"/>
                  </a:lnTo>
                  <a:lnTo>
                    <a:pt x="1029646" y="1279545"/>
                  </a:lnTo>
                  <a:lnTo>
                    <a:pt x="1026516" y="1280907"/>
                  </a:lnTo>
                  <a:lnTo>
                    <a:pt x="1016604" y="1285220"/>
                  </a:lnTo>
                  <a:lnTo>
                    <a:pt x="1007214" y="1289307"/>
                  </a:lnTo>
                  <a:lnTo>
                    <a:pt x="999388" y="1292715"/>
                  </a:lnTo>
                  <a:lnTo>
                    <a:pt x="998693" y="1293018"/>
                  </a:lnTo>
                  <a:lnTo>
                    <a:pt x="992258" y="1295820"/>
                  </a:lnTo>
                  <a:lnTo>
                    <a:pt x="982868" y="1299910"/>
                  </a:lnTo>
                  <a:lnTo>
                    <a:pt x="971217" y="1304987"/>
                  </a:lnTo>
                  <a:lnTo>
                    <a:pt x="959913" y="1309914"/>
                  </a:lnTo>
                  <a:lnTo>
                    <a:pt x="955392" y="1311885"/>
                  </a:lnTo>
                  <a:lnTo>
                    <a:pt x="954696" y="1312188"/>
                  </a:lnTo>
                  <a:lnTo>
                    <a:pt x="940959" y="1318179"/>
                  </a:lnTo>
                  <a:lnTo>
                    <a:pt x="934350" y="1321062"/>
                  </a:lnTo>
                  <a:lnTo>
                    <a:pt x="934177" y="1321138"/>
                  </a:lnTo>
                  <a:lnTo>
                    <a:pt x="901310" y="1335483"/>
                  </a:lnTo>
                  <a:lnTo>
                    <a:pt x="898180" y="1336850"/>
                  </a:lnTo>
                  <a:lnTo>
                    <a:pt x="891920" y="1339584"/>
                  </a:lnTo>
                  <a:lnTo>
                    <a:pt x="886703" y="1341862"/>
                  </a:lnTo>
                  <a:lnTo>
                    <a:pt x="882355" y="1343762"/>
                  </a:lnTo>
                  <a:lnTo>
                    <a:pt x="872269" y="1348169"/>
                  </a:lnTo>
                  <a:lnTo>
                    <a:pt x="869487" y="1349385"/>
                  </a:lnTo>
                  <a:lnTo>
                    <a:pt x="856097" y="1355237"/>
                  </a:lnTo>
                  <a:lnTo>
                    <a:pt x="855749" y="1355389"/>
                  </a:lnTo>
                  <a:lnTo>
                    <a:pt x="852619" y="1356758"/>
                  </a:lnTo>
                  <a:lnTo>
                    <a:pt x="842707" y="1361092"/>
                  </a:lnTo>
                  <a:lnTo>
                    <a:pt x="833316" y="1365199"/>
                  </a:lnTo>
                  <a:lnTo>
                    <a:pt x="824795" y="1368927"/>
                  </a:lnTo>
                  <a:lnTo>
                    <a:pt x="818361" y="1371742"/>
                  </a:lnTo>
                  <a:lnTo>
                    <a:pt x="797319" y="1380953"/>
                  </a:lnTo>
                  <a:lnTo>
                    <a:pt x="786016" y="1385902"/>
                  </a:lnTo>
                  <a:lnTo>
                    <a:pt x="781495" y="1387882"/>
                  </a:lnTo>
                  <a:lnTo>
                    <a:pt x="780799" y="1388187"/>
                  </a:lnTo>
                  <a:lnTo>
                    <a:pt x="767061" y="1394205"/>
                  </a:lnTo>
                  <a:lnTo>
                    <a:pt x="760453" y="1397101"/>
                  </a:lnTo>
                  <a:lnTo>
                    <a:pt x="760279" y="1397177"/>
                  </a:lnTo>
                  <a:lnTo>
                    <a:pt x="727413" y="1411585"/>
                  </a:lnTo>
                  <a:lnTo>
                    <a:pt x="724282" y="1412958"/>
                  </a:lnTo>
                  <a:lnTo>
                    <a:pt x="718022" y="1415703"/>
                  </a:lnTo>
                  <a:lnTo>
                    <a:pt x="712805" y="1417992"/>
                  </a:lnTo>
                  <a:lnTo>
                    <a:pt x="708458" y="1419899"/>
                  </a:lnTo>
                  <a:lnTo>
                    <a:pt x="698372" y="1424325"/>
                  </a:lnTo>
                  <a:lnTo>
                    <a:pt x="695589" y="1425546"/>
                  </a:lnTo>
                  <a:lnTo>
                    <a:pt x="682199" y="1431423"/>
                  </a:lnTo>
                  <a:lnTo>
                    <a:pt x="681851" y="1431576"/>
                  </a:lnTo>
                  <a:lnTo>
                    <a:pt x="678721" y="1432950"/>
                  </a:lnTo>
                  <a:lnTo>
                    <a:pt x="668809" y="1437302"/>
                  </a:lnTo>
                  <a:lnTo>
                    <a:pt x="659419" y="1441426"/>
                  </a:lnTo>
                  <a:lnTo>
                    <a:pt x="651593" y="1444863"/>
                  </a:lnTo>
                  <a:lnTo>
                    <a:pt x="650898" y="1445168"/>
                  </a:lnTo>
                  <a:lnTo>
                    <a:pt x="644463" y="1447995"/>
                  </a:lnTo>
                  <a:lnTo>
                    <a:pt x="635073" y="1452121"/>
                  </a:lnTo>
                  <a:lnTo>
                    <a:pt x="623422" y="1457242"/>
                  </a:lnTo>
                  <a:lnTo>
                    <a:pt x="612119" y="1462210"/>
                  </a:lnTo>
                  <a:lnTo>
                    <a:pt x="607597" y="1464198"/>
                  </a:lnTo>
                  <a:lnTo>
                    <a:pt x="606902" y="1464504"/>
                  </a:lnTo>
                  <a:lnTo>
                    <a:pt x="593164" y="1470545"/>
                  </a:lnTo>
                  <a:lnTo>
                    <a:pt x="586556" y="1473452"/>
                  </a:lnTo>
                  <a:lnTo>
                    <a:pt x="586382" y="1473528"/>
                  </a:lnTo>
                  <a:lnTo>
                    <a:pt x="553515" y="1487990"/>
                  </a:lnTo>
                  <a:lnTo>
                    <a:pt x="550385" y="1489367"/>
                  </a:lnTo>
                  <a:lnTo>
                    <a:pt x="544125" y="1492123"/>
                  </a:lnTo>
                  <a:lnTo>
                    <a:pt x="538908" y="1494420"/>
                  </a:lnTo>
                  <a:lnTo>
                    <a:pt x="534560" y="1496334"/>
                  </a:lnTo>
                  <a:lnTo>
                    <a:pt x="524474" y="1500775"/>
                  </a:lnTo>
                  <a:lnTo>
                    <a:pt x="521692" y="1502001"/>
                  </a:lnTo>
                  <a:lnTo>
                    <a:pt x="508302" y="1507899"/>
                  </a:lnTo>
                  <a:lnTo>
                    <a:pt x="507954" y="1508052"/>
                  </a:lnTo>
                  <a:lnTo>
                    <a:pt x="504824" y="1509431"/>
                  </a:lnTo>
                  <a:lnTo>
                    <a:pt x="494912" y="1513798"/>
                  </a:lnTo>
                  <a:lnTo>
                    <a:pt x="485521" y="1517936"/>
                  </a:lnTo>
                  <a:lnTo>
                    <a:pt x="477696" y="1521385"/>
                  </a:lnTo>
                  <a:lnTo>
                    <a:pt x="477000" y="1521692"/>
                  </a:lnTo>
                  <a:lnTo>
                    <a:pt x="470566" y="1524528"/>
                  </a:lnTo>
                  <a:lnTo>
                    <a:pt x="461176" y="1528668"/>
                  </a:lnTo>
                  <a:lnTo>
                    <a:pt x="449524" y="1533805"/>
                  </a:lnTo>
                  <a:lnTo>
                    <a:pt x="438221" y="1538790"/>
                  </a:lnTo>
                  <a:lnTo>
                    <a:pt x="433700" y="1540785"/>
                  </a:lnTo>
                  <a:lnTo>
                    <a:pt x="433004" y="1541092"/>
                  </a:lnTo>
                  <a:lnTo>
                    <a:pt x="419266" y="1547152"/>
                  </a:lnTo>
                  <a:lnTo>
                    <a:pt x="412658" y="1550068"/>
                  </a:lnTo>
                  <a:lnTo>
                    <a:pt x="412484" y="1550145"/>
                  </a:lnTo>
                  <a:lnTo>
                    <a:pt x="379618" y="1564652"/>
                  </a:lnTo>
                  <a:lnTo>
                    <a:pt x="376487" y="1566034"/>
                  </a:lnTo>
                  <a:lnTo>
                    <a:pt x="370227" y="1568798"/>
                  </a:lnTo>
                  <a:lnTo>
                    <a:pt x="365010" y="1571102"/>
                  </a:lnTo>
                  <a:lnTo>
                    <a:pt x="360663" y="1573022"/>
                  </a:lnTo>
                  <a:lnTo>
                    <a:pt x="350577" y="1577477"/>
                  </a:lnTo>
                  <a:lnTo>
                    <a:pt x="347794" y="1578706"/>
                  </a:lnTo>
                  <a:lnTo>
                    <a:pt x="334404" y="1584622"/>
                  </a:lnTo>
                  <a:lnTo>
                    <a:pt x="334056" y="1584775"/>
                  </a:lnTo>
                  <a:lnTo>
                    <a:pt x="330926" y="1586158"/>
                  </a:lnTo>
                  <a:lnTo>
                    <a:pt x="311624" y="1594689"/>
                  </a:lnTo>
                  <a:lnTo>
                    <a:pt x="303798" y="1598148"/>
                  </a:lnTo>
                  <a:lnTo>
                    <a:pt x="287278" y="1605451"/>
                  </a:lnTo>
                  <a:lnTo>
                    <a:pt x="275627" y="1610603"/>
                  </a:lnTo>
                  <a:lnTo>
                    <a:pt x="264324" y="1615603"/>
                  </a:lnTo>
                  <a:lnTo>
                    <a:pt x="259107" y="1617910"/>
                  </a:lnTo>
                  <a:lnTo>
                    <a:pt x="245369" y="1623988"/>
                  </a:lnTo>
                  <a:lnTo>
                    <a:pt x="205720" y="1641535"/>
                  </a:lnTo>
                  <a:lnTo>
                    <a:pt x="196330" y="1645692"/>
                  </a:lnTo>
                  <a:lnTo>
                    <a:pt x="191113" y="1648002"/>
                  </a:lnTo>
                  <a:lnTo>
                    <a:pt x="173897" y="1655625"/>
                  </a:lnTo>
                  <a:lnTo>
                    <a:pt x="129901" y="1675116"/>
                  </a:lnTo>
                  <a:lnTo>
                    <a:pt x="113381" y="1682438"/>
                  </a:lnTo>
                  <a:lnTo>
                    <a:pt x="85209" y="1694927"/>
                  </a:lnTo>
                  <a:lnTo>
                    <a:pt x="64863" y="1703950"/>
                  </a:lnTo>
                  <a:lnTo>
                    <a:pt x="28693" y="1719995"/>
                  </a:lnTo>
                  <a:lnTo>
                    <a:pt x="0" y="173272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" name="pg12"/>
            <p:cNvSpPr/>
            <p:nvPr/>
          </p:nvSpPr>
          <p:spPr>
            <a:xfrm>
              <a:off x="3377239" y="2775503"/>
              <a:ext cx="4320655" cy="1947263"/>
            </a:xfrm>
            <a:custGeom>
              <a:avLst/>
              <a:pathLst>
                <a:path w="4320655" h="1947263">
                  <a:moveTo>
                    <a:pt x="0" y="1545632"/>
                  </a:moveTo>
                  <a:lnTo>
                    <a:pt x="28693" y="1536768"/>
                  </a:lnTo>
                  <a:lnTo>
                    <a:pt x="64863" y="1525584"/>
                  </a:lnTo>
                  <a:lnTo>
                    <a:pt x="85209" y="1519288"/>
                  </a:lnTo>
                  <a:lnTo>
                    <a:pt x="113381" y="1510566"/>
                  </a:lnTo>
                  <a:lnTo>
                    <a:pt x="129901" y="1505449"/>
                  </a:lnTo>
                  <a:lnTo>
                    <a:pt x="173897" y="1491809"/>
                  </a:lnTo>
                  <a:lnTo>
                    <a:pt x="191113" y="1486467"/>
                  </a:lnTo>
                  <a:lnTo>
                    <a:pt x="196330" y="1484847"/>
                  </a:lnTo>
                  <a:lnTo>
                    <a:pt x="205720" y="1481932"/>
                  </a:lnTo>
                  <a:lnTo>
                    <a:pt x="245369" y="1469615"/>
                  </a:lnTo>
                  <a:lnTo>
                    <a:pt x="259107" y="1465344"/>
                  </a:lnTo>
                  <a:lnTo>
                    <a:pt x="264324" y="1463721"/>
                  </a:lnTo>
                  <a:lnTo>
                    <a:pt x="275627" y="1460205"/>
                  </a:lnTo>
                  <a:lnTo>
                    <a:pt x="287278" y="1456580"/>
                  </a:lnTo>
                  <a:lnTo>
                    <a:pt x="303798" y="1451437"/>
                  </a:lnTo>
                  <a:lnTo>
                    <a:pt x="311624" y="1449000"/>
                  </a:lnTo>
                  <a:lnTo>
                    <a:pt x="330926" y="1442986"/>
                  </a:lnTo>
                  <a:lnTo>
                    <a:pt x="334056" y="1442011"/>
                  </a:lnTo>
                  <a:lnTo>
                    <a:pt x="334404" y="1441902"/>
                  </a:lnTo>
                  <a:lnTo>
                    <a:pt x="347794" y="1437728"/>
                  </a:lnTo>
                  <a:lnTo>
                    <a:pt x="350577" y="1436860"/>
                  </a:lnTo>
                  <a:lnTo>
                    <a:pt x="360663" y="1433715"/>
                  </a:lnTo>
                  <a:lnTo>
                    <a:pt x="365010" y="1432359"/>
                  </a:lnTo>
                  <a:lnTo>
                    <a:pt x="370227" y="1430731"/>
                  </a:lnTo>
                  <a:lnTo>
                    <a:pt x="376487" y="1428777"/>
                  </a:lnTo>
                  <a:lnTo>
                    <a:pt x="379618" y="1427800"/>
                  </a:lnTo>
                  <a:lnTo>
                    <a:pt x="412484" y="1417536"/>
                  </a:lnTo>
                  <a:lnTo>
                    <a:pt x="412658" y="1417482"/>
                  </a:lnTo>
                  <a:lnTo>
                    <a:pt x="419266" y="1415417"/>
                  </a:lnTo>
                  <a:lnTo>
                    <a:pt x="433004" y="1411123"/>
                  </a:lnTo>
                  <a:lnTo>
                    <a:pt x="433700" y="1410905"/>
                  </a:lnTo>
                  <a:lnTo>
                    <a:pt x="438221" y="1409491"/>
                  </a:lnTo>
                  <a:lnTo>
                    <a:pt x="449524" y="1405956"/>
                  </a:lnTo>
                  <a:lnTo>
                    <a:pt x="461176" y="1402310"/>
                  </a:lnTo>
                  <a:lnTo>
                    <a:pt x="470566" y="1399370"/>
                  </a:lnTo>
                  <a:lnTo>
                    <a:pt x="477000" y="1397356"/>
                  </a:lnTo>
                  <a:lnTo>
                    <a:pt x="477696" y="1397138"/>
                  </a:lnTo>
                  <a:lnTo>
                    <a:pt x="485521" y="1394687"/>
                  </a:lnTo>
                  <a:lnTo>
                    <a:pt x="494912" y="1391745"/>
                  </a:lnTo>
                  <a:lnTo>
                    <a:pt x="504824" y="1388638"/>
                  </a:lnTo>
                  <a:lnTo>
                    <a:pt x="507954" y="1387657"/>
                  </a:lnTo>
                  <a:lnTo>
                    <a:pt x="508302" y="1387548"/>
                  </a:lnTo>
                  <a:lnTo>
                    <a:pt x="521692" y="1383349"/>
                  </a:lnTo>
                  <a:lnTo>
                    <a:pt x="524474" y="1382477"/>
                  </a:lnTo>
                  <a:lnTo>
                    <a:pt x="534560" y="1379312"/>
                  </a:lnTo>
                  <a:lnTo>
                    <a:pt x="538908" y="1377948"/>
                  </a:lnTo>
                  <a:lnTo>
                    <a:pt x="544125" y="1376310"/>
                  </a:lnTo>
                  <a:lnTo>
                    <a:pt x="550385" y="1374345"/>
                  </a:lnTo>
                  <a:lnTo>
                    <a:pt x="553515" y="1373362"/>
                  </a:lnTo>
                  <a:lnTo>
                    <a:pt x="586382" y="1363035"/>
                  </a:lnTo>
                  <a:lnTo>
                    <a:pt x="586556" y="1362980"/>
                  </a:lnTo>
                  <a:lnTo>
                    <a:pt x="593164" y="1360902"/>
                  </a:lnTo>
                  <a:lnTo>
                    <a:pt x="606902" y="1356580"/>
                  </a:lnTo>
                  <a:lnTo>
                    <a:pt x="607597" y="1356361"/>
                  </a:lnTo>
                  <a:lnTo>
                    <a:pt x="612119" y="1354938"/>
                  </a:lnTo>
                  <a:lnTo>
                    <a:pt x="623422" y="1351380"/>
                  </a:lnTo>
                  <a:lnTo>
                    <a:pt x="635073" y="1347711"/>
                  </a:lnTo>
                  <a:lnTo>
                    <a:pt x="644463" y="1344752"/>
                  </a:lnTo>
                  <a:lnTo>
                    <a:pt x="650898" y="1342724"/>
                  </a:lnTo>
                  <a:lnTo>
                    <a:pt x="651593" y="1342505"/>
                  </a:lnTo>
                  <a:lnTo>
                    <a:pt x="659419" y="1340037"/>
                  </a:lnTo>
                  <a:lnTo>
                    <a:pt x="668809" y="1337076"/>
                  </a:lnTo>
                  <a:lnTo>
                    <a:pt x="678721" y="1333948"/>
                  </a:lnTo>
                  <a:lnTo>
                    <a:pt x="681851" y="1332960"/>
                  </a:lnTo>
                  <a:lnTo>
                    <a:pt x="682199" y="1332851"/>
                  </a:lnTo>
                  <a:lnTo>
                    <a:pt x="695589" y="1328623"/>
                  </a:lnTo>
                  <a:lnTo>
                    <a:pt x="698372" y="1327744"/>
                  </a:lnTo>
                  <a:lnTo>
                    <a:pt x="708458" y="1324558"/>
                  </a:lnTo>
                  <a:lnTo>
                    <a:pt x="712805" y="1323184"/>
                  </a:lnTo>
                  <a:lnTo>
                    <a:pt x="718022" y="1321535"/>
                  </a:lnTo>
                  <a:lnTo>
                    <a:pt x="724282" y="1319556"/>
                  </a:lnTo>
                  <a:lnTo>
                    <a:pt x="727413" y="1318566"/>
                  </a:lnTo>
                  <a:lnTo>
                    <a:pt x="760279" y="1308165"/>
                  </a:lnTo>
                  <a:lnTo>
                    <a:pt x="760453" y="1308110"/>
                  </a:lnTo>
                  <a:lnTo>
                    <a:pt x="767061" y="1306016"/>
                  </a:lnTo>
                  <a:lnTo>
                    <a:pt x="780799" y="1301663"/>
                  </a:lnTo>
                  <a:lnTo>
                    <a:pt x="781495" y="1301442"/>
                  </a:lnTo>
                  <a:lnTo>
                    <a:pt x="786016" y="1300009"/>
                  </a:lnTo>
                  <a:lnTo>
                    <a:pt x="797319" y="1296424"/>
                  </a:lnTo>
                  <a:lnTo>
                    <a:pt x="818361" y="1289746"/>
                  </a:lnTo>
                  <a:lnTo>
                    <a:pt x="824795" y="1287702"/>
                  </a:lnTo>
                  <a:lnTo>
                    <a:pt x="833316" y="1284995"/>
                  </a:lnTo>
                  <a:lnTo>
                    <a:pt x="842707" y="1282010"/>
                  </a:lnTo>
                  <a:lnTo>
                    <a:pt x="852619" y="1278858"/>
                  </a:lnTo>
                  <a:lnTo>
                    <a:pt x="855749" y="1277863"/>
                  </a:lnTo>
                  <a:lnTo>
                    <a:pt x="856097" y="1277752"/>
                  </a:lnTo>
                  <a:lnTo>
                    <a:pt x="869487" y="1273491"/>
                  </a:lnTo>
                  <a:lnTo>
                    <a:pt x="872269" y="1272605"/>
                  </a:lnTo>
                  <a:lnTo>
                    <a:pt x="882355" y="1269393"/>
                  </a:lnTo>
                  <a:lnTo>
                    <a:pt x="886703" y="1268008"/>
                  </a:lnTo>
                  <a:lnTo>
                    <a:pt x="891920" y="1266346"/>
                  </a:lnTo>
                  <a:lnTo>
                    <a:pt x="898180" y="1264350"/>
                  </a:lnTo>
                  <a:lnTo>
                    <a:pt x="901310" y="1263353"/>
                  </a:lnTo>
                  <a:lnTo>
                    <a:pt x="934177" y="1252865"/>
                  </a:lnTo>
                  <a:lnTo>
                    <a:pt x="934350" y="1252809"/>
                  </a:lnTo>
                  <a:lnTo>
                    <a:pt x="940959" y="1250698"/>
                  </a:lnTo>
                  <a:lnTo>
                    <a:pt x="954696" y="1246308"/>
                  </a:lnTo>
                  <a:lnTo>
                    <a:pt x="955392" y="1246085"/>
                  </a:lnTo>
                  <a:lnTo>
                    <a:pt x="959913" y="1244640"/>
                  </a:lnTo>
                  <a:lnTo>
                    <a:pt x="971217" y="1241024"/>
                  </a:lnTo>
                  <a:lnTo>
                    <a:pt x="982868" y="1237294"/>
                  </a:lnTo>
                  <a:lnTo>
                    <a:pt x="992258" y="1234287"/>
                  </a:lnTo>
                  <a:lnTo>
                    <a:pt x="998693" y="1232225"/>
                  </a:lnTo>
                  <a:lnTo>
                    <a:pt x="999388" y="1232002"/>
                  </a:lnTo>
                  <a:lnTo>
                    <a:pt x="1007214" y="1229494"/>
                  </a:lnTo>
                  <a:lnTo>
                    <a:pt x="1016604" y="1226482"/>
                  </a:lnTo>
                  <a:lnTo>
                    <a:pt x="1026516" y="1223301"/>
                  </a:lnTo>
                  <a:lnTo>
                    <a:pt x="1029646" y="1222297"/>
                  </a:lnTo>
                  <a:lnTo>
                    <a:pt x="1029994" y="1222185"/>
                  </a:lnTo>
                  <a:lnTo>
                    <a:pt x="1043384" y="1217885"/>
                  </a:lnTo>
                  <a:lnTo>
                    <a:pt x="1046167" y="1216991"/>
                  </a:lnTo>
                  <a:lnTo>
                    <a:pt x="1056253" y="1213749"/>
                  </a:lnTo>
                  <a:lnTo>
                    <a:pt x="1060600" y="1212351"/>
                  </a:lnTo>
                  <a:lnTo>
                    <a:pt x="1065817" y="1210673"/>
                  </a:lnTo>
                  <a:lnTo>
                    <a:pt x="1072077" y="1208659"/>
                  </a:lnTo>
                  <a:lnTo>
                    <a:pt x="1075207" y="1207651"/>
                  </a:lnTo>
                  <a:lnTo>
                    <a:pt x="1108074" y="1197062"/>
                  </a:lnTo>
                  <a:lnTo>
                    <a:pt x="1108248" y="1197006"/>
                  </a:lnTo>
                  <a:lnTo>
                    <a:pt x="1114856" y="1194875"/>
                  </a:lnTo>
                  <a:lnTo>
                    <a:pt x="1128594" y="1190441"/>
                  </a:lnTo>
                  <a:lnTo>
                    <a:pt x="1129290" y="1190216"/>
                  </a:lnTo>
                  <a:lnTo>
                    <a:pt x="1133811" y="1188756"/>
                  </a:lnTo>
                  <a:lnTo>
                    <a:pt x="1145114" y="1185104"/>
                  </a:lnTo>
                  <a:lnTo>
                    <a:pt x="1156765" y="1181337"/>
                  </a:lnTo>
                  <a:lnTo>
                    <a:pt x="1166156" y="1178299"/>
                  </a:lnTo>
                  <a:lnTo>
                    <a:pt x="1172590" y="1176216"/>
                  </a:lnTo>
                  <a:lnTo>
                    <a:pt x="1173286" y="1175991"/>
                  </a:lnTo>
                  <a:lnTo>
                    <a:pt x="1181111" y="1173456"/>
                  </a:lnTo>
                  <a:lnTo>
                    <a:pt x="1190501" y="1170413"/>
                  </a:lnTo>
                  <a:lnTo>
                    <a:pt x="1200414" y="1167199"/>
                  </a:lnTo>
                  <a:lnTo>
                    <a:pt x="1203544" y="1166184"/>
                  </a:lnTo>
                  <a:lnTo>
                    <a:pt x="1203892" y="1166071"/>
                  </a:lnTo>
                  <a:lnTo>
                    <a:pt x="1217282" y="1161725"/>
                  </a:lnTo>
                  <a:lnTo>
                    <a:pt x="1220064" y="1160822"/>
                  </a:lnTo>
                  <a:lnTo>
                    <a:pt x="1230150" y="1157545"/>
                  </a:lnTo>
                  <a:lnTo>
                    <a:pt x="1234497" y="1156132"/>
                  </a:lnTo>
                  <a:lnTo>
                    <a:pt x="1239714" y="1154436"/>
                  </a:lnTo>
                  <a:lnTo>
                    <a:pt x="1245975" y="1152400"/>
                  </a:lnTo>
                  <a:lnTo>
                    <a:pt x="1249105" y="1151381"/>
                  </a:lnTo>
                  <a:lnTo>
                    <a:pt x="1281971" y="1140675"/>
                  </a:lnTo>
                  <a:lnTo>
                    <a:pt x="1282145" y="1140618"/>
                  </a:lnTo>
                  <a:lnTo>
                    <a:pt x="1288753" y="1138463"/>
                  </a:lnTo>
                  <a:lnTo>
                    <a:pt x="1302491" y="1133978"/>
                  </a:lnTo>
                  <a:lnTo>
                    <a:pt x="1303187" y="1133751"/>
                  </a:lnTo>
                  <a:lnTo>
                    <a:pt x="1307708" y="1132274"/>
                  </a:lnTo>
                  <a:lnTo>
                    <a:pt x="1319012" y="1128580"/>
                  </a:lnTo>
                  <a:lnTo>
                    <a:pt x="1330663" y="1124769"/>
                  </a:lnTo>
                  <a:lnTo>
                    <a:pt x="1340053" y="1121695"/>
                  </a:lnTo>
                  <a:lnTo>
                    <a:pt x="1346487" y="1119587"/>
                  </a:lnTo>
                  <a:lnTo>
                    <a:pt x="1347183" y="1119360"/>
                  </a:lnTo>
                  <a:lnTo>
                    <a:pt x="1355008" y="1116795"/>
                  </a:lnTo>
                  <a:lnTo>
                    <a:pt x="1364399" y="1113716"/>
                  </a:lnTo>
                  <a:lnTo>
                    <a:pt x="1374311" y="1110463"/>
                  </a:lnTo>
                  <a:lnTo>
                    <a:pt x="1377441" y="1109435"/>
                  </a:lnTo>
                  <a:lnTo>
                    <a:pt x="1377789" y="1109321"/>
                  </a:lnTo>
                  <a:lnTo>
                    <a:pt x="1391179" y="1104922"/>
                  </a:lnTo>
                  <a:lnTo>
                    <a:pt x="1393961" y="1104008"/>
                  </a:lnTo>
                  <a:lnTo>
                    <a:pt x="1404047" y="1100691"/>
                  </a:lnTo>
                  <a:lnTo>
                    <a:pt x="1408395" y="1099260"/>
                  </a:lnTo>
                  <a:lnTo>
                    <a:pt x="1413612" y="1097543"/>
                  </a:lnTo>
                  <a:lnTo>
                    <a:pt x="1419872" y="1095481"/>
                  </a:lnTo>
                  <a:lnTo>
                    <a:pt x="1423002" y="1094450"/>
                  </a:lnTo>
                  <a:lnTo>
                    <a:pt x="1455869" y="1083608"/>
                  </a:lnTo>
                  <a:lnTo>
                    <a:pt x="1456043" y="1083550"/>
                  </a:lnTo>
                  <a:lnTo>
                    <a:pt x="1462651" y="1081367"/>
                  </a:lnTo>
                  <a:lnTo>
                    <a:pt x="1476389" y="1076824"/>
                  </a:lnTo>
                  <a:lnTo>
                    <a:pt x="1477084" y="1076594"/>
                  </a:lnTo>
                  <a:lnTo>
                    <a:pt x="1481606" y="1075098"/>
                  </a:lnTo>
                  <a:lnTo>
                    <a:pt x="1492909" y="1071355"/>
                  </a:lnTo>
                  <a:lnTo>
                    <a:pt x="1504560" y="1067493"/>
                  </a:lnTo>
                  <a:lnTo>
                    <a:pt x="1513951" y="1064378"/>
                  </a:lnTo>
                  <a:lnTo>
                    <a:pt x="1520385" y="1062243"/>
                  </a:lnTo>
                  <a:lnTo>
                    <a:pt x="1521080" y="1062012"/>
                  </a:lnTo>
                  <a:lnTo>
                    <a:pt x="1528906" y="1059413"/>
                  </a:lnTo>
                  <a:lnTo>
                    <a:pt x="1538296" y="1056291"/>
                  </a:lnTo>
                  <a:lnTo>
                    <a:pt x="1548208" y="1052994"/>
                  </a:lnTo>
                  <a:lnTo>
                    <a:pt x="1551339" y="1051952"/>
                  </a:lnTo>
                  <a:lnTo>
                    <a:pt x="1551686" y="1051836"/>
                  </a:lnTo>
                  <a:lnTo>
                    <a:pt x="1565077" y="1047377"/>
                  </a:lnTo>
                  <a:lnTo>
                    <a:pt x="1567859" y="1046449"/>
                  </a:lnTo>
                  <a:lnTo>
                    <a:pt x="1577945" y="1043086"/>
                  </a:lnTo>
                  <a:lnTo>
                    <a:pt x="1582292" y="1041635"/>
                  </a:lnTo>
                  <a:lnTo>
                    <a:pt x="1587509" y="1039894"/>
                  </a:lnTo>
                  <a:lnTo>
                    <a:pt x="1593770" y="1037803"/>
                  </a:lnTo>
                  <a:lnTo>
                    <a:pt x="1596900" y="1036757"/>
                  </a:lnTo>
                  <a:lnTo>
                    <a:pt x="1629766" y="1025759"/>
                  </a:lnTo>
                  <a:lnTo>
                    <a:pt x="1629940" y="1025700"/>
                  </a:lnTo>
                  <a:lnTo>
                    <a:pt x="1636548" y="1023485"/>
                  </a:lnTo>
                  <a:lnTo>
                    <a:pt x="1650286" y="1018876"/>
                  </a:lnTo>
                  <a:lnTo>
                    <a:pt x="1650982" y="1018642"/>
                  </a:lnTo>
                  <a:lnTo>
                    <a:pt x="1655503" y="1017124"/>
                  </a:lnTo>
                  <a:lnTo>
                    <a:pt x="1666807" y="1013325"/>
                  </a:lnTo>
                  <a:lnTo>
                    <a:pt x="1678458" y="1009406"/>
                  </a:lnTo>
                  <a:lnTo>
                    <a:pt x="1687848" y="1006244"/>
                  </a:lnTo>
                  <a:lnTo>
                    <a:pt x="1694282" y="1004076"/>
                  </a:lnTo>
                  <a:lnTo>
                    <a:pt x="1694978" y="1003842"/>
                  </a:lnTo>
                  <a:lnTo>
                    <a:pt x="1702803" y="1001203"/>
                  </a:lnTo>
                  <a:lnTo>
                    <a:pt x="1712194" y="998034"/>
                  </a:lnTo>
                  <a:lnTo>
                    <a:pt x="1725236" y="993628"/>
                  </a:lnTo>
                  <a:lnTo>
                    <a:pt x="1725584" y="993510"/>
                  </a:lnTo>
                  <a:lnTo>
                    <a:pt x="1738974" y="988981"/>
                  </a:lnTo>
                  <a:lnTo>
                    <a:pt x="1741756" y="988039"/>
                  </a:lnTo>
                  <a:lnTo>
                    <a:pt x="1751842" y="984623"/>
                  </a:lnTo>
                  <a:lnTo>
                    <a:pt x="1756190" y="983150"/>
                  </a:lnTo>
                  <a:lnTo>
                    <a:pt x="1761407" y="981381"/>
                  </a:lnTo>
                  <a:lnTo>
                    <a:pt x="1767667" y="979257"/>
                  </a:lnTo>
                  <a:lnTo>
                    <a:pt x="1770797" y="978194"/>
                  </a:lnTo>
                  <a:lnTo>
                    <a:pt x="1803664" y="967019"/>
                  </a:lnTo>
                  <a:lnTo>
                    <a:pt x="1803838" y="966960"/>
                  </a:lnTo>
                  <a:lnTo>
                    <a:pt x="1810446" y="964709"/>
                  </a:lnTo>
                  <a:lnTo>
                    <a:pt x="1824184" y="960025"/>
                  </a:lnTo>
                  <a:lnTo>
                    <a:pt x="1824879" y="959787"/>
                  </a:lnTo>
                  <a:lnTo>
                    <a:pt x="1829401" y="958244"/>
                  </a:lnTo>
                  <a:lnTo>
                    <a:pt x="1840704" y="954383"/>
                  </a:lnTo>
                  <a:lnTo>
                    <a:pt x="1852355" y="950398"/>
                  </a:lnTo>
                  <a:lnTo>
                    <a:pt x="1861746" y="947184"/>
                  </a:lnTo>
                  <a:lnTo>
                    <a:pt x="1868180" y="944979"/>
                  </a:lnTo>
                  <a:lnTo>
                    <a:pt x="1868875" y="944741"/>
                  </a:lnTo>
                  <a:lnTo>
                    <a:pt x="1876701" y="942058"/>
                  </a:lnTo>
                  <a:lnTo>
                    <a:pt x="1886091" y="938835"/>
                  </a:lnTo>
                  <a:lnTo>
                    <a:pt x="1896003" y="935430"/>
                  </a:lnTo>
                  <a:lnTo>
                    <a:pt x="1899134" y="934355"/>
                  </a:lnTo>
                  <a:lnTo>
                    <a:pt x="1899481" y="934235"/>
                  </a:lnTo>
                  <a:lnTo>
                    <a:pt x="1912871" y="929628"/>
                  </a:lnTo>
                  <a:lnTo>
                    <a:pt x="1915654" y="928670"/>
                  </a:lnTo>
                  <a:lnTo>
                    <a:pt x="1925740" y="925195"/>
                  </a:lnTo>
                  <a:lnTo>
                    <a:pt x="1930087" y="923696"/>
                  </a:lnTo>
                  <a:lnTo>
                    <a:pt x="1935304" y="921897"/>
                  </a:lnTo>
                  <a:lnTo>
                    <a:pt x="1941564" y="919736"/>
                  </a:lnTo>
                  <a:lnTo>
                    <a:pt x="1944695" y="918655"/>
                  </a:lnTo>
                  <a:lnTo>
                    <a:pt x="1977561" y="907284"/>
                  </a:lnTo>
                  <a:lnTo>
                    <a:pt x="1977735" y="907224"/>
                  </a:lnTo>
                  <a:lnTo>
                    <a:pt x="1984343" y="904933"/>
                  </a:lnTo>
                  <a:lnTo>
                    <a:pt x="1998081" y="900165"/>
                  </a:lnTo>
                  <a:lnTo>
                    <a:pt x="1998777" y="899923"/>
                  </a:lnTo>
                  <a:lnTo>
                    <a:pt x="2003298" y="898353"/>
                  </a:lnTo>
                  <a:lnTo>
                    <a:pt x="2014601" y="894422"/>
                  </a:lnTo>
                  <a:lnTo>
                    <a:pt x="2026253" y="890366"/>
                  </a:lnTo>
                  <a:lnTo>
                    <a:pt x="2035643" y="887093"/>
                  </a:lnTo>
                  <a:lnTo>
                    <a:pt x="2042077" y="884849"/>
                  </a:lnTo>
                  <a:lnTo>
                    <a:pt x="2042773" y="884606"/>
                  </a:lnTo>
                  <a:lnTo>
                    <a:pt x="2050598" y="881874"/>
                  </a:lnTo>
                  <a:lnTo>
                    <a:pt x="2059989" y="878593"/>
                  </a:lnTo>
                  <a:lnTo>
                    <a:pt x="2069901" y="875126"/>
                  </a:lnTo>
                  <a:lnTo>
                    <a:pt x="2073031" y="874030"/>
                  </a:lnTo>
                  <a:lnTo>
                    <a:pt x="2073379" y="873909"/>
                  </a:lnTo>
                  <a:lnTo>
                    <a:pt x="2086769" y="869217"/>
                  </a:lnTo>
                  <a:lnTo>
                    <a:pt x="2089551" y="868242"/>
                  </a:lnTo>
                  <a:lnTo>
                    <a:pt x="2099637" y="864702"/>
                  </a:lnTo>
                  <a:lnTo>
                    <a:pt x="2103985" y="863176"/>
                  </a:lnTo>
                  <a:lnTo>
                    <a:pt x="2109202" y="861343"/>
                  </a:lnTo>
                  <a:lnTo>
                    <a:pt x="2115462" y="859142"/>
                  </a:lnTo>
                  <a:lnTo>
                    <a:pt x="2118592" y="858041"/>
                  </a:lnTo>
                  <a:lnTo>
                    <a:pt x="2151459" y="846457"/>
                  </a:lnTo>
                  <a:lnTo>
                    <a:pt x="2151633" y="846395"/>
                  </a:lnTo>
                  <a:lnTo>
                    <a:pt x="2158241" y="844061"/>
                  </a:lnTo>
                  <a:lnTo>
                    <a:pt x="2171979" y="839203"/>
                  </a:lnTo>
                  <a:lnTo>
                    <a:pt x="2172674" y="838957"/>
                  </a:lnTo>
                  <a:lnTo>
                    <a:pt x="2177196" y="837356"/>
                  </a:lnTo>
                  <a:lnTo>
                    <a:pt x="2188499" y="833352"/>
                  </a:lnTo>
                  <a:lnTo>
                    <a:pt x="2200150" y="829218"/>
                  </a:lnTo>
                  <a:lnTo>
                    <a:pt x="2209540" y="825883"/>
                  </a:lnTo>
                  <a:lnTo>
                    <a:pt x="2215975" y="823596"/>
                  </a:lnTo>
                  <a:lnTo>
                    <a:pt x="2216670" y="823349"/>
                  </a:lnTo>
                  <a:lnTo>
                    <a:pt x="2224496" y="820564"/>
                  </a:lnTo>
                  <a:lnTo>
                    <a:pt x="2233886" y="817220"/>
                  </a:lnTo>
                  <a:lnTo>
                    <a:pt x="2243798" y="813686"/>
                  </a:lnTo>
                  <a:lnTo>
                    <a:pt x="2246928" y="812570"/>
                  </a:lnTo>
                  <a:lnTo>
                    <a:pt x="2247276" y="812446"/>
                  </a:lnTo>
                  <a:lnTo>
                    <a:pt x="2260666" y="807664"/>
                  </a:lnTo>
                  <a:lnTo>
                    <a:pt x="2263449" y="806669"/>
                  </a:lnTo>
                  <a:lnTo>
                    <a:pt x="2273535" y="803062"/>
                  </a:lnTo>
                  <a:lnTo>
                    <a:pt x="2277882" y="801506"/>
                  </a:lnTo>
                  <a:lnTo>
                    <a:pt x="2283099" y="799637"/>
                  </a:lnTo>
                  <a:lnTo>
                    <a:pt x="2289359" y="797393"/>
                  </a:lnTo>
                  <a:lnTo>
                    <a:pt x="2292490" y="796271"/>
                  </a:lnTo>
                  <a:lnTo>
                    <a:pt x="2325356" y="784462"/>
                  </a:lnTo>
                  <a:lnTo>
                    <a:pt x="2325530" y="784399"/>
                  </a:lnTo>
                  <a:lnTo>
                    <a:pt x="2332138" y="782020"/>
                  </a:lnTo>
                  <a:lnTo>
                    <a:pt x="2345876" y="777067"/>
                  </a:lnTo>
                  <a:lnTo>
                    <a:pt x="2346572" y="776816"/>
                  </a:lnTo>
                  <a:lnTo>
                    <a:pt x="2351093" y="775185"/>
                  </a:lnTo>
                  <a:lnTo>
                    <a:pt x="2362396" y="771102"/>
                  </a:lnTo>
                  <a:lnTo>
                    <a:pt x="2374047" y="766888"/>
                  </a:lnTo>
                  <a:lnTo>
                    <a:pt x="2383438" y="763487"/>
                  </a:lnTo>
                  <a:lnTo>
                    <a:pt x="2389872" y="761155"/>
                  </a:lnTo>
                  <a:lnTo>
                    <a:pt x="2390568" y="760903"/>
                  </a:lnTo>
                  <a:lnTo>
                    <a:pt x="2398393" y="758064"/>
                  </a:lnTo>
                  <a:lnTo>
                    <a:pt x="2407784" y="754655"/>
                  </a:lnTo>
                  <a:lnTo>
                    <a:pt x="2417696" y="751052"/>
                  </a:lnTo>
                  <a:lnTo>
                    <a:pt x="2420826" y="749913"/>
                  </a:lnTo>
                  <a:lnTo>
                    <a:pt x="2421174" y="749787"/>
                  </a:lnTo>
                  <a:lnTo>
                    <a:pt x="2434564" y="744912"/>
                  </a:lnTo>
                  <a:lnTo>
                    <a:pt x="2437346" y="743898"/>
                  </a:lnTo>
                  <a:lnTo>
                    <a:pt x="2447432" y="740219"/>
                  </a:lnTo>
                  <a:lnTo>
                    <a:pt x="2451780" y="738633"/>
                  </a:lnTo>
                  <a:lnTo>
                    <a:pt x="2456997" y="736728"/>
                  </a:lnTo>
                  <a:lnTo>
                    <a:pt x="2463257" y="734440"/>
                  </a:lnTo>
                  <a:lnTo>
                    <a:pt x="2466387" y="733296"/>
                  </a:lnTo>
                  <a:lnTo>
                    <a:pt x="2499254" y="721256"/>
                  </a:lnTo>
                  <a:lnTo>
                    <a:pt x="2499428" y="721192"/>
                  </a:lnTo>
                  <a:lnTo>
                    <a:pt x="2506036" y="718766"/>
                  </a:lnTo>
                  <a:lnTo>
                    <a:pt x="2519774" y="713717"/>
                  </a:lnTo>
                  <a:lnTo>
                    <a:pt x="2520469" y="713461"/>
                  </a:lnTo>
                  <a:lnTo>
                    <a:pt x="2524990" y="711798"/>
                  </a:lnTo>
                  <a:lnTo>
                    <a:pt x="2536294" y="707635"/>
                  </a:lnTo>
                  <a:lnTo>
                    <a:pt x="2547945" y="703340"/>
                  </a:lnTo>
                  <a:lnTo>
                    <a:pt x="2557335" y="699873"/>
                  </a:lnTo>
                  <a:lnTo>
                    <a:pt x="2563770" y="697496"/>
                  </a:lnTo>
                  <a:lnTo>
                    <a:pt x="2564465" y="697239"/>
                  </a:lnTo>
                  <a:lnTo>
                    <a:pt x="2572291" y="694345"/>
                  </a:lnTo>
                  <a:lnTo>
                    <a:pt x="2581681" y="690870"/>
                  </a:lnTo>
                  <a:lnTo>
                    <a:pt x="2591593" y="687198"/>
                  </a:lnTo>
                  <a:lnTo>
                    <a:pt x="2594723" y="686037"/>
                  </a:lnTo>
                  <a:lnTo>
                    <a:pt x="2608461" y="680939"/>
                  </a:lnTo>
                  <a:lnTo>
                    <a:pt x="2611244" y="679905"/>
                  </a:lnTo>
                  <a:lnTo>
                    <a:pt x="2621330" y="676157"/>
                  </a:lnTo>
                  <a:lnTo>
                    <a:pt x="2625677" y="674540"/>
                  </a:lnTo>
                  <a:lnTo>
                    <a:pt x="2630894" y="672598"/>
                  </a:lnTo>
                  <a:lnTo>
                    <a:pt x="2637154" y="670267"/>
                  </a:lnTo>
                  <a:lnTo>
                    <a:pt x="2640284" y="669101"/>
                  </a:lnTo>
                  <a:lnTo>
                    <a:pt x="2673151" y="656832"/>
                  </a:lnTo>
                  <a:lnTo>
                    <a:pt x="2673325" y="656767"/>
                  </a:lnTo>
                  <a:lnTo>
                    <a:pt x="2679933" y="654295"/>
                  </a:lnTo>
                  <a:lnTo>
                    <a:pt x="2693671" y="649151"/>
                  </a:lnTo>
                  <a:lnTo>
                    <a:pt x="2694367" y="648890"/>
                  </a:lnTo>
                  <a:lnTo>
                    <a:pt x="2698888" y="647195"/>
                  </a:lnTo>
                  <a:lnTo>
                    <a:pt x="2710191" y="642954"/>
                  </a:lnTo>
                  <a:lnTo>
                    <a:pt x="2721842" y="638578"/>
                  </a:lnTo>
                  <a:lnTo>
                    <a:pt x="2731233" y="635047"/>
                  </a:lnTo>
                  <a:lnTo>
                    <a:pt x="2737667" y="632626"/>
                  </a:lnTo>
                  <a:lnTo>
                    <a:pt x="2738363" y="632364"/>
                  </a:lnTo>
                  <a:lnTo>
                    <a:pt x="2755578" y="625877"/>
                  </a:lnTo>
                  <a:lnTo>
                    <a:pt x="2765491" y="622137"/>
                  </a:lnTo>
                  <a:lnTo>
                    <a:pt x="2768621" y="620955"/>
                  </a:lnTo>
                  <a:lnTo>
                    <a:pt x="2768969" y="620823"/>
                  </a:lnTo>
                  <a:lnTo>
                    <a:pt x="2782359" y="615763"/>
                  </a:lnTo>
                  <a:lnTo>
                    <a:pt x="2785141" y="614711"/>
                  </a:lnTo>
                  <a:lnTo>
                    <a:pt x="2795227" y="610893"/>
                  </a:lnTo>
                  <a:lnTo>
                    <a:pt x="2799575" y="609247"/>
                  </a:lnTo>
                  <a:lnTo>
                    <a:pt x="2804791" y="607270"/>
                  </a:lnTo>
                  <a:lnTo>
                    <a:pt x="2811052" y="604897"/>
                  </a:lnTo>
                  <a:lnTo>
                    <a:pt x="2814182" y="603709"/>
                  </a:lnTo>
                  <a:lnTo>
                    <a:pt x="2847049" y="591220"/>
                  </a:lnTo>
                  <a:lnTo>
                    <a:pt x="2847222" y="591154"/>
                  </a:lnTo>
                  <a:lnTo>
                    <a:pt x="2853831" y="588638"/>
                  </a:lnTo>
                  <a:lnTo>
                    <a:pt x="2867568" y="583403"/>
                  </a:lnTo>
                  <a:lnTo>
                    <a:pt x="2868264" y="583137"/>
                  </a:lnTo>
                  <a:lnTo>
                    <a:pt x="2872785" y="581413"/>
                  </a:lnTo>
                  <a:lnTo>
                    <a:pt x="2884089" y="577097"/>
                  </a:lnTo>
                  <a:lnTo>
                    <a:pt x="2895740" y="572644"/>
                  </a:lnTo>
                  <a:lnTo>
                    <a:pt x="2905130" y="569052"/>
                  </a:lnTo>
                  <a:lnTo>
                    <a:pt x="2911564" y="566589"/>
                  </a:lnTo>
                  <a:lnTo>
                    <a:pt x="2912260" y="566322"/>
                  </a:lnTo>
                  <a:lnTo>
                    <a:pt x="2920085" y="563324"/>
                  </a:lnTo>
                  <a:lnTo>
                    <a:pt x="2929476" y="559723"/>
                  </a:lnTo>
                  <a:lnTo>
                    <a:pt x="2939388" y="555919"/>
                  </a:lnTo>
                  <a:lnTo>
                    <a:pt x="2942518" y="554717"/>
                  </a:lnTo>
                  <a:lnTo>
                    <a:pt x="2942866" y="554583"/>
                  </a:lnTo>
                  <a:lnTo>
                    <a:pt x="2956256" y="549437"/>
                  </a:lnTo>
                  <a:lnTo>
                    <a:pt x="2959038" y="548367"/>
                  </a:lnTo>
                  <a:lnTo>
                    <a:pt x="2969125" y="544485"/>
                  </a:lnTo>
                  <a:lnTo>
                    <a:pt x="2973472" y="542811"/>
                  </a:lnTo>
                  <a:lnTo>
                    <a:pt x="2978689" y="540801"/>
                  </a:lnTo>
                  <a:lnTo>
                    <a:pt x="2984949" y="538388"/>
                  </a:lnTo>
                  <a:lnTo>
                    <a:pt x="2988079" y="537181"/>
                  </a:lnTo>
                  <a:lnTo>
                    <a:pt x="3020946" y="524486"/>
                  </a:lnTo>
                  <a:lnTo>
                    <a:pt x="3021120" y="524419"/>
                  </a:lnTo>
                  <a:lnTo>
                    <a:pt x="3027728" y="521862"/>
                  </a:lnTo>
                  <a:lnTo>
                    <a:pt x="3041466" y="516541"/>
                  </a:lnTo>
                  <a:lnTo>
                    <a:pt x="3042161" y="516272"/>
                  </a:lnTo>
                  <a:lnTo>
                    <a:pt x="3046683" y="514519"/>
                  </a:lnTo>
                  <a:lnTo>
                    <a:pt x="3057986" y="510135"/>
                  </a:lnTo>
                  <a:lnTo>
                    <a:pt x="3069637" y="505611"/>
                  </a:lnTo>
                  <a:lnTo>
                    <a:pt x="3079028" y="501962"/>
                  </a:lnTo>
                  <a:lnTo>
                    <a:pt x="3085462" y="499460"/>
                  </a:lnTo>
                  <a:lnTo>
                    <a:pt x="3086157" y="499189"/>
                  </a:lnTo>
                  <a:lnTo>
                    <a:pt x="3093983" y="496144"/>
                  </a:lnTo>
                  <a:lnTo>
                    <a:pt x="3103373" y="492487"/>
                  </a:lnTo>
                  <a:lnTo>
                    <a:pt x="3113285" y="488624"/>
                  </a:lnTo>
                  <a:lnTo>
                    <a:pt x="3116416" y="487403"/>
                  </a:lnTo>
                  <a:lnTo>
                    <a:pt x="3116763" y="487268"/>
                  </a:lnTo>
                  <a:lnTo>
                    <a:pt x="3130154" y="482043"/>
                  </a:lnTo>
                  <a:lnTo>
                    <a:pt x="3132936" y="480956"/>
                  </a:lnTo>
                  <a:lnTo>
                    <a:pt x="3143022" y="477016"/>
                  </a:lnTo>
                  <a:lnTo>
                    <a:pt x="3147369" y="475316"/>
                  </a:lnTo>
                  <a:lnTo>
                    <a:pt x="3152586" y="473276"/>
                  </a:lnTo>
                  <a:lnTo>
                    <a:pt x="3158847" y="470826"/>
                  </a:lnTo>
                  <a:lnTo>
                    <a:pt x="3161977" y="469601"/>
                  </a:lnTo>
                  <a:lnTo>
                    <a:pt x="3194843" y="456719"/>
                  </a:lnTo>
                  <a:lnTo>
                    <a:pt x="3195017" y="456651"/>
                  </a:lnTo>
                  <a:lnTo>
                    <a:pt x="3201625" y="454056"/>
                  </a:lnTo>
                  <a:lnTo>
                    <a:pt x="3215363" y="448659"/>
                  </a:lnTo>
                  <a:lnTo>
                    <a:pt x="3216059" y="448385"/>
                  </a:lnTo>
                  <a:lnTo>
                    <a:pt x="3220580" y="446608"/>
                  </a:lnTo>
                  <a:lnTo>
                    <a:pt x="3231884" y="442161"/>
                  </a:lnTo>
                  <a:lnTo>
                    <a:pt x="3243535" y="437573"/>
                  </a:lnTo>
                  <a:lnTo>
                    <a:pt x="3252925" y="433872"/>
                  </a:lnTo>
                  <a:lnTo>
                    <a:pt x="3259359" y="431335"/>
                  </a:lnTo>
                  <a:lnTo>
                    <a:pt x="3260055" y="431061"/>
                  </a:lnTo>
                  <a:lnTo>
                    <a:pt x="3267880" y="427973"/>
                  </a:lnTo>
                  <a:lnTo>
                    <a:pt x="3277271" y="424266"/>
                  </a:lnTo>
                  <a:lnTo>
                    <a:pt x="3287183" y="420350"/>
                  </a:lnTo>
                  <a:lnTo>
                    <a:pt x="3290313" y="419112"/>
                  </a:lnTo>
                  <a:lnTo>
                    <a:pt x="3290661" y="418975"/>
                  </a:lnTo>
                  <a:lnTo>
                    <a:pt x="3304051" y="413679"/>
                  </a:lnTo>
                  <a:lnTo>
                    <a:pt x="3306833" y="412578"/>
                  </a:lnTo>
                  <a:lnTo>
                    <a:pt x="3316919" y="408584"/>
                  </a:lnTo>
                  <a:lnTo>
                    <a:pt x="3321267" y="406862"/>
                  </a:lnTo>
                  <a:lnTo>
                    <a:pt x="3326484" y="404795"/>
                  </a:lnTo>
                  <a:lnTo>
                    <a:pt x="3332744" y="402313"/>
                  </a:lnTo>
                  <a:lnTo>
                    <a:pt x="3335874" y="401072"/>
                  </a:lnTo>
                  <a:lnTo>
                    <a:pt x="3368741" y="388022"/>
                  </a:lnTo>
                  <a:lnTo>
                    <a:pt x="3368915" y="387953"/>
                  </a:lnTo>
                  <a:lnTo>
                    <a:pt x="3375523" y="385325"/>
                  </a:lnTo>
                  <a:lnTo>
                    <a:pt x="3389261" y="379859"/>
                  </a:lnTo>
                  <a:lnTo>
                    <a:pt x="3389956" y="379582"/>
                  </a:lnTo>
                  <a:lnTo>
                    <a:pt x="3394478" y="377782"/>
                  </a:lnTo>
                  <a:lnTo>
                    <a:pt x="3405781" y="373280"/>
                  </a:lnTo>
                  <a:lnTo>
                    <a:pt x="3417432" y="368635"/>
                  </a:lnTo>
                  <a:lnTo>
                    <a:pt x="3426823" y="364889"/>
                  </a:lnTo>
                  <a:lnTo>
                    <a:pt x="3433257" y="362321"/>
                  </a:lnTo>
                  <a:lnTo>
                    <a:pt x="3433952" y="362043"/>
                  </a:lnTo>
                  <a:lnTo>
                    <a:pt x="3451168" y="355166"/>
                  </a:lnTo>
                  <a:lnTo>
                    <a:pt x="3461080" y="351203"/>
                  </a:lnTo>
                  <a:lnTo>
                    <a:pt x="3464211" y="349951"/>
                  </a:lnTo>
                  <a:lnTo>
                    <a:pt x="3464558" y="349812"/>
                  </a:lnTo>
                  <a:lnTo>
                    <a:pt x="3477948" y="344454"/>
                  </a:lnTo>
                  <a:lnTo>
                    <a:pt x="3480731" y="343340"/>
                  </a:lnTo>
                  <a:lnTo>
                    <a:pt x="3490817" y="339300"/>
                  </a:lnTo>
                  <a:lnTo>
                    <a:pt x="3495164" y="337557"/>
                  </a:lnTo>
                  <a:lnTo>
                    <a:pt x="3500381" y="335466"/>
                  </a:lnTo>
                  <a:lnTo>
                    <a:pt x="3506642" y="332956"/>
                  </a:lnTo>
                  <a:lnTo>
                    <a:pt x="3509772" y="331701"/>
                  </a:lnTo>
                  <a:lnTo>
                    <a:pt x="3542812" y="318434"/>
                  </a:lnTo>
                  <a:lnTo>
                    <a:pt x="3549420" y="315777"/>
                  </a:lnTo>
                  <a:lnTo>
                    <a:pt x="3563158" y="310251"/>
                  </a:lnTo>
                  <a:lnTo>
                    <a:pt x="3563854" y="309971"/>
                  </a:lnTo>
                  <a:lnTo>
                    <a:pt x="3568375" y="308152"/>
                  </a:lnTo>
                  <a:lnTo>
                    <a:pt x="3579678" y="303600"/>
                  </a:lnTo>
                  <a:lnTo>
                    <a:pt x="3591330" y="298906"/>
                  </a:lnTo>
                  <a:lnTo>
                    <a:pt x="3600720" y="295120"/>
                  </a:lnTo>
                  <a:lnTo>
                    <a:pt x="3607154" y="292525"/>
                  </a:lnTo>
                  <a:lnTo>
                    <a:pt x="3607850" y="292244"/>
                  </a:lnTo>
                  <a:lnTo>
                    <a:pt x="3615675" y="289087"/>
                  </a:lnTo>
                  <a:lnTo>
                    <a:pt x="3625066" y="285296"/>
                  </a:lnTo>
                  <a:lnTo>
                    <a:pt x="3634978" y="281292"/>
                  </a:lnTo>
                  <a:lnTo>
                    <a:pt x="3638108" y="280027"/>
                  </a:lnTo>
                  <a:lnTo>
                    <a:pt x="3638456" y="279887"/>
                  </a:lnTo>
                  <a:lnTo>
                    <a:pt x="3651846" y="274474"/>
                  </a:lnTo>
                  <a:lnTo>
                    <a:pt x="3654628" y="273348"/>
                  </a:lnTo>
                  <a:lnTo>
                    <a:pt x="3664714" y="269268"/>
                  </a:lnTo>
                  <a:lnTo>
                    <a:pt x="3669062" y="267509"/>
                  </a:lnTo>
                  <a:lnTo>
                    <a:pt x="3674279" y="265397"/>
                  </a:lnTo>
                  <a:lnTo>
                    <a:pt x="3680539" y="262862"/>
                  </a:lnTo>
                  <a:lnTo>
                    <a:pt x="3683669" y="261594"/>
                  </a:lnTo>
                  <a:lnTo>
                    <a:pt x="3716536" y="248269"/>
                  </a:lnTo>
                  <a:lnTo>
                    <a:pt x="3716710" y="248199"/>
                  </a:lnTo>
                  <a:lnTo>
                    <a:pt x="3723318" y="245517"/>
                  </a:lnTo>
                  <a:lnTo>
                    <a:pt x="3737056" y="239939"/>
                  </a:lnTo>
                  <a:lnTo>
                    <a:pt x="3737751" y="239656"/>
                  </a:lnTo>
                  <a:lnTo>
                    <a:pt x="3742273" y="237820"/>
                  </a:lnTo>
                  <a:lnTo>
                    <a:pt x="3753576" y="233226"/>
                  </a:lnTo>
                  <a:lnTo>
                    <a:pt x="3765227" y="228489"/>
                  </a:lnTo>
                  <a:lnTo>
                    <a:pt x="3774617" y="224668"/>
                  </a:lnTo>
                  <a:lnTo>
                    <a:pt x="3781052" y="222050"/>
                  </a:lnTo>
                  <a:lnTo>
                    <a:pt x="3781747" y="221767"/>
                  </a:lnTo>
                  <a:lnTo>
                    <a:pt x="3789573" y="218581"/>
                  </a:lnTo>
                  <a:lnTo>
                    <a:pt x="3798963" y="214756"/>
                  </a:lnTo>
                  <a:lnTo>
                    <a:pt x="3808875" y="210717"/>
                  </a:lnTo>
                  <a:lnTo>
                    <a:pt x="3812005" y="209442"/>
                  </a:lnTo>
                  <a:lnTo>
                    <a:pt x="3812353" y="209300"/>
                  </a:lnTo>
                  <a:lnTo>
                    <a:pt x="3825743" y="203840"/>
                  </a:lnTo>
                  <a:lnTo>
                    <a:pt x="3828526" y="202705"/>
                  </a:lnTo>
                  <a:lnTo>
                    <a:pt x="3838612" y="198590"/>
                  </a:lnTo>
                  <a:lnTo>
                    <a:pt x="3842959" y="196815"/>
                  </a:lnTo>
                  <a:lnTo>
                    <a:pt x="3848176" y="194685"/>
                  </a:lnTo>
                  <a:lnTo>
                    <a:pt x="3854436" y="192129"/>
                  </a:lnTo>
                  <a:lnTo>
                    <a:pt x="3857567" y="190850"/>
                  </a:lnTo>
                  <a:lnTo>
                    <a:pt x="3890433" y="177416"/>
                  </a:lnTo>
                  <a:lnTo>
                    <a:pt x="3890607" y="177345"/>
                  </a:lnTo>
                  <a:lnTo>
                    <a:pt x="3897215" y="174641"/>
                  </a:lnTo>
                  <a:lnTo>
                    <a:pt x="3910953" y="169019"/>
                  </a:lnTo>
                  <a:lnTo>
                    <a:pt x="3911649" y="168734"/>
                  </a:lnTo>
                  <a:lnTo>
                    <a:pt x="3916170" y="166883"/>
                  </a:lnTo>
                  <a:lnTo>
                    <a:pt x="3927473" y="162253"/>
                  </a:lnTo>
                  <a:lnTo>
                    <a:pt x="3939124" y="157478"/>
                  </a:lnTo>
                  <a:lnTo>
                    <a:pt x="3948515" y="153629"/>
                  </a:lnTo>
                  <a:lnTo>
                    <a:pt x="3954949" y="150990"/>
                  </a:lnTo>
                  <a:lnTo>
                    <a:pt x="3955645" y="150705"/>
                  </a:lnTo>
                  <a:lnTo>
                    <a:pt x="3963470" y="147495"/>
                  </a:lnTo>
                  <a:lnTo>
                    <a:pt x="3972861" y="143641"/>
                  </a:lnTo>
                  <a:lnTo>
                    <a:pt x="3982773" y="139572"/>
                  </a:lnTo>
                  <a:lnTo>
                    <a:pt x="3985903" y="138286"/>
                  </a:lnTo>
                  <a:lnTo>
                    <a:pt x="3986251" y="138144"/>
                  </a:lnTo>
                  <a:lnTo>
                    <a:pt x="4002423" y="131500"/>
                  </a:lnTo>
                  <a:lnTo>
                    <a:pt x="4012509" y="127355"/>
                  </a:lnTo>
                  <a:lnTo>
                    <a:pt x="4016857" y="125568"/>
                  </a:lnTo>
                  <a:lnTo>
                    <a:pt x="4022074" y="123422"/>
                  </a:lnTo>
                  <a:lnTo>
                    <a:pt x="4031464" y="119560"/>
                  </a:lnTo>
                  <a:lnTo>
                    <a:pt x="4064331" y="106031"/>
                  </a:lnTo>
                  <a:lnTo>
                    <a:pt x="4071113" y="103238"/>
                  </a:lnTo>
                  <a:lnTo>
                    <a:pt x="4085546" y="97290"/>
                  </a:lnTo>
                  <a:lnTo>
                    <a:pt x="4090067" y="95426"/>
                  </a:lnTo>
                  <a:lnTo>
                    <a:pt x="4101371" y="90765"/>
                  </a:lnTo>
                  <a:lnTo>
                    <a:pt x="4122412" y="82084"/>
                  </a:lnTo>
                  <a:lnTo>
                    <a:pt x="4128847" y="79428"/>
                  </a:lnTo>
                  <a:lnTo>
                    <a:pt x="4137368" y="75910"/>
                  </a:lnTo>
                  <a:lnTo>
                    <a:pt x="4146758" y="72032"/>
                  </a:lnTo>
                  <a:lnTo>
                    <a:pt x="4156670" y="67937"/>
                  </a:lnTo>
                  <a:lnTo>
                    <a:pt x="4159800" y="66643"/>
                  </a:lnTo>
                  <a:lnTo>
                    <a:pt x="4160148" y="66499"/>
                  </a:lnTo>
                  <a:lnTo>
                    <a:pt x="4176321" y="59814"/>
                  </a:lnTo>
                  <a:lnTo>
                    <a:pt x="4186407" y="55643"/>
                  </a:lnTo>
                  <a:lnTo>
                    <a:pt x="4238228" y="34191"/>
                  </a:lnTo>
                  <a:lnTo>
                    <a:pt x="4259444" y="25399"/>
                  </a:lnTo>
                  <a:lnTo>
                    <a:pt x="4296310" y="10107"/>
                  </a:lnTo>
                  <a:lnTo>
                    <a:pt x="4302744" y="7436"/>
                  </a:lnTo>
                  <a:lnTo>
                    <a:pt x="4320655" y="0"/>
                  </a:lnTo>
                  <a:lnTo>
                    <a:pt x="4320655" y="340934"/>
                  </a:lnTo>
                  <a:lnTo>
                    <a:pt x="4302744" y="346564"/>
                  </a:lnTo>
                  <a:lnTo>
                    <a:pt x="4296310" y="348587"/>
                  </a:lnTo>
                  <a:lnTo>
                    <a:pt x="4259444" y="360189"/>
                  </a:lnTo>
                  <a:lnTo>
                    <a:pt x="4238228" y="366874"/>
                  </a:lnTo>
                  <a:lnTo>
                    <a:pt x="4186407" y="383226"/>
                  </a:lnTo>
                  <a:lnTo>
                    <a:pt x="4176321" y="386413"/>
                  </a:lnTo>
                  <a:lnTo>
                    <a:pt x="4160148" y="391526"/>
                  </a:lnTo>
                  <a:lnTo>
                    <a:pt x="4159800" y="391636"/>
                  </a:lnTo>
                  <a:lnTo>
                    <a:pt x="4156670" y="392626"/>
                  </a:lnTo>
                  <a:lnTo>
                    <a:pt x="4146758" y="395762"/>
                  </a:lnTo>
                  <a:lnTo>
                    <a:pt x="4137368" y="398734"/>
                  </a:lnTo>
                  <a:lnTo>
                    <a:pt x="4128847" y="401432"/>
                  </a:lnTo>
                  <a:lnTo>
                    <a:pt x="4122412" y="403470"/>
                  </a:lnTo>
                  <a:lnTo>
                    <a:pt x="4101371" y="410139"/>
                  </a:lnTo>
                  <a:lnTo>
                    <a:pt x="4090067" y="413724"/>
                  </a:lnTo>
                  <a:lnTo>
                    <a:pt x="4085546" y="415158"/>
                  </a:lnTo>
                  <a:lnTo>
                    <a:pt x="4071113" y="419740"/>
                  </a:lnTo>
                  <a:lnTo>
                    <a:pt x="4064331" y="421894"/>
                  </a:lnTo>
                  <a:lnTo>
                    <a:pt x="4031464" y="432342"/>
                  </a:lnTo>
                  <a:lnTo>
                    <a:pt x="4022074" y="435330"/>
                  </a:lnTo>
                  <a:lnTo>
                    <a:pt x="4016857" y="436990"/>
                  </a:lnTo>
                  <a:lnTo>
                    <a:pt x="4012509" y="438375"/>
                  </a:lnTo>
                  <a:lnTo>
                    <a:pt x="4002423" y="441587"/>
                  </a:lnTo>
                  <a:lnTo>
                    <a:pt x="3986251" y="446742"/>
                  </a:lnTo>
                  <a:lnTo>
                    <a:pt x="3985903" y="446853"/>
                  </a:lnTo>
                  <a:lnTo>
                    <a:pt x="3982773" y="447851"/>
                  </a:lnTo>
                  <a:lnTo>
                    <a:pt x="3972861" y="451012"/>
                  </a:lnTo>
                  <a:lnTo>
                    <a:pt x="3963470" y="454009"/>
                  </a:lnTo>
                  <a:lnTo>
                    <a:pt x="3955645" y="456508"/>
                  </a:lnTo>
                  <a:lnTo>
                    <a:pt x="3954949" y="456730"/>
                  </a:lnTo>
                  <a:lnTo>
                    <a:pt x="3948515" y="458785"/>
                  </a:lnTo>
                  <a:lnTo>
                    <a:pt x="3939124" y="461786"/>
                  </a:lnTo>
                  <a:lnTo>
                    <a:pt x="3927473" y="465511"/>
                  </a:lnTo>
                  <a:lnTo>
                    <a:pt x="3916170" y="469127"/>
                  </a:lnTo>
                  <a:lnTo>
                    <a:pt x="3911649" y="470574"/>
                  </a:lnTo>
                  <a:lnTo>
                    <a:pt x="3910953" y="470797"/>
                  </a:lnTo>
                  <a:lnTo>
                    <a:pt x="3897215" y="475196"/>
                  </a:lnTo>
                  <a:lnTo>
                    <a:pt x="3890607" y="477313"/>
                  </a:lnTo>
                  <a:lnTo>
                    <a:pt x="3890433" y="477369"/>
                  </a:lnTo>
                  <a:lnTo>
                    <a:pt x="3857567" y="487911"/>
                  </a:lnTo>
                  <a:lnTo>
                    <a:pt x="3854436" y="488916"/>
                  </a:lnTo>
                  <a:lnTo>
                    <a:pt x="3848176" y="490927"/>
                  </a:lnTo>
                  <a:lnTo>
                    <a:pt x="3842959" y="492603"/>
                  </a:lnTo>
                  <a:lnTo>
                    <a:pt x="3838612" y="494000"/>
                  </a:lnTo>
                  <a:lnTo>
                    <a:pt x="3828526" y="497242"/>
                  </a:lnTo>
                  <a:lnTo>
                    <a:pt x="3825743" y="498137"/>
                  </a:lnTo>
                  <a:lnTo>
                    <a:pt x="3812353" y="502445"/>
                  </a:lnTo>
                  <a:lnTo>
                    <a:pt x="3812005" y="502557"/>
                  </a:lnTo>
                  <a:lnTo>
                    <a:pt x="3808875" y="503565"/>
                  </a:lnTo>
                  <a:lnTo>
                    <a:pt x="3798963" y="506757"/>
                  </a:lnTo>
                  <a:lnTo>
                    <a:pt x="3789573" y="509783"/>
                  </a:lnTo>
                  <a:lnTo>
                    <a:pt x="3781747" y="512306"/>
                  </a:lnTo>
                  <a:lnTo>
                    <a:pt x="3781052" y="512530"/>
                  </a:lnTo>
                  <a:lnTo>
                    <a:pt x="3774617" y="514605"/>
                  </a:lnTo>
                  <a:lnTo>
                    <a:pt x="3765227" y="517636"/>
                  </a:lnTo>
                  <a:lnTo>
                    <a:pt x="3753576" y="521398"/>
                  </a:lnTo>
                  <a:lnTo>
                    <a:pt x="3742273" y="525050"/>
                  </a:lnTo>
                  <a:lnTo>
                    <a:pt x="3737751" y="526512"/>
                  </a:lnTo>
                  <a:lnTo>
                    <a:pt x="3737056" y="526737"/>
                  </a:lnTo>
                  <a:lnTo>
                    <a:pt x="3723318" y="531181"/>
                  </a:lnTo>
                  <a:lnTo>
                    <a:pt x="3716710" y="533320"/>
                  </a:lnTo>
                  <a:lnTo>
                    <a:pt x="3716536" y="533376"/>
                  </a:lnTo>
                  <a:lnTo>
                    <a:pt x="3683669" y="544028"/>
                  </a:lnTo>
                  <a:lnTo>
                    <a:pt x="3680539" y="545043"/>
                  </a:lnTo>
                  <a:lnTo>
                    <a:pt x="3674279" y="547075"/>
                  </a:lnTo>
                  <a:lnTo>
                    <a:pt x="3669062" y="548769"/>
                  </a:lnTo>
                  <a:lnTo>
                    <a:pt x="3664714" y="550181"/>
                  </a:lnTo>
                  <a:lnTo>
                    <a:pt x="3654628" y="553459"/>
                  </a:lnTo>
                  <a:lnTo>
                    <a:pt x="3651846" y="554363"/>
                  </a:lnTo>
                  <a:lnTo>
                    <a:pt x="3638456" y="558719"/>
                  </a:lnTo>
                  <a:lnTo>
                    <a:pt x="3638108" y="558832"/>
                  </a:lnTo>
                  <a:lnTo>
                    <a:pt x="3634978" y="559850"/>
                  </a:lnTo>
                  <a:lnTo>
                    <a:pt x="3625066" y="563078"/>
                  </a:lnTo>
                  <a:lnTo>
                    <a:pt x="3615675" y="566137"/>
                  </a:lnTo>
                  <a:lnTo>
                    <a:pt x="3607850" y="568688"/>
                  </a:lnTo>
                  <a:lnTo>
                    <a:pt x="3607154" y="568915"/>
                  </a:lnTo>
                  <a:lnTo>
                    <a:pt x="3600720" y="571014"/>
                  </a:lnTo>
                  <a:lnTo>
                    <a:pt x="3591330" y="574078"/>
                  </a:lnTo>
                  <a:lnTo>
                    <a:pt x="3579678" y="577884"/>
                  </a:lnTo>
                  <a:lnTo>
                    <a:pt x="3568375" y="581578"/>
                  </a:lnTo>
                  <a:lnTo>
                    <a:pt x="3563854" y="583057"/>
                  </a:lnTo>
                  <a:lnTo>
                    <a:pt x="3563158" y="583284"/>
                  </a:lnTo>
                  <a:lnTo>
                    <a:pt x="3549420" y="587780"/>
                  </a:lnTo>
                  <a:lnTo>
                    <a:pt x="3542812" y="589944"/>
                  </a:lnTo>
                  <a:lnTo>
                    <a:pt x="3509772" y="600781"/>
                  </a:lnTo>
                  <a:lnTo>
                    <a:pt x="3506642" y="601809"/>
                  </a:lnTo>
                  <a:lnTo>
                    <a:pt x="3500381" y="603866"/>
                  </a:lnTo>
                  <a:lnTo>
                    <a:pt x="3495164" y="605580"/>
                  </a:lnTo>
                  <a:lnTo>
                    <a:pt x="3490817" y="607010"/>
                  </a:lnTo>
                  <a:lnTo>
                    <a:pt x="3480731" y="610328"/>
                  </a:lnTo>
                  <a:lnTo>
                    <a:pt x="3477948" y="611243"/>
                  </a:lnTo>
                  <a:lnTo>
                    <a:pt x="3464558" y="615653"/>
                  </a:lnTo>
                  <a:lnTo>
                    <a:pt x="3464211" y="615768"/>
                  </a:lnTo>
                  <a:lnTo>
                    <a:pt x="3461080" y="616799"/>
                  </a:lnTo>
                  <a:lnTo>
                    <a:pt x="3451168" y="620067"/>
                  </a:lnTo>
                  <a:lnTo>
                    <a:pt x="3433952" y="625749"/>
                  </a:lnTo>
                  <a:lnTo>
                    <a:pt x="3433257" y="625979"/>
                  </a:lnTo>
                  <a:lnTo>
                    <a:pt x="3426823" y="628105"/>
                  </a:lnTo>
                  <a:lnTo>
                    <a:pt x="3417432" y="631209"/>
                  </a:lnTo>
                  <a:lnTo>
                    <a:pt x="3405781" y="635064"/>
                  </a:lnTo>
                  <a:lnTo>
                    <a:pt x="3394478" y="638807"/>
                  </a:lnTo>
                  <a:lnTo>
                    <a:pt x="3389956" y="640305"/>
                  </a:lnTo>
                  <a:lnTo>
                    <a:pt x="3389261" y="640536"/>
                  </a:lnTo>
                  <a:lnTo>
                    <a:pt x="3375523" y="645092"/>
                  </a:lnTo>
                  <a:lnTo>
                    <a:pt x="3368915" y="647285"/>
                  </a:lnTo>
                  <a:lnTo>
                    <a:pt x="3368741" y="647343"/>
                  </a:lnTo>
                  <a:lnTo>
                    <a:pt x="3335874" y="658270"/>
                  </a:lnTo>
                  <a:lnTo>
                    <a:pt x="3332744" y="659312"/>
                  </a:lnTo>
                  <a:lnTo>
                    <a:pt x="3326484" y="661397"/>
                  </a:lnTo>
                  <a:lnTo>
                    <a:pt x="3321267" y="663135"/>
                  </a:lnTo>
                  <a:lnTo>
                    <a:pt x="3316919" y="664585"/>
                  </a:lnTo>
                  <a:lnTo>
                    <a:pt x="3306833" y="667949"/>
                  </a:lnTo>
                  <a:lnTo>
                    <a:pt x="3304051" y="668878"/>
                  </a:lnTo>
                  <a:lnTo>
                    <a:pt x="3290661" y="673350"/>
                  </a:lnTo>
                  <a:lnTo>
                    <a:pt x="3290313" y="673466"/>
                  </a:lnTo>
                  <a:lnTo>
                    <a:pt x="3287183" y="674513"/>
                  </a:lnTo>
                  <a:lnTo>
                    <a:pt x="3277271" y="677827"/>
                  </a:lnTo>
                  <a:lnTo>
                    <a:pt x="3267880" y="680971"/>
                  </a:lnTo>
                  <a:lnTo>
                    <a:pt x="3260055" y="683592"/>
                  </a:lnTo>
                  <a:lnTo>
                    <a:pt x="3259359" y="683825"/>
                  </a:lnTo>
                  <a:lnTo>
                    <a:pt x="3252925" y="685981"/>
                  </a:lnTo>
                  <a:lnTo>
                    <a:pt x="3243535" y="689131"/>
                  </a:lnTo>
                  <a:lnTo>
                    <a:pt x="3231884" y="693043"/>
                  </a:lnTo>
                  <a:lnTo>
                    <a:pt x="3220580" y="696842"/>
                  </a:lnTo>
                  <a:lnTo>
                    <a:pt x="3216059" y="698362"/>
                  </a:lnTo>
                  <a:lnTo>
                    <a:pt x="3215363" y="698596"/>
                  </a:lnTo>
                  <a:lnTo>
                    <a:pt x="3201625" y="703221"/>
                  </a:lnTo>
                  <a:lnTo>
                    <a:pt x="3195017" y="705447"/>
                  </a:lnTo>
                  <a:lnTo>
                    <a:pt x="3194843" y="705506"/>
                  </a:lnTo>
                  <a:lnTo>
                    <a:pt x="3161977" y="716600"/>
                  </a:lnTo>
                  <a:lnTo>
                    <a:pt x="3158847" y="717658"/>
                  </a:lnTo>
                  <a:lnTo>
                    <a:pt x="3152586" y="719776"/>
                  </a:lnTo>
                  <a:lnTo>
                    <a:pt x="3147369" y="721541"/>
                  </a:lnTo>
                  <a:lnTo>
                    <a:pt x="3143022" y="723013"/>
                  </a:lnTo>
                  <a:lnTo>
                    <a:pt x="3132936" y="726431"/>
                  </a:lnTo>
                  <a:lnTo>
                    <a:pt x="3130154" y="727374"/>
                  </a:lnTo>
                  <a:lnTo>
                    <a:pt x="3116763" y="731917"/>
                  </a:lnTo>
                  <a:lnTo>
                    <a:pt x="3116416" y="732035"/>
                  </a:lnTo>
                  <a:lnTo>
                    <a:pt x="3113285" y="733098"/>
                  </a:lnTo>
                  <a:lnTo>
                    <a:pt x="3103373" y="736466"/>
                  </a:lnTo>
                  <a:lnTo>
                    <a:pt x="3093983" y="739660"/>
                  </a:lnTo>
                  <a:lnTo>
                    <a:pt x="3086157" y="742323"/>
                  </a:lnTo>
                  <a:lnTo>
                    <a:pt x="3085462" y="742560"/>
                  </a:lnTo>
                  <a:lnTo>
                    <a:pt x="3079028" y="744752"/>
                  </a:lnTo>
                  <a:lnTo>
                    <a:pt x="3069637" y="747953"/>
                  </a:lnTo>
                  <a:lnTo>
                    <a:pt x="3057986" y="751929"/>
                  </a:lnTo>
                  <a:lnTo>
                    <a:pt x="3046683" y="755790"/>
                  </a:lnTo>
                  <a:lnTo>
                    <a:pt x="3042161" y="757336"/>
                  </a:lnTo>
                  <a:lnTo>
                    <a:pt x="3041466" y="757574"/>
                  </a:lnTo>
                  <a:lnTo>
                    <a:pt x="3027728" y="762275"/>
                  </a:lnTo>
                  <a:lnTo>
                    <a:pt x="3021120" y="764539"/>
                  </a:lnTo>
                  <a:lnTo>
                    <a:pt x="3020946" y="764599"/>
                  </a:lnTo>
                  <a:lnTo>
                    <a:pt x="2988079" y="775880"/>
                  </a:lnTo>
                  <a:lnTo>
                    <a:pt x="2984949" y="776957"/>
                  </a:lnTo>
                  <a:lnTo>
                    <a:pt x="2978689" y="779110"/>
                  </a:lnTo>
                  <a:lnTo>
                    <a:pt x="2973472" y="780906"/>
                  </a:lnTo>
                  <a:lnTo>
                    <a:pt x="2969125" y="782404"/>
                  </a:lnTo>
                  <a:lnTo>
                    <a:pt x="2959038" y="785880"/>
                  </a:lnTo>
                  <a:lnTo>
                    <a:pt x="2956256" y="786839"/>
                  </a:lnTo>
                  <a:lnTo>
                    <a:pt x="2942866" y="791461"/>
                  </a:lnTo>
                  <a:lnTo>
                    <a:pt x="2942518" y="791582"/>
                  </a:lnTo>
                  <a:lnTo>
                    <a:pt x="2939388" y="792663"/>
                  </a:lnTo>
                  <a:lnTo>
                    <a:pt x="2929476" y="796090"/>
                  </a:lnTo>
                  <a:lnTo>
                    <a:pt x="2920085" y="799339"/>
                  </a:lnTo>
                  <a:lnTo>
                    <a:pt x="2912260" y="802050"/>
                  </a:lnTo>
                  <a:lnTo>
                    <a:pt x="2911564" y="802291"/>
                  </a:lnTo>
                  <a:lnTo>
                    <a:pt x="2905130" y="804521"/>
                  </a:lnTo>
                  <a:lnTo>
                    <a:pt x="2895740" y="807779"/>
                  </a:lnTo>
                  <a:lnTo>
                    <a:pt x="2884089" y="811826"/>
                  </a:lnTo>
                  <a:lnTo>
                    <a:pt x="2872785" y="815757"/>
                  </a:lnTo>
                  <a:lnTo>
                    <a:pt x="2868264" y="817330"/>
                  </a:lnTo>
                  <a:lnTo>
                    <a:pt x="2867568" y="817573"/>
                  </a:lnTo>
                  <a:lnTo>
                    <a:pt x="2853831" y="822359"/>
                  </a:lnTo>
                  <a:lnTo>
                    <a:pt x="2847222" y="824664"/>
                  </a:lnTo>
                  <a:lnTo>
                    <a:pt x="2847049" y="824724"/>
                  </a:lnTo>
                  <a:lnTo>
                    <a:pt x="2814182" y="836212"/>
                  </a:lnTo>
                  <a:lnTo>
                    <a:pt x="2811052" y="837308"/>
                  </a:lnTo>
                  <a:lnTo>
                    <a:pt x="2804791" y="839501"/>
                  </a:lnTo>
                  <a:lnTo>
                    <a:pt x="2799575" y="841330"/>
                  </a:lnTo>
                  <a:lnTo>
                    <a:pt x="2795227" y="842855"/>
                  </a:lnTo>
                  <a:lnTo>
                    <a:pt x="2785141" y="846396"/>
                  </a:lnTo>
                  <a:lnTo>
                    <a:pt x="2782359" y="847373"/>
                  </a:lnTo>
                  <a:lnTo>
                    <a:pt x="2768969" y="852081"/>
                  </a:lnTo>
                  <a:lnTo>
                    <a:pt x="2768621" y="852204"/>
                  </a:lnTo>
                  <a:lnTo>
                    <a:pt x="2765491" y="853305"/>
                  </a:lnTo>
                  <a:lnTo>
                    <a:pt x="2755578" y="856796"/>
                  </a:lnTo>
                  <a:lnTo>
                    <a:pt x="2738363" y="862868"/>
                  </a:lnTo>
                  <a:lnTo>
                    <a:pt x="2737667" y="863114"/>
                  </a:lnTo>
                  <a:lnTo>
                    <a:pt x="2731233" y="865386"/>
                  </a:lnTo>
                  <a:lnTo>
                    <a:pt x="2721842" y="868706"/>
                  </a:lnTo>
                  <a:lnTo>
                    <a:pt x="2710191" y="872829"/>
                  </a:lnTo>
                  <a:lnTo>
                    <a:pt x="2698888" y="876834"/>
                  </a:lnTo>
                  <a:lnTo>
                    <a:pt x="2694367" y="878438"/>
                  </a:lnTo>
                  <a:lnTo>
                    <a:pt x="2693671" y="878684"/>
                  </a:lnTo>
                  <a:lnTo>
                    <a:pt x="2679933" y="883562"/>
                  </a:lnTo>
                  <a:lnTo>
                    <a:pt x="2673325" y="885911"/>
                  </a:lnTo>
                  <a:lnTo>
                    <a:pt x="2673151" y="885973"/>
                  </a:lnTo>
                  <a:lnTo>
                    <a:pt x="2640284" y="897680"/>
                  </a:lnTo>
                  <a:lnTo>
                    <a:pt x="2637154" y="898798"/>
                  </a:lnTo>
                  <a:lnTo>
                    <a:pt x="2630894" y="901033"/>
                  </a:lnTo>
                  <a:lnTo>
                    <a:pt x="2625677" y="902898"/>
                  </a:lnTo>
                  <a:lnTo>
                    <a:pt x="2621330" y="904452"/>
                  </a:lnTo>
                  <a:lnTo>
                    <a:pt x="2611244" y="908061"/>
                  </a:lnTo>
                  <a:lnTo>
                    <a:pt x="2608461" y="909057"/>
                  </a:lnTo>
                  <a:lnTo>
                    <a:pt x="2594723" y="913981"/>
                  </a:lnTo>
                  <a:lnTo>
                    <a:pt x="2591593" y="915104"/>
                  </a:lnTo>
                  <a:lnTo>
                    <a:pt x="2581681" y="918663"/>
                  </a:lnTo>
                  <a:lnTo>
                    <a:pt x="2572291" y="922038"/>
                  </a:lnTo>
                  <a:lnTo>
                    <a:pt x="2564465" y="924853"/>
                  </a:lnTo>
                  <a:lnTo>
                    <a:pt x="2563770" y="925103"/>
                  </a:lnTo>
                  <a:lnTo>
                    <a:pt x="2557335" y="927420"/>
                  </a:lnTo>
                  <a:lnTo>
                    <a:pt x="2547945" y="930804"/>
                  </a:lnTo>
                  <a:lnTo>
                    <a:pt x="2536294" y="935008"/>
                  </a:lnTo>
                  <a:lnTo>
                    <a:pt x="2524990" y="939091"/>
                  </a:lnTo>
                  <a:lnTo>
                    <a:pt x="2520469" y="940726"/>
                  </a:lnTo>
                  <a:lnTo>
                    <a:pt x="2519774" y="940978"/>
                  </a:lnTo>
                  <a:lnTo>
                    <a:pt x="2506036" y="945950"/>
                  </a:lnTo>
                  <a:lnTo>
                    <a:pt x="2499428" y="948345"/>
                  </a:lnTo>
                  <a:lnTo>
                    <a:pt x="2499254" y="948408"/>
                  </a:lnTo>
                  <a:lnTo>
                    <a:pt x="2466387" y="960345"/>
                  </a:lnTo>
                  <a:lnTo>
                    <a:pt x="2463257" y="961484"/>
                  </a:lnTo>
                  <a:lnTo>
                    <a:pt x="2456997" y="963764"/>
                  </a:lnTo>
                  <a:lnTo>
                    <a:pt x="2451780" y="965664"/>
                  </a:lnTo>
                  <a:lnTo>
                    <a:pt x="2447432" y="967249"/>
                  </a:lnTo>
                  <a:lnTo>
                    <a:pt x="2437346" y="970929"/>
                  </a:lnTo>
                  <a:lnTo>
                    <a:pt x="2434564" y="971945"/>
                  </a:lnTo>
                  <a:lnTo>
                    <a:pt x="2421174" y="976838"/>
                  </a:lnTo>
                  <a:lnTo>
                    <a:pt x="2420826" y="976965"/>
                  </a:lnTo>
                  <a:lnTo>
                    <a:pt x="2417696" y="978110"/>
                  </a:lnTo>
                  <a:lnTo>
                    <a:pt x="2407784" y="981738"/>
                  </a:lnTo>
                  <a:lnTo>
                    <a:pt x="2398393" y="985179"/>
                  </a:lnTo>
                  <a:lnTo>
                    <a:pt x="2390568" y="988049"/>
                  </a:lnTo>
                  <a:lnTo>
                    <a:pt x="2389872" y="988304"/>
                  </a:lnTo>
                  <a:lnTo>
                    <a:pt x="2383438" y="990666"/>
                  </a:lnTo>
                  <a:lnTo>
                    <a:pt x="2374047" y="994116"/>
                  </a:lnTo>
                  <a:lnTo>
                    <a:pt x="2362396" y="998402"/>
                  </a:lnTo>
                  <a:lnTo>
                    <a:pt x="2351093" y="1002564"/>
                  </a:lnTo>
                  <a:lnTo>
                    <a:pt x="2346572" y="1004231"/>
                  </a:lnTo>
                  <a:lnTo>
                    <a:pt x="2345876" y="1004488"/>
                  </a:lnTo>
                  <a:lnTo>
                    <a:pt x="2332138" y="1009557"/>
                  </a:lnTo>
                  <a:lnTo>
                    <a:pt x="2325530" y="1011998"/>
                  </a:lnTo>
                  <a:lnTo>
                    <a:pt x="2325356" y="1012062"/>
                  </a:lnTo>
                  <a:lnTo>
                    <a:pt x="2292490" y="1024230"/>
                  </a:lnTo>
                  <a:lnTo>
                    <a:pt x="2289359" y="1025391"/>
                  </a:lnTo>
                  <a:lnTo>
                    <a:pt x="2283099" y="1027714"/>
                  </a:lnTo>
                  <a:lnTo>
                    <a:pt x="2277882" y="1029652"/>
                  </a:lnTo>
                  <a:lnTo>
                    <a:pt x="2273535" y="1031267"/>
                  </a:lnTo>
                  <a:lnTo>
                    <a:pt x="2263449" y="1035017"/>
                  </a:lnTo>
                  <a:lnTo>
                    <a:pt x="2260666" y="1036052"/>
                  </a:lnTo>
                  <a:lnTo>
                    <a:pt x="2247276" y="1041039"/>
                  </a:lnTo>
                  <a:lnTo>
                    <a:pt x="2246928" y="1041168"/>
                  </a:lnTo>
                  <a:lnTo>
                    <a:pt x="2243798" y="1042335"/>
                  </a:lnTo>
                  <a:lnTo>
                    <a:pt x="2233886" y="1046032"/>
                  </a:lnTo>
                  <a:lnTo>
                    <a:pt x="2224496" y="1049539"/>
                  </a:lnTo>
                  <a:lnTo>
                    <a:pt x="2216670" y="1052463"/>
                  </a:lnTo>
                  <a:lnTo>
                    <a:pt x="2215975" y="1052723"/>
                  </a:lnTo>
                  <a:lnTo>
                    <a:pt x="2209540" y="1055130"/>
                  </a:lnTo>
                  <a:lnTo>
                    <a:pt x="2200150" y="1058645"/>
                  </a:lnTo>
                  <a:lnTo>
                    <a:pt x="2188499" y="1063011"/>
                  </a:lnTo>
                  <a:lnTo>
                    <a:pt x="2177196" y="1067253"/>
                  </a:lnTo>
                  <a:lnTo>
                    <a:pt x="2172674" y="1068950"/>
                  </a:lnTo>
                  <a:lnTo>
                    <a:pt x="2171979" y="1069212"/>
                  </a:lnTo>
                  <a:lnTo>
                    <a:pt x="2158241" y="1074376"/>
                  </a:lnTo>
                  <a:lnTo>
                    <a:pt x="2151633" y="1076862"/>
                  </a:lnTo>
                  <a:lnTo>
                    <a:pt x="2151459" y="1076928"/>
                  </a:lnTo>
                  <a:lnTo>
                    <a:pt x="2118592" y="1089320"/>
                  </a:lnTo>
                  <a:lnTo>
                    <a:pt x="2115462" y="1090503"/>
                  </a:lnTo>
                  <a:lnTo>
                    <a:pt x="2109202" y="1092869"/>
                  </a:lnTo>
                  <a:lnTo>
                    <a:pt x="2103985" y="1094841"/>
                  </a:lnTo>
                  <a:lnTo>
                    <a:pt x="2099637" y="1096486"/>
                  </a:lnTo>
                  <a:lnTo>
                    <a:pt x="2089551" y="1100305"/>
                  </a:lnTo>
                  <a:lnTo>
                    <a:pt x="2086769" y="1101359"/>
                  </a:lnTo>
                  <a:lnTo>
                    <a:pt x="2073379" y="1106436"/>
                  </a:lnTo>
                  <a:lnTo>
                    <a:pt x="2073031" y="1106568"/>
                  </a:lnTo>
                  <a:lnTo>
                    <a:pt x="2069901" y="1107755"/>
                  </a:lnTo>
                  <a:lnTo>
                    <a:pt x="2059989" y="1111519"/>
                  </a:lnTo>
                  <a:lnTo>
                    <a:pt x="2050598" y="1115089"/>
                  </a:lnTo>
                  <a:lnTo>
                    <a:pt x="2042773" y="1118065"/>
                  </a:lnTo>
                  <a:lnTo>
                    <a:pt x="2042077" y="1118330"/>
                  </a:lnTo>
                  <a:lnTo>
                    <a:pt x="2035643" y="1120780"/>
                  </a:lnTo>
                  <a:lnTo>
                    <a:pt x="2026253" y="1124357"/>
                  </a:lnTo>
                  <a:lnTo>
                    <a:pt x="2014601" y="1128801"/>
                  </a:lnTo>
                  <a:lnTo>
                    <a:pt x="2003298" y="1133116"/>
                  </a:lnTo>
                  <a:lnTo>
                    <a:pt x="1998777" y="1134844"/>
                  </a:lnTo>
                  <a:lnTo>
                    <a:pt x="1998081" y="1135110"/>
                  </a:lnTo>
                  <a:lnTo>
                    <a:pt x="1984343" y="1140364"/>
                  </a:lnTo>
                  <a:lnTo>
                    <a:pt x="1977735" y="1142893"/>
                  </a:lnTo>
                  <a:lnTo>
                    <a:pt x="1977561" y="1142960"/>
                  </a:lnTo>
                  <a:lnTo>
                    <a:pt x="1944695" y="1155566"/>
                  </a:lnTo>
                  <a:lnTo>
                    <a:pt x="1941564" y="1156768"/>
                  </a:lnTo>
                  <a:lnTo>
                    <a:pt x="1935304" y="1159174"/>
                  </a:lnTo>
                  <a:lnTo>
                    <a:pt x="1930087" y="1161180"/>
                  </a:lnTo>
                  <a:lnTo>
                    <a:pt x="1925740" y="1162853"/>
                  </a:lnTo>
                  <a:lnTo>
                    <a:pt x="1915654" y="1166736"/>
                  </a:lnTo>
                  <a:lnTo>
                    <a:pt x="1912871" y="1167808"/>
                  </a:lnTo>
                  <a:lnTo>
                    <a:pt x="1899481" y="1172969"/>
                  </a:lnTo>
                  <a:lnTo>
                    <a:pt x="1899134" y="1173103"/>
                  </a:lnTo>
                  <a:lnTo>
                    <a:pt x="1896003" y="1174311"/>
                  </a:lnTo>
                  <a:lnTo>
                    <a:pt x="1886091" y="1178137"/>
                  </a:lnTo>
                  <a:lnTo>
                    <a:pt x="1876701" y="1181765"/>
                  </a:lnTo>
                  <a:lnTo>
                    <a:pt x="1868875" y="1184791"/>
                  </a:lnTo>
                  <a:lnTo>
                    <a:pt x="1868180" y="1185060"/>
                  </a:lnTo>
                  <a:lnTo>
                    <a:pt x="1861746" y="1187549"/>
                  </a:lnTo>
                  <a:lnTo>
                    <a:pt x="1852355" y="1191185"/>
                  </a:lnTo>
                  <a:lnTo>
                    <a:pt x="1840704" y="1195700"/>
                  </a:lnTo>
                  <a:lnTo>
                    <a:pt x="1829401" y="1200085"/>
                  </a:lnTo>
                  <a:lnTo>
                    <a:pt x="1824879" y="1201840"/>
                  </a:lnTo>
                  <a:lnTo>
                    <a:pt x="1824184" y="1202110"/>
                  </a:lnTo>
                  <a:lnTo>
                    <a:pt x="1810446" y="1207447"/>
                  </a:lnTo>
                  <a:lnTo>
                    <a:pt x="1803838" y="1210017"/>
                  </a:lnTo>
                  <a:lnTo>
                    <a:pt x="1803664" y="1210085"/>
                  </a:lnTo>
                  <a:lnTo>
                    <a:pt x="1770797" y="1222886"/>
                  </a:lnTo>
                  <a:lnTo>
                    <a:pt x="1767667" y="1224107"/>
                  </a:lnTo>
                  <a:lnTo>
                    <a:pt x="1761407" y="1226550"/>
                  </a:lnTo>
                  <a:lnTo>
                    <a:pt x="1756190" y="1228587"/>
                  </a:lnTo>
                  <a:lnTo>
                    <a:pt x="1751842" y="1230285"/>
                  </a:lnTo>
                  <a:lnTo>
                    <a:pt x="1741756" y="1234227"/>
                  </a:lnTo>
                  <a:lnTo>
                    <a:pt x="1738974" y="1235315"/>
                  </a:lnTo>
                  <a:lnTo>
                    <a:pt x="1725584" y="1240554"/>
                  </a:lnTo>
                  <a:lnTo>
                    <a:pt x="1725236" y="1240690"/>
                  </a:lnTo>
                  <a:lnTo>
                    <a:pt x="1712194" y="1245799"/>
                  </a:lnTo>
                  <a:lnTo>
                    <a:pt x="1702803" y="1249480"/>
                  </a:lnTo>
                  <a:lnTo>
                    <a:pt x="1694978" y="1252550"/>
                  </a:lnTo>
                  <a:lnTo>
                    <a:pt x="1694282" y="1252823"/>
                  </a:lnTo>
                  <a:lnTo>
                    <a:pt x="1687848" y="1255349"/>
                  </a:lnTo>
                  <a:lnTo>
                    <a:pt x="1678458" y="1259037"/>
                  </a:lnTo>
                  <a:lnTo>
                    <a:pt x="1666807" y="1263617"/>
                  </a:lnTo>
                  <a:lnTo>
                    <a:pt x="1655503" y="1268065"/>
                  </a:lnTo>
                  <a:lnTo>
                    <a:pt x="1650982" y="1269845"/>
                  </a:lnTo>
                  <a:lnTo>
                    <a:pt x="1650286" y="1270119"/>
                  </a:lnTo>
                  <a:lnTo>
                    <a:pt x="1636548" y="1275531"/>
                  </a:lnTo>
                  <a:lnTo>
                    <a:pt x="1629940" y="1278137"/>
                  </a:lnTo>
                  <a:lnTo>
                    <a:pt x="1629766" y="1278205"/>
                  </a:lnTo>
                  <a:lnTo>
                    <a:pt x="1596900" y="1291184"/>
                  </a:lnTo>
                  <a:lnTo>
                    <a:pt x="1593770" y="1292421"/>
                  </a:lnTo>
                  <a:lnTo>
                    <a:pt x="1587509" y="1294897"/>
                  </a:lnTo>
                  <a:lnTo>
                    <a:pt x="1582292" y="1296962"/>
                  </a:lnTo>
                  <a:lnTo>
                    <a:pt x="1577945" y="1298682"/>
                  </a:lnTo>
                  <a:lnTo>
                    <a:pt x="1567859" y="1302677"/>
                  </a:lnTo>
                  <a:lnTo>
                    <a:pt x="1565077" y="1303779"/>
                  </a:lnTo>
                  <a:lnTo>
                    <a:pt x="1551686" y="1309088"/>
                  </a:lnTo>
                  <a:lnTo>
                    <a:pt x="1551339" y="1309226"/>
                  </a:lnTo>
                  <a:lnTo>
                    <a:pt x="1548208" y="1310467"/>
                  </a:lnTo>
                  <a:lnTo>
                    <a:pt x="1538296" y="1314401"/>
                  </a:lnTo>
                  <a:lnTo>
                    <a:pt x="1528906" y="1318130"/>
                  </a:lnTo>
                  <a:lnTo>
                    <a:pt x="1521080" y="1321240"/>
                  </a:lnTo>
                  <a:lnTo>
                    <a:pt x="1520385" y="1321516"/>
                  </a:lnTo>
                  <a:lnTo>
                    <a:pt x="1513951" y="1324074"/>
                  </a:lnTo>
                  <a:lnTo>
                    <a:pt x="1504560" y="1327810"/>
                  </a:lnTo>
                  <a:lnTo>
                    <a:pt x="1492909" y="1332448"/>
                  </a:lnTo>
                  <a:lnTo>
                    <a:pt x="1481606" y="1336951"/>
                  </a:lnTo>
                  <a:lnTo>
                    <a:pt x="1477084" y="1338753"/>
                  </a:lnTo>
                  <a:lnTo>
                    <a:pt x="1476389" y="1339030"/>
                  </a:lnTo>
                  <a:lnTo>
                    <a:pt x="1462651" y="1344509"/>
                  </a:lnTo>
                  <a:lnTo>
                    <a:pt x="1456043" y="1347147"/>
                  </a:lnTo>
                  <a:lnTo>
                    <a:pt x="1455869" y="1347216"/>
                  </a:lnTo>
                  <a:lnTo>
                    <a:pt x="1423002" y="1360350"/>
                  </a:lnTo>
                  <a:lnTo>
                    <a:pt x="1419872" y="1361603"/>
                  </a:lnTo>
                  <a:lnTo>
                    <a:pt x="1413612" y="1364108"/>
                  </a:lnTo>
                  <a:lnTo>
                    <a:pt x="1408395" y="1366196"/>
                  </a:lnTo>
                  <a:lnTo>
                    <a:pt x="1404047" y="1367937"/>
                  </a:lnTo>
                  <a:lnTo>
                    <a:pt x="1393961" y="1371978"/>
                  </a:lnTo>
                  <a:lnTo>
                    <a:pt x="1391179" y="1373093"/>
                  </a:lnTo>
                  <a:lnTo>
                    <a:pt x="1377789" y="1378463"/>
                  </a:lnTo>
                  <a:lnTo>
                    <a:pt x="1377441" y="1378602"/>
                  </a:lnTo>
                  <a:lnTo>
                    <a:pt x="1374311" y="1379858"/>
                  </a:lnTo>
                  <a:lnTo>
                    <a:pt x="1364399" y="1383836"/>
                  </a:lnTo>
                  <a:lnTo>
                    <a:pt x="1355008" y="1387608"/>
                  </a:lnTo>
                  <a:lnTo>
                    <a:pt x="1347183" y="1390752"/>
                  </a:lnTo>
                  <a:lnTo>
                    <a:pt x="1346487" y="1391031"/>
                  </a:lnTo>
                  <a:lnTo>
                    <a:pt x="1340053" y="1393618"/>
                  </a:lnTo>
                  <a:lnTo>
                    <a:pt x="1330663" y="1397394"/>
                  </a:lnTo>
                  <a:lnTo>
                    <a:pt x="1319012" y="1402083"/>
                  </a:lnTo>
                  <a:lnTo>
                    <a:pt x="1307708" y="1406634"/>
                  </a:lnTo>
                  <a:lnTo>
                    <a:pt x="1303187" y="1408456"/>
                  </a:lnTo>
                  <a:lnTo>
                    <a:pt x="1302491" y="1408736"/>
                  </a:lnTo>
                  <a:lnTo>
                    <a:pt x="1288753" y="1414274"/>
                  </a:lnTo>
                  <a:lnTo>
                    <a:pt x="1282145" y="1416939"/>
                  </a:lnTo>
                  <a:lnTo>
                    <a:pt x="1281971" y="1417009"/>
                  </a:lnTo>
                  <a:lnTo>
                    <a:pt x="1249105" y="1430279"/>
                  </a:lnTo>
                  <a:lnTo>
                    <a:pt x="1245975" y="1431544"/>
                  </a:lnTo>
                  <a:lnTo>
                    <a:pt x="1239714" y="1434075"/>
                  </a:lnTo>
                  <a:lnTo>
                    <a:pt x="1234497" y="1436185"/>
                  </a:lnTo>
                  <a:lnTo>
                    <a:pt x="1230150" y="1437943"/>
                  </a:lnTo>
                  <a:lnTo>
                    <a:pt x="1220064" y="1442024"/>
                  </a:lnTo>
                  <a:lnTo>
                    <a:pt x="1217282" y="1443151"/>
                  </a:lnTo>
                  <a:lnTo>
                    <a:pt x="1203892" y="1448573"/>
                  </a:lnTo>
                  <a:lnTo>
                    <a:pt x="1203544" y="1448714"/>
                  </a:lnTo>
                  <a:lnTo>
                    <a:pt x="1200414" y="1449982"/>
                  </a:lnTo>
                  <a:lnTo>
                    <a:pt x="1190501" y="1453999"/>
                  </a:lnTo>
                  <a:lnTo>
                    <a:pt x="1181111" y="1457806"/>
                  </a:lnTo>
                  <a:lnTo>
                    <a:pt x="1173286" y="1460981"/>
                  </a:lnTo>
                  <a:lnTo>
                    <a:pt x="1172590" y="1461263"/>
                  </a:lnTo>
                  <a:lnTo>
                    <a:pt x="1166156" y="1463874"/>
                  </a:lnTo>
                  <a:lnTo>
                    <a:pt x="1156765" y="1467686"/>
                  </a:lnTo>
                  <a:lnTo>
                    <a:pt x="1145114" y="1472419"/>
                  </a:lnTo>
                  <a:lnTo>
                    <a:pt x="1133811" y="1477012"/>
                  </a:lnTo>
                  <a:lnTo>
                    <a:pt x="1129290" y="1478850"/>
                  </a:lnTo>
                  <a:lnTo>
                    <a:pt x="1128594" y="1479133"/>
                  </a:lnTo>
                  <a:lnTo>
                    <a:pt x="1114856" y="1484721"/>
                  </a:lnTo>
                  <a:lnTo>
                    <a:pt x="1108248" y="1487410"/>
                  </a:lnTo>
                  <a:lnTo>
                    <a:pt x="1108074" y="1487481"/>
                  </a:lnTo>
                  <a:lnTo>
                    <a:pt x="1075207" y="1500869"/>
                  </a:lnTo>
                  <a:lnTo>
                    <a:pt x="1072077" y="1502145"/>
                  </a:lnTo>
                  <a:lnTo>
                    <a:pt x="1065817" y="1504698"/>
                  </a:lnTo>
                  <a:lnTo>
                    <a:pt x="1060600" y="1506826"/>
                  </a:lnTo>
                  <a:lnTo>
                    <a:pt x="1056253" y="1508599"/>
                  </a:lnTo>
                  <a:lnTo>
                    <a:pt x="1046167" y="1512715"/>
                  </a:lnTo>
                  <a:lnTo>
                    <a:pt x="1043384" y="1513851"/>
                  </a:lnTo>
                  <a:lnTo>
                    <a:pt x="1029994" y="1519319"/>
                  </a:lnTo>
                  <a:lnTo>
                    <a:pt x="1029646" y="1519461"/>
                  </a:lnTo>
                  <a:lnTo>
                    <a:pt x="1026516" y="1520740"/>
                  </a:lnTo>
                  <a:lnTo>
                    <a:pt x="1016604" y="1524790"/>
                  </a:lnTo>
                  <a:lnTo>
                    <a:pt x="1007214" y="1528629"/>
                  </a:lnTo>
                  <a:lnTo>
                    <a:pt x="999388" y="1531829"/>
                  </a:lnTo>
                  <a:lnTo>
                    <a:pt x="998693" y="1532114"/>
                  </a:lnTo>
                  <a:lnTo>
                    <a:pt x="992258" y="1534746"/>
                  </a:lnTo>
                  <a:lnTo>
                    <a:pt x="982868" y="1538589"/>
                  </a:lnTo>
                  <a:lnTo>
                    <a:pt x="971217" y="1543359"/>
                  </a:lnTo>
                  <a:lnTo>
                    <a:pt x="959913" y="1547989"/>
                  </a:lnTo>
                  <a:lnTo>
                    <a:pt x="955392" y="1549841"/>
                  </a:lnTo>
                  <a:lnTo>
                    <a:pt x="954696" y="1550126"/>
                  </a:lnTo>
                  <a:lnTo>
                    <a:pt x="940959" y="1555758"/>
                  </a:lnTo>
                  <a:lnTo>
                    <a:pt x="934350" y="1558468"/>
                  </a:lnTo>
                  <a:lnTo>
                    <a:pt x="934177" y="1558539"/>
                  </a:lnTo>
                  <a:lnTo>
                    <a:pt x="901310" y="1572028"/>
                  </a:lnTo>
                  <a:lnTo>
                    <a:pt x="898180" y="1573313"/>
                  </a:lnTo>
                  <a:lnTo>
                    <a:pt x="891920" y="1575885"/>
                  </a:lnTo>
                  <a:lnTo>
                    <a:pt x="886703" y="1578028"/>
                  </a:lnTo>
                  <a:lnTo>
                    <a:pt x="882355" y="1579815"/>
                  </a:lnTo>
                  <a:lnTo>
                    <a:pt x="872269" y="1583961"/>
                  </a:lnTo>
                  <a:lnTo>
                    <a:pt x="869487" y="1585105"/>
                  </a:lnTo>
                  <a:lnTo>
                    <a:pt x="856097" y="1590612"/>
                  </a:lnTo>
                  <a:lnTo>
                    <a:pt x="855749" y="1590755"/>
                  </a:lnTo>
                  <a:lnTo>
                    <a:pt x="852619" y="1592043"/>
                  </a:lnTo>
                  <a:lnTo>
                    <a:pt x="842707" y="1596122"/>
                  </a:lnTo>
                  <a:lnTo>
                    <a:pt x="833316" y="1599987"/>
                  </a:lnTo>
                  <a:lnTo>
                    <a:pt x="824795" y="1603496"/>
                  </a:lnTo>
                  <a:lnTo>
                    <a:pt x="818361" y="1606147"/>
                  </a:lnTo>
                  <a:lnTo>
                    <a:pt x="797319" y="1614818"/>
                  </a:lnTo>
                  <a:lnTo>
                    <a:pt x="786016" y="1619479"/>
                  </a:lnTo>
                  <a:lnTo>
                    <a:pt x="781495" y="1621344"/>
                  </a:lnTo>
                  <a:lnTo>
                    <a:pt x="780799" y="1621631"/>
                  </a:lnTo>
                  <a:lnTo>
                    <a:pt x="767061" y="1627300"/>
                  </a:lnTo>
                  <a:lnTo>
                    <a:pt x="760453" y="1630027"/>
                  </a:lnTo>
                  <a:lnTo>
                    <a:pt x="760279" y="1630099"/>
                  </a:lnTo>
                  <a:lnTo>
                    <a:pt x="727413" y="1643674"/>
                  </a:lnTo>
                  <a:lnTo>
                    <a:pt x="724282" y="1644968"/>
                  </a:lnTo>
                  <a:lnTo>
                    <a:pt x="718022" y="1647555"/>
                  </a:lnTo>
                  <a:lnTo>
                    <a:pt x="712805" y="1649712"/>
                  </a:lnTo>
                  <a:lnTo>
                    <a:pt x="708458" y="1651510"/>
                  </a:lnTo>
                  <a:lnTo>
                    <a:pt x="698372" y="1655681"/>
                  </a:lnTo>
                  <a:lnTo>
                    <a:pt x="695589" y="1656832"/>
                  </a:lnTo>
                  <a:lnTo>
                    <a:pt x="682199" y="1662373"/>
                  </a:lnTo>
                  <a:lnTo>
                    <a:pt x="681851" y="1662517"/>
                  </a:lnTo>
                  <a:lnTo>
                    <a:pt x="678721" y="1663813"/>
                  </a:lnTo>
                  <a:lnTo>
                    <a:pt x="668809" y="1667916"/>
                  </a:lnTo>
                  <a:lnTo>
                    <a:pt x="659419" y="1671805"/>
                  </a:lnTo>
                  <a:lnTo>
                    <a:pt x="651593" y="1675046"/>
                  </a:lnTo>
                  <a:lnTo>
                    <a:pt x="650898" y="1675335"/>
                  </a:lnTo>
                  <a:lnTo>
                    <a:pt x="644463" y="1678000"/>
                  </a:lnTo>
                  <a:lnTo>
                    <a:pt x="635073" y="1681892"/>
                  </a:lnTo>
                  <a:lnTo>
                    <a:pt x="623422" y="1686722"/>
                  </a:lnTo>
                  <a:lnTo>
                    <a:pt x="612119" y="1691410"/>
                  </a:lnTo>
                  <a:lnTo>
                    <a:pt x="607597" y="1693285"/>
                  </a:lnTo>
                  <a:lnTo>
                    <a:pt x="606902" y="1693574"/>
                  </a:lnTo>
                  <a:lnTo>
                    <a:pt x="593164" y="1699274"/>
                  </a:lnTo>
                  <a:lnTo>
                    <a:pt x="586556" y="1702017"/>
                  </a:lnTo>
                  <a:lnTo>
                    <a:pt x="586382" y="1702089"/>
                  </a:lnTo>
                  <a:lnTo>
                    <a:pt x="553515" y="1715738"/>
                  </a:lnTo>
                  <a:lnTo>
                    <a:pt x="550385" y="1717039"/>
                  </a:lnTo>
                  <a:lnTo>
                    <a:pt x="544125" y="1719640"/>
                  </a:lnTo>
                  <a:lnTo>
                    <a:pt x="538908" y="1721808"/>
                  </a:lnTo>
                  <a:lnTo>
                    <a:pt x="534560" y="1723616"/>
                  </a:lnTo>
                  <a:lnTo>
                    <a:pt x="524474" y="1727809"/>
                  </a:lnTo>
                  <a:lnTo>
                    <a:pt x="521692" y="1728966"/>
                  </a:lnTo>
                  <a:lnTo>
                    <a:pt x="508302" y="1734535"/>
                  </a:lnTo>
                  <a:lnTo>
                    <a:pt x="507954" y="1734680"/>
                  </a:lnTo>
                  <a:lnTo>
                    <a:pt x="504824" y="1735982"/>
                  </a:lnTo>
                  <a:lnTo>
                    <a:pt x="494912" y="1740107"/>
                  </a:lnTo>
                  <a:lnTo>
                    <a:pt x="485521" y="1744015"/>
                  </a:lnTo>
                  <a:lnTo>
                    <a:pt x="477696" y="1747273"/>
                  </a:lnTo>
                  <a:lnTo>
                    <a:pt x="477000" y="1747563"/>
                  </a:lnTo>
                  <a:lnTo>
                    <a:pt x="470566" y="1750242"/>
                  </a:lnTo>
                  <a:lnTo>
                    <a:pt x="461176" y="1754153"/>
                  </a:lnTo>
                  <a:lnTo>
                    <a:pt x="449524" y="1759007"/>
                  </a:lnTo>
                  <a:lnTo>
                    <a:pt x="438221" y="1763717"/>
                  </a:lnTo>
                  <a:lnTo>
                    <a:pt x="433700" y="1765601"/>
                  </a:lnTo>
                  <a:lnTo>
                    <a:pt x="433004" y="1765891"/>
                  </a:lnTo>
                  <a:lnTo>
                    <a:pt x="419266" y="1771619"/>
                  </a:lnTo>
                  <a:lnTo>
                    <a:pt x="412658" y="1774374"/>
                  </a:lnTo>
                  <a:lnTo>
                    <a:pt x="412484" y="1774447"/>
                  </a:lnTo>
                  <a:lnTo>
                    <a:pt x="379618" y="1788160"/>
                  </a:lnTo>
                  <a:lnTo>
                    <a:pt x="376487" y="1789466"/>
                  </a:lnTo>
                  <a:lnTo>
                    <a:pt x="370227" y="1792079"/>
                  </a:lnTo>
                  <a:lnTo>
                    <a:pt x="365010" y="1794258"/>
                  </a:lnTo>
                  <a:lnTo>
                    <a:pt x="360663" y="1796073"/>
                  </a:lnTo>
                  <a:lnTo>
                    <a:pt x="350577" y="1800285"/>
                  </a:lnTo>
                  <a:lnTo>
                    <a:pt x="347794" y="1801447"/>
                  </a:lnTo>
                  <a:lnTo>
                    <a:pt x="334404" y="1807041"/>
                  </a:lnTo>
                  <a:lnTo>
                    <a:pt x="334056" y="1807187"/>
                  </a:lnTo>
                  <a:lnTo>
                    <a:pt x="330926" y="1808495"/>
                  </a:lnTo>
                  <a:lnTo>
                    <a:pt x="311624" y="1816562"/>
                  </a:lnTo>
                  <a:lnTo>
                    <a:pt x="303798" y="1819834"/>
                  </a:lnTo>
                  <a:lnTo>
                    <a:pt x="287278" y="1826743"/>
                  </a:lnTo>
                  <a:lnTo>
                    <a:pt x="275627" y="1831617"/>
                  </a:lnTo>
                  <a:lnTo>
                    <a:pt x="264324" y="1836347"/>
                  </a:lnTo>
                  <a:lnTo>
                    <a:pt x="259107" y="1838530"/>
                  </a:lnTo>
                  <a:lnTo>
                    <a:pt x="245369" y="1844281"/>
                  </a:lnTo>
                  <a:lnTo>
                    <a:pt x="205720" y="1860888"/>
                  </a:lnTo>
                  <a:lnTo>
                    <a:pt x="196330" y="1864823"/>
                  </a:lnTo>
                  <a:lnTo>
                    <a:pt x="191113" y="1867009"/>
                  </a:lnTo>
                  <a:lnTo>
                    <a:pt x="173897" y="1874227"/>
                  </a:lnTo>
                  <a:lnTo>
                    <a:pt x="129901" y="1892682"/>
                  </a:lnTo>
                  <a:lnTo>
                    <a:pt x="113381" y="1899616"/>
                  </a:lnTo>
                  <a:lnTo>
                    <a:pt x="85209" y="1911445"/>
                  </a:lnTo>
                  <a:lnTo>
                    <a:pt x="64863" y="1919993"/>
                  </a:lnTo>
                  <a:lnTo>
                    <a:pt x="28693" y="1935196"/>
                  </a:lnTo>
                  <a:lnTo>
                    <a:pt x="0" y="1947263"/>
                  </a:lnTo>
                  <a:close/>
                </a:path>
              </a:pathLst>
            </a:custGeom>
            <a:solidFill>
              <a:srgbClr val="00BFC4">
                <a:alpha val="14901"/>
              </a:srgbClr>
            </a:solidFill>
          </p:spPr>
          <p:txBody>
            <a:bodyPr/>
            <a:lstStyle/>
            <a:p/>
          </p:txBody>
        </p:sp>
        <p:sp>
          <p:nvSpPr>
            <p:cNvPr id="14" name="pl13"/>
            <p:cNvSpPr/>
            <p:nvPr/>
          </p:nvSpPr>
          <p:spPr>
            <a:xfrm>
              <a:off x="3377239" y="2775503"/>
              <a:ext cx="4320655" cy="1545632"/>
            </a:xfrm>
            <a:custGeom>
              <a:avLst/>
              <a:pathLst>
                <a:path w="4320655" h="1545632">
                  <a:moveTo>
                    <a:pt x="0" y="1545632"/>
                  </a:moveTo>
                  <a:lnTo>
                    <a:pt x="28693" y="1536768"/>
                  </a:lnTo>
                  <a:lnTo>
                    <a:pt x="64863" y="1525584"/>
                  </a:lnTo>
                  <a:lnTo>
                    <a:pt x="85209" y="1519288"/>
                  </a:lnTo>
                  <a:lnTo>
                    <a:pt x="113381" y="1510566"/>
                  </a:lnTo>
                  <a:lnTo>
                    <a:pt x="129901" y="1505449"/>
                  </a:lnTo>
                  <a:lnTo>
                    <a:pt x="173897" y="1491809"/>
                  </a:lnTo>
                  <a:lnTo>
                    <a:pt x="191113" y="1486467"/>
                  </a:lnTo>
                  <a:lnTo>
                    <a:pt x="196330" y="1484847"/>
                  </a:lnTo>
                  <a:lnTo>
                    <a:pt x="205720" y="1481932"/>
                  </a:lnTo>
                  <a:lnTo>
                    <a:pt x="245369" y="1469615"/>
                  </a:lnTo>
                  <a:lnTo>
                    <a:pt x="259107" y="1465344"/>
                  </a:lnTo>
                  <a:lnTo>
                    <a:pt x="264324" y="1463721"/>
                  </a:lnTo>
                  <a:lnTo>
                    <a:pt x="275627" y="1460205"/>
                  </a:lnTo>
                  <a:lnTo>
                    <a:pt x="287278" y="1456580"/>
                  </a:lnTo>
                  <a:lnTo>
                    <a:pt x="303798" y="1451437"/>
                  </a:lnTo>
                  <a:lnTo>
                    <a:pt x="311624" y="1449000"/>
                  </a:lnTo>
                  <a:lnTo>
                    <a:pt x="330926" y="1442986"/>
                  </a:lnTo>
                  <a:lnTo>
                    <a:pt x="334056" y="1442011"/>
                  </a:lnTo>
                  <a:lnTo>
                    <a:pt x="334404" y="1441902"/>
                  </a:lnTo>
                  <a:lnTo>
                    <a:pt x="347794" y="1437728"/>
                  </a:lnTo>
                  <a:lnTo>
                    <a:pt x="350577" y="1436860"/>
                  </a:lnTo>
                  <a:lnTo>
                    <a:pt x="360663" y="1433715"/>
                  </a:lnTo>
                  <a:lnTo>
                    <a:pt x="365010" y="1432359"/>
                  </a:lnTo>
                  <a:lnTo>
                    <a:pt x="370227" y="1430731"/>
                  </a:lnTo>
                  <a:lnTo>
                    <a:pt x="376487" y="1428777"/>
                  </a:lnTo>
                  <a:lnTo>
                    <a:pt x="379618" y="1427800"/>
                  </a:lnTo>
                  <a:lnTo>
                    <a:pt x="412484" y="1417536"/>
                  </a:lnTo>
                  <a:lnTo>
                    <a:pt x="412658" y="1417482"/>
                  </a:lnTo>
                  <a:lnTo>
                    <a:pt x="419266" y="1415417"/>
                  </a:lnTo>
                  <a:lnTo>
                    <a:pt x="433004" y="1411123"/>
                  </a:lnTo>
                  <a:lnTo>
                    <a:pt x="433700" y="1410905"/>
                  </a:lnTo>
                  <a:lnTo>
                    <a:pt x="438221" y="1409491"/>
                  </a:lnTo>
                  <a:lnTo>
                    <a:pt x="449524" y="1405956"/>
                  </a:lnTo>
                  <a:lnTo>
                    <a:pt x="461176" y="1402310"/>
                  </a:lnTo>
                  <a:lnTo>
                    <a:pt x="470566" y="1399370"/>
                  </a:lnTo>
                  <a:lnTo>
                    <a:pt x="477000" y="1397356"/>
                  </a:lnTo>
                  <a:lnTo>
                    <a:pt x="477696" y="1397138"/>
                  </a:lnTo>
                  <a:lnTo>
                    <a:pt x="485521" y="1394687"/>
                  </a:lnTo>
                  <a:lnTo>
                    <a:pt x="494912" y="1391745"/>
                  </a:lnTo>
                  <a:lnTo>
                    <a:pt x="504824" y="1388638"/>
                  </a:lnTo>
                  <a:lnTo>
                    <a:pt x="507954" y="1387657"/>
                  </a:lnTo>
                  <a:lnTo>
                    <a:pt x="508302" y="1387548"/>
                  </a:lnTo>
                  <a:lnTo>
                    <a:pt x="521692" y="1383349"/>
                  </a:lnTo>
                  <a:lnTo>
                    <a:pt x="524474" y="1382477"/>
                  </a:lnTo>
                  <a:lnTo>
                    <a:pt x="534560" y="1379312"/>
                  </a:lnTo>
                  <a:lnTo>
                    <a:pt x="538908" y="1377948"/>
                  </a:lnTo>
                  <a:lnTo>
                    <a:pt x="544125" y="1376310"/>
                  </a:lnTo>
                  <a:lnTo>
                    <a:pt x="550385" y="1374345"/>
                  </a:lnTo>
                  <a:lnTo>
                    <a:pt x="553515" y="1373362"/>
                  </a:lnTo>
                  <a:lnTo>
                    <a:pt x="586382" y="1363035"/>
                  </a:lnTo>
                  <a:lnTo>
                    <a:pt x="586556" y="1362980"/>
                  </a:lnTo>
                  <a:lnTo>
                    <a:pt x="593164" y="1360902"/>
                  </a:lnTo>
                  <a:lnTo>
                    <a:pt x="606902" y="1356580"/>
                  </a:lnTo>
                  <a:lnTo>
                    <a:pt x="607597" y="1356361"/>
                  </a:lnTo>
                  <a:lnTo>
                    <a:pt x="612119" y="1354938"/>
                  </a:lnTo>
                  <a:lnTo>
                    <a:pt x="623422" y="1351380"/>
                  </a:lnTo>
                  <a:lnTo>
                    <a:pt x="635073" y="1347711"/>
                  </a:lnTo>
                  <a:lnTo>
                    <a:pt x="644463" y="1344752"/>
                  </a:lnTo>
                  <a:lnTo>
                    <a:pt x="650898" y="1342724"/>
                  </a:lnTo>
                  <a:lnTo>
                    <a:pt x="651593" y="1342505"/>
                  </a:lnTo>
                  <a:lnTo>
                    <a:pt x="659419" y="1340037"/>
                  </a:lnTo>
                  <a:lnTo>
                    <a:pt x="668809" y="1337076"/>
                  </a:lnTo>
                  <a:lnTo>
                    <a:pt x="678721" y="1333948"/>
                  </a:lnTo>
                  <a:lnTo>
                    <a:pt x="681851" y="1332960"/>
                  </a:lnTo>
                  <a:lnTo>
                    <a:pt x="682199" y="1332851"/>
                  </a:lnTo>
                  <a:lnTo>
                    <a:pt x="695589" y="1328623"/>
                  </a:lnTo>
                  <a:lnTo>
                    <a:pt x="698372" y="1327744"/>
                  </a:lnTo>
                  <a:lnTo>
                    <a:pt x="708458" y="1324558"/>
                  </a:lnTo>
                  <a:lnTo>
                    <a:pt x="712805" y="1323184"/>
                  </a:lnTo>
                  <a:lnTo>
                    <a:pt x="718022" y="1321535"/>
                  </a:lnTo>
                  <a:lnTo>
                    <a:pt x="724282" y="1319556"/>
                  </a:lnTo>
                  <a:lnTo>
                    <a:pt x="727413" y="1318566"/>
                  </a:lnTo>
                  <a:lnTo>
                    <a:pt x="760279" y="1308165"/>
                  </a:lnTo>
                  <a:lnTo>
                    <a:pt x="760453" y="1308110"/>
                  </a:lnTo>
                  <a:lnTo>
                    <a:pt x="767061" y="1306016"/>
                  </a:lnTo>
                  <a:lnTo>
                    <a:pt x="780799" y="1301663"/>
                  </a:lnTo>
                  <a:lnTo>
                    <a:pt x="781495" y="1301442"/>
                  </a:lnTo>
                  <a:lnTo>
                    <a:pt x="786016" y="1300009"/>
                  </a:lnTo>
                  <a:lnTo>
                    <a:pt x="797319" y="1296424"/>
                  </a:lnTo>
                  <a:lnTo>
                    <a:pt x="818361" y="1289746"/>
                  </a:lnTo>
                  <a:lnTo>
                    <a:pt x="824795" y="1287702"/>
                  </a:lnTo>
                  <a:lnTo>
                    <a:pt x="833316" y="1284995"/>
                  </a:lnTo>
                  <a:lnTo>
                    <a:pt x="842707" y="1282010"/>
                  </a:lnTo>
                  <a:lnTo>
                    <a:pt x="852619" y="1278858"/>
                  </a:lnTo>
                  <a:lnTo>
                    <a:pt x="855749" y="1277863"/>
                  </a:lnTo>
                  <a:lnTo>
                    <a:pt x="856097" y="1277752"/>
                  </a:lnTo>
                  <a:lnTo>
                    <a:pt x="869487" y="1273491"/>
                  </a:lnTo>
                  <a:lnTo>
                    <a:pt x="872269" y="1272605"/>
                  </a:lnTo>
                  <a:lnTo>
                    <a:pt x="882355" y="1269393"/>
                  </a:lnTo>
                  <a:lnTo>
                    <a:pt x="886703" y="1268008"/>
                  </a:lnTo>
                  <a:lnTo>
                    <a:pt x="891920" y="1266346"/>
                  </a:lnTo>
                  <a:lnTo>
                    <a:pt x="898180" y="1264350"/>
                  </a:lnTo>
                  <a:lnTo>
                    <a:pt x="901310" y="1263353"/>
                  </a:lnTo>
                  <a:lnTo>
                    <a:pt x="934177" y="1252865"/>
                  </a:lnTo>
                  <a:lnTo>
                    <a:pt x="934350" y="1252809"/>
                  </a:lnTo>
                  <a:lnTo>
                    <a:pt x="940959" y="1250698"/>
                  </a:lnTo>
                  <a:lnTo>
                    <a:pt x="954696" y="1246308"/>
                  </a:lnTo>
                  <a:lnTo>
                    <a:pt x="955392" y="1246085"/>
                  </a:lnTo>
                  <a:lnTo>
                    <a:pt x="959913" y="1244640"/>
                  </a:lnTo>
                  <a:lnTo>
                    <a:pt x="971217" y="1241024"/>
                  </a:lnTo>
                  <a:lnTo>
                    <a:pt x="982868" y="1237294"/>
                  </a:lnTo>
                  <a:lnTo>
                    <a:pt x="992258" y="1234287"/>
                  </a:lnTo>
                  <a:lnTo>
                    <a:pt x="998693" y="1232225"/>
                  </a:lnTo>
                  <a:lnTo>
                    <a:pt x="999388" y="1232002"/>
                  </a:lnTo>
                  <a:lnTo>
                    <a:pt x="1007214" y="1229494"/>
                  </a:lnTo>
                  <a:lnTo>
                    <a:pt x="1016604" y="1226482"/>
                  </a:lnTo>
                  <a:lnTo>
                    <a:pt x="1026516" y="1223301"/>
                  </a:lnTo>
                  <a:lnTo>
                    <a:pt x="1029646" y="1222297"/>
                  </a:lnTo>
                  <a:lnTo>
                    <a:pt x="1029994" y="1222185"/>
                  </a:lnTo>
                  <a:lnTo>
                    <a:pt x="1043384" y="1217885"/>
                  </a:lnTo>
                  <a:lnTo>
                    <a:pt x="1046167" y="1216991"/>
                  </a:lnTo>
                  <a:lnTo>
                    <a:pt x="1056253" y="1213749"/>
                  </a:lnTo>
                  <a:lnTo>
                    <a:pt x="1060600" y="1212351"/>
                  </a:lnTo>
                  <a:lnTo>
                    <a:pt x="1065817" y="1210673"/>
                  </a:lnTo>
                  <a:lnTo>
                    <a:pt x="1072077" y="1208659"/>
                  </a:lnTo>
                  <a:lnTo>
                    <a:pt x="1075207" y="1207651"/>
                  </a:lnTo>
                  <a:lnTo>
                    <a:pt x="1108074" y="1197062"/>
                  </a:lnTo>
                  <a:lnTo>
                    <a:pt x="1108248" y="1197006"/>
                  </a:lnTo>
                  <a:lnTo>
                    <a:pt x="1114856" y="1194875"/>
                  </a:lnTo>
                  <a:lnTo>
                    <a:pt x="1128594" y="1190441"/>
                  </a:lnTo>
                  <a:lnTo>
                    <a:pt x="1129290" y="1190216"/>
                  </a:lnTo>
                  <a:lnTo>
                    <a:pt x="1133811" y="1188756"/>
                  </a:lnTo>
                  <a:lnTo>
                    <a:pt x="1145114" y="1185104"/>
                  </a:lnTo>
                  <a:lnTo>
                    <a:pt x="1156765" y="1181337"/>
                  </a:lnTo>
                  <a:lnTo>
                    <a:pt x="1166156" y="1178299"/>
                  </a:lnTo>
                  <a:lnTo>
                    <a:pt x="1172590" y="1176216"/>
                  </a:lnTo>
                  <a:lnTo>
                    <a:pt x="1173286" y="1175991"/>
                  </a:lnTo>
                  <a:lnTo>
                    <a:pt x="1181111" y="1173456"/>
                  </a:lnTo>
                  <a:lnTo>
                    <a:pt x="1190501" y="1170413"/>
                  </a:lnTo>
                  <a:lnTo>
                    <a:pt x="1200414" y="1167199"/>
                  </a:lnTo>
                  <a:lnTo>
                    <a:pt x="1203544" y="1166184"/>
                  </a:lnTo>
                  <a:lnTo>
                    <a:pt x="1203892" y="1166071"/>
                  </a:lnTo>
                  <a:lnTo>
                    <a:pt x="1217282" y="1161725"/>
                  </a:lnTo>
                  <a:lnTo>
                    <a:pt x="1220064" y="1160822"/>
                  </a:lnTo>
                  <a:lnTo>
                    <a:pt x="1230150" y="1157545"/>
                  </a:lnTo>
                  <a:lnTo>
                    <a:pt x="1234497" y="1156132"/>
                  </a:lnTo>
                  <a:lnTo>
                    <a:pt x="1239714" y="1154436"/>
                  </a:lnTo>
                  <a:lnTo>
                    <a:pt x="1245975" y="1152400"/>
                  </a:lnTo>
                  <a:lnTo>
                    <a:pt x="1249105" y="1151381"/>
                  </a:lnTo>
                  <a:lnTo>
                    <a:pt x="1281971" y="1140675"/>
                  </a:lnTo>
                  <a:lnTo>
                    <a:pt x="1282145" y="1140618"/>
                  </a:lnTo>
                  <a:lnTo>
                    <a:pt x="1288753" y="1138463"/>
                  </a:lnTo>
                  <a:lnTo>
                    <a:pt x="1302491" y="1133978"/>
                  </a:lnTo>
                  <a:lnTo>
                    <a:pt x="1303187" y="1133751"/>
                  </a:lnTo>
                  <a:lnTo>
                    <a:pt x="1307708" y="1132274"/>
                  </a:lnTo>
                  <a:lnTo>
                    <a:pt x="1319012" y="1128580"/>
                  </a:lnTo>
                  <a:lnTo>
                    <a:pt x="1330663" y="1124769"/>
                  </a:lnTo>
                  <a:lnTo>
                    <a:pt x="1340053" y="1121695"/>
                  </a:lnTo>
                  <a:lnTo>
                    <a:pt x="1346487" y="1119587"/>
                  </a:lnTo>
                  <a:lnTo>
                    <a:pt x="1347183" y="1119360"/>
                  </a:lnTo>
                  <a:lnTo>
                    <a:pt x="1355008" y="1116795"/>
                  </a:lnTo>
                  <a:lnTo>
                    <a:pt x="1364399" y="1113716"/>
                  </a:lnTo>
                  <a:lnTo>
                    <a:pt x="1374311" y="1110463"/>
                  </a:lnTo>
                  <a:lnTo>
                    <a:pt x="1377441" y="1109435"/>
                  </a:lnTo>
                  <a:lnTo>
                    <a:pt x="1377789" y="1109321"/>
                  </a:lnTo>
                  <a:lnTo>
                    <a:pt x="1391179" y="1104922"/>
                  </a:lnTo>
                  <a:lnTo>
                    <a:pt x="1393961" y="1104008"/>
                  </a:lnTo>
                  <a:lnTo>
                    <a:pt x="1404047" y="1100691"/>
                  </a:lnTo>
                  <a:lnTo>
                    <a:pt x="1408395" y="1099260"/>
                  </a:lnTo>
                  <a:lnTo>
                    <a:pt x="1413612" y="1097543"/>
                  </a:lnTo>
                  <a:lnTo>
                    <a:pt x="1419872" y="1095481"/>
                  </a:lnTo>
                  <a:lnTo>
                    <a:pt x="1423002" y="1094450"/>
                  </a:lnTo>
                  <a:lnTo>
                    <a:pt x="1455869" y="1083608"/>
                  </a:lnTo>
                  <a:lnTo>
                    <a:pt x="1456043" y="1083550"/>
                  </a:lnTo>
                  <a:lnTo>
                    <a:pt x="1462651" y="1081367"/>
                  </a:lnTo>
                  <a:lnTo>
                    <a:pt x="1476389" y="1076824"/>
                  </a:lnTo>
                  <a:lnTo>
                    <a:pt x="1477084" y="1076594"/>
                  </a:lnTo>
                  <a:lnTo>
                    <a:pt x="1481606" y="1075098"/>
                  </a:lnTo>
                  <a:lnTo>
                    <a:pt x="1492909" y="1071355"/>
                  </a:lnTo>
                  <a:lnTo>
                    <a:pt x="1504560" y="1067493"/>
                  </a:lnTo>
                  <a:lnTo>
                    <a:pt x="1513951" y="1064378"/>
                  </a:lnTo>
                  <a:lnTo>
                    <a:pt x="1520385" y="1062243"/>
                  </a:lnTo>
                  <a:lnTo>
                    <a:pt x="1521080" y="1062012"/>
                  </a:lnTo>
                  <a:lnTo>
                    <a:pt x="1528906" y="1059413"/>
                  </a:lnTo>
                  <a:lnTo>
                    <a:pt x="1538296" y="1056291"/>
                  </a:lnTo>
                  <a:lnTo>
                    <a:pt x="1548208" y="1052994"/>
                  </a:lnTo>
                  <a:lnTo>
                    <a:pt x="1551339" y="1051952"/>
                  </a:lnTo>
                  <a:lnTo>
                    <a:pt x="1551686" y="1051836"/>
                  </a:lnTo>
                  <a:lnTo>
                    <a:pt x="1565077" y="1047377"/>
                  </a:lnTo>
                  <a:lnTo>
                    <a:pt x="1567859" y="1046449"/>
                  </a:lnTo>
                  <a:lnTo>
                    <a:pt x="1577945" y="1043086"/>
                  </a:lnTo>
                  <a:lnTo>
                    <a:pt x="1582292" y="1041635"/>
                  </a:lnTo>
                  <a:lnTo>
                    <a:pt x="1587509" y="1039894"/>
                  </a:lnTo>
                  <a:lnTo>
                    <a:pt x="1593770" y="1037803"/>
                  </a:lnTo>
                  <a:lnTo>
                    <a:pt x="1596900" y="1036757"/>
                  </a:lnTo>
                  <a:lnTo>
                    <a:pt x="1629766" y="1025759"/>
                  </a:lnTo>
                  <a:lnTo>
                    <a:pt x="1629940" y="1025700"/>
                  </a:lnTo>
                  <a:lnTo>
                    <a:pt x="1636548" y="1023485"/>
                  </a:lnTo>
                  <a:lnTo>
                    <a:pt x="1650286" y="1018876"/>
                  </a:lnTo>
                  <a:lnTo>
                    <a:pt x="1650982" y="1018642"/>
                  </a:lnTo>
                  <a:lnTo>
                    <a:pt x="1655503" y="1017124"/>
                  </a:lnTo>
                  <a:lnTo>
                    <a:pt x="1666807" y="1013325"/>
                  </a:lnTo>
                  <a:lnTo>
                    <a:pt x="1678458" y="1009406"/>
                  </a:lnTo>
                  <a:lnTo>
                    <a:pt x="1687848" y="1006244"/>
                  </a:lnTo>
                  <a:lnTo>
                    <a:pt x="1694282" y="1004076"/>
                  </a:lnTo>
                  <a:lnTo>
                    <a:pt x="1694978" y="1003842"/>
                  </a:lnTo>
                  <a:lnTo>
                    <a:pt x="1702803" y="1001203"/>
                  </a:lnTo>
                  <a:lnTo>
                    <a:pt x="1712194" y="998034"/>
                  </a:lnTo>
                  <a:lnTo>
                    <a:pt x="1725236" y="993628"/>
                  </a:lnTo>
                  <a:lnTo>
                    <a:pt x="1725584" y="993510"/>
                  </a:lnTo>
                  <a:lnTo>
                    <a:pt x="1738974" y="988981"/>
                  </a:lnTo>
                  <a:lnTo>
                    <a:pt x="1741756" y="988039"/>
                  </a:lnTo>
                  <a:lnTo>
                    <a:pt x="1751842" y="984623"/>
                  </a:lnTo>
                  <a:lnTo>
                    <a:pt x="1756190" y="983150"/>
                  </a:lnTo>
                  <a:lnTo>
                    <a:pt x="1761407" y="981381"/>
                  </a:lnTo>
                  <a:lnTo>
                    <a:pt x="1767667" y="979257"/>
                  </a:lnTo>
                  <a:lnTo>
                    <a:pt x="1770797" y="978194"/>
                  </a:lnTo>
                  <a:lnTo>
                    <a:pt x="1803664" y="967019"/>
                  </a:lnTo>
                  <a:lnTo>
                    <a:pt x="1803838" y="966960"/>
                  </a:lnTo>
                  <a:lnTo>
                    <a:pt x="1810446" y="964709"/>
                  </a:lnTo>
                  <a:lnTo>
                    <a:pt x="1824184" y="960025"/>
                  </a:lnTo>
                  <a:lnTo>
                    <a:pt x="1824879" y="959787"/>
                  </a:lnTo>
                  <a:lnTo>
                    <a:pt x="1829401" y="958244"/>
                  </a:lnTo>
                  <a:lnTo>
                    <a:pt x="1840704" y="954383"/>
                  </a:lnTo>
                  <a:lnTo>
                    <a:pt x="1852355" y="950398"/>
                  </a:lnTo>
                  <a:lnTo>
                    <a:pt x="1861746" y="947184"/>
                  </a:lnTo>
                  <a:lnTo>
                    <a:pt x="1868180" y="944979"/>
                  </a:lnTo>
                  <a:lnTo>
                    <a:pt x="1868875" y="944741"/>
                  </a:lnTo>
                  <a:lnTo>
                    <a:pt x="1876701" y="942058"/>
                  </a:lnTo>
                  <a:lnTo>
                    <a:pt x="1886091" y="938835"/>
                  </a:lnTo>
                  <a:lnTo>
                    <a:pt x="1896003" y="935430"/>
                  </a:lnTo>
                  <a:lnTo>
                    <a:pt x="1899134" y="934355"/>
                  </a:lnTo>
                  <a:lnTo>
                    <a:pt x="1899481" y="934235"/>
                  </a:lnTo>
                  <a:lnTo>
                    <a:pt x="1912871" y="929628"/>
                  </a:lnTo>
                  <a:lnTo>
                    <a:pt x="1915654" y="928670"/>
                  </a:lnTo>
                  <a:lnTo>
                    <a:pt x="1925740" y="925195"/>
                  </a:lnTo>
                  <a:lnTo>
                    <a:pt x="1930087" y="923696"/>
                  </a:lnTo>
                  <a:lnTo>
                    <a:pt x="1935304" y="921897"/>
                  </a:lnTo>
                  <a:lnTo>
                    <a:pt x="1941564" y="919736"/>
                  </a:lnTo>
                  <a:lnTo>
                    <a:pt x="1944695" y="918655"/>
                  </a:lnTo>
                  <a:lnTo>
                    <a:pt x="1977561" y="907284"/>
                  </a:lnTo>
                  <a:lnTo>
                    <a:pt x="1977735" y="907224"/>
                  </a:lnTo>
                  <a:lnTo>
                    <a:pt x="1984343" y="904933"/>
                  </a:lnTo>
                  <a:lnTo>
                    <a:pt x="1998081" y="900165"/>
                  </a:lnTo>
                  <a:lnTo>
                    <a:pt x="1998777" y="899923"/>
                  </a:lnTo>
                  <a:lnTo>
                    <a:pt x="2003298" y="898353"/>
                  </a:lnTo>
                  <a:lnTo>
                    <a:pt x="2014601" y="894422"/>
                  </a:lnTo>
                  <a:lnTo>
                    <a:pt x="2026253" y="890366"/>
                  </a:lnTo>
                  <a:lnTo>
                    <a:pt x="2035643" y="887093"/>
                  </a:lnTo>
                  <a:lnTo>
                    <a:pt x="2042077" y="884849"/>
                  </a:lnTo>
                  <a:lnTo>
                    <a:pt x="2042773" y="884606"/>
                  </a:lnTo>
                  <a:lnTo>
                    <a:pt x="2050598" y="881874"/>
                  </a:lnTo>
                  <a:lnTo>
                    <a:pt x="2059989" y="878593"/>
                  </a:lnTo>
                  <a:lnTo>
                    <a:pt x="2069901" y="875126"/>
                  </a:lnTo>
                  <a:lnTo>
                    <a:pt x="2073031" y="874030"/>
                  </a:lnTo>
                  <a:lnTo>
                    <a:pt x="2073379" y="873909"/>
                  </a:lnTo>
                  <a:lnTo>
                    <a:pt x="2086769" y="869217"/>
                  </a:lnTo>
                  <a:lnTo>
                    <a:pt x="2089551" y="868242"/>
                  </a:lnTo>
                  <a:lnTo>
                    <a:pt x="2099637" y="864702"/>
                  </a:lnTo>
                  <a:lnTo>
                    <a:pt x="2103985" y="863176"/>
                  </a:lnTo>
                  <a:lnTo>
                    <a:pt x="2109202" y="861343"/>
                  </a:lnTo>
                  <a:lnTo>
                    <a:pt x="2115462" y="859142"/>
                  </a:lnTo>
                  <a:lnTo>
                    <a:pt x="2118592" y="858041"/>
                  </a:lnTo>
                  <a:lnTo>
                    <a:pt x="2151459" y="846457"/>
                  </a:lnTo>
                  <a:lnTo>
                    <a:pt x="2151633" y="846395"/>
                  </a:lnTo>
                  <a:lnTo>
                    <a:pt x="2158241" y="844061"/>
                  </a:lnTo>
                  <a:lnTo>
                    <a:pt x="2171979" y="839203"/>
                  </a:lnTo>
                  <a:lnTo>
                    <a:pt x="2172674" y="838957"/>
                  </a:lnTo>
                  <a:lnTo>
                    <a:pt x="2177196" y="837356"/>
                  </a:lnTo>
                  <a:lnTo>
                    <a:pt x="2188499" y="833352"/>
                  </a:lnTo>
                  <a:lnTo>
                    <a:pt x="2200150" y="829218"/>
                  </a:lnTo>
                  <a:lnTo>
                    <a:pt x="2209540" y="825883"/>
                  </a:lnTo>
                  <a:lnTo>
                    <a:pt x="2215975" y="823596"/>
                  </a:lnTo>
                  <a:lnTo>
                    <a:pt x="2216670" y="823349"/>
                  </a:lnTo>
                  <a:lnTo>
                    <a:pt x="2224496" y="820564"/>
                  </a:lnTo>
                  <a:lnTo>
                    <a:pt x="2233886" y="817220"/>
                  </a:lnTo>
                  <a:lnTo>
                    <a:pt x="2243798" y="813686"/>
                  </a:lnTo>
                  <a:lnTo>
                    <a:pt x="2246928" y="812570"/>
                  </a:lnTo>
                  <a:lnTo>
                    <a:pt x="2247276" y="812446"/>
                  </a:lnTo>
                  <a:lnTo>
                    <a:pt x="2260666" y="807664"/>
                  </a:lnTo>
                  <a:lnTo>
                    <a:pt x="2263449" y="806669"/>
                  </a:lnTo>
                  <a:lnTo>
                    <a:pt x="2273535" y="803062"/>
                  </a:lnTo>
                  <a:lnTo>
                    <a:pt x="2277882" y="801506"/>
                  </a:lnTo>
                  <a:lnTo>
                    <a:pt x="2283099" y="799637"/>
                  </a:lnTo>
                  <a:lnTo>
                    <a:pt x="2289359" y="797393"/>
                  </a:lnTo>
                  <a:lnTo>
                    <a:pt x="2292490" y="796271"/>
                  </a:lnTo>
                  <a:lnTo>
                    <a:pt x="2325356" y="784462"/>
                  </a:lnTo>
                  <a:lnTo>
                    <a:pt x="2325530" y="784399"/>
                  </a:lnTo>
                  <a:lnTo>
                    <a:pt x="2332138" y="782020"/>
                  </a:lnTo>
                  <a:lnTo>
                    <a:pt x="2345876" y="777067"/>
                  </a:lnTo>
                  <a:lnTo>
                    <a:pt x="2346572" y="776816"/>
                  </a:lnTo>
                  <a:lnTo>
                    <a:pt x="2351093" y="775185"/>
                  </a:lnTo>
                  <a:lnTo>
                    <a:pt x="2362396" y="771102"/>
                  </a:lnTo>
                  <a:lnTo>
                    <a:pt x="2374047" y="766888"/>
                  </a:lnTo>
                  <a:lnTo>
                    <a:pt x="2383438" y="763487"/>
                  </a:lnTo>
                  <a:lnTo>
                    <a:pt x="2389872" y="761155"/>
                  </a:lnTo>
                  <a:lnTo>
                    <a:pt x="2390568" y="760903"/>
                  </a:lnTo>
                  <a:lnTo>
                    <a:pt x="2398393" y="758064"/>
                  </a:lnTo>
                  <a:lnTo>
                    <a:pt x="2407784" y="754655"/>
                  </a:lnTo>
                  <a:lnTo>
                    <a:pt x="2417696" y="751052"/>
                  </a:lnTo>
                  <a:lnTo>
                    <a:pt x="2420826" y="749913"/>
                  </a:lnTo>
                  <a:lnTo>
                    <a:pt x="2421174" y="749787"/>
                  </a:lnTo>
                  <a:lnTo>
                    <a:pt x="2434564" y="744912"/>
                  </a:lnTo>
                  <a:lnTo>
                    <a:pt x="2437346" y="743898"/>
                  </a:lnTo>
                  <a:lnTo>
                    <a:pt x="2447432" y="740219"/>
                  </a:lnTo>
                  <a:lnTo>
                    <a:pt x="2451780" y="738633"/>
                  </a:lnTo>
                  <a:lnTo>
                    <a:pt x="2456997" y="736728"/>
                  </a:lnTo>
                  <a:lnTo>
                    <a:pt x="2463257" y="734440"/>
                  </a:lnTo>
                  <a:lnTo>
                    <a:pt x="2466387" y="733296"/>
                  </a:lnTo>
                  <a:lnTo>
                    <a:pt x="2499254" y="721256"/>
                  </a:lnTo>
                  <a:lnTo>
                    <a:pt x="2499428" y="721192"/>
                  </a:lnTo>
                  <a:lnTo>
                    <a:pt x="2506036" y="718766"/>
                  </a:lnTo>
                  <a:lnTo>
                    <a:pt x="2519774" y="713717"/>
                  </a:lnTo>
                  <a:lnTo>
                    <a:pt x="2520469" y="713461"/>
                  </a:lnTo>
                  <a:lnTo>
                    <a:pt x="2524990" y="711798"/>
                  </a:lnTo>
                  <a:lnTo>
                    <a:pt x="2536294" y="707635"/>
                  </a:lnTo>
                  <a:lnTo>
                    <a:pt x="2547945" y="703340"/>
                  </a:lnTo>
                  <a:lnTo>
                    <a:pt x="2557335" y="699873"/>
                  </a:lnTo>
                  <a:lnTo>
                    <a:pt x="2563770" y="697496"/>
                  </a:lnTo>
                  <a:lnTo>
                    <a:pt x="2564465" y="697239"/>
                  </a:lnTo>
                  <a:lnTo>
                    <a:pt x="2572291" y="694345"/>
                  </a:lnTo>
                  <a:lnTo>
                    <a:pt x="2581681" y="690870"/>
                  </a:lnTo>
                  <a:lnTo>
                    <a:pt x="2591593" y="687198"/>
                  </a:lnTo>
                  <a:lnTo>
                    <a:pt x="2594723" y="686037"/>
                  </a:lnTo>
                  <a:lnTo>
                    <a:pt x="2608461" y="680939"/>
                  </a:lnTo>
                  <a:lnTo>
                    <a:pt x="2611244" y="679905"/>
                  </a:lnTo>
                  <a:lnTo>
                    <a:pt x="2621330" y="676157"/>
                  </a:lnTo>
                  <a:lnTo>
                    <a:pt x="2625677" y="674540"/>
                  </a:lnTo>
                  <a:lnTo>
                    <a:pt x="2630894" y="672598"/>
                  </a:lnTo>
                  <a:lnTo>
                    <a:pt x="2637154" y="670267"/>
                  </a:lnTo>
                  <a:lnTo>
                    <a:pt x="2640284" y="669101"/>
                  </a:lnTo>
                  <a:lnTo>
                    <a:pt x="2673151" y="656832"/>
                  </a:lnTo>
                  <a:lnTo>
                    <a:pt x="2673325" y="656767"/>
                  </a:lnTo>
                  <a:lnTo>
                    <a:pt x="2679933" y="654295"/>
                  </a:lnTo>
                  <a:lnTo>
                    <a:pt x="2693671" y="649151"/>
                  </a:lnTo>
                  <a:lnTo>
                    <a:pt x="2694367" y="648890"/>
                  </a:lnTo>
                  <a:lnTo>
                    <a:pt x="2698888" y="647195"/>
                  </a:lnTo>
                  <a:lnTo>
                    <a:pt x="2710191" y="642954"/>
                  </a:lnTo>
                  <a:lnTo>
                    <a:pt x="2721842" y="638578"/>
                  </a:lnTo>
                  <a:lnTo>
                    <a:pt x="2731233" y="635047"/>
                  </a:lnTo>
                  <a:lnTo>
                    <a:pt x="2737667" y="632626"/>
                  </a:lnTo>
                  <a:lnTo>
                    <a:pt x="2738363" y="632364"/>
                  </a:lnTo>
                  <a:lnTo>
                    <a:pt x="2755578" y="625877"/>
                  </a:lnTo>
                  <a:lnTo>
                    <a:pt x="2765491" y="622137"/>
                  </a:lnTo>
                  <a:lnTo>
                    <a:pt x="2768621" y="620955"/>
                  </a:lnTo>
                  <a:lnTo>
                    <a:pt x="2768969" y="620823"/>
                  </a:lnTo>
                  <a:lnTo>
                    <a:pt x="2782359" y="615763"/>
                  </a:lnTo>
                  <a:lnTo>
                    <a:pt x="2785141" y="614711"/>
                  </a:lnTo>
                  <a:lnTo>
                    <a:pt x="2795227" y="610893"/>
                  </a:lnTo>
                  <a:lnTo>
                    <a:pt x="2799575" y="609247"/>
                  </a:lnTo>
                  <a:lnTo>
                    <a:pt x="2804791" y="607270"/>
                  </a:lnTo>
                  <a:lnTo>
                    <a:pt x="2811052" y="604897"/>
                  </a:lnTo>
                  <a:lnTo>
                    <a:pt x="2814182" y="603709"/>
                  </a:lnTo>
                  <a:lnTo>
                    <a:pt x="2847049" y="591220"/>
                  </a:lnTo>
                  <a:lnTo>
                    <a:pt x="2847222" y="591154"/>
                  </a:lnTo>
                  <a:lnTo>
                    <a:pt x="2853831" y="588638"/>
                  </a:lnTo>
                  <a:lnTo>
                    <a:pt x="2867568" y="583403"/>
                  </a:lnTo>
                  <a:lnTo>
                    <a:pt x="2868264" y="583137"/>
                  </a:lnTo>
                  <a:lnTo>
                    <a:pt x="2872785" y="581413"/>
                  </a:lnTo>
                  <a:lnTo>
                    <a:pt x="2884089" y="577097"/>
                  </a:lnTo>
                  <a:lnTo>
                    <a:pt x="2895740" y="572644"/>
                  </a:lnTo>
                  <a:lnTo>
                    <a:pt x="2905130" y="569052"/>
                  </a:lnTo>
                  <a:lnTo>
                    <a:pt x="2911564" y="566589"/>
                  </a:lnTo>
                  <a:lnTo>
                    <a:pt x="2912260" y="566322"/>
                  </a:lnTo>
                  <a:lnTo>
                    <a:pt x="2920085" y="563324"/>
                  </a:lnTo>
                  <a:lnTo>
                    <a:pt x="2929476" y="559723"/>
                  </a:lnTo>
                  <a:lnTo>
                    <a:pt x="2939388" y="555919"/>
                  </a:lnTo>
                  <a:lnTo>
                    <a:pt x="2942518" y="554717"/>
                  </a:lnTo>
                  <a:lnTo>
                    <a:pt x="2942866" y="554583"/>
                  </a:lnTo>
                  <a:lnTo>
                    <a:pt x="2956256" y="549437"/>
                  </a:lnTo>
                  <a:lnTo>
                    <a:pt x="2959038" y="548367"/>
                  </a:lnTo>
                  <a:lnTo>
                    <a:pt x="2969125" y="544485"/>
                  </a:lnTo>
                  <a:lnTo>
                    <a:pt x="2973472" y="542811"/>
                  </a:lnTo>
                  <a:lnTo>
                    <a:pt x="2978689" y="540801"/>
                  </a:lnTo>
                  <a:lnTo>
                    <a:pt x="2984949" y="538388"/>
                  </a:lnTo>
                  <a:lnTo>
                    <a:pt x="2988079" y="537181"/>
                  </a:lnTo>
                  <a:lnTo>
                    <a:pt x="3020946" y="524486"/>
                  </a:lnTo>
                  <a:lnTo>
                    <a:pt x="3021120" y="524419"/>
                  </a:lnTo>
                  <a:lnTo>
                    <a:pt x="3027728" y="521862"/>
                  </a:lnTo>
                  <a:lnTo>
                    <a:pt x="3041466" y="516541"/>
                  </a:lnTo>
                  <a:lnTo>
                    <a:pt x="3042161" y="516272"/>
                  </a:lnTo>
                  <a:lnTo>
                    <a:pt x="3046683" y="514519"/>
                  </a:lnTo>
                  <a:lnTo>
                    <a:pt x="3057986" y="510135"/>
                  </a:lnTo>
                  <a:lnTo>
                    <a:pt x="3069637" y="505611"/>
                  </a:lnTo>
                  <a:lnTo>
                    <a:pt x="3079028" y="501962"/>
                  </a:lnTo>
                  <a:lnTo>
                    <a:pt x="3085462" y="499460"/>
                  </a:lnTo>
                  <a:lnTo>
                    <a:pt x="3086157" y="499189"/>
                  </a:lnTo>
                  <a:lnTo>
                    <a:pt x="3093983" y="496144"/>
                  </a:lnTo>
                  <a:lnTo>
                    <a:pt x="3103373" y="492487"/>
                  </a:lnTo>
                  <a:lnTo>
                    <a:pt x="3113285" y="488624"/>
                  </a:lnTo>
                  <a:lnTo>
                    <a:pt x="3116416" y="487403"/>
                  </a:lnTo>
                  <a:lnTo>
                    <a:pt x="3116763" y="487268"/>
                  </a:lnTo>
                  <a:lnTo>
                    <a:pt x="3130154" y="482043"/>
                  </a:lnTo>
                  <a:lnTo>
                    <a:pt x="3132936" y="480956"/>
                  </a:lnTo>
                  <a:lnTo>
                    <a:pt x="3143022" y="477016"/>
                  </a:lnTo>
                  <a:lnTo>
                    <a:pt x="3147369" y="475316"/>
                  </a:lnTo>
                  <a:lnTo>
                    <a:pt x="3152586" y="473276"/>
                  </a:lnTo>
                  <a:lnTo>
                    <a:pt x="3158847" y="470826"/>
                  </a:lnTo>
                  <a:lnTo>
                    <a:pt x="3161977" y="469601"/>
                  </a:lnTo>
                  <a:lnTo>
                    <a:pt x="3194843" y="456719"/>
                  </a:lnTo>
                  <a:lnTo>
                    <a:pt x="3195017" y="456651"/>
                  </a:lnTo>
                  <a:lnTo>
                    <a:pt x="3201625" y="454056"/>
                  </a:lnTo>
                  <a:lnTo>
                    <a:pt x="3215363" y="448659"/>
                  </a:lnTo>
                  <a:lnTo>
                    <a:pt x="3216059" y="448385"/>
                  </a:lnTo>
                  <a:lnTo>
                    <a:pt x="3220580" y="446608"/>
                  </a:lnTo>
                  <a:lnTo>
                    <a:pt x="3231884" y="442161"/>
                  </a:lnTo>
                  <a:lnTo>
                    <a:pt x="3243535" y="437573"/>
                  </a:lnTo>
                  <a:lnTo>
                    <a:pt x="3252925" y="433872"/>
                  </a:lnTo>
                  <a:lnTo>
                    <a:pt x="3259359" y="431335"/>
                  </a:lnTo>
                  <a:lnTo>
                    <a:pt x="3260055" y="431061"/>
                  </a:lnTo>
                  <a:lnTo>
                    <a:pt x="3267880" y="427973"/>
                  </a:lnTo>
                  <a:lnTo>
                    <a:pt x="3277271" y="424266"/>
                  </a:lnTo>
                  <a:lnTo>
                    <a:pt x="3287183" y="420350"/>
                  </a:lnTo>
                  <a:lnTo>
                    <a:pt x="3290313" y="419112"/>
                  </a:lnTo>
                  <a:lnTo>
                    <a:pt x="3290661" y="418975"/>
                  </a:lnTo>
                  <a:lnTo>
                    <a:pt x="3304051" y="413679"/>
                  </a:lnTo>
                  <a:lnTo>
                    <a:pt x="3306833" y="412578"/>
                  </a:lnTo>
                  <a:lnTo>
                    <a:pt x="3316919" y="408584"/>
                  </a:lnTo>
                  <a:lnTo>
                    <a:pt x="3321267" y="406862"/>
                  </a:lnTo>
                  <a:lnTo>
                    <a:pt x="3326484" y="404795"/>
                  </a:lnTo>
                  <a:lnTo>
                    <a:pt x="3332744" y="402313"/>
                  </a:lnTo>
                  <a:lnTo>
                    <a:pt x="3335874" y="401072"/>
                  </a:lnTo>
                  <a:lnTo>
                    <a:pt x="3368741" y="388022"/>
                  </a:lnTo>
                  <a:lnTo>
                    <a:pt x="3368915" y="387953"/>
                  </a:lnTo>
                  <a:lnTo>
                    <a:pt x="3375523" y="385325"/>
                  </a:lnTo>
                  <a:lnTo>
                    <a:pt x="3389261" y="379859"/>
                  </a:lnTo>
                  <a:lnTo>
                    <a:pt x="3389956" y="379582"/>
                  </a:lnTo>
                  <a:lnTo>
                    <a:pt x="3394478" y="377782"/>
                  </a:lnTo>
                  <a:lnTo>
                    <a:pt x="3405781" y="373280"/>
                  </a:lnTo>
                  <a:lnTo>
                    <a:pt x="3417432" y="368635"/>
                  </a:lnTo>
                  <a:lnTo>
                    <a:pt x="3426823" y="364889"/>
                  </a:lnTo>
                  <a:lnTo>
                    <a:pt x="3433257" y="362321"/>
                  </a:lnTo>
                  <a:lnTo>
                    <a:pt x="3433952" y="362043"/>
                  </a:lnTo>
                  <a:lnTo>
                    <a:pt x="3451168" y="355166"/>
                  </a:lnTo>
                  <a:lnTo>
                    <a:pt x="3461080" y="351203"/>
                  </a:lnTo>
                  <a:lnTo>
                    <a:pt x="3464211" y="349951"/>
                  </a:lnTo>
                  <a:lnTo>
                    <a:pt x="3464558" y="349812"/>
                  </a:lnTo>
                  <a:lnTo>
                    <a:pt x="3477948" y="344454"/>
                  </a:lnTo>
                  <a:lnTo>
                    <a:pt x="3480731" y="343340"/>
                  </a:lnTo>
                  <a:lnTo>
                    <a:pt x="3490817" y="339300"/>
                  </a:lnTo>
                  <a:lnTo>
                    <a:pt x="3495164" y="337557"/>
                  </a:lnTo>
                  <a:lnTo>
                    <a:pt x="3500381" y="335466"/>
                  </a:lnTo>
                  <a:lnTo>
                    <a:pt x="3506642" y="332956"/>
                  </a:lnTo>
                  <a:lnTo>
                    <a:pt x="3509772" y="331701"/>
                  </a:lnTo>
                  <a:lnTo>
                    <a:pt x="3542812" y="318434"/>
                  </a:lnTo>
                  <a:lnTo>
                    <a:pt x="3549420" y="315777"/>
                  </a:lnTo>
                  <a:lnTo>
                    <a:pt x="3563158" y="310251"/>
                  </a:lnTo>
                  <a:lnTo>
                    <a:pt x="3563854" y="309971"/>
                  </a:lnTo>
                  <a:lnTo>
                    <a:pt x="3568375" y="308152"/>
                  </a:lnTo>
                  <a:lnTo>
                    <a:pt x="3579678" y="303600"/>
                  </a:lnTo>
                  <a:lnTo>
                    <a:pt x="3591330" y="298906"/>
                  </a:lnTo>
                  <a:lnTo>
                    <a:pt x="3600720" y="295120"/>
                  </a:lnTo>
                  <a:lnTo>
                    <a:pt x="3607154" y="292525"/>
                  </a:lnTo>
                  <a:lnTo>
                    <a:pt x="3607850" y="292244"/>
                  </a:lnTo>
                  <a:lnTo>
                    <a:pt x="3615675" y="289087"/>
                  </a:lnTo>
                  <a:lnTo>
                    <a:pt x="3625066" y="285296"/>
                  </a:lnTo>
                  <a:lnTo>
                    <a:pt x="3634978" y="281292"/>
                  </a:lnTo>
                  <a:lnTo>
                    <a:pt x="3638108" y="280027"/>
                  </a:lnTo>
                  <a:lnTo>
                    <a:pt x="3638456" y="279887"/>
                  </a:lnTo>
                  <a:lnTo>
                    <a:pt x="3651846" y="274474"/>
                  </a:lnTo>
                  <a:lnTo>
                    <a:pt x="3654628" y="273348"/>
                  </a:lnTo>
                  <a:lnTo>
                    <a:pt x="3664714" y="269268"/>
                  </a:lnTo>
                  <a:lnTo>
                    <a:pt x="3669062" y="267509"/>
                  </a:lnTo>
                  <a:lnTo>
                    <a:pt x="3674279" y="265397"/>
                  </a:lnTo>
                  <a:lnTo>
                    <a:pt x="3680539" y="262862"/>
                  </a:lnTo>
                  <a:lnTo>
                    <a:pt x="3683669" y="261594"/>
                  </a:lnTo>
                  <a:lnTo>
                    <a:pt x="3716536" y="248269"/>
                  </a:lnTo>
                  <a:lnTo>
                    <a:pt x="3716710" y="248199"/>
                  </a:lnTo>
                  <a:lnTo>
                    <a:pt x="3723318" y="245517"/>
                  </a:lnTo>
                  <a:lnTo>
                    <a:pt x="3737056" y="239939"/>
                  </a:lnTo>
                  <a:lnTo>
                    <a:pt x="3737751" y="239656"/>
                  </a:lnTo>
                  <a:lnTo>
                    <a:pt x="3742273" y="237820"/>
                  </a:lnTo>
                  <a:lnTo>
                    <a:pt x="3753576" y="233226"/>
                  </a:lnTo>
                  <a:lnTo>
                    <a:pt x="3765227" y="228489"/>
                  </a:lnTo>
                  <a:lnTo>
                    <a:pt x="3774617" y="224668"/>
                  </a:lnTo>
                  <a:lnTo>
                    <a:pt x="3781052" y="222050"/>
                  </a:lnTo>
                  <a:lnTo>
                    <a:pt x="3781747" y="221767"/>
                  </a:lnTo>
                  <a:lnTo>
                    <a:pt x="3789573" y="218581"/>
                  </a:lnTo>
                  <a:lnTo>
                    <a:pt x="3798963" y="214756"/>
                  </a:lnTo>
                  <a:lnTo>
                    <a:pt x="3808875" y="210717"/>
                  </a:lnTo>
                  <a:lnTo>
                    <a:pt x="3812005" y="209442"/>
                  </a:lnTo>
                  <a:lnTo>
                    <a:pt x="3812353" y="209300"/>
                  </a:lnTo>
                  <a:lnTo>
                    <a:pt x="3825743" y="203840"/>
                  </a:lnTo>
                  <a:lnTo>
                    <a:pt x="3828526" y="202705"/>
                  </a:lnTo>
                  <a:lnTo>
                    <a:pt x="3838612" y="198590"/>
                  </a:lnTo>
                  <a:lnTo>
                    <a:pt x="3842959" y="196815"/>
                  </a:lnTo>
                  <a:lnTo>
                    <a:pt x="3848176" y="194685"/>
                  </a:lnTo>
                  <a:lnTo>
                    <a:pt x="3854436" y="192129"/>
                  </a:lnTo>
                  <a:lnTo>
                    <a:pt x="3857567" y="190850"/>
                  </a:lnTo>
                  <a:lnTo>
                    <a:pt x="3890433" y="177416"/>
                  </a:lnTo>
                  <a:lnTo>
                    <a:pt x="3890607" y="177345"/>
                  </a:lnTo>
                  <a:lnTo>
                    <a:pt x="3897215" y="174641"/>
                  </a:lnTo>
                  <a:lnTo>
                    <a:pt x="3910953" y="169019"/>
                  </a:lnTo>
                  <a:lnTo>
                    <a:pt x="3911649" y="168734"/>
                  </a:lnTo>
                  <a:lnTo>
                    <a:pt x="3916170" y="166883"/>
                  </a:lnTo>
                  <a:lnTo>
                    <a:pt x="3927473" y="162253"/>
                  </a:lnTo>
                  <a:lnTo>
                    <a:pt x="3939124" y="157478"/>
                  </a:lnTo>
                  <a:lnTo>
                    <a:pt x="3948515" y="153629"/>
                  </a:lnTo>
                  <a:lnTo>
                    <a:pt x="3954949" y="150990"/>
                  </a:lnTo>
                  <a:lnTo>
                    <a:pt x="3955645" y="150705"/>
                  </a:lnTo>
                  <a:lnTo>
                    <a:pt x="3963470" y="147495"/>
                  </a:lnTo>
                  <a:lnTo>
                    <a:pt x="3972861" y="143641"/>
                  </a:lnTo>
                  <a:lnTo>
                    <a:pt x="3982773" y="139572"/>
                  </a:lnTo>
                  <a:lnTo>
                    <a:pt x="3985903" y="138286"/>
                  </a:lnTo>
                  <a:lnTo>
                    <a:pt x="3986251" y="138144"/>
                  </a:lnTo>
                  <a:lnTo>
                    <a:pt x="4002423" y="131500"/>
                  </a:lnTo>
                  <a:lnTo>
                    <a:pt x="4012509" y="127355"/>
                  </a:lnTo>
                  <a:lnTo>
                    <a:pt x="4016857" y="125568"/>
                  </a:lnTo>
                  <a:lnTo>
                    <a:pt x="4022074" y="123422"/>
                  </a:lnTo>
                  <a:lnTo>
                    <a:pt x="4031464" y="119560"/>
                  </a:lnTo>
                  <a:lnTo>
                    <a:pt x="4064331" y="106031"/>
                  </a:lnTo>
                  <a:lnTo>
                    <a:pt x="4071113" y="103238"/>
                  </a:lnTo>
                  <a:lnTo>
                    <a:pt x="4085546" y="97290"/>
                  </a:lnTo>
                  <a:lnTo>
                    <a:pt x="4090067" y="95426"/>
                  </a:lnTo>
                  <a:lnTo>
                    <a:pt x="4101371" y="90765"/>
                  </a:lnTo>
                  <a:lnTo>
                    <a:pt x="4122412" y="82084"/>
                  </a:lnTo>
                  <a:lnTo>
                    <a:pt x="4128847" y="79428"/>
                  </a:lnTo>
                  <a:lnTo>
                    <a:pt x="4137368" y="75910"/>
                  </a:lnTo>
                  <a:lnTo>
                    <a:pt x="4146758" y="72032"/>
                  </a:lnTo>
                  <a:lnTo>
                    <a:pt x="4156670" y="67937"/>
                  </a:lnTo>
                  <a:lnTo>
                    <a:pt x="4159800" y="66643"/>
                  </a:lnTo>
                  <a:lnTo>
                    <a:pt x="4160148" y="66499"/>
                  </a:lnTo>
                  <a:lnTo>
                    <a:pt x="4176321" y="59814"/>
                  </a:lnTo>
                  <a:lnTo>
                    <a:pt x="4186407" y="55643"/>
                  </a:lnTo>
                  <a:lnTo>
                    <a:pt x="4238228" y="34191"/>
                  </a:lnTo>
                  <a:lnTo>
                    <a:pt x="4259444" y="25399"/>
                  </a:lnTo>
                  <a:lnTo>
                    <a:pt x="4296310" y="10107"/>
                  </a:lnTo>
                  <a:lnTo>
                    <a:pt x="4302744" y="7436"/>
                  </a:lnTo>
                  <a:lnTo>
                    <a:pt x="4320655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" name="pl14"/>
            <p:cNvSpPr/>
            <p:nvPr/>
          </p:nvSpPr>
          <p:spPr>
            <a:xfrm>
              <a:off x="3377239" y="3116438"/>
              <a:ext cx="4320655" cy="1606328"/>
            </a:xfrm>
            <a:custGeom>
              <a:avLst/>
              <a:pathLst>
                <a:path w="4320655" h="1606328">
                  <a:moveTo>
                    <a:pt x="4320655" y="0"/>
                  </a:moveTo>
                  <a:lnTo>
                    <a:pt x="4302744" y="5629"/>
                  </a:lnTo>
                  <a:lnTo>
                    <a:pt x="4296310" y="7652"/>
                  </a:lnTo>
                  <a:lnTo>
                    <a:pt x="4259444" y="19255"/>
                  </a:lnTo>
                  <a:lnTo>
                    <a:pt x="4238228" y="25939"/>
                  </a:lnTo>
                  <a:lnTo>
                    <a:pt x="4186407" y="42292"/>
                  </a:lnTo>
                  <a:lnTo>
                    <a:pt x="4176321" y="45478"/>
                  </a:lnTo>
                  <a:lnTo>
                    <a:pt x="4160148" y="50591"/>
                  </a:lnTo>
                  <a:lnTo>
                    <a:pt x="4159800" y="50701"/>
                  </a:lnTo>
                  <a:lnTo>
                    <a:pt x="4156670" y="51691"/>
                  </a:lnTo>
                  <a:lnTo>
                    <a:pt x="4146758" y="54827"/>
                  </a:lnTo>
                  <a:lnTo>
                    <a:pt x="4137368" y="57799"/>
                  </a:lnTo>
                  <a:lnTo>
                    <a:pt x="4128847" y="60497"/>
                  </a:lnTo>
                  <a:lnTo>
                    <a:pt x="4122412" y="62535"/>
                  </a:lnTo>
                  <a:lnTo>
                    <a:pt x="4101371" y="69204"/>
                  </a:lnTo>
                  <a:lnTo>
                    <a:pt x="4090067" y="72789"/>
                  </a:lnTo>
                  <a:lnTo>
                    <a:pt x="4085546" y="74224"/>
                  </a:lnTo>
                  <a:lnTo>
                    <a:pt x="4071113" y="78805"/>
                  </a:lnTo>
                  <a:lnTo>
                    <a:pt x="4064331" y="80959"/>
                  </a:lnTo>
                  <a:lnTo>
                    <a:pt x="4031464" y="91407"/>
                  </a:lnTo>
                  <a:lnTo>
                    <a:pt x="4022074" y="94395"/>
                  </a:lnTo>
                  <a:lnTo>
                    <a:pt x="4016857" y="96056"/>
                  </a:lnTo>
                  <a:lnTo>
                    <a:pt x="4012509" y="97440"/>
                  </a:lnTo>
                  <a:lnTo>
                    <a:pt x="4002423" y="100652"/>
                  </a:lnTo>
                  <a:lnTo>
                    <a:pt x="3986251" y="105807"/>
                  </a:lnTo>
                  <a:lnTo>
                    <a:pt x="3985903" y="105918"/>
                  </a:lnTo>
                  <a:lnTo>
                    <a:pt x="3982773" y="106916"/>
                  </a:lnTo>
                  <a:lnTo>
                    <a:pt x="3972861" y="110078"/>
                  </a:lnTo>
                  <a:lnTo>
                    <a:pt x="3963470" y="113075"/>
                  </a:lnTo>
                  <a:lnTo>
                    <a:pt x="3955645" y="115573"/>
                  </a:lnTo>
                  <a:lnTo>
                    <a:pt x="3954949" y="115795"/>
                  </a:lnTo>
                  <a:lnTo>
                    <a:pt x="3948515" y="117851"/>
                  </a:lnTo>
                  <a:lnTo>
                    <a:pt x="3939124" y="120851"/>
                  </a:lnTo>
                  <a:lnTo>
                    <a:pt x="3927473" y="124576"/>
                  </a:lnTo>
                  <a:lnTo>
                    <a:pt x="3916170" y="128193"/>
                  </a:lnTo>
                  <a:lnTo>
                    <a:pt x="3911649" y="129640"/>
                  </a:lnTo>
                  <a:lnTo>
                    <a:pt x="3910953" y="129862"/>
                  </a:lnTo>
                  <a:lnTo>
                    <a:pt x="3897215" y="134261"/>
                  </a:lnTo>
                  <a:lnTo>
                    <a:pt x="3890607" y="136379"/>
                  </a:lnTo>
                  <a:lnTo>
                    <a:pt x="3890433" y="136434"/>
                  </a:lnTo>
                  <a:lnTo>
                    <a:pt x="3857567" y="146976"/>
                  </a:lnTo>
                  <a:lnTo>
                    <a:pt x="3854436" y="147981"/>
                  </a:lnTo>
                  <a:lnTo>
                    <a:pt x="3848176" y="149992"/>
                  </a:lnTo>
                  <a:lnTo>
                    <a:pt x="3842959" y="151668"/>
                  </a:lnTo>
                  <a:lnTo>
                    <a:pt x="3838612" y="153065"/>
                  </a:lnTo>
                  <a:lnTo>
                    <a:pt x="3828526" y="156308"/>
                  </a:lnTo>
                  <a:lnTo>
                    <a:pt x="3825743" y="157202"/>
                  </a:lnTo>
                  <a:lnTo>
                    <a:pt x="3812353" y="161511"/>
                  </a:lnTo>
                  <a:lnTo>
                    <a:pt x="3812005" y="161623"/>
                  </a:lnTo>
                  <a:lnTo>
                    <a:pt x="3808875" y="162630"/>
                  </a:lnTo>
                  <a:lnTo>
                    <a:pt x="3798963" y="165822"/>
                  </a:lnTo>
                  <a:lnTo>
                    <a:pt x="3789573" y="168848"/>
                  </a:lnTo>
                  <a:lnTo>
                    <a:pt x="3781747" y="171371"/>
                  </a:lnTo>
                  <a:lnTo>
                    <a:pt x="3781052" y="171595"/>
                  </a:lnTo>
                  <a:lnTo>
                    <a:pt x="3774617" y="173671"/>
                  </a:lnTo>
                  <a:lnTo>
                    <a:pt x="3765227" y="176701"/>
                  </a:lnTo>
                  <a:lnTo>
                    <a:pt x="3753576" y="180463"/>
                  </a:lnTo>
                  <a:lnTo>
                    <a:pt x="3742273" y="184115"/>
                  </a:lnTo>
                  <a:lnTo>
                    <a:pt x="3737751" y="185577"/>
                  </a:lnTo>
                  <a:lnTo>
                    <a:pt x="3737056" y="185802"/>
                  </a:lnTo>
                  <a:lnTo>
                    <a:pt x="3723318" y="190246"/>
                  </a:lnTo>
                  <a:lnTo>
                    <a:pt x="3716710" y="192385"/>
                  </a:lnTo>
                  <a:lnTo>
                    <a:pt x="3716536" y="192441"/>
                  </a:lnTo>
                  <a:lnTo>
                    <a:pt x="3683669" y="203093"/>
                  </a:lnTo>
                  <a:lnTo>
                    <a:pt x="3680539" y="204109"/>
                  </a:lnTo>
                  <a:lnTo>
                    <a:pt x="3674279" y="206141"/>
                  </a:lnTo>
                  <a:lnTo>
                    <a:pt x="3669062" y="207835"/>
                  </a:lnTo>
                  <a:lnTo>
                    <a:pt x="3664714" y="209247"/>
                  </a:lnTo>
                  <a:lnTo>
                    <a:pt x="3654628" y="212524"/>
                  </a:lnTo>
                  <a:lnTo>
                    <a:pt x="3651846" y="213429"/>
                  </a:lnTo>
                  <a:lnTo>
                    <a:pt x="3638456" y="217784"/>
                  </a:lnTo>
                  <a:lnTo>
                    <a:pt x="3638108" y="217897"/>
                  </a:lnTo>
                  <a:lnTo>
                    <a:pt x="3634978" y="218916"/>
                  </a:lnTo>
                  <a:lnTo>
                    <a:pt x="3625066" y="222143"/>
                  </a:lnTo>
                  <a:lnTo>
                    <a:pt x="3615675" y="225203"/>
                  </a:lnTo>
                  <a:lnTo>
                    <a:pt x="3607850" y="227754"/>
                  </a:lnTo>
                  <a:lnTo>
                    <a:pt x="3607154" y="227980"/>
                  </a:lnTo>
                  <a:lnTo>
                    <a:pt x="3600720" y="230079"/>
                  </a:lnTo>
                  <a:lnTo>
                    <a:pt x="3591330" y="233144"/>
                  </a:lnTo>
                  <a:lnTo>
                    <a:pt x="3579678" y="236949"/>
                  </a:lnTo>
                  <a:lnTo>
                    <a:pt x="3568375" y="240643"/>
                  </a:lnTo>
                  <a:lnTo>
                    <a:pt x="3563854" y="242122"/>
                  </a:lnTo>
                  <a:lnTo>
                    <a:pt x="3563158" y="242350"/>
                  </a:lnTo>
                  <a:lnTo>
                    <a:pt x="3549420" y="246845"/>
                  </a:lnTo>
                  <a:lnTo>
                    <a:pt x="3542812" y="249010"/>
                  </a:lnTo>
                  <a:lnTo>
                    <a:pt x="3509772" y="259846"/>
                  </a:lnTo>
                  <a:lnTo>
                    <a:pt x="3506642" y="260874"/>
                  </a:lnTo>
                  <a:lnTo>
                    <a:pt x="3500381" y="262931"/>
                  </a:lnTo>
                  <a:lnTo>
                    <a:pt x="3495164" y="264646"/>
                  </a:lnTo>
                  <a:lnTo>
                    <a:pt x="3490817" y="266075"/>
                  </a:lnTo>
                  <a:lnTo>
                    <a:pt x="3480731" y="269393"/>
                  </a:lnTo>
                  <a:lnTo>
                    <a:pt x="3477948" y="270309"/>
                  </a:lnTo>
                  <a:lnTo>
                    <a:pt x="3464558" y="274718"/>
                  </a:lnTo>
                  <a:lnTo>
                    <a:pt x="3464211" y="274833"/>
                  </a:lnTo>
                  <a:lnTo>
                    <a:pt x="3461080" y="275864"/>
                  </a:lnTo>
                  <a:lnTo>
                    <a:pt x="3451168" y="279133"/>
                  </a:lnTo>
                  <a:lnTo>
                    <a:pt x="3433952" y="284815"/>
                  </a:lnTo>
                  <a:lnTo>
                    <a:pt x="3433257" y="285044"/>
                  </a:lnTo>
                  <a:lnTo>
                    <a:pt x="3426823" y="287170"/>
                  </a:lnTo>
                  <a:lnTo>
                    <a:pt x="3417432" y="290274"/>
                  </a:lnTo>
                  <a:lnTo>
                    <a:pt x="3405781" y="294129"/>
                  </a:lnTo>
                  <a:lnTo>
                    <a:pt x="3394478" y="297873"/>
                  </a:lnTo>
                  <a:lnTo>
                    <a:pt x="3389956" y="299371"/>
                  </a:lnTo>
                  <a:lnTo>
                    <a:pt x="3389261" y="299601"/>
                  </a:lnTo>
                  <a:lnTo>
                    <a:pt x="3375523" y="304157"/>
                  </a:lnTo>
                  <a:lnTo>
                    <a:pt x="3368915" y="306351"/>
                  </a:lnTo>
                  <a:lnTo>
                    <a:pt x="3368741" y="306408"/>
                  </a:lnTo>
                  <a:lnTo>
                    <a:pt x="3335874" y="317335"/>
                  </a:lnTo>
                  <a:lnTo>
                    <a:pt x="3332744" y="318377"/>
                  </a:lnTo>
                  <a:lnTo>
                    <a:pt x="3326484" y="320462"/>
                  </a:lnTo>
                  <a:lnTo>
                    <a:pt x="3321267" y="322201"/>
                  </a:lnTo>
                  <a:lnTo>
                    <a:pt x="3316919" y="323650"/>
                  </a:lnTo>
                  <a:lnTo>
                    <a:pt x="3306833" y="327015"/>
                  </a:lnTo>
                  <a:lnTo>
                    <a:pt x="3304051" y="327943"/>
                  </a:lnTo>
                  <a:lnTo>
                    <a:pt x="3290661" y="332415"/>
                  </a:lnTo>
                  <a:lnTo>
                    <a:pt x="3290313" y="332532"/>
                  </a:lnTo>
                  <a:lnTo>
                    <a:pt x="3287183" y="333578"/>
                  </a:lnTo>
                  <a:lnTo>
                    <a:pt x="3277271" y="336893"/>
                  </a:lnTo>
                  <a:lnTo>
                    <a:pt x="3267880" y="340036"/>
                  </a:lnTo>
                  <a:lnTo>
                    <a:pt x="3260055" y="342657"/>
                  </a:lnTo>
                  <a:lnTo>
                    <a:pt x="3259359" y="342890"/>
                  </a:lnTo>
                  <a:lnTo>
                    <a:pt x="3252925" y="345047"/>
                  </a:lnTo>
                  <a:lnTo>
                    <a:pt x="3243535" y="348197"/>
                  </a:lnTo>
                  <a:lnTo>
                    <a:pt x="3231884" y="352108"/>
                  </a:lnTo>
                  <a:lnTo>
                    <a:pt x="3220580" y="355907"/>
                  </a:lnTo>
                  <a:lnTo>
                    <a:pt x="3216059" y="357428"/>
                  </a:lnTo>
                  <a:lnTo>
                    <a:pt x="3215363" y="357662"/>
                  </a:lnTo>
                  <a:lnTo>
                    <a:pt x="3201625" y="362286"/>
                  </a:lnTo>
                  <a:lnTo>
                    <a:pt x="3195017" y="364513"/>
                  </a:lnTo>
                  <a:lnTo>
                    <a:pt x="3194843" y="364571"/>
                  </a:lnTo>
                  <a:lnTo>
                    <a:pt x="3161977" y="375665"/>
                  </a:lnTo>
                  <a:lnTo>
                    <a:pt x="3158847" y="376724"/>
                  </a:lnTo>
                  <a:lnTo>
                    <a:pt x="3152586" y="378841"/>
                  </a:lnTo>
                  <a:lnTo>
                    <a:pt x="3147369" y="380607"/>
                  </a:lnTo>
                  <a:lnTo>
                    <a:pt x="3143022" y="382079"/>
                  </a:lnTo>
                  <a:lnTo>
                    <a:pt x="3132936" y="385496"/>
                  </a:lnTo>
                  <a:lnTo>
                    <a:pt x="3130154" y="386439"/>
                  </a:lnTo>
                  <a:lnTo>
                    <a:pt x="3116763" y="390982"/>
                  </a:lnTo>
                  <a:lnTo>
                    <a:pt x="3116416" y="391101"/>
                  </a:lnTo>
                  <a:lnTo>
                    <a:pt x="3113285" y="392163"/>
                  </a:lnTo>
                  <a:lnTo>
                    <a:pt x="3103373" y="395531"/>
                  </a:lnTo>
                  <a:lnTo>
                    <a:pt x="3093983" y="398725"/>
                  </a:lnTo>
                  <a:lnTo>
                    <a:pt x="3086157" y="401388"/>
                  </a:lnTo>
                  <a:lnTo>
                    <a:pt x="3085462" y="401625"/>
                  </a:lnTo>
                  <a:lnTo>
                    <a:pt x="3079028" y="403817"/>
                  </a:lnTo>
                  <a:lnTo>
                    <a:pt x="3069637" y="407018"/>
                  </a:lnTo>
                  <a:lnTo>
                    <a:pt x="3057986" y="410994"/>
                  </a:lnTo>
                  <a:lnTo>
                    <a:pt x="3046683" y="414855"/>
                  </a:lnTo>
                  <a:lnTo>
                    <a:pt x="3042161" y="416401"/>
                  </a:lnTo>
                  <a:lnTo>
                    <a:pt x="3041466" y="416639"/>
                  </a:lnTo>
                  <a:lnTo>
                    <a:pt x="3027728" y="421341"/>
                  </a:lnTo>
                  <a:lnTo>
                    <a:pt x="3021120" y="423604"/>
                  </a:lnTo>
                  <a:lnTo>
                    <a:pt x="3020946" y="423664"/>
                  </a:lnTo>
                  <a:lnTo>
                    <a:pt x="2988079" y="434945"/>
                  </a:lnTo>
                  <a:lnTo>
                    <a:pt x="2984949" y="436022"/>
                  </a:lnTo>
                  <a:lnTo>
                    <a:pt x="2978689" y="438176"/>
                  </a:lnTo>
                  <a:lnTo>
                    <a:pt x="2973472" y="439972"/>
                  </a:lnTo>
                  <a:lnTo>
                    <a:pt x="2969125" y="441469"/>
                  </a:lnTo>
                  <a:lnTo>
                    <a:pt x="2959038" y="444945"/>
                  </a:lnTo>
                  <a:lnTo>
                    <a:pt x="2956256" y="445905"/>
                  </a:lnTo>
                  <a:lnTo>
                    <a:pt x="2942866" y="450527"/>
                  </a:lnTo>
                  <a:lnTo>
                    <a:pt x="2942518" y="450647"/>
                  </a:lnTo>
                  <a:lnTo>
                    <a:pt x="2939388" y="451728"/>
                  </a:lnTo>
                  <a:lnTo>
                    <a:pt x="2929476" y="455155"/>
                  </a:lnTo>
                  <a:lnTo>
                    <a:pt x="2920085" y="458405"/>
                  </a:lnTo>
                  <a:lnTo>
                    <a:pt x="2912260" y="461115"/>
                  </a:lnTo>
                  <a:lnTo>
                    <a:pt x="2911564" y="461356"/>
                  </a:lnTo>
                  <a:lnTo>
                    <a:pt x="2905130" y="463587"/>
                  </a:lnTo>
                  <a:lnTo>
                    <a:pt x="2895740" y="466845"/>
                  </a:lnTo>
                  <a:lnTo>
                    <a:pt x="2884089" y="470891"/>
                  </a:lnTo>
                  <a:lnTo>
                    <a:pt x="2872785" y="474822"/>
                  </a:lnTo>
                  <a:lnTo>
                    <a:pt x="2868264" y="476396"/>
                  </a:lnTo>
                  <a:lnTo>
                    <a:pt x="2867568" y="476638"/>
                  </a:lnTo>
                  <a:lnTo>
                    <a:pt x="2853831" y="481424"/>
                  </a:lnTo>
                  <a:lnTo>
                    <a:pt x="2847222" y="483729"/>
                  </a:lnTo>
                  <a:lnTo>
                    <a:pt x="2847049" y="483790"/>
                  </a:lnTo>
                  <a:lnTo>
                    <a:pt x="2814182" y="495277"/>
                  </a:lnTo>
                  <a:lnTo>
                    <a:pt x="2811052" y="496373"/>
                  </a:lnTo>
                  <a:lnTo>
                    <a:pt x="2804791" y="498567"/>
                  </a:lnTo>
                  <a:lnTo>
                    <a:pt x="2799575" y="500396"/>
                  </a:lnTo>
                  <a:lnTo>
                    <a:pt x="2795227" y="501921"/>
                  </a:lnTo>
                  <a:lnTo>
                    <a:pt x="2785141" y="505461"/>
                  </a:lnTo>
                  <a:lnTo>
                    <a:pt x="2782359" y="506439"/>
                  </a:lnTo>
                  <a:lnTo>
                    <a:pt x="2768969" y="511147"/>
                  </a:lnTo>
                  <a:lnTo>
                    <a:pt x="2768621" y="511269"/>
                  </a:lnTo>
                  <a:lnTo>
                    <a:pt x="2765491" y="512371"/>
                  </a:lnTo>
                  <a:lnTo>
                    <a:pt x="2755578" y="515861"/>
                  </a:lnTo>
                  <a:lnTo>
                    <a:pt x="2738363" y="521933"/>
                  </a:lnTo>
                  <a:lnTo>
                    <a:pt x="2737667" y="522179"/>
                  </a:lnTo>
                  <a:lnTo>
                    <a:pt x="2731233" y="524451"/>
                  </a:lnTo>
                  <a:lnTo>
                    <a:pt x="2721842" y="527771"/>
                  </a:lnTo>
                  <a:lnTo>
                    <a:pt x="2710191" y="531894"/>
                  </a:lnTo>
                  <a:lnTo>
                    <a:pt x="2698888" y="535900"/>
                  </a:lnTo>
                  <a:lnTo>
                    <a:pt x="2694367" y="537503"/>
                  </a:lnTo>
                  <a:lnTo>
                    <a:pt x="2693671" y="537750"/>
                  </a:lnTo>
                  <a:lnTo>
                    <a:pt x="2679933" y="542627"/>
                  </a:lnTo>
                  <a:lnTo>
                    <a:pt x="2673325" y="544976"/>
                  </a:lnTo>
                  <a:lnTo>
                    <a:pt x="2673151" y="545038"/>
                  </a:lnTo>
                  <a:lnTo>
                    <a:pt x="2640284" y="556746"/>
                  </a:lnTo>
                  <a:lnTo>
                    <a:pt x="2637154" y="557863"/>
                  </a:lnTo>
                  <a:lnTo>
                    <a:pt x="2630894" y="560099"/>
                  </a:lnTo>
                  <a:lnTo>
                    <a:pt x="2625677" y="561963"/>
                  </a:lnTo>
                  <a:lnTo>
                    <a:pt x="2621330" y="563517"/>
                  </a:lnTo>
                  <a:lnTo>
                    <a:pt x="2611244" y="567126"/>
                  </a:lnTo>
                  <a:lnTo>
                    <a:pt x="2608461" y="568123"/>
                  </a:lnTo>
                  <a:lnTo>
                    <a:pt x="2594723" y="573047"/>
                  </a:lnTo>
                  <a:lnTo>
                    <a:pt x="2591593" y="574170"/>
                  </a:lnTo>
                  <a:lnTo>
                    <a:pt x="2581681" y="577728"/>
                  </a:lnTo>
                  <a:lnTo>
                    <a:pt x="2572291" y="581103"/>
                  </a:lnTo>
                  <a:lnTo>
                    <a:pt x="2564465" y="583918"/>
                  </a:lnTo>
                  <a:lnTo>
                    <a:pt x="2563770" y="584169"/>
                  </a:lnTo>
                  <a:lnTo>
                    <a:pt x="2557335" y="586485"/>
                  </a:lnTo>
                  <a:lnTo>
                    <a:pt x="2547945" y="589869"/>
                  </a:lnTo>
                  <a:lnTo>
                    <a:pt x="2536294" y="594073"/>
                  </a:lnTo>
                  <a:lnTo>
                    <a:pt x="2524990" y="598157"/>
                  </a:lnTo>
                  <a:lnTo>
                    <a:pt x="2520469" y="599791"/>
                  </a:lnTo>
                  <a:lnTo>
                    <a:pt x="2519774" y="600043"/>
                  </a:lnTo>
                  <a:lnTo>
                    <a:pt x="2506036" y="605016"/>
                  </a:lnTo>
                  <a:lnTo>
                    <a:pt x="2499428" y="607410"/>
                  </a:lnTo>
                  <a:lnTo>
                    <a:pt x="2499254" y="607474"/>
                  </a:lnTo>
                  <a:lnTo>
                    <a:pt x="2466387" y="619410"/>
                  </a:lnTo>
                  <a:lnTo>
                    <a:pt x="2463257" y="620550"/>
                  </a:lnTo>
                  <a:lnTo>
                    <a:pt x="2456997" y="622829"/>
                  </a:lnTo>
                  <a:lnTo>
                    <a:pt x="2451780" y="624730"/>
                  </a:lnTo>
                  <a:lnTo>
                    <a:pt x="2447432" y="626315"/>
                  </a:lnTo>
                  <a:lnTo>
                    <a:pt x="2437346" y="629994"/>
                  </a:lnTo>
                  <a:lnTo>
                    <a:pt x="2434564" y="631010"/>
                  </a:lnTo>
                  <a:lnTo>
                    <a:pt x="2421174" y="635903"/>
                  </a:lnTo>
                  <a:lnTo>
                    <a:pt x="2420826" y="636030"/>
                  </a:lnTo>
                  <a:lnTo>
                    <a:pt x="2417696" y="637175"/>
                  </a:lnTo>
                  <a:lnTo>
                    <a:pt x="2407784" y="640803"/>
                  </a:lnTo>
                  <a:lnTo>
                    <a:pt x="2398393" y="644244"/>
                  </a:lnTo>
                  <a:lnTo>
                    <a:pt x="2390568" y="647114"/>
                  </a:lnTo>
                  <a:lnTo>
                    <a:pt x="2389872" y="647369"/>
                  </a:lnTo>
                  <a:lnTo>
                    <a:pt x="2383438" y="649731"/>
                  </a:lnTo>
                  <a:lnTo>
                    <a:pt x="2374047" y="653181"/>
                  </a:lnTo>
                  <a:lnTo>
                    <a:pt x="2362396" y="657467"/>
                  </a:lnTo>
                  <a:lnTo>
                    <a:pt x="2351093" y="661630"/>
                  </a:lnTo>
                  <a:lnTo>
                    <a:pt x="2346572" y="663296"/>
                  </a:lnTo>
                  <a:lnTo>
                    <a:pt x="2345876" y="663553"/>
                  </a:lnTo>
                  <a:lnTo>
                    <a:pt x="2332138" y="668622"/>
                  </a:lnTo>
                  <a:lnTo>
                    <a:pt x="2325530" y="671063"/>
                  </a:lnTo>
                  <a:lnTo>
                    <a:pt x="2325356" y="671128"/>
                  </a:lnTo>
                  <a:lnTo>
                    <a:pt x="2292490" y="683295"/>
                  </a:lnTo>
                  <a:lnTo>
                    <a:pt x="2289359" y="684456"/>
                  </a:lnTo>
                  <a:lnTo>
                    <a:pt x="2283099" y="686780"/>
                  </a:lnTo>
                  <a:lnTo>
                    <a:pt x="2277882" y="688717"/>
                  </a:lnTo>
                  <a:lnTo>
                    <a:pt x="2273535" y="690332"/>
                  </a:lnTo>
                  <a:lnTo>
                    <a:pt x="2263449" y="694082"/>
                  </a:lnTo>
                  <a:lnTo>
                    <a:pt x="2260666" y="695118"/>
                  </a:lnTo>
                  <a:lnTo>
                    <a:pt x="2247276" y="700104"/>
                  </a:lnTo>
                  <a:lnTo>
                    <a:pt x="2246928" y="700234"/>
                  </a:lnTo>
                  <a:lnTo>
                    <a:pt x="2243798" y="701400"/>
                  </a:lnTo>
                  <a:lnTo>
                    <a:pt x="2233886" y="705098"/>
                  </a:lnTo>
                  <a:lnTo>
                    <a:pt x="2224496" y="708604"/>
                  </a:lnTo>
                  <a:lnTo>
                    <a:pt x="2216670" y="711529"/>
                  </a:lnTo>
                  <a:lnTo>
                    <a:pt x="2215975" y="711789"/>
                  </a:lnTo>
                  <a:lnTo>
                    <a:pt x="2209540" y="714195"/>
                  </a:lnTo>
                  <a:lnTo>
                    <a:pt x="2200150" y="717710"/>
                  </a:lnTo>
                  <a:lnTo>
                    <a:pt x="2188499" y="722077"/>
                  </a:lnTo>
                  <a:lnTo>
                    <a:pt x="2177196" y="726318"/>
                  </a:lnTo>
                  <a:lnTo>
                    <a:pt x="2172674" y="728016"/>
                  </a:lnTo>
                  <a:lnTo>
                    <a:pt x="2171979" y="728277"/>
                  </a:lnTo>
                  <a:lnTo>
                    <a:pt x="2158241" y="733441"/>
                  </a:lnTo>
                  <a:lnTo>
                    <a:pt x="2151633" y="735927"/>
                  </a:lnTo>
                  <a:lnTo>
                    <a:pt x="2151459" y="735993"/>
                  </a:lnTo>
                  <a:lnTo>
                    <a:pt x="2118592" y="748386"/>
                  </a:lnTo>
                  <a:lnTo>
                    <a:pt x="2115462" y="749568"/>
                  </a:lnTo>
                  <a:lnTo>
                    <a:pt x="2109202" y="751934"/>
                  </a:lnTo>
                  <a:lnTo>
                    <a:pt x="2103985" y="753907"/>
                  </a:lnTo>
                  <a:lnTo>
                    <a:pt x="2099637" y="755551"/>
                  </a:lnTo>
                  <a:lnTo>
                    <a:pt x="2089551" y="759370"/>
                  </a:lnTo>
                  <a:lnTo>
                    <a:pt x="2086769" y="760424"/>
                  </a:lnTo>
                  <a:lnTo>
                    <a:pt x="2073379" y="765501"/>
                  </a:lnTo>
                  <a:lnTo>
                    <a:pt x="2073031" y="765633"/>
                  </a:lnTo>
                  <a:lnTo>
                    <a:pt x="2069901" y="766821"/>
                  </a:lnTo>
                  <a:lnTo>
                    <a:pt x="2059989" y="770585"/>
                  </a:lnTo>
                  <a:lnTo>
                    <a:pt x="2050598" y="774154"/>
                  </a:lnTo>
                  <a:lnTo>
                    <a:pt x="2042773" y="777131"/>
                  </a:lnTo>
                  <a:lnTo>
                    <a:pt x="2042077" y="777395"/>
                  </a:lnTo>
                  <a:lnTo>
                    <a:pt x="2035643" y="779845"/>
                  </a:lnTo>
                  <a:lnTo>
                    <a:pt x="2026253" y="783423"/>
                  </a:lnTo>
                  <a:lnTo>
                    <a:pt x="2014601" y="787866"/>
                  </a:lnTo>
                  <a:lnTo>
                    <a:pt x="2003298" y="792182"/>
                  </a:lnTo>
                  <a:lnTo>
                    <a:pt x="1998777" y="793909"/>
                  </a:lnTo>
                  <a:lnTo>
                    <a:pt x="1998081" y="794175"/>
                  </a:lnTo>
                  <a:lnTo>
                    <a:pt x="1984343" y="799429"/>
                  </a:lnTo>
                  <a:lnTo>
                    <a:pt x="1977735" y="801959"/>
                  </a:lnTo>
                  <a:lnTo>
                    <a:pt x="1977561" y="802025"/>
                  </a:lnTo>
                  <a:lnTo>
                    <a:pt x="1944695" y="814631"/>
                  </a:lnTo>
                  <a:lnTo>
                    <a:pt x="1941564" y="815833"/>
                  </a:lnTo>
                  <a:lnTo>
                    <a:pt x="1935304" y="818240"/>
                  </a:lnTo>
                  <a:lnTo>
                    <a:pt x="1930087" y="820246"/>
                  </a:lnTo>
                  <a:lnTo>
                    <a:pt x="1925740" y="821918"/>
                  </a:lnTo>
                  <a:lnTo>
                    <a:pt x="1915654" y="825801"/>
                  </a:lnTo>
                  <a:lnTo>
                    <a:pt x="1912871" y="826873"/>
                  </a:lnTo>
                  <a:lnTo>
                    <a:pt x="1899481" y="832035"/>
                  </a:lnTo>
                  <a:lnTo>
                    <a:pt x="1899134" y="832169"/>
                  </a:lnTo>
                  <a:lnTo>
                    <a:pt x="1896003" y="833376"/>
                  </a:lnTo>
                  <a:lnTo>
                    <a:pt x="1886091" y="837202"/>
                  </a:lnTo>
                  <a:lnTo>
                    <a:pt x="1876701" y="840830"/>
                  </a:lnTo>
                  <a:lnTo>
                    <a:pt x="1868875" y="843856"/>
                  </a:lnTo>
                  <a:lnTo>
                    <a:pt x="1868180" y="844125"/>
                  </a:lnTo>
                  <a:lnTo>
                    <a:pt x="1861746" y="846614"/>
                  </a:lnTo>
                  <a:lnTo>
                    <a:pt x="1852355" y="850250"/>
                  </a:lnTo>
                  <a:lnTo>
                    <a:pt x="1840704" y="854765"/>
                  </a:lnTo>
                  <a:lnTo>
                    <a:pt x="1829401" y="859150"/>
                  </a:lnTo>
                  <a:lnTo>
                    <a:pt x="1824879" y="860905"/>
                  </a:lnTo>
                  <a:lnTo>
                    <a:pt x="1824184" y="861175"/>
                  </a:lnTo>
                  <a:lnTo>
                    <a:pt x="1810446" y="866513"/>
                  </a:lnTo>
                  <a:lnTo>
                    <a:pt x="1803838" y="869082"/>
                  </a:lnTo>
                  <a:lnTo>
                    <a:pt x="1803664" y="869150"/>
                  </a:lnTo>
                  <a:lnTo>
                    <a:pt x="1770797" y="881952"/>
                  </a:lnTo>
                  <a:lnTo>
                    <a:pt x="1767667" y="883173"/>
                  </a:lnTo>
                  <a:lnTo>
                    <a:pt x="1761407" y="885616"/>
                  </a:lnTo>
                  <a:lnTo>
                    <a:pt x="1756190" y="887652"/>
                  </a:lnTo>
                  <a:lnTo>
                    <a:pt x="1751842" y="889350"/>
                  </a:lnTo>
                  <a:lnTo>
                    <a:pt x="1741756" y="893292"/>
                  </a:lnTo>
                  <a:lnTo>
                    <a:pt x="1738974" y="894380"/>
                  </a:lnTo>
                  <a:lnTo>
                    <a:pt x="1725584" y="899619"/>
                  </a:lnTo>
                  <a:lnTo>
                    <a:pt x="1725236" y="899755"/>
                  </a:lnTo>
                  <a:lnTo>
                    <a:pt x="1712194" y="904864"/>
                  </a:lnTo>
                  <a:lnTo>
                    <a:pt x="1702803" y="908545"/>
                  </a:lnTo>
                  <a:lnTo>
                    <a:pt x="1694978" y="911615"/>
                  </a:lnTo>
                  <a:lnTo>
                    <a:pt x="1694282" y="911888"/>
                  </a:lnTo>
                  <a:lnTo>
                    <a:pt x="1687848" y="914414"/>
                  </a:lnTo>
                  <a:lnTo>
                    <a:pt x="1678458" y="918103"/>
                  </a:lnTo>
                  <a:lnTo>
                    <a:pt x="1666807" y="922683"/>
                  </a:lnTo>
                  <a:lnTo>
                    <a:pt x="1655503" y="927130"/>
                  </a:lnTo>
                  <a:lnTo>
                    <a:pt x="1650982" y="928910"/>
                  </a:lnTo>
                  <a:lnTo>
                    <a:pt x="1650286" y="929184"/>
                  </a:lnTo>
                  <a:lnTo>
                    <a:pt x="1636548" y="934597"/>
                  </a:lnTo>
                  <a:lnTo>
                    <a:pt x="1629940" y="937202"/>
                  </a:lnTo>
                  <a:lnTo>
                    <a:pt x="1629766" y="937271"/>
                  </a:lnTo>
                  <a:lnTo>
                    <a:pt x="1596900" y="950249"/>
                  </a:lnTo>
                  <a:lnTo>
                    <a:pt x="1593770" y="951487"/>
                  </a:lnTo>
                  <a:lnTo>
                    <a:pt x="1587509" y="953963"/>
                  </a:lnTo>
                  <a:lnTo>
                    <a:pt x="1582292" y="956027"/>
                  </a:lnTo>
                  <a:lnTo>
                    <a:pt x="1577945" y="957748"/>
                  </a:lnTo>
                  <a:lnTo>
                    <a:pt x="1567859" y="961742"/>
                  </a:lnTo>
                  <a:lnTo>
                    <a:pt x="1565077" y="962845"/>
                  </a:lnTo>
                  <a:lnTo>
                    <a:pt x="1551686" y="968153"/>
                  </a:lnTo>
                  <a:lnTo>
                    <a:pt x="1551339" y="968291"/>
                  </a:lnTo>
                  <a:lnTo>
                    <a:pt x="1548208" y="969533"/>
                  </a:lnTo>
                  <a:lnTo>
                    <a:pt x="1538296" y="973466"/>
                  </a:lnTo>
                  <a:lnTo>
                    <a:pt x="1528906" y="977196"/>
                  </a:lnTo>
                  <a:lnTo>
                    <a:pt x="1521080" y="980305"/>
                  </a:lnTo>
                  <a:lnTo>
                    <a:pt x="1520385" y="980582"/>
                  </a:lnTo>
                  <a:lnTo>
                    <a:pt x="1513951" y="983140"/>
                  </a:lnTo>
                  <a:lnTo>
                    <a:pt x="1504560" y="986875"/>
                  </a:lnTo>
                  <a:lnTo>
                    <a:pt x="1492909" y="991513"/>
                  </a:lnTo>
                  <a:lnTo>
                    <a:pt x="1481606" y="996016"/>
                  </a:lnTo>
                  <a:lnTo>
                    <a:pt x="1477084" y="997818"/>
                  </a:lnTo>
                  <a:lnTo>
                    <a:pt x="1476389" y="998095"/>
                  </a:lnTo>
                  <a:lnTo>
                    <a:pt x="1462651" y="1003575"/>
                  </a:lnTo>
                  <a:lnTo>
                    <a:pt x="1456043" y="1006212"/>
                  </a:lnTo>
                  <a:lnTo>
                    <a:pt x="1455869" y="1006281"/>
                  </a:lnTo>
                  <a:lnTo>
                    <a:pt x="1423002" y="1019416"/>
                  </a:lnTo>
                  <a:lnTo>
                    <a:pt x="1419872" y="1020668"/>
                  </a:lnTo>
                  <a:lnTo>
                    <a:pt x="1413612" y="1023173"/>
                  </a:lnTo>
                  <a:lnTo>
                    <a:pt x="1408395" y="1025262"/>
                  </a:lnTo>
                  <a:lnTo>
                    <a:pt x="1404047" y="1027003"/>
                  </a:lnTo>
                  <a:lnTo>
                    <a:pt x="1393961" y="1031044"/>
                  </a:lnTo>
                  <a:lnTo>
                    <a:pt x="1391179" y="1032159"/>
                  </a:lnTo>
                  <a:lnTo>
                    <a:pt x="1377789" y="1037528"/>
                  </a:lnTo>
                  <a:lnTo>
                    <a:pt x="1377441" y="1037668"/>
                  </a:lnTo>
                  <a:lnTo>
                    <a:pt x="1374311" y="1038923"/>
                  </a:lnTo>
                  <a:lnTo>
                    <a:pt x="1364399" y="1042902"/>
                  </a:lnTo>
                  <a:lnTo>
                    <a:pt x="1355008" y="1046673"/>
                  </a:lnTo>
                  <a:lnTo>
                    <a:pt x="1347183" y="1049817"/>
                  </a:lnTo>
                  <a:lnTo>
                    <a:pt x="1346487" y="1050097"/>
                  </a:lnTo>
                  <a:lnTo>
                    <a:pt x="1340053" y="1052683"/>
                  </a:lnTo>
                  <a:lnTo>
                    <a:pt x="1330663" y="1056460"/>
                  </a:lnTo>
                  <a:lnTo>
                    <a:pt x="1319012" y="1061148"/>
                  </a:lnTo>
                  <a:lnTo>
                    <a:pt x="1307708" y="1065700"/>
                  </a:lnTo>
                  <a:lnTo>
                    <a:pt x="1303187" y="1067521"/>
                  </a:lnTo>
                  <a:lnTo>
                    <a:pt x="1302491" y="1067802"/>
                  </a:lnTo>
                  <a:lnTo>
                    <a:pt x="1288753" y="1073339"/>
                  </a:lnTo>
                  <a:lnTo>
                    <a:pt x="1282145" y="1076004"/>
                  </a:lnTo>
                  <a:lnTo>
                    <a:pt x="1281971" y="1076074"/>
                  </a:lnTo>
                  <a:lnTo>
                    <a:pt x="1249105" y="1089345"/>
                  </a:lnTo>
                  <a:lnTo>
                    <a:pt x="1245975" y="1090610"/>
                  </a:lnTo>
                  <a:lnTo>
                    <a:pt x="1239714" y="1093140"/>
                  </a:lnTo>
                  <a:lnTo>
                    <a:pt x="1234497" y="1095250"/>
                  </a:lnTo>
                  <a:lnTo>
                    <a:pt x="1230150" y="1097008"/>
                  </a:lnTo>
                  <a:lnTo>
                    <a:pt x="1220064" y="1101090"/>
                  </a:lnTo>
                  <a:lnTo>
                    <a:pt x="1217282" y="1102216"/>
                  </a:lnTo>
                  <a:lnTo>
                    <a:pt x="1203892" y="1107638"/>
                  </a:lnTo>
                  <a:lnTo>
                    <a:pt x="1203544" y="1107779"/>
                  </a:lnTo>
                  <a:lnTo>
                    <a:pt x="1200414" y="1109047"/>
                  </a:lnTo>
                  <a:lnTo>
                    <a:pt x="1190501" y="1113064"/>
                  </a:lnTo>
                  <a:lnTo>
                    <a:pt x="1181111" y="1116872"/>
                  </a:lnTo>
                  <a:lnTo>
                    <a:pt x="1173286" y="1120046"/>
                  </a:lnTo>
                  <a:lnTo>
                    <a:pt x="1172590" y="1120328"/>
                  </a:lnTo>
                  <a:lnTo>
                    <a:pt x="1166156" y="1122939"/>
                  </a:lnTo>
                  <a:lnTo>
                    <a:pt x="1156765" y="1126751"/>
                  </a:lnTo>
                  <a:lnTo>
                    <a:pt x="1145114" y="1131484"/>
                  </a:lnTo>
                  <a:lnTo>
                    <a:pt x="1133811" y="1136078"/>
                  </a:lnTo>
                  <a:lnTo>
                    <a:pt x="1129290" y="1137916"/>
                  </a:lnTo>
                  <a:lnTo>
                    <a:pt x="1128594" y="1138199"/>
                  </a:lnTo>
                  <a:lnTo>
                    <a:pt x="1114856" y="1143787"/>
                  </a:lnTo>
                  <a:lnTo>
                    <a:pt x="1108248" y="1146476"/>
                  </a:lnTo>
                  <a:lnTo>
                    <a:pt x="1108074" y="1146547"/>
                  </a:lnTo>
                  <a:lnTo>
                    <a:pt x="1075207" y="1159934"/>
                  </a:lnTo>
                  <a:lnTo>
                    <a:pt x="1072077" y="1161210"/>
                  </a:lnTo>
                  <a:lnTo>
                    <a:pt x="1065817" y="1163763"/>
                  </a:lnTo>
                  <a:lnTo>
                    <a:pt x="1060600" y="1165891"/>
                  </a:lnTo>
                  <a:lnTo>
                    <a:pt x="1056253" y="1167664"/>
                  </a:lnTo>
                  <a:lnTo>
                    <a:pt x="1046167" y="1171781"/>
                  </a:lnTo>
                  <a:lnTo>
                    <a:pt x="1043384" y="1172916"/>
                  </a:lnTo>
                  <a:lnTo>
                    <a:pt x="1029994" y="1178384"/>
                  </a:lnTo>
                  <a:lnTo>
                    <a:pt x="1029646" y="1178526"/>
                  </a:lnTo>
                  <a:lnTo>
                    <a:pt x="1026516" y="1179805"/>
                  </a:lnTo>
                  <a:lnTo>
                    <a:pt x="1016604" y="1183855"/>
                  </a:lnTo>
                  <a:lnTo>
                    <a:pt x="1007214" y="1187694"/>
                  </a:lnTo>
                  <a:lnTo>
                    <a:pt x="999388" y="1190895"/>
                  </a:lnTo>
                  <a:lnTo>
                    <a:pt x="998693" y="1191179"/>
                  </a:lnTo>
                  <a:lnTo>
                    <a:pt x="992258" y="1193811"/>
                  </a:lnTo>
                  <a:lnTo>
                    <a:pt x="982868" y="1197654"/>
                  </a:lnTo>
                  <a:lnTo>
                    <a:pt x="971217" y="1202424"/>
                  </a:lnTo>
                  <a:lnTo>
                    <a:pt x="959913" y="1207054"/>
                  </a:lnTo>
                  <a:lnTo>
                    <a:pt x="955392" y="1208907"/>
                  </a:lnTo>
                  <a:lnTo>
                    <a:pt x="954696" y="1209192"/>
                  </a:lnTo>
                  <a:lnTo>
                    <a:pt x="940959" y="1214823"/>
                  </a:lnTo>
                  <a:lnTo>
                    <a:pt x="934350" y="1217533"/>
                  </a:lnTo>
                  <a:lnTo>
                    <a:pt x="934177" y="1217604"/>
                  </a:lnTo>
                  <a:lnTo>
                    <a:pt x="901310" y="1231093"/>
                  </a:lnTo>
                  <a:lnTo>
                    <a:pt x="898180" y="1232378"/>
                  </a:lnTo>
                  <a:lnTo>
                    <a:pt x="891920" y="1234950"/>
                  </a:lnTo>
                  <a:lnTo>
                    <a:pt x="886703" y="1237094"/>
                  </a:lnTo>
                  <a:lnTo>
                    <a:pt x="882355" y="1238880"/>
                  </a:lnTo>
                  <a:lnTo>
                    <a:pt x="872269" y="1243026"/>
                  </a:lnTo>
                  <a:lnTo>
                    <a:pt x="869487" y="1244170"/>
                  </a:lnTo>
                  <a:lnTo>
                    <a:pt x="856097" y="1249677"/>
                  </a:lnTo>
                  <a:lnTo>
                    <a:pt x="855749" y="1249820"/>
                  </a:lnTo>
                  <a:lnTo>
                    <a:pt x="852619" y="1251108"/>
                  </a:lnTo>
                  <a:lnTo>
                    <a:pt x="842707" y="1255187"/>
                  </a:lnTo>
                  <a:lnTo>
                    <a:pt x="833316" y="1259053"/>
                  </a:lnTo>
                  <a:lnTo>
                    <a:pt x="824795" y="1262562"/>
                  </a:lnTo>
                  <a:lnTo>
                    <a:pt x="818361" y="1265212"/>
                  </a:lnTo>
                  <a:lnTo>
                    <a:pt x="797319" y="1273884"/>
                  </a:lnTo>
                  <a:lnTo>
                    <a:pt x="786016" y="1278545"/>
                  </a:lnTo>
                  <a:lnTo>
                    <a:pt x="781495" y="1280410"/>
                  </a:lnTo>
                  <a:lnTo>
                    <a:pt x="780799" y="1280696"/>
                  </a:lnTo>
                  <a:lnTo>
                    <a:pt x="767061" y="1286365"/>
                  </a:lnTo>
                  <a:lnTo>
                    <a:pt x="760453" y="1289092"/>
                  </a:lnTo>
                  <a:lnTo>
                    <a:pt x="760279" y="1289164"/>
                  </a:lnTo>
                  <a:lnTo>
                    <a:pt x="727413" y="1302739"/>
                  </a:lnTo>
                  <a:lnTo>
                    <a:pt x="724282" y="1304033"/>
                  </a:lnTo>
                  <a:lnTo>
                    <a:pt x="718022" y="1306621"/>
                  </a:lnTo>
                  <a:lnTo>
                    <a:pt x="712805" y="1308778"/>
                  </a:lnTo>
                  <a:lnTo>
                    <a:pt x="708458" y="1310575"/>
                  </a:lnTo>
                  <a:lnTo>
                    <a:pt x="698372" y="1314747"/>
                  </a:lnTo>
                  <a:lnTo>
                    <a:pt x="695589" y="1315898"/>
                  </a:lnTo>
                  <a:lnTo>
                    <a:pt x="682199" y="1321438"/>
                  </a:lnTo>
                  <a:lnTo>
                    <a:pt x="681851" y="1321582"/>
                  </a:lnTo>
                  <a:lnTo>
                    <a:pt x="678721" y="1322878"/>
                  </a:lnTo>
                  <a:lnTo>
                    <a:pt x="668809" y="1326981"/>
                  </a:lnTo>
                  <a:lnTo>
                    <a:pt x="659419" y="1330870"/>
                  </a:lnTo>
                  <a:lnTo>
                    <a:pt x="651593" y="1334112"/>
                  </a:lnTo>
                  <a:lnTo>
                    <a:pt x="650898" y="1334400"/>
                  </a:lnTo>
                  <a:lnTo>
                    <a:pt x="644463" y="1337066"/>
                  </a:lnTo>
                  <a:lnTo>
                    <a:pt x="635073" y="1340957"/>
                  </a:lnTo>
                  <a:lnTo>
                    <a:pt x="623422" y="1345787"/>
                  </a:lnTo>
                  <a:lnTo>
                    <a:pt x="612119" y="1350475"/>
                  </a:lnTo>
                  <a:lnTo>
                    <a:pt x="607597" y="1352351"/>
                  </a:lnTo>
                  <a:lnTo>
                    <a:pt x="606902" y="1352639"/>
                  </a:lnTo>
                  <a:lnTo>
                    <a:pt x="593164" y="1358339"/>
                  </a:lnTo>
                  <a:lnTo>
                    <a:pt x="586556" y="1361082"/>
                  </a:lnTo>
                  <a:lnTo>
                    <a:pt x="586382" y="1361154"/>
                  </a:lnTo>
                  <a:lnTo>
                    <a:pt x="553515" y="1374803"/>
                  </a:lnTo>
                  <a:lnTo>
                    <a:pt x="550385" y="1376104"/>
                  </a:lnTo>
                  <a:lnTo>
                    <a:pt x="544125" y="1378705"/>
                  </a:lnTo>
                  <a:lnTo>
                    <a:pt x="538908" y="1380874"/>
                  </a:lnTo>
                  <a:lnTo>
                    <a:pt x="534560" y="1382681"/>
                  </a:lnTo>
                  <a:lnTo>
                    <a:pt x="524474" y="1386874"/>
                  </a:lnTo>
                  <a:lnTo>
                    <a:pt x="521692" y="1388031"/>
                  </a:lnTo>
                  <a:lnTo>
                    <a:pt x="508302" y="1393601"/>
                  </a:lnTo>
                  <a:lnTo>
                    <a:pt x="507954" y="1393745"/>
                  </a:lnTo>
                  <a:lnTo>
                    <a:pt x="504824" y="1395048"/>
                  </a:lnTo>
                  <a:lnTo>
                    <a:pt x="494912" y="1399172"/>
                  </a:lnTo>
                  <a:lnTo>
                    <a:pt x="485521" y="1403081"/>
                  </a:lnTo>
                  <a:lnTo>
                    <a:pt x="477696" y="1406338"/>
                  </a:lnTo>
                  <a:lnTo>
                    <a:pt x="477000" y="1406628"/>
                  </a:lnTo>
                  <a:lnTo>
                    <a:pt x="470566" y="1409307"/>
                  </a:lnTo>
                  <a:lnTo>
                    <a:pt x="461176" y="1413218"/>
                  </a:lnTo>
                  <a:lnTo>
                    <a:pt x="449524" y="1418072"/>
                  </a:lnTo>
                  <a:lnTo>
                    <a:pt x="438221" y="1422782"/>
                  </a:lnTo>
                  <a:lnTo>
                    <a:pt x="433700" y="1424667"/>
                  </a:lnTo>
                  <a:lnTo>
                    <a:pt x="433004" y="1424957"/>
                  </a:lnTo>
                  <a:lnTo>
                    <a:pt x="419266" y="1430684"/>
                  </a:lnTo>
                  <a:lnTo>
                    <a:pt x="412658" y="1433440"/>
                  </a:lnTo>
                  <a:lnTo>
                    <a:pt x="412484" y="1433512"/>
                  </a:lnTo>
                  <a:lnTo>
                    <a:pt x="379618" y="1447225"/>
                  </a:lnTo>
                  <a:lnTo>
                    <a:pt x="376487" y="1448531"/>
                  </a:lnTo>
                  <a:lnTo>
                    <a:pt x="370227" y="1451145"/>
                  </a:lnTo>
                  <a:lnTo>
                    <a:pt x="365010" y="1453323"/>
                  </a:lnTo>
                  <a:lnTo>
                    <a:pt x="360663" y="1455138"/>
                  </a:lnTo>
                  <a:lnTo>
                    <a:pt x="350577" y="1459350"/>
                  </a:lnTo>
                  <a:lnTo>
                    <a:pt x="347794" y="1460513"/>
                  </a:lnTo>
                  <a:lnTo>
                    <a:pt x="334404" y="1466107"/>
                  </a:lnTo>
                  <a:lnTo>
                    <a:pt x="334056" y="1466252"/>
                  </a:lnTo>
                  <a:lnTo>
                    <a:pt x="330926" y="1467560"/>
                  </a:lnTo>
                  <a:lnTo>
                    <a:pt x="311624" y="1475628"/>
                  </a:lnTo>
                  <a:lnTo>
                    <a:pt x="303798" y="1478899"/>
                  </a:lnTo>
                  <a:lnTo>
                    <a:pt x="287278" y="1485808"/>
                  </a:lnTo>
                  <a:lnTo>
                    <a:pt x="275627" y="1490682"/>
                  </a:lnTo>
                  <a:lnTo>
                    <a:pt x="264324" y="1495412"/>
                  </a:lnTo>
                  <a:lnTo>
                    <a:pt x="259107" y="1497596"/>
                  </a:lnTo>
                  <a:lnTo>
                    <a:pt x="245369" y="1503346"/>
                  </a:lnTo>
                  <a:lnTo>
                    <a:pt x="205720" y="1519953"/>
                  </a:lnTo>
                  <a:lnTo>
                    <a:pt x="196330" y="1523888"/>
                  </a:lnTo>
                  <a:lnTo>
                    <a:pt x="191113" y="1526075"/>
                  </a:lnTo>
                  <a:lnTo>
                    <a:pt x="173897" y="1533292"/>
                  </a:lnTo>
                  <a:lnTo>
                    <a:pt x="129901" y="1551747"/>
                  </a:lnTo>
                  <a:lnTo>
                    <a:pt x="113381" y="1558681"/>
                  </a:lnTo>
                  <a:lnTo>
                    <a:pt x="85209" y="1570511"/>
                  </a:lnTo>
                  <a:lnTo>
                    <a:pt x="64863" y="1579058"/>
                  </a:lnTo>
                  <a:lnTo>
                    <a:pt x="28693" y="1594261"/>
                  </a:lnTo>
                  <a:lnTo>
                    <a:pt x="0" y="160632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" name="pg15"/>
            <p:cNvSpPr/>
            <p:nvPr/>
          </p:nvSpPr>
          <p:spPr>
            <a:xfrm>
              <a:off x="3377239" y="2714416"/>
              <a:ext cx="4320655" cy="1865180"/>
            </a:xfrm>
            <a:custGeom>
              <a:avLst/>
              <a:pathLst>
                <a:path w="4320655" h="1865180">
                  <a:moveTo>
                    <a:pt x="0" y="1467887"/>
                  </a:moveTo>
                  <a:lnTo>
                    <a:pt x="28693" y="1459389"/>
                  </a:lnTo>
                  <a:lnTo>
                    <a:pt x="64863" y="1448667"/>
                  </a:lnTo>
                  <a:lnTo>
                    <a:pt x="85209" y="1442631"/>
                  </a:lnTo>
                  <a:lnTo>
                    <a:pt x="113381" y="1434268"/>
                  </a:lnTo>
                  <a:lnTo>
                    <a:pt x="129901" y="1429361"/>
                  </a:lnTo>
                  <a:lnTo>
                    <a:pt x="173897" y="1416281"/>
                  </a:lnTo>
                  <a:lnTo>
                    <a:pt x="191113" y="1411158"/>
                  </a:lnTo>
                  <a:lnTo>
                    <a:pt x="196330" y="1409605"/>
                  </a:lnTo>
                  <a:lnTo>
                    <a:pt x="205720" y="1406809"/>
                  </a:lnTo>
                  <a:lnTo>
                    <a:pt x="245369" y="1394996"/>
                  </a:lnTo>
                  <a:lnTo>
                    <a:pt x="259107" y="1390900"/>
                  </a:lnTo>
                  <a:lnTo>
                    <a:pt x="264324" y="1389343"/>
                  </a:lnTo>
                  <a:lnTo>
                    <a:pt x="275627" y="1385971"/>
                  </a:lnTo>
                  <a:lnTo>
                    <a:pt x="287278" y="1382494"/>
                  </a:lnTo>
                  <a:lnTo>
                    <a:pt x="303798" y="1377560"/>
                  </a:lnTo>
                  <a:lnTo>
                    <a:pt x="311624" y="1375223"/>
                  </a:lnTo>
                  <a:lnTo>
                    <a:pt x="330926" y="1369454"/>
                  </a:lnTo>
                  <a:lnTo>
                    <a:pt x="334056" y="1368518"/>
                  </a:lnTo>
                  <a:lnTo>
                    <a:pt x="334404" y="1368414"/>
                  </a:lnTo>
                  <a:lnTo>
                    <a:pt x="347794" y="1364410"/>
                  </a:lnTo>
                  <a:lnTo>
                    <a:pt x="350577" y="1363578"/>
                  </a:lnTo>
                  <a:lnTo>
                    <a:pt x="360663" y="1360560"/>
                  </a:lnTo>
                  <a:lnTo>
                    <a:pt x="365010" y="1359259"/>
                  </a:lnTo>
                  <a:lnTo>
                    <a:pt x="370227" y="1357698"/>
                  </a:lnTo>
                  <a:lnTo>
                    <a:pt x="376487" y="1355823"/>
                  </a:lnTo>
                  <a:lnTo>
                    <a:pt x="379618" y="1354886"/>
                  </a:lnTo>
                  <a:lnTo>
                    <a:pt x="412484" y="1345039"/>
                  </a:lnTo>
                  <a:lnTo>
                    <a:pt x="412658" y="1344987"/>
                  </a:lnTo>
                  <a:lnTo>
                    <a:pt x="419266" y="1343006"/>
                  </a:lnTo>
                  <a:lnTo>
                    <a:pt x="433004" y="1338885"/>
                  </a:lnTo>
                  <a:lnTo>
                    <a:pt x="433700" y="1338677"/>
                  </a:lnTo>
                  <a:lnTo>
                    <a:pt x="438221" y="1337320"/>
                  </a:lnTo>
                  <a:lnTo>
                    <a:pt x="449524" y="1333928"/>
                  </a:lnTo>
                  <a:lnTo>
                    <a:pt x="461176" y="1330430"/>
                  </a:lnTo>
                  <a:lnTo>
                    <a:pt x="470566" y="1327609"/>
                  </a:lnTo>
                  <a:lnTo>
                    <a:pt x="477000" y="1325676"/>
                  </a:lnTo>
                  <a:lnTo>
                    <a:pt x="477696" y="1325467"/>
                  </a:lnTo>
                  <a:lnTo>
                    <a:pt x="485521" y="1323115"/>
                  </a:lnTo>
                  <a:lnTo>
                    <a:pt x="494912" y="1320292"/>
                  </a:lnTo>
                  <a:lnTo>
                    <a:pt x="504824" y="1317311"/>
                  </a:lnTo>
                  <a:lnTo>
                    <a:pt x="507954" y="1316370"/>
                  </a:lnTo>
                  <a:lnTo>
                    <a:pt x="508302" y="1316265"/>
                  </a:lnTo>
                  <a:lnTo>
                    <a:pt x="521692" y="1312236"/>
                  </a:lnTo>
                  <a:lnTo>
                    <a:pt x="524474" y="1311399"/>
                  </a:lnTo>
                  <a:lnTo>
                    <a:pt x="534560" y="1308362"/>
                  </a:lnTo>
                  <a:lnTo>
                    <a:pt x="538908" y="1307053"/>
                  </a:lnTo>
                  <a:lnTo>
                    <a:pt x="544125" y="1305481"/>
                  </a:lnTo>
                  <a:lnTo>
                    <a:pt x="550385" y="1303595"/>
                  </a:lnTo>
                  <a:lnTo>
                    <a:pt x="553515" y="1302652"/>
                  </a:lnTo>
                  <a:lnTo>
                    <a:pt x="586382" y="1292741"/>
                  </a:lnTo>
                  <a:lnTo>
                    <a:pt x="586556" y="1292689"/>
                  </a:lnTo>
                  <a:lnTo>
                    <a:pt x="593164" y="1290694"/>
                  </a:lnTo>
                  <a:lnTo>
                    <a:pt x="606902" y="1286547"/>
                  </a:lnTo>
                  <a:lnTo>
                    <a:pt x="607597" y="1286337"/>
                  </a:lnTo>
                  <a:lnTo>
                    <a:pt x="612119" y="1284971"/>
                  </a:lnTo>
                  <a:lnTo>
                    <a:pt x="623422" y="1281556"/>
                  </a:lnTo>
                  <a:lnTo>
                    <a:pt x="635073" y="1278034"/>
                  </a:lnTo>
                  <a:lnTo>
                    <a:pt x="644463" y="1275195"/>
                  </a:lnTo>
                  <a:lnTo>
                    <a:pt x="650898" y="1273248"/>
                  </a:lnTo>
                  <a:lnTo>
                    <a:pt x="651593" y="1273038"/>
                  </a:lnTo>
                  <a:lnTo>
                    <a:pt x="659419" y="1270670"/>
                  </a:lnTo>
                  <a:lnTo>
                    <a:pt x="668809" y="1267827"/>
                  </a:lnTo>
                  <a:lnTo>
                    <a:pt x="678721" y="1264826"/>
                  </a:lnTo>
                  <a:lnTo>
                    <a:pt x="681851" y="1263877"/>
                  </a:lnTo>
                  <a:lnTo>
                    <a:pt x="682199" y="1263772"/>
                  </a:lnTo>
                  <a:lnTo>
                    <a:pt x="695589" y="1259714"/>
                  </a:lnTo>
                  <a:lnTo>
                    <a:pt x="698372" y="1258871"/>
                  </a:lnTo>
                  <a:lnTo>
                    <a:pt x="708458" y="1255813"/>
                  </a:lnTo>
                  <a:lnTo>
                    <a:pt x="712805" y="1254494"/>
                  </a:lnTo>
                  <a:lnTo>
                    <a:pt x="718022" y="1252911"/>
                  </a:lnTo>
                  <a:lnTo>
                    <a:pt x="724282" y="1251011"/>
                  </a:lnTo>
                  <a:lnTo>
                    <a:pt x="727413" y="1250061"/>
                  </a:lnTo>
                  <a:lnTo>
                    <a:pt x="760279" y="1240078"/>
                  </a:lnTo>
                  <a:lnTo>
                    <a:pt x="760453" y="1240025"/>
                  </a:lnTo>
                  <a:lnTo>
                    <a:pt x="767061" y="1238016"/>
                  </a:lnTo>
                  <a:lnTo>
                    <a:pt x="780799" y="1233837"/>
                  </a:lnTo>
                  <a:lnTo>
                    <a:pt x="781495" y="1233625"/>
                  </a:lnTo>
                  <a:lnTo>
                    <a:pt x="786016" y="1232249"/>
                  </a:lnTo>
                  <a:lnTo>
                    <a:pt x="797319" y="1228808"/>
                  </a:lnTo>
                  <a:lnTo>
                    <a:pt x="818361" y="1222397"/>
                  </a:lnTo>
                  <a:lnTo>
                    <a:pt x="824795" y="1220436"/>
                  </a:lnTo>
                  <a:lnTo>
                    <a:pt x="833316" y="1217837"/>
                  </a:lnTo>
                  <a:lnTo>
                    <a:pt x="842707" y="1214972"/>
                  </a:lnTo>
                  <a:lnTo>
                    <a:pt x="852619" y="1211947"/>
                  </a:lnTo>
                  <a:lnTo>
                    <a:pt x="855749" y="1210991"/>
                  </a:lnTo>
                  <a:lnTo>
                    <a:pt x="856097" y="1210885"/>
                  </a:lnTo>
                  <a:lnTo>
                    <a:pt x="869487" y="1206794"/>
                  </a:lnTo>
                  <a:lnTo>
                    <a:pt x="872269" y="1205944"/>
                  </a:lnTo>
                  <a:lnTo>
                    <a:pt x="882355" y="1202861"/>
                  </a:lnTo>
                  <a:lnTo>
                    <a:pt x="886703" y="1201531"/>
                  </a:lnTo>
                  <a:lnTo>
                    <a:pt x="891920" y="1199936"/>
                  </a:lnTo>
                  <a:lnTo>
                    <a:pt x="898180" y="1198020"/>
                  </a:lnTo>
                  <a:lnTo>
                    <a:pt x="901310" y="1197062"/>
                  </a:lnTo>
                  <a:lnTo>
                    <a:pt x="934177" y="1186995"/>
                  </a:lnTo>
                  <a:lnTo>
                    <a:pt x="934350" y="1186942"/>
                  </a:lnTo>
                  <a:lnTo>
                    <a:pt x="940959" y="1184915"/>
                  </a:lnTo>
                  <a:lnTo>
                    <a:pt x="954696" y="1180701"/>
                  </a:lnTo>
                  <a:lnTo>
                    <a:pt x="955392" y="1180487"/>
                  </a:lnTo>
                  <a:lnTo>
                    <a:pt x="959913" y="1179100"/>
                  </a:lnTo>
                  <a:lnTo>
                    <a:pt x="971217" y="1175629"/>
                  </a:lnTo>
                  <a:lnTo>
                    <a:pt x="982868" y="1172049"/>
                  </a:lnTo>
                  <a:lnTo>
                    <a:pt x="992258" y="1169162"/>
                  </a:lnTo>
                  <a:lnTo>
                    <a:pt x="998693" y="1167183"/>
                  </a:lnTo>
                  <a:lnTo>
                    <a:pt x="999388" y="1166969"/>
                  </a:lnTo>
                  <a:lnTo>
                    <a:pt x="1007214" y="1164561"/>
                  </a:lnTo>
                  <a:lnTo>
                    <a:pt x="1016604" y="1161670"/>
                  </a:lnTo>
                  <a:lnTo>
                    <a:pt x="1026516" y="1158617"/>
                  </a:lnTo>
                  <a:lnTo>
                    <a:pt x="1029646" y="1157653"/>
                  </a:lnTo>
                  <a:lnTo>
                    <a:pt x="1029994" y="1157546"/>
                  </a:lnTo>
                  <a:lnTo>
                    <a:pt x="1043384" y="1153418"/>
                  </a:lnTo>
                  <a:lnTo>
                    <a:pt x="1046167" y="1152560"/>
                  </a:lnTo>
                  <a:lnTo>
                    <a:pt x="1056253" y="1149448"/>
                  </a:lnTo>
                  <a:lnTo>
                    <a:pt x="1060600" y="1148107"/>
                  </a:lnTo>
                  <a:lnTo>
                    <a:pt x="1065817" y="1146496"/>
                  </a:lnTo>
                  <a:lnTo>
                    <a:pt x="1072077" y="1144563"/>
                  </a:lnTo>
                  <a:lnTo>
                    <a:pt x="1075207" y="1143596"/>
                  </a:lnTo>
                  <a:lnTo>
                    <a:pt x="1108074" y="1133433"/>
                  </a:lnTo>
                  <a:lnTo>
                    <a:pt x="1108248" y="1133379"/>
                  </a:lnTo>
                  <a:lnTo>
                    <a:pt x="1114856" y="1131333"/>
                  </a:lnTo>
                  <a:lnTo>
                    <a:pt x="1128594" y="1127078"/>
                  </a:lnTo>
                  <a:lnTo>
                    <a:pt x="1129290" y="1126862"/>
                  </a:lnTo>
                  <a:lnTo>
                    <a:pt x="1133811" y="1125461"/>
                  </a:lnTo>
                  <a:lnTo>
                    <a:pt x="1145114" y="1121956"/>
                  </a:lnTo>
                  <a:lnTo>
                    <a:pt x="1156765" y="1118341"/>
                  </a:lnTo>
                  <a:lnTo>
                    <a:pt x="1166156" y="1115425"/>
                  </a:lnTo>
                  <a:lnTo>
                    <a:pt x="1172590" y="1113426"/>
                  </a:lnTo>
                  <a:lnTo>
                    <a:pt x="1173286" y="1113210"/>
                  </a:lnTo>
                  <a:lnTo>
                    <a:pt x="1181111" y="1110778"/>
                  </a:lnTo>
                  <a:lnTo>
                    <a:pt x="1190501" y="1107858"/>
                  </a:lnTo>
                  <a:lnTo>
                    <a:pt x="1200414" y="1104774"/>
                  </a:lnTo>
                  <a:lnTo>
                    <a:pt x="1203544" y="1103799"/>
                  </a:lnTo>
                  <a:lnTo>
                    <a:pt x="1203892" y="1103691"/>
                  </a:lnTo>
                  <a:lnTo>
                    <a:pt x="1217282" y="1099521"/>
                  </a:lnTo>
                  <a:lnTo>
                    <a:pt x="1220064" y="1098654"/>
                  </a:lnTo>
                  <a:lnTo>
                    <a:pt x="1230150" y="1095510"/>
                  </a:lnTo>
                  <a:lnTo>
                    <a:pt x="1234497" y="1094154"/>
                  </a:lnTo>
                  <a:lnTo>
                    <a:pt x="1239714" y="1092527"/>
                  </a:lnTo>
                  <a:lnTo>
                    <a:pt x="1245975" y="1090573"/>
                  </a:lnTo>
                  <a:lnTo>
                    <a:pt x="1249105" y="1089596"/>
                  </a:lnTo>
                  <a:lnTo>
                    <a:pt x="1281971" y="1079324"/>
                  </a:lnTo>
                  <a:lnTo>
                    <a:pt x="1282145" y="1079270"/>
                  </a:lnTo>
                  <a:lnTo>
                    <a:pt x="1288753" y="1077202"/>
                  </a:lnTo>
                  <a:lnTo>
                    <a:pt x="1302491" y="1072900"/>
                  </a:lnTo>
                  <a:lnTo>
                    <a:pt x="1303187" y="1072682"/>
                  </a:lnTo>
                  <a:lnTo>
                    <a:pt x="1307708" y="1071265"/>
                  </a:lnTo>
                  <a:lnTo>
                    <a:pt x="1319012" y="1067721"/>
                  </a:lnTo>
                  <a:lnTo>
                    <a:pt x="1330663" y="1064066"/>
                  </a:lnTo>
                  <a:lnTo>
                    <a:pt x="1340053" y="1061117"/>
                  </a:lnTo>
                  <a:lnTo>
                    <a:pt x="1346487" y="1059096"/>
                  </a:lnTo>
                  <a:lnTo>
                    <a:pt x="1347183" y="1058877"/>
                  </a:lnTo>
                  <a:lnTo>
                    <a:pt x="1355008" y="1056418"/>
                  </a:lnTo>
                  <a:lnTo>
                    <a:pt x="1364399" y="1053465"/>
                  </a:lnTo>
                  <a:lnTo>
                    <a:pt x="1374311" y="1050345"/>
                  </a:lnTo>
                  <a:lnTo>
                    <a:pt x="1377441" y="1049360"/>
                  </a:lnTo>
                  <a:lnTo>
                    <a:pt x="1377789" y="1049250"/>
                  </a:lnTo>
                  <a:lnTo>
                    <a:pt x="1391179" y="1045032"/>
                  </a:lnTo>
                  <a:lnTo>
                    <a:pt x="1393961" y="1044155"/>
                  </a:lnTo>
                  <a:lnTo>
                    <a:pt x="1404047" y="1040974"/>
                  </a:lnTo>
                  <a:lnTo>
                    <a:pt x="1408395" y="1039602"/>
                  </a:lnTo>
                  <a:lnTo>
                    <a:pt x="1413612" y="1037955"/>
                  </a:lnTo>
                  <a:lnTo>
                    <a:pt x="1419872" y="1035979"/>
                  </a:lnTo>
                  <a:lnTo>
                    <a:pt x="1423002" y="1034990"/>
                  </a:lnTo>
                  <a:lnTo>
                    <a:pt x="1455869" y="1024595"/>
                  </a:lnTo>
                  <a:lnTo>
                    <a:pt x="1456043" y="1024540"/>
                  </a:lnTo>
                  <a:lnTo>
                    <a:pt x="1462651" y="1022447"/>
                  </a:lnTo>
                  <a:lnTo>
                    <a:pt x="1476389" y="1018093"/>
                  </a:lnTo>
                  <a:lnTo>
                    <a:pt x="1477084" y="1017872"/>
                  </a:lnTo>
                  <a:lnTo>
                    <a:pt x="1481606" y="1016438"/>
                  </a:lnTo>
                  <a:lnTo>
                    <a:pt x="1492909" y="1012850"/>
                  </a:lnTo>
                  <a:lnTo>
                    <a:pt x="1504560" y="1009149"/>
                  </a:lnTo>
                  <a:lnTo>
                    <a:pt x="1513951" y="1006164"/>
                  </a:lnTo>
                  <a:lnTo>
                    <a:pt x="1520385" y="1004118"/>
                  </a:lnTo>
                  <a:lnTo>
                    <a:pt x="1521080" y="1003896"/>
                  </a:lnTo>
                  <a:lnTo>
                    <a:pt x="1528906" y="1001406"/>
                  </a:lnTo>
                  <a:lnTo>
                    <a:pt x="1538296" y="998415"/>
                  </a:lnTo>
                  <a:lnTo>
                    <a:pt x="1548208" y="995256"/>
                  </a:lnTo>
                  <a:lnTo>
                    <a:pt x="1551339" y="994257"/>
                  </a:lnTo>
                  <a:lnTo>
                    <a:pt x="1551686" y="994147"/>
                  </a:lnTo>
                  <a:lnTo>
                    <a:pt x="1565077" y="989874"/>
                  </a:lnTo>
                  <a:lnTo>
                    <a:pt x="1567859" y="988985"/>
                  </a:lnTo>
                  <a:lnTo>
                    <a:pt x="1577945" y="985763"/>
                  </a:lnTo>
                  <a:lnTo>
                    <a:pt x="1582292" y="984374"/>
                  </a:lnTo>
                  <a:lnTo>
                    <a:pt x="1587509" y="982706"/>
                  </a:lnTo>
                  <a:lnTo>
                    <a:pt x="1593770" y="980703"/>
                  </a:lnTo>
                  <a:lnTo>
                    <a:pt x="1596900" y="979701"/>
                  </a:lnTo>
                  <a:lnTo>
                    <a:pt x="1629766" y="969169"/>
                  </a:lnTo>
                  <a:lnTo>
                    <a:pt x="1629940" y="969113"/>
                  </a:lnTo>
                  <a:lnTo>
                    <a:pt x="1636548" y="966992"/>
                  </a:lnTo>
                  <a:lnTo>
                    <a:pt x="1650286" y="962579"/>
                  </a:lnTo>
                  <a:lnTo>
                    <a:pt x="1650982" y="962355"/>
                  </a:lnTo>
                  <a:lnTo>
                    <a:pt x="1655503" y="960902"/>
                  </a:lnTo>
                  <a:lnTo>
                    <a:pt x="1666807" y="957265"/>
                  </a:lnTo>
                  <a:lnTo>
                    <a:pt x="1678458" y="953514"/>
                  </a:lnTo>
                  <a:lnTo>
                    <a:pt x="1687848" y="950487"/>
                  </a:lnTo>
                  <a:lnTo>
                    <a:pt x="1694282" y="948412"/>
                  </a:lnTo>
                  <a:lnTo>
                    <a:pt x="1694978" y="948188"/>
                  </a:lnTo>
                  <a:lnTo>
                    <a:pt x="1702803" y="945663"/>
                  </a:lnTo>
                  <a:lnTo>
                    <a:pt x="1712194" y="942630"/>
                  </a:lnTo>
                  <a:lnTo>
                    <a:pt x="1725236" y="938415"/>
                  </a:lnTo>
                  <a:lnTo>
                    <a:pt x="1725584" y="938302"/>
                  </a:lnTo>
                  <a:lnTo>
                    <a:pt x="1738974" y="933969"/>
                  </a:lnTo>
                  <a:lnTo>
                    <a:pt x="1741756" y="933068"/>
                  </a:lnTo>
                  <a:lnTo>
                    <a:pt x="1751842" y="929800"/>
                  </a:lnTo>
                  <a:lnTo>
                    <a:pt x="1756190" y="928391"/>
                  </a:lnTo>
                  <a:lnTo>
                    <a:pt x="1761407" y="926699"/>
                  </a:lnTo>
                  <a:lnTo>
                    <a:pt x="1767667" y="924668"/>
                  </a:lnTo>
                  <a:lnTo>
                    <a:pt x="1770797" y="923652"/>
                  </a:lnTo>
                  <a:lnTo>
                    <a:pt x="1803664" y="912966"/>
                  </a:lnTo>
                  <a:lnTo>
                    <a:pt x="1803838" y="912910"/>
                  </a:lnTo>
                  <a:lnTo>
                    <a:pt x="1810446" y="910758"/>
                  </a:lnTo>
                  <a:lnTo>
                    <a:pt x="1824184" y="906280"/>
                  </a:lnTo>
                  <a:lnTo>
                    <a:pt x="1824879" y="906053"/>
                  </a:lnTo>
                  <a:lnTo>
                    <a:pt x="1829401" y="904578"/>
                  </a:lnTo>
                  <a:lnTo>
                    <a:pt x="1840704" y="900888"/>
                  </a:lnTo>
                  <a:lnTo>
                    <a:pt x="1852355" y="897080"/>
                  </a:lnTo>
                  <a:lnTo>
                    <a:pt x="1861746" y="894008"/>
                  </a:lnTo>
                  <a:lnTo>
                    <a:pt x="1868180" y="891902"/>
                  </a:lnTo>
                  <a:lnTo>
                    <a:pt x="1868875" y="891675"/>
                  </a:lnTo>
                  <a:lnTo>
                    <a:pt x="1876701" y="889111"/>
                  </a:lnTo>
                  <a:lnTo>
                    <a:pt x="1886091" y="886033"/>
                  </a:lnTo>
                  <a:lnTo>
                    <a:pt x="1896003" y="882781"/>
                  </a:lnTo>
                  <a:lnTo>
                    <a:pt x="1899134" y="881754"/>
                  </a:lnTo>
                  <a:lnTo>
                    <a:pt x="1899481" y="881639"/>
                  </a:lnTo>
                  <a:lnTo>
                    <a:pt x="1912871" y="877240"/>
                  </a:lnTo>
                  <a:lnTo>
                    <a:pt x="1915654" y="876326"/>
                  </a:lnTo>
                  <a:lnTo>
                    <a:pt x="1925740" y="873008"/>
                  </a:lnTo>
                  <a:lnTo>
                    <a:pt x="1930087" y="871577"/>
                  </a:lnTo>
                  <a:lnTo>
                    <a:pt x="1935304" y="869859"/>
                  </a:lnTo>
                  <a:lnTo>
                    <a:pt x="1941564" y="867796"/>
                  </a:lnTo>
                  <a:lnTo>
                    <a:pt x="1944695" y="866764"/>
                  </a:lnTo>
                  <a:lnTo>
                    <a:pt x="1977561" y="855913"/>
                  </a:lnTo>
                  <a:lnTo>
                    <a:pt x="1977735" y="855855"/>
                  </a:lnTo>
                  <a:lnTo>
                    <a:pt x="1984343" y="853669"/>
                  </a:lnTo>
                  <a:lnTo>
                    <a:pt x="1998081" y="849121"/>
                  </a:lnTo>
                  <a:lnTo>
                    <a:pt x="1998777" y="848890"/>
                  </a:lnTo>
                  <a:lnTo>
                    <a:pt x="2003298" y="847392"/>
                  </a:lnTo>
                  <a:lnTo>
                    <a:pt x="2014601" y="843644"/>
                  </a:lnTo>
                  <a:lnTo>
                    <a:pt x="2026253" y="839776"/>
                  </a:lnTo>
                  <a:lnTo>
                    <a:pt x="2035643" y="836655"/>
                  </a:lnTo>
                  <a:lnTo>
                    <a:pt x="2042077" y="834515"/>
                  </a:lnTo>
                  <a:lnTo>
                    <a:pt x="2042773" y="834284"/>
                  </a:lnTo>
                  <a:lnTo>
                    <a:pt x="2050598" y="831680"/>
                  </a:lnTo>
                  <a:lnTo>
                    <a:pt x="2059989" y="828552"/>
                  </a:lnTo>
                  <a:lnTo>
                    <a:pt x="2069901" y="825248"/>
                  </a:lnTo>
                  <a:lnTo>
                    <a:pt x="2073031" y="824204"/>
                  </a:lnTo>
                  <a:lnTo>
                    <a:pt x="2073379" y="824088"/>
                  </a:lnTo>
                  <a:lnTo>
                    <a:pt x="2086769" y="819617"/>
                  </a:lnTo>
                  <a:lnTo>
                    <a:pt x="2089551" y="818688"/>
                  </a:lnTo>
                  <a:lnTo>
                    <a:pt x="2099637" y="815316"/>
                  </a:lnTo>
                  <a:lnTo>
                    <a:pt x="2103985" y="813862"/>
                  </a:lnTo>
                  <a:lnTo>
                    <a:pt x="2109202" y="812116"/>
                  </a:lnTo>
                  <a:lnTo>
                    <a:pt x="2115462" y="810019"/>
                  </a:lnTo>
                  <a:lnTo>
                    <a:pt x="2118592" y="808971"/>
                  </a:lnTo>
                  <a:lnTo>
                    <a:pt x="2151459" y="797941"/>
                  </a:lnTo>
                  <a:lnTo>
                    <a:pt x="2151633" y="797883"/>
                  </a:lnTo>
                  <a:lnTo>
                    <a:pt x="2158241" y="795661"/>
                  </a:lnTo>
                  <a:lnTo>
                    <a:pt x="2171979" y="791038"/>
                  </a:lnTo>
                  <a:lnTo>
                    <a:pt x="2172674" y="790803"/>
                  </a:lnTo>
                  <a:lnTo>
                    <a:pt x="2177196" y="789280"/>
                  </a:lnTo>
                  <a:lnTo>
                    <a:pt x="2188499" y="785470"/>
                  </a:lnTo>
                  <a:lnTo>
                    <a:pt x="2200150" y="781537"/>
                  </a:lnTo>
                  <a:lnTo>
                    <a:pt x="2209540" y="778365"/>
                  </a:lnTo>
                  <a:lnTo>
                    <a:pt x="2215975" y="776190"/>
                  </a:lnTo>
                  <a:lnTo>
                    <a:pt x="2216670" y="775954"/>
                  </a:lnTo>
                  <a:lnTo>
                    <a:pt x="2224496" y="773307"/>
                  </a:lnTo>
                  <a:lnTo>
                    <a:pt x="2233886" y="770127"/>
                  </a:lnTo>
                  <a:lnTo>
                    <a:pt x="2243798" y="766767"/>
                  </a:lnTo>
                  <a:lnTo>
                    <a:pt x="2246928" y="765706"/>
                  </a:lnTo>
                  <a:lnTo>
                    <a:pt x="2247276" y="765588"/>
                  </a:lnTo>
                  <a:lnTo>
                    <a:pt x="2260666" y="761042"/>
                  </a:lnTo>
                  <a:lnTo>
                    <a:pt x="2263449" y="760097"/>
                  </a:lnTo>
                  <a:lnTo>
                    <a:pt x="2273535" y="756669"/>
                  </a:lnTo>
                  <a:lnTo>
                    <a:pt x="2277882" y="755190"/>
                  </a:lnTo>
                  <a:lnTo>
                    <a:pt x="2283099" y="753415"/>
                  </a:lnTo>
                  <a:lnTo>
                    <a:pt x="2289359" y="751283"/>
                  </a:lnTo>
                  <a:lnTo>
                    <a:pt x="2292490" y="750217"/>
                  </a:lnTo>
                  <a:lnTo>
                    <a:pt x="2325356" y="739001"/>
                  </a:lnTo>
                  <a:lnTo>
                    <a:pt x="2325530" y="738942"/>
                  </a:lnTo>
                  <a:lnTo>
                    <a:pt x="2332138" y="736682"/>
                  </a:lnTo>
                  <a:lnTo>
                    <a:pt x="2345876" y="731980"/>
                  </a:lnTo>
                  <a:lnTo>
                    <a:pt x="2346572" y="731742"/>
                  </a:lnTo>
                  <a:lnTo>
                    <a:pt x="2351093" y="730193"/>
                  </a:lnTo>
                  <a:lnTo>
                    <a:pt x="2362396" y="726318"/>
                  </a:lnTo>
                  <a:lnTo>
                    <a:pt x="2374047" y="722319"/>
                  </a:lnTo>
                  <a:lnTo>
                    <a:pt x="2383438" y="719093"/>
                  </a:lnTo>
                  <a:lnTo>
                    <a:pt x="2389872" y="716881"/>
                  </a:lnTo>
                  <a:lnTo>
                    <a:pt x="2390568" y="716641"/>
                  </a:lnTo>
                  <a:lnTo>
                    <a:pt x="2398393" y="713949"/>
                  </a:lnTo>
                  <a:lnTo>
                    <a:pt x="2407784" y="710715"/>
                  </a:lnTo>
                  <a:lnTo>
                    <a:pt x="2417696" y="707298"/>
                  </a:lnTo>
                  <a:lnTo>
                    <a:pt x="2420826" y="706218"/>
                  </a:lnTo>
                  <a:lnTo>
                    <a:pt x="2421174" y="706098"/>
                  </a:lnTo>
                  <a:lnTo>
                    <a:pt x="2434564" y="701476"/>
                  </a:lnTo>
                  <a:lnTo>
                    <a:pt x="2437346" y="700515"/>
                  </a:lnTo>
                  <a:lnTo>
                    <a:pt x="2447432" y="697028"/>
                  </a:lnTo>
                  <a:lnTo>
                    <a:pt x="2451780" y="695524"/>
                  </a:lnTo>
                  <a:lnTo>
                    <a:pt x="2456997" y="693719"/>
                  </a:lnTo>
                  <a:lnTo>
                    <a:pt x="2463257" y="691551"/>
                  </a:lnTo>
                  <a:lnTo>
                    <a:pt x="2466387" y="690466"/>
                  </a:lnTo>
                  <a:lnTo>
                    <a:pt x="2499254" y="679060"/>
                  </a:lnTo>
                  <a:lnTo>
                    <a:pt x="2499428" y="679000"/>
                  </a:lnTo>
                  <a:lnTo>
                    <a:pt x="2506036" y="676702"/>
                  </a:lnTo>
                  <a:lnTo>
                    <a:pt x="2519774" y="671921"/>
                  </a:lnTo>
                  <a:lnTo>
                    <a:pt x="2520469" y="671678"/>
                  </a:lnTo>
                  <a:lnTo>
                    <a:pt x="2524990" y="670103"/>
                  </a:lnTo>
                  <a:lnTo>
                    <a:pt x="2536294" y="666162"/>
                  </a:lnTo>
                  <a:lnTo>
                    <a:pt x="2547945" y="662096"/>
                  </a:lnTo>
                  <a:lnTo>
                    <a:pt x="2557335" y="658815"/>
                  </a:lnTo>
                  <a:lnTo>
                    <a:pt x="2563770" y="656565"/>
                  </a:lnTo>
                  <a:lnTo>
                    <a:pt x="2564465" y="656322"/>
                  </a:lnTo>
                  <a:lnTo>
                    <a:pt x="2572291" y="653584"/>
                  </a:lnTo>
                  <a:lnTo>
                    <a:pt x="2581681" y="650296"/>
                  </a:lnTo>
                  <a:lnTo>
                    <a:pt x="2591593" y="646821"/>
                  </a:lnTo>
                  <a:lnTo>
                    <a:pt x="2594723" y="645724"/>
                  </a:lnTo>
                  <a:lnTo>
                    <a:pt x="2608461" y="640902"/>
                  </a:lnTo>
                  <a:lnTo>
                    <a:pt x="2611244" y="639924"/>
                  </a:lnTo>
                  <a:lnTo>
                    <a:pt x="2621330" y="636379"/>
                  </a:lnTo>
                  <a:lnTo>
                    <a:pt x="2625677" y="634850"/>
                  </a:lnTo>
                  <a:lnTo>
                    <a:pt x="2630894" y="633014"/>
                  </a:lnTo>
                  <a:lnTo>
                    <a:pt x="2637154" y="630810"/>
                  </a:lnTo>
                  <a:lnTo>
                    <a:pt x="2640284" y="629708"/>
                  </a:lnTo>
                  <a:lnTo>
                    <a:pt x="2673151" y="618111"/>
                  </a:lnTo>
                  <a:lnTo>
                    <a:pt x="2673325" y="618050"/>
                  </a:lnTo>
                  <a:lnTo>
                    <a:pt x="2679933" y="615714"/>
                  </a:lnTo>
                  <a:lnTo>
                    <a:pt x="2693671" y="610854"/>
                  </a:lnTo>
                  <a:lnTo>
                    <a:pt x="2694367" y="610607"/>
                  </a:lnTo>
                  <a:lnTo>
                    <a:pt x="2698888" y="609006"/>
                  </a:lnTo>
                  <a:lnTo>
                    <a:pt x="2710191" y="605000"/>
                  </a:lnTo>
                  <a:lnTo>
                    <a:pt x="2721842" y="600867"/>
                  </a:lnTo>
                  <a:lnTo>
                    <a:pt x="2731233" y="597532"/>
                  </a:lnTo>
                  <a:lnTo>
                    <a:pt x="2737667" y="595246"/>
                  </a:lnTo>
                  <a:lnTo>
                    <a:pt x="2738363" y="594998"/>
                  </a:lnTo>
                  <a:lnTo>
                    <a:pt x="2755578" y="588874"/>
                  </a:lnTo>
                  <a:lnTo>
                    <a:pt x="2765491" y="585343"/>
                  </a:lnTo>
                  <a:lnTo>
                    <a:pt x="2768621" y="584227"/>
                  </a:lnTo>
                  <a:lnTo>
                    <a:pt x="2768969" y="584103"/>
                  </a:lnTo>
                  <a:lnTo>
                    <a:pt x="2782359" y="579327"/>
                  </a:lnTo>
                  <a:lnTo>
                    <a:pt x="2785141" y="578334"/>
                  </a:lnTo>
                  <a:lnTo>
                    <a:pt x="2795227" y="574731"/>
                  </a:lnTo>
                  <a:lnTo>
                    <a:pt x="2799575" y="573178"/>
                  </a:lnTo>
                  <a:lnTo>
                    <a:pt x="2804791" y="571312"/>
                  </a:lnTo>
                  <a:lnTo>
                    <a:pt x="2811052" y="569073"/>
                  </a:lnTo>
                  <a:lnTo>
                    <a:pt x="2814182" y="567953"/>
                  </a:lnTo>
                  <a:lnTo>
                    <a:pt x="2847049" y="556172"/>
                  </a:lnTo>
                  <a:lnTo>
                    <a:pt x="2847222" y="556109"/>
                  </a:lnTo>
                  <a:lnTo>
                    <a:pt x="2853831" y="553736"/>
                  </a:lnTo>
                  <a:lnTo>
                    <a:pt x="2867568" y="548799"/>
                  </a:lnTo>
                  <a:lnTo>
                    <a:pt x="2868264" y="548549"/>
                  </a:lnTo>
                  <a:lnTo>
                    <a:pt x="2872785" y="546922"/>
                  </a:lnTo>
                  <a:lnTo>
                    <a:pt x="2884089" y="542854"/>
                  </a:lnTo>
                  <a:lnTo>
                    <a:pt x="2895740" y="538656"/>
                  </a:lnTo>
                  <a:lnTo>
                    <a:pt x="2905130" y="535269"/>
                  </a:lnTo>
                  <a:lnTo>
                    <a:pt x="2911564" y="532947"/>
                  </a:lnTo>
                  <a:lnTo>
                    <a:pt x="2912260" y="532696"/>
                  </a:lnTo>
                  <a:lnTo>
                    <a:pt x="2920085" y="529870"/>
                  </a:lnTo>
                  <a:lnTo>
                    <a:pt x="2929476" y="526476"/>
                  </a:lnTo>
                  <a:lnTo>
                    <a:pt x="2939388" y="522891"/>
                  </a:lnTo>
                  <a:lnTo>
                    <a:pt x="2942518" y="521759"/>
                  </a:lnTo>
                  <a:lnTo>
                    <a:pt x="2942866" y="521633"/>
                  </a:lnTo>
                  <a:lnTo>
                    <a:pt x="2956256" y="516784"/>
                  </a:lnTo>
                  <a:lnTo>
                    <a:pt x="2959038" y="515775"/>
                  </a:lnTo>
                  <a:lnTo>
                    <a:pt x="2969125" y="512118"/>
                  </a:lnTo>
                  <a:lnTo>
                    <a:pt x="2973472" y="510541"/>
                  </a:lnTo>
                  <a:lnTo>
                    <a:pt x="2978689" y="508647"/>
                  </a:lnTo>
                  <a:lnTo>
                    <a:pt x="2984949" y="506374"/>
                  </a:lnTo>
                  <a:lnTo>
                    <a:pt x="2988079" y="505237"/>
                  </a:lnTo>
                  <a:lnTo>
                    <a:pt x="3020946" y="493280"/>
                  </a:lnTo>
                  <a:lnTo>
                    <a:pt x="3021120" y="493217"/>
                  </a:lnTo>
                  <a:lnTo>
                    <a:pt x="3027728" y="490809"/>
                  </a:lnTo>
                  <a:lnTo>
                    <a:pt x="3041466" y="485799"/>
                  </a:lnTo>
                  <a:lnTo>
                    <a:pt x="3042161" y="485545"/>
                  </a:lnTo>
                  <a:lnTo>
                    <a:pt x="3046683" y="483895"/>
                  </a:lnTo>
                  <a:lnTo>
                    <a:pt x="3057986" y="479767"/>
                  </a:lnTo>
                  <a:lnTo>
                    <a:pt x="3069637" y="475508"/>
                  </a:lnTo>
                  <a:lnTo>
                    <a:pt x="3079028" y="472072"/>
                  </a:lnTo>
                  <a:lnTo>
                    <a:pt x="3085462" y="469717"/>
                  </a:lnTo>
                  <a:lnTo>
                    <a:pt x="3086157" y="469462"/>
                  </a:lnTo>
                  <a:lnTo>
                    <a:pt x="3093983" y="466596"/>
                  </a:lnTo>
                  <a:lnTo>
                    <a:pt x="3103373" y="463154"/>
                  </a:lnTo>
                  <a:lnTo>
                    <a:pt x="3113285" y="459518"/>
                  </a:lnTo>
                  <a:lnTo>
                    <a:pt x="3116416" y="458369"/>
                  </a:lnTo>
                  <a:lnTo>
                    <a:pt x="3116763" y="458241"/>
                  </a:lnTo>
                  <a:lnTo>
                    <a:pt x="3130154" y="453324"/>
                  </a:lnTo>
                  <a:lnTo>
                    <a:pt x="3132936" y="452301"/>
                  </a:lnTo>
                  <a:lnTo>
                    <a:pt x="3143022" y="448593"/>
                  </a:lnTo>
                  <a:lnTo>
                    <a:pt x="3147369" y="446994"/>
                  </a:lnTo>
                  <a:lnTo>
                    <a:pt x="3152586" y="445074"/>
                  </a:lnTo>
                  <a:lnTo>
                    <a:pt x="3158847" y="442769"/>
                  </a:lnTo>
                  <a:lnTo>
                    <a:pt x="3161977" y="441616"/>
                  </a:lnTo>
                  <a:lnTo>
                    <a:pt x="3194843" y="429495"/>
                  </a:lnTo>
                  <a:lnTo>
                    <a:pt x="3195017" y="429431"/>
                  </a:lnTo>
                  <a:lnTo>
                    <a:pt x="3201625" y="426991"/>
                  </a:lnTo>
                  <a:lnTo>
                    <a:pt x="3215363" y="421913"/>
                  </a:lnTo>
                  <a:lnTo>
                    <a:pt x="3216059" y="421656"/>
                  </a:lnTo>
                  <a:lnTo>
                    <a:pt x="3220580" y="419984"/>
                  </a:lnTo>
                  <a:lnTo>
                    <a:pt x="3231884" y="415800"/>
                  </a:lnTo>
                  <a:lnTo>
                    <a:pt x="3243535" y="411485"/>
                  </a:lnTo>
                  <a:lnTo>
                    <a:pt x="3252925" y="408004"/>
                  </a:lnTo>
                  <a:lnTo>
                    <a:pt x="3259359" y="405618"/>
                  </a:lnTo>
                  <a:lnTo>
                    <a:pt x="3260055" y="405360"/>
                  </a:lnTo>
                  <a:lnTo>
                    <a:pt x="3267880" y="402456"/>
                  </a:lnTo>
                  <a:lnTo>
                    <a:pt x="3277271" y="398969"/>
                  </a:lnTo>
                  <a:lnTo>
                    <a:pt x="3287183" y="395286"/>
                  </a:lnTo>
                  <a:lnTo>
                    <a:pt x="3290313" y="394123"/>
                  </a:lnTo>
                  <a:lnTo>
                    <a:pt x="3290661" y="393994"/>
                  </a:lnTo>
                  <a:lnTo>
                    <a:pt x="3304051" y="389013"/>
                  </a:lnTo>
                  <a:lnTo>
                    <a:pt x="3306833" y="387978"/>
                  </a:lnTo>
                  <a:lnTo>
                    <a:pt x="3316919" y="384222"/>
                  </a:lnTo>
                  <a:lnTo>
                    <a:pt x="3321267" y="382603"/>
                  </a:lnTo>
                  <a:lnTo>
                    <a:pt x="3326484" y="380659"/>
                  </a:lnTo>
                  <a:lnTo>
                    <a:pt x="3332744" y="378325"/>
                  </a:lnTo>
                  <a:lnTo>
                    <a:pt x="3335874" y="377158"/>
                  </a:lnTo>
                  <a:lnTo>
                    <a:pt x="3368741" y="364888"/>
                  </a:lnTo>
                  <a:lnTo>
                    <a:pt x="3368915" y="364823"/>
                  </a:lnTo>
                  <a:lnTo>
                    <a:pt x="3375523" y="362352"/>
                  </a:lnTo>
                  <a:lnTo>
                    <a:pt x="3389261" y="357213"/>
                  </a:lnTo>
                  <a:lnTo>
                    <a:pt x="3389956" y="356953"/>
                  </a:lnTo>
                  <a:lnTo>
                    <a:pt x="3394478" y="355260"/>
                  </a:lnTo>
                  <a:lnTo>
                    <a:pt x="3405781" y="351027"/>
                  </a:lnTo>
                  <a:lnTo>
                    <a:pt x="3417432" y="346660"/>
                  </a:lnTo>
                  <a:lnTo>
                    <a:pt x="3426823" y="343139"/>
                  </a:lnTo>
                  <a:lnTo>
                    <a:pt x="3433257" y="340724"/>
                  </a:lnTo>
                  <a:lnTo>
                    <a:pt x="3433952" y="340463"/>
                  </a:lnTo>
                  <a:lnTo>
                    <a:pt x="3451168" y="333998"/>
                  </a:lnTo>
                  <a:lnTo>
                    <a:pt x="3461080" y="330273"/>
                  </a:lnTo>
                  <a:lnTo>
                    <a:pt x="3464211" y="329096"/>
                  </a:lnTo>
                  <a:lnTo>
                    <a:pt x="3464558" y="328965"/>
                  </a:lnTo>
                  <a:lnTo>
                    <a:pt x="3477948" y="323928"/>
                  </a:lnTo>
                  <a:lnTo>
                    <a:pt x="3480731" y="322880"/>
                  </a:lnTo>
                  <a:lnTo>
                    <a:pt x="3490817" y="319083"/>
                  </a:lnTo>
                  <a:lnTo>
                    <a:pt x="3495164" y="317445"/>
                  </a:lnTo>
                  <a:lnTo>
                    <a:pt x="3500381" y="315479"/>
                  </a:lnTo>
                  <a:lnTo>
                    <a:pt x="3506642" y="313119"/>
                  </a:lnTo>
                  <a:lnTo>
                    <a:pt x="3509772" y="311939"/>
                  </a:lnTo>
                  <a:lnTo>
                    <a:pt x="3542812" y="299468"/>
                  </a:lnTo>
                  <a:lnTo>
                    <a:pt x="3549420" y="296971"/>
                  </a:lnTo>
                  <a:lnTo>
                    <a:pt x="3563158" y="291776"/>
                  </a:lnTo>
                  <a:lnTo>
                    <a:pt x="3563854" y="291513"/>
                  </a:lnTo>
                  <a:lnTo>
                    <a:pt x="3568375" y="289803"/>
                  </a:lnTo>
                  <a:lnTo>
                    <a:pt x="3579678" y="285525"/>
                  </a:lnTo>
                  <a:lnTo>
                    <a:pt x="3591330" y="281112"/>
                  </a:lnTo>
                  <a:lnTo>
                    <a:pt x="3600720" y="277553"/>
                  </a:lnTo>
                  <a:lnTo>
                    <a:pt x="3607154" y="275114"/>
                  </a:lnTo>
                  <a:lnTo>
                    <a:pt x="3607850" y="274850"/>
                  </a:lnTo>
                  <a:lnTo>
                    <a:pt x="3615675" y="271882"/>
                  </a:lnTo>
                  <a:lnTo>
                    <a:pt x="3625066" y="268318"/>
                  </a:lnTo>
                  <a:lnTo>
                    <a:pt x="3634978" y="264555"/>
                  </a:lnTo>
                  <a:lnTo>
                    <a:pt x="3638108" y="263366"/>
                  </a:lnTo>
                  <a:lnTo>
                    <a:pt x="3638456" y="263234"/>
                  </a:lnTo>
                  <a:lnTo>
                    <a:pt x="3651846" y="258145"/>
                  </a:lnTo>
                  <a:lnTo>
                    <a:pt x="3654628" y="257088"/>
                  </a:lnTo>
                  <a:lnTo>
                    <a:pt x="3664714" y="253252"/>
                  </a:lnTo>
                  <a:lnTo>
                    <a:pt x="3669062" y="251598"/>
                  </a:lnTo>
                  <a:lnTo>
                    <a:pt x="3674279" y="249613"/>
                  </a:lnTo>
                  <a:lnTo>
                    <a:pt x="3680539" y="247230"/>
                  </a:lnTo>
                  <a:lnTo>
                    <a:pt x="3683669" y="246038"/>
                  </a:lnTo>
                  <a:lnTo>
                    <a:pt x="3716536" y="233512"/>
                  </a:lnTo>
                  <a:lnTo>
                    <a:pt x="3716710" y="233446"/>
                  </a:lnTo>
                  <a:lnTo>
                    <a:pt x="3723318" y="230925"/>
                  </a:lnTo>
                  <a:lnTo>
                    <a:pt x="3737056" y="225681"/>
                  </a:lnTo>
                  <a:lnTo>
                    <a:pt x="3737751" y="225416"/>
                  </a:lnTo>
                  <a:lnTo>
                    <a:pt x="3742273" y="223689"/>
                  </a:lnTo>
                  <a:lnTo>
                    <a:pt x="3753576" y="219371"/>
                  </a:lnTo>
                  <a:lnTo>
                    <a:pt x="3765227" y="214917"/>
                  </a:lnTo>
                  <a:lnTo>
                    <a:pt x="3774617" y="211326"/>
                  </a:lnTo>
                  <a:lnTo>
                    <a:pt x="3781052" y="208864"/>
                  </a:lnTo>
                  <a:lnTo>
                    <a:pt x="3781747" y="208598"/>
                  </a:lnTo>
                  <a:lnTo>
                    <a:pt x="3789573" y="205603"/>
                  </a:lnTo>
                  <a:lnTo>
                    <a:pt x="3798963" y="202007"/>
                  </a:lnTo>
                  <a:lnTo>
                    <a:pt x="3808875" y="198210"/>
                  </a:lnTo>
                  <a:lnTo>
                    <a:pt x="3812005" y="197011"/>
                  </a:lnTo>
                  <a:lnTo>
                    <a:pt x="3812353" y="196877"/>
                  </a:lnTo>
                  <a:lnTo>
                    <a:pt x="3825743" y="191744"/>
                  </a:lnTo>
                  <a:lnTo>
                    <a:pt x="3828526" y="190677"/>
                  </a:lnTo>
                  <a:lnTo>
                    <a:pt x="3838612" y="186808"/>
                  </a:lnTo>
                  <a:lnTo>
                    <a:pt x="3842959" y="185139"/>
                  </a:lnTo>
                  <a:lnTo>
                    <a:pt x="3848176" y="183137"/>
                  </a:lnTo>
                  <a:lnTo>
                    <a:pt x="3854436" y="180733"/>
                  </a:lnTo>
                  <a:lnTo>
                    <a:pt x="3857567" y="179531"/>
                  </a:lnTo>
                  <a:lnTo>
                    <a:pt x="3890433" y="166900"/>
                  </a:lnTo>
                  <a:lnTo>
                    <a:pt x="3890607" y="166833"/>
                  </a:lnTo>
                  <a:lnTo>
                    <a:pt x="3897215" y="164291"/>
                  </a:lnTo>
                  <a:lnTo>
                    <a:pt x="3910953" y="159004"/>
                  </a:lnTo>
                  <a:lnTo>
                    <a:pt x="3911649" y="158736"/>
                  </a:lnTo>
                  <a:lnTo>
                    <a:pt x="3916170" y="156995"/>
                  </a:lnTo>
                  <a:lnTo>
                    <a:pt x="3927473" y="152642"/>
                  </a:lnTo>
                  <a:lnTo>
                    <a:pt x="3939124" y="148152"/>
                  </a:lnTo>
                  <a:lnTo>
                    <a:pt x="3948515" y="144532"/>
                  </a:lnTo>
                  <a:lnTo>
                    <a:pt x="3954949" y="142051"/>
                  </a:lnTo>
                  <a:lnTo>
                    <a:pt x="3955645" y="141782"/>
                  </a:lnTo>
                  <a:lnTo>
                    <a:pt x="3963470" y="138763"/>
                  </a:lnTo>
                  <a:lnTo>
                    <a:pt x="3972861" y="135139"/>
                  </a:lnTo>
                  <a:lnTo>
                    <a:pt x="3982773" y="131313"/>
                  </a:lnTo>
                  <a:lnTo>
                    <a:pt x="3985903" y="130104"/>
                  </a:lnTo>
                  <a:lnTo>
                    <a:pt x="3986251" y="129970"/>
                  </a:lnTo>
                  <a:lnTo>
                    <a:pt x="4002423" y="123722"/>
                  </a:lnTo>
                  <a:lnTo>
                    <a:pt x="4012509" y="119823"/>
                  </a:lnTo>
                  <a:lnTo>
                    <a:pt x="4016857" y="118142"/>
                  </a:lnTo>
                  <a:lnTo>
                    <a:pt x="4022074" y="116124"/>
                  </a:lnTo>
                  <a:lnTo>
                    <a:pt x="4031464" y="112492"/>
                  </a:lnTo>
                  <a:lnTo>
                    <a:pt x="4064331" y="99767"/>
                  </a:lnTo>
                  <a:lnTo>
                    <a:pt x="4071113" y="97139"/>
                  </a:lnTo>
                  <a:lnTo>
                    <a:pt x="4085546" y="91544"/>
                  </a:lnTo>
                  <a:lnTo>
                    <a:pt x="4090067" y="89791"/>
                  </a:lnTo>
                  <a:lnTo>
                    <a:pt x="4101371" y="85407"/>
                  </a:lnTo>
                  <a:lnTo>
                    <a:pt x="4122412" y="77240"/>
                  </a:lnTo>
                  <a:lnTo>
                    <a:pt x="4128847" y="74742"/>
                  </a:lnTo>
                  <a:lnTo>
                    <a:pt x="4137368" y="71432"/>
                  </a:lnTo>
                  <a:lnTo>
                    <a:pt x="4146758" y="67783"/>
                  </a:lnTo>
                  <a:lnTo>
                    <a:pt x="4156670" y="63930"/>
                  </a:lnTo>
                  <a:lnTo>
                    <a:pt x="4159800" y="62713"/>
                  </a:lnTo>
                  <a:lnTo>
                    <a:pt x="4160148" y="62578"/>
                  </a:lnTo>
                  <a:lnTo>
                    <a:pt x="4176321" y="56288"/>
                  </a:lnTo>
                  <a:lnTo>
                    <a:pt x="4186407" y="52364"/>
                  </a:lnTo>
                  <a:lnTo>
                    <a:pt x="4238228" y="32179"/>
                  </a:lnTo>
                  <a:lnTo>
                    <a:pt x="4259444" y="23904"/>
                  </a:lnTo>
                  <a:lnTo>
                    <a:pt x="4296310" y="9513"/>
                  </a:lnTo>
                  <a:lnTo>
                    <a:pt x="4302744" y="6999"/>
                  </a:lnTo>
                  <a:lnTo>
                    <a:pt x="4320655" y="0"/>
                  </a:lnTo>
                  <a:lnTo>
                    <a:pt x="4320655" y="339043"/>
                  </a:lnTo>
                  <a:lnTo>
                    <a:pt x="4302744" y="344456"/>
                  </a:lnTo>
                  <a:lnTo>
                    <a:pt x="4296310" y="346401"/>
                  </a:lnTo>
                  <a:lnTo>
                    <a:pt x="4259444" y="357556"/>
                  </a:lnTo>
                  <a:lnTo>
                    <a:pt x="4238228" y="363983"/>
                  </a:lnTo>
                  <a:lnTo>
                    <a:pt x="4186407" y="379708"/>
                  </a:lnTo>
                  <a:lnTo>
                    <a:pt x="4176321" y="382772"/>
                  </a:lnTo>
                  <a:lnTo>
                    <a:pt x="4160148" y="387689"/>
                  </a:lnTo>
                  <a:lnTo>
                    <a:pt x="4159800" y="387795"/>
                  </a:lnTo>
                  <a:lnTo>
                    <a:pt x="4156670" y="388747"/>
                  </a:lnTo>
                  <a:lnTo>
                    <a:pt x="4146758" y="391763"/>
                  </a:lnTo>
                  <a:lnTo>
                    <a:pt x="4137368" y="394622"/>
                  </a:lnTo>
                  <a:lnTo>
                    <a:pt x="4128847" y="397217"/>
                  </a:lnTo>
                  <a:lnTo>
                    <a:pt x="4122412" y="399177"/>
                  </a:lnTo>
                  <a:lnTo>
                    <a:pt x="4101371" y="405591"/>
                  </a:lnTo>
                  <a:lnTo>
                    <a:pt x="4090067" y="409039"/>
                  </a:lnTo>
                  <a:lnTo>
                    <a:pt x="4085546" y="410419"/>
                  </a:lnTo>
                  <a:lnTo>
                    <a:pt x="4071113" y="414826"/>
                  </a:lnTo>
                  <a:lnTo>
                    <a:pt x="4064331" y="416898"/>
                  </a:lnTo>
                  <a:lnTo>
                    <a:pt x="4031464" y="426948"/>
                  </a:lnTo>
                  <a:lnTo>
                    <a:pt x="4022074" y="429823"/>
                  </a:lnTo>
                  <a:lnTo>
                    <a:pt x="4016857" y="431420"/>
                  </a:lnTo>
                  <a:lnTo>
                    <a:pt x="4012509" y="432752"/>
                  </a:lnTo>
                  <a:lnTo>
                    <a:pt x="4002423" y="435842"/>
                  </a:lnTo>
                  <a:lnTo>
                    <a:pt x="3986251" y="440801"/>
                  </a:lnTo>
                  <a:lnTo>
                    <a:pt x="3985903" y="440908"/>
                  </a:lnTo>
                  <a:lnTo>
                    <a:pt x="3982773" y="441868"/>
                  </a:lnTo>
                  <a:lnTo>
                    <a:pt x="3972861" y="444910"/>
                  </a:lnTo>
                  <a:lnTo>
                    <a:pt x="3963470" y="447793"/>
                  </a:lnTo>
                  <a:lnTo>
                    <a:pt x="3955645" y="450197"/>
                  </a:lnTo>
                  <a:lnTo>
                    <a:pt x="3954949" y="450411"/>
                  </a:lnTo>
                  <a:lnTo>
                    <a:pt x="3948515" y="452388"/>
                  </a:lnTo>
                  <a:lnTo>
                    <a:pt x="3939124" y="455275"/>
                  </a:lnTo>
                  <a:lnTo>
                    <a:pt x="3927473" y="458859"/>
                  </a:lnTo>
                  <a:lnTo>
                    <a:pt x="3916170" y="462338"/>
                  </a:lnTo>
                  <a:lnTo>
                    <a:pt x="3911649" y="463731"/>
                  </a:lnTo>
                  <a:lnTo>
                    <a:pt x="3910953" y="463945"/>
                  </a:lnTo>
                  <a:lnTo>
                    <a:pt x="3897215" y="468178"/>
                  </a:lnTo>
                  <a:lnTo>
                    <a:pt x="3890607" y="470215"/>
                  </a:lnTo>
                  <a:lnTo>
                    <a:pt x="3890433" y="470268"/>
                  </a:lnTo>
                  <a:lnTo>
                    <a:pt x="3857567" y="480412"/>
                  </a:lnTo>
                  <a:lnTo>
                    <a:pt x="3854436" y="481379"/>
                  </a:lnTo>
                  <a:lnTo>
                    <a:pt x="3848176" y="483313"/>
                  </a:lnTo>
                  <a:lnTo>
                    <a:pt x="3842959" y="484926"/>
                  </a:lnTo>
                  <a:lnTo>
                    <a:pt x="3838612" y="486270"/>
                  </a:lnTo>
                  <a:lnTo>
                    <a:pt x="3828526" y="489390"/>
                  </a:lnTo>
                  <a:lnTo>
                    <a:pt x="3825743" y="490251"/>
                  </a:lnTo>
                  <a:lnTo>
                    <a:pt x="3812353" y="494397"/>
                  </a:lnTo>
                  <a:lnTo>
                    <a:pt x="3812005" y="494504"/>
                  </a:lnTo>
                  <a:lnTo>
                    <a:pt x="3808875" y="495474"/>
                  </a:lnTo>
                  <a:lnTo>
                    <a:pt x="3798963" y="498546"/>
                  </a:lnTo>
                  <a:lnTo>
                    <a:pt x="3789573" y="501457"/>
                  </a:lnTo>
                  <a:lnTo>
                    <a:pt x="3781747" y="503885"/>
                  </a:lnTo>
                  <a:lnTo>
                    <a:pt x="3781052" y="504100"/>
                  </a:lnTo>
                  <a:lnTo>
                    <a:pt x="3774617" y="506097"/>
                  </a:lnTo>
                  <a:lnTo>
                    <a:pt x="3765227" y="509013"/>
                  </a:lnTo>
                  <a:lnTo>
                    <a:pt x="3753576" y="512633"/>
                  </a:lnTo>
                  <a:lnTo>
                    <a:pt x="3742273" y="516148"/>
                  </a:lnTo>
                  <a:lnTo>
                    <a:pt x="3737751" y="517554"/>
                  </a:lnTo>
                  <a:lnTo>
                    <a:pt x="3737056" y="517770"/>
                  </a:lnTo>
                  <a:lnTo>
                    <a:pt x="3723318" y="522047"/>
                  </a:lnTo>
                  <a:lnTo>
                    <a:pt x="3716710" y="524105"/>
                  </a:lnTo>
                  <a:lnTo>
                    <a:pt x="3716536" y="524159"/>
                  </a:lnTo>
                  <a:lnTo>
                    <a:pt x="3683669" y="534408"/>
                  </a:lnTo>
                  <a:lnTo>
                    <a:pt x="3680539" y="535386"/>
                  </a:lnTo>
                  <a:lnTo>
                    <a:pt x="3674279" y="537341"/>
                  </a:lnTo>
                  <a:lnTo>
                    <a:pt x="3669062" y="538971"/>
                  </a:lnTo>
                  <a:lnTo>
                    <a:pt x="3664714" y="540329"/>
                  </a:lnTo>
                  <a:lnTo>
                    <a:pt x="3654628" y="543483"/>
                  </a:lnTo>
                  <a:lnTo>
                    <a:pt x="3651846" y="544353"/>
                  </a:lnTo>
                  <a:lnTo>
                    <a:pt x="3638456" y="548544"/>
                  </a:lnTo>
                  <a:lnTo>
                    <a:pt x="3638108" y="548653"/>
                  </a:lnTo>
                  <a:lnTo>
                    <a:pt x="3634978" y="549633"/>
                  </a:lnTo>
                  <a:lnTo>
                    <a:pt x="3625066" y="552738"/>
                  </a:lnTo>
                  <a:lnTo>
                    <a:pt x="3615675" y="555682"/>
                  </a:lnTo>
                  <a:lnTo>
                    <a:pt x="3607850" y="558136"/>
                  </a:lnTo>
                  <a:lnTo>
                    <a:pt x="3607154" y="558354"/>
                  </a:lnTo>
                  <a:lnTo>
                    <a:pt x="3600720" y="560373"/>
                  </a:lnTo>
                  <a:lnTo>
                    <a:pt x="3591330" y="563322"/>
                  </a:lnTo>
                  <a:lnTo>
                    <a:pt x="3579678" y="566983"/>
                  </a:lnTo>
                  <a:lnTo>
                    <a:pt x="3568375" y="570537"/>
                  </a:lnTo>
                  <a:lnTo>
                    <a:pt x="3563854" y="571960"/>
                  </a:lnTo>
                  <a:lnTo>
                    <a:pt x="3563158" y="572179"/>
                  </a:lnTo>
                  <a:lnTo>
                    <a:pt x="3549420" y="576504"/>
                  </a:lnTo>
                  <a:lnTo>
                    <a:pt x="3542812" y="578586"/>
                  </a:lnTo>
                  <a:lnTo>
                    <a:pt x="3509772" y="589011"/>
                  </a:lnTo>
                  <a:lnTo>
                    <a:pt x="3506642" y="589999"/>
                  </a:lnTo>
                  <a:lnTo>
                    <a:pt x="3500381" y="591978"/>
                  </a:lnTo>
                  <a:lnTo>
                    <a:pt x="3495164" y="593627"/>
                  </a:lnTo>
                  <a:lnTo>
                    <a:pt x="3490817" y="595002"/>
                  </a:lnTo>
                  <a:lnTo>
                    <a:pt x="3480731" y="598193"/>
                  </a:lnTo>
                  <a:lnTo>
                    <a:pt x="3477948" y="599074"/>
                  </a:lnTo>
                  <a:lnTo>
                    <a:pt x="3464558" y="603316"/>
                  </a:lnTo>
                  <a:lnTo>
                    <a:pt x="3464211" y="603426"/>
                  </a:lnTo>
                  <a:lnTo>
                    <a:pt x="3461080" y="604418"/>
                  </a:lnTo>
                  <a:lnTo>
                    <a:pt x="3451168" y="607561"/>
                  </a:lnTo>
                  <a:lnTo>
                    <a:pt x="3433952" y="613026"/>
                  </a:lnTo>
                  <a:lnTo>
                    <a:pt x="3433257" y="613247"/>
                  </a:lnTo>
                  <a:lnTo>
                    <a:pt x="3426823" y="615291"/>
                  </a:lnTo>
                  <a:lnTo>
                    <a:pt x="3417432" y="618277"/>
                  </a:lnTo>
                  <a:lnTo>
                    <a:pt x="3405781" y="621984"/>
                  </a:lnTo>
                  <a:lnTo>
                    <a:pt x="3394478" y="625583"/>
                  </a:lnTo>
                  <a:lnTo>
                    <a:pt x="3389956" y="627024"/>
                  </a:lnTo>
                  <a:lnTo>
                    <a:pt x="3389261" y="627245"/>
                  </a:lnTo>
                  <a:lnTo>
                    <a:pt x="3375523" y="631626"/>
                  </a:lnTo>
                  <a:lnTo>
                    <a:pt x="3368915" y="633735"/>
                  </a:lnTo>
                  <a:lnTo>
                    <a:pt x="3368741" y="633790"/>
                  </a:lnTo>
                  <a:lnTo>
                    <a:pt x="3335874" y="644295"/>
                  </a:lnTo>
                  <a:lnTo>
                    <a:pt x="3332744" y="645297"/>
                  </a:lnTo>
                  <a:lnTo>
                    <a:pt x="3326484" y="647301"/>
                  </a:lnTo>
                  <a:lnTo>
                    <a:pt x="3321267" y="648972"/>
                  </a:lnTo>
                  <a:lnTo>
                    <a:pt x="3316919" y="650365"/>
                  </a:lnTo>
                  <a:lnTo>
                    <a:pt x="3306833" y="653599"/>
                  </a:lnTo>
                  <a:lnTo>
                    <a:pt x="3304051" y="654492"/>
                  </a:lnTo>
                  <a:lnTo>
                    <a:pt x="3290661" y="658790"/>
                  </a:lnTo>
                  <a:lnTo>
                    <a:pt x="3290313" y="658902"/>
                  </a:lnTo>
                  <a:lnTo>
                    <a:pt x="3287183" y="659907"/>
                  </a:lnTo>
                  <a:lnTo>
                    <a:pt x="3277271" y="663093"/>
                  </a:lnTo>
                  <a:lnTo>
                    <a:pt x="3267880" y="666114"/>
                  </a:lnTo>
                  <a:lnTo>
                    <a:pt x="3260055" y="668632"/>
                  </a:lnTo>
                  <a:lnTo>
                    <a:pt x="3259359" y="668856"/>
                  </a:lnTo>
                  <a:lnTo>
                    <a:pt x="3252925" y="670929"/>
                  </a:lnTo>
                  <a:lnTo>
                    <a:pt x="3243535" y="673955"/>
                  </a:lnTo>
                  <a:lnTo>
                    <a:pt x="3231884" y="677713"/>
                  </a:lnTo>
                  <a:lnTo>
                    <a:pt x="3220580" y="681363"/>
                  </a:lnTo>
                  <a:lnTo>
                    <a:pt x="3216059" y="682824"/>
                  </a:lnTo>
                  <a:lnTo>
                    <a:pt x="3215363" y="683049"/>
                  </a:lnTo>
                  <a:lnTo>
                    <a:pt x="3201625" y="687491"/>
                  </a:lnTo>
                  <a:lnTo>
                    <a:pt x="3195017" y="689629"/>
                  </a:lnTo>
                  <a:lnTo>
                    <a:pt x="3194843" y="689686"/>
                  </a:lnTo>
                  <a:lnTo>
                    <a:pt x="3161977" y="700340"/>
                  </a:lnTo>
                  <a:lnTo>
                    <a:pt x="3158847" y="701356"/>
                  </a:lnTo>
                  <a:lnTo>
                    <a:pt x="3152586" y="703390"/>
                  </a:lnTo>
                  <a:lnTo>
                    <a:pt x="3147369" y="705085"/>
                  </a:lnTo>
                  <a:lnTo>
                    <a:pt x="3143022" y="706498"/>
                  </a:lnTo>
                  <a:lnTo>
                    <a:pt x="3132936" y="709779"/>
                  </a:lnTo>
                  <a:lnTo>
                    <a:pt x="3130154" y="710685"/>
                  </a:lnTo>
                  <a:lnTo>
                    <a:pt x="3116763" y="715046"/>
                  </a:lnTo>
                  <a:lnTo>
                    <a:pt x="3116416" y="715159"/>
                  </a:lnTo>
                  <a:lnTo>
                    <a:pt x="3113285" y="716180"/>
                  </a:lnTo>
                  <a:lnTo>
                    <a:pt x="3103373" y="719412"/>
                  </a:lnTo>
                  <a:lnTo>
                    <a:pt x="3093983" y="722477"/>
                  </a:lnTo>
                  <a:lnTo>
                    <a:pt x="3086157" y="725033"/>
                  </a:lnTo>
                  <a:lnTo>
                    <a:pt x="3085462" y="725261"/>
                  </a:lnTo>
                  <a:lnTo>
                    <a:pt x="3079028" y="727364"/>
                  </a:lnTo>
                  <a:lnTo>
                    <a:pt x="3069637" y="730436"/>
                  </a:lnTo>
                  <a:lnTo>
                    <a:pt x="3057986" y="734250"/>
                  </a:lnTo>
                  <a:lnTo>
                    <a:pt x="3046683" y="737955"/>
                  </a:lnTo>
                  <a:lnTo>
                    <a:pt x="3042161" y="739438"/>
                  </a:lnTo>
                  <a:lnTo>
                    <a:pt x="3041466" y="739666"/>
                  </a:lnTo>
                  <a:lnTo>
                    <a:pt x="3027728" y="744176"/>
                  </a:lnTo>
                  <a:lnTo>
                    <a:pt x="3021120" y="746347"/>
                  </a:lnTo>
                  <a:lnTo>
                    <a:pt x="3020946" y="746404"/>
                  </a:lnTo>
                  <a:lnTo>
                    <a:pt x="2988079" y="757222"/>
                  </a:lnTo>
                  <a:lnTo>
                    <a:pt x="2984949" y="758254"/>
                  </a:lnTo>
                  <a:lnTo>
                    <a:pt x="2978689" y="760319"/>
                  </a:lnTo>
                  <a:lnTo>
                    <a:pt x="2973472" y="762041"/>
                  </a:lnTo>
                  <a:lnTo>
                    <a:pt x="2969125" y="763476"/>
                  </a:lnTo>
                  <a:lnTo>
                    <a:pt x="2959038" y="766808"/>
                  </a:lnTo>
                  <a:lnTo>
                    <a:pt x="2956256" y="767728"/>
                  </a:lnTo>
                  <a:lnTo>
                    <a:pt x="2942866" y="772157"/>
                  </a:lnTo>
                  <a:lnTo>
                    <a:pt x="2942518" y="772273"/>
                  </a:lnTo>
                  <a:lnTo>
                    <a:pt x="2939388" y="773309"/>
                  </a:lnTo>
                  <a:lnTo>
                    <a:pt x="2929476" y="776593"/>
                  </a:lnTo>
                  <a:lnTo>
                    <a:pt x="2920085" y="779706"/>
                  </a:lnTo>
                  <a:lnTo>
                    <a:pt x="2912260" y="782303"/>
                  </a:lnTo>
                  <a:lnTo>
                    <a:pt x="2911564" y="782534"/>
                  </a:lnTo>
                  <a:lnTo>
                    <a:pt x="2905130" y="784670"/>
                  </a:lnTo>
                  <a:lnTo>
                    <a:pt x="2895740" y="787791"/>
                  </a:lnTo>
                  <a:lnTo>
                    <a:pt x="2884089" y="791667"/>
                  </a:lnTo>
                  <a:lnTo>
                    <a:pt x="2872785" y="795431"/>
                  </a:lnTo>
                  <a:lnTo>
                    <a:pt x="2868264" y="796937"/>
                  </a:lnTo>
                  <a:lnTo>
                    <a:pt x="2867568" y="797169"/>
                  </a:lnTo>
                  <a:lnTo>
                    <a:pt x="2853831" y="801752"/>
                  </a:lnTo>
                  <a:lnTo>
                    <a:pt x="2847222" y="803958"/>
                  </a:lnTo>
                  <a:lnTo>
                    <a:pt x="2847049" y="804016"/>
                  </a:lnTo>
                  <a:lnTo>
                    <a:pt x="2814182" y="815010"/>
                  </a:lnTo>
                  <a:lnTo>
                    <a:pt x="2811052" y="816059"/>
                  </a:lnTo>
                  <a:lnTo>
                    <a:pt x="2804791" y="818158"/>
                  </a:lnTo>
                  <a:lnTo>
                    <a:pt x="2799575" y="819907"/>
                  </a:lnTo>
                  <a:lnTo>
                    <a:pt x="2795227" y="821366"/>
                  </a:lnTo>
                  <a:lnTo>
                    <a:pt x="2785141" y="824753"/>
                  </a:lnTo>
                  <a:lnTo>
                    <a:pt x="2782359" y="825688"/>
                  </a:lnTo>
                  <a:lnTo>
                    <a:pt x="2768969" y="830190"/>
                  </a:lnTo>
                  <a:lnTo>
                    <a:pt x="2768621" y="830307"/>
                  </a:lnTo>
                  <a:lnTo>
                    <a:pt x="2765491" y="831361"/>
                  </a:lnTo>
                  <a:lnTo>
                    <a:pt x="2755578" y="834699"/>
                  </a:lnTo>
                  <a:lnTo>
                    <a:pt x="2738363" y="840504"/>
                  </a:lnTo>
                  <a:lnTo>
                    <a:pt x="2737667" y="840738"/>
                  </a:lnTo>
                  <a:lnTo>
                    <a:pt x="2731233" y="842911"/>
                  </a:lnTo>
                  <a:lnTo>
                    <a:pt x="2721842" y="846083"/>
                  </a:lnTo>
                  <a:lnTo>
                    <a:pt x="2710191" y="850023"/>
                  </a:lnTo>
                  <a:lnTo>
                    <a:pt x="2698888" y="853850"/>
                  </a:lnTo>
                  <a:lnTo>
                    <a:pt x="2694367" y="855382"/>
                  </a:lnTo>
                  <a:lnTo>
                    <a:pt x="2693671" y="855618"/>
                  </a:lnTo>
                  <a:lnTo>
                    <a:pt x="2679933" y="860277"/>
                  </a:lnTo>
                  <a:lnTo>
                    <a:pt x="2673325" y="862520"/>
                  </a:lnTo>
                  <a:lnTo>
                    <a:pt x="2673151" y="862579"/>
                  </a:lnTo>
                  <a:lnTo>
                    <a:pt x="2640284" y="873758"/>
                  </a:lnTo>
                  <a:lnTo>
                    <a:pt x="2637154" y="874825"/>
                  </a:lnTo>
                  <a:lnTo>
                    <a:pt x="2630894" y="876959"/>
                  </a:lnTo>
                  <a:lnTo>
                    <a:pt x="2625677" y="878738"/>
                  </a:lnTo>
                  <a:lnTo>
                    <a:pt x="2621330" y="880222"/>
                  </a:lnTo>
                  <a:lnTo>
                    <a:pt x="2611244" y="883666"/>
                  </a:lnTo>
                  <a:lnTo>
                    <a:pt x="2608461" y="884616"/>
                  </a:lnTo>
                  <a:lnTo>
                    <a:pt x="2594723" y="889314"/>
                  </a:lnTo>
                  <a:lnTo>
                    <a:pt x="2591593" y="890385"/>
                  </a:lnTo>
                  <a:lnTo>
                    <a:pt x="2581681" y="893780"/>
                  </a:lnTo>
                  <a:lnTo>
                    <a:pt x="2572291" y="896999"/>
                  </a:lnTo>
                  <a:lnTo>
                    <a:pt x="2564465" y="899683"/>
                  </a:lnTo>
                  <a:lnTo>
                    <a:pt x="2563770" y="899922"/>
                  </a:lnTo>
                  <a:lnTo>
                    <a:pt x="2557335" y="902131"/>
                  </a:lnTo>
                  <a:lnTo>
                    <a:pt x="2547945" y="905357"/>
                  </a:lnTo>
                  <a:lnTo>
                    <a:pt x="2536294" y="909364"/>
                  </a:lnTo>
                  <a:lnTo>
                    <a:pt x="2524990" y="913256"/>
                  </a:lnTo>
                  <a:lnTo>
                    <a:pt x="2520469" y="914814"/>
                  </a:lnTo>
                  <a:lnTo>
                    <a:pt x="2519774" y="915054"/>
                  </a:lnTo>
                  <a:lnTo>
                    <a:pt x="2506036" y="919792"/>
                  </a:lnTo>
                  <a:lnTo>
                    <a:pt x="2499428" y="922074"/>
                  </a:lnTo>
                  <a:lnTo>
                    <a:pt x="2499254" y="922134"/>
                  </a:lnTo>
                  <a:lnTo>
                    <a:pt x="2466387" y="933503"/>
                  </a:lnTo>
                  <a:lnTo>
                    <a:pt x="2463257" y="934587"/>
                  </a:lnTo>
                  <a:lnTo>
                    <a:pt x="2456997" y="936758"/>
                  </a:lnTo>
                  <a:lnTo>
                    <a:pt x="2451780" y="938567"/>
                  </a:lnTo>
                  <a:lnTo>
                    <a:pt x="2447432" y="940076"/>
                  </a:lnTo>
                  <a:lnTo>
                    <a:pt x="2437346" y="943578"/>
                  </a:lnTo>
                  <a:lnTo>
                    <a:pt x="2434564" y="944545"/>
                  </a:lnTo>
                  <a:lnTo>
                    <a:pt x="2421174" y="949202"/>
                  </a:lnTo>
                  <a:lnTo>
                    <a:pt x="2420826" y="949323"/>
                  </a:lnTo>
                  <a:lnTo>
                    <a:pt x="2417696" y="950412"/>
                  </a:lnTo>
                  <a:lnTo>
                    <a:pt x="2407784" y="953864"/>
                  </a:lnTo>
                  <a:lnTo>
                    <a:pt x="2398393" y="957137"/>
                  </a:lnTo>
                  <a:lnTo>
                    <a:pt x="2390568" y="959867"/>
                  </a:lnTo>
                  <a:lnTo>
                    <a:pt x="2389872" y="960110"/>
                  </a:lnTo>
                  <a:lnTo>
                    <a:pt x="2383438" y="962356"/>
                  </a:lnTo>
                  <a:lnTo>
                    <a:pt x="2374047" y="965637"/>
                  </a:lnTo>
                  <a:lnTo>
                    <a:pt x="2362396" y="969712"/>
                  </a:lnTo>
                  <a:lnTo>
                    <a:pt x="2351093" y="973670"/>
                  </a:lnTo>
                  <a:lnTo>
                    <a:pt x="2346572" y="975254"/>
                  </a:lnTo>
                  <a:lnTo>
                    <a:pt x="2345876" y="975498"/>
                  </a:lnTo>
                  <a:lnTo>
                    <a:pt x="2332138" y="980316"/>
                  </a:lnTo>
                  <a:lnTo>
                    <a:pt x="2325530" y="982635"/>
                  </a:lnTo>
                  <a:lnTo>
                    <a:pt x="2325356" y="982696"/>
                  </a:lnTo>
                  <a:lnTo>
                    <a:pt x="2292490" y="994256"/>
                  </a:lnTo>
                  <a:lnTo>
                    <a:pt x="2289359" y="995359"/>
                  </a:lnTo>
                  <a:lnTo>
                    <a:pt x="2283099" y="997565"/>
                  </a:lnTo>
                  <a:lnTo>
                    <a:pt x="2277882" y="999405"/>
                  </a:lnTo>
                  <a:lnTo>
                    <a:pt x="2273535" y="1000938"/>
                  </a:lnTo>
                  <a:lnTo>
                    <a:pt x="2263449" y="1004499"/>
                  </a:lnTo>
                  <a:lnTo>
                    <a:pt x="2260666" y="1005482"/>
                  </a:lnTo>
                  <a:lnTo>
                    <a:pt x="2247276" y="1010216"/>
                  </a:lnTo>
                  <a:lnTo>
                    <a:pt x="2246928" y="1010339"/>
                  </a:lnTo>
                  <a:lnTo>
                    <a:pt x="2243798" y="1011446"/>
                  </a:lnTo>
                  <a:lnTo>
                    <a:pt x="2233886" y="1014955"/>
                  </a:lnTo>
                  <a:lnTo>
                    <a:pt x="2224496" y="1018283"/>
                  </a:lnTo>
                  <a:lnTo>
                    <a:pt x="2216670" y="1021057"/>
                  </a:lnTo>
                  <a:lnTo>
                    <a:pt x="2215975" y="1021304"/>
                  </a:lnTo>
                  <a:lnTo>
                    <a:pt x="2209540" y="1023588"/>
                  </a:lnTo>
                  <a:lnTo>
                    <a:pt x="2200150" y="1026922"/>
                  </a:lnTo>
                  <a:lnTo>
                    <a:pt x="2188499" y="1031064"/>
                  </a:lnTo>
                  <a:lnTo>
                    <a:pt x="2177196" y="1035086"/>
                  </a:lnTo>
                  <a:lnTo>
                    <a:pt x="2172674" y="1036696"/>
                  </a:lnTo>
                  <a:lnTo>
                    <a:pt x="2171979" y="1036944"/>
                  </a:lnTo>
                  <a:lnTo>
                    <a:pt x="2158241" y="1041840"/>
                  </a:lnTo>
                  <a:lnTo>
                    <a:pt x="2151633" y="1044197"/>
                  </a:lnTo>
                  <a:lnTo>
                    <a:pt x="2151459" y="1044259"/>
                  </a:lnTo>
                  <a:lnTo>
                    <a:pt x="2118592" y="1056005"/>
                  </a:lnTo>
                  <a:lnTo>
                    <a:pt x="2115462" y="1057125"/>
                  </a:lnTo>
                  <a:lnTo>
                    <a:pt x="2109202" y="1059367"/>
                  </a:lnTo>
                  <a:lnTo>
                    <a:pt x="2103985" y="1061236"/>
                  </a:lnTo>
                  <a:lnTo>
                    <a:pt x="2099637" y="1062794"/>
                  </a:lnTo>
                  <a:lnTo>
                    <a:pt x="2089551" y="1066412"/>
                  </a:lnTo>
                  <a:lnTo>
                    <a:pt x="2086769" y="1067410"/>
                  </a:lnTo>
                  <a:lnTo>
                    <a:pt x="2073379" y="1072219"/>
                  </a:lnTo>
                  <a:lnTo>
                    <a:pt x="2073031" y="1072344"/>
                  </a:lnTo>
                  <a:lnTo>
                    <a:pt x="2069901" y="1073469"/>
                  </a:lnTo>
                  <a:lnTo>
                    <a:pt x="2059989" y="1077033"/>
                  </a:lnTo>
                  <a:lnTo>
                    <a:pt x="2050598" y="1080413"/>
                  </a:lnTo>
                  <a:lnTo>
                    <a:pt x="2042773" y="1083231"/>
                  </a:lnTo>
                  <a:lnTo>
                    <a:pt x="2042077" y="1083482"/>
                  </a:lnTo>
                  <a:lnTo>
                    <a:pt x="2035643" y="1085801"/>
                  </a:lnTo>
                  <a:lnTo>
                    <a:pt x="2026253" y="1089187"/>
                  </a:lnTo>
                  <a:lnTo>
                    <a:pt x="2014601" y="1093393"/>
                  </a:lnTo>
                  <a:lnTo>
                    <a:pt x="2003298" y="1097477"/>
                  </a:lnTo>
                  <a:lnTo>
                    <a:pt x="1998777" y="1099112"/>
                  </a:lnTo>
                  <a:lnTo>
                    <a:pt x="1998081" y="1099364"/>
                  </a:lnTo>
                  <a:lnTo>
                    <a:pt x="1984343" y="1104335"/>
                  </a:lnTo>
                  <a:lnTo>
                    <a:pt x="1977735" y="1106728"/>
                  </a:lnTo>
                  <a:lnTo>
                    <a:pt x="1977561" y="1106791"/>
                  </a:lnTo>
                  <a:lnTo>
                    <a:pt x="1944695" y="1118715"/>
                  </a:lnTo>
                  <a:lnTo>
                    <a:pt x="1941564" y="1119852"/>
                  </a:lnTo>
                  <a:lnTo>
                    <a:pt x="1935304" y="1122128"/>
                  </a:lnTo>
                  <a:lnTo>
                    <a:pt x="1930087" y="1124025"/>
                  </a:lnTo>
                  <a:lnTo>
                    <a:pt x="1925740" y="1125606"/>
                  </a:lnTo>
                  <a:lnTo>
                    <a:pt x="1915654" y="1129277"/>
                  </a:lnTo>
                  <a:lnTo>
                    <a:pt x="1912871" y="1130291"/>
                  </a:lnTo>
                  <a:lnTo>
                    <a:pt x="1899481" y="1135170"/>
                  </a:lnTo>
                  <a:lnTo>
                    <a:pt x="1899134" y="1135297"/>
                  </a:lnTo>
                  <a:lnTo>
                    <a:pt x="1896003" y="1136439"/>
                  </a:lnTo>
                  <a:lnTo>
                    <a:pt x="1886091" y="1140055"/>
                  </a:lnTo>
                  <a:lnTo>
                    <a:pt x="1876701" y="1143484"/>
                  </a:lnTo>
                  <a:lnTo>
                    <a:pt x="1868875" y="1146344"/>
                  </a:lnTo>
                  <a:lnTo>
                    <a:pt x="1868180" y="1146598"/>
                  </a:lnTo>
                  <a:lnTo>
                    <a:pt x="1861746" y="1148951"/>
                  </a:lnTo>
                  <a:lnTo>
                    <a:pt x="1852355" y="1152386"/>
                  </a:lnTo>
                  <a:lnTo>
                    <a:pt x="1840704" y="1156652"/>
                  </a:lnTo>
                  <a:lnTo>
                    <a:pt x="1829401" y="1160795"/>
                  </a:lnTo>
                  <a:lnTo>
                    <a:pt x="1824879" y="1162453"/>
                  </a:lnTo>
                  <a:lnTo>
                    <a:pt x="1824184" y="1162708"/>
                  </a:lnTo>
                  <a:lnTo>
                    <a:pt x="1810446" y="1167750"/>
                  </a:lnTo>
                  <a:lnTo>
                    <a:pt x="1803838" y="1170177"/>
                  </a:lnTo>
                  <a:lnTo>
                    <a:pt x="1803664" y="1170241"/>
                  </a:lnTo>
                  <a:lnTo>
                    <a:pt x="1770797" y="1182331"/>
                  </a:lnTo>
                  <a:lnTo>
                    <a:pt x="1767667" y="1183484"/>
                  </a:lnTo>
                  <a:lnTo>
                    <a:pt x="1761407" y="1185790"/>
                  </a:lnTo>
                  <a:lnTo>
                    <a:pt x="1756190" y="1187714"/>
                  </a:lnTo>
                  <a:lnTo>
                    <a:pt x="1751842" y="1189317"/>
                  </a:lnTo>
                  <a:lnTo>
                    <a:pt x="1741756" y="1193038"/>
                  </a:lnTo>
                  <a:lnTo>
                    <a:pt x="1738974" y="1194065"/>
                  </a:lnTo>
                  <a:lnTo>
                    <a:pt x="1725584" y="1199011"/>
                  </a:lnTo>
                  <a:lnTo>
                    <a:pt x="1725236" y="1199140"/>
                  </a:lnTo>
                  <a:lnTo>
                    <a:pt x="1712194" y="1203962"/>
                  </a:lnTo>
                  <a:lnTo>
                    <a:pt x="1702803" y="1207436"/>
                  </a:lnTo>
                  <a:lnTo>
                    <a:pt x="1694978" y="1210334"/>
                  </a:lnTo>
                  <a:lnTo>
                    <a:pt x="1694282" y="1210591"/>
                  </a:lnTo>
                  <a:lnTo>
                    <a:pt x="1687848" y="1212975"/>
                  </a:lnTo>
                  <a:lnTo>
                    <a:pt x="1678458" y="1216456"/>
                  </a:lnTo>
                  <a:lnTo>
                    <a:pt x="1666807" y="1220778"/>
                  </a:lnTo>
                  <a:lnTo>
                    <a:pt x="1655503" y="1224974"/>
                  </a:lnTo>
                  <a:lnTo>
                    <a:pt x="1650982" y="1226654"/>
                  </a:lnTo>
                  <a:lnTo>
                    <a:pt x="1650286" y="1226912"/>
                  </a:lnTo>
                  <a:lnTo>
                    <a:pt x="1636548" y="1232019"/>
                  </a:lnTo>
                  <a:lnTo>
                    <a:pt x="1629940" y="1234477"/>
                  </a:lnTo>
                  <a:lnTo>
                    <a:pt x="1629766" y="1234542"/>
                  </a:lnTo>
                  <a:lnTo>
                    <a:pt x="1596900" y="1246784"/>
                  </a:lnTo>
                  <a:lnTo>
                    <a:pt x="1593770" y="1247951"/>
                  </a:lnTo>
                  <a:lnTo>
                    <a:pt x="1587509" y="1250287"/>
                  </a:lnTo>
                  <a:lnTo>
                    <a:pt x="1582292" y="1252234"/>
                  </a:lnTo>
                  <a:lnTo>
                    <a:pt x="1577945" y="1253857"/>
                  </a:lnTo>
                  <a:lnTo>
                    <a:pt x="1567859" y="1257624"/>
                  </a:lnTo>
                  <a:lnTo>
                    <a:pt x="1565077" y="1258664"/>
                  </a:lnTo>
                  <a:lnTo>
                    <a:pt x="1551686" y="1263670"/>
                  </a:lnTo>
                  <a:lnTo>
                    <a:pt x="1551339" y="1263800"/>
                  </a:lnTo>
                  <a:lnTo>
                    <a:pt x="1548208" y="1264971"/>
                  </a:lnTo>
                  <a:lnTo>
                    <a:pt x="1538296" y="1268680"/>
                  </a:lnTo>
                  <a:lnTo>
                    <a:pt x="1528906" y="1272197"/>
                  </a:lnTo>
                  <a:lnTo>
                    <a:pt x="1521080" y="1275129"/>
                  </a:lnTo>
                  <a:lnTo>
                    <a:pt x="1520385" y="1275389"/>
                  </a:lnTo>
                  <a:lnTo>
                    <a:pt x="1513951" y="1277801"/>
                  </a:lnTo>
                  <a:lnTo>
                    <a:pt x="1504560" y="1281323"/>
                  </a:lnTo>
                  <a:lnTo>
                    <a:pt x="1492909" y="1285696"/>
                  </a:lnTo>
                  <a:lnTo>
                    <a:pt x="1481606" y="1289941"/>
                  </a:lnTo>
                  <a:lnTo>
                    <a:pt x="1477084" y="1291640"/>
                  </a:lnTo>
                  <a:lnTo>
                    <a:pt x="1476389" y="1291902"/>
                  </a:lnTo>
                  <a:lnTo>
                    <a:pt x="1462651" y="1297067"/>
                  </a:lnTo>
                  <a:lnTo>
                    <a:pt x="1456043" y="1299553"/>
                  </a:lnTo>
                  <a:lnTo>
                    <a:pt x="1455869" y="1299618"/>
                  </a:lnTo>
                  <a:lnTo>
                    <a:pt x="1423002" y="1311999"/>
                  </a:lnTo>
                  <a:lnTo>
                    <a:pt x="1419872" y="1313179"/>
                  </a:lnTo>
                  <a:lnTo>
                    <a:pt x="1413612" y="1315540"/>
                  </a:lnTo>
                  <a:lnTo>
                    <a:pt x="1408395" y="1317509"/>
                  </a:lnTo>
                  <a:lnTo>
                    <a:pt x="1404047" y="1319150"/>
                  </a:lnTo>
                  <a:lnTo>
                    <a:pt x="1393961" y="1322958"/>
                  </a:lnTo>
                  <a:lnTo>
                    <a:pt x="1391179" y="1324009"/>
                  </a:lnTo>
                  <a:lnTo>
                    <a:pt x="1377789" y="1329070"/>
                  </a:lnTo>
                  <a:lnTo>
                    <a:pt x="1377441" y="1329201"/>
                  </a:lnTo>
                  <a:lnTo>
                    <a:pt x="1374311" y="1330385"/>
                  </a:lnTo>
                  <a:lnTo>
                    <a:pt x="1364399" y="1334134"/>
                  </a:lnTo>
                  <a:lnTo>
                    <a:pt x="1355008" y="1337688"/>
                  </a:lnTo>
                  <a:lnTo>
                    <a:pt x="1347183" y="1340651"/>
                  </a:lnTo>
                  <a:lnTo>
                    <a:pt x="1346487" y="1340914"/>
                  </a:lnTo>
                  <a:lnTo>
                    <a:pt x="1340053" y="1343351"/>
                  </a:lnTo>
                  <a:lnTo>
                    <a:pt x="1330663" y="1346910"/>
                  </a:lnTo>
                  <a:lnTo>
                    <a:pt x="1319012" y="1351328"/>
                  </a:lnTo>
                  <a:lnTo>
                    <a:pt x="1307708" y="1355617"/>
                  </a:lnTo>
                  <a:lnTo>
                    <a:pt x="1303187" y="1357334"/>
                  </a:lnTo>
                  <a:lnTo>
                    <a:pt x="1302491" y="1357598"/>
                  </a:lnTo>
                  <a:lnTo>
                    <a:pt x="1288753" y="1362815"/>
                  </a:lnTo>
                  <a:lnTo>
                    <a:pt x="1282145" y="1365327"/>
                  </a:lnTo>
                  <a:lnTo>
                    <a:pt x="1281971" y="1365393"/>
                  </a:lnTo>
                  <a:lnTo>
                    <a:pt x="1249105" y="1377896"/>
                  </a:lnTo>
                  <a:lnTo>
                    <a:pt x="1245975" y="1379088"/>
                  </a:lnTo>
                  <a:lnTo>
                    <a:pt x="1239714" y="1381472"/>
                  </a:lnTo>
                  <a:lnTo>
                    <a:pt x="1234497" y="1383460"/>
                  </a:lnTo>
                  <a:lnTo>
                    <a:pt x="1230150" y="1385117"/>
                  </a:lnTo>
                  <a:lnTo>
                    <a:pt x="1220064" y="1388962"/>
                  </a:lnTo>
                  <a:lnTo>
                    <a:pt x="1217282" y="1390023"/>
                  </a:lnTo>
                  <a:lnTo>
                    <a:pt x="1203892" y="1395132"/>
                  </a:lnTo>
                  <a:lnTo>
                    <a:pt x="1203544" y="1395264"/>
                  </a:lnTo>
                  <a:lnTo>
                    <a:pt x="1200414" y="1396459"/>
                  </a:lnTo>
                  <a:lnTo>
                    <a:pt x="1190501" y="1400244"/>
                  </a:lnTo>
                  <a:lnTo>
                    <a:pt x="1181111" y="1403831"/>
                  </a:lnTo>
                  <a:lnTo>
                    <a:pt x="1173286" y="1406821"/>
                  </a:lnTo>
                  <a:lnTo>
                    <a:pt x="1172590" y="1407087"/>
                  </a:lnTo>
                  <a:lnTo>
                    <a:pt x="1166156" y="1409547"/>
                  </a:lnTo>
                  <a:lnTo>
                    <a:pt x="1156765" y="1413139"/>
                  </a:lnTo>
                  <a:lnTo>
                    <a:pt x="1145114" y="1417597"/>
                  </a:lnTo>
                  <a:lnTo>
                    <a:pt x="1133811" y="1421925"/>
                  </a:lnTo>
                  <a:lnTo>
                    <a:pt x="1129290" y="1423656"/>
                  </a:lnTo>
                  <a:lnTo>
                    <a:pt x="1128594" y="1423923"/>
                  </a:lnTo>
                  <a:lnTo>
                    <a:pt x="1114856" y="1429187"/>
                  </a:lnTo>
                  <a:lnTo>
                    <a:pt x="1108248" y="1431721"/>
                  </a:lnTo>
                  <a:lnTo>
                    <a:pt x="1108074" y="1431787"/>
                  </a:lnTo>
                  <a:lnTo>
                    <a:pt x="1075207" y="1444399"/>
                  </a:lnTo>
                  <a:lnTo>
                    <a:pt x="1072077" y="1445601"/>
                  </a:lnTo>
                  <a:lnTo>
                    <a:pt x="1065817" y="1448006"/>
                  </a:lnTo>
                  <a:lnTo>
                    <a:pt x="1060600" y="1450011"/>
                  </a:lnTo>
                  <a:lnTo>
                    <a:pt x="1056253" y="1451682"/>
                  </a:lnTo>
                  <a:lnTo>
                    <a:pt x="1046167" y="1455559"/>
                  </a:lnTo>
                  <a:lnTo>
                    <a:pt x="1043384" y="1456629"/>
                  </a:lnTo>
                  <a:lnTo>
                    <a:pt x="1029994" y="1461780"/>
                  </a:lnTo>
                  <a:lnTo>
                    <a:pt x="1029646" y="1461914"/>
                  </a:lnTo>
                  <a:lnTo>
                    <a:pt x="1026516" y="1463119"/>
                  </a:lnTo>
                  <a:lnTo>
                    <a:pt x="1016604" y="1466935"/>
                  </a:lnTo>
                  <a:lnTo>
                    <a:pt x="1007214" y="1470551"/>
                  </a:lnTo>
                  <a:lnTo>
                    <a:pt x="999388" y="1473566"/>
                  </a:lnTo>
                  <a:lnTo>
                    <a:pt x="998693" y="1473834"/>
                  </a:lnTo>
                  <a:lnTo>
                    <a:pt x="992258" y="1476314"/>
                  </a:lnTo>
                  <a:lnTo>
                    <a:pt x="982868" y="1479934"/>
                  </a:lnTo>
                  <a:lnTo>
                    <a:pt x="971217" y="1484428"/>
                  </a:lnTo>
                  <a:lnTo>
                    <a:pt x="959913" y="1488789"/>
                  </a:lnTo>
                  <a:lnTo>
                    <a:pt x="955392" y="1490535"/>
                  </a:lnTo>
                  <a:lnTo>
                    <a:pt x="954696" y="1490803"/>
                  </a:lnTo>
                  <a:lnTo>
                    <a:pt x="940959" y="1496108"/>
                  </a:lnTo>
                  <a:lnTo>
                    <a:pt x="934350" y="1498661"/>
                  </a:lnTo>
                  <a:lnTo>
                    <a:pt x="934177" y="1498728"/>
                  </a:lnTo>
                  <a:lnTo>
                    <a:pt x="901310" y="1511436"/>
                  </a:lnTo>
                  <a:lnTo>
                    <a:pt x="898180" y="1512647"/>
                  </a:lnTo>
                  <a:lnTo>
                    <a:pt x="891920" y="1515070"/>
                  </a:lnTo>
                  <a:lnTo>
                    <a:pt x="886703" y="1517089"/>
                  </a:lnTo>
                  <a:lnTo>
                    <a:pt x="882355" y="1518772"/>
                  </a:lnTo>
                  <a:lnTo>
                    <a:pt x="872269" y="1522678"/>
                  </a:lnTo>
                  <a:lnTo>
                    <a:pt x="869487" y="1523756"/>
                  </a:lnTo>
                  <a:lnTo>
                    <a:pt x="856097" y="1528945"/>
                  </a:lnTo>
                  <a:lnTo>
                    <a:pt x="855749" y="1529080"/>
                  </a:lnTo>
                  <a:lnTo>
                    <a:pt x="852619" y="1530293"/>
                  </a:lnTo>
                  <a:lnTo>
                    <a:pt x="842707" y="1534136"/>
                  </a:lnTo>
                  <a:lnTo>
                    <a:pt x="833316" y="1537778"/>
                  </a:lnTo>
                  <a:lnTo>
                    <a:pt x="824795" y="1541084"/>
                  </a:lnTo>
                  <a:lnTo>
                    <a:pt x="818361" y="1543581"/>
                  </a:lnTo>
                  <a:lnTo>
                    <a:pt x="797319" y="1551751"/>
                  </a:lnTo>
                  <a:lnTo>
                    <a:pt x="786016" y="1556143"/>
                  </a:lnTo>
                  <a:lnTo>
                    <a:pt x="781495" y="1557900"/>
                  </a:lnTo>
                  <a:lnTo>
                    <a:pt x="780799" y="1558171"/>
                  </a:lnTo>
                  <a:lnTo>
                    <a:pt x="767061" y="1563511"/>
                  </a:lnTo>
                  <a:lnTo>
                    <a:pt x="760453" y="1566081"/>
                  </a:lnTo>
                  <a:lnTo>
                    <a:pt x="760279" y="1566149"/>
                  </a:lnTo>
                  <a:lnTo>
                    <a:pt x="727413" y="1578940"/>
                  </a:lnTo>
                  <a:lnTo>
                    <a:pt x="724282" y="1580159"/>
                  </a:lnTo>
                  <a:lnTo>
                    <a:pt x="718022" y="1582598"/>
                  </a:lnTo>
                  <a:lnTo>
                    <a:pt x="712805" y="1584630"/>
                  </a:lnTo>
                  <a:lnTo>
                    <a:pt x="708458" y="1586324"/>
                  </a:lnTo>
                  <a:lnTo>
                    <a:pt x="698372" y="1590255"/>
                  </a:lnTo>
                  <a:lnTo>
                    <a:pt x="695589" y="1591339"/>
                  </a:lnTo>
                  <a:lnTo>
                    <a:pt x="682199" y="1596561"/>
                  </a:lnTo>
                  <a:lnTo>
                    <a:pt x="681851" y="1596696"/>
                  </a:lnTo>
                  <a:lnTo>
                    <a:pt x="678721" y="1597917"/>
                  </a:lnTo>
                  <a:lnTo>
                    <a:pt x="668809" y="1601784"/>
                  </a:lnTo>
                  <a:lnTo>
                    <a:pt x="659419" y="1605449"/>
                  </a:lnTo>
                  <a:lnTo>
                    <a:pt x="651593" y="1608503"/>
                  </a:lnTo>
                  <a:lnTo>
                    <a:pt x="650898" y="1608775"/>
                  </a:lnTo>
                  <a:lnTo>
                    <a:pt x="644463" y="1611287"/>
                  </a:lnTo>
                  <a:lnTo>
                    <a:pt x="635073" y="1614955"/>
                  </a:lnTo>
                  <a:lnTo>
                    <a:pt x="623422" y="1619507"/>
                  </a:lnTo>
                  <a:lnTo>
                    <a:pt x="612119" y="1623924"/>
                  </a:lnTo>
                  <a:lnTo>
                    <a:pt x="607597" y="1625692"/>
                  </a:lnTo>
                  <a:lnTo>
                    <a:pt x="606902" y="1625964"/>
                  </a:lnTo>
                  <a:lnTo>
                    <a:pt x="593164" y="1631336"/>
                  </a:lnTo>
                  <a:lnTo>
                    <a:pt x="586556" y="1633921"/>
                  </a:lnTo>
                  <a:lnTo>
                    <a:pt x="586382" y="1633989"/>
                  </a:lnTo>
                  <a:lnTo>
                    <a:pt x="553515" y="1646853"/>
                  </a:lnTo>
                  <a:lnTo>
                    <a:pt x="550385" y="1648079"/>
                  </a:lnTo>
                  <a:lnTo>
                    <a:pt x="544125" y="1650531"/>
                  </a:lnTo>
                  <a:lnTo>
                    <a:pt x="538908" y="1652575"/>
                  </a:lnTo>
                  <a:lnTo>
                    <a:pt x="534560" y="1654278"/>
                  </a:lnTo>
                  <a:lnTo>
                    <a:pt x="524474" y="1658231"/>
                  </a:lnTo>
                  <a:lnTo>
                    <a:pt x="521692" y="1659321"/>
                  </a:lnTo>
                  <a:lnTo>
                    <a:pt x="508302" y="1664571"/>
                  </a:lnTo>
                  <a:lnTo>
                    <a:pt x="507954" y="1664707"/>
                  </a:lnTo>
                  <a:lnTo>
                    <a:pt x="504824" y="1665935"/>
                  </a:lnTo>
                  <a:lnTo>
                    <a:pt x="494912" y="1669822"/>
                  </a:lnTo>
                  <a:lnTo>
                    <a:pt x="485521" y="1673507"/>
                  </a:lnTo>
                  <a:lnTo>
                    <a:pt x="477696" y="1676577"/>
                  </a:lnTo>
                  <a:lnTo>
                    <a:pt x="477000" y="1676850"/>
                  </a:lnTo>
                  <a:lnTo>
                    <a:pt x="470566" y="1679376"/>
                  </a:lnTo>
                  <a:lnTo>
                    <a:pt x="461176" y="1683063"/>
                  </a:lnTo>
                  <a:lnTo>
                    <a:pt x="449524" y="1687638"/>
                  </a:lnTo>
                  <a:lnTo>
                    <a:pt x="438221" y="1692079"/>
                  </a:lnTo>
                  <a:lnTo>
                    <a:pt x="433700" y="1693855"/>
                  </a:lnTo>
                  <a:lnTo>
                    <a:pt x="433004" y="1694128"/>
                  </a:lnTo>
                  <a:lnTo>
                    <a:pt x="419266" y="1699528"/>
                  </a:lnTo>
                  <a:lnTo>
                    <a:pt x="412658" y="1702126"/>
                  </a:lnTo>
                  <a:lnTo>
                    <a:pt x="412484" y="1702194"/>
                  </a:lnTo>
                  <a:lnTo>
                    <a:pt x="379618" y="1715122"/>
                  </a:lnTo>
                  <a:lnTo>
                    <a:pt x="376487" y="1716354"/>
                  </a:lnTo>
                  <a:lnTo>
                    <a:pt x="370227" y="1718818"/>
                  </a:lnTo>
                  <a:lnTo>
                    <a:pt x="365010" y="1720871"/>
                  </a:lnTo>
                  <a:lnTo>
                    <a:pt x="360663" y="1722583"/>
                  </a:lnTo>
                  <a:lnTo>
                    <a:pt x="350577" y="1726554"/>
                  </a:lnTo>
                  <a:lnTo>
                    <a:pt x="347794" y="1727650"/>
                  </a:lnTo>
                  <a:lnTo>
                    <a:pt x="334404" y="1732925"/>
                  </a:lnTo>
                  <a:lnTo>
                    <a:pt x="334056" y="1733062"/>
                  </a:lnTo>
                  <a:lnTo>
                    <a:pt x="330926" y="1734295"/>
                  </a:lnTo>
                  <a:lnTo>
                    <a:pt x="311624" y="1741902"/>
                  </a:lnTo>
                  <a:lnTo>
                    <a:pt x="303798" y="1744987"/>
                  </a:lnTo>
                  <a:lnTo>
                    <a:pt x="287278" y="1751502"/>
                  </a:lnTo>
                  <a:lnTo>
                    <a:pt x="275627" y="1756098"/>
                  </a:lnTo>
                  <a:lnTo>
                    <a:pt x="264324" y="1760558"/>
                  </a:lnTo>
                  <a:lnTo>
                    <a:pt x="259107" y="1762617"/>
                  </a:lnTo>
                  <a:lnTo>
                    <a:pt x="245369" y="1768041"/>
                  </a:lnTo>
                  <a:lnTo>
                    <a:pt x="205720" y="1783702"/>
                  </a:lnTo>
                  <a:lnTo>
                    <a:pt x="196330" y="1787413"/>
                  </a:lnTo>
                  <a:lnTo>
                    <a:pt x="191113" y="1789476"/>
                  </a:lnTo>
                  <a:lnTo>
                    <a:pt x="173897" y="1796283"/>
                  </a:lnTo>
                  <a:lnTo>
                    <a:pt x="129901" y="1813690"/>
                  </a:lnTo>
                  <a:lnTo>
                    <a:pt x="113381" y="1820231"/>
                  </a:lnTo>
                  <a:lnTo>
                    <a:pt x="85209" y="1831389"/>
                  </a:lnTo>
                  <a:lnTo>
                    <a:pt x="64863" y="1839452"/>
                  </a:lnTo>
                  <a:lnTo>
                    <a:pt x="28693" y="1853795"/>
                  </a:lnTo>
                  <a:lnTo>
                    <a:pt x="0" y="1865180"/>
                  </a:lnTo>
                  <a:close/>
                </a:path>
              </a:pathLst>
            </a:custGeom>
            <a:solidFill>
              <a:srgbClr val="C77CFF">
                <a:alpha val="14901"/>
              </a:srgbClr>
            </a:solidFill>
          </p:spPr>
          <p:txBody>
            <a:bodyPr/>
            <a:lstStyle/>
            <a:p/>
          </p:txBody>
        </p:sp>
        <p:sp>
          <p:nvSpPr>
            <p:cNvPr id="17" name="pl16"/>
            <p:cNvSpPr/>
            <p:nvPr/>
          </p:nvSpPr>
          <p:spPr>
            <a:xfrm>
              <a:off x="3377239" y="2714416"/>
              <a:ext cx="4320655" cy="1467887"/>
            </a:xfrm>
            <a:custGeom>
              <a:avLst/>
              <a:pathLst>
                <a:path w="4320655" h="1467887">
                  <a:moveTo>
                    <a:pt x="0" y="1467887"/>
                  </a:moveTo>
                  <a:lnTo>
                    <a:pt x="28693" y="1459389"/>
                  </a:lnTo>
                  <a:lnTo>
                    <a:pt x="64863" y="1448667"/>
                  </a:lnTo>
                  <a:lnTo>
                    <a:pt x="85209" y="1442631"/>
                  </a:lnTo>
                  <a:lnTo>
                    <a:pt x="113381" y="1434268"/>
                  </a:lnTo>
                  <a:lnTo>
                    <a:pt x="129901" y="1429361"/>
                  </a:lnTo>
                  <a:lnTo>
                    <a:pt x="173897" y="1416281"/>
                  </a:lnTo>
                  <a:lnTo>
                    <a:pt x="191113" y="1411158"/>
                  </a:lnTo>
                  <a:lnTo>
                    <a:pt x="196330" y="1409605"/>
                  </a:lnTo>
                  <a:lnTo>
                    <a:pt x="205720" y="1406809"/>
                  </a:lnTo>
                  <a:lnTo>
                    <a:pt x="245369" y="1394996"/>
                  </a:lnTo>
                  <a:lnTo>
                    <a:pt x="259107" y="1390900"/>
                  </a:lnTo>
                  <a:lnTo>
                    <a:pt x="264324" y="1389343"/>
                  </a:lnTo>
                  <a:lnTo>
                    <a:pt x="275627" y="1385971"/>
                  </a:lnTo>
                  <a:lnTo>
                    <a:pt x="287278" y="1382494"/>
                  </a:lnTo>
                  <a:lnTo>
                    <a:pt x="303798" y="1377560"/>
                  </a:lnTo>
                  <a:lnTo>
                    <a:pt x="311624" y="1375223"/>
                  </a:lnTo>
                  <a:lnTo>
                    <a:pt x="330926" y="1369454"/>
                  </a:lnTo>
                  <a:lnTo>
                    <a:pt x="334056" y="1368518"/>
                  </a:lnTo>
                  <a:lnTo>
                    <a:pt x="334404" y="1368414"/>
                  </a:lnTo>
                  <a:lnTo>
                    <a:pt x="347794" y="1364410"/>
                  </a:lnTo>
                  <a:lnTo>
                    <a:pt x="350577" y="1363578"/>
                  </a:lnTo>
                  <a:lnTo>
                    <a:pt x="360663" y="1360560"/>
                  </a:lnTo>
                  <a:lnTo>
                    <a:pt x="365010" y="1359259"/>
                  </a:lnTo>
                  <a:lnTo>
                    <a:pt x="370227" y="1357698"/>
                  </a:lnTo>
                  <a:lnTo>
                    <a:pt x="376487" y="1355823"/>
                  </a:lnTo>
                  <a:lnTo>
                    <a:pt x="379618" y="1354886"/>
                  </a:lnTo>
                  <a:lnTo>
                    <a:pt x="412484" y="1345039"/>
                  </a:lnTo>
                  <a:lnTo>
                    <a:pt x="412658" y="1344987"/>
                  </a:lnTo>
                  <a:lnTo>
                    <a:pt x="419266" y="1343006"/>
                  </a:lnTo>
                  <a:lnTo>
                    <a:pt x="433004" y="1338885"/>
                  </a:lnTo>
                  <a:lnTo>
                    <a:pt x="433700" y="1338677"/>
                  </a:lnTo>
                  <a:lnTo>
                    <a:pt x="438221" y="1337320"/>
                  </a:lnTo>
                  <a:lnTo>
                    <a:pt x="449524" y="1333928"/>
                  </a:lnTo>
                  <a:lnTo>
                    <a:pt x="461176" y="1330430"/>
                  </a:lnTo>
                  <a:lnTo>
                    <a:pt x="470566" y="1327609"/>
                  </a:lnTo>
                  <a:lnTo>
                    <a:pt x="477000" y="1325676"/>
                  </a:lnTo>
                  <a:lnTo>
                    <a:pt x="477696" y="1325467"/>
                  </a:lnTo>
                  <a:lnTo>
                    <a:pt x="485521" y="1323115"/>
                  </a:lnTo>
                  <a:lnTo>
                    <a:pt x="494912" y="1320292"/>
                  </a:lnTo>
                  <a:lnTo>
                    <a:pt x="504824" y="1317311"/>
                  </a:lnTo>
                  <a:lnTo>
                    <a:pt x="507954" y="1316370"/>
                  </a:lnTo>
                  <a:lnTo>
                    <a:pt x="508302" y="1316265"/>
                  </a:lnTo>
                  <a:lnTo>
                    <a:pt x="521692" y="1312236"/>
                  </a:lnTo>
                  <a:lnTo>
                    <a:pt x="524474" y="1311399"/>
                  </a:lnTo>
                  <a:lnTo>
                    <a:pt x="534560" y="1308362"/>
                  </a:lnTo>
                  <a:lnTo>
                    <a:pt x="538908" y="1307053"/>
                  </a:lnTo>
                  <a:lnTo>
                    <a:pt x="544125" y="1305481"/>
                  </a:lnTo>
                  <a:lnTo>
                    <a:pt x="550385" y="1303595"/>
                  </a:lnTo>
                  <a:lnTo>
                    <a:pt x="553515" y="1302652"/>
                  </a:lnTo>
                  <a:lnTo>
                    <a:pt x="586382" y="1292741"/>
                  </a:lnTo>
                  <a:lnTo>
                    <a:pt x="586556" y="1292689"/>
                  </a:lnTo>
                  <a:lnTo>
                    <a:pt x="593164" y="1290694"/>
                  </a:lnTo>
                  <a:lnTo>
                    <a:pt x="606902" y="1286547"/>
                  </a:lnTo>
                  <a:lnTo>
                    <a:pt x="607597" y="1286337"/>
                  </a:lnTo>
                  <a:lnTo>
                    <a:pt x="612119" y="1284971"/>
                  </a:lnTo>
                  <a:lnTo>
                    <a:pt x="623422" y="1281556"/>
                  </a:lnTo>
                  <a:lnTo>
                    <a:pt x="635073" y="1278034"/>
                  </a:lnTo>
                  <a:lnTo>
                    <a:pt x="644463" y="1275195"/>
                  </a:lnTo>
                  <a:lnTo>
                    <a:pt x="650898" y="1273248"/>
                  </a:lnTo>
                  <a:lnTo>
                    <a:pt x="651593" y="1273038"/>
                  </a:lnTo>
                  <a:lnTo>
                    <a:pt x="659419" y="1270670"/>
                  </a:lnTo>
                  <a:lnTo>
                    <a:pt x="668809" y="1267827"/>
                  </a:lnTo>
                  <a:lnTo>
                    <a:pt x="678721" y="1264826"/>
                  </a:lnTo>
                  <a:lnTo>
                    <a:pt x="681851" y="1263877"/>
                  </a:lnTo>
                  <a:lnTo>
                    <a:pt x="682199" y="1263772"/>
                  </a:lnTo>
                  <a:lnTo>
                    <a:pt x="695589" y="1259714"/>
                  </a:lnTo>
                  <a:lnTo>
                    <a:pt x="698372" y="1258871"/>
                  </a:lnTo>
                  <a:lnTo>
                    <a:pt x="708458" y="1255813"/>
                  </a:lnTo>
                  <a:lnTo>
                    <a:pt x="712805" y="1254494"/>
                  </a:lnTo>
                  <a:lnTo>
                    <a:pt x="718022" y="1252911"/>
                  </a:lnTo>
                  <a:lnTo>
                    <a:pt x="724282" y="1251011"/>
                  </a:lnTo>
                  <a:lnTo>
                    <a:pt x="727413" y="1250061"/>
                  </a:lnTo>
                  <a:lnTo>
                    <a:pt x="760279" y="1240078"/>
                  </a:lnTo>
                  <a:lnTo>
                    <a:pt x="760453" y="1240025"/>
                  </a:lnTo>
                  <a:lnTo>
                    <a:pt x="767061" y="1238016"/>
                  </a:lnTo>
                  <a:lnTo>
                    <a:pt x="780799" y="1233837"/>
                  </a:lnTo>
                  <a:lnTo>
                    <a:pt x="781495" y="1233625"/>
                  </a:lnTo>
                  <a:lnTo>
                    <a:pt x="786016" y="1232249"/>
                  </a:lnTo>
                  <a:lnTo>
                    <a:pt x="797319" y="1228808"/>
                  </a:lnTo>
                  <a:lnTo>
                    <a:pt x="818361" y="1222397"/>
                  </a:lnTo>
                  <a:lnTo>
                    <a:pt x="824795" y="1220436"/>
                  </a:lnTo>
                  <a:lnTo>
                    <a:pt x="833316" y="1217837"/>
                  </a:lnTo>
                  <a:lnTo>
                    <a:pt x="842707" y="1214972"/>
                  </a:lnTo>
                  <a:lnTo>
                    <a:pt x="852619" y="1211947"/>
                  </a:lnTo>
                  <a:lnTo>
                    <a:pt x="855749" y="1210991"/>
                  </a:lnTo>
                  <a:lnTo>
                    <a:pt x="856097" y="1210885"/>
                  </a:lnTo>
                  <a:lnTo>
                    <a:pt x="869487" y="1206794"/>
                  </a:lnTo>
                  <a:lnTo>
                    <a:pt x="872269" y="1205944"/>
                  </a:lnTo>
                  <a:lnTo>
                    <a:pt x="882355" y="1202861"/>
                  </a:lnTo>
                  <a:lnTo>
                    <a:pt x="886703" y="1201531"/>
                  </a:lnTo>
                  <a:lnTo>
                    <a:pt x="891920" y="1199936"/>
                  </a:lnTo>
                  <a:lnTo>
                    <a:pt x="898180" y="1198020"/>
                  </a:lnTo>
                  <a:lnTo>
                    <a:pt x="901310" y="1197062"/>
                  </a:lnTo>
                  <a:lnTo>
                    <a:pt x="934177" y="1186995"/>
                  </a:lnTo>
                  <a:lnTo>
                    <a:pt x="934350" y="1186942"/>
                  </a:lnTo>
                  <a:lnTo>
                    <a:pt x="940959" y="1184915"/>
                  </a:lnTo>
                  <a:lnTo>
                    <a:pt x="954696" y="1180701"/>
                  </a:lnTo>
                  <a:lnTo>
                    <a:pt x="955392" y="1180487"/>
                  </a:lnTo>
                  <a:lnTo>
                    <a:pt x="959913" y="1179100"/>
                  </a:lnTo>
                  <a:lnTo>
                    <a:pt x="971217" y="1175629"/>
                  </a:lnTo>
                  <a:lnTo>
                    <a:pt x="982868" y="1172049"/>
                  </a:lnTo>
                  <a:lnTo>
                    <a:pt x="992258" y="1169162"/>
                  </a:lnTo>
                  <a:lnTo>
                    <a:pt x="998693" y="1167183"/>
                  </a:lnTo>
                  <a:lnTo>
                    <a:pt x="999388" y="1166969"/>
                  </a:lnTo>
                  <a:lnTo>
                    <a:pt x="1007214" y="1164561"/>
                  </a:lnTo>
                  <a:lnTo>
                    <a:pt x="1016604" y="1161670"/>
                  </a:lnTo>
                  <a:lnTo>
                    <a:pt x="1026516" y="1158617"/>
                  </a:lnTo>
                  <a:lnTo>
                    <a:pt x="1029646" y="1157653"/>
                  </a:lnTo>
                  <a:lnTo>
                    <a:pt x="1029994" y="1157546"/>
                  </a:lnTo>
                  <a:lnTo>
                    <a:pt x="1043384" y="1153418"/>
                  </a:lnTo>
                  <a:lnTo>
                    <a:pt x="1046167" y="1152560"/>
                  </a:lnTo>
                  <a:lnTo>
                    <a:pt x="1056253" y="1149448"/>
                  </a:lnTo>
                  <a:lnTo>
                    <a:pt x="1060600" y="1148107"/>
                  </a:lnTo>
                  <a:lnTo>
                    <a:pt x="1065817" y="1146496"/>
                  </a:lnTo>
                  <a:lnTo>
                    <a:pt x="1072077" y="1144563"/>
                  </a:lnTo>
                  <a:lnTo>
                    <a:pt x="1075207" y="1143596"/>
                  </a:lnTo>
                  <a:lnTo>
                    <a:pt x="1108074" y="1133433"/>
                  </a:lnTo>
                  <a:lnTo>
                    <a:pt x="1108248" y="1133379"/>
                  </a:lnTo>
                  <a:lnTo>
                    <a:pt x="1114856" y="1131333"/>
                  </a:lnTo>
                  <a:lnTo>
                    <a:pt x="1128594" y="1127078"/>
                  </a:lnTo>
                  <a:lnTo>
                    <a:pt x="1129290" y="1126862"/>
                  </a:lnTo>
                  <a:lnTo>
                    <a:pt x="1133811" y="1125461"/>
                  </a:lnTo>
                  <a:lnTo>
                    <a:pt x="1145114" y="1121956"/>
                  </a:lnTo>
                  <a:lnTo>
                    <a:pt x="1156765" y="1118341"/>
                  </a:lnTo>
                  <a:lnTo>
                    <a:pt x="1166156" y="1115425"/>
                  </a:lnTo>
                  <a:lnTo>
                    <a:pt x="1172590" y="1113426"/>
                  </a:lnTo>
                  <a:lnTo>
                    <a:pt x="1173286" y="1113210"/>
                  </a:lnTo>
                  <a:lnTo>
                    <a:pt x="1181111" y="1110778"/>
                  </a:lnTo>
                  <a:lnTo>
                    <a:pt x="1190501" y="1107858"/>
                  </a:lnTo>
                  <a:lnTo>
                    <a:pt x="1200414" y="1104774"/>
                  </a:lnTo>
                  <a:lnTo>
                    <a:pt x="1203544" y="1103799"/>
                  </a:lnTo>
                  <a:lnTo>
                    <a:pt x="1203892" y="1103691"/>
                  </a:lnTo>
                  <a:lnTo>
                    <a:pt x="1217282" y="1099521"/>
                  </a:lnTo>
                  <a:lnTo>
                    <a:pt x="1220064" y="1098654"/>
                  </a:lnTo>
                  <a:lnTo>
                    <a:pt x="1230150" y="1095510"/>
                  </a:lnTo>
                  <a:lnTo>
                    <a:pt x="1234497" y="1094154"/>
                  </a:lnTo>
                  <a:lnTo>
                    <a:pt x="1239714" y="1092527"/>
                  </a:lnTo>
                  <a:lnTo>
                    <a:pt x="1245975" y="1090573"/>
                  </a:lnTo>
                  <a:lnTo>
                    <a:pt x="1249105" y="1089596"/>
                  </a:lnTo>
                  <a:lnTo>
                    <a:pt x="1281971" y="1079324"/>
                  </a:lnTo>
                  <a:lnTo>
                    <a:pt x="1282145" y="1079270"/>
                  </a:lnTo>
                  <a:lnTo>
                    <a:pt x="1288753" y="1077202"/>
                  </a:lnTo>
                  <a:lnTo>
                    <a:pt x="1302491" y="1072900"/>
                  </a:lnTo>
                  <a:lnTo>
                    <a:pt x="1303187" y="1072682"/>
                  </a:lnTo>
                  <a:lnTo>
                    <a:pt x="1307708" y="1071265"/>
                  </a:lnTo>
                  <a:lnTo>
                    <a:pt x="1319012" y="1067721"/>
                  </a:lnTo>
                  <a:lnTo>
                    <a:pt x="1330663" y="1064066"/>
                  </a:lnTo>
                  <a:lnTo>
                    <a:pt x="1340053" y="1061117"/>
                  </a:lnTo>
                  <a:lnTo>
                    <a:pt x="1346487" y="1059096"/>
                  </a:lnTo>
                  <a:lnTo>
                    <a:pt x="1347183" y="1058877"/>
                  </a:lnTo>
                  <a:lnTo>
                    <a:pt x="1355008" y="1056418"/>
                  </a:lnTo>
                  <a:lnTo>
                    <a:pt x="1364399" y="1053465"/>
                  </a:lnTo>
                  <a:lnTo>
                    <a:pt x="1374311" y="1050345"/>
                  </a:lnTo>
                  <a:lnTo>
                    <a:pt x="1377441" y="1049360"/>
                  </a:lnTo>
                  <a:lnTo>
                    <a:pt x="1377789" y="1049250"/>
                  </a:lnTo>
                  <a:lnTo>
                    <a:pt x="1391179" y="1045032"/>
                  </a:lnTo>
                  <a:lnTo>
                    <a:pt x="1393961" y="1044155"/>
                  </a:lnTo>
                  <a:lnTo>
                    <a:pt x="1404047" y="1040974"/>
                  </a:lnTo>
                  <a:lnTo>
                    <a:pt x="1408395" y="1039602"/>
                  </a:lnTo>
                  <a:lnTo>
                    <a:pt x="1413612" y="1037955"/>
                  </a:lnTo>
                  <a:lnTo>
                    <a:pt x="1419872" y="1035979"/>
                  </a:lnTo>
                  <a:lnTo>
                    <a:pt x="1423002" y="1034990"/>
                  </a:lnTo>
                  <a:lnTo>
                    <a:pt x="1455869" y="1024595"/>
                  </a:lnTo>
                  <a:lnTo>
                    <a:pt x="1456043" y="1024540"/>
                  </a:lnTo>
                  <a:lnTo>
                    <a:pt x="1462651" y="1022447"/>
                  </a:lnTo>
                  <a:lnTo>
                    <a:pt x="1476389" y="1018093"/>
                  </a:lnTo>
                  <a:lnTo>
                    <a:pt x="1477084" y="1017872"/>
                  </a:lnTo>
                  <a:lnTo>
                    <a:pt x="1481606" y="1016438"/>
                  </a:lnTo>
                  <a:lnTo>
                    <a:pt x="1492909" y="1012850"/>
                  </a:lnTo>
                  <a:lnTo>
                    <a:pt x="1504560" y="1009149"/>
                  </a:lnTo>
                  <a:lnTo>
                    <a:pt x="1513951" y="1006164"/>
                  </a:lnTo>
                  <a:lnTo>
                    <a:pt x="1520385" y="1004118"/>
                  </a:lnTo>
                  <a:lnTo>
                    <a:pt x="1521080" y="1003896"/>
                  </a:lnTo>
                  <a:lnTo>
                    <a:pt x="1528906" y="1001406"/>
                  </a:lnTo>
                  <a:lnTo>
                    <a:pt x="1538296" y="998415"/>
                  </a:lnTo>
                  <a:lnTo>
                    <a:pt x="1548208" y="995256"/>
                  </a:lnTo>
                  <a:lnTo>
                    <a:pt x="1551339" y="994257"/>
                  </a:lnTo>
                  <a:lnTo>
                    <a:pt x="1551686" y="994147"/>
                  </a:lnTo>
                  <a:lnTo>
                    <a:pt x="1565077" y="989874"/>
                  </a:lnTo>
                  <a:lnTo>
                    <a:pt x="1567859" y="988985"/>
                  </a:lnTo>
                  <a:lnTo>
                    <a:pt x="1577945" y="985763"/>
                  </a:lnTo>
                  <a:lnTo>
                    <a:pt x="1582292" y="984374"/>
                  </a:lnTo>
                  <a:lnTo>
                    <a:pt x="1587509" y="982706"/>
                  </a:lnTo>
                  <a:lnTo>
                    <a:pt x="1593770" y="980703"/>
                  </a:lnTo>
                  <a:lnTo>
                    <a:pt x="1596900" y="979701"/>
                  </a:lnTo>
                  <a:lnTo>
                    <a:pt x="1629766" y="969169"/>
                  </a:lnTo>
                  <a:lnTo>
                    <a:pt x="1629940" y="969113"/>
                  </a:lnTo>
                  <a:lnTo>
                    <a:pt x="1636548" y="966992"/>
                  </a:lnTo>
                  <a:lnTo>
                    <a:pt x="1650286" y="962579"/>
                  </a:lnTo>
                  <a:lnTo>
                    <a:pt x="1650982" y="962355"/>
                  </a:lnTo>
                  <a:lnTo>
                    <a:pt x="1655503" y="960902"/>
                  </a:lnTo>
                  <a:lnTo>
                    <a:pt x="1666807" y="957265"/>
                  </a:lnTo>
                  <a:lnTo>
                    <a:pt x="1678458" y="953514"/>
                  </a:lnTo>
                  <a:lnTo>
                    <a:pt x="1687848" y="950487"/>
                  </a:lnTo>
                  <a:lnTo>
                    <a:pt x="1694282" y="948412"/>
                  </a:lnTo>
                  <a:lnTo>
                    <a:pt x="1694978" y="948188"/>
                  </a:lnTo>
                  <a:lnTo>
                    <a:pt x="1702803" y="945663"/>
                  </a:lnTo>
                  <a:lnTo>
                    <a:pt x="1712194" y="942630"/>
                  </a:lnTo>
                  <a:lnTo>
                    <a:pt x="1725236" y="938415"/>
                  </a:lnTo>
                  <a:lnTo>
                    <a:pt x="1725584" y="938302"/>
                  </a:lnTo>
                  <a:lnTo>
                    <a:pt x="1738974" y="933969"/>
                  </a:lnTo>
                  <a:lnTo>
                    <a:pt x="1741756" y="933068"/>
                  </a:lnTo>
                  <a:lnTo>
                    <a:pt x="1751842" y="929800"/>
                  </a:lnTo>
                  <a:lnTo>
                    <a:pt x="1756190" y="928391"/>
                  </a:lnTo>
                  <a:lnTo>
                    <a:pt x="1761407" y="926699"/>
                  </a:lnTo>
                  <a:lnTo>
                    <a:pt x="1767667" y="924668"/>
                  </a:lnTo>
                  <a:lnTo>
                    <a:pt x="1770797" y="923652"/>
                  </a:lnTo>
                  <a:lnTo>
                    <a:pt x="1803664" y="912966"/>
                  </a:lnTo>
                  <a:lnTo>
                    <a:pt x="1803838" y="912910"/>
                  </a:lnTo>
                  <a:lnTo>
                    <a:pt x="1810446" y="910758"/>
                  </a:lnTo>
                  <a:lnTo>
                    <a:pt x="1824184" y="906280"/>
                  </a:lnTo>
                  <a:lnTo>
                    <a:pt x="1824879" y="906053"/>
                  </a:lnTo>
                  <a:lnTo>
                    <a:pt x="1829401" y="904578"/>
                  </a:lnTo>
                  <a:lnTo>
                    <a:pt x="1840704" y="900888"/>
                  </a:lnTo>
                  <a:lnTo>
                    <a:pt x="1852355" y="897080"/>
                  </a:lnTo>
                  <a:lnTo>
                    <a:pt x="1861746" y="894008"/>
                  </a:lnTo>
                  <a:lnTo>
                    <a:pt x="1868180" y="891902"/>
                  </a:lnTo>
                  <a:lnTo>
                    <a:pt x="1868875" y="891675"/>
                  </a:lnTo>
                  <a:lnTo>
                    <a:pt x="1876701" y="889111"/>
                  </a:lnTo>
                  <a:lnTo>
                    <a:pt x="1886091" y="886033"/>
                  </a:lnTo>
                  <a:lnTo>
                    <a:pt x="1896003" y="882781"/>
                  </a:lnTo>
                  <a:lnTo>
                    <a:pt x="1899134" y="881754"/>
                  </a:lnTo>
                  <a:lnTo>
                    <a:pt x="1899481" y="881639"/>
                  </a:lnTo>
                  <a:lnTo>
                    <a:pt x="1912871" y="877240"/>
                  </a:lnTo>
                  <a:lnTo>
                    <a:pt x="1915654" y="876326"/>
                  </a:lnTo>
                  <a:lnTo>
                    <a:pt x="1925740" y="873008"/>
                  </a:lnTo>
                  <a:lnTo>
                    <a:pt x="1930087" y="871577"/>
                  </a:lnTo>
                  <a:lnTo>
                    <a:pt x="1935304" y="869859"/>
                  </a:lnTo>
                  <a:lnTo>
                    <a:pt x="1941564" y="867796"/>
                  </a:lnTo>
                  <a:lnTo>
                    <a:pt x="1944695" y="866764"/>
                  </a:lnTo>
                  <a:lnTo>
                    <a:pt x="1977561" y="855913"/>
                  </a:lnTo>
                  <a:lnTo>
                    <a:pt x="1977735" y="855855"/>
                  </a:lnTo>
                  <a:lnTo>
                    <a:pt x="1984343" y="853669"/>
                  </a:lnTo>
                  <a:lnTo>
                    <a:pt x="1998081" y="849121"/>
                  </a:lnTo>
                  <a:lnTo>
                    <a:pt x="1998777" y="848890"/>
                  </a:lnTo>
                  <a:lnTo>
                    <a:pt x="2003298" y="847392"/>
                  </a:lnTo>
                  <a:lnTo>
                    <a:pt x="2014601" y="843644"/>
                  </a:lnTo>
                  <a:lnTo>
                    <a:pt x="2026253" y="839776"/>
                  </a:lnTo>
                  <a:lnTo>
                    <a:pt x="2035643" y="836655"/>
                  </a:lnTo>
                  <a:lnTo>
                    <a:pt x="2042077" y="834515"/>
                  </a:lnTo>
                  <a:lnTo>
                    <a:pt x="2042773" y="834284"/>
                  </a:lnTo>
                  <a:lnTo>
                    <a:pt x="2050598" y="831680"/>
                  </a:lnTo>
                  <a:lnTo>
                    <a:pt x="2059989" y="828552"/>
                  </a:lnTo>
                  <a:lnTo>
                    <a:pt x="2069901" y="825248"/>
                  </a:lnTo>
                  <a:lnTo>
                    <a:pt x="2073031" y="824204"/>
                  </a:lnTo>
                  <a:lnTo>
                    <a:pt x="2073379" y="824088"/>
                  </a:lnTo>
                  <a:lnTo>
                    <a:pt x="2086769" y="819617"/>
                  </a:lnTo>
                  <a:lnTo>
                    <a:pt x="2089551" y="818688"/>
                  </a:lnTo>
                  <a:lnTo>
                    <a:pt x="2099637" y="815316"/>
                  </a:lnTo>
                  <a:lnTo>
                    <a:pt x="2103985" y="813862"/>
                  </a:lnTo>
                  <a:lnTo>
                    <a:pt x="2109202" y="812116"/>
                  </a:lnTo>
                  <a:lnTo>
                    <a:pt x="2115462" y="810019"/>
                  </a:lnTo>
                  <a:lnTo>
                    <a:pt x="2118592" y="808971"/>
                  </a:lnTo>
                  <a:lnTo>
                    <a:pt x="2151459" y="797941"/>
                  </a:lnTo>
                  <a:lnTo>
                    <a:pt x="2151633" y="797883"/>
                  </a:lnTo>
                  <a:lnTo>
                    <a:pt x="2158241" y="795661"/>
                  </a:lnTo>
                  <a:lnTo>
                    <a:pt x="2171979" y="791038"/>
                  </a:lnTo>
                  <a:lnTo>
                    <a:pt x="2172674" y="790803"/>
                  </a:lnTo>
                  <a:lnTo>
                    <a:pt x="2177196" y="789280"/>
                  </a:lnTo>
                  <a:lnTo>
                    <a:pt x="2188499" y="785470"/>
                  </a:lnTo>
                  <a:lnTo>
                    <a:pt x="2200150" y="781537"/>
                  </a:lnTo>
                  <a:lnTo>
                    <a:pt x="2209540" y="778365"/>
                  </a:lnTo>
                  <a:lnTo>
                    <a:pt x="2215975" y="776190"/>
                  </a:lnTo>
                  <a:lnTo>
                    <a:pt x="2216670" y="775954"/>
                  </a:lnTo>
                  <a:lnTo>
                    <a:pt x="2224496" y="773307"/>
                  </a:lnTo>
                  <a:lnTo>
                    <a:pt x="2233886" y="770127"/>
                  </a:lnTo>
                  <a:lnTo>
                    <a:pt x="2243798" y="766767"/>
                  </a:lnTo>
                  <a:lnTo>
                    <a:pt x="2246928" y="765706"/>
                  </a:lnTo>
                  <a:lnTo>
                    <a:pt x="2247276" y="765588"/>
                  </a:lnTo>
                  <a:lnTo>
                    <a:pt x="2260666" y="761042"/>
                  </a:lnTo>
                  <a:lnTo>
                    <a:pt x="2263449" y="760097"/>
                  </a:lnTo>
                  <a:lnTo>
                    <a:pt x="2273535" y="756669"/>
                  </a:lnTo>
                  <a:lnTo>
                    <a:pt x="2277882" y="755190"/>
                  </a:lnTo>
                  <a:lnTo>
                    <a:pt x="2283099" y="753415"/>
                  </a:lnTo>
                  <a:lnTo>
                    <a:pt x="2289359" y="751283"/>
                  </a:lnTo>
                  <a:lnTo>
                    <a:pt x="2292490" y="750217"/>
                  </a:lnTo>
                  <a:lnTo>
                    <a:pt x="2325356" y="739001"/>
                  </a:lnTo>
                  <a:lnTo>
                    <a:pt x="2325530" y="738942"/>
                  </a:lnTo>
                  <a:lnTo>
                    <a:pt x="2332138" y="736682"/>
                  </a:lnTo>
                  <a:lnTo>
                    <a:pt x="2345876" y="731980"/>
                  </a:lnTo>
                  <a:lnTo>
                    <a:pt x="2346572" y="731742"/>
                  </a:lnTo>
                  <a:lnTo>
                    <a:pt x="2351093" y="730193"/>
                  </a:lnTo>
                  <a:lnTo>
                    <a:pt x="2362396" y="726318"/>
                  </a:lnTo>
                  <a:lnTo>
                    <a:pt x="2374047" y="722319"/>
                  </a:lnTo>
                  <a:lnTo>
                    <a:pt x="2383438" y="719093"/>
                  </a:lnTo>
                  <a:lnTo>
                    <a:pt x="2389872" y="716881"/>
                  </a:lnTo>
                  <a:lnTo>
                    <a:pt x="2390568" y="716641"/>
                  </a:lnTo>
                  <a:lnTo>
                    <a:pt x="2398393" y="713949"/>
                  </a:lnTo>
                  <a:lnTo>
                    <a:pt x="2407784" y="710715"/>
                  </a:lnTo>
                  <a:lnTo>
                    <a:pt x="2417696" y="707298"/>
                  </a:lnTo>
                  <a:lnTo>
                    <a:pt x="2420826" y="706218"/>
                  </a:lnTo>
                  <a:lnTo>
                    <a:pt x="2421174" y="706098"/>
                  </a:lnTo>
                  <a:lnTo>
                    <a:pt x="2434564" y="701476"/>
                  </a:lnTo>
                  <a:lnTo>
                    <a:pt x="2437346" y="700515"/>
                  </a:lnTo>
                  <a:lnTo>
                    <a:pt x="2447432" y="697028"/>
                  </a:lnTo>
                  <a:lnTo>
                    <a:pt x="2451780" y="695524"/>
                  </a:lnTo>
                  <a:lnTo>
                    <a:pt x="2456997" y="693719"/>
                  </a:lnTo>
                  <a:lnTo>
                    <a:pt x="2463257" y="691551"/>
                  </a:lnTo>
                  <a:lnTo>
                    <a:pt x="2466387" y="690466"/>
                  </a:lnTo>
                  <a:lnTo>
                    <a:pt x="2499254" y="679060"/>
                  </a:lnTo>
                  <a:lnTo>
                    <a:pt x="2499428" y="679000"/>
                  </a:lnTo>
                  <a:lnTo>
                    <a:pt x="2506036" y="676702"/>
                  </a:lnTo>
                  <a:lnTo>
                    <a:pt x="2519774" y="671921"/>
                  </a:lnTo>
                  <a:lnTo>
                    <a:pt x="2520469" y="671678"/>
                  </a:lnTo>
                  <a:lnTo>
                    <a:pt x="2524990" y="670103"/>
                  </a:lnTo>
                  <a:lnTo>
                    <a:pt x="2536294" y="666162"/>
                  </a:lnTo>
                  <a:lnTo>
                    <a:pt x="2547945" y="662096"/>
                  </a:lnTo>
                  <a:lnTo>
                    <a:pt x="2557335" y="658815"/>
                  </a:lnTo>
                  <a:lnTo>
                    <a:pt x="2563770" y="656565"/>
                  </a:lnTo>
                  <a:lnTo>
                    <a:pt x="2564465" y="656322"/>
                  </a:lnTo>
                  <a:lnTo>
                    <a:pt x="2572291" y="653584"/>
                  </a:lnTo>
                  <a:lnTo>
                    <a:pt x="2581681" y="650296"/>
                  </a:lnTo>
                  <a:lnTo>
                    <a:pt x="2591593" y="646821"/>
                  </a:lnTo>
                  <a:lnTo>
                    <a:pt x="2594723" y="645724"/>
                  </a:lnTo>
                  <a:lnTo>
                    <a:pt x="2608461" y="640902"/>
                  </a:lnTo>
                  <a:lnTo>
                    <a:pt x="2611244" y="639924"/>
                  </a:lnTo>
                  <a:lnTo>
                    <a:pt x="2621330" y="636379"/>
                  </a:lnTo>
                  <a:lnTo>
                    <a:pt x="2625677" y="634850"/>
                  </a:lnTo>
                  <a:lnTo>
                    <a:pt x="2630894" y="633014"/>
                  </a:lnTo>
                  <a:lnTo>
                    <a:pt x="2637154" y="630810"/>
                  </a:lnTo>
                  <a:lnTo>
                    <a:pt x="2640284" y="629708"/>
                  </a:lnTo>
                  <a:lnTo>
                    <a:pt x="2673151" y="618111"/>
                  </a:lnTo>
                  <a:lnTo>
                    <a:pt x="2673325" y="618050"/>
                  </a:lnTo>
                  <a:lnTo>
                    <a:pt x="2679933" y="615714"/>
                  </a:lnTo>
                  <a:lnTo>
                    <a:pt x="2693671" y="610854"/>
                  </a:lnTo>
                  <a:lnTo>
                    <a:pt x="2694367" y="610607"/>
                  </a:lnTo>
                  <a:lnTo>
                    <a:pt x="2698888" y="609006"/>
                  </a:lnTo>
                  <a:lnTo>
                    <a:pt x="2710191" y="605000"/>
                  </a:lnTo>
                  <a:lnTo>
                    <a:pt x="2721842" y="600867"/>
                  </a:lnTo>
                  <a:lnTo>
                    <a:pt x="2731233" y="597532"/>
                  </a:lnTo>
                  <a:lnTo>
                    <a:pt x="2737667" y="595246"/>
                  </a:lnTo>
                  <a:lnTo>
                    <a:pt x="2738363" y="594998"/>
                  </a:lnTo>
                  <a:lnTo>
                    <a:pt x="2755578" y="588874"/>
                  </a:lnTo>
                  <a:lnTo>
                    <a:pt x="2765491" y="585343"/>
                  </a:lnTo>
                  <a:lnTo>
                    <a:pt x="2768621" y="584227"/>
                  </a:lnTo>
                  <a:lnTo>
                    <a:pt x="2768969" y="584103"/>
                  </a:lnTo>
                  <a:lnTo>
                    <a:pt x="2782359" y="579327"/>
                  </a:lnTo>
                  <a:lnTo>
                    <a:pt x="2785141" y="578334"/>
                  </a:lnTo>
                  <a:lnTo>
                    <a:pt x="2795227" y="574731"/>
                  </a:lnTo>
                  <a:lnTo>
                    <a:pt x="2799575" y="573178"/>
                  </a:lnTo>
                  <a:lnTo>
                    <a:pt x="2804791" y="571312"/>
                  </a:lnTo>
                  <a:lnTo>
                    <a:pt x="2811052" y="569073"/>
                  </a:lnTo>
                  <a:lnTo>
                    <a:pt x="2814182" y="567953"/>
                  </a:lnTo>
                  <a:lnTo>
                    <a:pt x="2847049" y="556172"/>
                  </a:lnTo>
                  <a:lnTo>
                    <a:pt x="2847222" y="556109"/>
                  </a:lnTo>
                  <a:lnTo>
                    <a:pt x="2853831" y="553736"/>
                  </a:lnTo>
                  <a:lnTo>
                    <a:pt x="2867568" y="548799"/>
                  </a:lnTo>
                  <a:lnTo>
                    <a:pt x="2868264" y="548549"/>
                  </a:lnTo>
                  <a:lnTo>
                    <a:pt x="2872785" y="546922"/>
                  </a:lnTo>
                  <a:lnTo>
                    <a:pt x="2884089" y="542854"/>
                  </a:lnTo>
                  <a:lnTo>
                    <a:pt x="2895740" y="538656"/>
                  </a:lnTo>
                  <a:lnTo>
                    <a:pt x="2905130" y="535269"/>
                  </a:lnTo>
                  <a:lnTo>
                    <a:pt x="2911564" y="532947"/>
                  </a:lnTo>
                  <a:lnTo>
                    <a:pt x="2912260" y="532696"/>
                  </a:lnTo>
                  <a:lnTo>
                    <a:pt x="2920085" y="529870"/>
                  </a:lnTo>
                  <a:lnTo>
                    <a:pt x="2929476" y="526476"/>
                  </a:lnTo>
                  <a:lnTo>
                    <a:pt x="2939388" y="522891"/>
                  </a:lnTo>
                  <a:lnTo>
                    <a:pt x="2942518" y="521759"/>
                  </a:lnTo>
                  <a:lnTo>
                    <a:pt x="2942866" y="521633"/>
                  </a:lnTo>
                  <a:lnTo>
                    <a:pt x="2956256" y="516784"/>
                  </a:lnTo>
                  <a:lnTo>
                    <a:pt x="2959038" y="515775"/>
                  </a:lnTo>
                  <a:lnTo>
                    <a:pt x="2969125" y="512118"/>
                  </a:lnTo>
                  <a:lnTo>
                    <a:pt x="2973472" y="510541"/>
                  </a:lnTo>
                  <a:lnTo>
                    <a:pt x="2978689" y="508647"/>
                  </a:lnTo>
                  <a:lnTo>
                    <a:pt x="2984949" y="506374"/>
                  </a:lnTo>
                  <a:lnTo>
                    <a:pt x="2988079" y="505237"/>
                  </a:lnTo>
                  <a:lnTo>
                    <a:pt x="3020946" y="493280"/>
                  </a:lnTo>
                  <a:lnTo>
                    <a:pt x="3021120" y="493217"/>
                  </a:lnTo>
                  <a:lnTo>
                    <a:pt x="3027728" y="490809"/>
                  </a:lnTo>
                  <a:lnTo>
                    <a:pt x="3041466" y="485799"/>
                  </a:lnTo>
                  <a:lnTo>
                    <a:pt x="3042161" y="485545"/>
                  </a:lnTo>
                  <a:lnTo>
                    <a:pt x="3046683" y="483895"/>
                  </a:lnTo>
                  <a:lnTo>
                    <a:pt x="3057986" y="479767"/>
                  </a:lnTo>
                  <a:lnTo>
                    <a:pt x="3069637" y="475508"/>
                  </a:lnTo>
                  <a:lnTo>
                    <a:pt x="3079028" y="472072"/>
                  </a:lnTo>
                  <a:lnTo>
                    <a:pt x="3085462" y="469717"/>
                  </a:lnTo>
                  <a:lnTo>
                    <a:pt x="3086157" y="469462"/>
                  </a:lnTo>
                  <a:lnTo>
                    <a:pt x="3093983" y="466596"/>
                  </a:lnTo>
                  <a:lnTo>
                    <a:pt x="3103373" y="463154"/>
                  </a:lnTo>
                  <a:lnTo>
                    <a:pt x="3113285" y="459518"/>
                  </a:lnTo>
                  <a:lnTo>
                    <a:pt x="3116416" y="458369"/>
                  </a:lnTo>
                  <a:lnTo>
                    <a:pt x="3116763" y="458241"/>
                  </a:lnTo>
                  <a:lnTo>
                    <a:pt x="3130154" y="453324"/>
                  </a:lnTo>
                  <a:lnTo>
                    <a:pt x="3132936" y="452301"/>
                  </a:lnTo>
                  <a:lnTo>
                    <a:pt x="3143022" y="448593"/>
                  </a:lnTo>
                  <a:lnTo>
                    <a:pt x="3147369" y="446994"/>
                  </a:lnTo>
                  <a:lnTo>
                    <a:pt x="3152586" y="445074"/>
                  </a:lnTo>
                  <a:lnTo>
                    <a:pt x="3158847" y="442769"/>
                  </a:lnTo>
                  <a:lnTo>
                    <a:pt x="3161977" y="441616"/>
                  </a:lnTo>
                  <a:lnTo>
                    <a:pt x="3194843" y="429495"/>
                  </a:lnTo>
                  <a:lnTo>
                    <a:pt x="3195017" y="429431"/>
                  </a:lnTo>
                  <a:lnTo>
                    <a:pt x="3201625" y="426991"/>
                  </a:lnTo>
                  <a:lnTo>
                    <a:pt x="3215363" y="421913"/>
                  </a:lnTo>
                  <a:lnTo>
                    <a:pt x="3216059" y="421656"/>
                  </a:lnTo>
                  <a:lnTo>
                    <a:pt x="3220580" y="419984"/>
                  </a:lnTo>
                  <a:lnTo>
                    <a:pt x="3231884" y="415800"/>
                  </a:lnTo>
                  <a:lnTo>
                    <a:pt x="3243535" y="411485"/>
                  </a:lnTo>
                  <a:lnTo>
                    <a:pt x="3252925" y="408004"/>
                  </a:lnTo>
                  <a:lnTo>
                    <a:pt x="3259359" y="405618"/>
                  </a:lnTo>
                  <a:lnTo>
                    <a:pt x="3260055" y="405360"/>
                  </a:lnTo>
                  <a:lnTo>
                    <a:pt x="3267880" y="402456"/>
                  </a:lnTo>
                  <a:lnTo>
                    <a:pt x="3277271" y="398969"/>
                  </a:lnTo>
                  <a:lnTo>
                    <a:pt x="3287183" y="395286"/>
                  </a:lnTo>
                  <a:lnTo>
                    <a:pt x="3290313" y="394123"/>
                  </a:lnTo>
                  <a:lnTo>
                    <a:pt x="3290661" y="393994"/>
                  </a:lnTo>
                  <a:lnTo>
                    <a:pt x="3304051" y="389013"/>
                  </a:lnTo>
                  <a:lnTo>
                    <a:pt x="3306833" y="387978"/>
                  </a:lnTo>
                  <a:lnTo>
                    <a:pt x="3316919" y="384222"/>
                  </a:lnTo>
                  <a:lnTo>
                    <a:pt x="3321267" y="382603"/>
                  </a:lnTo>
                  <a:lnTo>
                    <a:pt x="3326484" y="380659"/>
                  </a:lnTo>
                  <a:lnTo>
                    <a:pt x="3332744" y="378325"/>
                  </a:lnTo>
                  <a:lnTo>
                    <a:pt x="3335874" y="377158"/>
                  </a:lnTo>
                  <a:lnTo>
                    <a:pt x="3368741" y="364888"/>
                  </a:lnTo>
                  <a:lnTo>
                    <a:pt x="3368915" y="364823"/>
                  </a:lnTo>
                  <a:lnTo>
                    <a:pt x="3375523" y="362352"/>
                  </a:lnTo>
                  <a:lnTo>
                    <a:pt x="3389261" y="357213"/>
                  </a:lnTo>
                  <a:lnTo>
                    <a:pt x="3389956" y="356953"/>
                  </a:lnTo>
                  <a:lnTo>
                    <a:pt x="3394478" y="355260"/>
                  </a:lnTo>
                  <a:lnTo>
                    <a:pt x="3405781" y="351027"/>
                  </a:lnTo>
                  <a:lnTo>
                    <a:pt x="3417432" y="346660"/>
                  </a:lnTo>
                  <a:lnTo>
                    <a:pt x="3426823" y="343139"/>
                  </a:lnTo>
                  <a:lnTo>
                    <a:pt x="3433257" y="340724"/>
                  </a:lnTo>
                  <a:lnTo>
                    <a:pt x="3433952" y="340463"/>
                  </a:lnTo>
                  <a:lnTo>
                    <a:pt x="3451168" y="333998"/>
                  </a:lnTo>
                  <a:lnTo>
                    <a:pt x="3461080" y="330273"/>
                  </a:lnTo>
                  <a:lnTo>
                    <a:pt x="3464211" y="329096"/>
                  </a:lnTo>
                  <a:lnTo>
                    <a:pt x="3464558" y="328965"/>
                  </a:lnTo>
                  <a:lnTo>
                    <a:pt x="3477948" y="323928"/>
                  </a:lnTo>
                  <a:lnTo>
                    <a:pt x="3480731" y="322880"/>
                  </a:lnTo>
                  <a:lnTo>
                    <a:pt x="3490817" y="319083"/>
                  </a:lnTo>
                  <a:lnTo>
                    <a:pt x="3495164" y="317445"/>
                  </a:lnTo>
                  <a:lnTo>
                    <a:pt x="3500381" y="315479"/>
                  </a:lnTo>
                  <a:lnTo>
                    <a:pt x="3506642" y="313119"/>
                  </a:lnTo>
                  <a:lnTo>
                    <a:pt x="3509772" y="311939"/>
                  </a:lnTo>
                  <a:lnTo>
                    <a:pt x="3542812" y="299468"/>
                  </a:lnTo>
                  <a:lnTo>
                    <a:pt x="3549420" y="296971"/>
                  </a:lnTo>
                  <a:lnTo>
                    <a:pt x="3563158" y="291776"/>
                  </a:lnTo>
                  <a:lnTo>
                    <a:pt x="3563854" y="291513"/>
                  </a:lnTo>
                  <a:lnTo>
                    <a:pt x="3568375" y="289803"/>
                  </a:lnTo>
                  <a:lnTo>
                    <a:pt x="3579678" y="285525"/>
                  </a:lnTo>
                  <a:lnTo>
                    <a:pt x="3591330" y="281112"/>
                  </a:lnTo>
                  <a:lnTo>
                    <a:pt x="3600720" y="277553"/>
                  </a:lnTo>
                  <a:lnTo>
                    <a:pt x="3607154" y="275114"/>
                  </a:lnTo>
                  <a:lnTo>
                    <a:pt x="3607850" y="274850"/>
                  </a:lnTo>
                  <a:lnTo>
                    <a:pt x="3615675" y="271882"/>
                  </a:lnTo>
                  <a:lnTo>
                    <a:pt x="3625066" y="268318"/>
                  </a:lnTo>
                  <a:lnTo>
                    <a:pt x="3634978" y="264555"/>
                  </a:lnTo>
                  <a:lnTo>
                    <a:pt x="3638108" y="263366"/>
                  </a:lnTo>
                  <a:lnTo>
                    <a:pt x="3638456" y="263234"/>
                  </a:lnTo>
                  <a:lnTo>
                    <a:pt x="3651846" y="258145"/>
                  </a:lnTo>
                  <a:lnTo>
                    <a:pt x="3654628" y="257088"/>
                  </a:lnTo>
                  <a:lnTo>
                    <a:pt x="3664714" y="253252"/>
                  </a:lnTo>
                  <a:lnTo>
                    <a:pt x="3669062" y="251598"/>
                  </a:lnTo>
                  <a:lnTo>
                    <a:pt x="3674279" y="249613"/>
                  </a:lnTo>
                  <a:lnTo>
                    <a:pt x="3680539" y="247230"/>
                  </a:lnTo>
                  <a:lnTo>
                    <a:pt x="3683669" y="246038"/>
                  </a:lnTo>
                  <a:lnTo>
                    <a:pt x="3716536" y="233512"/>
                  </a:lnTo>
                  <a:lnTo>
                    <a:pt x="3716710" y="233446"/>
                  </a:lnTo>
                  <a:lnTo>
                    <a:pt x="3723318" y="230925"/>
                  </a:lnTo>
                  <a:lnTo>
                    <a:pt x="3737056" y="225681"/>
                  </a:lnTo>
                  <a:lnTo>
                    <a:pt x="3737751" y="225416"/>
                  </a:lnTo>
                  <a:lnTo>
                    <a:pt x="3742273" y="223689"/>
                  </a:lnTo>
                  <a:lnTo>
                    <a:pt x="3753576" y="219371"/>
                  </a:lnTo>
                  <a:lnTo>
                    <a:pt x="3765227" y="214917"/>
                  </a:lnTo>
                  <a:lnTo>
                    <a:pt x="3774617" y="211326"/>
                  </a:lnTo>
                  <a:lnTo>
                    <a:pt x="3781052" y="208864"/>
                  </a:lnTo>
                  <a:lnTo>
                    <a:pt x="3781747" y="208598"/>
                  </a:lnTo>
                  <a:lnTo>
                    <a:pt x="3789573" y="205603"/>
                  </a:lnTo>
                  <a:lnTo>
                    <a:pt x="3798963" y="202007"/>
                  </a:lnTo>
                  <a:lnTo>
                    <a:pt x="3808875" y="198210"/>
                  </a:lnTo>
                  <a:lnTo>
                    <a:pt x="3812005" y="197011"/>
                  </a:lnTo>
                  <a:lnTo>
                    <a:pt x="3812353" y="196877"/>
                  </a:lnTo>
                  <a:lnTo>
                    <a:pt x="3825743" y="191744"/>
                  </a:lnTo>
                  <a:lnTo>
                    <a:pt x="3828526" y="190677"/>
                  </a:lnTo>
                  <a:lnTo>
                    <a:pt x="3838612" y="186808"/>
                  </a:lnTo>
                  <a:lnTo>
                    <a:pt x="3842959" y="185139"/>
                  </a:lnTo>
                  <a:lnTo>
                    <a:pt x="3848176" y="183137"/>
                  </a:lnTo>
                  <a:lnTo>
                    <a:pt x="3854436" y="180733"/>
                  </a:lnTo>
                  <a:lnTo>
                    <a:pt x="3857567" y="179531"/>
                  </a:lnTo>
                  <a:lnTo>
                    <a:pt x="3890433" y="166900"/>
                  </a:lnTo>
                  <a:lnTo>
                    <a:pt x="3890607" y="166833"/>
                  </a:lnTo>
                  <a:lnTo>
                    <a:pt x="3897215" y="164291"/>
                  </a:lnTo>
                  <a:lnTo>
                    <a:pt x="3910953" y="159004"/>
                  </a:lnTo>
                  <a:lnTo>
                    <a:pt x="3911649" y="158736"/>
                  </a:lnTo>
                  <a:lnTo>
                    <a:pt x="3916170" y="156995"/>
                  </a:lnTo>
                  <a:lnTo>
                    <a:pt x="3927473" y="152642"/>
                  </a:lnTo>
                  <a:lnTo>
                    <a:pt x="3939124" y="148152"/>
                  </a:lnTo>
                  <a:lnTo>
                    <a:pt x="3948515" y="144532"/>
                  </a:lnTo>
                  <a:lnTo>
                    <a:pt x="3954949" y="142051"/>
                  </a:lnTo>
                  <a:lnTo>
                    <a:pt x="3955645" y="141782"/>
                  </a:lnTo>
                  <a:lnTo>
                    <a:pt x="3963470" y="138763"/>
                  </a:lnTo>
                  <a:lnTo>
                    <a:pt x="3972861" y="135139"/>
                  </a:lnTo>
                  <a:lnTo>
                    <a:pt x="3982773" y="131313"/>
                  </a:lnTo>
                  <a:lnTo>
                    <a:pt x="3985903" y="130104"/>
                  </a:lnTo>
                  <a:lnTo>
                    <a:pt x="3986251" y="129970"/>
                  </a:lnTo>
                  <a:lnTo>
                    <a:pt x="4002423" y="123722"/>
                  </a:lnTo>
                  <a:lnTo>
                    <a:pt x="4012509" y="119823"/>
                  </a:lnTo>
                  <a:lnTo>
                    <a:pt x="4016857" y="118142"/>
                  </a:lnTo>
                  <a:lnTo>
                    <a:pt x="4022074" y="116124"/>
                  </a:lnTo>
                  <a:lnTo>
                    <a:pt x="4031464" y="112492"/>
                  </a:lnTo>
                  <a:lnTo>
                    <a:pt x="4064331" y="99767"/>
                  </a:lnTo>
                  <a:lnTo>
                    <a:pt x="4071113" y="97139"/>
                  </a:lnTo>
                  <a:lnTo>
                    <a:pt x="4085546" y="91544"/>
                  </a:lnTo>
                  <a:lnTo>
                    <a:pt x="4090067" y="89791"/>
                  </a:lnTo>
                  <a:lnTo>
                    <a:pt x="4101371" y="85407"/>
                  </a:lnTo>
                  <a:lnTo>
                    <a:pt x="4122412" y="77240"/>
                  </a:lnTo>
                  <a:lnTo>
                    <a:pt x="4128847" y="74742"/>
                  </a:lnTo>
                  <a:lnTo>
                    <a:pt x="4137368" y="71432"/>
                  </a:lnTo>
                  <a:lnTo>
                    <a:pt x="4146758" y="67783"/>
                  </a:lnTo>
                  <a:lnTo>
                    <a:pt x="4156670" y="63930"/>
                  </a:lnTo>
                  <a:lnTo>
                    <a:pt x="4159800" y="62713"/>
                  </a:lnTo>
                  <a:lnTo>
                    <a:pt x="4160148" y="62578"/>
                  </a:lnTo>
                  <a:lnTo>
                    <a:pt x="4176321" y="56288"/>
                  </a:lnTo>
                  <a:lnTo>
                    <a:pt x="4186407" y="52364"/>
                  </a:lnTo>
                  <a:lnTo>
                    <a:pt x="4238228" y="32179"/>
                  </a:lnTo>
                  <a:lnTo>
                    <a:pt x="4259444" y="23904"/>
                  </a:lnTo>
                  <a:lnTo>
                    <a:pt x="4296310" y="9513"/>
                  </a:lnTo>
                  <a:lnTo>
                    <a:pt x="4302744" y="6999"/>
                  </a:lnTo>
                  <a:lnTo>
                    <a:pt x="4320655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" name="pl17"/>
            <p:cNvSpPr/>
            <p:nvPr/>
          </p:nvSpPr>
          <p:spPr>
            <a:xfrm>
              <a:off x="3377239" y="3053460"/>
              <a:ext cx="4320655" cy="1526136"/>
            </a:xfrm>
            <a:custGeom>
              <a:avLst/>
              <a:pathLst>
                <a:path w="4320655" h="1526136">
                  <a:moveTo>
                    <a:pt x="4320655" y="0"/>
                  </a:moveTo>
                  <a:lnTo>
                    <a:pt x="4302744" y="5412"/>
                  </a:lnTo>
                  <a:lnTo>
                    <a:pt x="4296310" y="7357"/>
                  </a:lnTo>
                  <a:lnTo>
                    <a:pt x="4259444" y="18512"/>
                  </a:lnTo>
                  <a:lnTo>
                    <a:pt x="4238228" y="24939"/>
                  </a:lnTo>
                  <a:lnTo>
                    <a:pt x="4186407" y="40664"/>
                  </a:lnTo>
                  <a:lnTo>
                    <a:pt x="4176321" y="43728"/>
                  </a:lnTo>
                  <a:lnTo>
                    <a:pt x="4160148" y="48645"/>
                  </a:lnTo>
                  <a:lnTo>
                    <a:pt x="4159800" y="48751"/>
                  </a:lnTo>
                  <a:lnTo>
                    <a:pt x="4156670" y="49703"/>
                  </a:lnTo>
                  <a:lnTo>
                    <a:pt x="4146758" y="52719"/>
                  </a:lnTo>
                  <a:lnTo>
                    <a:pt x="4137368" y="55578"/>
                  </a:lnTo>
                  <a:lnTo>
                    <a:pt x="4128847" y="58173"/>
                  </a:lnTo>
                  <a:lnTo>
                    <a:pt x="4122412" y="60133"/>
                  </a:lnTo>
                  <a:lnTo>
                    <a:pt x="4101371" y="66547"/>
                  </a:lnTo>
                  <a:lnTo>
                    <a:pt x="4090067" y="69995"/>
                  </a:lnTo>
                  <a:lnTo>
                    <a:pt x="4085546" y="71375"/>
                  </a:lnTo>
                  <a:lnTo>
                    <a:pt x="4071113" y="75782"/>
                  </a:lnTo>
                  <a:lnTo>
                    <a:pt x="4064331" y="77854"/>
                  </a:lnTo>
                  <a:lnTo>
                    <a:pt x="4031464" y="87904"/>
                  </a:lnTo>
                  <a:lnTo>
                    <a:pt x="4022074" y="90779"/>
                  </a:lnTo>
                  <a:lnTo>
                    <a:pt x="4016857" y="92376"/>
                  </a:lnTo>
                  <a:lnTo>
                    <a:pt x="4012509" y="93708"/>
                  </a:lnTo>
                  <a:lnTo>
                    <a:pt x="4002423" y="96798"/>
                  </a:lnTo>
                  <a:lnTo>
                    <a:pt x="3986251" y="101757"/>
                  </a:lnTo>
                  <a:lnTo>
                    <a:pt x="3985903" y="101864"/>
                  </a:lnTo>
                  <a:lnTo>
                    <a:pt x="3982773" y="102824"/>
                  </a:lnTo>
                  <a:lnTo>
                    <a:pt x="3972861" y="105866"/>
                  </a:lnTo>
                  <a:lnTo>
                    <a:pt x="3963470" y="108749"/>
                  </a:lnTo>
                  <a:lnTo>
                    <a:pt x="3955645" y="111153"/>
                  </a:lnTo>
                  <a:lnTo>
                    <a:pt x="3954949" y="111367"/>
                  </a:lnTo>
                  <a:lnTo>
                    <a:pt x="3948515" y="113344"/>
                  </a:lnTo>
                  <a:lnTo>
                    <a:pt x="3939124" y="116231"/>
                  </a:lnTo>
                  <a:lnTo>
                    <a:pt x="3927473" y="119815"/>
                  </a:lnTo>
                  <a:lnTo>
                    <a:pt x="3916170" y="123294"/>
                  </a:lnTo>
                  <a:lnTo>
                    <a:pt x="3911649" y="124687"/>
                  </a:lnTo>
                  <a:lnTo>
                    <a:pt x="3910953" y="124901"/>
                  </a:lnTo>
                  <a:lnTo>
                    <a:pt x="3897215" y="129134"/>
                  </a:lnTo>
                  <a:lnTo>
                    <a:pt x="3890607" y="131171"/>
                  </a:lnTo>
                  <a:lnTo>
                    <a:pt x="3890433" y="131224"/>
                  </a:lnTo>
                  <a:lnTo>
                    <a:pt x="3857567" y="141368"/>
                  </a:lnTo>
                  <a:lnTo>
                    <a:pt x="3854436" y="142335"/>
                  </a:lnTo>
                  <a:lnTo>
                    <a:pt x="3848176" y="144269"/>
                  </a:lnTo>
                  <a:lnTo>
                    <a:pt x="3842959" y="145882"/>
                  </a:lnTo>
                  <a:lnTo>
                    <a:pt x="3838612" y="147226"/>
                  </a:lnTo>
                  <a:lnTo>
                    <a:pt x="3828526" y="150346"/>
                  </a:lnTo>
                  <a:lnTo>
                    <a:pt x="3825743" y="151207"/>
                  </a:lnTo>
                  <a:lnTo>
                    <a:pt x="3812353" y="155353"/>
                  </a:lnTo>
                  <a:lnTo>
                    <a:pt x="3812005" y="155460"/>
                  </a:lnTo>
                  <a:lnTo>
                    <a:pt x="3808875" y="156430"/>
                  </a:lnTo>
                  <a:lnTo>
                    <a:pt x="3798963" y="159502"/>
                  </a:lnTo>
                  <a:lnTo>
                    <a:pt x="3789573" y="162413"/>
                  </a:lnTo>
                  <a:lnTo>
                    <a:pt x="3781747" y="164841"/>
                  </a:lnTo>
                  <a:lnTo>
                    <a:pt x="3781052" y="165056"/>
                  </a:lnTo>
                  <a:lnTo>
                    <a:pt x="3774617" y="167053"/>
                  </a:lnTo>
                  <a:lnTo>
                    <a:pt x="3765227" y="169969"/>
                  </a:lnTo>
                  <a:lnTo>
                    <a:pt x="3753576" y="173589"/>
                  </a:lnTo>
                  <a:lnTo>
                    <a:pt x="3742273" y="177104"/>
                  </a:lnTo>
                  <a:lnTo>
                    <a:pt x="3737751" y="178510"/>
                  </a:lnTo>
                  <a:lnTo>
                    <a:pt x="3737056" y="178726"/>
                  </a:lnTo>
                  <a:lnTo>
                    <a:pt x="3723318" y="183003"/>
                  </a:lnTo>
                  <a:lnTo>
                    <a:pt x="3716710" y="185061"/>
                  </a:lnTo>
                  <a:lnTo>
                    <a:pt x="3716536" y="185115"/>
                  </a:lnTo>
                  <a:lnTo>
                    <a:pt x="3683669" y="195364"/>
                  </a:lnTo>
                  <a:lnTo>
                    <a:pt x="3680539" y="196342"/>
                  </a:lnTo>
                  <a:lnTo>
                    <a:pt x="3674279" y="198297"/>
                  </a:lnTo>
                  <a:lnTo>
                    <a:pt x="3669062" y="199927"/>
                  </a:lnTo>
                  <a:lnTo>
                    <a:pt x="3664714" y="201285"/>
                  </a:lnTo>
                  <a:lnTo>
                    <a:pt x="3654628" y="204439"/>
                  </a:lnTo>
                  <a:lnTo>
                    <a:pt x="3651846" y="205309"/>
                  </a:lnTo>
                  <a:lnTo>
                    <a:pt x="3638456" y="209500"/>
                  </a:lnTo>
                  <a:lnTo>
                    <a:pt x="3638108" y="209609"/>
                  </a:lnTo>
                  <a:lnTo>
                    <a:pt x="3634978" y="210589"/>
                  </a:lnTo>
                  <a:lnTo>
                    <a:pt x="3625066" y="213694"/>
                  </a:lnTo>
                  <a:lnTo>
                    <a:pt x="3615675" y="216638"/>
                  </a:lnTo>
                  <a:lnTo>
                    <a:pt x="3607850" y="219092"/>
                  </a:lnTo>
                  <a:lnTo>
                    <a:pt x="3607154" y="219310"/>
                  </a:lnTo>
                  <a:lnTo>
                    <a:pt x="3600720" y="221329"/>
                  </a:lnTo>
                  <a:lnTo>
                    <a:pt x="3591330" y="224278"/>
                  </a:lnTo>
                  <a:lnTo>
                    <a:pt x="3579678" y="227939"/>
                  </a:lnTo>
                  <a:lnTo>
                    <a:pt x="3568375" y="231493"/>
                  </a:lnTo>
                  <a:lnTo>
                    <a:pt x="3563854" y="232916"/>
                  </a:lnTo>
                  <a:lnTo>
                    <a:pt x="3563158" y="233135"/>
                  </a:lnTo>
                  <a:lnTo>
                    <a:pt x="3549420" y="237460"/>
                  </a:lnTo>
                  <a:lnTo>
                    <a:pt x="3542812" y="239542"/>
                  </a:lnTo>
                  <a:lnTo>
                    <a:pt x="3509772" y="249967"/>
                  </a:lnTo>
                  <a:lnTo>
                    <a:pt x="3506642" y="250955"/>
                  </a:lnTo>
                  <a:lnTo>
                    <a:pt x="3500381" y="252934"/>
                  </a:lnTo>
                  <a:lnTo>
                    <a:pt x="3495164" y="254583"/>
                  </a:lnTo>
                  <a:lnTo>
                    <a:pt x="3490817" y="255958"/>
                  </a:lnTo>
                  <a:lnTo>
                    <a:pt x="3480731" y="259149"/>
                  </a:lnTo>
                  <a:lnTo>
                    <a:pt x="3477948" y="260030"/>
                  </a:lnTo>
                  <a:lnTo>
                    <a:pt x="3464558" y="264272"/>
                  </a:lnTo>
                  <a:lnTo>
                    <a:pt x="3464211" y="264382"/>
                  </a:lnTo>
                  <a:lnTo>
                    <a:pt x="3461080" y="265374"/>
                  </a:lnTo>
                  <a:lnTo>
                    <a:pt x="3451168" y="268517"/>
                  </a:lnTo>
                  <a:lnTo>
                    <a:pt x="3433952" y="273982"/>
                  </a:lnTo>
                  <a:lnTo>
                    <a:pt x="3433257" y="274203"/>
                  </a:lnTo>
                  <a:lnTo>
                    <a:pt x="3426823" y="276247"/>
                  </a:lnTo>
                  <a:lnTo>
                    <a:pt x="3417432" y="279233"/>
                  </a:lnTo>
                  <a:lnTo>
                    <a:pt x="3405781" y="282940"/>
                  </a:lnTo>
                  <a:lnTo>
                    <a:pt x="3394478" y="286539"/>
                  </a:lnTo>
                  <a:lnTo>
                    <a:pt x="3389956" y="287980"/>
                  </a:lnTo>
                  <a:lnTo>
                    <a:pt x="3389261" y="288201"/>
                  </a:lnTo>
                  <a:lnTo>
                    <a:pt x="3375523" y="292582"/>
                  </a:lnTo>
                  <a:lnTo>
                    <a:pt x="3368915" y="294691"/>
                  </a:lnTo>
                  <a:lnTo>
                    <a:pt x="3368741" y="294746"/>
                  </a:lnTo>
                  <a:lnTo>
                    <a:pt x="3335874" y="305251"/>
                  </a:lnTo>
                  <a:lnTo>
                    <a:pt x="3332744" y="306253"/>
                  </a:lnTo>
                  <a:lnTo>
                    <a:pt x="3326484" y="308257"/>
                  </a:lnTo>
                  <a:lnTo>
                    <a:pt x="3321267" y="309928"/>
                  </a:lnTo>
                  <a:lnTo>
                    <a:pt x="3316919" y="311321"/>
                  </a:lnTo>
                  <a:lnTo>
                    <a:pt x="3306833" y="314555"/>
                  </a:lnTo>
                  <a:lnTo>
                    <a:pt x="3304051" y="315448"/>
                  </a:lnTo>
                  <a:lnTo>
                    <a:pt x="3290661" y="319746"/>
                  </a:lnTo>
                  <a:lnTo>
                    <a:pt x="3290313" y="319858"/>
                  </a:lnTo>
                  <a:lnTo>
                    <a:pt x="3287183" y="320863"/>
                  </a:lnTo>
                  <a:lnTo>
                    <a:pt x="3277271" y="324049"/>
                  </a:lnTo>
                  <a:lnTo>
                    <a:pt x="3267880" y="327070"/>
                  </a:lnTo>
                  <a:lnTo>
                    <a:pt x="3260055" y="329588"/>
                  </a:lnTo>
                  <a:lnTo>
                    <a:pt x="3259359" y="329812"/>
                  </a:lnTo>
                  <a:lnTo>
                    <a:pt x="3252925" y="331885"/>
                  </a:lnTo>
                  <a:lnTo>
                    <a:pt x="3243535" y="334911"/>
                  </a:lnTo>
                  <a:lnTo>
                    <a:pt x="3231884" y="338669"/>
                  </a:lnTo>
                  <a:lnTo>
                    <a:pt x="3220580" y="342319"/>
                  </a:lnTo>
                  <a:lnTo>
                    <a:pt x="3216059" y="343780"/>
                  </a:lnTo>
                  <a:lnTo>
                    <a:pt x="3215363" y="344005"/>
                  </a:lnTo>
                  <a:lnTo>
                    <a:pt x="3201625" y="348447"/>
                  </a:lnTo>
                  <a:lnTo>
                    <a:pt x="3195017" y="350585"/>
                  </a:lnTo>
                  <a:lnTo>
                    <a:pt x="3194843" y="350642"/>
                  </a:lnTo>
                  <a:lnTo>
                    <a:pt x="3161977" y="361296"/>
                  </a:lnTo>
                  <a:lnTo>
                    <a:pt x="3158847" y="362312"/>
                  </a:lnTo>
                  <a:lnTo>
                    <a:pt x="3152586" y="364346"/>
                  </a:lnTo>
                  <a:lnTo>
                    <a:pt x="3147369" y="366041"/>
                  </a:lnTo>
                  <a:lnTo>
                    <a:pt x="3143022" y="367454"/>
                  </a:lnTo>
                  <a:lnTo>
                    <a:pt x="3132936" y="370735"/>
                  </a:lnTo>
                  <a:lnTo>
                    <a:pt x="3130154" y="371641"/>
                  </a:lnTo>
                  <a:lnTo>
                    <a:pt x="3116763" y="376002"/>
                  </a:lnTo>
                  <a:lnTo>
                    <a:pt x="3116416" y="376115"/>
                  </a:lnTo>
                  <a:lnTo>
                    <a:pt x="3113285" y="377136"/>
                  </a:lnTo>
                  <a:lnTo>
                    <a:pt x="3103373" y="380368"/>
                  </a:lnTo>
                  <a:lnTo>
                    <a:pt x="3093983" y="383433"/>
                  </a:lnTo>
                  <a:lnTo>
                    <a:pt x="3086157" y="385989"/>
                  </a:lnTo>
                  <a:lnTo>
                    <a:pt x="3085462" y="386217"/>
                  </a:lnTo>
                  <a:lnTo>
                    <a:pt x="3079028" y="388320"/>
                  </a:lnTo>
                  <a:lnTo>
                    <a:pt x="3069637" y="391392"/>
                  </a:lnTo>
                  <a:lnTo>
                    <a:pt x="3057986" y="395206"/>
                  </a:lnTo>
                  <a:lnTo>
                    <a:pt x="3046683" y="398911"/>
                  </a:lnTo>
                  <a:lnTo>
                    <a:pt x="3042161" y="400394"/>
                  </a:lnTo>
                  <a:lnTo>
                    <a:pt x="3041466" y="400622"/>
                  </a:lnTo>
                  <a:lnTo>
                    <a:pt x="3027728" y="405132"/>
                  </a:lnTo>
                  <a:lnTo>
                    <a:pt x="3021120" y="407303"/>
                  </a:lnTo>
                  <a:lnTo>
                    <a:pt x="3020946" y="407360"/>
                  </a:lnTo>
                  <a:lnTo>
                    <a:pt x="2988079" y="418178"/>
                  </a:lnTo>
                  <a:lnTo>
                    <a:pt x="2984949" y="419210"/>
                  </a:lnTo>
                  <a:lnTo>
                    <a:pt x="2978689" y="421275"/>
                  </a:lnTo>
                  <a:lnTo>
                    <a:pt x="2973472" y="422997"/>
                  </a:lnTo>
                  <a:lnTo>
                    <a:pt x="2969125" y="424432"/>
                  </a:lnTo>
                  <a:lnTo>
                    <a:pt x="2959038" y="427764"/>
                  </a:lnTo>
                  <a:lnTo>
                    <a:pt x="2956256" y="428684"/>
                  </a:lnTo>
                  <a:lnTo>
                    <a:pt x="2942866" y="433114"/>
                  </a:lnTo>
                  <a:lnTo>
                    <a:pt x="2942518" y="433229"/>
                  </a:lnTo>
                  <a:lnTo>
                    <a:pt x="2939388" y="434265"/>
                  </a:lnTo>
                  <a:lnTo>
                    <a:pt x="2929476" y="437549"/>
                  </a:lnTo>
                  <a:lnTo>
                    <a:pt x="2920085" y="440662"/>
                  </a:lnTo>
                  <a:lnTo>
                    <a:pt x="2912260" y="443259"/>
                  </a:lnTo>
                  <a:lnTo>
                    <a:pt x="2911564" y="443490"/>
                  </a:lnTo>
                  <a:lnTo>
                    <a:pt x="2905130" y="445626"/>
                  </a:lnTo>
                  <a:lnTo>
                    <a:pt x="2895740" y="448747"/>
                  </a:lnTo>
                  <a:lnTo>
                    <a:pt x="2884089" y="452623"/>
                  </a:lnTo>
                  <a:lnTo>
                    <a:pt x="2872785" y="456387"/>
                  </a:lnTo>
                  <a:lnTo>
                    <a:pt x="2868264" y="457893"/>
                  </a:lnTo>
                  <a:lnTo>
                    <a:pt x="2867568" y="458125"/>
                  </a:lnTo>
                  <a:lnTo>
                    <a:pt x="2853831" y="462708"/>
                  </a:lnTo>
                  <a:lnTo>
                    <a:pt x="2847222" y="464914"/>
                  </a:lnTo>
                  <a:lnTo>
                    <a:pt x="2847049" y="464972"/>
                  </a:lnTo>
                  <a:lnTo>
                    <a:pt x="2814182" y="475966"/>
                  </a:lnTo>
                  <a:lnTo>
                    <a:pt x="2811052" y="477015"/>
                  </a:lnTo>
                  <a:lnTo>
                    <a:pt x="2804791" y="479114"/>
                  </a:lnTo>
                  <a:lnTo>
                    <a:pt x="2799575" y="480863"/>
                  </a:lnTo>
                  <a:lnTo>
                    <a:pt x="2795227" y="482322"/>
                  </a:lnTo>
                  <a:lnTo>
                    <a:pt x="2785141" y="485709"/>
                  </a:lnTo>
                  <a:lnTo>
                    <a:pt x="2782359" y="486644"/>
                  </a:lnTo>
                  <a:lnTo>
                    <a:pt x="2768969" y="491146"/>
                  </a:lnTo>
                  <a:lnTo>
                    <a:pt x="2768621" y="491263"/>
                  </a:lnTo>
                  <a:lnTo>
                    <a:pt x="2765491" y="492317"/>
                  </a:lnTo>
                  <a:lnTo>
                    <a:pt x="2755578" y="495655"/>
                  </a:lnTo>
                  <a:lnTo>
                    <a:pt x="2738363" y="501460"/>
                  </a:lnTo>
                  <a:lnTo>
                    <a:pt x="2737667" y="501694"/>
                  </a:lnTo>
                  <a:lnTo>
                    <a:pt x="2731233" y="503867"/>
                  </a:lnTo>
                  <a:lnTo>
                    <a:pt x="2721842" y="507039"/>
                  </a:lnTo>
                  <a:lnTo>
                    <a:pt x="2710191" y="510979"/>
                  </a:lnTo>
                  <a:lnTo>
                    <a:pt x="2698888" y="514806"/>
                  </a:lnTo>
                  <a:lnTo>
                    <a:pt x="2694367" y="516338"/>
                  </a:lnTo>
                  <a:lnTo>
                    <a:pt x="2693671" y="516574"/>
                  </a:lnTo>
                  <a:lnTo>
                    <a:pt x="2679933" y="521233"/>
                  </a:lnTo>
                  <a:lnTo>
                    <a:pt x="2673325" y="523476"/>
                  </a:lnTo>
                  <a:lnTo>
                    <a:pt x="2673151" y="523535"/>
                  </a:lnTo>
                  <a:lnTo>
                    <a:pt x="2640284" y="534714"/>
                  </a:lnTo>
                  <a:lnTo>
                    <a:pt x="2637154" y="535781"/>
                  </a:lnTo>
                  <a:lnTo>
                    <a:pt x="2630894" y="537915"/>
                  </a:lnTo>
                  <a:lnTo>
                    <a:pt x="2625677" y="539694"/>
                  </a:lnTo>
                  <a:lnTo>
                    <a:pt x="2621330" y="541178"/>
                  </a:lnTo>
                  <a:lnTo>
                    <a:pt x="2611244" y="544622"/>
                  </a:lnTo>
                  <a:lnTo>
                    <a:pt x="2608461" y="545572"/>
                  </a:lnTo>
                  <a:lnTo>
                    <a:pt x="2594723" y="550270"/>
                  </a:lnTo>
                  <a:lnTo>
                    <a:pt x="2591593" y="551341"/>
                  </a:lnTo>
                  <a:lnTo>
                    <a:pt x="2581681" y="554736"/>
                  </a:lnTo>
                  <a:lnTo>
                    <a:pt x="2572291" y="557955"/>
                  </a:lnTo>
                  <a:lnTo>
                    <a:pt x="2564465" y="560639"/>
                  </a:lnTo>
                  <a:lnTo>
                    <a:pt x="2563770" y="560878"/>
                  </a:lnTo>
                  <a:lnTo>
                    <a:pt x="2557335" y="563087"/>
                  </a:lnTo>
                  <a:lnTo>
                    <a:pt x="2547945" y="566313"/>
                  </a:lnTo>
                  <a:lnTo>
                    <a:pt x="2536294" y="570320"/>
                  </a:lnTo>
                  <a:lnTo>
                    <a:pt x="2524990" y="574212"/>
                  </a:lnTo>
                  <a:lnTo>
                    <a:pt x="2520469" y="575770"/>
                  </a:lnTo>
                  <a:lnTo>
                    <a:pt x="2519774" y="576010"/>
                  </a:lnTo>
                  <a:lnTo>
                    <a:pt x="2506036" y="580748"/>
                  </a:lnTo>
                  <a:lnTo>
                    <a:pt x="2499428" y="583030"/>
                  </a:lnTo>
                  <a:lnTo>
                    <a:pt x="2499254" y="583090"/>
                  </a:lnTo>
                  <a:lnTo>
                    <a:pt x="2466387" y="594459"/>
                  </a:lnTo>
                  <a:lnTo>
                    <a:pt x="2463257" y="595543"/>
                  </a:lnTo>
                  <a:lnTo>
                    <a:pt x="2456997" y="597714"/>
                  </a:lnTo>
                  <a:lnTo>
                    <a:pt x="2451780" y="599523"/>
                  </a:lnTo>
                  <a:lnTo>
                    <a:pt x="2447432" y="601032"/>
                  </a:lnTo>
                  <a:lnTo>
                    <a:pt x="2437346" y="604534"/>
                  </a:lnTo>
                  <a:lnTo>
                    <a:pt x="2434564" y="605501"/>
                  </a:lnTo>
                  <a:lnTo>
                    <a:pt x="2421174" y="610158"/>
                  </a:lnTo>
                  <a:lnTo>
                    <a:pt x="2420826" y="610279"/>
                  </a:lnTo>
                  <a:lnTo>
                    <a:pt x="2417696" y="611368"/>
                  </a:lnTo>
                  <a:lnTo>
                    <a:pt x="2407784" y="614820"/>
                  </a:lnTo>
                  <a:lnTo>
                    <a:pt x="2398393" y="618093"/>
                  </a:lnTo>
                  <a:lnTo>
                    <a:pt x="2390568" y="620823"/>
                  </a:lnTo>
                  <a:lnTo>
                    <a:pt x="2389872" y="621066"/>
                  </a:lnTo>
                  <a:lnTo>
                    <a:pt x="2383438" y="623312"/>
                  </a:lnTo>
                  <a:lnTo>
                    <a:pt x="2374047" y="626593"/>
                  </a:lnTo>
                  <a:lnTo>
                    <a:pt x="2362396" y="630668"/>
                  </a:lnTo>
                  <a:lnTo>
                    <a:pt x="2351093" y="634626"/>
                  </a:lnTo>
                  <a:lnTo>
                    <a:pt x="2346572" y="636210"/>
                  </a:lnTo>
                  <a:lnTo>
                    <a:pt x="2345876" y="636454"/>
                  </a:lnTo>
                  <a:lnTo>
                    <a:pt x="2332138" y="641272"/>
                  </a:lnTo>
                  <a:lnTo>
                    <a:pt x="2325530" y="643591"/>
                  </a:lnTo>
                  <a:lnTo>
                    <a:pt x="2325356" y="643652"/>
                  </a:lnTo>
                  <a:lnTo>
                    <a:pt x="2292490" y="655212"/>
                  </a:lnTo>
                  <a:lnTo>
                    <a:pt x="2289359" y="656315"/>
                  </a:lnTo>
                  <a:lnTo>
                    <a:pt x="2283099" y="658521"/>
                  </a:lnTo>
                  <a:lnTo>
                    <a:pt x="2277882" y="660361"/>
                  </a:lnTo>
                  <a:lnTo>
                    <a:pt x="2273535" y="661894"/>
                  </a:lnTo>
                  <a:lnTo>
                    <a:pt x="2263449" y="665455"/>
                  </a:lnTo>
                  <a:lnTo>
                    <a:pt x="2260666" y="666438"/>
                  </a:lnTo>
                  <a:lnTo>
                    <a:pt x="2247276" y="671172"/>
                  </a:lnTo>
                  <a:lnTo>
                    <a:pt x="2246928" y="671295"/>
                  </a:lnTo>
                  <a:lnTo>
                    <a:pt x="2243798" y="672402"/>
                  </a:lnTo>
                  <a:lnTo>
                    <a:pt x="2233886" y="675911"/>
                  </a:lnTo>
                  <a:lnTo>
                    <a:pt x="2224496" y="679239"/>
                  </a:lnTo>
                  <a:lnTo>
                    <a:pt x="2216670" y="682013"/>
                  </a:lnTo>
                  <a:lnTo>
                    <a:pt x="2215975" y="682260"/>
                  </a:lnTo>
                  <a:lnTo>
                    <a:pt x="2209540" y="684544"/>
                  </a:lnTo>
                  <a:lnTo>
                    <a:pt x="2200150" y="687878"/>
                  </a:lnTo>
                  <a:lnTo>
                    <a:pt x="2188499" y="692020"/>
                  </a:lnTo>
                  <a:lnTo>
                    <a:pt x="2177196" y="696042"/>
                  </a:lnTo>
                  <a:lnTo>
                    <a:pt x="2172674" y="697652"/>
                  </a:lnTo>
                  <a:lnTo>
                    <a:pt x="2171979" y="697900"/>
                  </a:lnTo>
                  <a:lnTo>
                    <a:pt x="2158241" y="702796"/>
                  </a:lnTo>
                  <a:lnTo>
                    <a:pt x="2151633" y="705153"/>
                  </a:lnTo>
                  <a:lnTo>
                    <a:pt x="2151459" y="705215"/>
                  </a:lnTo>
                  <a:lnTo>
                    <a:pt x="2118592" y="716961"/>
                  </a:lnTo>
                  <a:lnTo>
                    <a:pt x="2115462" y="718081"/>
                  </a:lnTo>
                  <a:lnTo>
                    <a:pt x="2109202" y="720323"/>
                  </a:lnTo>
                  <a:lnTo>
                    <a:pt x="2103985" y="722192"/>
                  </a:lnTo>
                  <a:lnTo>
                    <a:pt x="2099637" y="723751"/>
                  </a:lnTo>
                  <a:lnTo>
                    <a:pt x="2089551" y="727368"/>
                  </a:lnTo>
                  <a:lnTo>
                    <a:pt x="2086769" y="728366"/>
                  </a:lnTo>
                  <a:lnTo>
                    <a:pt x="2073379" y="733175"/>
                  </a:lnTo>
                  <a:lnTo>
                    <a:pt x="2073031" y="733300"/>
                  </a:lnTo>
                  <a:lnTo>
                    <a:pt x="2069901" y="734425"/>
                  </a:lnTo>
                  <a:lnTo>
                    <a:pt x="2059989" y="737989"/>
                  </a:lnTo>
                  <a:lnTo>
                    <a:pt x="2050598" y="741369"/>
                  </a:lnTo>
                  <a:lnTo>
                    <a:pt x="2042773" y="744187"/>
                  </a:lnTo>
                  <a:lnTo>
                    <a:pt x="2042077" y="744438"/>
                  </a:lnTo>
                  <a:lnTo>
                    <a:pt x="2035643" y="746757"/>
                  </a:lnTo>
                  <a:lnTo>
                    <a:pt x="2026253" y="750143"/>
                  </a:lnTo>
                  <a:lnTo>
                    <a:pt x="2014601" y="754349"/>
                  </a:lnTo>
                  <a:lnTo>
                    <a:pt x="2003298" y="758433"/>
                  </a:lnTo>
                  <a:lnTo>
                    <a:pt x="1998777" y="760068"/>
                  </a:lnTo>
                  <a:lnTo>
                    <a:pt x="1998081" y="760320"/>
                  </a:lnTo>
                  <a:lnTo>
                    <a:pt x="1984343" y="765291"/>
                  </a:lnTo>
                  <a:lnTo>
                    <a:pt x="1977735" y="767684"/>
                  </a:lnTo>
                  <a:lnTo>
                    <a:pt x="1977561" y="767747"/>
                  </a:lnTo>
                  <a:lnTo>
                    <a:pt x="1944695" y="779671"/>
                  </a:lnTo>
                  <a:lnTo>
                    <a:pt x="1941564" y="780808"/>
                  </a:lnTo>
                  <a:lnTo>
                    <a:pt x="1935304" y="783084"/>
                  </a:lnTo>
                  <a:lnTo>
                    <a:pt x="1930087" y="784981"/>
                  </a:lnTo>
                  <a:lnTo>
                    <a:pt x="1925740" y="786562"/>
                  </a:lnTo>
                  <a:lnTo>
                    <a:pt x="1915654" y="790233"/>
                  </a:lnTo>
                  <a:lnTo>
                    <a:pt x="1912871" y="791247"/>
                  </a:lnTo>
                  <a:lnTo>
                    <a:pt x="1899481" y="796126"/>
                  </a:lnTo>
                  <a:lnTo>
                    <a:pt x="1899134" y="796253"/>
                  </a:lnTo>
                  <a:lnTo>
                    <a:pt x="1896003" y="797395"/>
                  </a:lnTo>
                  <a:lnTo>
                    <a:pt x="1886091" y="801011"/>
                  </a:lnTo>
                  <a:lnTo>
                    <a:pt x="1876701" y="804440"/>
                  </a:lnTo>
                  <a:lnTo>
                    <a:pt x="1868875" y="807300"/>
                  </a:lnTo>
                  <a:lnTo>
                    <a:pt x="1868180" y="807554"/>
                  </a:lnTo>
                  <a:lnTo>
                    <a:pt x="1861746" y="809907"/>
                  </a:lnTo>
                  <a:lnTo>
                    <a:pt x="1852355" y="813342"/>
                  </a:lnTo>
                  <a:lnTo>
                    <a:pt x="1840704" y="817608"/>
                  </a:lnTo>
                  <a:lnTo>
                    <a:pt x="1829401" y="821751"/>
                  </a:lnTo>
                  <a:lnTo>
                    <a:pt x="1824879" y="823409"/>
                  </a:lnTo>
                  <a:lnTo>
                    <a:pt x="1824184" y="823664"/>
                  </a:lnTo>
                  <a:lnTo>
                    <a:pt x="1810446" y="828706"/>
                  </a:lnTo>
                  <a:lnTo>
                    <a:pt x="1803838" y="831133"/>
                  </a:lnTo>
                  <a:lnTo>
                    <a:pt x="1803664" y="831197"/>
                  </a:lnTo>
                  <a:lnTo>
                    <a:pt x="1770797" y="843287"/>
                  </a:lnTo>
                  <a:lnTo>
                    <a:pt x="1767667" y="844440"/>
                  </a:lnTo>
                  <a:lnTo>
                    <a:pt x="1761407" y="846746"/>
                  </a:lnTo>
                  <a:lnTo>
                    <a:pt x="1756190" y="848670"/>
                  </a:lnTo>
                  <a:lnTo>
                    <a:pt x="1751842" y="850273"/>
                  </a:lnTo>
                  <a:lnTo>
                    <a:pt x="1741756" y="853994"/>
                  </a:lnTo>
                  <a:lnTo>
                    <a:pt x="1738974" y="855021"/>
                  </a:lnTo>
                  <a:lnTo>
                    <a:pt x="1725584" y="859967"/>
                  </a:lnTo>
                  <a:lnTo>
                    <a:pt x="1725236" y="860096"/>
                  </a:lnTo>
                  <a:lnTo>
                    <a:pt x="1712194" y="864918"/>
                  </a:lnTo>
                  <a:lnTo>
                    <a:pt x="1702803" y="868392"/>
                  </a:lnTo>
                  <a:lnTo>
                    <a:pt x="1694978" y="871290"/>
                  </a:lnTo>
                  <a:lnTo>
                    <a:pt x="1694282" y="871547"/>
                  </a:lnTo>
                  <a:lnTo>
                    <a:pt x="1687848" y="873931"/>
                  </a:lnTo>
                  <a:lnTo>
                    <a:pt x="1678458" y="877412"/>
                  </a:lnTo>
                  <a:lnTo>
                    <a:pt x="1666807" y="881734"/>
                  </a:lnTo>
                  <a:lnTo>
                    <a:pt x="1655503" y="885930"/>
                  </a:lnTo>
                  <a:lnTo>
                    <a:pt x="1650982" y="887610"/>
                  </a:lnTo>
                  <a:lnTo>
                    <a:pt x="1650286" y="887868"/>
                  </a:lnTo>
                  <a:lnTo>
                    <a:pt x="1636548" y="892975"/>
                  </a:lnTo>
                  <a:lnTo>
                    <a:pt x="1629940" y="895433"/>
                  </a:lnTo>
                  <a:lnTo>
                    <a:pt x="1629766" y="895498"/>
                  </a:lnTo>
                  <a:lnTo>
                    <a:pt x="1596900" y="907740"/>
                  </a:lnTo>
                  <a:lnTo>
                    <a:pt x="1593770" y="908907"/>
                  </a:lnTo>
                  <a:lnTo>
                    <a:pt x="1587509" y="911243"/>
                  </a:lnTo>
                  <a:lnTo>
                    <a:pt x="1582292" y="913190"/>
                  </a:lnTo>
                  <a:lnTo>
                    <a:pt x="1577945" y="914813"/>
                  </a:lnTo>
                  <a:lnTo>
                    <a:pt x="1567859" y="918580"/>
                  </a:lnTo>
                  <a:lnTo>
                    <a:pt x="1565077" y="919620"/>
                  </a:lnTo>
                  <a:lnTo>
                    <a:pt x="1551686" y="924626"/>
                  </a:lnTo>
                  <a:lnTo>
                    <a:pt x="1551339" y="924756"/>
                  </a:lnTo>
                  <a:lnTo>
                    <a:pt x="1548208" y="925927"/>
                  </a:lnTo>
                  <a:lnTo>
                    <a:pt x="1538296" y="929636"/>
                  </a:lnTo>
                  <a:lnTo>
                    <a:pt x="1528906" y="933153"/>
                  </a:lnTo>
                  <a:lnTo>
                    <a:pt x="1521080" y="936085"/>
                  </a:lnTo>
                  <a:lnTo>
                    <a:pt x="1520385" y="936345"/>
                  </a:lnTo>
                  <a:lnTo>
                    <a:pt x="1513951" y="938757"/>
                  </a:lnTo>
                  <a:lnTo>
                    <a:pt x="1504560" y="942279"/>
                  </a:lnTo>
                  <a:lnTo>
                    <a:pt x="1492909" y="946652"/>
                  </a:lnTo>
                  <a:lnTo>
                    <a:pt x="1481606" y="950897"/>
                  </a:lnTo>
                  <a:lnTo>
                    <a:pt x="1477084" y="952596"/>
                  </a:lnTo>
                  <a:lnTo>
                    <a:pt x="1476389" y="952858"/>
                  </a:lnTo>
                  <a:lnTo>
                    <a:pt x="1462651" y="958023"/>
                  </a:lnTo>
                  <a:lnTo>
                    <a:pt x="1456043" y="960509"/>
                  </a:lnTo>
                  <a:lnTo>
                    <a:pt x="1455869" y="960574"/>
                  </a:lnTo>
                  <a:lnTo>
                    <a:pt x="1423002" y="972955"/>
                  </a:lnTo>
                  <a:lnTo>
                    <a:pt x="1419872" y="974135"/>
                  </a:lnTo>
                  <a:lnTo>
                    <a:pt x="1413612" y="976496"/>
                  </a:lnTo>
                  <a:lnTo>
                    <a:pt x="1408395" y="978465"/>
                  </a:lnTo>
                  <a:lnTo>
                    <a:pt x="1404047" y="980106"/>
                  </a:lnTo>
                  <a:lnTo>
                    <a:pt x="1393961" y="983914"/>
                  </a:lnTo>
                  <a:lnTo>
                    <a:pt x="1391179" y="984965"/>
                  </a:lnTo>
                  <a:lnTo>
                    <a:pt x="1377789" y="990026"/>
                  </a:lnTo>
                  <a:lnTo>
                    <a:pt x="1377441" y="990157"/>
                  </a:lnTo>
                  <a:lnTo>
                    <a:pt x="1374311" y="991341"/>
                  </a:lnTo>
                  <a:lnTo>
                    <a:pt x="1364399" y="995090"/>
                  </a:lnTo>
                  <a:lnTo>
                    <a:pt x="1355008" y="998644"/>
                  </a:lnTo>
                  <a:lnTo>
                    <a:pt x="1347183" y="1001607"/>
                  </a:lnTo>
                  <a:lnTo>
                    <a:pt x="1346487" y="1001870"/>
                  </a:lnTo>
                  <a:lnTo>
                    <a:pt x="1340053" y="1004307"/>
                  </a:lnTo>
                  <a:lnTo>
                    <a:pt x="1330663" y="1007866"/>
                  </a:lnTo>
                  <a:lnTo>
                    <a:pt x="1319012" y="1012284"/>
                  </a:lnTo>
                  <a:lnTo>
                    <a:pt x="1307708" y="1016573"/>
                  </a:lnTo>
                  <a:lnTo>
                    <a:pt x="1303187" y="1018290"/>
                  </a:lnTo>
                  <a:lnTo>
                    <a:pt x="1302491" y="1018554"/>
                  </a:lnTo>
                  <a:lnTo>
                    <a:pt x="1288753" y="1023771"/>
                  </a:lnTo>
                  <a:lnTo>
                    <a:pt x="1282145" y="1026283"/>
                  </a:lnTo>
                  <a:lnTo>
                    <a:pt x="1281971" y="1026349"/>
                  </a:lnTo>
                  <a:lnTo>
                    <a:pt x="1249105" y="1038852"/>
                  </a:lnTo>
                  <a:lnTo>
                    <a:pt x="1245975" y="1040044"/>
                  </a:lnTo>
                  <a:lnTo>
                    <a:pt x="1239714" y="1042428"/>
                  </a:lnTo>
                  <a:lnTo>
                    <a:pt x="1234497" y="1044416"/>
                  </a:lnTo>
                  <a:lnTo>
                    <a:pt x="1230150" y="1046073"/>
                  </a:lnTo>
                  <a:lnTo>
                    <a:pt x="1220064" y="1049918"/>
                  </a:lnTo>
                  <a:lnTo>
                    <a:pt x="1217282" y="1050979"/>
                  </a:lnTo>
                  <a:lnTo>
                    <a:pt x="1203892" y="1056088"/>
                  </a:lnTo>
                  <a:lnTo>
                    <a:pt x="1203544" y="1056220"/>
                  </a:lnTo>
                  <a:lnTo>
                    <a:pt x="1200414" y="1057415"/>
                  </a:lnTo>
                  <a:lnTo>
                    <a:pt x="1190501" y="1061200"/>
                  </a:lnTo>
                  <a:lnTo>
                    <a:pt x="1181111" y="1064787"/>
                  </a:lnTo>
                  <a:lnTo>
                    <a:pt x="1173286" y="1067777"/>
                  </a:lnTo>
                  <a:lnTo>
                    <a:pt x="1172590" y="1068043"/>
                  </a:lnTo>
                  <a:lnTo>
                    <a:pt x="1166156" y="1070503"/>
                  </a:lnTo>
                  <a:lnTo>
                    <a:pt x="1156765" y="1074095"/>
                  </a:lnTo>
                  <a:lnTo>
                    <a:pt x="1145114" y="1078553"/>
                  </a:lnTo>
                  <a:lnTo>
                    <a:pt x="1133811" y="1082881"/>
                  </a:lnTo>
                  <a:lnTo>
                    <a:pt x="1129290" y="1084612"/>
                  </a:lnTo>
                  <a:lnTo>
                    <a:pt x="1128594" y="1084879"/>
                  </a:lnTo>
                  <a:lnTo>
                    <a:pt x="1114856" y="1090143"/>
                  </a:lnTo>
                  <a:lnTo>
                    <a:pt x="1108248" y="1092677"/>
                  </a:lnTo>
                  <a:lnTo>
                    <a:pt x="1108074" y="1092743"/>
                  </a:lnTo>
                  <a:lnTo>
                    <a:pt x="1075207" y="1105355"/>
                  </a:lnTo>
                  <a:lnTo>
                    <a:pt x="1072077" y="1106557"/>
                  </a:lnTo>
                  <a:lnTo>
                    <a:pt x="1065817" y="1108962"/>
                  </a:lnTo>
                  <a:lnTo>
                    <a:pt x="1060600" y="1110967"/>
                  </a:lnTo>
                  <a:lnTo>
                    <a:pt x="1056253" y="1112638"/>
                  </a:lnTo>
                  <a:lnTo>
                    <a:pt x="1046167" y="1116515"/>
                  </a:lnTo>
                  <a:lnTo>
                    <a:pt x="1043384" y="1117585"/>
                  </a:lnTo>
                  <a:lnTo>
                    <a:pt x="1029994" y="1122736"/>
                  </a:lnTo>
                  <a:lnTo>
                    <a:pt x="1029646" y="1122870"/>
                  </a:lnTo>
                  <a:lnTo>
                    <a:pt x="1026516" y="1124075"/>
                  </a:lnTo>
                  <a:lnTo>
                    <a:pt x="1016604" y="1127891"/>
                  </a:lnTo>
                  <a:lnTo>
                    <a:pt x="1007214" y="1131507"/>
                  </a:lnTo>
                  <a:lnTo>
                    <a:pt x="999388" y="1134522"/>
                  </a:lnTo>
                  <a:lnTo>
                    <a:pt x="998693" y="1134790"/>
                  </a:lnTo>
                  <a:lnTo>
                    <a:pt x="992258" y="1137270"/>
                  </a:lnTo>
                  <a:lnTo>
                    <a:pt x="982868" y="1140890"/>
                  </a:lnTo>
                  <a:lnTo>
                    <a:pt x="971217" y="1145384"/>
                  </a:lnTo>
                  <a:lnTo>
                    <a:pt x="959913" y="1149745"/>
                  </a:lnTo>
                  <a:lnTo>
                    <a:pt x="955392" y="1151491"/>
                  </a:lnTo>
                  <a:lnTo>
                    <a:pt x="954696" y="1151759"/>
                  </a:lnTo>
                  <a:lnTo>
                    <a:pt x="940959" y="1157064"/>
                  </a:lnTo>
                  <a:lnTo>
                    <a:pt x="934350" y="1159617"/>
                  </a:lnTo>
                  <a:lnTo>
                    <a:pt x="934177" y="1159684"/>
                  </a:lnTo>
                  <a:lnTo>
                    <a:pt x="901310" y="1172392"/>
                  </a:lnTo>
                  <a:lnTo>
                    <a:pt x="898180" y="1173603"/>
                  </a:lnTo>
                  <a:lnTo>
                    <a:pt x="891920" y="1176026"/>
                  </a:lnTo>
                  <a:lnTo>
                    <a:pt x="886703" y="1178045"/>
                  </a:lnTo>
                  <a:lnTo>
                    <a:pt x="882355" y="1179728"/>
                  </a:lnTo>
                  <a:lnTo>
                    <a:pt x="872269" y="1183634"/>
                  </a:lnTo>
                  <a:lnTo>
                    <a:pt x="869487" y="1184712"/>
                  </a:lnTo>
                  <a:lnTo>
                    <a:pt x="856097" y="1189901"/>
                  </a:lnTo>
                  <a:lnTo>
                    <a:pt x="855749" y="1190036"/>
                  </a:lnTo>
                  <a:lnTo>
                    <a:pt x="852619" y="1191249"/>
                  </a:lnTo>
                  <a:lnTo>
                    <a:pt x="842707" y="1195092"/>
                  </a:lnTo>
                  <a:lnTo>
                    <a:pt x="833316" y="1198734"/>
                  </a:lnTo>
                  <a:lnTo>
                    <a:pt x="824795" y="1202040"/>
                  </a:lnTo>
                  <a:lnTo>
                    <a:pt x="818361" y="1204537"/>
                  </a:lnTo>
                  <a:lnTo>
                    <a:pt x="797319" y="1212707"/>
                  </a:lnTo>
                  <a:lnTo>
                    <a:pt x="786016" y="1217099"/>
                  </a:lnTo>
                  <a:lnTo>
                    <a:pt x="781495" y="1218856"/>
                  </a:lnTo>
                  <a:lnTo>
                    <a:pt x="780799" y="1219127"/>
                  </a:lnTo>
                  <a:lnTo>
                    <a:pt x="767061" y="1224467"/>
                  </a:lnTo>
                  <a:lnTo>
                    <a:pt x="760453" y="1227037"/>
                  </a:lnTo>
                  <a:lnTo>
                    <a:pt x="760279" y="1227105"/>
                  </a:lnTo>
                  <a:lnTo>
                    <a:pt x="727413" y="1239896"/>
                  </a:lnTo>
                  <a:lnTo>
                    <a:pt x="724282" y="1241115"/>
                  </a:lnTo>
                  <a:lnTo>
                    <a:pt x="718022" y="1243554"/>
                  </a:lnTo>
                  <a:lnTo>
                    <a:pt x="712805" y="1245586"/>
                  </a:lnTo>
                  <a:lnTo>
                    <a:pt x="708458" y="1247280"/>
                  </a:lnTo>
                  <a:lnTo>
                    <a:pt x="698372" y="1251211"/>
                  </a:lnTo>
                  <a:lnTo>
                    <a:pt x="695589" y="1252296"/>
                  </a:lnTo>
                  <a:lnTo>
                    <a:pt x="682199" y="1257517"/>
                  </a:lnTo>
                  <a:lnTo>
                    <a:pt x="681851" y="1257652"/>
                  </a:lnTo>
                  <a:lnTo>
                    <a:pt x="678721" y="1258873"/>
                  </a:lnTo>
                  <a:lnTo>
                    <a:pt x="668809" y="1262740"/>
                  </a:lnTo>
                  <a:lnTo>
                    <a:pt x="659419" y="1266405"/>
                  </a:lnTo>
                  <a:lnTo>
                    <a:pt x="651593" y="1269459"/>
                  </a:lnTo>
                  <a:lnTo>
                    <a:pt x="650898" y="1269731"/>
                  </a:lnTo>
                  <a:lnTo>
                    <a:pt x="644463" y="1272243"/>
                  </a:lnTo>
                  <a:lnTo>
                    <a:pt x="635073" y="1275911"/>
                  </a:lnTo>
                  <a:lnTo>
                    <a:pt x="623422" y="1280463"/>
                  </a:lnTo>
                  <a:lnTo>
                    <a:pt x="612119" y="1284880"/>
                  </a:lnTo>
                  <a:lnTo>
                    <a:pt x="607597" y="1286648"/>
                  </a:lnTo>
                  <a:lnTo>
                    <a:pt x="606902" y="1286920"/>
                  </a:lnTo>
                  <a:lnTo>
                    <a:pt x="593164" y="1292292"/>
                  </a:lnTo>
                  <a:lnTo>
                    <a:pt x="586556" y="1294877"/>
                  </a:lnTo>
                  <a:lnTo>
                    <a:pt x="586382" y="1294945"/>
                  </a:lnTo>
                  <a:lnTo>
                    <a:pt x="553515" y="1307809"/>
                  </a:lnTo>
                  <a:lnTo>
                    <a:pt x="550385" y="1309035"/>
                  </a:lnTo>
                  <a:lnTo>
                    <a:pt x="544125" y="1311487"/>
                  </a:lnTo>
                  <a:lnTo>
                    <a:pt x="538908" y="1313531"/>
                  </a:lnTo>
                  <a:lnTo>
                    <a:pt x="534560" y="1315234"/>
                  </a:lnTo>
                  <a:lnTo>
                    <a:pt x="524474" y="1319187"/>
                  </a:lnTo>
                  <a:lnTo>
                    <a:pt x="521692" y="1320277"/>
                  </a:lnTo>
                  <a:lnTo>
                    <a:pt x="508302" y="1325527"/>
                  </a:lnTo>
                  <a:lnTo>
                    <a:pt x="507954" y="1325663"/>
                  </a:lnTo>
                  <a:lnTo>
                    <a:pt x="504824" y="1326891"/>
                  </a:lnTo>
                  <a:lnTo>
                    <a:pt x="494912" y="1330778"/>
                  </a:lnTo>
                  <a:lnTo>
                    <a:pt x="485521" y="1334463"/>
                  </a:lnTo>
                  <a:lnTo>
                    <a:pt x="477696" y="1337533"/>
                  </a:lnTo>
                  <a:lnTo>
                    <a:pt x="477000" y="1337806"/>
                  </a:lnTo>
                  <a:lnTo>
                    <a:pt x="470566" y="1340332"/>
                  </a:lnTo>
                  <a:lnTo>
                    <a:pt x="461176" y="1344019"/>
                  </a:lnTo>
                  <a:lnTo>
                    <a:pt x="449524" y="1348594"/>
                  </a:lnTo>
                  <a:lnTo>
                    <a:pt x="438221" y="1353035"/>
                  </a:lnTo>
                  <a:lnTo>
                    <a:pt x="433700" y="1354811"/>
                  </a:lnTo>
                  <a:lnTo>
                    <a:pt x="433004" y="1355084"/>
                  </a:lnTo>
                  <a:lnTo>
                    <a:pt x="419266" y="1360484"/>
                  </a:lnTo>
                  <a:lnTo>
                    <a:pt x="412658" y="1363082"/>
                  </a:lnTo>
                  <a:lnTo>
                    <a:pt x="412484" y="1363150"/>
                  </a:lnTo>
                  <a:lnTo>
                    <a:pt x="379618" y="1376078"/>
                  </a:lnTo>
                  <a:lnTo>
                    <a:pt x="376487" y="1377310"/>
                  </a:lnTo>
                  <a:lnTo>
                    <a:pt x="370227" y="1379774"/>
                  </a:lnTo>
                  <a:lnTo>
                    <a:pt x="365010" y="1381827"/>
                  </a:lnTo>
                  <a:lnTo>
                    <a:pt x="360663" y="1383539"/>
                  </a:lnTo>
                  <a:lnTo>
                    <a:pt x="350577" y="1387511"/>
                  </a:lnTo>
                  <a:lnTo>
                    <a:pt x="347794" y="1388606"/>
                  </a:lnTo>
                  <a:lnTo>
                    <a:pt x="334404" y="1393881"/>
                  </a:lnTo>
                  <a:lnTo>
                    <a:pt x="334056" y="1394018"/>
                  </a:lnTo>
                  <a:lnTo>
                    <a:pt x="330926" y="1395251"/>
                  </a:lnTo>
                  <a:lnTo>
                    <a:pt x="311624" y="1402858"/>
                  </a:lnTo>
                  <a:lnTo>
                    <a:pt x="303798" y="1405943"/>
                  </a:lnTo>
                  <a:lnTo>
                    <a:pt x="287278" y="1412458"/>
                  </a:lnTo>
                  <a:lnTo>
                    <a:pt x="275627" y="1417054"/>
                  </a:lnTo>
                  <a:lnTo>
                    <a:pt x="264324" y="1421514"/>
                  </a:lnTo>
                  <a:lnTo>
                    <a:pt x="259107" y="1423573"/>
                  </a:lnTo>
                  <a:lnTo>
                    <a:pt x="245369" y="1428997"/>
                  </a:lnTo>
                  <a:lnTo>
                    <a:pt x="205720" y="1444658"/>
                  </a:lnTo>
                  <a:lnTo>
                    <a:pt x="196330" y="1448369"/>
                  </a:lnTo>
                  <a:lnTo>
                    <a:pt x="191113" y="1450432"/>
                  </a:lnTo>
                  <a:lnTo>
                    <a:pt x="173897" y="1457239"/>
                  </a:lnTo>
                  <a:lnTo>
                    <a:pt x="129901" y="1474646"/>
                  </a:lnTo>
                  <a:lnTo>
                    <a:pt x="113381" y="1481187"/>
                  </a:lnTo>
                  <a:lnTo>
                    <a:pt x="85209" y="1492345"/>
                  </a:lnTo>
                  <a:lnTo>
                    <a:pt x="64863" y="1500408"/>
                  </a:lnTo>
                  <a:lnTo>
                    <a:pt x="28693" y="1514751"/>
                  </a:lnTo>
                  <a:lnTo>
                    <a:pt x="0" y="152613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" name="pl18"/>
            <p:cNvSpPr/>
            <p:nvPr/>
          </p:nvSpPr>
          <p:spPr>
            <a:xfrm>
              <a:off x="3377239" y="2972906"/>
              <a:ext cx="4320655" cy="1885437"/>
            </a:xfrm>
            <a:custGeom>
              <a:avLst/>
              <a:pathLst>
                <a:path w="4320655" h="1885437">
                  <a:moveTo>
                    <a:pt x="0" y="1885437"/>
                  </a:moveTo>
                  <a:lnTo>
                    <a:pt x="28693" y="1872916"/>
                  </a:lnTo>
                  <a:lnTo>
                    <a:pt x="64863" y="1857132"/>
                  </a:lnTo>
                  <a:lnTo>
                    <a:pt x="85209" y="1848253"/>
                  </a:lnTo>
                  <a:lnTo>
                    <a:pt x="113381" y="1835960"/>
                  </a:lnTo>
                  <a:lnTo>
                    <a:pt x="129901" y="1828751"/>
                  </a:lnTo>
                  <a:lnTo>
                    <a:pt x="173897" y="1809552"/>
                  </a:lnTo>
                  <a:lnTo>
                    <a:pt x="191113" y="1802039"/>
                  </a:lnTo>
                  <a:lnTo>
                    <a:pt x="196330" y="1799763"/>
                  </a:lnTo>
                  <a:lnTo>
                    <a:pt x="205720" y="1795665"/>
                  </a:lnTo>
                  <a:lnTo>
                    <a:pt x="245369" y="1778363"/>
                  </a:lnTo>
                  <a:lnTo>
                    <a:pt x="259107" y="1772368"/>
                  </a:lnTo>
                  <a:lnTo>
                    <a:pt x="264324" y="1770092"/>
                  </a:lnTo>
                  <a:lnTo>
                    <a:pt x="275627" y="1765159"/>
                  </a:lnTo>
                  <a:lnTo>
                    <a:pt x="287278" y="1760075"/>
                  </a:lnTo>
                  <a:lnTo>
                    <a:pt x="303798" y="1752866"/>
                  </a:lnTo>
                  <a:lnTo>
                    <a:pt x="311624" y="1749451"/>
                  </a:lnTo>
                  <a:lnTo>
                    <a:pt x="330926" y="1741028"/>
                  </a:lnTo>
                  <a:lnTo>
                    <a:pt x="334056" y="1739662"/>
                  </a:lnTo>
                  <a:lnTo>
                    <a:pt x="334404" y="1739510"/>
                  </a:lnTo>
                  <a:lnTo>
                    <a:pt x="347794" y="1733667"/>
                  </a:lnTo>
                  <a:lnTo>
                    <a:pt x="350577" y="1732453"/>
                  </a:lnTo>
                  <a:lnTo>
                    <a:pt x="360663" y="1728051"/>
                  </a:lnTo>
                  <a:lnTo>
                    <a:pt x="365010" y="1726154"/>
                  </a:lnTo>
                  <a:lnTo>
                    <a:pt x="370227" y="1723878"/>
                  </a:lnTo>
                  <a:lnTo>
                    <a:pt x="376487" y="1721146"/>
                  </a:lnTo>
                  <a:lnTo>
                    <a:pt x="379618" y="1719780"/>
                  </a:lnTo>
                  <a:lnTo>
                    <a:pt x="412484" y="1705438"/>
                  </a:lnTo>
                  <a:lnTo>
                    <a:pt x="412658" y="1705362"/>
                  </a:lnTo>
                  <a:lnTo>
                    <a:pt x="419266" y="1702478"/>
                  </a:lnTo>
                  <a:lnTo>
                    <a:pt x="433004" y="1696483"/>
                  </a:lnTo>
                  <a:lnTo>
                    <a:pt x="433700" y="1696180"/>
                  </a:lnTo>
                  <a:lnTo>
                    <a:pt x="438221" y="1694207"/>
                  </a:lnTo>
                  <a:lnTo>
                    <a:pt x="449524" y="1689274"/>
                  </a:lnTo>
                  <a:lnTo>
                    <a:pt x="461176" y="1684190"/>
                  </a:lnTo>
                  <a:lnTo>
                    <a:pt x="470566" y="1680092"/>
                  </a:lnTo>
                  <a:lnTo>
                    <a:pt x="477000" y="1677284"/>
                  </a:lnTo>
                  <a:lnTo>
                    <a:pt x="477696" y="1676981"/>
                  </a:lnTo>
                  <a:lnTo>
                    <a:pt x="485521" y="1673566"/>
                  </a:lnTo>
                  <a:lnTo>
                    <a:pt x="494912" y="1669468"/>
                  </a:lnTo>
                  <a:lnTo>
                    <a:pt x="504824" y="1665143"/>
                  </a:lnTo>
                  <a:lnTo>
                    <a:pt x="507954" y="1663777"/>
                  </a:lnTo>
                  <a:lnTo>
                    <a:pt x="508302" y="1663625"/>
                  </a:lnTo>
                  <a:lnTo>
                    <a:pt x="521692" y="1657782"/>
                  </a:lnTo>
                  <a:lnTo>
                    <a:pt x="524474" y="1656568"/>
                  </a:lnTo>
                  <a:lnTo>
                    <a:pt x="534560" y="1652166"/>
                  </a:lnTo>
                  <a:lnTo>
                    <a:pt x="538908" y="1650269"/>
                  </a:lnTo>
                  <a:lnTo>
                    <a:pt x="544125" y="1647993"/>
                  </a:lnTo>
                  <a:lnTo>
                    <a:pt x="550385" y="1645261"/>
                  </a:lnTo>
                  <a:lnTo>
                    <a:pt x="553515" y="1643895"/>
                  </a:lnTo>
                  <a:lnTo>
                    <a:pt x="586382" y="1629553"/>
                  </a:lnTo>
                  <a:lnTo>
                    <a:pt x="586556" y="1629477"/>
                  </a:lnTo>
                  <a:lnTo>
                    <a:pt x="593164" y="1626593"/>
                  </a:lnTo>
                  <a:lnTo>
                    <a:pt x="606902" y="1620598"/>
                  </a:lnTo>
                  <a:lnTo>
                    <a:pt x="607597" y="1620295"/>
                  </a:lnTo>
                  <a:lnTo>
                    <a:pt x="612119" y="1618322"/>
                  </a:lnTo>
                  <a:lnTo>
                    <a:pt x="623422" y="1613389"/>
                  </a:lnTo>
                  <a:lnTo>
                    <a:pt x="635073" y="1608305"/>
                  </a:lnTo>
                  <a:lnTo>
                    <a:pt x="644463" y="1604207"/>
                  </a:lnTo>
                  <a:lnTo>
                    <a:pt x="650898" y="1601399"/>
                  </a:lnTo>
                  <a:lnTo>
                    <a:pt x="651593" y="1601096"/>
                  </a:lnTo>
                  <a:lnTo>
                    <a:pt x="659419" y="1597681"/>
                  </a:lnTo>
                  <a:lnTo>
                    <a:pt x="668809" y="1593583"/>
                  </a:lnTo>
                  <a:lnTo>
                    <a:pt x="678721" y="1589258"/>
                  </a:lnTo>
                  <a:lnTo>
                    <a:pt x="681851" y="1587892"/>
                  </a:lnTo>
                  <a:lnTo>
                    <a:pt x="682199" y="1587740"/>
                  </a:lnTo>
                  <a:lnTo>
                    <a:pt x="695589" y="1581897"/>
                  </a:lnTo>
                  <a:lnTo>
                    <a:pt x="698372" y="1580683"/>
                  </a:lnTo>
                  <a:lnTo>
                    <a:pt x="708458" y="1576282"/>
                  </a:lnTo>
                  <a:lnTo>
                    <a:pt x="712805" y="1574384"/>
                  </a:lnTo>
                  <a:lnTo>
                    <a:pt x="718022" y="1572108"/>
                  </a:lnTo>
                  <a:lnTo>
                    <a:pt x="724282" y="1569376"/>
                  </a:lnTo>
                  <a:lnTo>
                    <a:pt x="727413" y="1568010"/>
                  </a:lnTo>
                  <a:lnTo>
                    <a:pt x="760279" y="1553668"/>
                  </a:lnTo>
                  <a:lnTo>
                    <a:pt x="760453" y="1553592"/>
                  </a:lnTo>
                  <a:lnTo>
                    <a:pt x="767061" y="1550708"/>
                  </a:lnTo>
                  <a:lnTo>
                    <a:pt x="780799" y="1544713"/>
                  </a:lnTo>
                  <a:lnTo>
                    <a:pt x="781495" y="1544410"/>
                  </a:lnTo>
                  <a:lnTo>
                    <a:pt x="786016" y="1542437"/>
                  </a:lnTo>
                  <a:lnTo>
                    <a:pt x="797319" y="1537504"/>
                  </a:lnTo>
                  <a:lnTo>
                    <a:pt x="818361" y="1528322"/>
                  </a:lnTo>
                  <a:lnTo>
                    <a:pt x="824795" y="1525514"/>
                  </a:lnTo>
                  <a:lnTo>
                    <a:pt x="833316" y="1521796"/>
                  </a:lnTo>
                  <a:lnTo>
                    <a:pt x="842707" y="1517698"/>
                  </a:lnTo>
                  <a:lnTo>
                    <a:pt x="852619" y="1513373"/>
                  </a:lnTo>
                  <a:lnTo>
                    <a:pt x="855749" y="1512007"/>
                  </a:lnTo>
                  <a:lnTo>
                    <a:pt x="856097" y="1511855"/>
                  </a:lnTo>
                  <a:lnTo>
                    <a:pt x="869487" y="1506012"/>
                  </a:lnTo>
                  <a:lnTo>
                    <a:pt x="872269" y="1504798"/>
                  </a:lnTo>
                  <a:lnTo>
                    <a:pt x="882355" y="1500397"/>
                  </a:lnTo>
                  <a:lnTo>
                    <a:pt x="886703" y="1498499"/>
                  </a:lnTo>
                  <a:lnTo>
                    <a:pt x="891920" y="1496223"/>
                  </a:lnTo>
                  <a:lnTo>
                    <a:pt x="898180" y="1493491"/>
                  </a:lnTo>
                  <a:lnTo>
                    <a:pt x="901310" y="1492125"/>
                  </a:lnTo>
                  <a:lnTo>
                    <a:pt x="934177" y="1477783"/>
                  </a:lnTo>
                  <a:lnTo>
                    <a:pt x="934350" y="1477707"/>
                  </a:lnTo>
                  <a:lnTo>
                    <a:pt x="940959" y="1474823"/>
                  </a:lnTo>
                  <a:lnTo>
                    <a:pt x="954696" y="1468828"/>
                  </a:lnTo>
                  <a:lnTo>
                    <a:pt x="955392" y="1468525"/>
                  </a:lnTo>
                  <a:lnTo>
                    <a:pt x="959913" y="1466552"/>
                  </a:lnTo>
                  <a:lnTo>
                    <a:pt x="971217" y="1461619"/>
                  </a:lnTo>
                  <a:lnTo>
                    <a:pt x="982868" y="1456535"/>
                  </a:lnTo>
                  <a:lnTo>
                    <a:pt x="992258" y="1452437"/>
                  </a:lnTo>
                  <a:lnTo>
                    <a:pt x="998693" y="1449630"/>
                  </a:lnTo>
                  <a:lnTo>
                    <a:pt x="999388" y="1449326"/>
                  </a:lnTo>
                  <a:lnTo>
                    <a:pt x="1007214" y="1445911"/>
                  </a:lnTo>
                  <a:lnTo>
                    <a:pt x="1016604" y="1441813"/>
                  </a:lnTo>
                  <a:lnTo>
                    <a:pt x="1026516" y="1437488"/>
                  </a:lnTo>
                  <a:lnTo>
                    <a:pt x="1029646" y="1436122"/>
                  </a:lnTo>
                  <a:lnTo>
                    <a:pt x="1029994" y="1435970"/>
                  </a:lnTo>
                  <a:lnTo>
                    <a:pt x="1043384" y="1430127"/>
                  </a:lnTo>
                  <a:lnTo>
                    <a:pt x="1046167" y="1428913"/>
                  </a:lnTo>
                  <a:lnTo>
                    <a:pt x="1056253" y="1424512"/>
                  </a:lnTo>
                  <a:lnTo>
                    <a:pt x="1060600" y="1422614"/>
                  </a:lnTo>
                  <a:lnTo>
                    <a:pt x="1065817" y="1420338"/>
                  </a:lnTo>
                  <a:lnTo>
                    <a:pt x="1072077" y="1417606"/>
                  </a:lnTo>
                  <a:lnTo>
                    <a:pt x="1075207" y="1416240"/>
                  </a:lnTo>
                  <a:lnTo>
                    <a:pt x="1108074" y="1401898"/>
                  </a:lnTo>
                  <a:lnTo>
                    <a:pt x="1108248" y="1401822"/>
                  </a:lnTo>
                  <a:lnTo>
                    <a:pt x="1114856" y="1398938"/>
                  </a:lnTo>
                  <a:lnTo>
                    <a:pt x="1128594" y="1392943"/>
                  </a:lnTo>
                  <a:lnTo>
                    <a:pt x="1129290" y="1392640"/>
                  </a:lnTo>
                  <a:lnTo>
                    <a:pt x="1133811" y="1390667"/>
                  </a:lnTo>
                  <a:lnTo>
                    <a:pt x="1145114" y="1385734"/>
                  </a:lnTo>
                  <a:lnTo>
                    <a:pt x="1156765" y="1380650"/>
                  </a:lnTo>
                  <a:lnTo>
                    <a:pt x="1166156" y="1376552"/>
                  </a:lnTo>
                  <a:lnTo>
                    <a:pt x="1172590" y="1373745"/>
                  </a:lnTo>
                  <a:lnTo>
                    <a:pt x="1173286" y="1373441"/>
                  </a:lnTo>
                  <a:lnTo>
                    <a:pt x="1181111" y="1370026"/>
                  </a:lnTo>
                  <a:lnTo>
                    <a:pt x="1190501" y="1365928"/>
                  </a:lnTo>
                  <a:lnTo>
                    <a:pt x="1200414" y="1361603"/>
                  </a:lnTo>
                  <a:lnTo>
                    <a:pt x="1203544" y="1360237"/>
                  </a:lnTo>
                  <a:lnTo>
                    <a:pt x="1203892" y="1360085"/>
                  </a:lnTo>
                  <a:lnTo>
                    <a:pt x="1217282" y="1354242"/>
                  </a:lnTo>
                  <a:lnTo>
                    <a:pt x="1220064" y="1353028"/>
                  </a:lnTo>
                  <a:lnTo>
                    <a:pt x="1230150" y="1348627"/>
                  </a:lnTo>
                  <a:lnTo>
                    <a:pt x="1234497" y="1346730"/>
                  </a:lnTo>
                  <a:lnTo>
                    <a:pt x="1239714" y="1344453"/>
                  </a:lnTo>
                  <a:lnTo>
                    <a:pt x="1245975" y="1341721"/>
                  </a:lnTo>
                  <a:lnTo>
                    <a:pt x="1249105" y="1340355"/>
                  </a:lnTo>
                  <a:lnTo>
                    <a:pt x="1281971" y="1326013"/>
                  </a:lnTo>
                  <a:lnTo>
                    <a:pt x="1282145" y="1325937"/>
                  </a:lnTo>
                  <a:lnTo>
                    <a:pt x="1288753" y="1323053"/>
                  </a:lnTo>
                  <a:lnTo>
                    <a:pt x="1302491" y="1317059"/>
                  </a:lnTo>
                  <a:lnTo>
                    <a:pt x="1303187" y="1316755"/>
                  </a:lnTo>
                  <a:lnTo>
                    <a:pt x="1307708" y="1314782"/>
                  </a:lnTo>
                  <a:lnTo>
                    <a:pt x="1319012" y="1309849"/>
                  </a:lnTo>
                  <a:lnTo>
                    <a:pt x="1330663" y="1304765"/>
                  </a:lnTo>
                  <a:lnTo>
                    <a:pt x="1340053" y="1300667"/>
                  </a:lnTo>
                  <a:lnTo>
                    <a:pt x="1346487" y="1297860"/>
                  </a:lnTo>
                  <a:lnTo>
                    <a:pt x="1347183" y="1297556"/>
                  </a:lnTo>
                  <a:lnTo>
                    <a:pt x="1355008" y="1294141"/>
                  </a:lnTo>
                  <a:lnTo>
                    <a:pt x="1364399" y="1290044"/>
                  </a:lnTo>
                  <a:lnTo>
                    <a:pt x="1374311" y="1285718"/>
                  </a:lnTo>
                  <a:lnTo>
                    <a:pt x="1377441" y="1284352"/>
                  </a:lnTo>
                  <a:lnTo>
                    <a:pt x="1377789" y="1284200"/>
                  </a:lnTo>
                  <a:lnTo>
                    <a:pt x="1391179" y="1278357"/>
                  </a:lnTo>
                  <a:lnTo>
                    <a:pt x="1393961" y="1277143"/>
                  </a:lnTo>
                  <a:lnTo>
                    <a:pt x="1404047" y="1272742"/>
                  </a:lnTo>
                  <a:lnTo>
                    <a:pt x="1408395" y="1270845"/>
                  </a:lnTo>
                  <a:lnTo>
                    <a:pt x="1413612" y="1268568"/>
                  </a:lnTo>
                  <a:lnTo>
                    <a:pt x="1419872" y="1265836"/>
                  </a:lnTo>
                  <a:lnTo>
                    <a:pt x="1423002" y="1264470"/>
                  </a:lnTo>
                  <a:lnTo>
                    <a:pt x="1455869" y="1250128"/>
                  </a:lnTo>
                  <a:lnTo>
                    <a:pt x="1456043" y="1250052"/>
                  </a:lnTo>
                  <a:lnTo>
                    <a:pt x="1462651" y="1247169"/>
                  </a:lnTo>
                  <a:lnTo>
                    <a:pt x="1476389" y="1241174"/>
                  </a:lnTo>
                  <a:lnTo>
                    <a:pt x="1477084" y="1240870"/>
                  </a:lnTo>
                  <a:lnTo>
                    <a:pt x="1481606" y="1238897"/>
                  </a:lnTo>
                  <a:lnTo>
                    <a:pt x="1492909" y="1233965"/>
                  </a:lnTo>
                  <a:lnTo>
                    <a:pt x="1504560" y="1228880"/>
                  </a:lnTo>
                  <a:lnTo>
                    <a:pt x="1513951" y="1224782"/>
                  </a:lnTo>
                  <a:lnTo>
                    <a:pt x="1520385" y="1221975"/>
                  </a:lnTo>
                  <a:lnTo>
                    <a:pt x="1521080" y="1221671"/>
                  </a:lnTo>
                  <a:lnTo>
                    <a:pt x="1528906" y="1218256"/>
                  </a:lnTo>
                  <a:lnTo>
                    <a:pt x="1538296" y="1214159"/>
                  </a:lnTo>
                  <a:lnTo>
                    <a:pt x="1548208" y="1209833"/>
                  </a:lnTo>
                  <a:lnTo>
                    <a:pt x="1551339" y="1208467"/>
                  </a:lnTo>
                  <a:lnTo>
                    <a:pt x="1551686" y="1208315"/>
                  </a:lnTo>
                  <a:lnTo>
                    <a:pt x="1565077" y="1202472"/>
                  </a:lnTo>
                  <a:lnTo>
                    <a:pt x="1567859" y="1201258"/>
                  </a:lnTo>
                  <a:lnTo>
                    <a:pt x="1577945" y="1196857"/>
                  </a:lnTo>
                  <a:lnTo>
                    <a:pt x="1582292" y="1194960"/>
                  </a:lnTo>
                  <a:lnTo>
                    <a:pt x="1587509" y="1192683"/>
                  </a:lnTo>
                  <a:lnTo>
                    <a:pt x="1593770" y="1189951"/>
                  </a:lnTo>
                  <a:lnTo>
                    <a:pt x="1596900" y="1188585"/>
                  </a:lnTo>
                  <a:lnTo>
                    <a:pt x="1629766" y="1174243"/>
                  </a:lnTo>
                  <a:lnTo>
                    <a:pt x="1629940" y="1174167"/>
                  </a:lnTo>
                  <a:lnTo>
                    <a:pt x="1636548" y="1171284"/>
                  </a:lnTo>
                  <a:lnTo>
                    <a:pt x="1650286" y="1165289"/>
                  </a:lnTo>
                  <a:lnTo>
                    <a:pt x="1650982" y="1164985"/>
                  </a:lnTo>
                  <a:lnTo>
                    <a:pt x="1655503" y="1163012"/>
                  </a:lnTo>
                  <a:lnTo>
                    <a:pt x="1666807" y="1158080"/>
                  </a:lnTo>
                  <a:lnTo>
                    <a:pt x="1678458" y="1152995"/>
                  </a:lnTo>
                  <a:lnTo>
                    <a:pt x="1687848" y="1148898"/>
                  </a:lnTo>
                  <a:lnTo>
                    <a:pt x="1694282" y="1146090"/>
                  </a:lnTo>
                  <a:lnTo>
                    <a:pt x="1694978" y="1145786"/>
                  </a:lnTo>
                  <a:lnTo>
                    <a:pt x="1702803" y="1142371"/>
                  </a:lnTo>
                  <a:lnTo>
                    <a:pt x="1712194" y="1138274"/>
                  </a:lnTo>
                  <a:lnTo>
                    <a:pt x="1725236" y="1132582"/>
                  </a:lnTo>
                  <a:lnTo>
                    <a:pt x="1725584" y="1132430"/>
                  </a:lnTo>
                  <a:lnTo>
                    <a:pt x="1738974" y="1126587"/>
                  </a:lnTo>
                  <a:lnTo>
                    <a:pt x="1741756" y="1125373"/>
                  </a:lnTo>
                  <a:lnTo>
                    <a:pt x="1751842" y="1120972"/>
                  </a:lnTo>
                  <a:lnTo>
                    <a:pt x="1756190" y="1119075"/>
                  </a:lnTo>
                  <a:lnTo>
                    <a:pt x="1761407" y="1116798"/>
                  </a:lnTo>
                  <a:lnTo>
                    <a:pt x="1767667" y="1114066"/>
                  </a:lnTo>
                  <a:lnTo>
                    <a:pt x="1770797" y="1112700"/>
                  </a:lnTo>
                  <a:lnTo>
                    <a:pt x="1803664" y="1098358"/>
                  </a:lnTo>
                  <a:lnTo>
                    <a:pt x="1803838" y="1098282"/>
                  </a:lnTo>
                  <a:lnTo>
                    <a:pt x="1810446" y="1095399"/>
                  </a:lnTo>
                  <a:lnTo>
                    <a:pt x="1824184" y="1089404"/>
                  </a:lnTo>
                  <a:lnTo>
                    <a:pt x="1824879" y="1089100"/>
                  </a:lnTo>
                  <a:lnTo>
                    <a:pt x="1829401" y="1087127"/>
                  </a:lnTo>
                  <a:lnTo>
                    <a:pt x="1840704" y="1082195"/>
                  </a:lnTo>
                  <a:lnTo>
                    <a:pt x="1852355" y="1077110"/>
                  </a:lnTo>
                  <a:lnTo>
                    <a:pt x="1861746" y="1073013"/>
                  </a:lnTo>
                  <a:lnTo>
                    <a:pt x="1868180" y="1070205"/>
                  </a:lnTo>
                  <a:lnTo>
                    <a:pt x="1868875" y="1069901"/>
                  </a:lnTo>
                  <a:lnTo>
                    <a:pt x="1876701" y="1066486"/>
                  </a:lnTo>
                  <a:lnTo>
                    <a:pt x="1886091" y="1062389"/>
                  </a:lnTo>
                  <a:lnTo>
                    <a:pt x="1896003" y="1058063"/>
                  </a:lnTo>
                  <a:lnTo>
                    <a:pt x="1899134" y="1056697"/>
                  </a:lnTo>
                  <a:lnTo>
                    <a:pt x="1899481" y="1056546"/>
                  </a:lnTo>
                  <a:lnTo>
                    <a:pt x="1912871" y="1050702"/>
                  </a:lnTo>
                  <a:lnTo>
                    <a:pt x="1915654" y="1049488"/>
                  </a:lnTo>
                  <a:lnTo>
                    <a:pt x="1925740" y="1045087"/>
                  </a:lnTo>
                  <a:lnTo>
                    <a:pt x="1930087" y="1043190"/>
                  </a:lnTo>
                  <a:lnTo>
                    <a:pt x="1935304" y="1040913"/>
                  </a:lnTo>
                  <a:lnTo>
                    <a:pt x="1941564" y="1038181"/>
                  </a:lnTo>
                  <a:lnTo>
                    <a:pt x="1944695" y="1036815"/>
                  </a:lnTo>
                  <a:lnTo>
                    <a:pt x="1977561" y="1022473"/>
                  </a:lnTo>
                  <a:lnTo>
                    <a:pt x="1977735" y="1022397"/>
                  </a:lnTo>
                  <a:lnTo>
                    <a:pt x="1984343" y="1019514"/>
                  </a:lnTo>
                  <a:lnTo>
                    <a:pt x="1998081" y="1013519"/>
                  </a:lnTo>
                  <a:lnTo>
                    <a:pt x="1998777" y="1013215"/>
                  </a:lnTo>
                  <a:lnTo>
                    <a:pt x="2003298" y="1011242"/>
                  </a:lnTo>
                  <a:lnTo>
                    <a:pt x="2014601" y="1006310"/>
                  </a:lnTo>
                  <a:lnTo>
                    <a:pt x="2026253" y="1001225"/>
                  </a:lnTo>
                  <a:lnTo>
                    <a:pt x="2035643" y="997128"/>
                  </a:lnTo>
                  <a:lnTo>
                    <a:pt x="2042077" y="994320"/>
                  </a:lnTo>
                  <a:lnTo>
                    <a:pt x="2042773" y="994016"/>
                  </a:lnTo>
                  <a:lnTo>
                    <a:pt x="2050598" y="990602"/>
                  </a:lnTo>
                  <a:lnTo>
                    <a:pt x="2059989" y="986504"/>
                  </a:lnTo>
                  <a:lnTo>
                    <a:pt x="2069901" y="982178"/>
                  </a:lnTo>
                  <a:lnTo>
                    <a:pt x="2073031" y="980812"/>
                  </a:lnTo>
                  <a:lnTo>
                    <a:pt x="2073379" y="980661"/>
                  </a:lnTo>
                  <a:lnTo>
                    <a:pt x="2086769" y="974817"/>
                  </a:lnTo>
                  <a:lnTo>
                    <a:pt x="2089551" y="973603"/>
                  </a:lnTo>
                  <a:lnTo>
                    <a:pt x="2099637" y="969202"/>
                  </a:lnTo>
                  <a:lnTo>
                    <a:pt x="2103985" y="967305"/>
                  </a:lnTo>
                  <a:lnTo>
                    <a:pt x="2109202" y="965028"/>
                  </a:lnTo>
                  <a:lnTo>
                    <a:pt x="2115462" y="962296"/>
                  </a:lnTo>
                  <a:lnTo>
                    <a:pt x="2118592" y="960931"/>
                  </a:lnTo>
                  <a:lnTo>
                    <a:pt x="2151459" y="946588"/>
                  </a:lnTo>
                  <a:lnTo>
                    <a:pt x="2151633" y="946512"/>
                  </a:lnTo>
                  <a:lnTo>
                    <a:pt x="2158241" y="943629"/>
                  </a:lnTo>
                  <a:lnTo>
                    <a:pt x="2171979" y="937634"/>
                  </a:lnTo>
                  <a:lnTo>
                    <a:pt x="2172674" y="937330"/>
                  </a:lnTo>
                  <a:lnTo>
                    <a:pt x="2177196" y="935357"/>
                  </a:lnTo>
                  <a:lnTo>
                    <a:pt x="2188499" y="930425"/>
                  </a:lnTo>
                  <a:lnTo>
                    <a:pt x="2200150" y="925340"/>
                  </a:lnTo>
                  <a:lnTo>
                    <a:pt x="2209540" y="921243"/>
                  </a:lnTo>
                  <a:lnTo>
                    <a:pt x="2215975" y="918435"/>
                  </a:lnTo>
                  <a:lnTo>
                    <a:pt x="2216670" y="918131"/>
                  </a:lnTo>
                  <a:lnTo>
                    <a:pt x="2224496" y="914717"/>
                  </a:lnTo>
                  <a:lnTo>
                    <a:pt x="2233886" y="910619"/>
                  </a:lnTo>
                  <a:lnTo>
                    <a:pt x="2243798" y="906293"/>
                  </a:lnTo>
                  <a:lnTo>
                    <a:pt x="2246928" y="904927"/>
                  </a:lnTo>
                  <a:lnTo>
                    <a:pt x="2247276" y="904776"/>
                  </a:lnTo>
                  <a:lnTo>
                    <a:pt x="2260666" y="898933"/>
                  </a:lnTo>
                  <a:lnTo>
                    <a:pt x="2263449" y="897718"/>
                  </a:lnTo>
                  <a:lnTo>
                    <a:pt x="2273535" y="893317"/>
                  </a:lnTo>
                  <a:lnTo>
                    <a:pt x="2277882" y="891420"/>
                  </a:lnTo>
                  <a:lnTo>
                    <a:pt x="2283099" y="889143"/>
                  </a:lnTo>
                  <a:lnTo>
                    <a:pt x="2289359" y="886412"/>
                  </a:lnTo>
                  <a:lnTo>
                    <a:pt x="2292490" y="885046"/>
                  </a:lnTo>
                  <a:lnTo>
                    <a:pt x="2325356" y="870703"/>
                  </a:lnTo>
                  <a:lnTo>
                    <a:pt x="2325530" y="870627"/>
                  </a:lnTo>
                  <a:lnTo>
                    <a:pt x="2332138" y="867744"/>
                  </a:lnTo>
                  <a:lnTo>
                    <a:pt x="2345876" y="861749"/>
                  </a:lnTo>
                  <a:lnTo>
                    <a:pt x="2346572" y="861445"/>
                  </a:lnTo>
                  <a:lnTo>
                    <a:pt x="2351093" y="859472"/>
                  </a:lnTo>
                  <a:lnTo>
                    <a:pt x="2362396" y="854540"/>
                  </a:lnTo>
                  <a:lnTo>
                    <a:pt x="2374047" y="849456"/>
                  </a:lnTo>
                  <a:lnTo>
                    <a:pt x="2383438" y="845358"/>
                  </a:lnTo>
                  <a:lnTo>
                    <a:pt x="2389872" y="842550"/>
                  </a:lnTo>
                  <a:lnTo>
                    <a:pt x="2390568" y="842246"/>
                  </a:lnTo>
                  <a:lnTo>
                    <a:pt x="2398393" y="838832"/>
                  </a:lnTo>
                  <a:lnTo>
                    <a:pt x="2407784" y="834734"/>
                  </a:lnTo>
                  <a:lnTo>
                    <a:pt x="2417696" y="830408"/>
                  </a:lnTo>
                  <a:lnTo>
                    <a:pt x="2420826" y="829042"/>
                  </a:lnTo>
                  <a:lnTo>
                    <a:pt x="2421174" y="828891"/>
                  </a:lnTo>
                  <a:lnTo>
                    <a:pt x="2434564" y="823048"/>
                  </a:lnTo>
                  <a:lnTo>
                    <a:pt x="2437346" y="821833"/>
                  </a:lnTo>
                  <a:lnTo>
                    <a:pt x="2447432" y="817432"/>
                  </a:lnTo>
                  <a:lnTo>
                    <a:pt x="2451780" y="815535"/>
                  </a:lnTo>
                  <a:lnTo>
                    <a:pt x="2456997" y="813258"/>
                  </a:lnTo>
                  <a:lnTo>
                    <a:pt x="2463257" y="810527"/>
                  </a:lnTo>
                  <a:lnTo>
                    <a:pt x="2466387" y="809161"/>
                  </a:lnTo>
                  <a:lnTo>
                    <a:pt x="2499254" y="794818"/>
                  </a:lnTo>
                  <a:lnTo>
                    <a:pt x="2499428" y="794742"/>
                  </a:lnTo>
                  <a:lnTo>
                    <a:pt x="2506036" y="791859"/>
                  </a:lnTo>
                  <a:lnTo>
                    <a:pt x="2519774" y="785864"/>
                  </a:lnTo>
                  <a:lnTo>
                    <a:pt x="2520469" y="785560"/>
                  </a:lnTo>
                  <a:lnTo>
                    <a:pt x="2524990" y="783587"/>
                  </a:lnTo>
                  <a:lnTo>
                    <a:pt x="2536294" y="778655"/>
                  </a:lnTo>
                  <a:lnTo>
                    <a:pt x="2547945" y="773571"/>
                  </a:lnTo>
                  <a:lnTo>
                    <a:pt x="2557335" y="769473"/>
                  </a:lnTo>
                  <a:lnTo>
                    <a:pt x="2563770" y="766665"/>
                  </a:lnTo>
                  <a:lnTo>
                    <a:pt x="2564465" y="766362"/>
                  </a:lnTo>
                  <a:lnTo>
                    <a:pt x="2572291" y="762947"/>
                  </a:lnTo>
                  <a:lnTo>
                    <a:pt x="2581681" y="758849"/>
                  </a:lnTo>
                  <a:lnTo>
                    <a:pt x="2591593" y="754523"/>
                  </a:lnTo>
                  <a:lnTo>
                    <a:pt x="2594723" y="753158"/>
                  </a:lnTo>
                  <a:lnTo>
                    <a:pt x="2608461" y="747163"/>
                  </a:lnTo>
                  <a:lnTo>
                    <a:pt x="2611244" y="745948"/>
                  </a:lnTo>
                  <a:lnTo>
                    <a:pt x="2621330" y="741547"/>
                  </a:lnTo>
                  <a:lnTo>
                    <a:pt x="2625677" y="739650"/>
                  </a:lnTo>
                  <a:lnTo>
                    <a:pt x="2630894" y="737373"/>
                  </a:lnTo>
                  <a:lnTo>
                    <a:pt x="2637154" y="734642"/>
                  </a:lnTo>
                  <a:lnTo>
                    <a:pt x="2640284" y="733276"/>
                  </a:lnTo>
                  <a:lnTo>
                    <a:pt x="2673151" y="718933"/>
                  </a:lnTo>
                  <a:lnTo>
                    <a:pt x="2673325" y="718858"/>
                  </a:lnTo>
                  <a:lnTo>
                    <a:pt x="2679933" y="715974"/>
                  </a:lnTo>
                  <a:lnTo>
                    <a:pt x="2693671" y="709979"/>
                  </a:lnTo>
                  <a:lnTo>
                    <a:pt x="2694367" y="709675"/>
                  </a:lnTo>
                  <a:lnTo>
                    <a:pt x="2698888" y="707702"/>
                  </a:lnTo>
                  <a:lnTo>
                    <a:pt x="2710191" y="702770"/>
                  </a:lnTo>
                  <a:lnTo>
                    <a:pt x="2721842" y="697686"/>
                  </a:lnTo>
                  <a:lnTo>
                    <a:pt x="2731233" y="693588"/>
                  </a:lnTo>
                  <a:lnTo>
                    <a:pt x="2737667" y="690780"/>
                  </a:lnTo>
                  <a:lnTo>
                    <a:pt x="2738363" y="690477"/>
                  </a:lnTo>
                  <a:lnTo>
                    <a:pt x="2755578" y="682964"/>
                  </a:lnTo>
                  <a:lnTo>
                    <a:pt x="2765491" y="678639"/>
                  </a:lnTo>
                  <a:lnTo>
                    <a:pt x="2768621" y="677273"/>
                  </a:lnTo>
                  <a:lnTo>
                    <a:pt x="2768969" y="677121"/>
                  </a:lnTo>
                  <a:lnTo>
                    <a:pt x="2782359" y="671278"/>
                  </a:lnTo>
                  <a:lnTo>
                    <a:pt x="2785141" y="670064"/>
                  </a:lnTo>
                  <a:lnTo>
                    <a:pt x="2795227" y="665662"/>
                  </a:lnTo>
                  <a:lnTo>
                    <a:pt x="2799575" y="663765"/>
                  </a:lnTo>
                  <a:lnTo>
                    <a:pt x="2804791" y="661489"/>
                  </a:lnTo>
                  <a:lnTo>
                    <a:pt x="2811052" y="658757"/>
                  </a:lnTo>
                  <a:lnTo>
                    <a:pt x="2814182" y="657391"/>
                  </a:lnTo>
                  <a:lnTo>
                    <a:pt x="2847049" y="643048"/>
                  </a:lnTo>
                  <a:lnTo>
                    <a:pt x="2847222" y="642973"/>
                  </a:lnTo>
                  <a:lnTo>
                    <a:pt x="2853831" y="640089"/>
                  </a:lnTo>
                  <a:lnTo>
                    <a:pt x="2867568" y="634094"/>
                  </a:lnTo>
                  <a:lnTo>
                    <a:pt x="2868264" y="633791"/>
                  </a:lnTo>
                  <a:lnTo>
                    <a:pt x="2872785" y="631818"/>
                  </a:lnTo>
                  <a:lnTo>
                    <a:pt x="2884089" y="626885"/>
                  </a:lnTo>
                  <a:lnTo>
                    <a:pt x="2895740" y="621801"/>
                  </a:lnTo>
                  <a:lnTo>
                    <a:pt x="2905130" y="617703"/>
                  </a:lnTo>
                  <a:lnTo>
                    <a:pt x="2911564" y="614895"/>
                  </a:lnTo>
                  <a:lnTo>
                    <a:pt x="2912260" y="614592"/>
                  </a:lnTo>
                  <a:lnTo>
                    <a:pt x="2920085" y="611177"/>
                  </a:lnTo>
                  <a:lnTo>
                    <a:pt x="2929476" y="607079"/>
                  </a:lnTo>
                  <a:lnTo>
                    <a:pt x="2939388" y="602754"/>
                  </a:lnTo>
                  <a:lnTo>
                    <a:pt x="2942518" y="601388"/>
                  </a:lnTo>
                  <a:lnTo>
                    <a:pt x="2942866" y="601236"/>
                  </a:lnTo>
                  <a:lnTo>
                    <a:pt x="2956256" y="595393"/>
                  </a:lnTo>
                  <a:lnTo>
                    <a:pt x="2959038" y="594179"/>
                  </a:lnTo>
                  <a:lnTo>
                    <a:pt x="2969125" y="589777"/>
                  </a:lnTo>
                  <a:lnTo>
                    <a:pt x="2973472" y="587880"/>
                  </a:lnTo>
                  <a:lnTo>
                    <a:pt x="2978689" y="585604"/>
                  </a:lnTo>
                  <a:lnTo>
                    <a:pt x="2984949" y="582872"/>
                  </a:lnTo>
                  <a:lnTo>
                    <a:pt x="2988079" y="581506"/>
                  </a:lnTo>
                  <a:lnTo>
                    <a:pt x="3020946" y="567164"/>
                  </a:lnTo>
                  <a:lnTo>
                    <a:pt x="3021120" y="567088"/>
                  </a:lnTo>
                  <a:lnTo>
                    <a:pt x="3027728" y="564204"/>
                  </a:lnTo>
                  <a:lnTo>
                    <a:pt x="3041466" y="558209"/>
                  </a:lnTo>
                  <a:lnTo>
                    <a:pt x="3042161" y="557906"/>
                  </a:lnTo>
                  <a:lnTo>
                    <a:pt x="3046683" y="555933"/>
                  </a:lnTo>
                  <a:lnTo>
                    <a:pt x="3057986" y="551000"/>
                  </a:lnTo>
                  <a:lnTo>
                    <a:pt x="3069637" y="545916"/>
                  </a:lnTo>
                  <a:lnTo>
                    <a:pt x="3079028" y="541818"/>
                  </a:lnTo>
                  <a:lnTo>
                    <a:pt x="3085462" y="539010"/>
                  </a:lnTo>
                  <a:lnTo>
                    <a:pt x="3086157" y="538707"/>
                  </a:lnTo>
                  <a:lnTo>
                    <a:pt x="3093983" y="535292"/>
                  </a:lnTo>
                  <a:lnTo>
                    <a:pt x="3103373" y="531194"/>
                  </a:lnTo>
                  <a:lnTo>
                    <a:pt x="3113285" y="526869"/>
                  </a:lnTo>
                  <a:lnTo>
                    <a:pt x="3116416" y="525503"/>
                  </a:lnTo>
                  <a:lnTo>
                    <a:pt x="3116763" y="525351"/>
                  </a:lnTo>
                  <a:lnTo>
                    <a:pt x="3130154" y="519508"/>
                  </a:lnTo>
                  <a:lnTo>
                    <a:pt x="3132936" y="518294"/>
                  </a:lnTo>
                  <a:lnTo>
                    <a:pt x="3143022" y="513892"/>
                  </a:lnTo>
                  <a:lnTo>
                    <a:pt x="3147369" y="511995"/>
                  </a:lnTo>
                  <a:lnTo>
                    <a:pt x="3152586" y="509719"/>
                  </a:lnTo>
                  <a:lnTo>
                    <a:pt x="3158847" y="506987"/>
                  </a:lnTo>
                  <a:lnTo>
                    <a:pt x="3161977" y="505621"/>
                  </a:lnTo>
                  <a:lnTo>
                    <a:pt x="3194843" y="491279"/>
                  </a:lnTo>
                  <a:lnTo>
                    <a:pt x="3195017" y="491203"/>
                  </a:lnTo>
                  <a:lnTo>
                    <a:pt x="3201625" y="488319"/>
                  </a:lnTo>
                  <a:lnTo>
                    <a:pt x="3215363" y="482324"/>
                  </a:lnTo>
                  <a:lnTo>
                    <a:pt x="3216059" y="482021"/>
                  </a:lnTo>
                  <a:lnTo>
                    <a:pt x="3220580" y="480048"/>
                  </a:lnTo>
                  <a:lnTo>
                    <a:pt x="3231884" y="475115"/>
                  </a:lnTo>
                  <a:lnTo>
                    <a:pt x="3243535" y="470031"/>
                  </a:lnTo>
                  <a:lnTo>
                    <a:pt x="3252925" y="465933"/>
                  </a:lnTo>
                  <a:lnTo>
                    <a:pt x="3259359" y="463125"/>
                  </a:lnTo>
                  <a:lnTo>
                    <a:pt x="3260055" y="462822"/>
                  </a:lnTo>
                  <a:lnTo>
                    <a:pt x="3267880" y="459407"/>
                  </a:lnTo>
                  <a:lnTo>
                    <a:pt x="3277271" y="455309"/>
                  </a:lnTo>
                  <a:lnTo>
                    <a:pt x="3287183" y="450984"/>
                  </a:lnTo>
                  <a:lnTo>
                    <a:pt x="3290313" y="449618"/>
                  </a:lnTo>
                  <a:lnTo>
                    <a:pt x="3290661" y="449466"/>
                  </a:lnTo>
                  <a:lnTo>
                    <a:pt x="3304051" y="443623"/>
                  </a:lnTo>
                  <a:lnTo>
                    <a:pt x="3306833" y="442409"/>
                  </a:lnTo>
                  <a:lnTo>
                    <a:pt x="3316919" y="438007"/>
                  </a:lnTo>
                  <a:lnTo>
                    <a:pt x="3321267" y="436110"/>
                  </a:lnTo>
                  <a:lnTo>
                    <a:pt x="3326484" y="433834"/>
                  </a:lnTo>
                  <a:lnTo>
                    <a:pt x="3332744" y="431102"/>
                  </a:lnTo>
                  <a:lnTo>
                    <a:pt x="3335874" y="429736"/>
                  </a:lnTo>
                  <a:lnTo>
                    <a:pt x="3368741" y="415394"/>
                  </a:lnTo>
                  <a:lnTo>
                    <a:pt x="3368915" y="415318"/>
                  </a:lnTo>
                  <a:lnTo>
                    <a:pt x="3375523" y="412434"/>
                  </a:lnTo>
                  <a:lnTo>
                    <a:pt x="3389261" y="406439"/>
                  </a:lnTo>
                  <a:lnTo>
                    <a:pt x="3389956" y="406136"/>
                  </a:lnTo>
                  <a:lnTo>
                    <a:pt x="3394478" y="404163"/>
                  </a:lnTo>
                  <a:lnTo>
                    <a:pt x="3405781" y="399230"/>
                  </a:lnTo>
                  <a:lnTo>
                    <a:pt x="3417432" y="394146"/>
                  </a:lnTo>
                  <a:lnTo>
                    <a:pt x="3426823" y="390048"/>
                  </a:lnTo>
                  <a:lnTo>
                    <a:pt x="3433257" y="387240"/>
                  </a:lnTo>
                  <a:lnTo>
                    <a:pt x="3433952" y="386937"/>
                  </a:lnTo>
                  <a:lnTo>
                    <a:pt x="3451168" y="379424"/>
                  </a:lnTo>
                  <a:lnTo>
                    <a:pt x="3461080" y="375099"/>
                  </a:lnTo>
                  <a:lnTo>
                    <a:pt x="3464211" y="373733"/>
                  </a:lnTo>
                  <a:lnTo>
                    <a:pt x="3464558" y="373581"/>
                  </a:lnTo>
                  <a:lnTo>
                    <a:pt x="3477948" y="367738"/>
                  </a:lnTo>
                  <a:lnTo>
                    <a:pt x="3480731" y="366524"/>
                  </a:lnTo>
                  <a:lnTo>
                    <a:pt x="3490817" y="362122"/>
                  </a:lnTo>
                  <a:lnTo>
                    <a:pt x="3495164" y="360225"/>
                  </a:lnTo>
                  <a:lnTo>
                    <a:pt x="3500381" y="357949"/>
                  </a:lnTo>
                  <a:lnTo>
                    <a:pt x="3506642" y="355217"/>
                  </a:lnTo>
                  <a:lnTo>
                    <a:pt x="3509772" y="353851"/>
                  </a:lnTo>
                  <a:lnTo>
                    <a:pt x="3542812" y="339433"/>
                  </a:lnTo>
                  <a:lnTo>
                    <a:pt x="3549420" y="336549"/>
                  </a:lnTo>
                  <a:lnTo>
                    <a:pt x="3563158" y="330554"/>
                  </a:lnTo>
                  <a:lnTo>
                    <a:pt x="3563854" y="330251"/>
                  </a:lnTo>
                  <a:lnTo>
                    <a:pt x="3568375" y="328278"/>
                  </a:lnTo>
                  <a:lnTo>
                    <a:pt x="3579678" y="323345"/>
                  </a:lnTo>
                  <a:lnTo>
                    <a:pt x="3591330" y="318261"/>
                  </a:lnTo>
                  <a:lnTo>
                    <a:pt x="3600720" y="314163"/>
                  </a:lnTo>
                  <a:lnTo>
                    <a:pt x="3607154" y="311355"/>
                  </a:lnTo>
                  <a:lnTo>
                    <a:pt x="3607850" y="311052"/>
                  </a:lnTo>
                  <a:lnTo>
                    <a:pt x="3615675" y="307637"/>
                  </a:lnTo>
                  <a:lnTo>
                    <a:pt x="3625066" y="303539"/>
                  </a:lnTo>
                  <a:lnTo>
                    <a:pt x="3634978" y="299214"/>
                  </a:lnTo>
                  <a:lnTo>
                    <a:pt x="3638108" y="297848"/>
                  </a:lnTo>
                  <a:lnTo>
                    <a:pt x="3638456" y="297696"/>
                  </a:lnTo>
                  <a:lnTo>
                    <a:pt x="3651846" y="291853"/>
                  </a:lnTo>
                  <a:lnTo>
                    <a:pt x="3654628" y="290639"/>
                  </a:lnTo>
                  <a:lnTo>
                    <a:pt x="3664714" y="286237"/>
                  </a:lnTo>
                  <a:lnTo>
                    <a:pt x="3669062" y="284340"/>
                  </a:lnTo>
                  <a:lnTo>
                    <a:pt x="3674279" y="282064"/>
                  </a:lnTo>
                  <a:lnTo>
                    <a:pt x="3680539" y="279332"/>
                  </a:lnTo>
                  <a:lnTo>
                    <a:pt x="3683669" y="277966"/>
                  </a:lnTo>
                  <a:lnTo>
                    <a:pt x="3716536" y="263624"/>
                  </a:lnTo>
                  <a:lnTo>
                    <a:pt x="3716710" y="263548"/>
                  </a:lnTo>
                  <a:lnTo>
                    <a:pt x="3723318" y="260664"/>
                  </a:lnTo>
                  <a:lnTo>
                    <a:pt x="3737056" y="254669"/>
                  </a:lnTo>
                  <a:lnTo>
                    <a:pt x="3737751" y="254366"/>
                  </a:lnTo>
                  <a:lnTo>
                    <a:pt x="3742273" y="252393"/>
                  </a:lnTo>
                  <a:lnTo>
                    <a:pt x="3753576" y="247460"/>
                  </a:lnTo>
                  <a:lnTo>
                    <a:pt x="3765227" y="242376"/>
                  </a:lnTo>
                  <a:lnTo>
                    <a:pt x="3774617" y="238278"/>
                  </a:lnTo>
                  <a:lnTo>
                    <a:pt x="3781052" y="235470"/>
                  </a:lnTo>
                  <a:lnTo>
                    <a:pt x="3781747" y="235167"/>
                  </a:lnTo>
                  <a:lnTo>
                    <a:pt x="3789573" y="231752"/>
                  </a:lnTo>
                  <a:lnTo>
                    <a:pt x="3798963" y="227654"/>
                  </a:lnTo>
                  <a:lnTo>
                    <a:pt x="3808875" y="223329"/>
                  </a:lnTo>
                  <a:lnTo>
                    <a:pt x="3812005" y="221963"/>
                  </a:lnTo>
                  <a:lnTo>
                    <a:pt x="3812353" y="221811"/>
                  </a:lnTo>
                  <a:lnTo>
                    <a:pt x="3825743" y="215968"/>
                  </a:lnTo>
                  <a:lnTo>
                    <a:pt x="3828526" y="214754"/>
                  </a:lnTo>
                  <a:lnTo>
                    <a:pt x="3838612" y="210353"/>
                  </a:lnTo>
                  <a:lnTo>
                    <a:pt x="3842959" y="208455"/>
                  </a:lnTo>
                  <a:lnTo>
                    <a:pt x="3848176" y="206179"/>
                  </a:lnTo>
                  <a:lnTo>
                    <a:pt x="3854436" y="203447"/>
                  </a:lnTo>
                  <a:lnTo>
                    <a:pt x="3857567" y="202081"/>
                  </a:lnTo>
                  <a:lnTo>
                    <a:pt x="3890433" y="187739"/>
                  </a:lnTo>
                  <a:lnTo>
                    <a:pt x="3890607" y="187663"/>
                  </a:lnTo>
                  <a:lnTo>
                    <a:pt x="3897215" y="184779"/>
                  </a:lnTo>
                  <a:lnTo>
                    <a:pt x="3910953" y="178784"/>
                  </a:lnTo>
                  <a:lnTo>
                    <a:pt x="3911649" y="178481"/>
                  </a:lnTo>
                  <a:lnTo>
                    <a:pt x="3916170" y="176508"/>
                  </a:lnTo>
                  <a:lnTo>
                    <a:pt x="3927473" y="171575"/>
                  </a:lnTo>
                  <a:lnTo>
                    <a:pt x="3939124" y="166491"/>
                  </a:lnTo>
                  <a:lnTo>
                    <a:pt x="3948515" y="162393"/>
                  </a:lnTo>
                  <a:lnTo>
                    <a:pt x="3954949" y="159586"/>
                  </a:lnTo>
                  <a:lnTo>
                    <a:pt x="3955645" y="159282"/>
                  </a:lnTo>
                  <a:lnTo>
                    <a:pt x="3963470" y="155867"/>
                  </a:lnTo>
                  <a:lnTo>
                    <a:pt x="3972861" y="151769"/>
                  </a:lnTo>
                  <a:lnTo>
                    <a:pt x="3982773" y="147444"/>
                  </a:lnTo>
                  <a:lnTo>
                    <a:pt x="3985903" y="146078"/>
                  </a:lnTo>
                  <a:lnTo>
                    <a:pt x="3986251" y="145926"/>
                  </a:lnTo>
                  <a:lnTo>
                    <a:pt x="4002423" y="138869"/>
                  </a:lnTo>
                  <a:lnTo>
                    <a:pt x="4012509" y="134468"/>
                  </a:lnTo>
                  <a:lnTo>
                    <a:pt x="4016857" y="132570"/>
                  </a:lnTo>
                  <a:lnTo>
                    <a:pt x="4022074" y="130294"/>
                  </a:lnTo>
                  <a:lnTo>
                    <a:pt x="4031464" y="126196"/>
                  </a:lnTo>
                  <a:lnTo>
                    <a:pt x="4064331" y="111854"/>
                  </a:lnTo>
                  <a:lnTo>
                    <a:pt x="4071113" y="108894"/>
                  </a:lnTo>
                  <a:lnTo>
                    <a:pt x="4085546" y="102596"/>
                  </a:lnTo>
                  <a:lnTo>
                    <a:pt x="4090067" y="100623"/>
                  </a:lnTo>
                  <a:lnTo>
                    <a:pt x="4101371" y="95690"/>
                  </a:lnTo>
                  <a:lnTo>
                    <a:pt x="4122412" y="86508"/>
                  </a:lnTo>
                  <a:lnTo>
                    <a:pt x="4128847" y="83701"/>
                  </a:lnTo>
                  <a:lnTo>
                    <a:pt x="4137368" y="79982"/>
                  </a:lnTo>
                  <a:lnTo>
                    <a:pt x="4146758" y="75884"/>
                  </a:lnTo>
                  <a:lnTo>
                    <a:pt x="4156670" y="71559"/>
                  </a:lnTo>
                  <a:lnTo>
                    <a:pt x="4159800" y="70193"/>
                  </a:lnTo>
                  <a:lnTo>
                    <a:pt x="4160148" y="70041"/>
                  </a:lnTo>
                  <a:lnTo>
                    <a:pt x="4176321" y="62984"/>
                  </a:lnTo>
                  <a:lnTo>
                    <a:pt x="4186407" y="58583"/>
                  </a:lnTo>
                  <a:lnTo>
                    <a:pt x="4238228" y="35969"/>
                  </a:lnTo>
                  <a:lnTo>
                    <a:pt x="4259444" y="26711"/>
                  </a:lnTo>
                  <a:lnTo>
                    <a:pt x="4296310" y="10623"/>
                  </a:lnTo>
                  <a:lnTo>
                    <a:pt x="4302744" y="7816"/>
                  </a:lnTo>
                  <a:lnTo>
                    <a:pt x="4320655" y="0"/>
                  </a:lnTo>
                </a:path>
              </a:pathLst>
            </a:custGeom>
            <a:ln w="32521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19"/>
            <p:cNvSpPr/>
            <p:nvPr/>
          </p:nvSpPr>
          <p:spPr>
            <a:xfrm>
              <a:off x="3377239" y="2910731"/>
              <a:ext cx="4320655" cy="1678893"/>
            </a:xfrm>
            <a:custGeom>
              <a:avLst/>
              <a:pathLst>
                <a:path w="4320655" h="1678893">
                  <a:moveTo>
                    <a:pt x="0" y="1678893"/>
                  </a:moveTo>
                  <a:lnTo>
                    <a:pt x="28693" y="1667743"/>
                  </a:lnTo>
                  <a:lnTo>
                    <a:pt x="64863" y="1653688"/>
                  </a:lnTo>
                  <a:lnTo>
                    <a:pt x="85209" y="1645783"/>
                  </a:lnTo>
                  <a:lnTo>
                    <a:pt x="113381" y="1634836"/>
                  </a:lnTo>
                  <a:lnTo>
                    <a:pt x="129901" y="1628417"/>
                  </a:lnTo>
                  <a:lnTo>
                    <a:pt x="173897" y="1611321"/>
                  </a:lnTo>
                  <a:lnTo>
                    <a:pt x="191113" y="1604631"/>
                  </a:lnTo>
                  <a:lnTo>
                    <a:pt x="196330" y="1602604"/>
                  </a:lnTo>
                  <a:lnTo>
                    <a:pt x="205720" y="1598955"/>
                  </a:lnTo>
                  <a:lnTo>
                    <a:pt x="245369" y="1583549"/>
                  </a:lnTo>
                  <a:lnTo>
                    <a:pt x="259107" y="1578211"/>
                  </a:lnTo>
                  <a:lnTo>
                    <a:pt x="264324" y="1576183"/>
                  </a:lnTo>
                  <a:lnTo>
                    <a:pt x="275627" y="1571791"/>
                  </a:lnTo>
                  <a:lnTo>
                    <a:pt x="287278" y="1567264"/>
                  </a:lnTo>
                  <a:lnTo>
                    <a:pt x="303798" y="1560845"/>
                  </a:lnTo>
                  <a:lnTo>
                    <a:pt x="311624" y="1557804"/>
                  </a:lnTo>
                  <a:lnTo>
                    <a:pt x="330926" y="1550303"/>
                  </a:lnTo>
                  <a:lnTo>
                    <a:pt x="334056" y="1549087"/>
                  </a:lnTo>
                  <a:lnTo>
                    <a:pt x="334404" y="1548952"/>
                  </a:lnTo>
                  <a:lnTo>
                    <a:pt x="347794" y="1543749"/>
                  </a:lnTo>
                  <a:lnTo>
                    <a:pt x="350577" y="1542668"/>
                  </a:lnTo>
                  <a:lnTo>
                    <a:pt x="360663" y="1538749"/>
                  </a:lnTo>
                  <a:lnTo>
                    <a:pt x="365010" y="1537059"/>
                  </a:lnTo>
                  <a:lnTo>
                    <a:pt x="370227" y="1535032"/>
                  </a:lnTo>
                  <a:lnTo>
                    <a:pt x="376487" y="1532599"/>
                  </a:lnTo>
                  <a:lnTo>
                    <a:pt x="379618" y="1531383"/>
                  </a:lnTo>
                  <a:lnTo>
                    <a:pt x="412484" y="1518612"/>
                  </a:lnTo>
                  <a:lnTo>
                    <a:pt x="412658" y="1518545"/>
                  </a:lnTo>
                  <a:lnTo>
                    <a:pt x="419266" y="1515977"/>
                  </a:lnTo>
                  <a:lnTo>
                    <a:pt x="433004" y="1510639"/>
                  </a:lnTo>
                  <a:lnTo>
                    <a:pt x="433700" y="1510368"/>
                  </a:lnTo>
                  <a:lnTo>
                    <a:pt x="438221" y="1508611"/>
                  </a:lnTo>
                  <a:lnTo>
                    <a:pt x="449524" y="1504219"/>
                  </a:lnTo>
                  <a:lnTo>
                    <a:pt x="461176" y="1499692"/>
                  </a:lnTo>
                  <a:lnTo>
                    <a:pt x="470566" y="1496043"/>
                  </a:lnTo>
                  <a:lnTo>
                    <a:pt x="477000" y="1493543"/>
                  </a:lnTo>
                  <a:lnTo>
                    <a:pt x="477696" y="1493273"/>
                  </a:lnTo>
                  <a:lnTo>
                    <a:pt x="485521" y="1490232"/>
                  </a:lnTo>
                  <a:lnTo>
                    <a:pt x="494912" y="1486583"/>
                  </a:lnTo>
                  <a:lnTo>
                    <a:pt x="504824" y="1482731"/>
                  </a:lnTo>
                  <a:lnTo>
                    <a:pt x="507954" y="1481515"/>
                  </a:lnTo>
                  <a:lnTo>
                    <a:pt x="508302" y="1481380"/>
                  </a:lnTo>
                  <a:lnTo>
                    <a:pt x="521692" y="1476177"/>
                  </a:lnTo>
                  <a:lnTo>
                    <a:pt x="524474" y="1475096"/>
                  </a:lnTo>
                  <a:lnTo>
                    <a:pt x="534560" y="1471177"/>
                  </a:lnTo>
                  <a:lnTo>
                    <a:pt x="538908" y="1469487"/>
                  </a:lnTo>
                  <a:lnTo>
                    <a:pt x="544125" y="1467460"/>
                  </a:lnTo>
                  <a:lnTo>
                    <a:pt x="550385" y="1465028"/>
                  </a:lnTo>
                  <a:lnTo>
                    <a:pt x="553515" y="1463811"/>
                  </a:lnTo>
                  <a:lnTo>
                    <a:pt x="586382" y="1451040"/>
                  </a:lnTo>
                  <a:lnTo>
                    <a:pt x="586556" y="1450973"/>
                  </a:lnTo>
                  <a:lnTo>
                    <a:pt x="593164" y="1448405"/>
                  </a:lnTo>
                  <a:lnTo>
                    <a:pt x="606902" y="1443067"/>
                  </a:lnTo>
                  <a:lnTo>
                    <a:pt x="607597" y="1442796"/>
                  </a:lnTo>
                  <a:lnTo>
                    <a:pt x="612119" y="1441039"/>
                  </a:lnTo>
                  <a:lnTo>
                    <a:pt x="623422" y="1436647"/>
                  </a:lnTo>
                  <a:lnTo>
                    <a:pt x="635073" y="1432120"/>
                  </a:lnTo>
                  <a:lnTo>
                    <a:pt x="644463" y="1428471"/>
                  </a:lnTo>
                  <a:lnTo>
                    <a:pt x="650898" y="1425971"/>
                  </a:lnTo>
                  <a:lnTo>
                    <a:pt x="651593" y="1425701"/>
                  </a:lnTo>
                  <a:lnTo>
                    <a:pt x="659419" y="1422660"/>
                  </a:lnTo>
                  <a:lnTo>
                    <a:pt x="668809" y="1419011"/>
                  </a:lnTo>
                  <a:lnTo>
                    <a:pt x="678721" y="1415159"/>
                  </a:lnTo>
                  <a:lnTo>
                    <a:pt x="681851" y="1413943"/>
                  </a:lnTo>
                  <a:lnTo>
                    <a:pt x="682199" y="1413808"/>
                  </a:lnTo>
                  <a:lnTo>
                    <a:pt x="695589" y="1408605"/>
                  </a:lnTo>
                  <a:lnTo>
                    <a:pt x="698372" y="1407524"/>
                  </a:lnTo>
                  <a:lnTo>
                    <a:pt x="708458" y="1403605"/>
                  </a:lnTo>
                  <a:lnTo>
                    <a:pt x="712805" y="1401915"/>
                  </a:lnTo>
                  <a:lnTo>
                    <a:pt x="718022" y="1399888"/>
                  </a:lnTo>
                  <a:lnTo>
                    <a:pt x="724282" y="1397456"/>
                  </a:lnTo>
                  <a:lnTo>
                    <a:pt x="727413" y="1396239"/>
                  </a:lnTo>
                  <a:lnTo>
                    <a:pt x="760279" y="1383468"/>
                  </a:lnTo>
                  <a:lnTo>
                    <a:pt x="760453" y="1383401"/>
                  </a:lnTo>
                  <a:lnTo>
                    <a:pt x="767061" y="1380833"/>
                  </a:lnTo>
                  <a:lnTo>
                    <a:pt x="780799" y="1375495"/>
                  </a:lnTo>
                  <a:lnTo>
                    <a:pt x="781495" y="1375224"/>
                  </a:lnTo>
                  <a:lnTo>
                    <a:pt x="786016" y="1373467"/>
                  </a:lnTo>
                  <a:lnTo>
                    <a:pt x="797319" y="1369075"/>
                  </a:lnTo>
                  <a:lnTo>
                    <a:pt x="818361" y="1360899"/>
                  </a:lnTo>
                  <a:lnTo>
                    <a:pt x="824795" y="1358399"/>
                  </a:lnTo>
                  <a:lnTo>
                    <a:pt x="833316" y="1355088"/>
                  </a:lnTo>
                  <a:lnTo>
                    <a:pt x="842707" y="1351439"/>
                  </a:lnTo>
                  <a:lnTo>
                    <a:pt x="852619" y="1347587"/>
                  </a:lnTo>
                  <a:lnTo>
                    <a:pt x="855749" y="1346371"/>
                  </a:lnTo>
                  <a:lnTo>
                    <a:pt x="856097" y="1346236"/>
                  </a:lnTo>
                  <a:lnTo>
                    <a:pt x="869487" y="1341033"/>
                  </a:lnTo>
                  <a:lnTo>
                    <a:pt x="872269" y="1339952"/>
                  </a:lnTo>
                  <a:lnTo>
                    <a:pt x="882355" y="1336033"/>
                  </a:lnTo>
                  <a:lnTo>
                    <a:pt x="886703" y="1334343"/>
                  </a:lnTo>
                  <a:lnTo>
                    <a:pt x="891920" y="1332316"/>
                  </a:lnTo>
                  <a:lnTo>
                    <a:pt x="898180" y="1329884"/>
                  </a:lnTo>
                  <a:lnTo>
                    <a:pt x="901310" y="1328667"/>
                  </a:lnTo>
                  <a:lnTo>
                    <a:pt x="934177" y="1315896"/>
                  </a:lnTo>
                  <a:lnTo>
                    <a:pt x="934350" y="1315829"/>
                  </a:lnTo>
                  <a:lnTo>
                    <a:pt x="940959" y="1313261"/>
                  </a:lnTo>
                  <a:lnTo>
                    <a:pt x="954696" y="1307923"/>
                  </a:lnTo>
                  <a:lnTo>
                    <a:pt x="955392" y="1307652"/>
                  </a:lnTo>
                  <a:lnTo>
                    <a:pt x="959913" y="1305896"/>
                  </a:lnTo>
                  <a:lnTo>
                    <a:pt x="971217" y="1301503"/>
                  </a:lnTo>
                  <a:lnTo>
                    <a:pt x="982868" y="1296976"/>
                  </a:lnTo>
                  <a:lnTo>
                    <a:pt x="992258" y="1293327"/>
                  </a:lnTo>
                  <a:lnTo>
                    <a:pt x="998693" y="1290827"/>
                  </a:lnTo>
                  <a:lnTo>
                    <a:pt x="999388" y="1290557"/>
                  </a:lnTo>
                  <a:lnTo>
                    <a:pt x="1007214" y="1287516"/>
                  </a:lnTo>
                  <a:lnTo>
                    <a:pt x="1016604" y="1283867"/>
                  </a:lnTo>
                  <a:lnTo>
                    <a:pt x="1026516" y="1280015"/>
                  </a:lnTo>
                  <a:lnTo>
                    <a:pt x="1029646" y="1278799"/>
                  </a:lnTo>
                  <a:lnTo>
                    <a:pt x="1029994" y="1278664"/>
                  </a:lnTo>
                  <a:lnTo>
                    <a:pt x="1043384" y="1273461"/>
                  </a:lnTo>
                  <a:lnTo>
                    <a:pt x="1046167" y="1272380"/>
                  </a:lnTo>
                  <a:lnTo>
                    <a:pt x="1056253" y="1268461"/>
                  </a:lnTo>
                  <a:lnTo>
                    <a:pt x="1060600" y="1266771"/>
                  </a:lnTo>
                  <a:lnTo>
                    <a:pt x="1065817" y="1264744"/>
                  </a:lnTo>
                  <a:lnTo>
                    <a:pt x="1072077" y="1262312"/>
                  </a:lnTo>
                  <a:lnTo>
                    <a:pt x="1075207" y="1261095"/>
                  </a:lnTo>
                  <a:lnTo>
                    <a:pt x="1108074" y="1248324"/>
                  </a:lnTo>
                  <a:lnTo>
                    <a:pt x="1108248" y="1248257"/>
                  </a:lnTo>
                  <a:lnTo>
                    <a:pt x="1114856" y="1245689"/>
                  </a:lnTo>
                  <a:lnTo>
                    <a:pt x="1128594" y="1240351"/>
                  </a:lnTo>
                  <a:lnTo>
                    <a:pt x="1129290" y="1240080"/>
                  </a:lnTo>
                  <a:lnTo>
                    <a:pt x="1133811" y="1238324"/>
                  </a:lnTo>
                  <a:lnTo>
                    <a:pt x="1145114" y="1233931"/>
                  </a:lnTo>
                  <a:lnTo>
                    <a:pt x="1156765" y="1229404"/>
                  </a:lnTo>
                  <a:lnTo>
                    <a:pt x="1166156" y="1225755"/>
                  </a:lnTo>
                  <a:lnTo>
                    <a:pt x="1172590" y="1223255"/>
                  </a:lnTo>
                  <a:lnTo>
                    <a:pt x="1173286" y="1222985"/>
                  </a:lnTo>
                  <a:lnTo>
                    <a:pt x="1181111" y="1219944"/>
                  </a:lnTo>
                  <a:lnTo>
                    <a:pt x="1190501" y="1216295"/>
                  </a:lnTo>
                  <a:lnTo>
                    <a:pt x="1200414" y="1212443"/>
                  </a:lnTo>
                  <a:lnTo>
                    <a:pt x="1203544" y="1211227"/>
                  </a:lnTo>
                  <a:lnTo>
                    <a:pt x="1203892" y="1211092"/>
                  </a:lnTo>
                  <a:lnTo>
                    <a:pt x="1217282" y="1205889"/>
                  </a:lnTo>
                  <a:lnTo>
                    <a:pt x="1220064" y="1204808"/>
                  </a:lnTo>
                  <a:lnTo>
                    <a:pt x="1230150" y="1200889"/>
                  </a:lnTo>
                  <a:lnTo>
                    <a:pt x="1234497" y="1199199"/>
                  </a:lnTo>
                  <a:lnTo>
                    <a:pt x="1239714" y="1197172"/>
                  </a:lnTo>
                  <a:lnTo>
                    <a:pt x="1245975" y="1194740"/>
                  </a:lnTo>
                  <a:lnTo>
                    <a:pt x="1249105" y="1193523"/>
                  </a:lnTo>
                  <a:lnTo>
                    <a:pt x="1281971" y="1180752"/>
                  </a:lnTo>
                  <a:lnTo>
                    <a:pt x="1282145" y="1180685"/>
                  </a:lnTo>
                  <a:lnTo>
                    <a:pt x="1288753" y="1178117"/>
                  </a:lnTo>
                  <a:lnTo>
                    <a:pt x="1302491" y="1172779"/>
                  </a:lnTo>
                  <a:lnTo>
                    <a:pt x="1303187" y="1172508"/>
                  </a:lnTo>
                  <a:lnTo>
                    <a:pt x="1307708" y="1170752"/>
                  </a:lnTo>
                  <a:lnTo>
                    <a:pt x="1319012" y="1166359"/>
                  </a:lnTo>
                  <a:lnTo>
                    <a:pt x="1330663" y="1161832"/>
                  </a:lnTo>
                  <a:lnTo>
                    <a:pt x="1340053" y="1158183"/>
                  </a:lnTo>
                  <a:lnTo>
                    <a:pt x="1346487" y="1155683"/>
                  </a:lnTo>
                  <a:lnTo>
                    <a:pt x="1347183" y="1155413"/>
                  </a:lnTo>
                  <a:lnTo>
                    <a:pt x="1355008" y="1152372"/>
                  </a:lnTo>
                  <a:lnTo>
                    <a:pt x="1364399" y="1148723"/>
                  </a:lnTo>
                  <a:lnTo>
                    <a:pt x="1374311" y="1144871"/>
                  </a:lnTo>
                  <a:lnTo>
                    <a:pt x="1377441" y="1143655"/>
                  </a:lnTo>
                  <a:lnTo>
                    <a:pt x="1377789" y="1143520"/>
                  </a:lnTo>
                  <a:lnTo>
                    <a:pt x="1391179" y="1138317"/>
                  </a:lnTo>
                  <a:lnTo>
                    <a:pt x="1393961" y="1137236"/>
                  </a:lnTo>
                  <a:lnTo>
                    <a:pt x="1404047" y="1133317"/>
                  </a:lnTo>
                  <a:lnTo>
                    <a:pt x="1408395" y="1131627"/>
                  </a:lnTo>
                  <a:lnTo>
                    <a:pt x="1413612" y="1129600"/>
                  </a:lnTo>
                  <a:lnTo>
                    <a:pt x="1419872" y="1127168"/>
                  </a:lnTo>
                  <a:lnTo>
                    <a:pt x="1423002" y="1125951"/>
                  </a:lnTo>
                  <a:lnTo>
                    <a:pt x="1455869" y="1113180"/>
                  </a:lnTo>
                  <a:lnTo>
                    <a:pt x="1456043" y="1113113"/>
                  </a:lnTo>
                  <a:lnTo>
                    <a:pt x="1462651" y="1110545"/>
                  </a:lnTo>
                  <a:lnTo>
                    <a:pt x="1476389" y="1105207"/>
                  </a:lnTo>
                  <a:lnTo>
                    <a:pt x="1477084" y="1104936"/>
                  </a:lnTo>
                  <a:lnTo>
                    <a:pt x="1481606" y="1103180"/>
                  </a:lnTo>
                  <a:lnTo>
                    <a:pt x="1492909" y="1098787"/>
                  </a:lnTo>
                  <a:lnTo>
                    <a:pt x="1504560" y="1094260"/>
                  </a:lnTo>
                  <a:lnTo>
                    <a:pt x="1513951" y="1090611"/>
                  </a:lnTo>
                  <a:lnTo>
                    <a:pt x="1520385" y="1088111"/>
                  </a:lnTo>
                  <a:lnTo>
                    <a:pt x="1521080" y="1087841"/>
                  </a:lnTo>
                  <a:lnTo>
                    <a:pt x="1528906" y="1084800"/>
                  </a:lnTo>
                  <a:lnTo>
                    <a:pt x="1538296" y="1081151"/>
                  </a:lnTo>
                  <a:lnTo>
                    <a:pt x="1548208" y="1077300"/>
                  </a:lnTo>
                  <a:lnTo>
                    <a:pt x="1551339" y="1076083"/>
                  </a:lnTo>
                  <a:lnTo>
                    <a:pt x="1551686" y="1075948"/>
                  </a:lnTo>
                  <a:lnTo>
                    <a:pt x="1565077" y="1070745"/>
                  </a:lnTo>
                  <a:lnTo>
                    <a:pt x="1567859" y="1069664"/>
                  </a:lnTo>
                  <a:lnTo>
                    <a:pt x="1577945" y="1065745"/>
                  </a:lnTo>
                  <a:lnTo>
                    <a:pt x="1582292" y="1064055"/>
                  </a:lnTo>
                  <a:lnTo>
                    <a:pt x="1587509" y="1062028"/>
                  </a:lnTo>
                  <a:lnTo>
                    <a:pt x="1593770" y="1059596"/>
                  </a:lnTo>
                  <a:lnTo>
                    <a:pt x="1596900" y="1058379"/>
                  </a:lnTo>
                  <a:lnTo>
                    <a:pt x="1629766" y="1045608"/>
                  </a:lnTo>
                  <a:lnTo>
                    <a:pt x="1629940" y="1045541"/>
                  </a:lnTo>
                  <a:lnTo>
                    <a:pt x="1636548" y="1042973"/>
                  </a:lnTo>
                  <a:lnTo>
                    <a:pt x="1650286" y="1037635"/>
                  </a:lnTo>
                  <a:lnTo>
                    <a:pt x="1650982" y="1037364"/>
                  </a:lnTo>
                  <a:lnTo>
                    <a:pt x="1655503" y="1035608"/>
                  </a:lnTo>
                  <a:lnTo>
                    <a:pt x="1666807" y="1031215"/>
                  </a:lnTo>
                  <a:lnTo>
                    <a:pt x="1678458" y="1026688"/>
                  </a:lnTo>
                  <a:lnTo>
                    <a:pt x="1687848" y="1023039"/>
                  </a:lnTo>
                  <a:lnTo>
                    <a:pt x="1694282" y="1020539"/>
                  </a:lnTo>
                  <a:lnTo>
                    <a:pt x="1694978" y="1020269"/>
                  </a:lnTo>
                  <a:lnTo>
                    <a:pt x="1702803" y="1017228"/>
                  </a:lnTo>
                  <a:lnTo>
                    <a:pt x="1712194" y="1013579"/>
                  </a:lnTo>
                  <a:lnTo>
                    <a:pt x="1725236" y="1008511"/>
                  </a:lnTo>
                  <a:lnTo>
                    <a:pt x="1725584" y="1008376"/>
                  </a:lnTo>
                  <a:lnTo>
                    <a:pt x="1738974" y="1003173"/>
                  </a:lnTo>
                  <a:lnTo>
                    <a:pt x="1741756" y="1002092"/>
                  </a:lnTo>
                  <a:lnTo>
                    <a:pt x="1751842" y="998173"/>
                  </a:lnTo>
                  <a:lnTo>
                    <a:pt x="1756190" y="996483"/>
                  </a:lnTo>
                  <a:lnTo>
                    <a:pt x="1761407" y="994456"/>
                  </a:lnTo>
                  <a:lnTo>
                    <a:pt x="1767667" y="992024"/>
                  </a:lnTo>
                  <a:lnTo>
                    <a:pt x="1770797" y="990807"/>
                  </a:lnTo>
                  <a:lnTo>
                    <a:pt x="1803664" y="978036"/>
                  </a:lnTo>
                  <a:lnTo>
                    <a:pt x="1803838" y="977969"/>
                  </a:lnTo>
                  <a:lnTo>
                    <a:pt x="1810446" y="975401"/>
                  </a:lnTo>
                  <a:lnTo>
                    <a:pt x="1824184" y="970063"/>
                  </a:lnTo>
                  <a:lnTo>
                    <a:pt x="1824879" y="969792"/>
                  </a:lnTo>
                  <a:lnTo>
                    <a:pt x="1829401" y="968036"/>
                  </a:lnTo>
                  <a:lnTo>
                    <a:pt x="1840704" y="963643"/>
                  </a:lnTo>
                  <a:lnTo>
                    <a:pt x="1852355" y="959116"/>
                  </a:lnTo>
                  <a:lnTo>
                    <a:pt x="1861746" y="955467"/>
                  </a:lnTo>
                  <a:lnTo>
                    <a:pt x="1868180" y="952967"/>
                  </a:lnTo>
                  <a:lnTo>
                    <a:pt x="1868875" y="952697"/>
                  </a:lnTo>
                  <a:lnTo>
                    <a:pt x="1876701" y="949656"/>
                  </a:lnTo>
                  <a:lnTo>
                    <a:pt x="1886091" y="946007"/>
                  </a:lnTo>
                  <a:lnTo>
                    <a:pt x="1896003" y="942156"/>
                  </a:lnTo>
                  <a:lnTo>
                    <a:pt x="1899134" y="940939"/>
                  </a:lnTo>
                  <a:lnTo>
                    <a:pt x="1899481" y="940804"/>
                  </a:lnTo>
                  <a:lnTo>
                    <a:pt x="1912871" y="935601"/>
                  </a:lnTo>
                  <a:lnTo>
                    <a:pt x="1915654" y="934520"/>
                  </a:lnTo>
                  <a:lnTo>
                    <a:pt x="1925740" y="930601"/>
                  </a:lnTo>
                  <a:lnTo>
                    <a:pt x="1930087" y="928911"/>
                  </a:lnTo>
                  <a:lnTo>
                    <a:pt x="1935304" y="926884"/>
                  </a:lnTo>
                  <a:lnTo>
                    <a:pt x="1941564" y="924452"/>
                  </a:lnTo>
                  <a:lnTo>
                    <a:pt x="1944695" y="923235"/>
                  </a:lnTo>
                  <a:lnTo>
                    <a:pt x="1977561" y="910464"/>
                  </a:lnTo>
                  <a:lnTo>
                    <a:pt x="1977735" y="910397"/>
                  </a:lnTo>
                  <a:lnTo>
                    <a:pt x="1984343" y="907829"/>
                  </a:lnTo>
                  <a:lnTo>
                    <a:pt x="1998081" y="902491"/>
                  </a:lnTo>
                  <a:lnTo>
                    <a:pt x="1998777" y="902221"/>
                  </a:lnTo>
                  <a:lnTo>
                    <a:pt x="2003298" y="900464"/>
                  </a:lnTo>
                  <a:lnTo>
                    <a:pt x="2014601" y="896071"/>
                  </a:lnTo>
                  <a:lnTo>
                    <a:pt x="2026253" y="891544"/>
                  </a:lnTo>
                  <a:lnTo>
                    <a:pt x="2035643" y="887895"/>
                  </a:lnTo>
                  <a:lnTo>
                    <a:pt x="2042077" y="885395"/>
                  </a:lnTo>
                  <a:lnTo>
                    <a:pt x="2042773" y="885125"/>
                  </a:lnTo>
                  <a:lnTo>
                    <a:pt x="2050598" y="882084"/>
                  </a:lnTo>
                  <a:lnTo>
                    <a:pt x="2059989" y="878435"/>
                  </a:lnTo>
                  <a:lnTo>
                    <a:pt x="2069901" y="874584"/>
                  </a:lnTo>
                  <a:lnTo>
                    <a:pt x="2073031" y="873367"/>
                  </a:lnTo>
                  <a:lnTo>
                    <a:pt x="2073379" y="873232"/>
                  </a:lnTo>
                  <a:lnTo>
                    <a:pt x="2086769" y="868029"/>
                  </a:lnTo>
                  <a:lnTo>
                    <a:pt x="2089551" y="866948"/>
                  </a:lnTo>
                  <a:lnTo>
                    <a:pt x="2099637" y="863029"/>
                  </a:lnTo>
                  <a:lnTo>
                    <a:pt x="2103985" y="861339"/>
                  </a:lnTo>
                  <a:lnTo>
                    <a:pt x="2109202" y="859312"/>
                  </a:lnTo>
                  <a:lnTo>
                    <a:pt x="2115462" y="856880"/>
                  </a:lnTo>
                  <a:lnTo>
                    <a:pt x="2118592" y="855663"/>
                  </a:lnTo>
                  <a:lnTo>
                    <a:pt x="2151459" y="842892"/>
                  </a:lnTo>
                  <a:lnTo>
                    <a:pt x="2151633" y="842825"/>
                  </a:lnTo>
                  <a:lnTo>
                    <a:pt x="2158241" y="840257"/>
                  </a:lnTo>
                  <a:lnTo>
                    <a:pt x="2171979" y="834919"/>
                  </a:lnTo>
                  <a:lnTo>
                    <a:pt x="2172674" y="834649"/>
                  </a:lnTo>
                  <a:lnTo>
                    <a:pt x="2177196" y="832892"/>
                  </a:lnTo>
                  <a:lnTo>
                    <a:pt x="2188499" y="828499"/>
                  </a:lnTo>
                  <a:lnTo>
                    <a:pt x="2200150" y="823972"/>
                  </a:lnTo>
                  <a:lnTo>
                    <a:pt x="2209540" y="820323"/>
                  </a:lnTo>
                  <a:lnTo>
                    <a:pt x="2215975" y="817823"/>
                  </a:lnTo>
                  <a:lnTo>
                    <a:pt x="2216670" y="817553"/>
                  </a:lnTo>
                  <a:lnTo>
                    <a:pt x="2224496" y="814512"/>
                  </a:lnTo>
                  <a:lnTo>
                    <a:pt x="2233886" y="810863"/>
                  </a:lnTo>
                  <a:lnTo>
                    <a:pt x="2243798" y="807012"/>
                  </a:lnTo>
                  <a:lnTo>
                    <a:pt x="2246928" y="805795"/>
                  </a:lnTo>
                  <a:lnTo>
                    <a:pt x="2247276" y="805660"/>
                  </a:lnTo>
                  <a:lnTo>
                    <a:pt x="2260666" y="800457"/>
                  </a:lnTo>
                  <a:lnTo>
                    <a:pt x="2263449" y="799376"/>
                  </a:lnTo>
                  <a:lnTo>
                    <a:pt x="2273535" y="795457"/>
                  </a:lnTo>
                  <a:lnTo>
                    <a:pt x="2277882" y="793767"/>
                  </a:lnTo>
                  <a:lnTo>
                    <a:pt x="2283099" y="791740"/>
                  </a:lnTo>
                  <a:lnTo>
                    <a:pt x="2289359" y="789308"/>
                  </a:lnTo>
                  <a:lnTo>
                    <a:pt x="2292490" y="788091"/>
                  </a:lnTo>
                  <a:lnTo>
                    <a:pt x="2325356" y="775320"/>
                  </a:lnTo>
                  <a:lnTo>
                    <a:pt x="2325530" y="775253"/>
                  </a:lnTo>
                  <a:lnTo>
                    <a:pt x="2332138" y="772685"/>
                  </a:lnTo>
                  <a:lnTo>
                    <a:pt x="2345876" y="767347"/>
                  </a:lnTo>
                  <a:lnTo>
                    <a:pt x="2346572" y="767077"/>
                  </a:lnTo>
                  <a:lnTo>
                    <a:pt x="2351093" y="765320"/>
                  </a:lnTo>
                  <a:lnTo>
                    <a:pt x="2362396" y="760928"/>
                  </a:lnTo>
                  <a:lnTo>
                    <a:pt x="2374047" y="756400"/>
                  </a:lnTo>
                  <a:lnTo>
                    <a:pt x="2383438" y="752751"/>
                  </a:lnTo>
                  <a:lnTo>
                    <a:pt x="2389872" y="750251"/>
                  </a:lnTo>
                  <a:lnTo>
                    <a:pt x="2390568" y="749981"/>
                  </a:lnTo>
                  <a:lnTo>
                    <a:pt x="2398393" y="746940"/>
                  </a:lnTo>
                  <a:lnTo>
                    <a:pt x="2407784" y="743291"/>
                  </a:lnTo>
                  <a:lnTo>
                    <a:pt x="2417696" y="739440"/>
                  </a:lnTo>
                  <a:lnTo>
                    <a:pt x="2420826" y="738223"/>
                  </a:lnTo>
                  <a:lnTo>
                    <a:pt x="2421174" y="738088"/>
                  </a:lnTo>
                  <a:lnTo>
                    <a:pt x="2434564" y="732885"/>
                  </a:lnTo>
                  <a:lnTo>
                    <a:pt x="2437346" y="731804"/>
                  </a:lnTo>
                  <a:lnTo>
                    <a:pt x="2447432" y="727885"/>
                  </a:lnTo>
                  <a:lnTo>
                    <a:pt x="2451780" y="726196"/>
                  </a:lnTo>
                  <a:lnTo>
                    <a:pt x="2456997" y="724168"/>
                  </a:lnTo>
                  <a:lnTo>
                    <a:pt x="2463257" y="721736"/>
                  </a:lnTo>
                  <a:lnTo>
                    <a:pt x="2466387" y="720519"/>
                  </a:lnTo>
                  <a:lnTo>
                    <a:pt x="2499254" y="707748"/>
                  </a:lnTo>
                  <a:lnTo>
                    <a:pt x="2499428" y="707681"/>
                  </a:lnTo>
                  <a:lnTo>
                    <a:pt x="2506036" y="705113"/>
                  </a:lnTo>
                  <a:lnTo>
                    <a:pt x="2519774" y="699775"/>
                  </a:lnTo>
                  <a:lnTo>
                    <a:pt x="2520469" y="699505"/>
                  </a:lnTo>
                  <a:lnTo>
                    <a:pt x="2524990" y="697748"/>
                  </a:lnTo>
                  <a:lnTo>
                    <a:pt x="2536294" y="693356"/>
                  </a:lnTo>
                  <a:lnTo>
                    <a:pt x="2547945" y="688828"/>
                  </a:lnTo>
                  <a:lnTo>
                    <a:pt x="2557335" y="685179"/>
                  </a:lnTo>
                  <a:lnTo>
                    <a:pt x="2563770" y="682679"/>
                  </a:lnTo>
                  <a:lnTo>
                    <a:pt x="2564465" y="682409"/>
                  </a:lnTo>
                  <a:lnTo>
                    <a:pt x="2572291" y="679368"/>
                  </a:lnTo>
                  <a:lnTo>
                    <a:pt x="2581681" y="675719"/>
                  </a:lnTo>
                  <a:lnTo>
                    <a:pt x="2591593" y="671868"/>
                  </a:lnTo>
                  <a:lnTo>
                    <a:pt x="2594723" y="670651"/>
                  </a:lnTo>
                  <a:lnTo>
                    <a:pt x="2608461" y="665313"/>
                  </a:lnTo>
                  <a:lnTo>
                    <a:pt x="2611244" y="664232"/>
                  </a:lnTo>
                  <a:lnTo>
                    <a:pt x="2621330" y="660313"/>
                  </a:lnTo>
                  <a:lnTo>
                    <a:pt x="2625677" y="658624"/>
                  </a:lnTo>
                  <a:lnTo>
                    <a:pt x="2630894" y="656596"/>
                  </a:lnTo>
                  <a:lnTo>
                    <a:pt x="2637154" y="654164"/>
                  </a:lnTo>
                  <a:lnTo>
                    <a:pt x="2640284" y="652948"/>
                  </a:lnTo>
                  <a:lnTo>
                    <a:pt x="2673151" y="640176"/>
                  </a:lnTo>
                  <a:lnTo>
                    <a:pt x="2673325" y="640109"/>
                  </a:lnTo>
                  <a:lnTo>
                    <a:pt x="2679933" y="637541"/>
                  </a:lnTo>
                  <a:lnTo>
                    <a:pt x="2693671" y="632203"/>
                  </a:lnTo>
                  <a:lnTo>
                    <a:pt x="2694367" y="631933"/>
                  </a:lnTo>
                  <a:lnTo>
                    <a:pt x="2698888" y="630176"/>
                  </a:lnTo>
                  <a:lnTo>
                    <a:pt x="2710191" y="625784"/>
                  </a:lnTo>
                  <a:lnTo>
                    <a:pt x="2721842" y="621256"/>
                  </a:lnTo>
                  <a:lnTo>
                    <a:pt x="2731233" y="617607"/>
                  </a:lnTo>
                  <a:lnTo>
                    <a:pt x="2737667" y="615107"/>
                  </a:lnTo>
                  <a:lnTo>
                    <a:pt x="2738363" y="614837"/>
                  </a:lnTo>
                  <a:lnTo>
                    <a:pt x="2755578" y="608147"/>
                  </a:lnTo>
                  <a:lnTo>
                    <a:pt x="2765491" y="604296"/>
                  </a:lnTo>
                  <a:lnTo>
                    <a:pt x="2768621" y="603079"/>
                  </a:lnTo>
                  <a:lnTo>
                    <a:pt x="2768969" y="602944"/>
                  </a:lnTo>
                  <a:lnTo>
                    <a:pt x="2782359" y="597741"/>
                  </a:lnTo>
                  <a:lnTo>
                    <a:pt x="2785141" y="596660"/>
                  </a:lnTo>
                  <a:lnTo>
                    <a:pt x="2795227" y="592741"/>
                  </a:lnTo>
                  <a:lnTo>
                    <a:pt x="2799575" y="591052"/>
                  </a:lnTo>
                  <a:lnTo>
                    <a:pt x="2804791" y="589024"/>
                  </a:lnTo>
                  <a:lnTo>
                    <a:pt x="2811052" y="586592"/>
                  </a:lnTo>
                  <a:lnTo>
                    <a:pt x="2814182" y="585376"/>
                  </a:lnTo>
                  <a:lnTo>
                    <a:pt x="2847049" y="572604"/>
                  </a:lnTo>
                  <a:lnTo>
                    <a:pt x="2847222" y="572537"/>
                  </a:lnTo>
                  <a:lnTo>
                    <a:pt x="2853831" y="569969"/>
                  </a:lnTo>
                  <a:lnTo>
                    <a:pt x="2867568" y="564631"/>
                  </a:lnTo>
                  <a:lnTo>
                    <a:pt x="2868264" y="564361"/>
                  </a:lnTo>
                  <a:lnTo>
                    <a:pt x="2872785" y="562604"/>
                  </a:lnTo>
                  <a:lnTo>
                    <a:pt x="2884089" y="558212"/>
                  </a:lnTo>
                  <a:lnTo>
                    <a:pt x="2895740" y="553684"/>
                  </a:lnTo>
                  <a:lnTo>
                    <a:pt x="2905130" y="550035"/>
                  </a:lnTo>
                  <a:lnTo>
                    <a:pt x="2911564" y="547535"/>
                  </a:lnTo>
                  <a:lnTo>
                    <a:pt x="2912260" y="547265"/>
                  </a:lnTo>
                  <a:lnTo>
                    <a:pt x="2920085" y="544224"/>
                  </a:lnTo>
                  <a:lnTo>
                    <a:pt x="2929476" y="540575"/>
                  </a:lnTo>
                  <a:lnTo>
                    <a:pt x="2939388" y="536724"/>
                  </a:lnTo>
                  <a:lnTo>
                    <a:pt x="2942518" y="535507"/>
                  </a:lnTo>
                  <a:lnTo>
                    <a:pt x="2942866" y="535372"/>
                  </a:lnTo>
                  <a:lnTo>
                    <a:pt x="2956256" y="530169"/>
                  </a:lnTo>
                  <a:lnTo>
                    <a:pt x="2959038" y="529088"/>
                  </a:lnTo>
                  <a:lnTo>
                    <a:pt x="2969125" y="525169"/>
                  </a:lnTo>
                  <a:lnTo>
                    <a:pt x="2973472" y="523480"/>
                  </a:lnTo>
                  <a:lnTo>
                    <a:pt x="2978689" y="521452"/>
                  </a:lnTo>
                  <a:lnTo>
                    <a:pt x="2984949" y="519020"/>
                  </a:lnTo>
                  <a:lnTo>
                    <a:pt x="2988079" y="517804"/>
                  </a:lnTo>
                  <a:lnTo>
                    <a:pt x="3020946" y="505032"/>
                  </a:lnTo>
                  <a:lnTo>
                    <a:pt x="3021120" y="504965"/>
                  </a:lnTo>
                  <a:lnTo>
                    <a:pt x="3027728" y="502397"/>
                  </a:lnTo>
                  <a:lnTo>
                    <a:pt x="3041466" y="497059"/>
                  </a:lnTo>
                  <a:lnTo>
                    <a:pt x="3042161" y="496789"/>
                  </a:lnTo>
                  <a:lnTo>
                    <a:pt x="3046683" y="495032"/>
                  </a:lnTo>
                  <a:lnTo>
                    <a:pt x="3057986" y="490640"/>
                  </a:lnTo>
                  <a:lnTo>
                    <a:pt x="3069637" y="486112"/>
                  </a:lnTo>
                  <a:lnTo>
                    <a:pt x="3079028" y="482463"/>
                  </a:lnTo>
                  <a:lnTo>
                    <a:pt x="3085462" y="479963"/>
                  </a:lnTo>
                  <a:lnTo>
                    <a:pt x="3086157" y="479693"/>
                  </a:lnTo>
                  <a:lnTo>
                    <a:pt x="3093983" y="476652"/>
                  </a:lnTo>
                  <a:lnTo>
                    <a:pt x="3103373" y="473003"/>
                  </a:lnTo>
                  <a:lnTo>
                    <a:pt x="3113285" y="469152"/>
                  </a:lnTo>
                  <a:lnTo>
                    <a:pt x="3116416" y="467935"/>
                  </a:lnTo>
                  <a:lnTo>
                    <a:pt x="3116763" y="467800"/>
                  </a:lnTo>
                  <a:lnTo>
                    <a:pt x="3130154" y="462597"/>
                  </a:lnTo>
                  <a:lnTo>
                    <a:pt x="3132936" y="461516"/>
                  </a:lnTo>
                  <a:lnTo>
                    <a:pt x="3143022" y="457597"/>
                  </a:lnTo>
                  <a:lnTo>
                    <a:pt x="3147369" y="455908"/>
                  </a:lnTo>
                  <a:lnTo>
                    <a:pt x="3152586" y="453880"/>
                  </a:lnTo>
                  <a:lnTo>
                    <a:pt x="3158847" y="451448"/>
                  </a:lnTo>
                  <a:lnTo>
                    <a:pt x="3161977" y="450232"/>
                  </a:lnTo>
                  <a:lnTo>
                    <a:pt x="3194843" y="437460"/>
                  </a:lnTo>
                  <a:lnTo>
                    <a:pt x="3195017" y="437393"/>
                  </a:lnTo>
                  <a:lnTo>
                    <a:pt x="3201625" y="434825"/>
                  </a:lnTo>
                  <a:lnTo>
                    <a:pt x="3215363" y="429487"/>
                  </a:lnTo>
                  <a:lnTo>
                    <a:pt x="3216059" y="429217"/>
                  </a:lnTo>
                  <a:lnTo>
                    <a:pt x="3220580" y="427460"/>
                  </a:lnTo>
                  <a:lnTo>
                    <a:pt x="3231884" y="423068"/>
                  </a:lnTo>
                  <a:lnTo>
                    <a:pt x="3243535" y="418540"/>
                  </a:lnTo>
                  <a:lnTo>
                    <a:pt x="3252925" y="414891"/>
                  </a:lnTo>
                  <a:lnTo>
                    <a:pt x="3259359" y="412391"/>
                  </a:lnTo>
                  <a:lnTo>
                    <a:pt x="3260055" y="412121"/>
                  </a:lnTo>
                  <a:lnTo>
                    <a:pt x="3267880" y="409080"/>
                  </a:lnTo>
                  <a:lnTo>
                    <a:pt x="3277271" y="405431"/>
                  </a:lnTo>
                  <a:lnTo>
                    <a:pt x="3287183" y="401580"/>
                  </a:lnTo>
                  <a:lnTo>
                    <a:pt x="3290313" y="400363"/>
                  </a:lnTo>
                  <a:lnTo>
                    <a:pt x="3290661" y="400228"/>
                  </a:lnTo>
                  <a:lnTo>
                    <a:pt x="3304051" y="395025"/>
                  </a:lnTo>
                  <a:lnTo>
                    <a:pt x="3306833" y="393944"/>
                  </a:lnTo>
                  <a:lnTo>
                    <a:pt x="3316919" y="390025"/>
                  </a:lnTo>
                  <a:lnTo>
                    <a:pt x="3321267" y="388336"/>
                  </a:lnTo>
                  <a:lnTo>
                    <a:pt x="3326484" y="386308"/>
                  </a:lnTo>
                  <a:lnTo>
                    <a:pt x="3332744" y="383876"/>
                  </a:lnTo>
                  <a:lnTo>
                    <a:pt x="3335874" y="382660"/>
                  </a:lnTo>
                  <a:lnTo>
                    <a:pt x="3368741" y="369888"/>
                  </a:lnTo>
                  <a:lnTo>
                    <a:pt x="3368915" y="369821"/>
                  </a:lnTo>
                  <a:lnTo>
                    <a:pt x="3375523" y="367253"/>
                  </a:lnTo>
                  <a:lnTo>
                    <a:pt x="3389261" y="361915"/>
                  </a:lnTo>
                  <a:lnTo>
                    <a:pt x="3389956" y="361645"/>
                  </a:lnTo>
                  <a:lnTo>
                    <a:pt x="3394478" y="359888"/>
                  </a:lnTo>
                  <a:lnTo>
                    <a:pt x="3405781" y="355496"/>
                  </a:lnTo>
                  <a:lnTo>
                    <a:pt x="3417432" y="350968"/>
                  </a:lnTo>
                  <a:lnTo>
                    <a:pt x="3426823" y="347319"/>
                  </a:lnTo>
                  <a:lnTo>
                    <a:pt x="3433257" y="344819"/>
                  </a:lnTo>
                  <a:lnTo>
                    <a:pt x="3433952" y="344549"/>
                  </a:lnTo>
                  <a:lnTo>
                    <a:pt x="3451168" y="337859"/>
                  </a:lnTo>
                  <a:lnTo>
                    <a:pt x="3461080" y="334008"/>
                  </a:lnTo>
                  <a:lnTo>
                    <a:pt x="3464211" y="332791"/>
                  </a:lnTo>
                  <a:lnTo>
                    <a:pt x="3464558" y="332656"/>
                  </a:lnTo>
                  <a:lnTo>
                    <a:pt x="3477948" y="327453"/>
                  </a:lnTo>
                  <a:lnTo>
                    <a:pt x="3480731" y="326372"/>
                  </a:lnTo>
                  <a:lnTo>
                    <a:pt x="3490817" y="322453"/>
                  </a:lnTo>
                  <a:lnTo>
                    <a:pt x="3495164" y="320764"/>
                  </a:lnTo>
                  <a:lnTo>
                    <a:pt x="3500381" y="318737"/>
                  </a:lnTo>
                  <a:lnTo>
                    <a:pt x="3506642" y="316304"/>
                  </a:lnTo>
                  <a:lnTo>
                    <a:pt x="3509772" y="315088"/>
                  </a:lnTo>
                  <a:lnTo>
                    <a:pt x="3542812" y="302249"/>
                  </a:lnTo>
                  <a:lnTo>
                    <a:pt x="3549420" y="299681"/>
                  </a:lnTo>
                  <a:lnTo>
                    <a:pt x="3563158" y="294343"/>
                  </a:lnTo>
                  <a:lnTo>
                    <a:pt x="3563854" y="294073"/>
                  </a:lnTo>
                  <a:lnTo>
                    <a:pt x="3568375" y="292316"/>
                  </a:lnTo>
                  <a:lnTo>
                    <a:pt x="3579678" y="287924"/>
                  </a:lnTo>
                  <a:lnTo>
                    <a:pt x="3591330" y="283396"/>
                  </a:lnTo>
                  <a:lnTo>
                    <a:pt x="3600720" y="279747"/>
                  </a:lnTo>
                  <a:lnTo>
                    <a:pt x="3607154" y="277247"/>
                  </a:lnTo>
                  <a:lnTo>
                    <a:pt x="3607850" y="276977"/>
                  </a:lnTo>
                  <a:lnTo>
                    <a:pt x="3615675" y="273936"/>
                  </a:lnTo>
                  <a:lnTo>
                    <a:pt x="3625066" y="270287"/>
                  </a:lnTo>
                  <a:lnTo>
                    <a:pt x="3634978" y="266436"/>
                  </a:lnTo>
                  <a:lnTo>
                    <a:pt x="3638108" y="265220"/>
                  </a:lnTo>
                  <a:lnTo>
                    <a:pt x="3638456" y="265084"/>
                  </a:lnTo>
                  <a:lnTo>
                    <a:pt x="3651846" y="259881"/>
                  </a:lnTo>
                  <a:lnTo>
                    <a:pt x="3654628" y="258800"/>
                  </a:lnTo>
                  <a:lnTo>
                    <a:pt x="3664714" y="254881"/>
                  </a:lnTo>
                  <a:lnTo>
                    <a:pt x="3669062" y="253192"/>
                  </a:lnTo>
                  <a:lnTo>
                    <a:pt x="3674279" y="251165"/>
                  </a:lnTo>
                  <a:lnTo>
                    <a:pt x="3680539" y="248732"/>
                  </a:lnTo>
                  <a:lnTo>
                    <a:pt x="3683669" y="247516"/>
                  </a:lnTo>
                  <a:lnTo>
                    <a:pt x="3716536" y="234745"/>
                  </a:lnTo>
                  <a:lnTo>
                    <a:pt x="3716710" y="234677"/>
                  </a:lnTo>
                  <a:lnTo>
                    <a:pt x="3723318" y="232109"/>
                  </a:lnTo>
                  <a:lnTo>
                    <a:pt x="3737056" y="226771"/>
                  </a:lnTo>
                  <a:lnTo>
                    <a:pt x="3737751" y="226501"/>
                  </a:lnTo>
                  <a:lnTo>
                    <a:pt x="3742273" y="224744"/>
                  </a:lnTo>
                  <a:lnTo>
                    <a:pt x="3753576" y="220352"/>
                  </a:lnTo>
                  <a:lnTo>
                    <a:pt x="3765227" y="215824"/>
                  </a:lnTo>
                  <a:lnTo>
                    <a:pt x="3774617" y="212176"/>
                  </a:lnTo>
                  <a:lnTo>
                    <a:pt x="3781052" y="209675"/>
                  </a:lnTo>
                  <a:lnTo>
                    <a:pt x="3781747" y="209405"/>
                  </a:lnTo>
                  <a:lnTo>
                    <a:pt x="3789573" y="206364"/>
                  </a:lnTo>
                  <a:lnTo>
                    <a:pt x="3798963" y="202715"/>
                  </a:lnTo>
                  <a:lnTo>
                    <a:pt x="3808875" y="198864"/>
                  </a:lnTo>
                  <a:lnTo>
                    <a:pt x="3812005" y="197648"/>
                  </a:lnTo>
                  <a:lnTo>
                    <a:pt x="3812353" y="197512"/>
                  </a:lnTo>
                  <a:lnTo>
                    <a:pt x="3825743" y="192309"/>
                  </a:lnTo>
                  <a:lnTo>
                    <a:pt x="3828526" y="191228"/>
                  </a:lnTo>
                  <a:lnTo>
                    <a:pt x="3838612" y="187309"/>
                  </a:lnTo>
                  <a:lnTo>
                    <a:pt x="3842959" y="185620"/>
                  </a:lnTo>
                  <a:lnTo>
                    <a:pt x="3848176" y="183593"/>
                  </a:lnTo>
                  <a:lnTo>
                    <a:pt x="3854436" y="181160"/>
                  </a:lnTo>
                  <a:lnTo>
                    <a:pt x="3857567" y="179944"/>
                  </a:lnTo>
                  <a:lnTo>
                    <a:pt x="3890433" y="167173"/>
                  </a:lnTo>
                  <a:lnTo>
                    <a:pt x="3890607" y="167105"/>
                  </a:lnTo>
                  <a:lnTo>
                    <a:pt x="3897215" y="164537"/>
                  </a:lnTo>
                  <a:lnTo>
                    <a:pt x="3910953" y="159199"/>
                  </a:lnTo>
                  <a:lnTo>
                    <a:pt x="3911649" y="158929"/>
                  </a:lnTo>
                  <a:lnTo>
                    <a:pt x="3916170" y="157172"/>
                  </a:lnTo>
                  <a:lnTo>
                    <a:pt x="3927473" y="152780"/>
                  </a:lnTo>
                  <a:lnTo>
                    <a:pt x="3939124" y="148252"/>
                  </a:lnTo>
                  <a:lnTo>
                    <a:pt x="3948515" y="144604"/>
                  </a:lnTo>
                  <a:lnTo>
                    <a:pt x="3954949" y="142103"/>
                  </a:lnTo>
                  <a:lnTo>
                    <a:pt x="3955645" y="141833"/>
                  </a:lnTo>
                  <a:lnTo>
                    <a:pt x="3963470" y="138792"/>
                  </a:lnTo>
                  <a:lnTo>
                    <a:pt x="3972861" y="135143"/>
                  </a:lnTo>
                  <a:lnTo>
                    <a:pt x="3982773" y="131292"/>
                  </a:lnTo>
                  <a:lnTo>
                    <a:pt x="3985903" y="130076"/>
                  </a:lnTo>
                  <a:lnTo>
                    <a:pt x="3986251" y="129940"/>
                  </a:lnTo>
                  <a:lnTo>
                    <a:pt x="4002423" y="123656"/>
                  </a:lnTo>
                  <a:lnTo>
                    <a:pt x="4012509" y="119737"/>
                  </a:lnTo>
                  <a:lnTo>
                    <a:pt x="4016857" y="118048"/>
                  </a:lnTo>
                  <a:lnTo>
                    <a:pt x="4022074" y="116021"/>
                  </a:lnTo>
                  <a:lnTo>
                    <a:pt x="4031464" y="112372"/>
                  </a:lnTo>
                  <a:lnTo>
                    <a:pt x="4064331" y="99601"/>
                  </a:lnTo>
                  <a:lnTo>
                    <a:pt x="4071113" y="96965"/>
                  </a:lnTo>
                  <a:lnTo>
                    <a:pt x="4085546" y="91357"/>
                  </a:lnTo>
                  <a:lnTo>
                    <a:pt x="4090067" y="89600"/>
                  </a:lnTo>
                  <a:lnTo>
                    <a:pt x="4101371" y="85208"/>
                  </a:lnTo>
                  <a:lnTo>
                    <a:pt x="4122412" y="77032"/>
                  </a:lnTo>
                  <a:lnTo>
                    <a:pt x="4128847" y="74531"/>
                  </a:lnTo>
                  <a:lnTo>
                    <a:pt x="4137368" y="71220"/>
                  </a:lnTo>
                  <a:lnTo>
                    <a:pt x="4146758" y="67571"/>
                  </a:lnTo>
                  <a:lnTo>
                    <a:pt x="4156670" y="63720"/>
                  </a:lnTo>
                  <a:lnTo>
                    <a:pt x="4159800" y="62504"/>
                  </a:lnTo>
                  <a:lnTo>
                    <a:pt x="4160148" y="62368"/>
                  </a:lnTo>
                  <a:lnTo>
                    <a:pt x="4176321" y="56084"/>
                  </a:lnTo>
                  <a:lnTo>
                    <a:pt x="4186407" y="52165"/>
                  </a:lnTo>
                  <a:lnTo>
                    <a:pt x="4238228" y="32029"/>
                  </a:lnTo>
                  <a:lnTo>
                    <a:pt x="4259444" y="23785"/>
                  </a:lnTo>
                  <a:lnTo>
                    <a:pt x="4296310" y="9460"/>
                  </a:lnTo>
                  <a:lnTo>
                    <a:pt x="4302744" y="6959"/>
                  </a:lnTo>
                  <a:lnTo>
                    <a:pt x="4320655" y="0"/>
                  </a:lnTo>
                </a:path>
              </a:pathLst>
            </a:custGeom>
            <a:ln w="32521" cap="flat">
              <a:solidFill>
                <a:srgbClr val="7CAE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0"/>
            <p:cNvSpPr/>
            <p:nvPr/>
          </p:nvSpPr>
          <p:spPr>
            <a:xfrm>
              <a:off x="3377239" y="2945970"/>
              <a:ext cx="4320655" cy="1575980"/>
            </a:xfrm>
            <a:custGeom>
              <a:avLst/>
              <a:pathLst>
                <a:path w="4320655" h="1575980">
                  <a:moveTo>
                    <a:pt x="0" y="1575980"/>
                  </a:moveTo>
                  <a:lnTo>
                    <a:pt x="28693" y="1565514"/>
                  </a:lnTo>
                  <a:lnTo>
                    <a:pt x="64863" y="1552321"/>
                  </a:lnTo>
                  <a:lnTo>
                    <a:pt x="85209" y="1544900"/>
                  </a:lnTo>
                  <a:lnTo>
                    <a:pt x="113381" y="1534624"/>
                  </a:lnTo>
                  <a:lnTo>
                    <a:pt x="129901" y="1528598"/>
                  </a:lnTo>
                  <a:lnTo>
                    <a:pt x="173897" y="1512550"/>
                  </a:lnTo>
                  <a:lnTo>
                    <a:pt x="191113" y="1506271"/>
                  </a:lnTo>
                  <a:lnTo>
                    <a:pt x="196330" y="1504368"/>
                  </a:lnTo>
                  <a:lnTo>
                    <a:pt x="205720" y="1500943"/>
                  </a:lnTo>
                  <a:lnTo>
                    <a:pt x="245369" y="1486481"/>
                  </a:lnTo>
                  <a:lnTo>
                    <a:pt x="259107" y="1481470"/>
                  </a:lnTo>
                  <a:lnTo>
                    <a:pt x="264324" y="1479567"/>
                  </a:lnTo>
                  <a:lnTo>
                    <a:pt x="275627" y="1475444"/>
                  </a:lnTo>
                  <a:lnTo>
                    <a:pt x="287278" y="1471194"/>
                  </a:lnTo>
                  <a:lnTo>
                    <a:pt x="303798" y="1465168"/>
                  </a:lnTo>
                  <a:lnTo>
                    <a:pt x="311624" y="1462314"/>
                  </a:lnTo>
                  <a:lnTo>
                    <a:pt x="330926" y="1455273"/>
                  </a:lnTo>
                  <a:lnTo>
                    <a:pt x="334056" y="1454131"/>
                  </a:lnTo>
                  <a:lnTo>
                    <a:pt x="334404" y="1454004"/>
                  </a:lnTo>
                  <a:lnTo>
                    <a:pt x="347794" y="1449120"/>
                  </a:lnTo>
                  <a:lnTo>
                    <a:pt x="350577" y="1448105"/>
                  </a:lnTo>
                  <a:lnTo>
                    <a:pt x="360663" y="1444426"/>
                  </a:lnTo>
                  <a:lnTo>
                    <a:pt x="365010" y="1442841"/>
                  </a:lnTo>
                  <a:lnTo>
                    <a:pt x="370227" y="1440938"/>
                  </a:lnTo>
                  <a:lnTo>
                    <a:pt x="376487" y="1438654"/>
                  </a:lnTo>
                  <a:lnTo>
                    <a:pt x="379618" y="1437513"/>
                  </a:lnTo>
                  <a:lnTo>
                    <a:pt x="412484" y="1425524"/>
                  </a:lnTo>
                  <a:lnTo>
                    <a:pt x="412658" y="1425461"/>
                  </a:lnTo>
                  <a:lnTo>
                    <a:pt x="419266" y="1423051"/>
                  </a:lnTo>
                  <a:lnTo>
                    <a:pt x="433004" y="1418040"/>
                  </a:lnTo>
                  <a:lnTo>
                    <a:pt x="433700" y="1417786"/>
                  </a:lnTo>
                  <a:lnTo>
                    <a:pt x="438221" y="1416137"/>
                  </a:lnTo>
                  <a:lnTo>
                    <a:pt x="449524" y="1412014"/>
                  </a:lnTo>
                  <a:lnTo>
                    <a:pt x="461176" y="1407764"/>
                  </a:lnTo>
                  <a:lnTo>
                    <a:pt x="470566" y="1404339"/>
                  </a:lnTo>
                  <a:lnTo>
                    <a:pt x="477000" y="1401992"/>
                  </a:lnTo>
                  <a:lnTo>
                    <a:pt x="477696" y="1401738"/>
                  </a:lnTo>
                  <a:lnTo>
                    <a:pt x="485521" y="1398884"/>
                  </a:lnTo>
                  <a:lnTo>
                    <a:pt x="494912" y="1395459"/>
                  </a:lnTo>
                  <a:lnTo>
                    <a:pt x="504824" y="1391843"/>
                  </a:lnTo>
                  <a:lnTo>
                    <a:pt x="507954" y="1390701"/>
                  </a:lnTo>
                  <a:lnTo>
                    <a:pt x="508302" y="1390574"/>
                  </a:lnTo>
                  <a:lnTo>
                    <a:pt x="521692" y="1385690"/>
                  </a:lnTo>
                  <a:lnTo>
                    <a:pt x="524474" y="1384675"/>
                  </a:lnTo>
                  <a:lnTo>
                    <a:pt x="534560" y="1380997"/>
                  </a:lnTo>
                  <a:lnTo>
                    <a:pt x="538908" y="1379411"/>
                  </a:lnTo>
                  <a:lnTo>
                    <a:pt x="544125" y="1377508"/>
                  </a:lnTo>
                  <a:lnTo>
                    <a:pt x="550385" y="1375224"/>
                  </a:lnTo>
                  <a:lnTo>
                    <a:pt x="553515" y="1374083"/>
                  </a:lnTo>
                  <a:lnTo>
                    <a:pt x="586382" y="1362094"/>
                  </a:lnTo>
                  <a:lnTo>
                    <a:pt x="586556" y="1362031"/>
                  </a:lnTo>
                  <a:lnTo>
                    <a:pt x="593164" y="1359621"/>
                  </a:lnTo>
                  <a:lnTo>
                    <a:pt x="606902" y="1354610"/>
                  </a:lnTo>
                  <a:lnTo>
                    <a:pt x="607597" y="1354356"/>
                  </a:lnTo>
                  <a:lnTo>
                    <a:pt x="612119" y="1352707"/>
                  </a:lnTo>
                  <a:lnTo>
                    <a:pt x="623422" y="1348584"/>
                  </a:lnTo>
                  <a:lnTo>
                    <a:pt x="635073" y="1344334"/>
                  </a:lnTo>
                  <a:lnTo>
                    <a:pt x="644463" y="1340909"/>
                  </a:lnTo>
                  <a:lnTo>
                    <a:pt x="650898" y="1338562"/>
                  </a:lnTo>
                  <a:lnTo>
                    <a:pt x="651593" y="1338308"/>
                  </a:lnTo>
                  <a:lnTo>
                    <a:pt x="659419" y="1335454"/>
                  </a:lnTo>
                  <a:lnTo>
                    <a:pt x="668809" y="1332029"/>
                  </a:lnTo>
                  <a:lnTo>
                    <a:pt x="678721" y="1328413"/>
                  </a:lnTo>
                  <a:lnTo>
                    <a:pt x="681851" y="1327271"/>
                  </a:lnTo>
                  <a:lnTo>
                    <a:pt x="682199" y="1327144"/>
                  </a:lnTo>
                  <a:lnTo>
                    <a:pt x="695589" y="1322260"/>
                  </a:lnTo>
                  <a:lnTo>
                    <a:pt x="698372" y="1321246"/>
                  </a:lnTo>
                  <a:lnTo>
                    <a:pt x="708458" y="1317567"/>
                  </a:lnTo>
                  <a:lnTo>
                    <a:pt x="712805" y="1315981"/>
                  </a:lnTo>
                  <a:lnTo>
                    <a:pt x="718022" y="1314078"/>
                  </a:lnTo>
                  <a:lnTo>
                    <a:pt x="724282" y="1311794"/>
                  </a:lnTo>
                  <a:lnTo>
                    <a:pt x="727413" y="1310653"/>
                  </a:lnTo>
                  <a:lnTo>
                    <a:pt x="760279" y="1298664"/>
                  </a:lnTo>
                  <a:lnTo>
                    <a:pt x="760453" y="1298601"/>
                  </a:lnTo>
                  <a:lnTo>
                    <a:pt x="767061" y="1296191"/>
                  </a:lnTo>
                  <a:lnTo>
                    <a:pt x="780799" y="1291180"/>
                  </a:lnTo>
                  <a:lnTo>
                    <a:pt x="781495" y="1290926"/>
                  </a:lnTo>
                  <a:lnTo>
                    <a:pt x="786016" y="1289277"/>
                  </a:lnTo>
                  <a:lnTo>
                    <a:pt x="797319" y="1285154"/>
                  </a:lnTo>
                  <a:lnTo>
                    <a:pt x="818361" y="1277479"/>
                  </a:lnTo>
                  <a:lnTo>
                    <a:pt x="824795" y="1275132"/>
                  </a:lnTo>
                  <a:lnTo>
                    <a:pt x="833316" y="1272024"/>
                  </a:lnTo>
                  <a:lnTo>
                    <a:pt x="842707" y="1268599"/>
                  </a:lnTo>
                  <a:lnTo>
                    <a:pt x="852619" y="1264983"/>
                  </a:lnTo>
                  <a:lnTo>
                    <a:pt x="855749" y="1263841"/>
                  </a:lnTo>
                  <a:lnTo>
                    <a:pt x="856097" y="1263715"/>
                  </a:lnTo>
                  <a:lnTo>
                    <a:pt x="869487" y="1258830"/>
                  </a:lnTo>
                  <a:lnTo>
                    <a:pt x="872269" y="1257816"/>
                  </a:lnTo>
                  <a:lnTo>
                    <a:pt x="882355" y="1254137"/>
                  </a:lnTo>
                  <a:lnTo>
                    <a:pt x="886703" y="1252551"/>
                  </a:lnTo>
                  <a:lnTo>
                    <a:pt x="891920" y="1250648"/>
                  </a:lnTo>
                  <a:lnTo>
                    <a:pt x="898180" y="1248364"/>
                  </a:lnTo>
                  <a:lnTo>
                    <a:pt x="901310" y="1247223"/>
                  </a:lnTo>
                  <a:lnTo>
                    <a:pt x="934177" y="1235234"/>
                  </a:lnTo>
                  <a:lnTo>
                    <a:pt x="934350" y="1235171"/>
                  </a:lnTo>
                  <a:lnTo>
                    <a:pt x="940959" y="1232761"/>
                  </a:lnTo>
                  <a:lnTo>
                    <a:pt x="954696" y="1227750"/>
                  </a:lnTo>
                  <a:lnTo>
                    <a:pt x="955392" y="1227496"/>
                  </a:lnTo>
                  <a:lnTo>
                    <a:pt x="959913" y="1225847"/>
                  </a:lnTo>
                  <a:lnTo>
                    <a:pt x="971217" y="1221724"/>
                  </a:lnTo>
                  <a:lnTo>
                    <a:pt x="982868" y="1217474"/>
                  </a:lnTo>
                  <a:lnTo>
                    <a:pt x="992258" y="1214049"/>
                  </a:lnTo>
                  <a:lnTo>
                    <a:pt x="998693" y="1211702"/>
                  </a:lnTo>
                  <a:lnTo>
                    <a:pt x="999388" y="1211448"/>
                  </a:lnTo>
                  <a:lnTo>
                    <a:pt x="1007214" y="1208594"/>
                  </a:lnTo>
                  <a:lnTo>
                    <a:pt x="1016604" y="1205169"/>
                  </a:lnTo>
                  <a:lnTo>
                    <a:pt x="1026516" y="1201553"/>
                  </a:lnTo>
                  <a:lnTo>
                    <a:pt x="1029646" y="1200411"/>
                  </a:lnTo>
                  <a:lnTo>
                    <a:pt x="1029994" y="1200285"/>
                  </a:lnTo>
                  <a:lnTo>
                    <a:pt x="1043384" y="1195400"/>
                  </a:lnTo>
                  <a:lnTo>
                    <a:pt x="1046167" y="1194386"/>
                  </a:lnTo>
                  <a:lnTo>
                    <a:pt x="1056253" y="1190707"/>
                  </a:lnTo>
                  <a:lnTo>
                    <a:pt x="1060600" y="1189121"/>
                  </a:lnTo>
                  <a:lnTo>
                    <a:pt x="1065817" y="1187218"/>
                  </a:lnTo>
                  <a:lnTo>
                    <a:pt x="1072077" y="1184935"/>
                  </a:lnTo>
                  <a:lnTo>
                    <a:pt x="1075207" y="1183793"/>
                  </a:lnTo>
                  <a:lnTo>
                    <a:pt x="1108074" y="1171805"/>
                  </a:lnTo>
                  <a:lnTo>
                    <a:pt x="1108248" y="1171741"/>
                  </a:lnTo>
                  <a:lnTo>
                    <a:pt x="1114856" y="1169331"/>
                  </a:lnTo>
                  <a:lnTo>
                    <a:pt x="1128594" y="1164320"/>
                  </a:lnTo>
                  <a:lnTo>
                    <a:pt x="1129290" y="1164066"/>
                  </a:lnTo>
                  <a:lnTo>
                    <a:pt x="1133811" y="1162417"/>
                  </a:lnTo>
                  <a:lnTo>
                    <a:pt x="1145114" y="1158294"/>
                  </a:lnTo>
                  <a:lnTo>
                    <a:pt x="1156765" y="1154044"/>
                  </a:lnTo>
                  <a:lnTo>
                    <a:pt x="1166156" y="1150619"/>
                  </a:lnTo>
                  <a:lnTo>
                    <a:pt x="1172590" y="1148272"/>
                  </a:lnTo>
                  <a:lnTo>
                    <a:pt x="1173286" y="1148018"/>
                  </a:lnTo>
                  <a:lnTo>
                    <a:pt x="1181111" y="1145164"/>
                  </a:lnTo>
                  <a:lnTo>
                    <a:pt x="1190501" y="1141739"/>
                  </a:lnTo>
                  <a:lnTo>
                    <a:pt x="1200414" y="1138123"/>
                  </a:lnTo>
                  <a:lnTo>
                    <a:pt x="1203544" y="1136981"/>
                  </a:lnTo>
                  <a:lnTo>
                    <a:pt x="1203892" y="1136855"/>
                  </a:lnTo>
                  <a:lnTo>
                    <a:pt x="1217282" y="1131971"/>
                  </a:lnTo>
                  <a:lnTo>
                    <a:pt x="1220064" y="1130956"/>
                  </a:lnTo>
                  <a:lnTo>
                    <a:pt x="1230150" y="1127277"/>
                  </a:lnTo>
                  <a:lnTo>
                    <a:pt x="1234497" y="1125691"/>
                  </a:lnTo>
                  <a:lnTo>
                    <a:pt x="1239714" y="1123788"/>
                  </a:lnTo>
                  <a:lnTo>
                    <a:pt x="1245975" y="1121505"/>
                  </a:lnTo>
                  <a:lnTo>
                    <a:pt x="1249105" y="1120363"/>
                  </a:lnTo>
                  <a:lnTo>
                    <a:pt x="1281971" y="1108375"/>
                  </a:lnTo>
                  <a:lnTo>
                    <a:pt x="1282145" y="1108311"/>
                  </a:lnTo>
                  <a:lnTo>
                    <a:pt x="1288753" y="1105901"/>
                  </a:lnTo>
                  <a:lnTo>
                    <a:pt x="1302491" y="1100890"/>
                  </a:lnTo>
                  <a:lnTo>
                    <a:pt x="1303187" y="1100636"/>
                  </a:lnTo>
                  <a:lnTo>
                    <a:pt x="1307708" y="1098987"/>
                  </a:lnTo>
                  <a:lnTo>
                    <a:pt x="1319012" y="1094864"/>
                  </a:lnTo>
                  <a:lnTo>
                    <a:pt x="1330663" y="1090614"/>
                  </a:lnTo>
                  <a:lnTo>
                    <a:pt x="1340053" y="1087189"/>
                  </a:lnTo>
                  <a:lnTo>
                    <a:pt x="1346487" y="1084842"/>
                  </a:lnTo>
                  <a:lnTo>
                    <a:pt x="1347183" y="1084588"/>
                  </a:lnTo>
                  <a:lnTo>
                    <a:pt x="1355008" y="1081734"/>
                  </a:lnTo>
                  <a:lnTo>
                    <a:pt x="1364399" y="1078309"/>
                  </a:lnTo>
                  <a:lnTo>
                    <a:pt x="1374311" y="1074693"/>
                  </a:lnTo>
                  <a:lnTo>
                    <a:pt x="1377441" y="1073552"/>
                  </a:lnTo>
                  <a:lnTo>
                    <a:pt x="1377789" y="1073425"/>
                  </a:lnTo>
                  <a:lnTo>
                    <a:pt x="1391179" y="1068541"/>
                  </a:lnTo>
                  <a:lnTo>
                    <a:pt x="1393961" y="1067526"/>
                  </a:lnTo>
                  <a:lnTo>
                    <a:pt x="1404047" y="1063847"/>
                  </a:lnTo>
                  <a:lnTo>
                    <a:pt x="1408395" y="1062261"/>
                  </a:lnTo>
                  <a:lnTo>
                    <a:pt x="1413612" y="1060358"/>
                  </a:lnTo>
                  <a:lnTo>
                    <a:pt x="1419872" y="1058075"/>
                  </a:lnTo>
                  <a:lnTo>
                    <a:pt x="1423002" y="1056933"/>
                  </a:lnTo>
                  <a:lnTo>
                    <a:pt x="1455869" y="1044945"/>
                  </a:lnTo>
                  <a:lnTo>
                    <a:pt x="1456043" y="1044881"/>
                  </a:lnTo>
                  <a:lnTo>
                    <a:pt x="1462651" y="1042471"/>
                  </a:lnTo>
                  <a:lnTo>
                    <a:pt x="1476389" y="1037460"/>
                  </a:lnTo>
                  <a:lnTo>
                    <a:pt x="1477084" y="1037206"/>
                  </a:lnTo>
                  <a:lnTo>
                    <a:pt x="1481606" y="1035557"/>
                  </a:lnTo>
                  <a:lnTo>
                    <a:pt x="1492909" y="1031434"/>
                  </a:lnTo>
                  <a:lnTo>
                    <a:pt x="1504560" y="1027184"/>
                  </a:lnTo>
                  <a:lnTo>
                    <a:pt x="1513951" y="1023759"/>
                  </a:lnTo>
                  <a:lnTo>
                    <a:pt x="1520385" y="1021412"/>
                  </a:lnTo>
                  <a:lnTo>
                    <a:pt x="1521080" y="1021158"/>
                  </a:lnTo>
                  <a:lnTo>
                    <a:pt x="1528906" y="1018304"/>
                  </a:lnTo>
                  <a:lnTo>
                    <a:pt x="1538296" y="1014879"/>
                  </a:lnTo>
                  <a:lnTo>
                    <a:pt x="1548208" y="1011263"/>
                  </a:lnTo>
                  <a:lnTo>
                    <a:pt x="1551339" y="1010122"/>
                  </a:lnTo>
                  <a:lnTo>
                    <a:pt x="1551686" y="1009995"/>
                  </a:lnTo>
                  <a:lnTo>
                    <a:pt x="1565077" y="1005111"/>
                  </a:lnTo>
                  <a:lnTo>
                    <a:pt x="1567859" y="1004096"/>
                  </a:lnTo>
                  <a:lnTo>
                    <a:pt x="1577945" y="1000417"/>
                  </a:lnTo>
                  <a:lnTo>
                    <a:pt x="1582292" y="998831"/>
                  </a:lnTo>
                  <a:lnTo>
                    <a:pt x="1587509" y="996928"/>
                  </a:lnTo>
                  <a:lnTo>
                    <a:pt x="1593770" y="994645"/>
                  </a:lnTo>
                  <a:lnTo>
                    <a:pt x="1596900" y="993503"/>
                  </a:lnTo>
                  <a:lnTo>
                    <a:pt x="1629766" y="981515"/>
                  </a:lnTo>
                  <a:lnTo>
                    <a:pt x="1629940" y="981451"/>
                  </a:lnTo>
                  <a:lnTo>
                    <a:pt x="1636548" y="979041"/>
                  </a:lnTo>
                  <a:lnTo>
                    <a:pt x="1650286" y="974030"/>
                  </a:lnTo>
                  <a:lnTo>
                    <a:pt x="1650982" y="973776"/>
                  </a:lnTo>
                  <a:lnTo>
                    <a:pt x="1655503" y="972127"/>
                  </a:lnTo>
                  <a:lnTo>
                    <a:pt x="1666807" y="968004"/>
                  </a:lnTo>
                  <a:lnTo>
                    <a:pt x="1678458" y="963754"/>
                  </a:lnTo>
                  <a:lnTo>
                    <a:pt x="1687848" y="960329"/>
                  </a:lnTo>
                  <a:lnTo>
                    <a:pt x="1694282" y="957982"/>
                  </a:lnTo>
                  <a:lnTo>
                    <a:pt x="1694978" y="957728"/>
                  </a:lnTo>
                  <a:lnTo>
                    <a:pt x="1702803" y="954874"/>
                  </a:lnTo>
                  <a:lnTo>
                    <a:pt x="1712194" y="951449"/>
                  </a:lnTo>
                  <a:lnTo>
                    <a:pt x="1725236" y="946692"/>
                  </a:lnTo>
                  <a:lnTo>
                    <a:pt x="1725584" y="946565"/>
                  </a:lnTo>
                  <a:lnTo>
                    <a:pt x="1738974" y="941681"/>
                  </a:lnTo>
                  <a:lnTo>
                    <a:pt x="1741756" y="940666"/>
                  </a:lnTo>
                  <a:lnTo>
                    <a:pt x="1751842" y="936987"/>
                  </a:lnTo>
                  <a:lnTo>
                    <a:pt x="1756190" y="935401"/>
                  </a:lnTo>
                  <a:lnTo>
                    <a:pt x="1761407" y="933498"/>
                  </a:lnTo>
                  <a:lnTo>
                    <a:pt x="1767667" y="931215"/>
                  </a:lnTo>
                  <a:lnTo>
                    <a:pt x="1770797" y="930073"/>
                  </a:lnTo>
                  <a:lnTo>
                    <a:pt x="1803664" y="918085"/>
                  </a:lnTo>
                  <a:lnTo>
                    <a:pt x="1803838" y="918021"/>
                  </a:lnTo>
                  <a:lnTo>
                    <a:pt x="1810446" y="915611"/>
                  </a:lnTo>
                  <a:lnTo>
                    <a:pt x="1824184" y="910600"/>
                  </a:lnTo>
                  <a:lnTo>
                    <a:pt x="1824879" y="910346"/>
                  </a:lnTo>
                  <a:lnTo>
                    <a:pt x="1829401" y="908697"/>
                  </a:lnTo>
                  <a:lnTo>
                    <a:pt x="1840704" y="904574"/>
                  </a:lnTo>
                  <a:lnTo>
                    <a:pt x="1852355" y="900324"/>
                  </a:lnTo>
                  <a:lnTo>
                    <a:pt x="1861746" y="896899"/>
                  </a:lnTo>
                  <a:lnTo>
                    <a:pt x="1868180" y="894552"/>
                  </a:lnTo>
                  <a:lnTo>
                    <a:pt x="1868875" y="894298"/>
                  </a:lnTo>
                  <a:lnTo>
                    <a:pt x="1876701" y="891444"/>
                  </a:lnTo>
                  <a:lnTo>
                    <a:pt x="1886091" y="888019"/>
                  </a:lnTo>
                  <a:lnTo>
                    <a:pt x="1896003" y="884403"/>
                  </a:lnTo>
                  <a:lnTo>
                    <a:pt x="1899134" y="883262"/>
                  </a:lnTo>
                  <a:lnTo>
                    <a:pt x="1899481" y="883135"/>
                  </a:lnTo>
                  <a:lnTo>
                    <a:pt x="1912871" y="878251"/>
                  </a:lnTo>
                  <a:lnTo>
                    <a:pt x="1915654" y="877236"/>
                  </a:lnTo>
                  <a:lnTo>
                    <a:pt x="1925740" y="873557"/>
                  </a:lnTo>
                  <a:lnTo>
                    <a:pt x="1930087" y="871971"/>
                  </a:lnTo>
                  <a:lnTo>
                    <a:pt x="1935304" y="870068"/>
                  </a:lnTo>
                  <a:lnTo>
                    <a:pt x="1941564" y="867785"/>
                  </a:lnTo>
                  <a:lnTo>
                    <a:pt x="1944695" y="866643"/>
                  </a:lnTo>
                  <a:lnTo>
                    <a:pt x="1977561" y="854655"/>
                  </a:lnTo>
                  <a:lnTo>
                    <a:pt x="1977735" y="854591"/>
                  </a:lnTo>
                  <a:lnTo>
                    <a:pt x="1984343" y="852181"/>
                  </a:lnTo>
                  <a:lnTo>
                    <a:pt x="1998081" y="847170"/>
                  </a:lnTo>
                  <a:lnTo>
                    <a:pt x="1998777" y="846916"/>
                  </a:lnTo>
                  <a:lnTo>
                    <a:pt x="2003298" y="845267"/>
                  </a:lnTo>
                  <a:lnTo>
                    <a:pt x="2014601" y="841144"/>
                  </a:lnTo>
                  <a:lnTo>
                    <a:pt x="2026253" y="836894"/>
                  </a:lnTo>
                  <a:lnTo>
                    <a:pt x="2035643" y="833469"/>
                  </a:lnTo>
                  <a:lnTo>
                    <a:pt x="2042077" y="831122"/>
                  </a:lnTo>
                  <a:lnTo>
                    <a:pt x="2042773" y="830869"/>
                  </a:lnTo>
                  <a:lnTo>
                    <a:pt x="2050598" y="828014"/>
                  </a:lnTo>
                  <a:lnTo>
                    <a:pt x="2059989" y="824589"/>
                  </a:lnTo>
                  <a:lnTo>
                    <a:pt x="2069901" y="820973"/>
                  </a:lnTo>
                  <a:lnTo>
                    <a:pt x="2073031" y="819832"/>
                  </a:lnTo>
                  <a:lnTo>
                    <a:pt x="2073379" y="819705"/>
                  </a:lnTo>
                  <a:lnTo>
                    <a:pt x="2086769" y="814821"/>
                  </a:lnTo>
                  <a:lnTo>
                    <a:pt x="2089551" y="813806"/>
                  </a:lnTo>
                  <a:lnTo>
                    <a:pt x="2099637" y="810127"/>
                  </a:lnTo>
                  <a:lnTo>
                    <a:pt x="2103985" y="808541"/>
                  </a:lnTo>
                  <a:lnTo>
                    <a:pt x="2109202" y="806638"/>
                  </a:lnTo>
                  <a:lnTo>
                    <a:pt x="2115462" y="804355"/>
                  </a:lnTo>
                  <a:lnTo>
                    <a:pt x="2118592" y="803213"/>
                  </a:lnTo>
                  <a:lnTo>
                    <a:pt x="2151459" y="791225"/>
                  </a:lnTo>
                  <a:lnTo>
                    <a:pt x="2151633" y="791161"/>
                  </a:lnTo>
                  <a:lnTo>
                    <a:pt x="2158241" y="788751"/>
                  </a:lnTo>
                  <a:lnTo>
                    <a:pt x="2171979" y="783740"/>
                  </a:lnTo>
                  <a:lnTo>
                    <a:pt x="2172674" y="783486"/>
                  </a:lnTo>
                  <a:lnTo>
                    <a:pt x="2177196" y="781837"/>
                  </a:lnTo>
                  <a:lnTo>
                    <a:pt x="2188499" y="777714"/>
                  </a:lnTo>
                  <a:lnTo>
                    <a:pt x="2200150" y="773464"/>
                  </a:lnTo>
                  <a:lnTo>
                    <a:pt x="2209540" y="770039"/>
                  </a:lnTo>
                  <a:lnTo>
                    <a:pt x="2215975" y="767692"/>
                  </a:lnTo>
                  <a:lnTo>
                    <a:pt x="2216670" y="767439"/>
                  </a:lnTo>
                  <a:lnTo>
                    <a:pt x="2224496" y="764584"/>
                  </a:lnTo>
                  <a:lnTo>
                    <a:pt x="2233886" y="761159"/>
                  </a:lnTo>
                  <a:lnTo>
                    <a:pt x="2243798" y="757543"/>
                  </a:lnTo>
                  <a:lnTo>
                    <a:pt x="2246928" y="756402"/>
                  </a:lnTo>
                  <a:lnTo>
                    <a:pt x="2247276" y="756275"/>
                  </a:lnTo>
                  <a:lnTo>
                    <a:pt x="2260666" y="751391"/>
                  </a:lnTo>
                  <a:lnTo>
                    <a:pt x="2263449" y="750376"/>
                  </a:lnTo>
                  <a:lnTo>
                    <a:pt x="2273535" y="746697"/>
                  </a:lnTo>
                  <a:lnTo>
                    <a:pt x="2277882" y="745111"/>
                  </a:lnTo>
                  <a:lnTo>
                    <a:pt x="2283099" y="743208"/>
                  </a:lnTo>
                  <a:lnTo>
                    <a:pt x="2289359" y="740925"/>
                  </a:lnTo>
                  <a:lnTo>
                    <a:pt x="2292490" y="739783"/>
                  </a:lnTo>
                  <a:lnTo>
                    <a:pt x="2325356" y="727795"/>
                  </a:lnTo>
                  <a:lnTo>
                    <a:pt x="2325530" y="727731"/>
                  </a:lnTo>
                  <a:lnTo>
                    <a:pt x="2332138" y="725321"/>
                  </a:lnTo>
                  <a:lnTo>
                    <a:pt x="2345876" y="720310"/>
                  </a:lnTo>
                  <a:lnTo>
                    <a:pt x="2346572" y="720056"/>
                  </a:lnTo>
                  <a:lnTo>
                    <a:pt x="2351093" y="718407"/>
                  </a:lnTo>
                  <a:lnTo>
                    <a:pt x="2362396" y="714284"/>
                  </a:lnTo>
                  <a:lnTo>
                    <a:pt x="2374047" y="710034"/>
                  </a:lnTo>
                  <a:lnTo>
                    <a:pt x="2383438" y="706609"/>
                  </a:lnTo>
                  <a:lnTo>
                    <a:pt x="2389872" y="704262"/>
                  </a:lnTo>
                  <a:lnTo>
                    <a:pt x="2390568" y="704009"/>
                  </a:lnTo>
                  <a:lnTo>
                    <a:pt x="2398393" y="701154"/>
                  </a:lnTo>
                  <a:lnTo>
                    <a:pt x="2407784" y="697729"/>
                  </a:lnTo>
                  <a:lnTo>
                    <a:pt x="2417696" y="694114"/>
                  </a:lnTo>
                  <a:lnTo>
                    <a:pt x="2420826" y="692972"/>
                  </a:lnTo>
                  <a:lnTo>
                    <a:pt x="2421174" y="692845"/>
                  </a:lnTo>
                  <a:lnTo>
                    <a:pt x="2434564" y="687961"/>
                  </a:lnTo>
                  <a:lnTo>
                    <a:pt x="2437346" y="686946"/>
                  </a:lnTo>
                  <a:lnTo>
                    <a:pt x="2447432" y="683267"/>
                  </a:lnTo>
                  <a:lnTo>
                    <a:pt x="2451780" y="681681"/>
                  </a:lnTo>
                  <a:lnTo>
                    <a:pt x="2456997" y="679778"/>
                  </a:lnTo>
                  <a:lnTo>
                    <a:pt x="2463257" y="677495"/>
                  </a:lnTo>
                  <a:lnTo>
                    <a:pt x="2466387" y="676353"/>
                  </a:lnTo>
                  <a:lnTo>
                    <a:pt x="2499254" y="664365"/>
                  </a:lnTo>
                  <a:lnTo>
                    <a:pt x="2499428" y="664301"/>
                  </a:lnTo>
                  <a:lnTo>
                    <a:pt x="2506036" y="661891"/>
                  </a:lnTo>
                  <a:lnTo>
                    <a:pt x="2519774" y="656880"/>
                  </a:lnTo>
                  <a:lnTo>
                    <a:pt x="2520469" y="656626"/>
                  </a:lnTo>
                  <a:lnTo>
                    <a:pt x="2524990" y="654977"/>
                  </a:lnTo>
                  <a:lnTo>
                    <a:pt x="2536294" y="650854"/>
                  </a:lnTo>
                  <a:lnTo>
                    <a:pt x="2547945" y="646604"/>
                  </a:lnTo>
                  <a:lnTo>
                    <a:pt x="2557335" y="643179"/>
                  </a:lnTo>
                  <a:lnTo>
                    <a:pt x="2563770" y="640832"/>
                  </a:lnTo>
                  <a:lnTo>
                    <a:pt x="2564465" y="640579"/>
                  </a:lnTo>
                  <a:lnTo>
                    <a:pt x="2572291" y="637724"/>
                  </a:lnTo>
                  <a:lnTo>
                    <a:pt x="2581681" y="634299"/>
                  </a:lnTo>
                  <a:lnTo>
                    <a:pt x="2591593" y="630684"/>
                  </a:lnTo>
                  <a:lnTo>
                    <a:pt x="2594723" y="629542"/>
                  </a:lnTo>
                  <a:lnTo>
                    <a:pt x="2608461" y="624531"/>
                  </a:lnTo>
                  <a:lnTo>
                    <a:pt x="2611244" y="623516"/>
                  </a:lnTo>
                  <a:lnTo>
                    <a:pt x="2621330" y="619837"/>
                  </a:lnTo>
                  <a:lnTo>
                    <a:pt x="2625677" y="618251"/>
                  </a:lnTo>
                  <a:lnTo>
                    <a:pt x="2630894" y="616348"/>
                  </a:lnTo>
                  <a:lnTo>
                    <a:pt x="2637154" y="614065"/>
                  </a:lnTo>
                  <a:lnTo>
                    <a:pt x="2640284" y="612923"/>
                  </a:lnTo>
                  <a:lnTo>
                    <a:pt x="2673151" y="600935"/>
                  </a:lnTo>
                  <a:lnTo>
                    <a:pt x="2673325" y="600871"/>
                  </a:lnTo>
                  <a:lnTo>
                    <a:pt x="2679933" y="598461"/>
                  </a:lnTo>
                  <a:lnTo>
                    <a:pt x="2693671" y="593450"/>
                  </a:lnTo>
                  <a:lnTo>
                    <a:pt x="2694367" y="593196"/>
                  </a:lnTo>
                  <a:lnTo>
                    <a:pt x="2698888" y="591547"/>
                  </a:lnTo>
                  <a:lnTo>
                    <a:pt x="2710191" y="587424"/>
                  </a:lnTo>
                  <a:lnTo>
                    <a:pt x="2721842" y="583175"/>
                  </a:lnTo>
                  <a:lnTo>
                    <a:pt x="2731233" y="579749"/>
                  </a:lnTo>
                  <a:lnTo>
                    <a:pt x="2737667" y="577402"/>
                  </a:lnTo>
                  <a:lnTo>
                    <a:pt x="2738363" y="577149"/>
                  </a:lnTo>
                  <a:lnTo>
                    <a:pt x="2755578" y="570869"/>
                  </a:lnTo>
                  <a:lnTo>
                    <a:pt x="2765491" y="567254"/>
                  </a:lnTo>
                  <a:lnTo>
                    <a:pt x="2768621" y="566112"/>
                  </a:lnTo>
                  <a:lnTo>
                    <a:pt x="2768969" y="565985"/>
                  </a:lnTo>
                  <a:lnTo>
                    <a:pt x="2782359" y="561101"/>
                  </a:lnTo>
                  <a:lnTo>
                    <a:pt x="2785141" y="560086"/>
                  </a:lnTo>
                  <a:lnTo>
                    <a:pt x="2795227" y="556407"/>
                  </a:lnTo>
                  <a:lnTo>
                    <a:pt x="2799575" y="554821"/>
                  </a:lnTo>
                  <a:lnTo>
                    <a:pt x="2804791" y="552918"/>
                  </a:lnTo>
                  <a:lnTo>
                    <a:pt x="2811052" y="550635"/>
                  </a:lnTo>
                  <a:lnTo>
                    <a:pt x="2814182" y="549493"/>
                  </a:lnTo>
                  <a:lnTo>
                    <a:pt x="2847049" y="537505"/>
                  </a:lnTo>
                  <a:lnTo>
                    <a:pt x="2847222" y="537442"/>
                  </a:lnTo>
                  <a:lnTo>
                    <a:pt x="2853831" y="535031"/>
                  </a:lnTo>
                  <a:lnTo>
                    <a:pt x="2867568" y="530020"/>
                  </a:lnTo>
                  <a:lnTo>
                    <a:pt x="2868264" y="529766"/>
                  </a:lnTo>
                  <a:lnTo>
                    <a:pt x="2872785" y="528117"/>
                  </a:lnTo>
                  <a:lnTo>
                    <a:pt x="2884089" y="523994"/>
                  </a:lnTo>
                  <a:lnTo>
                    <a:pt x="2895740" y="519745"/>
                  </a:lnTo>
                  <a:lnTo>
                    <a:pt x="2905130" y="516319"/>
                  </a:lnTo>
                  <a:lnTo>
                    <a:pt x="2911564" y="513972"/>
                  </a:lnTo>
                  <a:lnTo>
                    <a:pt x="2912260" y="513719"/>
                  </a:lnTo>
                  <a:lnTo>
                    <a:pt x="2920085" y="510864"/>
                  </a:lnTo>
                  <a:lnTo>
                    <a:pt x="2929476" y="507439"/>
                  </a:lnTo>
                  <a:lnTo>
                    <a:pt x="2939388" y="503824"/>
                  </a:lnTo>
                  <a:lnTo>
                    <a:pt x="2942518" y="502682"/>
                  </a:lnTo>
                  <a:lnTo>
                    <a:pt x="2942866" y="502555"/>
                  </a:lnTo>
                  <a:lnTo>
                    <a:pt x="2956256" y="497671"/>
                  </a:lnTo>
                  <a:lnTo>
                    <a:pt x="2959038" y="496656"/>
                  </a:lnTo>
                  <a:lnTo>
                    <a:pt x="2969125" y="492977"/>
                  </a:lnTo>
                  <a:lnTo>
                    <a:pt x="2973472" y="491391"/>
                  </a:lnTo>
                  <a:lnTo>
                    <a:pt x="2978689" y="489488"/>
                  </a:lnTo>
                  <a:lnTo>
                    <a:pt x="2984949" y="487205"/>
                  </a:lnTo>
                  <a:lnTo>
                    <a:pt x="2988079" y="486063"/>
                  </a:lnTo>
                  <a:lnTo>
                    <a:pt x="3020946" y="474075"/>
                  </a:lnTo>
                  <a:lnTo>
                    <a:pt x="3021120" y="474012"/>
                  </a:lnTo>
                  <a:lnTo>
                    <a:pt x="3027728" y="471601"/>
                  </a:lnTo>
                  <a:lnTo>
                    <a:pt x="3041466" y="466590"/>
                  </a:lnTo>
                  <a:lnTo>
                    <a:pt x="3042161" y="466337"/>
                  </a:lnTo>
                  <a:lnTo>
                    <a:pt x="3046683" y="464687"/>
                  </a:lnTo>
                  <a:lnTo>
                    <a:pt x="3057986" y="460564"/>
                  </a:lnTo>
                  <a:lnTo>
                    <a:pt x="3069637" y="456315"/>
                  </a:lnTo>
                  <a:lnTo>
                    <a:pt x="3079028" y="452889"/>
                  </a:lnTo>
                  <a:lnTo>
                    <a:pt x="3085462" y="450542"/>
                  </a:lnTo>
                  <a:lnTo>
                    <a:pt x="3086157" y="450289"/>
                  </a:lnTo>
                  <a:lnTo>
                    <a:pt x="3093983" y="447434"/>
                  </a:lnTo>
                  <a:lnTo>
                    <a:pt x="3103373" y="444009"/>
                  </a:lnTo>
                  <a:lnTo>
                    <a:pt x="3113285" y="440394"/>
                  </a:lnTo>
                  <a:lnTo>
                    <a:pt x="3116416" y="439252"/>
                  </a:lnTo>
                  <a:lnTo>
                    <a:pt x="3116763" y="439125"/>
                  </a:lnTo>
                  <a:lnTo>
                    <a:pt x="3130154" y="434241"/>
                  </a:lnTo>
                  <a:lnTo>
                    <a:pt x="3132936" y="433226"/>
                  </a:lnTo>
                  <a:lnTo>
                    <a:pt x="3143022" y="429547"/>
                  </a:lnTo>
                  <a:lnTo>
                    <a:pt x="3147369" y="427961"/>
                  </a:lnTo>
                  <a:lnTo>
                    <a:pt x="3152586" y="426059"/>
                  </a:lnTo>
                  <a:lnTo>
                    <a:pt x="3158847" y="423775"/>
                  </a:lnTo>
                  <a:lnTo>
                    <a:pt x="3161977" y="422633"/>
                  </a:lnTo>
                  <a:lnTo>
                    <a:pt x="3194843" y="410645"/>
                  </a:lnTo>
                  <a:lnTo>
                    <a:pt x="3195017" y="410582"/>
                  </a:lnTo>
                  <a:lnTo>
                    <a:pt x="3201625" y="408171"/>
                  </a:lnTo>
                  <a:lnTo>
                    <a:pt x="3215363" y="403160"/>
                  </a:lnTo>
                  <a:lnTo>
                    <a:pt x="3216059" y="402907"/>
                  </a:lnTo>
                  <a:lnTo>
                    <a:pt x="3220580" y="401257"/>
                  </a:lnTo>
                  <a:lnTo>
                    <a:pt x="3231884" y="397134"/>
                  </a:lnTo>
                  <a:lnTo>
                    <a:pt x="3243535" y="392885"/>
                  </a:lnTo>
                  <a:lnTo>
                    <a:pt x="3252925" y="389459"/>
                  </a:lnTo>
                  <a:lnTo>
                    <a:pt x="3259359" y="387113"/>
                  </a:lnTo>
                  <a:lnTo>
                    <a:pt x="3260055" y="386859"/>
                  </a:lnTo>
                  <a:lnTo>
                    <a:pt x="3267880" y="384004"/>
                  </a:lnTo>
                  <a:lnTo>
                    <a:pt x="3277271" y="380579"/>
                  </a:lnTo>
                  <a:lnTo>
                    <a:pt x="3287183" y="376964"/>
                  </a:lnTo>
                  <a:lnTo>
                    <a:pt x="3290313" y="375822"/>
                  </a:lnTo>
                  <a:lnTo>
                    <a:pt x="3290661" y="375695"/>
                  </a:lnTo>
                  <a:lnTo>
                    <a:pt x="3304051" y="370811"/>
                  </a:lnTo>
                  <a:lnTo>
                    <a:pt x="3306833" y="369796"/>
                  </a:lnTo>
                  <a:lnTo>
                    <a:pt x="3316919" y="366117"/>
                  </a:lnTo>
                  <a:lnTo>
                    <a:pt x="3321267" y="364531"/>
                  </a:lnTo>
                  <a:lnTo>
                    <a:pt x="3326484" y="362629"/>
                  </a:lnTo>
                  <a:lnTo>
                    <a:pt x="3332744" y="360345"/>
                  </a:lnTo>
                  <a:lnTo>
                    <a:pt x="3335874" y="359203"/>
                  </a:lnTo>
                  <a:lnTo>
                    <a:pt x="3368741" y="347215"/>
                  </a:lnTo>
                  <a:lnTo>
                    <a:pt x="3368915" y="347152"/>
                  </a:lnTo>
                  <a:lnTo>
                    <a:pt x="3375523" y="344741"/>
                  </a:lnTo>
                  <a:lnTo>
                    <a:pt x="3389261" y="339730"/>
                  </a:lnTo>
                  <a:lnTo>
                    <a:pt x="3389956" y="339477"/>
                  </a:lnTo>
                  <a:lnTo>
                    <a:pt x="3394478" y="337827"/>
                  </a:lnTo>
                  <a:lnTo>
                    <a:pt x="3405781" y="333705"/>
                  </a:lnTo>
                  <a:lnTo>
                    <a:pt x="3417432" y="329455"/>
                  </a:lnTo>
                  <a:lnTo>
                    <a:pt x="3426823" y="326029"/>
                  </a:lnTo>
                  <a:lnTo>
                    <a:pt x="3433257" y="323683"/>
                  </a:lnTo>
                  <a:lnTo>
                    <a:pt x="3433952" y="323429"/>
                  </a:lnTo>
                  <a:lnTo>
                    <a:pt x="3451168" y="317149"/>
                  </a:lnTo>
                  <a:lnTo>
                    <a:pt x="3461080" y="313534"/>
                  </a:lnTo>
                  <a:lnTo>
                    <a:pt x="3464211" y="312392"/>
                  </a:lnTo>
                  <a:lnTo>
                    <a:pt x="3464558" y="312265"/>
                  </a:lnTo>
                  <a:lnTo>
                    <a:pt x="3477948" y="307381"/>
                  </a:lnTo>
                  <a:lnTo>
                    <a:pt x="3480731" y="306366"/>
                  </a:lnTo>
                  <a:lnTo>
                    <a:pt x="3490817" y="302687"/>
                  </a:lnTo>
                  <a:lnTo>
                    <a:pt x="3495164" y="301102"/>
                  </a:lnTo>
                  <a:lnTo>
                    <a:pt x="3500381" y="299199"/>
                  </a:lnTo>
                  <a:lnTo>
                    <a:pt x="3506642" y="296915"/>
                  </a:lnTo>
                  <a:lnTo>
                    <a:pt x="3509772" y="295773"/>
                  </a:lnTo>
                  <a:lnTo>
                    <a:pt x="3542812" y="283722"/>
                  </a:lnTo>
                  <a:lnTo>
                    <a:pt x="3549420" y="281311"/>
                  </a:lnTo>
                  <a:lnTo>
                    <a:pt x="3563158" y="276300"/>
                  </a:lnTo>
                  <a:lnTo>
                    <a:pt x="3563854" y="276047"/>
                  </a:lnTo>
                  <a:lnTo>
                    <a:pt x="3568375" y="274397"/>
                  </a:lnTo>
                  <a:lnTo>
                    <a:pt x="3579678" y="270275"/>
                  </a:lnTo>
                  <a:lnTo>
                    <a:pt x="3591330" y="266025"/>
                  </a:lnTo>
                  <a:lnTo>
                    <a:pt x="3600720" y="262600"/>
                  </a:lnTo>
                  <a:lnTo>
                    <a:pt x="3607154" y="260253"/>
                  </a:lnTo>
                  <a:lnTo>
                    <a:pt x="3607850" y="259999"/>
                  </a:lnTo>
                  <a:lnTo>
                    <a:pt x="3615675" y="257145"/>
                  </a:lnTo>
                  <a:lnTo>
                    <a:pt x="3625066" y="253719"/>
                  </a:lnTo>
                  <a:lnTo>
                    <a:pt x="3634978" y="250104"/>
                  </a:lnTo>
                  <a:lnTo>
                    <a:pt x="3638108" y="248962"/>
                  </a:lnTo>
                  <a:lnTo>
                    <a:pt x="3638456" y="248835"/>
                  </a:lnTo>
                  <a:lnTo>
                    <a:pt x="3651846" y="243951"/>
                  </a:lnTo>
                  <a:lnTo>
                    <a:pt x="3654628" y="242936"/>
                  </a:lnTo>
                  <a:lnTo>
                    <a:pt x="3664714" y="239257"/>
                  </a:lnTo>
                  <a:lnTo>
                    <a:pt x="3669062" y="237672"/>
                  </a:lnTo>
                  <a:lnTo>
                    <a:pt x="3674279" y="235769"/>
                  </a:lnTo>
                  <a:lnTo>
                    <a:pt x="3680539" y="233485"/>
                  </a:lnTo>
                  <a:lnTo>
                    <a:pt x="3683669" y="232343"/>
                  </a:lnTo>
                  <a:lnTo>
                    <a:pt x="3716536" y="220355"/>
                  </a:lnTo>
                  <a:lnTo>
                    <a:pt x="3716710" y="220292"/>
                  </a:lnTo>
                  <a:lnTo>
                    <a:pt x="3723318" y="217881"/>
                  </a:lnTo>
                  <a:lnTo>
                    <a:pt x="3737056" y="212870"/>
                  </a:lnTo>
                  <a:lnTo>
                    <a:pt x="3737751" y="212617"/>
                  </a:lnTo>
                  <a:lnTo>
                    <a:pt x="3742273" y="210968"/>
                  </a:lnTo>
                  <a:lnTo>
                    <a:pt x="3753576" y="206845"/>
                  </a:lnTo>
                  <a:lnTo>
                    <a:pt x="3765227" y="202595"/>
                  </a:lnTo>
                  <a:lnTo>
                    <a:pt x="3774617" y="199170"/>
                  </a:lnTo>
                  <a:lnTo>
                    <a:pt x="3781052" y="196823"/>
                  </a:lnTo>
                  <a:lnTo>
                    <a:pt x="3781747" y="196569"/>
                  </a:lnTo>
                  <a:lnTo>
                    <a:pt x="3789573" y="193715"/>
                  </a:lnTo>
                  <a:lnTo>
                    <a:pt x="3798963" y="190289"/>
                  </a:lnTo>
                  <a:lnTo>
                    <a:pt x="3808875" y="186674"/>
                  </a:lnTo>
                  <a:lnTo>
                    <a:pt x="3812005" y="185532"/>
                  </a:lnTo>
                  <a:lnTo>
                    <a:pt x="3812353" y="185405"/>
                  </a:lnTo>
                  <a:lnTo>
                    <a:pt x="3825743" y="180521"/>
                  </a:lnTo>
                  <a:lnTo>
                    <a:pt x="3828526" y="179506"/>
                  </a:lnTo>
                  <a:lnTo>
                    <a:pt x="3838612" y="175827"/>
                  </a:lnTo>
                  <a:lnTo>
                    <a:pt x="3842959" y="174242"/>
                  </a:lnTo>
                  <a:lnTo>
                    <a:pt x="3848176" y="172339"/>
                  </a:lnTo>
                  <a:lnTo>
                    <a:pt x="3854436" y="170055"/>
                  </a:lnTo>
                  <a:lnTo>
                    <a:pt x="3857567" y="168913"/>
                  </a:lnTo>
                  <a:lnTo>
                    <a:pt x="3890433" y="156925"/>
                  </a:lnTo>
                  <a:lnTo>
                    <a:pt x="3890607" y="156862"/>
                  </a:lnTo>
                  <a:lnTo>
                    <a:pt x="3897215" y="154451"/>
                  </a:lnTo>
                  <a:lnTo>
                    <a:pt x="3910953" y="149440"/>
                  </a:lnTo>
                  <a:lnTo>
                    <a:pt x="3911649" y="149187"/>
                  </a:lnTo>
                  <a:lnTo>
                    <a:pt x="3916170" y="147538"/>
                  </a:lnTo>
                  <a:lnTo>
                    <a:pt x="3927473" y="143415"/>
                  </a:lnTo>
                  <a:lnTo>
                    <a:pt x="3939124" y="139165"/>
                  </a:lnTo>
                  <a:lnTo>
                    <a:pt x="3948515" y="135740"/>
                  </a:lnTo>
                  <a:lnTo>
                    <a:pt x="3954949" y="133393"/>
                  </a:lnTo>
                  <a:lnTo>
                    <a:pt x="3955645" y="133139"/>
                  </a:lnTo>
                  <a:lnTo>
                    <a:pt x="3963470" y="130285"/>
                  </a:lnTo>
                  <a:lnTo>
                    <a:pt x="3972861" y="126859"/>
                  </a:lnTo>
                  <a:lnTo>
                    <a:pt x="3982773" y="123244"/>
                  </a:lnTo>
                  <a:lnTo>
                    <a:pt x="3985903" y="122102"/>
                  </a:lnTo>
                  <a:lnTo>
                    <a:pt x="3986251" y="121975"/>
                  </a:lnTo>
                  <a:lnTo>
                    <a:pt x="4002423" y="116076"/>
                  </a:lnTo>
                  <a:lnTo>
                    <a:pt x="4012509" y="112397"/>
                  </a:lnTo>
                  <a:lnTo>
                    <a:pt x="4016857" y="110812"/>
                  </a:lnTo>
                  <a:lnTo>
                    <a:pt x="4022074" y="108909"/>
                  </a:lnTo>
                  <a:lnTo>
                    <a:pt x="4031464" y="105484"/>
                  </a:lnTo>
                  <a:lnTo>
                    <a:pt x="4064331" y="93495"/>
                  </a:lnTo>
                  <a:lnTo>
                    <a:pt x="4071113" y="91021"/>
                  </a:lnTo>
                  <a:lnTo>
                    <a:pt x="4085546" y="85757"/>
                  </a:lnTo>
                  <a:lnTo>
                    <a:pt x="4090067" y="84108"/>
                  </a:lnTo>
                  <a:lnTo>
                    <a:pt x="4101371" y="79985"/>
                  </a:lnTo>
                  <a:lnTo>
                    <a:pt x="4122412" y="72310"/>
                  </a:lnTo>
                  <a:lnTo>
                    <a:pt x="4128847" y="69963"/>
                  </a:lnTo>
                  <a:lnTo>
                    <a:pt x="4137368" y="66855"/>
                  </a:lnTo>
                  <a:lnTo>
                    <a:pt x="4146758" y="63429"/>
                  </a:lnTo>
                  <a:lnTo>
                    <a:pt x="4156670" y="59814"/>
                  </a:lnTo>
                  <a:lnTo>
                    <a:pt x="4159800" y="58672"/>
                  </a:lnTo>
                  <a:lnTo>
                    <a:pt x="4160148" y="58545"/>
                  </a:lnTo>
                  <a:lnTo>
                    <a:pt x="4176321" y="52646"/>
                  </a:lnTo>
                  <a:lnTo>
                    <a:pt x="4186407" y="48967"/>
                  </a:lnTo>
                  <a:lnTo>
                    <a:pt x="4238228" y="30065"/>
                  </a:lnTo>
                  <a:lnTo>
                    <a:pt x="4259444" y="22327"/>
                  </a:lnTo>
                  <a:lnTo>
                    <a:pt x="4296310" y="8880"/>
                  </a:lnTo>
                  <a:lnTo>
                    <a:pt x="4302744" y="6533"/>
                  </a:lnTo>
                  <a:lnTo>
                    <a:pt x="4320655" y="0"/>
                  </a:lnTo>
                </a:path>
              </a:pathLst>
            </a:custGeom>
            <a:ln w="32521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1"/>
            <p:cNvSpPr/>
            <p:nvPr/>
          </p:nvSpPr>
          <p:spPr>
            <a:xfrm>
              <a:off x="3377239" y="2883938"/>
              <a:ext cx="4320655" cy="1497011"/>
            </a:xfrm>
            <a:custGeom>
              <a:avLst/>
              <a:pathLst>
                <a:path w="4320655" h="1497011">
                  <a:moveTo>
                    <a:pt x="0" y="1497011"/>
                  </a:moveTo>
                  <a:lnTo>
                    <a:pt x="28693" y="1487070"/>
                  </a:lnTo>
                  <a:lnTo>
                    <a:pt x="64863" y="1474538"/>
                  </a:lnTo>
                  <a:lnTo>
                    <a:pt x="85209" y="1467488"/>
                  </a:lnTo>
                  <a:lnTo>
                    <a:pt x="113381" y="1457727"/>
                  </a:lnTo>
                  <a:lnTo>
                    <a:pt x="129901" y="1452003"/>
                  </a:lnTo>
                  <a:lnTo>
                    <a:pt x="173897" y="1436760"/>
                  </a:lnTo>
                  <a:lnTo>
                    <a:pt x="191113" y="1430795"/>
                  </a:lnTo>
                  <a:lnTo>
                    <a:pt x="196330" y="1428987"/>
                  </a:lnTo>
                  <a:lnTo>
                    <a:pt x="205720" y="1425734"/>
                  </a:lnTo>
                  <a:lnTo>
                    <a:pt x="245369" y="1411996"/>
                  </a:lnTo>
                  <a:lnTo>
                    <a:pt x="259107" y="1407237"/>
                  </a:lnTo>
                  <a:lnTo>
                    <a:pt x="264324" y="1405429"/>
                  </a:lnTo>
                  <a:lnTo>
                    <a:pt x="275627" y="1401513"/>
                  </a:lnTo>
                  <a:lnTo>
                    <a:pt x="287278" y="1397476"/>
                  </a:lnTo>
                  <a:lnTo>
                    <a:pt x="303798" y="1391752"/>
                  </a:lnTo>
                  <a:lnTo>
                    <a:pt x="311624" y="1389041"/>
                  </a:lnTo>
                  <a:lnTo>
                    <a:pt x="330926" y="1382353"/>
                  </a:lnTo>
                  <a:lnTo>
                    <a:pt x="334056" y="1381268"/>
                  </a:lnTo>
                  <a:lnTo>
                    <a:pt x="334404" y="1381148"/>
                  </a:lnTo>
                  <a:lnTo>
                    <a:pt x="347794" y="1376508"/>
                  </a:lnTo>
                  <a:lnTo>
                    <a:pt x="350577" y="1375544"/>
                  </a:lnTo>
                  <a:lnTo>
                    <a:pt x="360663" y="1372050"/>
                  </a:lnTo>
                  <a:lnTo>
                    <a:pt x="365010" y="1370543"/>
                  </a:lnTo>
                  <a:lnTo>
                    <a:pt x="370227" y="1368736"/>
                  </a:lnTo>
                  <a:lnTo>
                    <a:pt x="376487" y="1366567"/>
                  </a:lnTo>
                  <a:lnTo>
                    <a:pt x="379618" y="1365482"/>
                  </a:lnTo>
                  <a:lnTo>
                    <a:pt x="412484" y="1354095"/>
                  </a:lnTo>
                  <a:lnTo>
                    <a:pt x="412658" y="1354034"/>
                  </a:lnTo>
                  <a:lnTo>
                    <a:pt x="419266" y="1351745"/>
                  </a:lnTo>
                  <a:lnTo>
                    <a:pt x="433004" y="1346985"/>
                  </a:lnTo>
                  <a:lnTo>
                    <a:pt x="433700" y="1346744"/>
                  </a:lnTo>
                  <a:lnTo>
                    <a:pt x="438221" y="1345177"/>
                  </a:lnTo>
                  <a:lnTo>
                    <a:pt x="449524" y="1341261"/>
                  </a:lnTo>
                  <a:lnTo>
                    <a:pt x="461176" y="1337224"/>
                  </a:lnTo>
                  <a:lnTo>
                    <a:pt x="470566" y="1333971"/>
                  </a:lnTo>
                  <a:lnTo>
                    <a:pt x="477000" y="1331741"/>
                  </a:lnTo>
                  <a:lnTo>
                    <a:pt x="477696" y="1331500"/>
                  </a:lnTo>
                  <a:lnTo>
                    <a:pt x="485521" y="1328789"/>
                  </a:lnTo>
                  <a:lnTo>
                    <a:pt x="494912" y="1325535"/>
                  </a:lnTo>
                  <a:lnTo>
                    <a:pt x="504824" y="1322101"/>
                  </a:lnTo>
                  <a:lnTo>
                    <a:pt x="507954" y="1321016"/>
                  </a:lnTo>
                  <a:lnTo>
                    <a:pt x="508302" y="1320896"/>
                  </a:lnTo>
                  <a:lnTo>
                    <a:pt x="521692" y="1316257"/>
                  </a:lnTo>
                  <a:lnTo>
                    <a:pt x="524474" y="1315293"/>
                  </a:lnTo>
                  <a:lnTo>
                    <a:pt x="534560" y="1311798"/>
                  </a:lnTo>
                  <a:lnTo>
                    <a:pt x="538908" y="1310292"/>
                  </a:lnTo>
                  <a:lnTo>
                    <a:pt x="544125" y="1308484"/>
                  </a:lnTo>
                  <a:lnTo>
                    <a:pt x="550385" y="1306315"/>
                  </a:lnTo>
                  <a:lnTo>
                    <a:pt x="553515" y="1305231"/>
                  </a:lnTo>
                  <a:lnTo>
                    <a:pt x="586382" y="1293843"/>
                  </a:lnTo>
                  <a:lnTo>
                    <a:pt x="586556" y="1293783"/>
                  </a:lnTo>
                  <a:lnTo>
                    <a:pt x="593164" y="1291493"/>
                  </a:lnTo>
                  <a:lnTo>
                    <a:pt x="606902" y="1286733"/>
                  </a:lnTo>
                  <a:lnTo>
                    <a:pt x="607597" y="1286492"/>
                  </a:lnTo>
                  <a:lnTo>
                    <a:pt x="612119" y="1284926"/>
                  </a:lnTo>
                  <a:lnTo>
                    <a:pt x="623422" y="1281009"/>
                  </a:lnTo>
                  <a:lnTo>
                    <a:pt x="635073" y="1276972"/>
                  </a:lnTo>
                  <a:lnTo>
                    <a:pt x="644463" y="1273719"/>
                  </a:lnTo>
                  <a:lnTo>
                    <a:pt x="650898" y="1271490"/>
                  </a:lnTo>
                  <a:lnTo>
                    <a:pt x="651593" y="1271249"/>
                  </a:lnTo>
                  <a:lnTo>
                    <a:pt x="659419" y="1268537"/>
                  </a:lnTo>
                  <a:lnTo>
                    <a:pt x="668809" y="1265284"/>
                  </a:lnTo>
                  <a:lnTo>
                    <a:pt x="678721" y="1261849"/>
                  </a:lnTo>
                  <a:lnTo>
                    <a:pt x="681851" y="1260765"/>
                  </a:lnTo>
                  <a:lnTo>
                    <a:pt x="682199" y="1260644"/>
                  </a:lnTo>
                  <a:lnTo>
                    <a:pt x="695589" y="1256005"/>
                  </a:lnTo>
                  <a:lnTo>
                    <a:pt x="698372" y="1255041"/>
                  </a:lnTo>
                  <a:lnTo>
                    <a:pt x="708458" y="1251546"/>
                  </a:lnTo>
                  <a:lnTo>
                    <a:pt x="712805" y="1250040"/>
                  </a:lnTo>
                  <a:lnTo>
                    <a:pt x="718022" y="1248232"/>
                  </a:lnTo>
                  <a:lnTo>
                    <a:pt x="724282" y="1246063"/>
                  </a:lnTo>
                  <a:lnTo>
                    <a:pt x="727413" y="1244979"/>
                  </a:lnTo>
                  <a:lnTo>
                    <a:pt x="760279" y="1233591"/>
                  </a:lnTo>
                  <a:lnTo>
                    <a:pt x="760453" y="1233531"/>
                  </a:lnTo>
                  <a:lnTo>
                    <a:pt x="767061" y="1231242"/>
                  </a:lnTo>
                  <a:lnTo>
                    <a:pt x="780799" y="1226482"/>
                  </a:lnTo>
                  <a:lnTo>
                    <a:pt x="781495" y="1226241"/>
                  </a:lnTo>
                  <a:lnTo>
                    <a:pt x="786016" y="1224674"/>
                  </a:lnTo>
                  <a:lnTo>
                    <a:pt x="797319" y="1220758"/>
                  </a:lnTo>
                  <a:lnTo>
                    <a:pt x="818361" y="1213467"/>
                  </a:lnTo>
                  <a:lnTo>
                    <a:pt x="824795" y="1211238"/>
                  </a:lnTo>
                  <a:lnTo>
                    <a:pt x="833316" y="1208286"/>
                  </a:lnTo>
                  <a:lnTo>
                    <a:pt x="842707" y="1205032"/>
                  </a:lnTo>
                  <a:lnTo>
                    <a:pt x="852619" y="1201598"/>
                  </a:lnTo>
                  <a:lnTo>
                    <a:pt x="855749" y="1200513"/>
                  </a:lnTo>
                  <a:lnTo>
                    <a:pt x="856097" y="1200393"/>
                  </a:lnTo>
                  <a:lnTo>
                    <a:pt x="869487" y="1195753"/>
                  </a:lnTo>
                  <a:lnTo>
                    <a:pt x="872269" y="1194789"/>
                  </a:lnTo>
                  <a:lnTo>
                    <a:pt x="882355" y="1191295"/>
                  </a:lnTo>
                  <a:lnTo>
                    <a:pt x="886703" y="1189788"/>
                  </a:lnTo>
                  <a:lnTo>
                    <a:pt x="891920" y="1187981"/>
                  </a:lnTo>
                  <a:lnTo>
                    <a:pt x="898180" y="1185812"/>
                  </a:lnTo>
                  <a:lnTo>
                    <a:pt x="901310" y="1184727"/>
                  </a:lnTo>
                  <a:lnTo>
                    <a:pt x="934177" y="1173340"/>
                  </a:lnTo>
                  <a:lnTo>
                    <a:pt x="934350" y="1173279"/>
                  </a:lnTo>
                  <a:lnTo>
                    <a:pt x="940959" y="1170990"/>
                  </a:lnTo>
                  <a:lnTo>
                    <a:pt x="954696" y="1166230"/>
                  </a:lnTo>
                  <a:lnTo>
                    <a:pt x="955392" y="1165989"/>
                  </a:lnTo>
                  <a:lnTo>
                    <a:pt x="959913" y="1164422"/>
                  </a:lnTo>
                  <a:lnTo>
                    <a:pt x="971217" y="1160506"/>
                  </a:lnTo>
                  <a:lnTo>
                    <a:pt x="982868" y="1156469"/>
                  </a:lnTo>
                  <a:lnTo>
                    <a:pt x="992258" y="1153216"/>
                  </a:lnTo>
                  <a:lnTo>
                    <a:pt x="998693" y="1150986"/>
                  </a:lnTo>
                  <a:lnTo>
                    <a:pt x="999388" y="1150745"/>
                  </a:lnTo>
                  <a:lnTo>
                    <a:pt x="1007214" y="1148034"/>
                  </a:lnTo>
                  <a:lnTo>
                    <a:pt x="1016604" y="1144780"/>
                  </a:lnTo>
                  <a:lnTo>
                    <a:pt x="1026516" y="1141346"/>
                  </a:lnTo>
                  <a:lnTo>
                    <a:pt x="1029646" y="1140262"/>
                  </a:lnTo>
                  <a:lnTo>
                    <a:pt x="1029994" y="1140141"/>
                  </a:lnTo>
                  <a:lnTo>
                    <a:pt x="1043384" y="1135502"/>
                  </a:lnTo>
                  <a:lnTo>
                    <a:pt x="1046167" y="1134538"/>
                  </a:lnTo>
                  <a:lnTo>
                    <a:pt x="1056253" y="1131043"/>
                  </a:lnTo>
                  <a:lnTo>
                    <a:pt x="1060600" y="1129537"/>
                  </a:lnTo>
                  <a:lnTo>
                    <a:pt x="1065817" y="1127729"/>
                  </a:lnTo>
                  <a:lnTo>
                    <a:pt x="1072077" y="1125560"/>
                  </a:lnTo>
                  <a:lnTo>
                    <a:pt x="1075207" y="1124476"/>
                  </a:lnTo>
                  <a:lnTo>
                    <a:pt x="1108074" y="1113088"/>
                  </a:lnTo>
                  <a:lnTo>
                    <a:pt x="1108248" y="1113028"/>
                  </a:lnTo>
                  <a:lnTo>
                    <a:pt x="1114856" y="1110738"/>
                  </a:lnTo>
                  <a:lnTo>
                    <a:pt x="1128594" y="1105978"/>
                  </a:lnTo>
                  <a:lnTo>
                    <a:pt x="1129290" y="1105737"/>
                  </a:lnTo>
                  <a:lnTo>
                    <a:pt x="1133811" y="1104171"/>
                  </a:lnTo>
                  <a:lnTo>
                    <a:pt x="1145114" y="1100254"/>
                  </a:lnTo>
                  <a:lnTo>
                    <a:pt x="1156765" y="1096218"/>
                  </a:lnTo>
                  <a:lnTo>
                    <a:pt x="1166156" y="1092964"/>
                  </a:lnTo>
                  <a:lnTo>
                    <a:pt x="1172590" y="1090735"/>
                  </a:lnTo>
                  <a:lnTo>
                    <a:pt x="1173286" y="1090494"/>
                  </a:lnTo>
                  <a:lnTo>
                    <a:pt x="1181111" y="1087782"/>
                  </a:lnTo>
                  <a:lnTo>
                    <a:pt x="1190501" y="1084529"/>
                  </a:lnTo>
                  <a:lnTo>
                    <a:pt x="1200414" y="1081094"/>
                  </a:lnTo>
                  <a:lnTo>
                    <a:pt x="1203544" y="1080010"/>
                  </a:lnTo>
                  <a:lnTo>
                    <a:pt x="1203892" y="1079889"/>
                  </a:lnTo>
                  <a:lnTo>
                    <a:pt x="1217282" y="1075250"/>
                  </a:lnTo>
                  <a:lnTo>
                    <a:pt x="1220064" y="1074286"/>
                  </a:lnTo>
                  <a:lnTo>
                    <a:pt x="1230150" y="1070791"/>
                  </a:lnTo>
                  <a:lnTo>
                    <a:pt x="1234497" y="1069285"/>
                  </a:lnTo>
                  <a:lnTo>
                    <a:pt x="1239714" y="1067478"/>
                  </a:lnTo>
                  <a:lnTo>
                    <a:pt x="1245975" y="1065309"/>
                  </a:lnTo>
                  <a:lnTo>
                    <a:pt x="1249105" y="1064224"/>
                  </a:lnTo>
                  <a:lnTo>
                    <a:pt x="1281971" y="1052836"/>
                  </a:lnTo>
                  <a:lnTo>
                    <a:pt x="1282145" y="1052776"/>
                  </a:lnTo>
                  <a:lnTo>
                    <a:pt x="1288753" y="1050487"/>
                  </a:lnTo>
                  <a:lnTo>
                    <a:pt x="1302491" y="1045727"/>
                  </a:lnTo>
                  <a:lnTo>
                    <a:pt x="1303187" y="1045486"/>
                  </a:lnTo>
                  <a:lnTo>
                    <a:pt x="1307708" y="1043919"/>
                  </a:lnTo>
                  <a:lnTo>
                    <a:pt x="1319012" y="1040003"/>
                  </a:lnTo>
                  <a:lnTo>
                    <a:pt x="1330663" y="1035966"/>
                  </a:lnTo>
                  <a:lnTo>
                    <a:pt x="1340053" y="1032712"/>
                  </a:lnTo>
                  <a:lnTo>
                    <a:pt x="1346487" y="1030483"/>
                  </a:lnTo>
                  <a:lnTo>
                    <a:pt x="1347183" y="1030242"/>
                  </a:lnTo>
                  <a:lnTo>
                    <a:pt x="1355008" y="1027531"/>
                  </a:lnTo>
                  <a:lnTo>
                    <a:pt x="1364399" y="1024277"/>
                  </a:lnTo>
                  <a:lnTo>
                    <a:pt x="1374311" y="1020843"/>
                  </a:lnTo>
                  <a:lnTo>
                    <a:pt x="1377441" y="1019758"/>
                  </a:lnTo>
                  <a:lnTo>
                    <a:pt x="1377789" y="1019638"/>
                  </a:lnTo>
                  <a:lnTo>
                    <a:pt x="1391179" y="1014998"/>
                  </a:lnTo>
                  <a:lnTo>
                    <a:pt x="1393961" y="1014034"/>
                  </a:lnTo>
                  <a:lnTo>
                    <a:pt x="1404047" y="1010540"/>
                  </a:lnTo>
                  <a:lnTo>
                    <a:pt x="1408395" y="1009034"/>
                  </a:lnTo>
                  <a:lnTo>
                    <a:pt x="1413612" y="1007226"/>
                  </a:lnTo>
                  <a:lnTo>
                    <a:pt x="1419872" y="1005057"/>
                  </a:lnTo>
                  <a:lnTo>
                    <a:pt x="1423002" y="1003972"/>
                  </a:lnTo>
                  <a:lnTo>
                    <a:pt x="1455869" y="992585"/>
                  </a:lnTo>
                  <a:lnTo>
                    <a:pt x="1456043" y="992525"/>
                  </a:lnTo>
                  <a:lnTo>
                    <a:pt x="1462651" y="990235"/>
                  </a:lnTo>
                  <a:lnTo>
                    <a:pt x="1476389" y="985475"/>
                  </a:lnTo>
                  <a:lnTo>
                    <a:pt x="1477084" y="985234"/>
                  </a:lnTo>
                  <a:lnTo>
                    <a:pt x="1481606" y="983668"/>
                  </a:lnTo>
                  <a:lnTo>
                    <a:pt x="1492909" y="979751"/>
                  </a:lnTo>
                  <a:lnTo>
                    <a:pt x="1504560" y="975714"/>
                  </a:lnTo>
                  <a:lnTo>
                    <a:pt x="1513951" y="972461"/>
                  </a:lnTo>
                  <a:lnTo>
                    <a:pt x="1520385" y="970231"/>
                  </a:lnTo>
                  <a:lnTo>
                    <a:pt x="1521080" y="969990"/>
                  </a:lnTo>
                  <a:lnTo>
                    <a:pt x="1528906" y="967279"/>
                  </a:lnTo>
                  <a:lnTo>
                    <a:pt x="1538296" y="964026"/>
                  </a:lnTo>
                  <a:lnTo>
                    <a:pt x="1548208" y="960591"/>
                  </a:lnTo>
                  <a:lnTo>
                    <a:pt x="1551339" y="959507"/>
                  </a:lnTo>
                  <a:lnTo>
                    <a:pt x="1551686" y="959386"/>
                  </a:lnTo>
                  <a:lnTo>
                    <a:pt x="1565077" y="954747"/>
                  </a:lnTo>
                  <a:lnTo>
                    <a:pt x="1567859" y="953783"/>
                  </a:lnTo>
                  <a:lnTo>
                    <a:pt x="1577945" y="950288"/>
                  </a:lnTo>
                  <a:lnTo>
                    <a:pt x="1582292" y="948782"/>
                  </a:lnTo>
                  <a:lnTo>
                    <a:pt x="1587509" y="946974"/>
                  </a:lnTo>
                  <a:lnTo>
                    <a:pt x="1593770" y="944805"/>
                  </a:lnTo>
                  <a:lnTo>
                    <a:pt x="1596900" y="943721"/>
                  </a:lnTo>
                  <a:lnTo>
                    <a:pt x="1629766" y="932333"/>
                  </a:lnTo>
                  <a:lnTo>
                    <a:pt x="1629940" y="932273"/>
                  </a:lnTo>
                  <a:lnTo>
                    <a:pt x="1636548" y="929983"/>
                  </a:lnTo>
                  <a:lnTo>
                    <a:pt x="1650286" y="925223"/>
                  </a:lnTo>
                  <a:lnTo>
                    <a:pt x="1650982" y="924982"/>
                  </a:lnTo>
                  <a:lnTo>
                    <a:pt x="1655503" y="923416"/>
                  </a:lnTo>
                  <a:lnTo>
                    <a:pt x="1666807" y="919500"/>
                  </a:lnTo>
                  <a:lnTo>
                    <a:pt x="1678458" y="915463"/>
                  </a:lnTo>
                  <a:lnTo>
                    <a:pt x="1687848" y="912209"/>
                  </a:lnTo>
                  <a:lnTo>
                    <a:pt x="1694282" y="909980"/>
                  </a:lnTo>
                  <a:lnTo>
                    <a:pt x="1694978" y="909739"/>
                  </a:lnTo>
                  <a:lnTo>
                    <a:pt x="1702803" y="907028"/>
                  </a:lnTo>
                  <a:lnTo>
                    <a:pt x="1712194" y="903774"/>
                  </a:lnTo>
                  <a:lnTo>
                    <a:pt x="1725236" y="899255"/>
                  </a:lnTo>
                  <a:lnTo>
                    <a:pt x="1725584" y="899135"/>
                  </a:lnTo>
                  <a:lnTo>
                    <a:pt x="1738974" y="894495"/>
                  </a:lnTo>
                  <a:lnTo>
                    <a:pt x="1741756" y="893531"/>
                  </a:lnTo>
                  <a:lnTo>
                    <a:pt x="1751842" y="890037"/>
                  </a:lnTo>
                  <a:lnTo>
                    <a:pt x="1756190" y="888530"/>
                  </a:lnTo>
                  <a:lnTo>
                    <a:pt x="1761407" y="886723"/>
                  </a:lnTo>
                  <a:lnTo>
                    <a:pt x="1767667" y="884554"/>
                  </a:lnTo>
                  <a:lnTo>
                    <a:pt x="1770797" y="883469"/>
                  </a:lnTo>
                  <a:lnTo>
                    <a:pt x="1803664" y="872082"/>
                  </a:lnTo>
                  <a:lnTo>
                    <a:pt x="1803838" y="872021"/>
                  </a:lnTo>
                  <a:lnTo>
                    <a:pt x="1810446" y="869732"/>
                  </a:lnTo>
                  <a:lnTo>
                    <a:pt x="1824184" y="864972"/>
                  </a:lnTo>
                  <a:lnTo>
                    <a:pt x="1824879" y="864731"/>
                  </a:lnTo>
                  <a:lnTo>
                    <a:pt x="1829401" y="863164"/>
                  </a:lnTo>
                  <a:lnTo>
                    <a:pt x="1840704" y="859248"/>
                  </a:lnTo>
                  <a:lnTo>
                    <a:pt x="1852355" y="855211"/>
                  </a:lnTo>
                  <a:lnTo>
                    <a:pt x="1861746" y="851958"/>
                  </a:lnTo>
                  <a:lnTo>
                    <a:pt x="1868180" y="849728"/>
                  </a:lnTo>
                  <a:lnTo>
                    <a:pt x="1868875" y="849487"/>
                  </a:lnTo>
                  <a:lnTo>
                    <a:pt x="1876701" y="846776"/>
                  </a:lnTo>
                  <a:lnTo>
                    <a:pt x="1886091" y="843522"/>
                  </a:lnTo>
                  <a:lnTo>
                    <a:pt x="1896003" y="840088"/>
                  </a:lnTo>
                  <a:lnTo>
                    <a:pt x="1899134" y="839003"/>
                  </a:lnTo>
                  <a:lnTo>
                    <a:pt x="1899481" y="838883"/>
                  </a:lnTo>
                  <a:lnTo>
                    <a:pt x="1912871" y="834244"/>
                  </a:lnTo>
                  <a:lnTo>
                    <a:pt x="1915654" y="833280"/>
                  </a:lnTo>
                  <a:lnTo>
                    <a:pt x="1925740" y="829785"/>
                  </a:lnTo>
                  <a:lnTo>
                    <a:pt x="1930087" y="828279"/>
                  </a:lnTo>
                  <a:lnTo>
                    <a:pt x="1935304" y="826471"/>
                  </a:lnTo>
                  <a:lnTo>
                    <a:pt x="1941564" y="824302"/>
                  </a:lnTo>
                  <a:lnTo>
                    <a:pt x="1944695" y="823217"/>
                  </a:lnTo>
                  <a:lnTo>
                    <a:pt x="1977561" y="811830"/>
                  </a:lnTo>
                  <a:lnTo>
                    <a:pt x="1977735" y="811770"/>
                  </a:lnTo>
                  <a:lnTo>
                    <a:pt x="1984343" y="809480"/>
                  </a:lnTo>
                  <a:lnTo>
                    <a:pt x="1998081" y="804720"/>
                  </a:lnTo>
                  <a:lnTo>
                    <a:pt x="1998777" y="804479"/>
                  </a:lnTo>
                  <a:lnTo>
                    <a:pt x="2003298" y="802913"/>
                  </a:lnTo>
                  <a:lnTo>
                    <a:pt x="2014601" y="798996"/>
                  </a:lnTo>
                  <a:lnTo>
                    <a:pt x="2026253" y="794959"/>
                  </a:lnTo>
                  <a:lnTo>
                    <a:pt x="2035643" y="791706"/>
                  </a:lnTo>
                  <a:lnTo>
                    <a:pt x="2042077" y="789477"/>
                  </a:lnTo>
                  <a:lnTo>
                    <a:pt x="2042773" y="789236"/>
                  </a:lnTo>
                  <a:lnTo>
                    <a:pt x="2050598" y="786524"/>
                  </a:lnTo>
                  <a:lnTo>
                    <a:pt x="2059989" y="783271"/>
                  </a:lnTo>
                  <a:lnTo>
                    <a:pt x="2069901" y="779836"/>
                  </a:lnTo>
                  <a:lnTo>
                    <a:pt x="2073031" y="778752"/>
                  </a:lnTo>
                  <a:lnTo>
                    <a:pt x="2073379" y="778631"/>
                  </a:lnTo>
                  <a:lnTo>
                    <a:pt x="2086769" y="773992"/>
                  </a:lnTo>
                  <a:lnTo>
                    <a:pt x="2089551" y="773028"/>
                  </a:lnTo>
                  <a:lnTo>
                    <a:pt x="2099637" y="769533"/>
                  </a:lnTo>
                  <a:lnTo>
                    <a:pt x="2103985" y="768027"/>
                  </a:lnTo>
                  <a:lnTo>
                    <a:pt x="2109202" y="766219"/>
                  </a:lnTo>
                  <a:lnTo>
                    <a:pt x="2115462" y="764050"/>
                  </a:lnTo>
                  <a:lnTo>
                    <a:pt x="2118592" y="762966"/>
                  </a:lnTo>
                  <a:lnTo>
                    <a:pt x="2151459" y="751578"/>
                  </a:lnTo>
                  <a:lnTo>
                    <a:pt x="2151633" y="751518"/>
                  </a:lnTo>
                  <a:lnTo>
                    <a:pt x="2158241" y="749228"/>
                  </a:lnTo>
                  <a:lnTo>
                    <a:pt x="2171979" y="744469"/>
                  </a:lnTo>
                  <a:lnTo>
                    <a:pt x="2172674" y="744228"/>
                  </a:lnTo>
                  <a:lnTo>
                    <a:pt x="2177196" y="742661"/>
                  </a:lnTo>
                  <a:lnTo>
                    <a:pt x="2188499" y="738745"/>
                  </a:lnTo>
                  <a:lnTo>
                    <a:pt x="2200150" y="734708"/>
                  </a:lnTo>
                  <a:lnTo>
                    <a:pt x="2209540" y="731454"/>
                  </a:lnTo>
                  <a:lnTo>
                    <a:pt x="2215975" y="729225"/>
                  </a:lnTo>
                  <a:lnTo>
                    <a:pt x="2216670" y="728984"/>
                  </a:lnTo>
                  <a:lnTo>
                    <a:pt x="2224496" y="726273"/>
                  </a:lnTo>
                  <a:lnTo>
                    <a:pt x="2233886" y="723019"/>
                  </a:lnTo>
                  <a:lnTo>
                    <a:pt x="2243798" y="719585"/>
                  </a:lnTo>
                  <a:lnTo>
                    <a:pt x="2246928" y="718500"/>
                  </a:lnTo>
                  <a:lnTo>
                    <a:pt x="2247276" y="718380"/>
                  </a:lnTo>
                  <a:lnTo>
                    <a:pt x="2260666" y="713740"/>
                  </a:lnTo>
                  <a:lnTo>
                    <a:pt x="2263449" y="712776"/>
                  </a:lnTo>
                  <a:lnTo>
                    <a:pt x="2273535" y="709282"/>
                  </a:lnTo>
                  <a:lnTo>
                    <a:pt x="2277882" y="707775"/>
                  </a:lnTo>
                  <a:lnTo>
                    <a:pt x="2283099" y="705968"/>
                  </a:lnTo>
                  <a:lnTo>
                    <a:pt x="2289359" y="703799"/>
                  </a:lnTo>
                  <a:lnTo>
                    <a:pt x="2292490" y="702714"/>
                  </a:lnTo>
                  <a:lnTo>
                    <a:pt x="2325356" y="691327"/>
                  </a:lnTo>
                  <a:lnTo>
                    <a:pt x="2325530" y="691266"/>
                  </a:lnTo>
                  <a:lnTo>
                    <a:pt x="2332138" y="688977"/>
                  </a:lnTo>
                  <a:lnTo>
                    <a:pt x="2345876" y="684217"/>
                  </a:lnTo>
                  <a:lnTo>
                    <a:pt x="2346572" y="683976"/>
                  </a:lnTo>
                  <a:lnTo>
                    <a:pt x="2351093" y="682409"/>
                  </a:lnTo>
                  <a:lnTo>
                    <a:pt x="2362396" y="678493"/>
                  </a:lnTo>
                  <a:lnTo>
                    <a:pt x="2374047" y="674456"/>
                  </a:lnTo>
                  <a:lnTo>
                    <a:pt x="2383438" y="671203"/>
                  </a:lnTo>
                  <a:lnTo>
                    <a:pt x="2389872" y="668973"/>
                  </a:lnTo>
                  <a:lnTo>
                    <a:pt x="2390568" y="668732"/>
                  </a:lnTo>
                  <a:lnTo>
                    <a:pt x="2398393" y="666021"/>
                  </a:lnTo>
                  <a:lnTo>
                    <a:pt x="2407784" y="662767"/>
                  </a:lnTo>
                  <a:lnTo>
                    <a:pt x="2417696" y="659333"/>
                  </a:lnTo>
                  <a:lnTo>
                    <a:pt x="2420826" y="658249"/>
                  </a:lnTo>
                  <a:lnTo>
                    <a:pt x="2421174" y="658128"/>
                  </a:lnTo>
                  <a:lnTo>
                    <a:pt x="2434564" y="653489"/>
                  </a:lnTo>
                  <a:lnTo>
                    <a:pt x="2437346" y="652525"/>
                  </a:lnTo>
                  <a:lnTo>
                    <a:pt x="2447432" y="649030"/>
                  </a:lnTo>
                  <a:lnTo>
                    <a:pt x="2451780" y="647524"/>
                  </a:lnTo>
                  <a:lnTo>
                    <a:pt x="2456997" y="645716"/>
                  </a:lnTo>
                  <a:lnTo>
                    <a:pt x="2463257" y="643547"/>
                  </a:lnTo>
                  <a:lnTo>
                    <a:pt x="2466387" y="642463"/>
                  </a:lnTo>
                  <a:lnTo>
                    <a:pt x="2499254" y="631075"/>
                  </a:lnTo>
                  <a:lnTo>
                    <a:pt x="2499428" y="631015"/>
                  </a:lnTo>
                  <a:lnTo>
                    <a:pt x="2506036" y="628725"/>
                  </a:lnTo>
                  <a:lnTo>
                    <a:pt x="2519774" y="623965"/>
                  </a:lnTo>
                  <a:lnTo>
                    <a:pt x="2520469" y="623724"/>
                  </a:lnTo>
                  <a:lnTo>
                    <a:pt x="2524990" y="622158"/>
                  </a:lnTo>
                  <a:lnTo>
                    <a:pt x="2536294" y="618241"/>
                  </a:lnTo>
                  <a:lnTo>
                    <a:pt x="2547945" y="614205"/>
                  </a:lnTo>
                  <a:lnTo>
                    <a:pt x="2557335" y="610951"/>
                  </a:lnTo>
                  <a:lnTo>
                    <a:pt x="2563770" y="608722"/>
                  </a:lnTo>
                  <a:lnTo>
                    <a:pt x="2564465" y="608481"/>
                  </a:lnTo>
                  <a:lnTo>
                    <a:pt x="2572291" y="605769"/>
                  </a:lnTo>
                  <a:lnTo>
                    <a:pt x="2581681" y="602516"/>
                  </a:lnTo>
                  <a:lnTo>
                    <a:pt x="2591593" y="599081"/>
                  </a:lnTo>
                  <a:lnTo>
                    <a:pt x="2594723" y="597997"/>
                  </a:lnTo>
                  <a:lnTo>
                    <a:pt x="2608461" y="593237"/>
                  </a:lnTo>
                  <a:lnTo>
                    <a:pt x="2611244" y="592273"/>
                  </a:lnTo>
                  <a:lnTo>
                    <a:pt x="2621330" y="588778"/>
                  </a:lnTo>
                  <a:lnTo>
                    <a:pt x="2625677" y="587272"/>
                  </a:lnTo>
                  <a:lnTo>
                    <a:pt x="2630894" y="585465"/>
                  </a:lnTo>
                  <a:lnTo>
                    <a:pt x="2637154" y="583296"/>
                  </a:lnTo>
                  <a:lnTo>
                    <a:pt x="2640284" y="582211"/>
                  </a:lnTo>
                  <a:lnTo>
                    <a:pt x="2673151" y="570823"/>
                  </a:lnTo>
                  <a:lnTo>
                    <a:pt x="2673325" y="570763"/>
                  </a:lnTo>
                  <a:lnTo>
                    <a:pt x="2679933" y="568474"/>
                  </a:lnTo>
                  <a:lnTo>
                    <a:pt x="2693671" y="563714"/>
                  </a:lnTo>
                  <a:lnTo>
                    <a:pt x="2694367" y="563473"/>
                  </a:lnTo>
                  <a:lnTo>
                    <a:pt x="2698888" y="561906"/>
                  </a:lnTo>
                  <a:lnTo>
                    <a:pt x="2710191" y="557990"/>
                  </a:lnTo>
                  <a:lnTo>
                    <a:pt x="2721842" y="553953"/>
                  </a:lnTo>
                  <a:lnTo>
                    <a:pt x="2731233" y="550699"/>
                  </a:lnTo>
                  <a:lnTo>
                    <a:pt x="2737667" y="548470"/>
                  </a:lnTo>
                  <a:lnTo>
                    <a:pt x="2738363" y="548229"/>
                  </a:lnTo>
                  <a:lnTo>
                    <a:pt x="2755578" y="542264"/>
                  </a:lnTo>
                  <a:lnTo>
                    <a:pt x="2765491" y="538830"/>
                  </a:lnTo>
                  <a:lnTo>
                    <a:pt x="2768621" y="537745"/>
                  </a:lnTo>
                  <a:lnTo>
                    <a:pt x="2768969" y="537625"/>
                  </a:lnTo>
                  <a:lnTo>
                    <a:pt x="2782359" y="532985"/>
                  </a:lnTo>
                  <a:lnTo>
                    <a:pt x="2785141" y="532021"/>
                  </a:lnTo>
                  <a:lnTo>
                    <a:pt x="2795227" y="528527"/>
                  </a:lnTo>
                  <a:lnTo>
                    <a:pt x="2799575" y="527020"/>
                  </a:lnTo>
                  <a:lnTo>
                    <a:pt x="2804791" y="525213"/>
                  </a:lnTo>
                  <a:lnTo>
                    <a:pt x="2811052" y="523044"/>
                  </a:lnTo>
                  <a:lnTo>
                    <a:pt x="2814182" y="521959"/>
                  </a:lnTo>
                  <a:lnTo>
                    <a:pt x="2847049" y="510572"/>
                  </a:lnTo>
                  <a:lnTo>
                    <a:pt x="2847222" y="510512"/>
                  </a:lnTo>
                  <a:lnTo>
                    <a:pt x="2853831" y="508222"/>
                  </a:lnTo>
                  <a:lnTo>
                    <a:pt x="2867568" y="503462"/>
                  </a:lnTo>
                  <a:lnTo>
                    <a:pt x="2868264" y="503221"/>
                  </a:lnTo>
                  <a:lnTo>
                    <a:pt x="2872785" y="501655"/>
                  </a:lnTo>
                  <a:lnTo>
                    <a:pt x="2884089" y="497738"/>
                  </a:lnTo>
                  <a:lnTo>
                    <a:pt x="2895740" y="493701"/>
                  </a:lnTo>
                  <a:lnTo>
                    <a:pt x="2905130" y="490448"/>
                  </a:lnTo>
                  <a:lnTo>
                    <a:pt x="2911564" y="488218"/>
                  </a:lnTo>
                  <a:lnTo>
                    <a:pt x="2912260" y="487977"/>
                  </a:lnTo>
                  <a:lnTo>
                    <a:pt x="2920085" y="485266"/>
                  </a:lnTo>
                  <a:lnTo>
                    <a:pt x="2929476" y="482013"/>
                  </a:lnTo>
                  <a:lnTo>
                    <a:pt x="2939388" y="478578"/>
                  </a:lnTo>
                  <a:lnTo>
                    <a:pt x="2942518" y="477494"/>
                  </a:lnTo>
                  <a:lnTo>
                    <a:pt x="2942866" y="477373"/>
                  </a:lnTo>
                  <a:lnTo>
                    <a:pt x="2956256" y="472734"/>
                  </a:lnTo>
                  <a:lnTo>
                    <a:pt x="2959038" y="471770"/>
                  </a:lnTo>
                  <a:lnTo>
                    <a:pt x="2969125" y="468275"/>
                  </a:lnTo>
                  <a:lnTo>
                    <a:pt x="2973472" y="466769"/>
                  </a:lnTo>
                  <a:lnTo>
                    <a:pt x="2978689" y="464961"/>
                  </a:lnTo>
                  <a:lnTo>
                    <a:pt x="2984949" y="462792"/>
                  </a:lnTo>
                  <a:lnTo>
                    <a:pt x="2988079" y="461708"/>
                  </a:lnTo>
                  <a:lnTo>
                    <a:pt x="3020946" y="450320"/>
                  </a:lnTo>
                  <a:lnTo>
                    <a:pt x="3021120" y="450260"/>
                  </a:lnTo>
                  <a:lnTo>
                    <a:pt x="3027728" y="447970"/>
                  </a:lnTo>
                  <a:lnTo>
                    <a:pt x="3041466" y="443210"/>
                  </a:lnTo>
                  <a:lnTo>
                    <a:pt x="3042161" y="442969"/>
                  </a:lnTo>
                  <a:lnTo>
                    <a:pt x="3046683" y="441403"/>
                  </a:lnTo>
                  <a:lnTo>
                    <a:pt x="3057986" y="437487"/>
                  </a:lnTo>
                  <a:lnTo>
                    <a:pt x="3069637" y="433450"/>
                  </a:lnTo>
                  <a:lnTo>
                    <a:pt x="3079028" y="430196"/>
                  </a:lnTo>
                  <a:lnTo>
                    <a:pt x="3085462" y="427967"/>
                  </a:lnTo>
                  <a:lnTo>
                    <a:pt x="3086157" y="427726"/>
                  </a:lnTo>
                  <a:lnTo>
                    <a:pt x="3093983" y="425014"/>
                  </a:lnTo>
                  <a:lnTo>
                    <a:pt x="3103373" y="421761"/>
                  </a:lnTo>
                  <a:lnTo>
                    <a:pt x="3113285" y="418327"/>
                  </a:lnTo>
                  <a:lnTo>
                    <a:pt x="3116416" y="417242"/>
                  </a:lnTo>
                  <a:lnTo>
                    <a:pt x="3116763" y="417122"/>
                  </a:lnTo>
                  <a:lnTo>
                    <a:pt x="3130154" y="412482"/>
                  </a:lnTo>
                  <a:lnTo>
                    <a:pt x="3132936" y="411518"/>
                  </a:lnTo>
                  <a:lnTo>
                    <a:pt x="3143022" y="408024"/>
                  </a:lnTo>
                  <a:lnTo>
                    <a:pt x="3147369" y="406517"/>
                  </a:lnTo>
                  <a:lnTo>
                    <a:pt x="3152586" y="404710"/>
                  </a:lnTo>
                  <a:lnTo>
                    <a:pt x="3158847" y="402541"/>
                  </a:lnTo>
                  <a:lnTo>
                    <a:pt x="3161977" y="401456"/>
                  </a:lnTo>
                  <a:lnTo>
                    <a:pt x="3194843" y="390069"/>
                  </a:lnTo>
                  <a:lnTo>
                    <a:pt x="3195017" y="390008"/>
                  </a:lnTo>
                  <a:lnTo>
                    <a:pt x="3201625" y="387719"/>
                  </a:lnTo>
                  <a:lnTo>
                    <a:pt x="3215363" y="382959"/>
                  </a:lnTo>
                  <a:lnTo>
                    <a:pt x="3216059" y="382718"/>
                  </a:lnTo>
                  <a:lnTo>
                    <a:pt x="3220580" y="381151"/>
                  </a:lnTo>
                  <a:lnTo>
                    <a:pt x="3231884" y="377235"/>
                  </a:lnTo>
                  <a:lnTo>
                    <a:pt x="3243535" y="373198"/>
                  </a:lnTo>
                  <a:lnTo>
                    <a:pt x="3252925" y="369944"/>
                  </a:lnTo>
                  <a:lnTo>
                    <a:pt x="3259359" y="367715"/>
                  </a:lnTo>
                  <a:lnTo>
                    <a:pt x="3260055" y="367474"/>
                  </a:lnTo>
                  <a:lnTo>
                    <a:pt x="3267880" y="364763"/>
                  </a:lnTo>
                  <a:lnTo>
                    <a:pt x="3277271" y="361509"/>
                  </a:lnTo>
                  <a:lnTo>
                    <a:pt x="3287183" y="358075"/>
                  </a:lnTo>
                  <a:lnTo>
                    <a:pt x="3290313" y="356990"/>
                  </a:lnTo>
                  <a:lnTo>
                    <a:pt x="3290661" y="356870"/>
                  </a:lnTo>
                  <a:lnTo>
                    <a:pt x="3304051" y="352231"/>
                  </a:lnTo>
                  <a:lnTo>
                    <a:pt x="3306833" y="351266"/>
                  </a:lnTo>
                  <a:lnTo>
                    <a:pt x="3316919" y="347772"/>
                  </a:lnTo>
                  <a:lnTo>
                    <a:pt x="3321267" y="346266"/>
                  </a:lnTo>
                  <a:lnTo>
                    <a:pt x="3326484" y="344458"/>
                  </a:lnTo>
                  <a:lnTo>
                    <a:pt x="3332744" y="342289"/>
                  </a:lnTo>
                  <a:lnTo>
                    <a:pt x="3335874" y="341204"/>
                  </a:lnTo>
                  <a:lnTo>
                    <a:pt x="3368741" y="329817"/>
                  </a:lnTo>
                  <a:lnTo>
                    <a:pt x="3368915" y="329757"/>
                  </a:lnTo>
                  <a:lnTo>
                    <a:pt x="3375523" y="327467"/>
                  </a:lnTo>
                  <a:lnTo>
                    <a:pt x="3389261" y="322707"/>
                  </a:lnTo>
                  <a:lnTo>
                    <a:pt x="3389956" y="322466"/>
                  </a:lnTo>
                  <a:lnTo>
                    <a:pt x="3394478" y="320900"/>
                  </a:lnTo>
                  <a:lnTo>
                    <a:pt x="3405781" y="316983"/>
                  </a:lnTo>
                  <a:lnTo>
                    <a:pt x="3417432" y="312946"/>
                  </a:lnTo>
                  <a:lnTo>
                    <a:pt x="3426823" y="309693"/>
                  </a:lnTo>
                  <a:lnTo>
                    <a:pt x="3433257" y="307464"/>
                  </a:lnTo>
                  <a:lnTo>
                    <a:pt x="3433952" y="307223"/>
                  </a:lnTo>
                  <a:lnTo>
                    <a:pt x="3451168" y="301258"/>
                  </a:lnTo>
                  <a:lnTo>
                    <a:pt x="3461080" y="297823"/>
                  </a:lnTo>
                  <a:lnTo>
                    <a:pt x="3464211" y="296739"/>
                  </a:lnTo>
                  <a:lnTo>
                    <a:pt x="3464558" y="296618"/>
                  </a:lnTo>
                  <a:lnTo>
                    <a:pt x="3477948" y="291979"/>
                  </a:lnTo>
                  <a:lnTo>
                    <a:pt x="3480731" y="291015"/>
                  </a:lnTo>
                  <a:lnTo>
                    <a:pt x="3490817" y="287520"/>
                  </a:lnTo>
                  <a:lnTo>
                    <a:pt x="3495164" y="286014"/>
                  </a:lnTo>
                  <a:lnTo>
                    <a:pt x="3500381" y="284206"/>
                  </a:lnTo>
                  <a:lnTo>
                    <a:pt x="3506642" y="282037"/>
                  </a:lnTo>
                  <a:lnTo>
                    <a:pt x="3509772" y="280953"/>
                  </a:lnTo>
                  <a:lnTo>
                    <a:pt x="3542812" y="269505"/>
                  </a:lnTo>
                  <a:lnTo>
                    <a:pt x="3549420" y="267215"/>
                  </a:lnTo>
                  <a:lnTo>
                    <a:pt x="3563158" y="262456"/>
                  </a:lnTo>
                  <a:lnTo>
                    <a:pt x="3563854" y="262215"/>
                  </a:lnTo>
                  <a:lnTo>
                    <a:pt x="3568375" y="260648"/>
                  </a:lnTo>
                  <a:lnTo>
                    <a:pt x="3579678" y="256732"/>
                  </a:lnTo>
                  <a:lnTo>
                    <a:pt x="3591330" y="252695"/>
                  </a:lnTo>
                  <a:lnTo>
                    <a:pt x="3600720" y="249441"/>
                  </a:lnTo>
                  <a:lnTo>
                    <a:pt x="3607154" y="247212"/>
                  </a:lnTo>
                  <a:lnTo>
                    <a:pt x="3607850" y="246971"/>
                  </a:lnTo>
                  <a:lnTo>
                    <a:pt x="3615675" y="244260"/>
                  </a:lnTo>
                  <a:lnTo>
                    <a:pt x="3625066" y="241006"/>
                  </a:lnTo>
                  <a:lnTo>
                    <a:pt x="3634978" y="237572"/>
                  </a:lnTo>
                  <a:lnTo>
                    <a:pt x="3638108" y="236487"/>
                  </a:lnTo>
                  <a:lnTo>
                    <a:pt x="3638456" y="236367"/>
                  </a:lnTo>
                  <a:lnTo>
                    <a:pt x="3651846" y="231727"/>
                  </a:lnTo>
                  <a:lnTo>
                    <a:pt x="3654628" y="230763"/>
                  </a:lnTo>
                  <a:lnTo>
                    <a:pt x="3664714" y="227269"/>
                  </a:lnTo>
                  <a:lnTo>
                    <a:pt x="3669062" y="225762"/>
                  </a:lnTo>
                  <a:lnTo>
                    <a:pt x="3674279" y="223955"/>
                  </a:lnTo>
                  <a:lnTo>
                    <a:pt x="3680539" y="221786"/>
                  </a:lnTo>
                  <a:lnTo>
                    <a:pt x="3683669" y="220701"/>
                  </a:lnTo>
                  <a:lnTo>
                    <a:pt x="3716536" y="209314"/>
                  </a:lnTo>
                  <a:lnTo>
                    <a:pt x="3716710" y="209253"/>
                  </a:lnTo>
                  <a:lnTo>
                    <a:pt x="3723318" y="206964"/>
                  </a:lnTo>
                  <a:lnTo>
                    <a:pt x="3737056" y="202204"/>
                  </a:lnTo>
                  <a:lnTo>
                    <a:pt x="3737751" y="201963"/>
                  </a:lnTo>
                  <a:lnTo>
                    <a:pt x="3742273" y="200396"/>
                  </a:lnTo>
                  <a:lnTo>
                    <a:pt x="3753576" y="196480"/>
                  </a:lnTo>
                  <a:lnTo>
                    <a:pt x="3765227" y="192443"/>
                  </a:lnTo>
                  <a:lnTo>
                    <a:pt x="3774617" y="189190"/>
                  </a:lnTo>
                  <a:lnTo>
                    <a:pt x="3781052" y="186960"/>
                  </a:lnTo>
                  <a:lnTo>
                    <a:pt x="3781747" y="186719"/>
                  </a:lnTo>
                  <a:lnTo>
                    <a:pt x="3789573" y="184008"/>
                  </a:lnTo>
                  <a:lnTo>
                    <a:pt x="3798963" y="180754"/>
                  </a:lnTo>
                  <a:lnTo>
                    <a:pt x="3808875" y="177320"/>
                  </a:lnTo>
                  <a:lnTo>
                    <a:pt x="3812005" y="176236"/>
                  </a:lnTo>
                  <a:lnTo>
                    <a:pt x="3812353" y="176115"/>
                  </a:lnTo>
                  <a:lnTo>
                    <a:pt x="3825743" y="171476"/>
                  </a:lnTo>
                  <a:lnTo>
                    <a:pt x="3828526" y="170512"/>
                  </a:lnTo>
                  <a:lnTo>
                    <a:pt x="3838612" y="167017"/>
                  </a:lnTo>
                  <a:lnTo>
                    <a:pt x="3842959" y="165511"/>
                  </a:lnTo>
                  <a:lnTo>
                    <a:pt x="3848176" y="163703"/>
                  </a:lnTo>
                  <a:lnTo>
                    <a:pt x="3854436" y="161534"/>
                  </a:lnTo>
                  <a:lnTo>
                    <a:pt x="3857567" y="160450"/>
                  </a:lnTo>
                  <a:lnTo>
                    <a:pt x="3890433" y="149062"/>
                  </a:lnTo>
                  <a:lnTo>
                    <a:pt x="3890607" y="149002"/>
                  </a:lnTo>
                  <a:lnTo>
                    <a:pt x="3897215" y="146712"/>
                  </a:lnTo>
                  <a:lnTo>
                    <a:pt x="3910953" y="141952"/>
                  </a:lnTo>
                  <a:lnTo>
                    <a:pt x="3911649" y="141711"/>
                  </a:lnTo>
                  <a:lnTo>
                    <a:pt x="3916170" y="140145"/>
                  </a:lnTo>
                  <a:lnTo>
                    <a:pt x="3927473" y="136228"/>
                  </a:lnTo>
                  <a:lnTo>
                    <a:pt x="3939124" y="132192"/>
                  </a:lnTo>
                  <a:lnTo>
                    <a:pt x="3948515" y="128938"/>
                  </a:lnTo>
                  <a:lnTo>
                    <a:pt x="3954949" y="126709"/>
                  </a:lnTo>
                  <a:lnTo>
                    <a:pt x="3955645" y="126468"/>
                  </a:lnTo>
                  <a:lnTo>
                    <a:pt x="3963470" y="123756"/>
                  </a:lnTo>
                  <a:lnTo>
                    <a:pt x="3972861" y="120503"/>
                  </a:lnTo>
                  <a:lnTo>
                    <a:pt x="3982773" y="117068"/>
                  </a:lnTo>
                  <a:lnTo>
                    <a:pt x="3985903" y="115984"/>
                  </a:lnTo>
                  <a:lnTo>
                    <a:pt x="3986251" y="115863"/>
                  </a:lnTo>
                  <a:lnTo>
                    <a:pt x="4002423" y="110260"/>
                  </a:lnTo>
                  <a:lnTo>
                    <a:pt x="4012509" y="106765"/>
                  </a:lnTo>
                  <a:lnTo>
                    <a:pt x="4016857" y="105259"/>
                  </a:lnTo>
                  <a:lnTo>
                    <a:pt x="4022074" y="103452"/>
                  </a:lnTo>
                  <a:lnTo>
                    <a:pt x="4031464" y="100198"/>
                  </a:lnTo>
                  <a:lnTo>
                    <a:pt x="4064331" y="88810"/>
                  </a:lnTo>
                  <a:lnTo>
                    <a:pt x="4071113" y="86461"/>
                  </a:lnTo>
                  <a:lnTo>
                    <a:pt x="4085546" y="81460"/>
                  </a:lnTo>
                  <a:lnTo>
                    <a:pt x="4090067" y="79893"/>
                  </a:lnTo>
                  <a:lnTo>
                    <a:pt x="4101371" y="75977"/>
                  </a:lnTo>
                  <a:lnTo>
                    <a:pt x="4122412" y="68686"/>
                  </a:lnTo>
                  <a:lnTo>
                    <a:pt x="4128847" y="66457"/>
                  </a:lnTo>
                  <a:lnTo>
                    <a:pt x="4137368" y="63505"/>
                  </a:lnTo>
                  <a:lnTo>
                    <a:pt x="4146758" y="60251"/>
                  </a:lnTo>
                  <a:lnTo>
                    <a:pt x="4156670" y="56817"/>
                  </a:lnTo>
                  <a:lnTo>
                    <a:pt x="4159800" y="55732"/>
                  </a:lnTo>
                  <a:lnTo>
                    <a:pt x="4160148" y="55612"/>
                  </a:lnTo>
                  <a:lnTo>
                    <a:pt x="4176321" y="50008"/>
                  </a:lnTo>
                  <a:lnTo>
                    <a:pt x="4186407" y="46514"/>
                  </a:lnTo>
                  <a:lnTo>
                    <a:pt x="4238228" y="28559"/>
                  </a:lnTo>
                  <a:lnTo>
                    <a:pt x="4259444" y="21208"/>
                  </a:lnTo>
                  <a:lnTo>
                    <a:pt x="4296310" y="8435"/>
                  </a:lnTo>
                  <a:lnTo>
                    <a:pt x="4302744" y="6205"/>
                  </a:lnTo>
                  <a:lnTo>
                    <a:pt x="4320655" y="0"/>
                  </a:lnTo>
                </a:path>
              </a:pathLst>
            </a:custGeom>
            <a:ln w="32521" cap="flat">
              <a:solidFill>
                <a:srgbClr val="C77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" name="pl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" name="pl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" name="pl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" name="pl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" name="pl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" name="pl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" name="pl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" name="pl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" name="pl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" name="pl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" name="pl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" name="pl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" name="pl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" name="pl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" name="pl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" name="pl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" name="pl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" name="pl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" name="pl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" name="pl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" name="pl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" name="pl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" name="pl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" name="pl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" name="pl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" name="pl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" name="pl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" name="pl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" name="pl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" name="pl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" name="pl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" name="pl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" name="pl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" name="pl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" name="pl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" name="pl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" name="pl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" name="pl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" name="pl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" name="pl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" name="pl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" name="pl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" name="pl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" name="pl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" name="pl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" name="pl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" name="pl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" name="pl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" name="pl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" name="pl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" name="pl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" name="pl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" name="pl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" name="pl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" name="pl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" name="pl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" name="pl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" name="pl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" name="pl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" name="pl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" name="pl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" name="pl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" name="pl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" name="pl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" name="pl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" name="pl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" name="pl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" name="pl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" name="pl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" name="pl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" name="pl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" name="pl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" name="pl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" name="pl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" name="pl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" name="pl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" name="pl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" name="pl1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" name="pl1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" name="pl1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" name="pl1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" name="pl1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" name="pl1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" name="pl1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" name="pl1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" name="pl1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" name="pl1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" name="pl1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" name="pl1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" name="pl1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" name="pl1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" name="pl1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" name="pl1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" name="pl1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" name="pl1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" name="pl1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" name="pl1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" name="pl1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" name="pl1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" name="pl1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" name="pl1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" name="pl1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" name="pl1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" name="pl1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" name="pl1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" name="pl1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" name="pl1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" name="pl1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" name="pl1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" name="pl1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" name="pl1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" name="pl1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" name="pl1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" name="pl1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" name="pl1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" name="pl1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" name="pl1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" name="pl1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" name="pl1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" name="pl1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" name="pl1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" name="pl1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" name="pl1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" name="pl1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" name="pl1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" name="pl1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" name="pl1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" name="pl1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" name="pl1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" name="pl1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" name="pl1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" name="pl1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" name="pl1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" name="pl1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" name="pl1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" name="pl1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" name="pl1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" name="pl1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" name="pl1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" name="pl1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" name="pl1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" name="pl1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" name="pl1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" name="pl1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" name="pl1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" name="pl1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" name="pl1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" name="pl1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" name="pl1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" name="pl1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" name="pl1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" name="pl1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" name="pl1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" name="pl1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" name="pl1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" name="pl1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" name="pl1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" name="pl1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" name="pl1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" name="pl1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" name="pl1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" name="pl1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" name="pl1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" name="pl1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" name="pl1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" name="pl1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" name="pl1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" name="pl1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" name="pl1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" name="pl1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" name="pl1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" name="pl1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" name="pl1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" name="pl1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" name="pl1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" name="pl1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" name="pl1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" name="pl2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" name="pl2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" name="pl2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" name="pl2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" name="pl2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" name="pl2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" name="pl2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" name="pl2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" name="pl2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" name="pl2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" name="pl2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" name="pl2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" name="pl2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" name="pl2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" name="pl2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" name="pl2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" name="pl2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" name="pl2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" name="pl2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" name="pl2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" name="pl2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" name="pl2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" name="pl2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" name="pl2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" name="pl2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" name="pl2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" name="pl2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" name="pl2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" name="pl2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" name="pl2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" name="pl2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" name="pl2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" name="pl2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" name="pl2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" name="pl2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" name="pl2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" name="pl2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" name="pl2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" name="pl2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" name="pl2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" name="pl2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" name="pl2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" name="pl2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" name="pl2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" name="pl2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" name="pl2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" name="pl2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" name="pl2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" name="pl2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" name="pl2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" name="pl2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" name="pl2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" name="pl2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" name="pl2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" name="pl2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" name="pl2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" name="pl2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" name="pl2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" name="pl2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" name="pl2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" name="pl2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" name="pl2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" name="pl2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" name="pl2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" name="pl2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" name="pl2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" name="pl2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" name="pl2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" name="pl2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" name="pl2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" name="pl2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" name="pl2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" name="pl2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4" name="pl2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5" name="pl2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6" name="pl2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7" name="pl2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8" name="pl2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9" name="pl2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0" name="pl2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1" name="pl2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2" name="pl2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3" name="pl2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4" name="pl2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5" name="pl2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6" name="pl2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7" name="pl2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8" name="pl2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9" name="pl2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0" name="pl2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1" name="pl2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2" name="pl2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3" name="pl2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4" name="pl2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5" name="pl2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6" name="pl2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7" name="pl2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8" name="pl2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9" name="pl2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0" name="pl2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1" name="pl3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2" name="pl3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3" name="pl3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4" name="pl3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5" name="pl3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6" name="pl3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7" name="pl3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8" name="pl3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9" name="pl3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0" name="pl3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1" name="pl3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2" name="pl3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3" name="pl3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4" name="pl3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5" name="pl3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6" name="pl3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7" name="pl3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8" name="pl3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9" name="pl3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0" name="pl3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1" name="pl3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2" name="pl3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3" name="pl3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4" name="pl3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5" name="pl3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6" name="pl3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7" name="pl3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8" name="pl3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9" name="pl3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0" name="pl3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1" name="pl3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2" name="pl3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3" name="pl3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4" name="pl3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5" name="pl3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6" name="pl3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7" name="pl3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8" name="pl3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9" name="pl3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0" name="pl3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1" name="pl3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2" name="pl3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3" name="pl3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4" name="pl3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5" name="pl3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6" name="pl3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7" name="pl3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8" name="pl3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9" name="pl3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0" name="pl3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1" name="pl3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2" name="pl3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3" name="pl3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4" name="pl3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5" name="pl3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6" name="pl3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7" name="pl3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8" name="pl3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9" name="pl3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0" name="pl3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1" name="pl3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2" name="pl3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3" name="pl3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4" name="pl3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5" name="pl3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6" name="pl3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7" name="pl3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8" name="pl3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9" name="pl3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0" name="pl3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1" name="pl3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2" name="pl3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3" name="pl3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4" name="pl3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5" name="pl3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6" name="pl3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7" name="pl3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8" name="pl3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9" name="pl3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0" name="pl3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1" name="pl3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2" name="pl3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3" name="pl3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4" name="pl3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5" name="pl3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6" name="pl3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7" name="pl3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8" name="pl3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9" name="pl3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0" name="pl3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1" name="pl3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2" name="pl3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3" name="pl3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4" name="pl3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5" name="pl3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6" name="pl3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7" name="pl3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8" name="pl3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9" name="pl3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0" name="pl3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1" name="pl4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2" name="pl4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3" name="pl4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4" name="pl4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5" name="pl4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6" name="pl4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7" name="pl4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8" name="pl4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9" name="pl4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0" name="pl4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1" name="pl4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2" name="pl4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3" name="pl4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4" name="pl4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5" name="pl4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6" name="pl4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7" name="pl4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8" name="pl4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9" name="pl4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0" name="pl4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1" name="pl4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2" name="pl4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3" name="pl4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4" name="pl4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5" name="pl4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6" name="pl4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7" name="pl4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8" name="pl4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9" name="pl4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0" name="pl4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1" name="pl4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2" name="pl4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3" name="pl4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4" name="pl4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5" name="pl4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6" name="pl4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7" name="pl4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8" name="pl4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9" name="pl4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0" name="pl4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1" name="pl4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2" name="pl4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3" name="pl4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4" name="pl4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5" name="pl4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6" name="pl4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7" name="pl4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8" name="pl4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9" name="pl4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0" name="pl4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1" name="pl4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2" name="pl4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3" name="pl4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4" name="pl4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5" name="pl4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6" name="pl4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7" name="pl4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8" name="pl4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9" name="pl4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0" name="pl4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1" name="pl4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2" name="pl4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3" name="pl4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4" name="pl4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5" name="pl4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6" name="pl4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7" name="pl4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8" name="pl4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9" name="pl4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0" name="pl4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1" name="pl4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2" name="pl4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3" name="pl4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4" name="pl4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5" name="pl4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6" name="pl4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7" name="pl4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8" name="pl4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9" name="pl4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0" name="pl4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1" name="pl4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2" name="pl4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3" name="pl4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4" name="pl4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5" name="pl4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6" name="pl4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7" name="pl4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8" name="pl4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9" name="pl4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0" name="pl4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1" name="pl4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2" name="pl4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3" name="pl4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4" name="pl4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5" name="pl4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6" name="pl4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7" name="pl4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8" name="pl4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9" name="pl4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0" name="pl4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1" name="pl5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2" name="pl5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3" name="pl5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4" name="pl5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5" name="pl5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6" name="pl5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7" name="pl5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8" name="pl5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9" name="pl5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0" name="pl5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1" name="pl5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2" name="pl5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3" name="pl5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4" name="pl5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5" name="pl5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6" name="pl5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7" name="pl5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8" name="pl5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9" name="pl5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0" name="pl5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1" name="pl5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2" name="pl5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3" name="pl5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4" name="pl5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5" name="pl5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6" name="pl5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7" name="pl5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8" name="pl5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9" name="pl5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0" name="pl5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1" name="pl5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2" name="pl5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3" name="pl5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4" name="pl5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5" name="pl5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6" name="pl5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7" name="pl5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8" name="pl5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9" name="pl5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0" name="pl5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1" name="pl5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2" name="pl5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3" name="pl5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4" name="pl5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5" name="pl5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6" name="pl5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7" name="pl5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8" name="pl5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9" name="pl5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0" name="pl5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1" name="pl5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2" name="pl5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3" name="pl5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4" name="pl5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5" name="pl5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6" name="pl5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7" name="pl5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8" name="pl5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9" name="pl5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0" name="pl5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1" name="pl5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2" name="pl5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3" name="pl5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4" name="pl5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5" name="pl5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6" name="pl5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7" name="pl5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8" name="pl5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9" name="pl5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0" name="pl5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1" name="pl5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2" name="pl5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3" name="pl5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4" name="pl5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5" name="pl5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6" name="pl5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7" name="pl5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8" name="pl5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9" name="pl5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0" name="pl5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1" name="pl5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2" name="pl5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3" name="pl5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4" name="pl5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5" name="pl5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6" name="pl5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7" name="pl5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8" name="pl5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9" name="pl5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0" name="pl5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1" name="pl5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2" name="pl5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3" name="pl5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4" name="pl5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5" name="pl5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6" name="pl5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7" name="pl5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8" name="pl5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9" name="pl5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0" name="pl5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1" name="pl6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2" name="pl6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3" name="pl6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4" name="pl6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5" name="pl6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6" name="pl6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7" name="pl6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8" name="pl6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9" name="pl6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0" name="pl6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1" name="pl6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2" name="pl6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3" name="pl6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4" name="pl6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5" name="pl6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6" name="pl6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7" name="pl6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8" name="pl6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9" name="pl6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0" name="pl6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1" name="pl6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2" name="pl6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3" name="pl6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4" name="pl6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5" name="pl6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6" name="pl6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7" name="pl6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8" name="pl6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9" name="pl6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0" name="pl6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1" name="pl6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2" name="pl6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3" name="pl6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4" name="pl6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5" name="pl6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6" name="pl6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7" name="pl6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8" name="pl6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9" name="pl6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0" name="pl6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1" name="pl6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2" name="pl6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3" name="pl6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4" name="pl6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5" name="pl6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6" name="pl6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7" name="pl6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8" name="pl6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9" name="pl6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0" name="pl6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1" name="pl6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2" name="pl6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3" name="pl6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4" name="pl6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5" name="pl6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6" name="pl6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7" name="pl6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8" name="pl6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9" name="pl6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0" name="pl6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1" name="pl6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2" name="pl6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3" name="pl6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4" name="pl6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5" name="pl6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6" name="pl6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7" name="pl6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8" name="pl6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9" name="pl6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0" name="pl6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1" name="pl6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2" name="pl6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3" name="pl6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4" name="pl6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5" name="pl6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6" name="pl6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7" name="pl6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8" name="pl6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9" name="pl6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0" name="pl6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1" name="pl6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2" name="pl6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3" name="pl6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4" name="pl6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5" name="pl6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6" name="pl6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7" name="pl6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8" name="pl6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9" name="pl6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0" name="pl6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1" name="pl6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2" name="pl6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3" name="pl6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4" name="pl6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5" name="pl6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6" name="pl6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7" name="pl6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8" name="pl6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9" name="pl6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0" name="pl6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1" name="pl7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2" name="pl7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3" name="pl7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4" name="pl7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5" name="pl7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6" name="pl7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7" name="pl7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8" name="pl7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9" name="pl7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0" name="pl7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1" name="pl7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2" name="pl7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3" name="pl7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4" name="pl7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5" name="pl7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6" name="pl7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7" name="pl7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8" name="pl7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9" name="pl7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0" name="pl7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1" name="pl7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2" name="pl7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3" name="pl7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4" name="pl7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5" name="pl7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6" name="pl7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7" name="pl7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8" name="pl7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9" name="pl7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0" name="pl7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1" name="pl7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2" name="pl7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3" name="pl7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4" name="pl7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5" name="pl7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6" name="pl7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7" name="pl7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8" name="pl7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9" name="pl7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0" name="pl7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1" name="pl7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2" name="pl7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3" name="pl7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4" name="pl7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5" name="pl7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6" name="pl7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7" name="pl7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8" name="pl7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9" name="pl7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0" name="pl7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1" name="pl7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2" name="pl7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3" name="pl7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4" name="pl7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5" name="pl7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6" name="pl7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7" name="pl7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8" name="pl7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9" name="pl7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0" name="pl7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1" name="pl7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2" name="pl7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3" name="pl7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4" name="pl7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5" name="pl7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6" name="pl7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7" name="pl7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8" name="pl7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9" name="pl7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0" name="pl7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1" name="pl7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2" name="pl7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3" name="pl7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4" name="pl7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5" name="pl7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6" name="pl7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7" name="pl7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8" name="pl7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9" name="pl7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0" name="pl7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1" name="pl7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2" name="pl7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3" name="pl7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4" name="pl7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5" name="pl7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6" name="pl7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7" name="pl7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8" name="pl7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9" name="pl7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0" name="pl7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1" name="pl7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2" name="pl7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3" name="pl7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4" name="pl7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5" name="pl7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6" name="pl7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7" name="pl7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8" name="pl7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9" name="pl7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0" name="pl7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1" name="pl8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2" name="pl8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3" name="pl8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4" name="pl8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5" name="pl8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6" name="pl8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7" name="pl8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8" name="pl8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9" name="pl8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0" name="pl8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1" name="pl8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2" name="pl8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3" name="pl8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4" name="pl8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5" name="pl8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6" name="pl8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7" name="pl8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8" name="pl8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9" name="pl8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0" name="pl8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1" name="pl8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2" name="pl8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3" name="pl8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4" name="pl8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5" name="pl8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6" name="pl8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7" name="pl8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8" name="pl8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9" name="pl8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0" name="pl8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1" name="pl8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2" name="pl8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3" name="pl8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4" name="pl8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5" name="pl8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6" name="pl8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7" name="pl8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8" name="pl8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9" name="pl8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0" name="pl8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1" name="pl8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2" name="pl8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3" name="pl8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4" name="pl8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5" name="pl8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6" name="pl8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7" name="pl8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8" name="pl8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9" name="pl8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0" name="pl8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1" name="pl8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2" name="pl8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3" name="pl8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4" name="pl8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5" name="pl8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6" name="pl8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7" name="pl8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8" name="pl8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9" name="pl8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0" name="pl8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1" name="pl8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2" name="pl8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3" name="pl8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4" name="pl8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5" name="pl8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6" name="pl8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7" name="pl8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8" name="pl8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9" name="pl8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0" name="pl8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1" name="pl8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2" name="pl8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3" name="pl8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4" name="pl8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5" name="pl8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6" name="pl8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7" name="pl8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8" name="pl8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9" name="pl8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0" name="pl8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1" name="pl8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2" name="pl8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3" name="pl8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4" name="pl8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5" name="pl8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6" name="pl8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7" name="pl8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8" name="pl8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9" name="pl8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0" name="pl8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1" name="pl8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2" name="pl8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3" name="pl8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4" name="pl8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5" name="pl8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6" name="pl8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7" name="pl8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8" name="pl8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9" name="pl8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0" name="pl8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1" name="pl9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2" name="pl9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3" name="pl9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4" name="pl9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5" name="pl9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6" name="pl9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7" name="pl9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8" name="pl9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9" name="pl9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0" name="pl9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1" name="pl9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2" name="pl9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3" name="pl9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4" name="pl9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5" name="pl9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6" name="pl9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7" name="pl9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8" name="pl9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9" name="pl9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0" name="pl9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1" name="pl9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2" name="pl9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3" name="pl9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4" name="pl9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5" name="pl9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6" name="pl9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7" name="pl9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8" name="pl9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9" name="pl9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0" name="pl9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1" name="pl9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2" name="pl9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3" name="pl9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4" name="pl9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5" name="pl9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6" name="pl9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7" name="pl9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8" name="pl9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9" name="pl9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0" name="pl9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1" name="pl9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2" name="pl9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3" name="pl9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4" name="pl9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5" name="pl9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6" name="pl9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7" name="pl9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8" name="pl9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9" name="pl9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0" name="pl9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1" name="pl9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2" name="pl9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3" name="pl9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4" name="pl9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5" name="pl9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6" name="pl9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7" name="pl9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8" name="pl9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9" name="pl9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0" name="pl9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1" name="pl9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2" name="pl9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3" name="pl9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4" name="pl9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5" name="pl9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6" name="pl9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7" name="pl9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8" name="pl9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9" name="pl9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0" name="pl9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1" name="pl9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2" name="pl9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3" name="pl9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4" name="pl9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5" name="pl9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6" name="pl9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7" name="pl9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8" name="pl9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9" name="pl9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0" name="pl9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1" name="pl9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2" name="pl9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3" name="pl9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4" name="pl9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5" name="pl9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6" name="pl9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7" name="pl9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8" name="pl9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9" name="pl9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0" name="pl9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1" name="pl9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2" name="pl9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3" name="pl9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4" name="pl9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5" name="pl9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6" name="pl9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7" name="pl9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8" name="pl9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9" name="pl9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0" name="pl9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1" name="pl10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2" name="pl10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3" name="pl10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4" name="pl10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5" name="pl10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6" name="pl10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7" name="pl10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8" name="pl10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9" name="pl10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0" name="pl10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1" name="pl10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2" name="pl10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3" name="pl10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4" name="pl10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5" name="pl10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6" name="pl10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7" name="pl10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8" name="pl10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9" name="pl10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0" name="pl10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1" name="pl10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2" name="pl10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3" name="pl10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4" name="pl10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5" name="pl10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6" name="pl10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7" name="pl10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8" name="pl10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9" name="pl10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0" name="pl10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1" name="pl10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2" name="pl10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3" name="pl10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4" name="pl10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5" name="pl10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6" name="pl10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7" name="pl10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8" name="pl10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9" name="pl10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0" name="pl10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1" name="pl10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2" name="pl10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3" name="pl10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4" name="pl10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5" name="pl10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6" name="pl10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7" name="pl10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8" name="pl10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9" name="pl10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0" name="pl10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1" name="pl10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2" name="pl10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3" name="pl10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4" name="pl10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5" name="pl10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6" name="pl10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7" name="pl10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8" name="pl10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9" name="pl10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0" name="pl10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1" name="pl10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2" name="pl10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3" name="pl10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4" name="pl10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5" name="pl10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6" name="pl10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7" name="pl10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8" name="pl10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9" name="pl10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0" name="pl10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1" name="pl10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2" name="pl10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3" name="pl10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4" name="pl10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5" name="pl10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6" name="pl10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7" name="pl10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8" name="pl10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9" name="pl10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0" name="pl10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1" name="pl10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2" name="pl10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3" name="pl10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4" name="pl10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5" name="pl10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6" name="pl10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7" name="pl10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8" name="pl10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9" name="pl10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0" name="pl10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1" name="pl10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2" name="pl10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3" name="pl10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4" name="pl10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5" name="pl10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6" name="pl10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7" name="pl10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8" name="pl10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9" name="pl10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0" name="pl10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1" name="pl11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2" name="pl11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3" name="pl11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4" name="pl11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5" name="pl11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6" name="pl11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7" name="pl11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8" name="pl11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9" name="pl11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0" name="pl11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1" name="pl11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2" name="pl11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3" name="pl11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4" name="pl11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5" name="pl11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6" name="pl11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7" name="pl11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8" name="pl11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9" name="pl11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0" name="pl11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1" name="pl11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2" name="pl11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3" name="pl11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4" name="pl11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5" name="pl11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6" name="pl11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7" name="pl11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8" name="pl11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9" name="pl11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0" name="pl11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1" name="pl11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2" name="pl11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3" name="pl11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4" name="pl11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5" name="pl11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6" name="pl11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7" name="pl11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8" name="pl11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9" name="pl11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0" name="pl11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1" name="pl11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2" name="pl11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3" name="pl11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4" name="pl11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5" name="pl11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6" name="pl11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7" name="pl11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8" name="pl11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9" name="pl11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0" name="pl11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1" name="pl11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2" name="pl11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3" name="pl11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4" name="pl11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5" name="pl11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6" name="pl11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7" name="pl11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8" name="pl11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9" name="pl11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0" name="pl11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1" name="pl11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2" name="pl11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3" name="pl11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4" name="pl11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5" name="pl11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6" name="pl11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7" name="pl11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8" name="pl11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9" name="pl11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0" name="pl11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1" name="pl11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2" name="pl11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3" name="pl11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4" name="pl11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5" name="pl11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6" name="pl11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7" name="pl11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8" name="pl11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9" name="pl11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0" name="pl11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1" name="pl11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2" name="pl11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3" name="pl11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4" name="pl11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5" name="pl11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6" name="pl11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7" name="pl11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8" name="pl11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9" name="pl11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0" name="pl11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1" name="pl11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2" name="pl11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3" name="pl11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4" name="pl11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5" name="pl11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6" name="pl11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7" name="pl11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8" name="pl11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9" name="pl11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0" name="pl11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1" name="pl12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2" name="pl12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3" name="pl12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4" name="pl12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5" name="pl12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6" name="pl12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7" name="pl12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8" name="pl12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9" name="pl12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0" name="pl12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1" name="pl12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2" name="pl12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3" name="pl12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4" name="pl12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5" name="pl12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6" name="pl12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7" name="pl12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8" name="pl12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9" name="pl12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0" name="pl12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1" name="pl12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2" name="pl12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3" name="pl12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4" name="pl12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5" name="pl12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6" name="pl12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7" name="pl12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8" name="pl12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9" name="pl12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0" name="pl12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1" name="pl12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2" name="pl12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3" name="pl12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4" name="pl12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5" name="pl12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6" name="pl12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7" name="pl12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8" name="pl12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9" name="pl12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0" name="pl12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1" name="pl12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2" name="pl12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3" name="pl12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4" name="pl12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5" name="pl12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6" name="pl12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7" name="pl12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8" name="pl12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9" name="pl12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0" name="pl12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1" name="pl12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2" name="pl12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3" name="pl12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4" name="pl12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5" name="pl12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6" name="pl12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7" name="pl12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8" name="pl12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9" name="pl12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0" name="pl12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1" name="pl12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2" name="pl12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3" name="pl12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4" name="pl12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5" name="pl12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6" name="pl12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7" name="pl12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8" name="pl12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9" name="pl12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0" name="pl12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1" name="pl12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2" name="pl12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3" name="pl12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4" name="pl12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5" name="pl12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6" name="pl12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7" name="pl12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8" name="pl12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9" name="pl12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0" name="pl12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1" name="pl12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2" name="pl12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3" name="pl12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4" name="pl12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5" name="pl12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6" name="pl12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7" name="pl12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8" name="pl12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9" name="pl12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0" name="pl12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1" name="pl12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2" name="pl12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3" name="pl12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4" name="pl12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5" name="pl12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6" name="pl12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7" name="pl12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8" name="pl12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9" name="pl12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0" name="pl12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1" name="pl13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2" name="pl13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3" name="pl13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4" name="pl13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5" name="pl13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6" name="pl13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7" name="pl13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8" name="pl13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9" name="pl13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0" name="pl13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1" name="pl13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2" name="pl13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3" name="pl13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4" name="pl13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5" name="pl13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6" name="pl13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7" name="pl13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8" name="pl13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9" name="pl13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0" name="pl13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1" name="pl13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2" name="pl13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3" name="pl13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4" name="pl13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5" name="pl13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6" name="pl13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7" name="pl13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8" name="pl13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9" name="pl13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0" name="pl13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1" name="pl13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2" name="pl13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3" name="pl13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4" name="pl13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5" name="pl13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6" name="pl13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7" name="pl13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8" name="pl13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9" name="pl13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0" name="pl13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1" name="pl13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2" name="pl13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3" name="pl13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4" name="pl13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5" name="pl13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6" name="pl13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7" name="pl13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8" name="pl13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9" name="pl13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0" name="pl13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1" name="pl13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2" name="pl13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3" name="pl13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4" name="pl13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5" name="pl13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6" name="pl13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7" name="pl13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8" name="pl13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9" name="pl13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0" name="pl13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1" name="pl13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2" name="pl13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3" name="pl13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4" name="pl13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5" name="pl13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6" name="pl13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7" name="pl13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8" name="pl13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9" name="pl13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0" name="pl13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1" name="pl13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2" name="pl13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3" name="pl13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4" name="pl13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5" name="pl13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6" name="pl13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7" name="pl13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8" name="pl13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9" name="pl13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0" name="pl13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1" name="pl13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2" name="pl13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3" name="pl13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4" name="pl13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5" name="pl13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6" name="pl13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7" name="pl13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8" name="pl13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9" name="pl13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0" name="pl13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1" name="pl13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2" name="pl13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3" name="pl13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4" name="pl13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5" name="pl13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6" name="pl13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7" name="pl13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8" name="pl13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9" name="pl13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0" name="pl13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1" name="pl14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2" name="pl14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3" name="pl14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4" name="pl14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5" name="pl14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6" name="pl14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7" name="pl14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8" name="pl14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9" name="pl14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0" name="pl14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1" name="pl14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2" name="pl14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3" name="pl14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4" name="pl14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5" name="pl14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6" name="pl14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7" name="pl14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8" name="pl14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9" name="pl14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0" name="pl14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1" name="pl14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2" name="pl14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3" name="pl14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4" name="pl14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5" name="pl14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6" name="pl14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7" name="pl14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8" name="pl14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9" name="pl14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0" name="pl14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1" name="pl14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2" name="pl14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3" name="pl14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4" name="pl14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5" name="pl14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6" name="pl14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7" name="pl14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8" name="pl14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9" name="pl14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0" name="pl14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1" name="pl14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2" name="pl14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3" name="pl14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4" name="pl14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5" name="pl14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6" name="pl14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7" name="pl14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8" name="pl14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9" name="pl14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0" name="pl14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1" name="pl14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2" name="pl14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3" name="pl14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4" name="pl14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5" name="pl14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6" name="pl14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7" name="pl14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8" name="pl14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9" name="pl14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0" name="pl14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1" name="pl14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2" name="pl14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3" name="pl14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4" name="pl14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5" name="pl14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6" name="pl14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7" name="pl14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8" name="pl14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9" name="pl14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0" name="pl14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1" name="pl14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2" name="pl14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3" name="pl14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4" name="pl14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5" name="pl14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6" name="pl14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7" name="pl14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8" name="pl14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9" name="pl14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0" name="pl14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1" name="pl14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2" name="pl14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3" name="pl14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4" name="pl14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5" name="pl14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6" name="pl14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7" name="pl14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8" name="pl14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9" name="pl14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0" name="pl14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1" name="pl14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2" name="pl14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3" name="pl14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4" name="pl14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5" name="pl14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6" name="pl14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7" name="pl14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8" name="pl14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9" name="pl14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0" name="pl14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1" name="pl15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2" name="pl15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3" name="pl15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4" name="pl15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5" name="pl15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6" name="pl15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7" name="pl15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8" name="pl15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9" name="pl15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0" name="pl15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1" name="pl15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2" name="pl15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3" name="pl15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4" name="pl15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5" name="pl15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6" name="pl15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7" name="pl15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8" name="pl15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9" name="pl15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0" name="pl15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1" name="pl15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2" name="pl15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3" name="pl15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4" name="pl15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5" name="pl15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6" name="pl15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7" name="pl15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8" name="pl15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9" name="pl15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0" name="pl15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1" name="pl15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2" name="pl15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3" name="pl15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4" name="pl15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5" name="pl15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6" name="pl15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7" name="pl15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8" name="pl15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9" name="pl15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0" name="pl15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1" name="pl15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2" name="pl15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3" name="pl15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4" name="pl15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5" name="pl15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6" name="pl15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7" name="pl15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8" name="pl15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9" name="pl15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0" name="pl15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1" name="pl15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2" name="pl15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3" name="pl15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4" name="pl15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5" name="pl15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6" name="pl15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7" name="pl15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8" name="pl15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9" name="pl15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0" name="pl15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1" name="pl15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2" name="pl15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3" name="pl15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4" name="pl15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5" name="pl15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6" name="pl15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7" name="pl15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8" name="pl15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9" name="pl15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0" name="pl15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1" name="pl15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2" name="pl15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3" name="pl15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4" name="pl15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5" name="pl15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6" name="pl15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7" name="pl15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8" name="pl15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9" name="pl15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0" name="pl15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1" name="pl15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2" name="pl15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3" name="pl15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4" name="pl15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5" name="pl15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6" name="pl15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7" name="pl15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8" name="pl15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9" name="pl15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0" name="pl15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1" name="pl15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2" name="pl15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3" name="pl15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4" name="pl15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5" name="pl15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6" name="pl15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7" name="pl15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8" name="pl15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9" name="pl15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0" name="pl15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1" name="pl16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2" name="pl16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3" name="pl16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4" name="pl16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5" name="pl16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6" name="pl16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7" name="pl16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8" name="pl16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9" name="pl16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0" name="pl16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1" name="pl16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2" name="pl16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3" name="pl16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4" name="pl16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5" name="pl16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6" name="pl16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7" name="pl16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8" name="pl16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9" name="pl16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0" name="pl16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1" name="pl16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2" name="pl16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3" name="pl16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4" name="pl16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5" name="pl16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6" name="pl16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7" name="pl16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8" name="pl16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9" name="pl16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0" name="pl16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1" name="pl16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2" name="pl16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3" name="pl16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4" name="pl16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5" name="pl16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6" name="pl16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7" name="pl16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8" name="pl16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9" name="pl16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0" name="pl16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1" name="pl16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2" name="pl16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3" name="pl16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4" name="pl16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5" name="pl16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6" name="pl16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7" name="pl16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8" name="pl16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9" name="pl16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0" name="pl16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1" name="pl16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2" name="pl16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3" name="pl16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4" name="pl16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5" name="pl16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6" name="pl16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7" name="pl16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8" name="pl16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9" name="pl16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0" name="pl16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1" name="pl16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2" name="pl16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3" name="pl16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4" name="pl16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5" name="pl16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6" name="pl16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7" name="pl16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8" name="pl16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9" name="pl16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0" name="pl16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1" name="pl16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2" name="pl16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3" name="pl16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4" name="pl16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5" name="pl16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6" name="pl16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7" name="pl16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8" name="pl16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9" name="pl16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0" name="pl16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1" name="pl16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2" name="pl16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3" name="pl16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4" name="pl16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5" name="pl16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6" name="pl16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7" name="pl16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8" name="pl16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9" name="pl16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0" name="pl16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1" name="pl16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2" name="pl16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3" name="pl16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4" name="pl16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5" name="pl16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6" name="pl16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7" name="pl16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8" name="pl16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9" name="pl16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0" name="pl16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1" name="pl17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2" name="pl17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3" name="pl17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4" name="pl17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5" name="pl17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6" name="pl17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7" name="pl17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8" name="pl17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9" name="pl17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0" name="pl17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1" name="pl17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2" name="pl17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3" name="pl17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4" name="pl17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5" name="pl17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6" name="pl17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7" name="pl17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8" name="pl17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9" name="pl17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0" name="pl17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1" name="pl17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2" name="pl17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3" name="pl17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4" name="pl17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5" name="pl17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6" name="pl17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7" name="pl17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8" name="pl17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9" name="pl17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0" name="pl17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1" name="pl17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2" name="pl17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3" name="pl17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4" name="pl17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5" name="pl17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6" name="pl17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7" name="pl17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8" name="pl17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9" name="pl17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0" name="pl17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1" name="pl17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2" name="pl17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3" name="pl17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4" name="pl17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5" name="pl17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6" name="pl17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7" name="pl17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8" name="pl17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9" name="pl17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0" name="pl17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1" name="pl17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2" name="pl17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3" name="pl17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4" name="pl17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5" name="pl17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6" name="pl17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7" name="pl17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8" name="pl17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9" name="pl17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0" name="pl17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1" name="pl17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2" name="pl17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3" name="pl17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4" name="pl17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5" name="pl17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6" name="pl17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7" name="pl17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8" name="pl17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9" name="pl17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0" name="pl17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1" name="pl17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2" name="pl17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3" name="pl17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4" name="pl17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5" name="pl17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6" name="pl17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7" name="pl17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8" name="pl17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9" name="pl17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0" name="pl17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1" name="pl17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2" name="pl17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3" name="pl17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4" name="pl17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5" name="pl17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6" name="pl17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7" name="pl17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8" name="pl17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9" name="pl17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0" name="pl17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1" name="pl17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2" name="pl17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3" name="pl17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4" name="pl17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5" name="pl17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6" name="pl17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7" name="pl17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8" name="pl17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9" name="pl17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0" name="pl17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1" name="pl18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2" name="pl18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3" name="pl18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4" name="pl18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5" name="pl18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6" name="pl18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7" name="pl18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8" name="pl18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9" name="pl18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0" name="pl18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1" name="pl18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2" name="pl18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3" name="pl18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4" name="pl18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5" name="pl18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6" name="pl18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7" name="pl18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8" name="pl18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9" name="pl18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0" name="pl18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1" name="pl18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2" name="pl18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3" name="pl18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4" name="pl18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5" name="pl18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6" name="pl18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7" name="pl18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8" name="pl18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9" name="pl18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0" name="pl18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1" name="pl18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2" name="pl18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3" name="pl18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4" name="pl18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5" name="pl18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6" name="pl18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7" name="pl18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8" name="pl18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9" name="pl18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0" name="pl18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1" name="pl18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2" name="pl18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3" name="pl18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4" name="pl18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5" name="pl18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6" name="pl18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7" name="pl18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8" name="pl18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9" name="pl18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0" name="pl18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1" name="pl18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2" name="pl18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3" name="pl18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4" name="pl18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5" name="pl18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6" name="pl18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7" name="pl18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8" name="pl18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9" name="pl18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0" name="pl18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1" name="pl18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2" name="pl18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3" name="pl18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4" name="pl18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5" name="pl18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6" name="pl18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7" name="pl18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8" name="pl18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9" name="pl18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0" name="pl18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1" name="pl18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2" name="pl18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3" name="pl18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4" name="pl18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5" name="pl18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6" name="pl18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7" name="pl18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8" name="pl18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9" name="pl18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0" name="pl18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1" name="pl18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2" name="pl18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3" name="pl18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4" name="pl18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5" name="pl18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6" name="pl18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7" name="pl18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8" name="pl18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9" name="pl18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0" name="pl18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1" name="pl18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2" name="pl18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3" name="pl18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4" name="pl18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5" name="pl18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6" name="pl18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7" name="pl18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8" name="pl18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9" name="pl18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0" name="pl18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1" name="pl19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2" name="pl19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3" name="pl19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4" name="pl19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5" name="pl19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6" name="pl19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7" name="pl19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8" name="pl19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9" name="pl19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0" name="pl19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1" name="pl19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2" name="pl19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3" name="pl19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4" name="pl19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5" name="pl19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6" name="pl19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7" name="pl19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8" name="pl19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9" name="pl19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0" name="pl19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1" name="pl19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2" name="pl19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3" name="pl19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4" name="pl19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5" name="pl19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6" name="pl19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7" name="pl19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8" name="pl19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9" name="pl19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0" name="pl19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1" name="pl19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2" name="pl19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3" name="pl19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4" name="pl19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5" name="pl19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6" name="pl19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7" name="pl19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8" name="pl19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9" name="pl19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0" name="pl19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1" name="pl19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2" name="pl19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3" name="pl19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4" name="pl19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5" name="pl19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6" name="pl19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7" name="pl19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8" name="pl19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9" name="pl19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0" name="pl19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1" name="pl19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2" name="pl19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3" name="pl19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4" name="pl19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5" name="pl19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6" name="pl19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7" name="pl19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8" name="pl19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9" name="pl19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0" name="pl19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1" name="pl19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2" name="pl19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3" name="pl19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4" name="pl19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5" name="pl19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6" name="pl19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7" name="pl19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8" name="pl19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9" name="pl19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0" name="pl19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1" name="pl19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2" name="pl19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3" name="pl19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4" name="pl19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5" name="pl19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6" name="pl19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7" name="pl19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8" name="pl19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9" name="pl19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0" name="pl19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1" name="pl19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2" name="pl19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3" name="pl19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4" name="pl19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5" name="pl19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6" name="pl19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7" name="pl19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8" name="pl19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9" name="pl19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0" name="pl19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1" name="pl19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2" name="pl19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3" name="pl19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4" name="pl19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5" name="pl19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6" name="pl19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7" name="pl19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8" name="pl19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9" name="pl19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0" name="pl19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1" name="pl20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2" name="pl20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3" name="pl20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4" name="pl20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5" name="pl20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6" name="pl20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7" name="pl20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8" name="pl20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9" name="pl20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0" name="pl20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1" name="pl20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2" name="pl20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3" name="pl20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4" name="pl20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5" name="pl20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6" name="pl20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7" name="pl20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8" name="pl20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9" name="pl20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0" name="pl20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1" name="pl20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2" name="pl20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3" name="pl20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4" name="pl20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5" name="pl20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6" name="pl20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7" name="pl20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8" name="pl20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9" name="pl20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0" name="pl20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1" name="pl20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2" name="pl20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3" name="pl20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4" name="pl20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5" name="pl20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6" name="pl20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7" name="pl20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8" name="pl20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9" name="pl20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0" name="pl20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1" name="pl20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2" name="pl20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3" name="pl20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4" name="pl20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5" name="pl20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6" name="pl20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7" name="pl20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8" name="pl20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9" name="pl20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0" name="pl20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1" name="pl20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2" name="pl20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3" name="pl20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4" name="pl20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5" name="pl20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6" name="pl20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7" name="pl20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8" name="pl20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9" name="pl20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0" name="pl20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1" name="pl20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2" name="pl20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3" name="pl20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4" name="pl20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5" name="pl20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6" name="pl20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7" name="pl20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8" name="pl20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9" name="pl20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0" name="pl20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1" name="pl20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2" name="pl20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3" name="pl20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4" name="pl20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5" name="pl20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6" name="pl20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7" name="pl20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8" name="pl20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9" name="pl20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0" name="pl20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1" name="pl20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2" name="pl20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3" name="pl20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4" name="pl20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5" name="pl20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6" name="pl20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7" name="pl20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8" name="pl20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9" name="pl20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0" name="pl20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1" name="pl20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2" name="pl20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3" name="pl20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4" name="pl20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5" name="pl20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6" name="pl20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7" name="pl20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8" name="pl20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9" name="pl20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0" name="pl20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1" name="pl21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2" name="pl21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3" name="pl2102"/>
            <p:cNvSpPr/>
            <p:nvPr/>
          </p:nvSpPr>
          <p:spPr>
            <a:xfrm>
              <a:off x="773555" y="1410558"/>
              <a:ext cx="0" cy="4605405"/>
            </a:xfrm>
            <a:custGeom>
              <a:avLst/>
              <a:pathLst>
                <a:path w="0" h="4605405">
                  <a:moveTo>
                    <a:pt x="0" y="4605405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4" name="tx2103"/>
            <p:cNvSpPr/>
            <p:nvPr/>
          </p:nvSpPr>
          <p:spPr>
            <a:xfrm>
              <a:off x="626081" y="5759128"/>
              <a:ext cx="73456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</a:t>
              </a:r>
            </a:p>
          </p:txBody>
        </p:sp>
        <p:sp>
          <p:nvSpPr>
            <p:cNvPr id="2105" name="tx2104"/>
            <p:cNvSpPr/>
            <p:nvPr/>
          </p:nvSpPr>
          <p:spPr>
            <a:xfrm>
              <a:off x="552624" y="4921782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2106" name="tx2105"/>
            <p:cNvSpPr/>
            <p:nvPr/>
          </p:nvSpPr>
          <p:spPr>
            <a:xfrm>
              <a:off x="552624" y="4084113"/>
              <a:ext cx="146913" cy="9519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2107" name="tx2106"/>
            <p:cNvSpPr/>
            <p:nvPr/>
          </p:nvSpPr>
          <p:spPr>
            <a:xfrm>
              <a:off x="552624" y="3246960"/>
              <a:ext cx="146913" cy="9499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2108" name="tx2107"/>
            <p:cNvSpPr/>
            <p:nvPr/>
          </p:nvSpPr>
          <p:spPr>
            <a:xfrm>
              <a:off x="552624" y="2409484"/>
              <a:ext cx="146913" cy="9512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2109" name="tx2108"/>
            <p:cNvSpPr/>
            <p:nvPr/>
          </p:nvSpPr>
          <p:spPr>
            <a:xfrm>
              <a:off x="552624" y="1572396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50</a:t>
              </a:r>
            </a:p>
          </p:txBody>
        </p:sp>
        <p:sp>
          <p:nvSpPr>
            <p:cNvPr id="2110" name="pl2109"/>
            <p:cNvSpPr/>
            <p:nvPr/>
          </p:nvSpPr>
          <p:spPr>
            <a:xfrm>
              <a:off x="732434" y="5806627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1" name="pl2110"/>
            <p:cNvSpPr/>
            <p:nvPr/>
          </p:nvSpPr>
          <p:spPr>
            <a:xfrm>
              <a:off x="732434" y="4969280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2" name="pl2111"/>
            <p:cNvSpPr/>
            <p:nvPr/>
          </p:nvSpPr>
          <p:spPr>
            <a:xfrm>
              <a:off x="732434" y="4131934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3" name="pl2112"/>
            <p:cNvSpPr/>
            <p:nvPr/>
          </p:nvSpPr>
          <p:spPr>
            <a:xfrm>
              <a:off x="732434" y="3294587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4" name="pl2113"/>
            <p:cNvSpPr/>
            <p:nvPr/>
          </p:nvSpPr>
          <p:spPr>
            <a:xfrm>
              <a:off x="732434" y="2457241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5" name="pl2114"/>
            <p:cNvSpPr/>
            <p:nvPr/>
          </p:nvSpPr>
          <p:spPr>
            <a:xfrm>
              <a:off x="732434" y="1619894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6" name="pl2115"/>
            <p:cNvSpPr/>
            <p:nvPr/>
          </p:nvSpPr>
          <p:spPr>
            <a:xfrm>
              <a:off x="773555" y="6015963"/>
              <a:ext cx="9564359" cy="0"/>
            </a:xfrm>
            <a:custGeom>
              <a:avLst/>
              <a:pathLst>
                <a:path w="9564359" h="0">
                  <a:moveTo>
                    <a:pt x="0" y="0"/>
                  </a:moveTo>
                  <a:lnTo>
                    <a:pt x="9564359" y="0"/>
                  </a:lnTo>
                </a:path>
              </a:pathLst>
            </a:custGeom>
            <a:ln w="16014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7" name="pl2116"/>
            <p:cNvSpPr/>
            <p:nvPr/>
          </p:nvSpPr>
          <p:spPr>
            <a:xfrm>
              <a:off x="1208299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8" name="pl2117"/>
            <p:cNvSpPr/>
            <p:nvPr/>
          </p:nvSpPr>
          <p:spPr>
            <a:xfrm>
              <a:off x="2947273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9" name="pl2118"/>
            <p:cNvSpPr/>
            <p:nvPr/>
          </p:nvSpPr>
          <p:spPr>
            <a:xfrm>
              <a:off x="4686248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0" name="pl2119"/>
            <p:cNvSpPr/>
            <p:nvPr/>
          </p:nvSpPr>
          <p:spPr>
            <a:xfrm>
              <a:off x="6425222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1" name="pl2120"/>
            <p:cNvSpPr/>
            <p:nvPr/>
          </p:nvSpPr>
          <p:spPr>
            <a:xfrm>
              <a:off x="8164197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2" name="pl2121"/>
            <p:cNvSpPr/>
            <p:nvPr/>
          </p:nvSpPr>
          <p:spPr>
            <a:xfrm>
              <a:off x="9903171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3" name="tx2122"/>
            <p:cNvSpPr/>
            <p:nvPr/>
          </p:nvSpPr>
          <p:spPr>
            <a:xfrm>
              <a:off x="1171570" y="6089852"/>
              <a:ext cx="73456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</a:t>
              </a:r>
            </a:p>
          </p:txBody>
        </p:sp>
        <p:sp>
          <p:nvSpPr>
            <p:cNvPr id="2124" name="tx2123"/>
            <p:cNvSpPr/>
            <p:nvPr/>
          </p:nvSpPr>
          <p:spPr>
            <a:xfrm>
              <a:off x="2873816" y="6089852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2125" name="tx2124"/>
            <p:cNvSpPr/>
            <p:nvPr/>
          </p:nvSpPr>
          <p:spPr>
            <a:xfrm>
              <a:off x="4612791" y="6089529"/>
              <a:ext cx="146913" cy="9519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2126" name="tx2125"/>
            <p:cNvSpPr/>
            <p:nvPr/>
          </p:nvSpPr>
          <p:spPr>
            <a:xfrm>
              <a:off x="6351765" y="6089723"/>
              <a:ext cx="146913" cy="9499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2127" name="tx2126"/>
            <p:cNvSpPr/>
            <p:nvPr/>
          </p:nvSpPr>
          <p:spPr>
            <a:xfrm>
              <a:off x="8090740" y="6089594"/>
              <a:ext cx="146913" cy="9512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2128" name="tx2127"/>
            <p:cNvSpPr/>
            <p:nvPr/>
          </p:nvSpPr>
          <p:spPr>
            <a:xfrm>
              <a:off x="9829714" y="6089852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50</a:t>
              </a:r>
            </a:p>
          </p:txBody>
        </p:sp>
        <p:sp>
          <p:nvSpPr>
            <p:cNvPr id="2129" name="tx2128"/>
            <p:cNvSpPr/>
            <p:nvPr/>
          </p:nvSpPr>
          <p:spPr>
            <a:xfrm>
              <a:off x="4982198" y="6217005"/>
              <a:ext cx="1147074" cy="15647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Objective mean</a:t>
              </a:r>
            </a:p>
          </p:txBody>
        </p:sp>
        <p:sp>
          <p:nvSpPr>
            <p:cNvPr id="2130" name="tx2129"/>
            <p:cNvSpPr/>
            <p:nvPr/>
          </p:nvSpPr>
          <p:spPr>
            <a:xfrm rot="-5400000">
              <a:off x="-346645" y="3635023"/>
              <a:ext cx="1486786" cy="15647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Subjective response</a:t>
              </a:r>
            </a:p>
          </p:txBody>
        </p:sp>
        <p:sp>
          <p:nvSpPr>
            <p:cNvPr id="2131" name="rc2130"/>
            <p:cNvSpPr/>
            <p:nvPr/>
          </p:nvSpPr>
          <p:spPr>
            <a:xfrm>
              <a:off x="10502398" y="3073515"/>
              <a:ext cx="1119680" cy="127949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32" name="tx2131"/>
            <p:cNvSpPr/>
            <p:nvPr/>
          </p:nvSpPr>
          <p:spPr>
            <a:xfrm>
              <a:off x="10584639" y="3138626"/>
              <a:ext cx="733921" cy="1538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Array size</a:t>
              </a:r>
            </a:p>
          </p:txBody>
        </p:sp>
        <p:sp>
          <p:nvSpPr>
            <p:cNvPr id="2133" name="rc2132"/>
            <p:cNvSpPr/>
            <p:nvPr/>
          </p:nvSpPr>
          <p:spPr>
            <a:xfrm>
              <a:off x="10584639" y="3392941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34" name="rc2133"/>
            <p:cNvSpPr/>
            <p:nvPr/>
          </p:nvSpPr>
          <p:spPr>
            <a:xfrm>
              <a:off x="10593639" y="3401941"/>
              <a:ext cx="201455" cy="201456"/>
            </a:xfrm>
            <a:prstGeom prst="rect">
              <a:avLst/>
            </a:prstGeom>
            <a:solidFill>
              <a:srgbClr val="F8766D">
                <a:alpha val="14901"/>
              </a:srgbClr>
            </a:solidFill>
          </p:spPr>
          <p:txBody>
            <a:bodyPr/>
            <a:lstStyle/>
            <a:p/>
          </p:txBody>
        </p:sp>
        <p:sp>
          <p:nvSpPr>
            <p:cNvPr id="2135" name="pl2134"/>
            <p:cNvSpPr/>
            <p:nvPr/>
          </p:nvSpPr>
          <p:spPr>
            <a:xfrm>
              <a:off x="10606585" y="3502669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6" name="rc2135"/>
            <p:cNvSpPr/>
            <p:nvPr/>
          </p:nvSpPr>
          <p:spPr>
            <a:xfrm>
              <a:off x="10584639" y="3612397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37" name="rc2136"/>
            <p:cNvSpPr/>
            <p:nvPr/>
          </p:nvSpPr>
          <p:spPr>
            <a:xfrm>
              <a:off x="10593639" y="3621397"/>
              <a:ext cx="201455" cy="201456"/>
            </a:xfrm>
            <a:prstGeom prst="rect">
              <a:avLst/>
            </a:prstGeom>
            <a:solidFill>
              <a:srgbClr val="7CAE00">
                <a:alpha val="14901"/>
              </a:srgbClr>
            </a:solidFill>
          </p:spPr>
          <p:txBody>
            <a:bodyPr/>
            <a:lstStyle/>
            <a:p/>
          </p:txBody>
        </p:sp>
        <p:sp>
          <p:nvSpPr>
            <p:cNvPr id="2138" name="pl2137"/>
            <p:cNvSpPr/>
            <p:nvPr/>
          </p:nvSpPr>
          <p:spPr>
            <a:xfrm>
              <a:off x="10606585" y="3722125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7CAE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9" name="rc2138"/>
            <p:cNvSpPr/>
            <p:nvPr/>
          </p:nvSpPr>
          <p:spPr>
            <a:xfrm>
              <a:off x="10584639" y="3831853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40" name="rc2139"/>
            <p:cNvSpPr/>
            <p:nvPr/>
          </p:nvSpPr>
          <p:spPr>
            <a:xfrm>
              <a:off x="10593639" y="3840853"/>
              <a:ext cx="201455" cy="201456"/>
            </a:xfrm>
            <a:prstGeom prst="rect">
              <a:avLst/>
            </a:prstGeom>
            <a:solidFill>
              <a:srgbClr val="00BFC4">
                <a:alpha val="14901"/>
              </a:srgbClr>
            </a:solidFill>
          </p:spPr>
          <p:txBody>
            <a:bodyPr/>
            <a:lstStyle/>
            <a:p/>
          </p:txBody>
        </p:sp>
        <p:sp>
          <p:nvSpPr>
            <p:cNvPr id="2141" name="pl2140"/>
            <p:cNvSpPr/>
            <p:nvPr/>
          </p:nvSpPr>
          <p:spPr>
            <a:xfrm>
              <a:off x="10606585" y="3941581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2" name="rc2141"/>
            <p:cNvSpPr/>
            <p:nvPr/>
          </p:nvSpPr>
          <p:spPr>
            <a:xfrm>
              <a:off x="10584639" y="4051309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143" name="rc2142"/>
            <p:cNvSpPr/>
            <p:nvPr/>
          </p:nvSpPr>
          <p:spPr>
            <a:xfrm>
              <a:off x="10593639" y="4060309"/>
              <a:ext cx="201455" cy="201456"/>
            </a:xfrm>
            <a:prstGeom prst="rect">
              <a:avLst/>
            </a:prstGeom>
            <a:solidFill>
              <a:srgbClr val="C77CFF">
                <a:alpha val="14901"/>
              </a:srgbClr>
            </a:solidFill>
          </p:spPr>
          <p:txBody>
            <a:bodyPr/>
            <a:lstStyle/>
            <a:p/>
          </p:txBody>
        </p:sp>
        <p:sp>
          <p:nvSpPr>
            <p:cNvPr id="2144" name="pl2143"/>
            <p:cNvSpPr/>
            <p:nvPr/>
          </p:nvSpPr>
          <p:spPr>
            <a:xfrm>
              <a:off x="10606585" y="4161037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C77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5" name="tx2144"/>
            <p:cNvSpPr/>
            <p:nvPr/>
          </p:nvSpPr>
          <p:spPr>
            <a:xfrm>
              <a:off x="10886337" y="3429825"/>
              <a:ext cx="580042" cy="1202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 squares</a:t>
              </a:r>
            </a:p>
          </p:txBody>
        </p:sp>
        <p:sp>
          <p:nvSpPr>
            <p:cNvPr id="2146" name="tx2145"/>
            <p:cNvSpPr/>
            <p:nvPr/>
          </p:nvSpPr>
          <p:spPr>
            <a:xfrm>
              <a:off x="10886337" y="3649216"/>
              <a:ext cx="580042" cy="1202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6 squares</a:t>
              </a:r>
            </a:p>
          </p:txBody>
        </p:sp>
        <p:sp>
          <p:nvSpPr>
            <p:cNvPr id="2147" name="tx2146"/>
            <p:cNvSpPr/>
            <p:nvPr/>
          </p:nvSpPr>
          <p:spPr>
            <a:xfrm>
              <a:off x="10886337" y="3868801"/>
              <a:ext cx="580042" cy="1201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8 squares</a:t>
              </a:r>
            </a:p>
          </p:txBody>
        </p:sp>
        <p:sp>
          <p:nvSpPr>
            <p:cNvPr id="2148" name="tx2147"/>
            <p:cNvSpPr/>
            <p:nvPr/>
          </p:nvSpPr>
          <p:spPr>
            <a:xfrm>
              <a:off x="10886337" y="4088193"/>
              <a:ext cx="653499" cy="1202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12 squares</a:t>
              </a:r>
            </a:p>
          </p:txBody>
        </p:sp>
        <p:sp>
          <p:nvSpPr>
            <p:cNvPr id="2149" name="tx2148"/>
            <p:cNvSpPr/>
            <p:nvPr/>
          </p:nvSpPr>
          <p:spPr>
            <a:xfrm>
              <a:off x="773555" y="1136452"/>
              <a:ext cx="2074068" cy="1553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Model-based regression line</a:t>
              </a:r>
            </a:p>
          </p:txBody>
        </p:sp>
        <p:sp>
          <p:nvSpPr>
            <p:cNvPr id="2150" name="tx2149"/>
            <p:cNvSpPr/>
            <p:nvPr/>
          </p:nvSpPr>
          <p:spPr>
            <a:xfrm>
              <a:off x="773555" y="860895"/>
              <a:ext cx="2929331" cy="18641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5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56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Experiment 1 - Average condition</a:t>
              </a:r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p:ph/>
          </p:nvPr>
        </p:nvSpPr>
        <p:spPr>
          <a:xfrm>
            <a:off x="274320" y="182880"/>
            <a:ext cx="11430000" cy="457200"/>
          </a:xfrm>
        </p:spPr>
        <p:txBody>
          <a:bodyPr/>
          <a:lstStyle/>
          <a:p>
            <a:r>
              <a:rPr/>
              <a:t>Exp 1 - Experience model regression</a:t>
            </a:r>
          </a:p>
        </p:txBody>
      </p:sp>
      <p:grpSp xmlns:pic="http://schemas.openxmlformats.org/drawingml/2006/picture">
        <p:nvGrpSpPr>
          <p:cNvPr id="3" name=""/>
          <p:cNvGrpSpPr/>
          <p:nvPr/>
        </p:nvGrpSpPr>
        <p:grpSpPr>
          <a:xfrm>
            <a:off x="274320" y="822960"/>
            <a:ext cx="11430000" cy="5669280"/>
            <a:chOff x="274320" y="822960"/>
            <a:chExt cx="11430000" cy="5669280"/>
          </a:xfrm>
        </p:grpSpPr>
        <p:sp>
          <p:nvSpPr>
            <p:cNvPr id="4" name="rc3"/>
            <p:cNvSpPr/>
            <p:nvPr/>
          </p:nvSpPr>
          <p:spPr>
            <a:xfrm>
              <a:off x="274320" y="822960"/>
              <a:ext cx="1143000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4"/>
            <p:cNvSpPr/>
            <p:nvPr/>
          </p:nvSpPr>
          <p:spPr>
            <a:xfrm>
              <a:off x="11704319" y="822960"/>
              <a:ext cx="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6014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rc5"/>
            <p:cNvSpPr/>
            <p:nvPr/>
          </p:nvSpPr>
          <p:spPr>
            <a:xfrm>
              <a:off x="773555" y="1410558"/>
              <a:ext cx="9564359" cy="460540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g6"/>
            <p:cNvSpPr/>
            <p:nvPr/>
          </p:nvSpPr>
          <p:spPr>
            <a:xfrm>
              <a:off x="3427483" y="2785492"/>
              <a:ext cx="4355087" cy="2201250"/>
            </a:xfrm>
            <a:custGeom>
              <a:avLst/>
              <a:pathLst>
                <a:path w="4355087" h="2201250">
                  <a:moveTo>
                    <a:pt x="0" y="1897043"/>
                  </a:moveTo>
                  <a:lnTo>
                    <a:pt x="69906" y="1869964"/>
                  </a:lnTo>
                  <a:lnTo>
                    <a:pt x="79471" y="1866255"/>
                  </a:lnTo>
                  <a:lnTo>
                    <a:pt x="115467" y="1852287"/>
                  </a:lnTo>
                  <a:lnTo>
                    <a:pt x="138074" y="1843507"/>
                  </a:lnTo>
                  <a:lnTo>
                    <a:pt x="143987" y="1841210"/>
                  </a:lnTo>
                  <a:lnTo>
                    <a:pt x="147812" y="1839723"/>
                  </a:lnTo>
                  <a:lnTo>
                    <a:pt x="151464" y="1838304"/>
                  </a:lnTo>
                  <a:lnTo>
                    <a:pt x="173897" y="1829582"/>
                  </a:lnTo>
                  <a:lnTo>
                    <a:pt x="178940" y="1827620"/>
                  </a:lnTo>
                  <a:lnTo>
                    <a:pt x="215458" y="1813406"/>
                  </a:lnTo>
                  <a:lnTo>
                    <a:pt x="218241" y="1812323"/>
                  </a:lnTo>
                  <a:lnTo>
                    <a:pt x="227457" y="1808732"/>
                  </a:lnTo>
                  <a:lnTo>
                    <a:pt x="236326" y="1805276"/>
                  </a:lnTo>
                  <a:lnTo>
                    <a:pt x="236674" y="1805141"/>
                  </a:lnTo>
                  <a:lnTo>
                    <a:pt x="243804" y="1802362"/>
                  </a:lnTo>
                  <a:lnTo>
                    <a:pt x="253368" y="1798633"/>
                  </a:lnTo>
                  <a:lnTo>
                    <a:pt x="260846" y="1795717"/>
                  </a:lnTo>
                  <a:lnTo>
                    <a:pt x="266932" y="1793343"/>
                  </a:lnTo>
                  <a:lnTo>
                    <a:pt x="275279" y="1790086"/>
                  </a:lnTo>
                  <a:lnTo>
                    <a:pt x="284322" y="1786557"/>
                  </a:lnTo>
                  <a:lnTo>
                    <a:pt x="289365" y="1784588"/>
                  </a:lnTo>
                  <a:lnTo>
                    <a:pt x="311972" y="1775759"/>
                  </a:lnTo>
                  <a:lnTo>
                    <a:pt x="317884" y="1773448"/>
                  </a:lnTo>
                  <a:lnTo>
                    <a:pt x="321710" y="1771953"/>
                  </a:lnTo>
                  <a:lnTo>
                    <a:pt x="325362" y="1770526"/>
                  </a:lnTo>
                  <a:lnTo>
                    <a:pt x="326231" y="1770186"/>
                  </a:lnTo>
                  <a:lnTo>
                    <a:pt x="347794" y="1761753"/>
                  </a:lnTo>
                  <a:lnTo>
                    <a:pt x="352837" y="1759780"/>
                  </a:lnTo>
                  <a:lnTo>
                    <a:pt x="389356" y="1745482"/>
                  </a:lnTo>
                  <a:lnTo>
                    <a:pt x="392138" y="1744392"/>
                  </a:lnTo>
                  <a:lnTo>
                    <a:pt x="401355" y="1740779"/>
                  </a:lnTo>
                  <a:lnTo>
                    <a:pt x="410224" y="1737302"/>
                  </a:lnTo>
                  <a:lnTo>
                    <a:pt x="410571" y="1737166"/>
                  </a:lnTo>
                  <a:lnTo>
                    <a:pt x="417701" y="1734370"/>
                  </a:lnTo>
                  <a:lnTo>
                    <a:pt x="427266" y="1730618"/>
                  </a:lnTo>
                  <a:lnTo>
                    <a:pt x="434743" y="1727684"/>
                  </a:lnTo>
                  <a:lnTo>
                    <a:pt x="435613" y="1727342"/>
                  </a:lnTo>
                  <a:lnTo>
                    <a:pt x="440830" y="1725295"/>
                  </a:lnTo>
                  <a:lnTo>
                    <a:pt x="449177" y="1722017"/>
                  </a:lnTo>
                  <a:lnTo>
                    <a:pt x="458219" y="1718466"/>
                  </a:lnTo>
                  <a:lnTo>
                    <a:pt x="463262" y="1716484"/>
                  </a:lnTo>
                  <a:lnTo>
                    <a:pt x="485869" y="1707598"/>
                  </a:lnTo>
                  <a:lnTo>
                    <a:pt x="491781" y="1705272"/>
                  </a:lnTo>
                  <a:lnTo>
                    <a:pt x="495607" y="1703767"/>
                  </a:lnTo>
                  <a:lnTo>
                    <a:pt x="499259" y="1702330"/>
                  </a:lnTo>
                  <a:lnTo>
                    <a:pt x="500129" y="1701988"/>
                  </a:lnTo>
                  <a:lnTo>
                    <a:pt x="521692" y="1693500"/>
                  </a:lnTo>
                  <a:lnTo>
                    <a:pt x="526735" y="1691513"/>
                  </a:lnTo>
                  <a:lnTo>
                    <a:pt x="529343" y="1690486"/>
                  </a:lnTo>
                  <a:lnTo>
                    <a:pt x="563253" y="1677117"/>
                  </a:lnTo>
                  <a:lnTo>
                    <a:pt x="566036" y="1676019"/>
                  </a:lnTo>
                  <a:lnTo>
                    <a:pt x="575252" y="1672382"/>
                  </a:lnTo>
                  <a:lnTo>
                    <a:pt x="584121" y="1668880"/>
                  </a:lnTo>
                  <a:lnTo>
                    <a:pt x="584469" y="1668743"/>
                  </a:lnTo>
                  <a:lnTo>
                    <a:pt x="591599" y="1665927"/>
                  </a:lnTo>
                  <a:lnTo>
                    <a:pt x="601163" y="1662148"/>
                  </a:lnTo>
                  <a:lnTo>
                    <a:pt x="608641" y="1659193"/>
                  </a:lnTo>
                  <a:lnTo>
                    <a:pt x="609510" y="1658849"/>
                  </a:lnTo>
                  <a:lnTo>
                    <a:pt x="614727" y="1656787"/>
                  </a:lnTo>
                  <a:lnTo>
                    <a:pt x="623074" y="1653486"/>
                  </a:lnTo>
                  <a:lnTo>
                    <a:pt x="632117" y="1649908"/>
                  </a:lnTo>
                  <a:lnTo>
                    <a:pt x="637160" y="1647912"/>
                  </a:lnTo>
                  <a:lnTo>
                    <a:pt x="659766" y="1638960"/>
                  </a:lnTo>
                  <a:lnTo>
                    <a:pt x="665679" y="1636617"/>
                  </a:lnTo>
                  <a:lnTo>
                    <a:pt x="669505" y="1635100"/>
                  </a:lnTo>
                  <a:lnTo>
                    <a:pt x="673157" y="1633653"/>
                  </a:lnTo>
                  <a:lnTo>
                    <a:pt x="674026" y="1633308"/>
                  </a:lnTo>
                  <a:lnTo>
                    <a:pt x="695589" y="1624755"/>
                  </a:lnTo>
                  <a:lnTo>
                    <a:pt x="700632" y="1622753"/>
                  </a:lnTo>
                  <a:lnTo>
                    <a:pt x="703241" y="1621717"/>
                  </a:lnTo>
                  <a:lnTo>
                    <a:pt x="737151" y="1608244"/>
                  </a:lnTo>
                  <a:lnTo>
                    <a:pt x="739933" y="1607137"/>
                  </a:lnTo>
                  <a:lnTo>
                    <a:pt x="749150" y="1603471"/>
                  </a:lnTo>
                  <a:lnTo>
                    <a:pt x="758018" y="1599941"/>
                  </a:lnTo>
                  <a:lnTo>
                    <a:pt x="758366" y="1599803"/>
                  </a:lnTo>
                  <a:lnTo>
                    <a:pt x="765496" y="1596964"/>
                  </a:lnTo>
                  <a:lnTo>
                    <a:pt x="775060" y="1593155"/>
                  </a:lnTo>
                  <a:lnTo>
                    <a:pt x="782538" y="1590175"/>
                  </a:lnTo>
                  <a:lnTo>
                    <a:pt x="783407" y="1589829"/>
                  </a:lnTo>
                  <a:lnTo>
                    <a:pt x="788624" y="1587749"/>
                  </a:lnTo>
                  <a:lnTo>
                    <a:pt x="796972" y="1584420"/>
                  </a:lnTo>
                  <a:lnTo>
                    <a:pt x="806014" y="1580813"/>
                  </a:lnTo>
                  <a:lnTo>
                    <a:pt x="811057" y="1578801"/>
                  </a:lnTo>
                  <a:lnTo>
                    <a:pt x="833664" y="1569772"/>
                  </a:lnTo>
                  <a:lnTo>
                    <a:pt x="839576" y="1567409"/>
                  </a:lnTo>
                  <a:lnTo>
                    <a:pt x="843402" y="1565880"/>
                  </a:lnTo>
                  <a:lnTo>
                    <a:pt x="847054" y="1564420"/>
                  </a:lnTo>
                  <a:lnTo>
                    <a:pt x="847923" y="1564072"/>
                  </a:lnTo>
                  <a:lnTo>
                    <a:pt x="869487" y="1555444"/>
                  </a:lnTo>
                  <a:lnTo>
                    <a:pt x="874530" y="1553425"/>
                  </a:lnTo>
                  <a:lnTo>
                    <a:pt x="877138" y="1552381"/>
                  </a:lnTo>
                  <a:lnTo>
                    <a:pt x="911048" y="1538787"/>
                  </a:lnTo>
                  <a:lnTo>
                    <a:pt x="913831" y="1537670"/>
                  </a:lnTo>
                  <a:lnTo>
                    <a:pt x="923047" y="1533971"/>
                  </a:lnTo>
                  <a:lnTo>
                    <a:pt x="931916" y="1530409"/>
                  </a:lnTo>
                  <a:lnTo>
                    <a:pt x="932264" y="1530269"/>
                  </a:lnTo>
                  <a:lnTo>
                    <a:pt x="939394" y="1527405"/>
                  </a:lnTo>
                  <a:lnTo>
                    <a:pt x="948958" y="1523560"/>
                  </a:lnTo>
                  <a:lnTo>
                    <a:pt x="956435" y="1520553"/>
                  </a:lnTo>
                  <a:lnTo>
                    <a:pt x="957305" y="1520203"/>
                  </a:lnTo>
                  <a:lnTo>
                    <a:pt x="962522" y="1518104"/>
                  </a:lnTo>
                  <a:lnTo>
                    <a:pt x="970869" y="1514744"/>
                  </a:lnTo>
                  <a:lnTo>
                    <a:pt x="979912" y="1511103"/>
                  </a:lnTo>
                  <a:lnTo>
                    <a:pt x="984955" y="1509071"/>
                  </a:lnTo>
                  <a:lnTo>
                    <a:pt x="1007561" y="1499957"/>
                  </a:lnTo>
                  <a:lnTo>
                    <a:pt x="1013474" y="1497571"/>
                  </a:lnTo>
                  <a:lnTo>
                    <a:pt x="1017300" y="1496027"/>
                  </a:lnTo>
                  <a:lnTo>
                    <a:pt x="1020951" y="1494552"/>
                  </a:lnTo>
                  <a:lnTo>
                    <a:pt x="1021821" y="1494201"/>
                  </a:lnTo>
                  <a:lnTo>
                    <a:pt x="1043384" y="1485489"/>
                  </a:lnTo>
                  <a:lnTo>
                    <a:pt x="1048427" y="1483450"/>
                  </a:lnTo>
                  <a:lnTo>
                    <a:pt x="1051036" y="1482395"/>
                  </a:lnTo>
                  <a:lnTo>
                    <a:pt x="1084946" y="1468665"/>
                  </a:lnTo>
                  <a:lnTo>
                    <a:pt x="1087728" y="1467537"/>
                  </a:lnTo>
                  <a:lnTo>
                    <a:pt x="1096945" y="1463800"/>
                  </a:lnTo>
                  <a:lnTo>
                    <a:pt x="1105813" y="1460202"/>
                  </a:lnTo>
                  <a:lnTo>
                    <a:pt x="1106161" y="1460061"/>
                  </a:lnTo>
                  <a:lnTo>
                    <a:pt x="1113291" y="1457166"/>
                  </a:lnTo>
                  <a:lnTo>
                    <a:pt x="1122855" y="1453282"/>
                  </a:lnTo>
                  <a:lnTo>
                    <a:pt x="1130333" y="1450243"/>
                  </a:lnTo>
                  <a:lnTo>
                    <a:pt x="1131202" y="1449890"/>
                  </a:lnTo>
                  <a:lnTo>
                    <a:pt x="1136419" y="1447769"/>
                  </a:lnTo>
                  <a:lnTo>
                    <a:pt x="1144766" y="1444374"/>
                  </a:lnTo>
                  <a:lnTo>
                    <a:pt x="1153809" y="1440694"/>
                  </a:lnTo>
                  <a:lnTo>
                    <a:pt x="1158852" y="1438641"/>
                  </a:lnTo>
                  <a:lnTo>
                    <a:pt x="1181459" y="1429430"/>
                  </a:lnTo>
                  <a:lnTo>
                    <a:pt x="1187371" y="1427018"/>
                  </a:lnTo>
                  <a:lnTo>
                    <a:pt x="1191197" y="1425457"/>
                  </a:lnTo>
                  <a:lnTo>
                    <a:pt x="1194849" y="1423967"/>
                  </a:lnTo>
                  <a:lnTo>
                    <a:pt x="1195718" y="1423612"/>
                  </a:lnTo>
                  <a:lnTo>
                    <a:pt x="1217282" y="1414805"/>
                  </a:lnTo>
                  <a:lnTo>
                    <a:pt x="1222325" y="1412743"/>
                  </a:lnTo>
                  <a:lnTo>
                    <a:pt x="1224933" y="1411677"/>
                  </a:lnTo>
                  <a:lnTo>
                    <a:pt x="1258843" y="1397794"/>
                  </a:lnTo>
                  <a:lnTo>
                    <a:pt x="1261625" y="1396654"/>
                  </a:lnTo>
                  <a:lnTo>
                    <a:pt x="1270842" y="1392874"/>
                  </a:lnTo>
                  <a:lnTo>
                    <a:pt x="1279711" y="1389236"/>
                  </a:lnTo>
                  <a:lnTo>
                    <a:pt x="1280059" y="1389093"/>
                  </a:lnTo>
                  <a:lnTo>
                    <a:pt x="1287188" y="1386166"/>
                  </a:lnTo>
                  <a:lnTo>
                    <a:pt x="1296753" y="1382237"/>
                  </a:lnTo>
                  <a:lnTo>
                    <a:pt x="1304230" y="1379164"/>
                  </a:lnTo>
                  <a:lnTo>
                    <a:pt x="1305100" y="1378806"/>
                  </a:lnTo>
                  <a:lnTo>
                    <a:pt x="1310317" y="1376661"/>
                  </a:lnTo>
                  <a:lnTo>
                    <a:pt x="1318664" y="1373227"/>
                  </a:lnTo>
                  <a:lnTo>
                    <a:pt x="1327707" y="1369504"/>
                  </a:lnTo>
                  <a:lnTo>
                    <a:pt x="1332750" y="1367427"/>
                  </a:lnTo>
                  <a:lnTo>
                    <a:pt x="1355356" y="1358108"/>
                  </a:lnTo>
                  <a:lnTo>
                    <a:pt x="1361269" y="1355668"/>
                  </a:lnTo>
                  <a:lnTo>
                    <a:pt x="1368746" y="1352581"/>
                  </a:lnTo>
                  <a:lnTo>
                    <a:pt x="1369616" y="1352222"/>
                  </a:lnTo>
                  <a:lnTo>
                    <a:pt x="1391179" y="1343310"/>
                  </a:lnTo>
                  <a:lnTo>
                    <a:pt x="1396222" y="1341223"/>
                  </a:lnTo>
                  <a:lnTo>
                    <a:pt x="1398831" y="1340144"/>
                  </a:lnTo>
                  <a:lnTo>
                    <a:pt x="1432741" y="1326093"/>
                  </a:lnTo>
                  <a:lnTo>
                    <a:pt x="1435523" y="1324939"/>
                  </a:lnTo>
                  <a:lnTo>
                    <a:pt x="1444739" y="1321114"/>
                  </a:lnTo>
                  <a:lnTo>
                    <a:pt x="1453608" y="1317430"/>
                  </a:lnTo>
                  <a:lnTo>
                    <a:pt x="1453956" y="1317286"/>
                  </a:lnTo>
                  <a:lnTo>
                    <a:pt x="1461086" y="1314322"/>
                  </a:lnTo>
                  <a:lnTo>
                    <a:pt x="1470650" y="1310345"/>
                  </a:lnTo>
                  <a:lnTo>
                    <a:pt x="1478128" y="1307234"/>
                  </a:lnTo>
                  <a:lnTo>
                    <a:pt x="1478997" y="1306872"/>
                  </a:lnTo>
                  <a:lnTo>
                    <a:pt x="1484214" y="1304700"/>
                  </a:lnTo>
                  <a:lnTo>
                    <a:pt x="1492561" y="1301223"/>
                  </a:lnTo>
                  <a:lnTo>
                    <a:pt x="1501604" y="1297454"/>
                  </a:lnTo>
                  <a:lnTo>
                    <a:pt x="1529254" y="1285914"/>
                  </a:lnTo>
                  <a:lnTo>
                    <a:pt x="1535166" y="1283443"/>
                  </a:lnTo>
                  <a:lnTo>
                    <a:pt x="1538992" y="1281844"/>
                  </a:lnTo>
                  <a:lnTo>
                    <a:pt x="1542644" y="1280317"/>
                  </a:lnTo>
                  <a:lnTo>
                    <a:pt x="1543513" y="1279954"/>
                  </a:lnTo>
                  <a:lnTo>
                    <a:pt x="1565077" y="1270928"/>
                  </a:lnTo>
                  <a:lnTo>
                    <a:pt x="1570120" y="1268815"/>
                  </a:lnTo>
                  <a:lnTo>
                    <a:pt x="1572728" y="1267722"/>
                  </a:lnTo>
                  <a:lnTo>
                    <a:pt x="1606638" y="1253490"/>
                  </a:lnTo>
                  <a:lnTo>
                    <a:pt x="1609420" y="1252321"/>
                  </a:lnTo>
                  <a:lnTo>
                    <a:pt x="1618637" y="1248446"/>
                  </a:lnTo>
                  <a:lnTo>
                    <a:pt x="1627506" y="1244714"/>
                  </a:lnTo>
                  <a:lnTo>
                    <a:pt x="1627854" y="1244568"/>
                  </a:lnTo>
                  <a:lnTo>
                    <a:pt x="1634983" y="1241566"/>
                  </a:lnTo>
                  <a:lnTo>
                    <a:pt x="1644548" y="1237537"/>
                  </a:lnTo>
                  <a:lnTo>
                    <a:pt x="1652025" y="1234385"/>
                  </a:lnTo>
                  <a:lnTo>
                    <a:pt x="1652895" y="1234018"/>
                  </a:lnTo>
                  <a:lnTo>
                    <a:pt x="1658112" y="1231818"/>
                  </a:lnTo>
                  <a:lnTo>
                    <a:pt x="1666459" y="1228295"/>
                  </a:lnTo>
                  <a:lnTo>
                    <a:pt x="1675501" y="1224477"/>
                  </a:lnTo>
                  <a:lnTo>
                    <a:pt x="1680544" y="1222346"/>
                  </a:lnTo>
                  <a:lnTo>
                    <a:pt x="1703151" y="1212785"/>
                  </a:lnTo>
                  <a:lnTo>
                    <a:pt x="1709064" y="1210281"/>
                  </a:lnTo>
                  <a:lnTo>
                    <a:pt x="1712889" y="1208661"/>
                  </a:lnTo>
                  <a:lnTo>
                    <a:pt x="1716541" y="1207113"/>
                  </a:lnTo>
                  <a:lnTo>
                    <a:pt x="1717411" y="1206745"/>
                  </a:lnTo>
                  <a:lnTo>
                    <a:pt x="1738974" y="1197599"/>
                  </a:lnTo>
                  <a:lnTo>
                    <a:pt x="1744017" y="1195458"/>
                  </a:lnTo>
                  <a:lnTo>
                    <a:pt x="1746625" y="1194350"/>
                  </a:lnTo>
                  <a:lnTo>
                    <a:pt x="1780535" y="1179929"/>
                  </a:lnTo>
                  <a:lnTo>
                    <a:pt x="1783318" y="1178744"/>
                  </a:lnTo>
                  <a:lnTo>
                    <a:pt x="1792534" y="1174817"/>
                  </a:lnTo>
                  <a:lnTo>
                    <a:pt x="1801403" y="1171035"/>
                  </a:lnTo>
                  <a:lnTo>
                    <a:pt x="1801751" y="1170887"/>
                  </a:lnTo>
                  <a:lnTo>
                    <a:pt x="1808881" y="1167845"/>
                  </a:lnTo>
                  <a:lnTo>
                    <a:pt x="1818445" y="1163761"/>
                  </a:lnTo>
                  <a:lnTo>
                    <a:pt x="1825923" y="1160567"/>
                  </a:lnTo>
                  <a:lnTo>
                    <a:pt x="1826792" y="1160195"/>
                  </a:lnTo>
                  <a:lnTo>
                    <a:pt x="1832009" y="1157965"/>
                  </a:lnTo>
                  <a:lnTo>
                    <a:pt x="1840356" y="1154395"/>
                  </a:lnTo>
                  <a:lnTo>
                    <a:pt x="1849399" y="1150525"/>
                  </a:lnTo>
                  <a:lnTo>
                    <a:pt x="1854442" y="1148366"/>
                  </a:lnTo>
                  <a:lnTo>
                    <a:pt x="1877049" y="1138675"/>
                  </a:lnTo>
                  <a:lnTo>
                    <a:pt x="1882961" y="1136138"/>
                  </a:lnTo>
                  <a:lnTo>
                    <a:pt x="1886787" y="1134496"/>
                  </a:lnTo>
                  <a:lnTo>
                    <a:pt x="1890439" y="1132928"/>
                  </a:lnTo>
                  <a:lnTo>
                    <a:pt x="1912871" y="1123285"/>
                  </a:lnTo>
                  <a:lnTo>
                    <a:pt x="1917914" y="1121115"/>
                  </a:lnTo>
                  <a:lnTo>
                    <a:pt x="1920523" y="1119992"/>
                  </a:lnTo>
                  <a:lnTo>
                    <a:pt x="1954433" y="1105376"/>
                  </a:lnTo>
                  <a:lnTo>
                    <a:pt x="1957215" y="1104175"/>
                  </a:lnTo>
                  <a:lnTo>
                    <a:pt x="1966432" y="1100195"/>
                  </a:lnTo>
                  <a:lnTo>
                    <a:pt x="1975301" y="1096362"/>
                  </a:lnTo>
                  <a:lnTo>
                    <a:pt x="1975648" y="1096212"/>
                  </a:lnTo>
                  <a:lnTo>
                    <a:pt x="1982778" y="1093129"/>
                  </a:lnTo>
                  <a:lnTo>
                    <a:pt x="1992343" y="1088991"/>
                  </a:lnTo>
                  <a:lnTo>
                    <a:pt x="1999820" y="1085753"/>
                  </a:lnTo>
                  <a:lnTo>
                    <a:pt x="2000690" y="1085377"/>
                  </a:lnTo>
                  <a:lnTo>
                    <a:pt x="2005907" y="1083117"/>
                  </a:lnTo>
                  <a:lnTo>
                    <a:pt x="2014254" y="1079499"/>
                  </a:lnTo>
                  <a:lnTo>
                    <a:pt x="2023296" y="1075577"/>
                  </a:lnTo>
                  <a:lnTo>
                    <a:pt x="2028339" y="1073388"/>
                  </a:lnTo>
                  <a:lnTo>
                    <a:pt x="2050946" y="1063568"/>
                  </a:lnTo>
                  <a:lnTo>
                    <a:pt x="2056859" y="1060997"/>
                  </a:lnTo>
                  <a:lnTo>
                    <a:pt x="2060684" y="1059333"/>
                  </a:lnTo>
                  <a:lnTo>
                    <a:pt x="2064336" y="1057744"/>
                  </a:lnTo>
                  <a:lnTo>
                    <a:pt x="2065206" y="1057365"/>
                  </a:lnTo>
                  <a:lnTo>
                    <a:pt x="2086769" y="1047972"/>
                  </a:lnTo>
                  <a:lnTo>
                    <a:pt x="2091812" y="1045774"/>
                  </a:lnTo>
                  <a:lnTo>
                    <a:pt x="2094420" y="1044636"/>
                  </a:lnTo>
                  <a:lnTo>
                    <a:pt x="2128330" y="1029826"/>
                  </a:lnTo>
                  <a:lnTo>
                    <a:pt x="2131113" y="1028609"/>
                  </a:lnTo>
                  <a:lnTo>
                    <a:pt x="2140329" y="1024577"/>
                  </a:lnTo>
                  <a:lnTo>
                    <a:pt x="2149198" y="1020694"/>
                  </a:lnTo>
                  <a:lnTo>
                    <a:pt x="2149546" y="1020542"/>
                  </a:lnTo>
                  <a:lnTo>
                    <a:pt x="2156676" y="1017418"/>
                  </a:lnTo>
                  <a:lnTo>
                    <a:pt x="2166240" y="1013226"/>
                  </a:lnTo>
                  <a:lnTo>
                    <a:pt x="2173718" y="1009946"/>
                  </a:lnTo>
                  <a:lnTo>
                    <a:pt x="2174587" y="1009564"/>
                  </a:lnTo>
                  <a:lnTo>
                    <a:pt x="2179804" y="1007275"/>
                  </a:lnTo>
                  <a:lnTo>
                    <a:pt x="2188151" y="1003610"/>
                  </a:lnTo>
                  <a:lnTo>
                    <a:pt x="2197194" y="999637"/>
                  </a:lnTo>
                  <a:lnTo>
                    <a:pt x="2202237" y="997420"/>
                  </a:lnTo>
                  <a:lnTo>
                    <a:pt x="2224843" y="987473"/>
                  </a:lnTo>
                  <a:lnTo>
                    <a:pt x="2230756" y="984869"/>
                  </a:lnTo>
                  <a:lnTo>
                    <a:pt x="2234582" y="983183"/>
                  </a:lnTo>
                  <a:lnTo>
                    <a:pt x="2238234" y="981574"/>
                  </a:lnTo>
                  <a:lnTo>
                    <a:pt x="2239103" y="981190"/>
                  </a:lnTo>
                  <a:lnTo>
                    <a:pt x="2260666" y="971678"/>
                  </a:lnTo>
                  <a:lnTo>
                    <a:pt x="2265709" y="969451"/>
                  </a:lnTo>
                  <a:lnTo>
                    <a:pt x="2268318" y="968299"/>
                  </a:lnTo>
                  <a:lnTo>
                    <a:pt x="2302228" y="953302"/>
                  </a:lnTo>
                  <a:lnTo>
                    <a:pt x="2305010" y="952070"/>
                  </a:lnTo>
                  <a:lnTo>
                    <a:pt x="2314227" y="947987"/>
                  </a:lnTo>
                  <a:lnTo>
                    <a:pt x="2323095" y="944056"/>
                  </a:lnTo>
                  <a:lnTo>
                    <a:pt x="2323443" y="943902"/>
                  </a:lnTo>
                  <a:lnTo>
                    <a:pt x="2330573" y="940739"/>
                  </a:lnTo>
                  <a:lnTo>
                    <a:pt x="2340137" y="936495"/>
                  </a:lnTo>
                  <a:lnTo>
                    <a:pt x="2348485" y="932788"/>
                  </a:lnTo>
                  <a:lnTo>
                    <a:pt x="2353701" y="930471"/>
                  </a:lnTo>
                  <a:lnTo>
                    <a:pt x="2362049" y="926761"/>
                  </a:lnTo>
                  <a:lnTo>
                    <a:pt x="2371091" y="922739"/>
                  </a:lnTo>
                  <a:lnTo>
                    <a:pt x="2376134" y="920495"/>
                  </a:lnTo>
                  <a:lnTo>
                    <a:pt x="2398741" y="910427"/>
                  </a:lnTo>
                  <a:lnTo>
                    <a:pt x="2404653" y="907792"/>
                  </a:lnTo>
                  <a:lnTo>
                    <a:pt x="2408479" y="906086"/>
                  </a:lnTo>
                  <a:lnTo>
                    <a:pt x="2412131" y="904457"/>
                  </a:lnTo>
                  <a:lnTo>
                    <a:pt x="2413000" y="904069"/>
                  </a:lnTo>
                  <a:lnTo>
                    <a:pt x="2434564" y="894443"/>
                  </a:lnTo>
                  <a:lnTo>
                    <a:pt x="2439607" y="892190"/>
                  </a:lnTo>
                  <a:lnTo>
                    <a:pt x="2442215" y="891024"/>
                  </a:lnTo>
                  <a:lnTo>
                    <a:pt x="2476125" y="875851"/>
                  </a:lnTo>
                  <a:lnTo>
                    <a:pt x="2478908" y="874605"/>
                  </a:lnTo>
                  <a:lnTo>
                    <a:pt x="2488124" y="870475"/>
                  </a:lnTo>
                  <a:lnTo>
                    <a:pt x="2496993" y="866498"/>
                  </a:lnTo>
                  <a:lnTo>
                    <a:pt x="2497341" y="866342"/>
                  </a:lnTo>
                  <a:lnTo>
                    <a:pt x="2504471" y="863143"/>
                  </a:lnTo>
                  <a:lnTo>
                    <a:pt x="2514035" y="858850"/>
                  </a:lnTo>
                  <a:lnTo>
                    <a:pt x="2521512" y="855492"/>
                  </a:lnTo>
                  <a:lnTo>
                    <a:pt x="2522382" y="855102"/>
                  </a:lnTo>
                  <a:lnTo>
                    <a:pt x="2527599" y="852758"/>
                  </a:lnTo>
                  <a:lnTo>
                    <a:pt x="2535946" y="849006"/>
                  </a:lnTo>
                  <a:lnTo>
                    <a:pt x="2544989" y="844939"/>
                  </a:lnTo>
                  <a:lnTo>
                    <a:pt x="2550032" y="842670"/>
                  </a:lnTo>
                  <a:lnTo>
                    <a:pt x="2572638" y="832490"/>
                  </a:lnTo>
                  <a:lnTo>
                    <a:pt x="2582377" y="828101"/>
                  </a:lnTo>
                  <a:lnTo>
                    <a:pt x="2586028" y="826454"/>
                  </a:lnTo>
                  <a:lnTo>
                    <a:pt x="2586898" y="826062"/>
                  </a:lnTo>
                  <a:lnTo>
                    <a:pt x="2608461" y="816331"/>
                  </a:lnTo>
                  <a:lnTo>
                    <a:pt x="2613504" y="814053"/>
                  </a:lnTo>
                  <a:lnTo>
                    <a:pt x="2616113" y="812875"/>
                  </a:lnTo>
                  <a:lnTo>
                    <a:pt x="2650023" y="797541"/>
                  </a:lnTo>
                  <a:lnTo>
                    <a:pt x="2652805" y="796281"/>
                  </a:lnTo>
                  <a:lnTo>
                    <a:pt x="2662022" y="792107"/>
                  </a:lnTo>
                  <a:lnTo>
                    <a:pt x="2670890" y="788089"/>
                  </a:lnTo>
                  <a:lnTo>
                    <a:pt x="2671238" y="787931"/>
                  </a:lnTo>
                  <a:lnTo>
                    <a:pt x="2678368" y="784700"/>
                  </a:lnTo>
                  <a:lnTo>
                    <a:pt x="2687932" y="780362"/>
                  </a:lnTo>
                  <a:lnTo>
                    <a:pt x="2695410" y="776969"/>
                  </a:lnTo>
                  <a:lnTo>
                    <a:pt x="2696279" y="776575"/>
                  </a:lnTo>
                  <a:lnTo>
                    <a:pt x="2701496" y="774207"/>
                  </a:lnTo>
                  <a:lnTo>
                    <a:pt x="2709843" y="770417"/>
                  </a:lnTo>
                  <a:lnTo>
                    <a:pt x="2718886" y="766309"/>
                  </a:lnTo>
                  <a:lnTo>
                    <a:pt x="2723929" y="764017"/>
                  </a:lnTo>
                  <a:lnTo>
                    <a:pt x="2746536" y="753736"/>
                  </a:lnTo>
                  <a:lnTo>
                    <a:pt x="2752448" y="751044"/>
                  </a:lnTo>
                  <a:lnTo>
                    <a:pt x="2756274" y="749303"/>
                  </a:lnTo>
                  <a:lnTo>
                    <a:pt x="2759926" y="747640"/>
                  </a:lnTo>
                  <a:lnTo>
                    <a:pt x="2760795" y="747244"/>
                  </a:lnTo>
                  <a:lnTo>
                    <a:pt x="2782359" y="737418"/>
                  </a:lnTo>
                  <a:lnTo>
                    <a:pt x="2787402" y="735118"/>
                  </a:lnTo>
                  <a:lnTo>
                    <a:pt x="2790010" y="733929"/>
                  </a:lnTo>
                  <a:lnTo>
                    <a:pt x="2823920" y="718448"/>
                  </a:lnTo>
                  <a:lnTo>
                    <a:pt x="2826703" y="717177"/>
                  </a:lnTo>
                  <a:lnTo>
                    <a:pt x="2835919" y="712964"/>
                  </a:lnTo>
                  <a:lnTo>
                    <a:pt x="2844788" y="708909"/>
                  </a:lnTo>
                  <a:lnTo>
                    <a:pt x="2845136" y="708750"/>
                  </a:lnTo>
                  <a:lnTo>
                    <a:pt x="2852265" y="705488"/>
                  </a:lnTo>
                  <a:lnTo>
                    <a:pt x="2861830" y="701111"/>
                  </a:lnTo>
                  <a:lnTo>
                    <a:pt x="2869307" y="697687"/>
                  </a:lnTo>
                  <a:lnTo>
                    <a:pt x="2870177" y="697289"/>
                  </a:lnTo>
                  <a:lnTo>
                    <a:pt x="2875394" y="694899"/>
                  </a:lnTo>
                  <a:lnTo>
                    <a:pt x="2883741" y="691075"/>
                  </a:lnTo>
                  <a:lnTo>
                    <a:pt x="2892784" y="686930"/>
                  </a:lnTo>
                  <a:lnTo>
                    <a:pt x="2897827" y="684618"/>
                  </a:lnTo>
                  <a:lnTo>
                    <a:pt x="2920433" y="674246"/>
                  </a:lnTo>
                  <a:lnTo>
                    <a:pt x="2926346" y="671531"/>
                  </a:lnTo>
                  <a:lnTo>
                    <a:pt x="2930171" y="669774"/>
                  </a:lnTo>
                  <a:lnTo>
                    <a:pt x="2933823" y="668097"/>
                  </a:lnTo>
                  <a:lnTo>
                    <a:pt x="2934693" y="667697"/>
                  </a:lnTo>
                  <a:lnTo>
                    <a:pt x="2956256" y="657787"/>
                  </a:lnTo>
                  <a:lnTo>
                    <a:pt x="2961299" y="655468"/>
                  </a:lnTo>
                  <a:lnTo>
                    <a:pt x="2963908" y="654268"/>
                  </a:lnTo>
                  <a:lnTo>
                    <a:pt x="2997818" y="638658"/>
                  </a:lnTo>
                  <a:lnTo>
                    <a:pt x="3000600" y="637376"/>
                  </a:lnTo>
                  <a:lnTo>
                    <a:pt x="3009817" y="633129"/>
                  </a:lnTo>
                  <a:lnTo>
                    <a:pt x="3018685" y="629041"/>
                  </a:lnTo>
                  <a:lnTo>
                    <a:pt x="3019033" y="628880"/>
                  </a:lnTo>
                  <a:lnTo>
                    <a:pt x="3026163" y="625592"/>
                  </a:lnTo>
                  <a:lnTo>
                    <a:pt x="3035727" y="621180"/>
                  </a:lnTo>
                  <a:lnTo>
                    <a:pt x="3043205" y="617729"/>
                  </a:lnTo>
                  <a:lnTo>
                    <a:pt x="3044074" y="617327"/>
                  </a:lnTo>
                  <a:lnTo>
                    <a:pt x="3049291" y="614919"/>
                  </a:lnTo>
                  <a:lnTo>
                    <a:pt x="3057638" y="611064"/>
                  </a:lnTo>
                  <a:lnTo>
                    <a:pt x="3066681" y="606887"/>
                  </a:lnTo>
                  <a:lnTo>
                    <a:pt x="3071724" y="604557"/>
                  </a:lnTo>
                  <a:lnTo>
                    <a:pt x="3094331" y="594104"/>
                  </a:lnTo>
                  <a:lnTo>
                    <a:pt x="3100243" y="591369"/>
                  </a:lnTo>
                  <a:lnTo>
                    <a:pt x="3104069" y="589599"/>
                  </a:lnTo>
                  <a:lnTo>
                    <a:pt x="3108590" y="587506"/>
                  </a:lnTo>
                  <a:lnTo>
                    <a:pt x="3130154" y="577522"/>
                  </a:lnTo>
                  <a:lnTo>
                    <a:pt x="3135197" y="575185"/>
                  </a:lnTo>
                  <a:lnTo>
                    <a:pt x="3137805" y="573977"/>
                  </a:lnTo>
                  <a:lnTo>
                    <a:pt x="3171715" y="558253"/>
                  </a:lnTo>
                  <a:lnTo>
                    <a:pt x="3174497" y="556962"/>
                  </a:lnTo>
                  <a:lnTo>
                    <a:pt x="3183714" y="552684"/>
                  </a:lnTo>
                  <a:lnTo>
                    <a:pt x="3192583" y="548567"/>
                  </a:lnTo>
                  <a:lnTo>
                    <a:pt x="3192931" y="548405"/>
                  </a:lnTo>
                  <a:lnTo>
                    <a:pt x="3200060" y="545094"/>
                  </a:lnTo>
                  <a:lnTo>
                    <a:pt x="3209625" y="540651"/>
                  </a:lnTo>
                  <a:lnTo>
                    <a:pt x="3217102" y="537176"/>
                  </a:lnTo>
                  <a:lnTo>
                    <a:pt x="3217972" y="536772"/>
                  </a:lnTo>
                  <a:lnTo>
                    <a:pt x="3223189" y="534347"/>
                  </a:lnTo>
                  <a:lnTo>
                    <a:pt x="3231536" y="530466"/>
                  </a:lnTo>
                  <a:lnTo>
                    <a:pt x="3240578" y="526260"/>
                  </a:lnTo>
                  <a:lnTo>
                    <a:pt x="3245621" y="523914"/>
                  </a:lnTo>
                  <a:lnTo>
                    <a:pt x="3268228" y="513392"/>
                  </a:lnTo>
                  <a:lnTo>
                    <a:pt x="3274141" y="510638"/>
                  </a:lnTo>
                  <a:lnTo>
                    <a:pt x="3277966" y="508856"/>
                  </a:lnTo>
                  <a:lnTo>
                    <a:pt x="3281618" y="507155"/>
                  </a:lnTo>
                  <a:lnTo>
                    <a:pt x="3282488" y="506750"/>
                  </a:lnTo>
                  <a:lnTo>
                    <a:pt x="3304051" y="496701"/>
                  </a:lnTo>
                  <a:lnTo>
                    <a:pt x="3309094" y="494349"/>
                  </a:lnTo>
                  <a:lnTo>
                    <a:pt x="3311702" y="493133"/>
                  </a:lnTo>
                  <a:lnTo>
                    <a:pt x="3345612" y="477311"/>
                  </a:lnTo>
                  <a:lnTo>
                    <a:pt x="3348395" y="476012"/>
                  </a:lnTo>
                  <a:lnTo>
                    <a:pt x="3357611" y="471708"/>
                  </a:lnTo>
                  <a:lnTo>
                    <a:pt x="3366480" y="467565"/>
                  </a:lnTo>
                  <a:lnTo>
                    <a:pt x="3366828" y="467402"/>
                  </a:lnTo>
                  <a:lnTo>
                    <a:pt x="3373958" y="464071"/>
                  </a:lnTo>
                  <a:lnTo>
                    <a:pt x="3383522" y="459601"/>
                  </a:lnTo>
                  <a:lnTo>
                    <a:pt x="3391000" y="456105"/>
                  </a:lnTo>
                  <a:lnTo>
                    <a:pt x="3391869" y="455699"/>
                  </a:lnTo>
                  <a:lnTo>
                    <a:pt x="3397086" y="453259"/>
                  </a:lnTo>
                  <a:lnTo>
                    <a:pt x="3405433" y="449355"/>
                  </a:lnTo>
                  <a:lnTo>
                    <a:pt x="3414476" y="445125"/>
                  </a:lnTo>
                  <a:lnTo>
                    <a:pt x="3419519" y="442765"/>
                  </a:lnTo>
                  <a:lnTo>
                    <a:pt x="3442126" y="432182"/>
                  </a:lnTo>
                  <a:lnTo>
                    <a:pt x="3448038" y="429413"/>
                  </a:lnTo>
                  <a:lnTo>
                    <a:pt x="3451864" y="427621"/>
                  </a:lnTo>
                  <a:lnTo>
                    <a:pt x="3455516" y="425911"/>
                  </a:lnTo>
                  <a:lnTo>
                    <a:pt x="3456385" y="425503"/>
                  </a:lnTo>
                  <a:lnTo>
                    <a:pt x="3477948" y="415398"/>
                  </a:lnTo>
                  <a:lnTo>
                    <a:pt x="3482991" y="413033"/>
                  </a:lnTo>
                  <a:lnTo>
                    <a:pt x="3485600" y="411810"/>
                  </a:lnTo>
                  <a:lnTo>
                    <a:pt x="3519510" y="395902"/>
                  </a:lnTo>
                  <a:lnTo>
                    <a:pt x="3522292" y="394596"/>
                  </a:lnTo>
                  <a:lnTo>
                    <a:pt x="3531509" y="390270"/>
                  </a:lnTo>
                  <a:lnTo>
                    <a:pt x="3540378" y="386105"/>
                  </a:lnTo>
                  <a:lnTo>
                    <a:pt x="3540725" y="385942"/>
                  </a:lnTo>
                  <a:lnTo>
                    <a:pt x="3547855" y="382593"/>
                  </a:lnTo>
                  <a:lnTo>
                    <a:pt x="3557420" y="378100"/>
                  </a:lnTo>
                  <a:lnTo>
                    <a:pt x="3564897" y="374586"/>
                  </a:lnTo>
                  <a:lnTo>
                    <a:pt x="3565767" y="374177"/>
                  </a:lnTo>
                  <a:lnTo>
                    <a:pt x="3570984" y="371725"/>
                  </a:lnTo>
                  <a:lnTo>
                    <a:pt x="3579331" y="367802"/>
                  </a:lnTo>
                  <a:lnTo>
                    <a:pt x="3588373" y="363550"/>
                  </a:lnTo>
                  <a:lnTo>
                    <a:pt x="3593416" y="361178"/>
                  </a:lnTo>
                  <a:lnTo>
                    <a:pt x="3616023" y="350543"/>
                  </a:lnTo>
                  <a:lnTo>
                    <a:pt x="3621936" y="347760"/>
                  </a:lnTo>
                  <a:lnTo>
                    <a:pt x="3625761" y="345960"/>
                  </a:lnTo>
                  <a:lnTo>
                    <a:pt x="3629413" y="344241"/>
                  </a:lnTo>
                  <a:lnTo>
                    <a:pt x="3630283" y="343831"/>
                  </a:lnTo>
                  <a:lnTo>
                    <a:pt x="3651846" y="333677"/>
                  </a:lnTo>
                  <a:lnTo>
                    <a:pt x="3656889" y="331302"/>
                  </a:lnTo>
                  <a:lnTo>
                    <a:pt x="3659497" y="330073"/>
                  </a:lnTo>
                  <a:lnTo>
                    <a:pt x="3693407" y="314091"/>
                  </a:lnTo>
                  <a:lnTo>
                    <a:pt x="3696190" y="312779"/>
                  </a:lnTo>
                  <a:lnTo>
                    <a:pt x="3705406" y="308432"/>
                  </a:lnTo>
                  <a:lnTo>
                    <a:pt x="3714623" y="304085"/>
                  </a:lnTo>
                  <a:lnTo>
                    <a:pt x="3721753" y="300721"/>
                  </a:lnTo>
                  <a:lnTo>
                    <a:pt x="3731317" y="296208"/>
                  </a:lnTo>
                  <a:lnTo>
                    <a:pt x="3738795" y="292679"/>
                  </a:lnTo>
                  <a:lnTo>
                    <a:pt x="3739664" y="292268"/>
                  </a:lnTo>
                  <a:lnTo>
                    <a:pt x="3744881" y="289806"/>
                  </a:lnTo>
                  <a:lnTo>
                    <a:pt x="3753228" y="285865"/>
                  </a:lnTo>
                  <a:lnTo>
                    <a:pt x="3762271" y="281595"/>
                  </a:lnTo>
                  <a:lnTo>
                    <a:pt x="3767314" y="279213"/>
                  </a:lnTo>
                  <a:lnTo>
                    <a:pt x="3789920" y="268532"/>
                  </a:lnTo>
                  <a:lnTo>
                    <a:pt x="3795833" y="265738"/>
                  </a:lnTo>
                  <a:lnTo>
                    <a:pt x="3799659" y="263930"/>
                  </a:lnTo>
                  <a:lnTo>
                    <a:pt x="3803311" y="262204"/>
                  </a:lnTo>
                  <a:lnTo>
                    <a:pt x="3804180" y="261793"/>
                  </a:lnTo>
                  <a:lnTo>
                    <a:pt x="3825743" y="251597"/>
                  </a:lnTo>
                  <a:lnTo>
                    <a:pt x="3830786" y="249211"/>
                  </a:lnTo>
                  <a:lnTo>
                    <a:pt x="3833395" y="247978"/>
                  </a:lnTo>
                  <a:lnTo>
                    <a:pt x="3867305" y="231932"/>
                  </a:lnTo>
                  <a:lnTo>
                    <a:pt x="3870087" y="230615"/>
                  </a:lnTo>
                  <a:lnTo>
                    <a:pt x="3879304" y="226251"/>
                  </a:lnTo>
                  <a:lnTo>
                    <a:pt x="3888173" y="222052"/>
                  </a:lnTo>
                  <a:lnTo>
                    <a:pt x="3888520" y="221887"/>
                  </a:lnTo>
                  <a:lnTo>
                    <a:pt x="3895650" y="218510"/>
                  </a:lnTo>
                  <a:lnTo>
                    <a:pt x="3905214" y="213980"/>
                  </a:lnTo>
                  <a:lnTo>
                    <a:pt x="3912692" y="210437"/>
                  </a:lnTo>
                  <a:lnTo>
                    <a:pt x="3913562" y="210025"/>
                  </a:lnTo>
                  <a:lnTo>
                    <a:pt x="3918778" y="207553"/>
                  </a:lnTo>
                  <a:lnTo>
                    <a:pt x="3927126" y="203597"/>
                  </a:lnTo>
                  <a:lnTo>
                    <a:pt x="3936168" y="199311"/>
                  </a:lnTo>
                  <a:lnTo>
                    <a:pt x="3941211" y="196921"/>
                  </a:lnTo>
                  <a:lnTo>
                    <a:pt x="3963818" y="186201"/>
                  </a:lnTo>
                  <a:lnTo>
                    <a:pt x="3969730" y="183397"/>
                  </a:lnTo>
                  <a:lnTo>
                    <a:pt x="3973556" y="181582"/>
                  </a:lnTo>
                  <a:lnTo>
                    <a:pt x="3977208" y="179849"/>
                  </a:lnTo>
                  <a:lnTo>
                    <a:pt x="3978077" y="179437"/>
                  </a:lnTo>
                  <a:lnTo>
                    <a:pt x="4004684" y="166811"/>
                  </a:lnTo>
                  <a:lnTo>
                    <a:pt x="4007292" y="165573"/>
                  </a:lnTo>
                  <a:lnTo>
                    <a:pt x="4041202" y="149472"/>
                  </a:lnTo>
                  <a:lnTo>
                    <a:pt x="4043985" y="148151"/>
                  </a:lnTo>
                  <a:lnTo>
                    <a:pt x="4053201" y="143772"/>
                  </a:lnTo>
                  <a:lnTo>
                    <a:pt x="4062070" y="139559"/>
                  </a:lnTo>
                  <a:lnTo>
                    <a:pt x="4062418" y="139394"/>
                  </a:lnTo>
                  <a:lnTo>
                    <a:pt x="4086590" y="127906"/>
                  </a:lnTo>
                  <a:lnTo>
                    <a:pt x="4092676" y="125013"/>
                  </a:lnTo>
                  <a:lnTo>
                    <a:pt x="4101023" y="121044"/>
                  </a:lnTo>
                  <a:lnTo>
                    <a:pt x="4110066" y="116744"/>
                  </a:lnTo>
                  <a:lnTo>
                    <a:pt x="4151975" y="96808"/>
                  </a:lnTo>
                  <a:lnTo>
                    <a:pt x="4181190" y="82902"/>
                  </a:lnTo>
                  <a:lnTo>
                    <a:pt x="4261356" y="44711"/>
                  </a:lnTo>
                  <a:lnTo>
                    <a:pt x="4355087" y="0"/>
                  </a:lnTo>
                  <a:lnTo>
                    <a:pt x="4355087" y="354255"/>
                  </a:lnTo>
                  <a:lnTo>
                    <a:pt x="4261356" y="390124"/>
                  </a:lnTo>
                  <a:lnTo>
                    <a:pt x="4181190" y="420851"/>
                  </a:lnTo>
                  <a:lnTo>
                    <a:pt x="4151975" y="432061"/>
                  </a:lnTo>
                  <a:lnTo>
                    <a:pt x="4110066" y="448154"/>
                  </a:lnTo>
                  <a:lnTo>
                    <a:pt x="4101023" y="451628"/>
                  </a:lnTo>
                  <a:lnTo>
                    <a:pt x="4092676" y="454835"/>
                  </a:lnTo>
                  <a:lnTo>
                    <a:pt x="4086590" y="457174"/>
                  </a:lnTo>
                  <a:lnTo>
                    <a:pt x="4062418" y="466467"/>
                  </a:lnTo>
                  <a:lnTo>
                    <a:pt x="4062070" y="466601"/>
                  </a:lnTo>
                  <a:lnTo>
                    <a:pt x="4053201" y="470012"/>
                  </a:lnTo>
                  <a:lnTo>
                    <a:pt x="4043985" y="473557"/>
                  </a:lnTo>
                  <a:lnTo>
                    <a:pt x="4041202" y="474627"/>
                  </a:lnTo>
                  <a:lnTo>
                    <a:pt x="4007292" y="487678"/>
                  </a:lnTo>
                  <a:lnTo>
                    <a:pt x="4004684" y="488683"/>
                  </a:lnTo>
                  <a:lnTo>
                    <a:pt x="3978077" y="498930"/>
                  </a:lnTo>
                  <a:lnTo>
                    <a:pt x="3977208" y="499265"/>
                  </a:lnTo>
                  <a:lnTo>
                    <a:pt x="3973556" y="500672"/>
                  </a:lnTo>
                  <a:lnTo>
                    <a:pt x="3969730" y="502147"/>
                  </a:lnTo>
                  <a:lnTo>
                    <a:pt x="3963818" y="504425"/>
                  </a:lnTo>
                  <a:lnTo>
                    <a:pt x="3941211" y="513140"/>
                  </a:lnTo>
                  <a:lnTo>
                    <a:pt x="3936168" y="515085"/>
                  </a:lnTo>
                  <a:lnTo>
                    <a:pt x="3927126" y="518573"/>
                  </a:lnTo>
                  <a:lnTo>
                    <a:pt x="3918778" y="521793"/>
                  </a:lnTo>
                  <a:lnTo>
                    <a:pt x="3913562" y="523806"/>
                  </a:lnTo>
                  <a:lnTo>
                    <a:pt x="3912692" y="524142"/>
                  </a:lnTo>
                  <a:lnTo>
                    <a:pt x="3905214" y="527028"/>
                  </a:lnTo>
                  <a:lnTo>
                    <a:pt x="3895650" y="530720"/>
                  </a:lnTo>
                  <a:lnTo>
                    <a:pt x="3888520" y="533472"/>
                  </a:lnTo>
                  <a:lnTo>
                    <a:pt x="3888173" y="533607"/>
                  </a:lnTo>
                  <a:lnTo>
                    <a:pt x="3879304" y="537031"/>
                  </a:lnTo>
                  <a:lnTo>
                    <a:pt x="3870087" y="540591"/>
                  </a:lnTo>
                  <a:lnTo>
                    <a:pt x="3867305" y="541666"/>
                  </a:lnTo>
                  <a:lnTo>
                    <a:pt x="3833395" y="554772"/>
                  </a:lnTo>
                  <a:lnTo>
                    <a:pt x="3830786" y="555781"/>
                  </a:lnTo>
                  <a:lnTo>
                    <a:pt x="3825743" y="557731"/>
                  </a:lnTo>
                  <a:lnTo>
                    <a:pt x="3804180" y="566073"/>
                  </a:lnTo>
                  <a:lnTo>
                    <a:pt x="3803311" y="566410"/>
                  </a:lnTo>
                  <a:lnTo>
                    <a:pt x="3799659" y="567823"/>
                  </a:lnTo>
                  <a:lnTo>
                    <a:pt x="3795833" y="569304"/>
                  </a:lnTo>
                  <a:lnTo>
                    <a:pt x="3789920" y="571592"/>
                  </a:lnTo>
                  <a:lnTo>
                    <a:pt x="3767314" y="580347"/>
                  </a:lnTo>
                  <a:lnTo>
                    <a:pt x="3762271" y="582300"/>
                  </a:lnTo>
                  <a:lnTo>
                    <a:pt x="3753228" y="585804"/>
                  </a:lnTo>
                  <a:lnTo>
                    <a:pt x="3744881" y="589039"/>
                  </a:lnTo>
                  <a:lnTo>
                    <a:pt x="3739664" y="591061"/>
                  </a:lnTo>
                  <a:lnTo>
                    <a:pt x="3738795" y="591398"/>
                  </a:lnTo>
                  <a:lnTo>
                    <a:pt x="3731317" y="594298"/>
                  </a:lnTo>
                  <a:lnTo>
                    <a:pt x="3721753" y="598007"/>
                  </a:lnTo>
                  <a:lnTo>
                    <a:pt x="3714623" y="600772"/>
                  </a:lnTo>
                  <a:lnTo>
                    <a:pt x="3705406" y="604348"/>
                  </a:lnTo>
                  <a:lnTo>
                    <a:pt x="3696190" y="607925"/>
                  </a:lnTo>
                  <a:lnTo>
                    <a:pt x="3693407" y="609005"/>
                  </a:lnTo>
                  <a:lnTo>
                    <a:pt x="3659497" y="622176"/>
                  </a:lnTo>
                  <a:lnTo>
                    <a:pt x="3656889" y="623189"/>
                  </a:lnTo>
                  <a:lnTo>
                    <a:pt x="3651846" y="625149"/>
                  </a:lnTo>
                  <a:lnTo>
                    <a:pt x="3630283" y="633533"/>
                  </a:lnTo>
                  <a:lnTo>
                    <a:pt x="3629413" y="633871"/>
                  </a:lnTo>
                  <a:lnTo>
                    <a:pt x="3625761" y="635292"/>
                  </a:lnTo>
                  <a:lnTo>
                    <a:pt x="3621936" y="636780"/>
                  </a:lnTo>
                  <a:lnTo>
                    <a:pt x="3616023" y="639080"/>
                  </a:lnTo>
                  <a:lnTo>
                    <a:pt x="3593416" y="647880"/>
                  </a:lnTo>
                  <a:lnTo>
                    <a:pt x="3588373" y="649843"/>
                  </a:lnTo>
                  <a:lnTo>
                    <a:pt x="3579331" y="653366"/>
                  </a:lnTo>
                  <a:lnTo>
                    <a:pt x="3570984" y="656618"/>
                  </a:lnTo>
                  <a:lnTo>
                    <a:pt x="3565767" y="658651"/>
                  </a:lnTo>
                  <a:lnTo>
                    <a:pt x="3564897" y="658990"/>
                  </a:lnTo>
                  <a:lnTo>
                    <a:pt x="3557420" y="661904"/>
                  </a:lnTo>
                  <a:lnTo>
                    <a:pt x="3547855" y="665634"/>
                  </a:lnTo>
                  <a:lnTo>
                    <a:pt x="3540725" y="668414"/>
                  </a:lnTo>
                  <a:lnTo>
                    <a:pt x="3540378" y="668550"/>
                  </a:lnTo>
                  <a:lnTo>
                    <a:pt x="3531509" y="672010"/>
                  </a:lnTo>
                  <a:lnTo>
                    <a:pt x="3522292" y="675607"/>
                  </a:lnTo>
                  <a:lnTo>
                    <a:pt x="3519510" y="676693"/>
                  </a:lnTo>
                  <a:lnTo>
                    <a:pt x="3485600" y="689937"/>
                  </a:lnTo>
                  <a:lnTo>
                    <a:pt x="3482991" y="690956"/>
                  </a:lnTo>
                  <a:lnTo>
                    <a:pt x="3477948" y="692927"/>
                  </a:lnTo>
                  <a:lnTo>
                    <a:pt x="3456385" y="701359"/>
                  </a:lnTo>
                  <a:lnTo>
                    <a:pt x="3455516" y="701700"/>
                  </a:lnTo>
                  <a:lnTo>
                    <a:pt x="3451864" y="703128"/>
                  </a:lnTo>
                  <a:lnTo>
                    <a:pt x="3448038" y="704625"/>
                  </a:lnTo>
                  <a:lnTo>
                    <a:pt x="3442126" y="706939"/>
                  </a:lnTo>
                  <a:lnTo>
                    <a:pt x="3419519" y="715791"/>
                  </a:lnTo>
                  <a:lnTo>
                    <a:pt x="3414476" y="717767"/>
                  </a:lnTo>
                  <a:lnTo>
                    <a:pt x="3405433" y="721310"/>
                  </a:lnTo>
                  <a:lnTo>
                    <a:pt x="3397086" y="724582"/>
                  </a:lnTo>
                  <a:lnTo>
                    <a:pt x="3391869" y="726628"/>
                  </a:lnTo>
                  <a:lnTo>
                    <a:pt x="3391000" y="726969"/>
                  </a:lnTo>
                  <a:lnTo>
                    <a:pt x="3383522" y="729901"/>
                  </a:lnTo>
                  <a:lnTo>
                    <a:pt x="3373958" y="733654"/>
                  </a:lnTo>
                  <a:lnTo>
                    <a:pt x="3366828" y="736452"/>
                  </a:lnTo>
                  <a:lnTo>
                    <a:pt x="3366480" y="736588"/>
                  </a:lnTo>
                  <a:lnTo>
                    <a:pt x="3357611" y="740070"/>
                  </a:lnTo>
                  <a:lnTo>
                    <a:pt x="3348395" y="743690"/>
                  </a:lnTo>
                  <a:lnTo>
                    <a:pt x="3345612" y="744783"/>
                  </a:lnTo>
                  <a:lnTo>
                    <a:pt x="3311702" y="758112"/>
                  </a:lnTo>
                  <a:lnTo>
                    <a:pt x="3309094" y="759138"/>
                  </a:lnTo>
                  <a:lnTo>
                    <a:pt x="3304051" y="761122"/>
                  </a:lnTo>
                  <a:lnTo>
                    <a:pt x="3282488" y="769611"/>
                  </a:lnTo>
                  <a:lnTo>
                    <a:pt x="3281618" y="769953"/>
                  </a:lnTo>
                  <a:lnTo>
                    <a:pt x="3277966" y="771392"/>
                  </a:lnTo>
                  <a:lnTo>
                    <a:pt x="3274141" y="772899"/>
                  </a:lnTo>
                  <a:lnTo>
                    <a:pt x="3268228" y="775228"/>
                  </a:lnTo>
                  <a:lnTo>
                    <a:pt x="3245621" y="784141"/>
                  </a:lnTo>
                  <a:lnTo>
                    <a:pt x="3240578" y="786130"/>
                  </a:lnTo>
                  <a:lnTo>
                    <a:pt x="3231536" y="789698"/>
                  </a:lnTo>
                  <a:lnTo>
                    <a:pt x="3223189" y="792993"/>
                  </a:lnTo>
                  <a:lnTo>
                    <a:pt x="3217972" y="795053"/>
                  </a:lnTo>
                  <a:lnTo>
                    <a:pt x="3217102" y="795397"/>
                  </a:lnTo>
                  <a:lnTo>
                    <a:pt x="3209625" y="798350"/>
                  </a:lnTo>
                  <a:lnTo>
                    <a:pt x="3200060" y="802129"/>
                  </a:lnTo>
                  <a:lnTo>
                    <a:pt x="3192931" y="804947"/>
                  </a:lnTo>
                  <a:lnTo>
                    <a:pt x="3192583" y="805085"/>
                  </a:lnTo>
                  <a:lnTo>
                    <a:pt x="3183714" y="808592"/>
                  </a:lnTo>
                  <a:lnTo>
                    <a:pt x="3174497" y="812238"/>
                  </a:lnTo>
                  <a:lnTo>
                    <a:pt x="3171715" y="813339"/>
                  </a:lnTo>
                  <a:lnTo>
                    <a:pt x="3137805" y="826767"/>
                  </a:lnTo>
                  <a:lnTo>
                    <a:pt x="3135197" y="827801"/>
                  </a:lnTo>
                  <a:lnTo>
                    <a:pt x="3130154" y="829800"/>
                  </a:lnTo>
                  <a:lnTo>
                    <a:pt x="3108590" y="838353"/>
                  </a:lnTo>
                  <a:lnTo>
                    <a:pt x="3104069" y="840148"/>
                  </a:lnTo>
                  <a:lnTo>
                    <a:pt x="3100243" y="841667"/>
                  </a:lnTo>
                  <a:lnTo>
                    <a:pt x="3094331" y="844014"/>
                  </a:lnTo>
                  <a:lnTo>
                    <a:pt x="3071724" y="852997"/>
                  </a:lnTo>
                  <a:lnTo>
                    <a:pt x="3066681" y="855002"/>
                  </a:lnTo>
                  <a:lnTo>
                    <a:pt x="3057638" y="858598"/>
                  </a:lnTo>
                  <a:lnTo>
                    <a:pt x="3049291" y="861920"/>
                  </a:lnTo>
                  <a:lnTo>
                    <a:pt x="3044074" y="863996"/>
                  </a:lnTo>
                  <a:lnTo>
                    <a:pt x="3043205" y="864342"/>
                  </a:lnTo>
                  <a:lnTo>
                    <a:pt x="3035727" y="867320"/>
                  </a:lnTo>
                  <a:lnTo>
                    <a:pt x="3026163" y="871130"/>
                  </a:lnTo>
                  <a:lnTo>
                    <a:pt x="3019033" y="873971"/>
                  </a:lnTo>
                  <a:lnTo>
                    <a:pt x="3018685" y="874110"/>
                  </a:lnTo>
                  <a:lnTo>
                    <a:pt x="3009817" y="877646"/>
                  </a:lnTo>
                  <a:lnTo>
                    <a:pt x="3000600" y="881322"/>
                  </a:lnTo>
                  <a:lnTo>
                    <a:pt x="2997818" y="882432"/>
                  </a:lnTo>
                  <a:lnTo>
                    <a:pt x="2963908" y="895974"/>
                  </a:lnTo>
                  <a:lnTo>
                    <a:pt x="2961299" y="897017"/>
                  </a:lnTo>
                  <a:lnTo>
                    <a:pt x="2956256" y="899033"/>
                  </a:lnTo>
                  <a:lnTo>
                    <a:pt x="2934693" y="907661"/>
                  </a:lnTo>
                  <a:lnTo>
                    <a:pt x="2933823" y="908009"/>
                  </a:lnTo>
                  <a:lnTo>
                    <a:pt x="2930171" y="909471"/>
                  </a:lnTo>
                  <a:lnTo>
                    <a:pt x="2926346" y="911003"/>
                  </a:lnTo>
                  <a:lnTo>
                    <a:pt x="2920433" y="913371"/>
                  </a:lnTo>
                  <a:lnTo>
                    <a:pt x="2897827" y="922434"/>
                  </a:lnTo>
                  <a:lnTo>
                    <a:pt x="2892784" y="924457"/>
                  </a:lnTo>
                  <a:lnTo>
                    <a:pt x="2883741" y="928086"/>
                  </a:lnTo>
                  <a:lnTo>
                    <a:pt x="2875394" y="931438"/>
                  </a:lnTo>
                  <a:lnTo>
                    <a:pt x="2870177" y="933533"/>
                  </a:lnTo>
                  <a:lnTo>
                    <a:pt x="2869307" y="933882"/>
                  </a:lnTo>
                  <a:lnTo>
                    <a:pt x="2861830" y="936887"/>
                  </a:lnTo>
                  <a:lnTo>
                    <a:pt x="2852265" y="940732"/>
                  </a:lnTo>
                  <a:lnTo>
                    <a:pt x="2845136" y="943600"/>
                  </a:lnTo>
                  <a:lnTo>
                    <a:pt x="2844788" y="943740"/>
                  </a:lnTo>
                  <a:lnTo>
                    <a:pt x="2835919" y="947309"/>
                  </a:lnTo>
                  <a:lnTo>
                    <a:pt x="2826703" y="951020"/>
                  </a:lnTo>
                  <a:lnTo>
                    <a:pt x="2823920" y="952140"/>
                  </a:lnTo>
                  <a:lnTo>
                    <a:pt x="2790010" y="965812"/>
                  </a:lnTo>
                  <a:lnTo>
                    <a:pt x="2787402" y="966865"/>
                  </a:lnTo>
                  <a:lnTo>
                    <a:pt x="2782359" y="968901"/>
                  </a:lnTo>
                  <a:lnTo>
                    <a:pt x="2760795" y="977613"/>
                  </a:lnTo>
                  <a:lnTo>
                    <a:pt x="2759926" y="977964"/>
                  </a:lnTo>
                  <a:lnTo>
                    <a:pt x="2756274" y="979441"/>
                  </a:lnTo>
                  <a:lnTo>
                    <a:pt x="2752448" y="980988"/>
                  </a:lnTo>
                  <a:lnTo>
                    <a:pt x="2746536" y="983380"/>
                  </a:lnTo>
                  <a:lnTo>
                    <a:pt x="2723929" y="992533"/>
                  </a:lnTo>
                  <a:lnTo>
                    <a:pt x="2718886" y="994577"/>
                  </a:lnTo>
                  <a:lnTo>
                    <a:pt x="2709843" y="998243"/>
                  </a:lnTo>
                  <a:lnTo>
                    <a:pt x="2701496" y="1001628"/>
                  </a:lnTo>
                  <a:lnTo>
                    <a:pt x="2696279" y="1003745"/>
                  </a:lnTo>
                  <a:lnTo>
                    <a:pt x="2695410" y="1004098"/>
                  </a:lnTo>
                  <a:lnTo>
                    <a:pt x="2687932" y="1007134"/>
                  </a:lnTo>
                  <a:lnTo>
                    <a:pt x="2678368" y="1011019"/>
                  </a:lnTo>
                  <a:lnTo>
                    <a:pt x="2671238" y="1013917"/>
                  </a:lnTo>
                  <a:lnTo>
                    <a:pt x="2670890" y="1014058"/>
                  </a:lnTo>
                  <a:lnTo>
                    <a:pt x="2662022" y="1017664"/>
                  </a:lnTo>
                  <a:lnTo>
                    <a:pt x="2652805" y="1021414"/>
                  </a:lnTo>
                  <a:lnTo>
                    <a:pt x="2650023" y="1022546"/>
                  </a:lnTo>
                  <a:lnTo>
                    <a:pt x="2616113" y="1036364"/>
                  </a:lnTo>
                  <a:lnTo>
                    <a:pt x="2613504" y="1037428"/>
                  </a:lnTo>
                  <a:lnTo>
                    <a:pt x="2608461" y="1039486"/>
                  </a:lnTo>
                  <a:lnTo>
                    <a:pt x="2586898" y="1048293"/>
                  </a:lnTo>
                  <a:lnTo>
                    <a:pt x="2586028" y="1048648"/>
                  </a:lnTo>
                  <a:lnTo>
                    <a:pt x="2582377" y="1050141"/>
                  </a:lnTo>
                  <a:lnTo>
                    <a:pt x="2572638" y="1054124"/>
                  </a:lnTo>
                  <a:lnTo>
                    <a:pt x="2550032" y="1063379"/>
                  </a:lnTo>
                  <a:lnTo>
                    <a:pt x="2544989" y="1065445"/>
                  </a:lnTo>
                  <a:lnTo>
                    <a:pt x="2535946" y="1069152"/>
                  </a:lnTo>
                  <a:lnTo>
                    <a:pt x="2527599" y="1072576"/>
                  </a:lnTo>
                  <a:lnTo>
                    <a:pt x="2522382" y="1074717"/>
                  </a:lnTo>
                  <a:lnTo>
                    <a:pt x="2521512" y="1075074"/>
                  </a:lnTo>
                  <a:lnTo>
                    <a:pt x="2514035" y="1078144"/>
                  </a:lnTo>
                  <a:lnTo>
                    <a:pt x="2504471" y="1082074"/>
                  </a:lnTo>
                  <a:lnTo>
                    <a:pt x="2497341" y="1085005"/>
                  </a:lnTo>
                  <a:lnTo>
                    <a:pt x="2496993" y="1085148"/>
                  </a:lnTo>
                  <a:lnTo>
                    <a:pt x="2488124" y="1088795"/>
                  </a:lnTo>
                  <a:lnTo>
                    <a:pt x="2478908" y="1092588"/>
                  </a:lnTo>
                  <a:lnTo>
                    <a:pt x="2476125" y="1093734"/>
                  </a:lnTo>
                  <a:lnTo>
                    <a:pt x="2442215" y="1107714"/>
                  </a:lnTo>
                  <a:lnTo>
                    <a:pt x="2439607" y="1108790"/>
                  </a:lnTo>
                  <a:lnTo>
                    <a:pt x="2434564" y="1110872"/>
                  </a:lnTo>
                  <a:lnTo>
                    <a:pt x="2413000" y="1119784"/>
                  </a:lnTo>
                  <a:lnTo>
                    <a:pt x="2412131" y="1120144"/>
                  </a:lnTo>
                  <a:lnTo>
                    <a:pt x="2408479" y="1121654"/>
                  </a:lnTo>
                  <a:lnTo>
                    <a:pt x="2404653" y="1123237"/>
                  </a:lnTo>
                  <a:lnTo>
                    <a:pt x="2398741" y="1125685"/>
                  </a:lnTo>
                  <a:lnTo>
                    <a:pt x="2376134" y="1135052"/>
                  </a:lnTo>
                  <a:lnTo>
                    <a:pt x="2371091" y="1137143"/>
                  </a:lnTo>
                  <a:lnTo>
                    <a:pt x="2362049" y="1140896"/>
                  </a:lnTo>
                  <a:lnTo>
                    <a:pt x="2353701" y="1144362"/>
                  </a:lnTo>
                  <a:lnTo>
                    <a:pt x="2348485" y="1146529"/>
                  </a:lnTo>
                  <a:lnTo>
                    <a:pt x="2340137" y="1149998"/>
                  </a:lnTo>
                  <a:lnTo>
                    <a:pt x="2330573" y="1153976"/>
                  </a:lnTo>
                  <a:lnTo>
                    <a:pt x="2323443" y="1156943"/>
                  </a:lnTo>
                  <a:lnTo>
                    <a:pt x="2323095" y="1157088"/>
                  </a:lnTo>
                  <a:lnTo>
                    <a:pt x="2314227" y="1160781"/>
                  </a:lnTo>
                  <a:lnTo>
                    <a:pt x="2305010" y="1164622"/>
                  </a:lnTo>
                  <a:lnTo>
                    <a:pt x="2302228" y="1165782"/>
                  </a:lnTo>
                  <a:lnTo>
                    <a:pt x="2268318" y="1179937"/>
                  </a:lnTo>
                  <a:lnTo>
                    <a:pt x="2265709" y="1181027"/>
                  </a:lnTo>
                  <a:lnTo>
                    <a:pt x="2260666" y="1183136"/>
                  </a:lnTo>
                  <a:lnTo>
                    <a:pt x="2239103" y="1192161"/>
                  </a:lnTo>
                  <a:lnTo>
                    <a:pt x="2238234" y="1192525"/>
                  </a:lnTo>
                  <a:lnTo>
                    <a:pt x="2234582" y="1194055"/>
                  </a:lnTo>
                  <a:lnTo>
                    <a:pt x="2230756" y="1195659"/>
                  </a:lnTo>
                  <a:lnTo>
                    <a:pt x="2224843" y="1198137"/>
                  </a:lnTo>
                  <a:lnTo>
                    <a:pt x="2202237" y="1207625"/>
                  </a:lnTo>
                  <a:lnTo>
                    <a:pt x="2197194" y="1209744"/>
                  </a:lnTo>
                  <a:lnTo>
                    <a:pt x="2188151" y="1213545"/>
                  </a:lnTo>
                  <a:lnTo>
                    <a:pt x="2179804" y="1217056"/>
                  </a:lnTo>
                  <a:lnTo>
                    <a:pt x="2174587" y="1219251"/>
                  </a:lnTo>
                  <a:lnTo>
                    <a:pt x="2173718" y="1219617"/>
                  </a:lnTo>
                  <a:lnTo>
                    <a:pt x="2166240" y="1222766"/>
                  </a:lnTo>
                  <a:lnTo>
                    <a:pt x="2156676" y="1226796"/>
                  </a:lnTo>
                  <a:lnTo>
                    <a:pt x="2149546" y="1229802"/>
                  </a:lnTo>
                  <a:lnTo>
                    <a:pt x="2149198" y="1229948"/>
                  </a:lnTo>
                  <a:lnTo>
                    <a:pt x="2140329" y="1233690"/>
                  </a:lnTo>
                  <a:lnTo>
                    <a:pt x="2131113" y="1237581"/>
                  </a:lnTo>
                  <a:lnTo>
                    <a:pt x="2128330" y="1238756"/>
                  </a:lnTo>
                  <a:lnTo>
                    <a:pt x="2094420" y="1253098"/>
                  </a:lnTo>
                  <a:lnTo>
                    <a:pt x="2091812" y="1254203"/>
                  </a:lnTo>
                  <a:lnTo>
                    <a:pt x="2086769" y="1256340"/>
                  </a:lnTo>
                  <a:lnTo>
                    <a:pt x="2065206" y="1265485"/>
                  </a:lnTo>
                  <a:lnTo>
                    <a:pt x="2064336" y="1265854"/>
                  </a:lnTo>
                  <a:lnTo>
                    <a:pt x="2060684" y="1267404"/>
                  </a:lnTo>
                  <a:lnTo>
                    <a:pt x="2056859" y="1269029"/>
                  </a:lnTo>
                  <a:lnTo>
                    <a:pt x="2050946" y="1271541"/>
                  </a:lnTo>
                  <a:lnTo>
                    <a:pt x="2028339" y="1281155"/>
                  </a:lnTo>
                  <a:lnTo>
                    <a:pt x="2023296" y="1283302"/>
                  </a:lnTo>
                  <a:lnTo>
                    <a:pt x="2014254" y="1287154"/>
                  </a:lnTo>
                  <a:lnTo>
                    <a:pt x="2005907" y="1290713"/>
                  </a:lnTo>
                  <a:lnTo>
                    <a:pt x="2000690" y="1292938"/>
                  </a:lnTo>
                  <a:lnTo>
                    <a:pt x="1999820" y="1293308"/>
                  </a:lnTo>
                  <a:lnTo>
                    <a:pt x="1992343" y="1296499"/>
                  </a:lnTo>
                  <a:lnTo>
                    <a:pt x="1982778" y="1300583"/>
                  </a:lnTo>
                  <a:lnTo>
                    <a:pt x="1975648" y="1303630"/>
                  </a:lnTo>
                  <a:lnTo>
                    <a:pt x="1975301" y="1303778"/>
                  </a:lnTo>
                  <a:lnTo>
                    <a:pt x="1966432" y="1307570"/>
                  </a:lnTo>
                  <a:lnTo>
                    <a:pt x="1957215" y="1311514"/>
                  </a:lnTo>
                  <a:lnTo>
                    <a:pt x="1954433" y="1312705"/>
                  </a:lnTo>
                  <a:lnTo>
                    <a:pt x="1920523" y="1327241"/>
                  </a:lnTo>
                  <a:lnTo>
                    <a:pt x="1917914" y="1328360"/>
                  </a:lnTo>
                  <a:lnTo>
                    <a:pt x="1912871" y="1330526"/>
                  </a:lnTo>
                  <a:lnTo>
                    <a:pt x="1890439" y="1340168"/>
                  </a:lnTo>
                  <a:lnTo>
                    <a:pt x="1886787" y="1341740"/>
                  </a:lnTo>
                  <a:lnTo>
                    <a:pt x="1882961" y="1343386"/>
                  </a:lnTo>
                  <a:lnTo>
                    <a:pt x="1877049" y="1345932"/>
                  </a:lnTo>
                  <a:lnTo>
                    <a:pt x="1854442" y="1355676"/>
                  </a:lnTo>
                  <a:lnTo>
                    <a:pt x="1849399" y="1357852"/>
                  </a:lnTo>
                  <a:lnTo>
                    <a:pt x="1840356" y="1361756"/>
                  </a:lnTo>
                  <a:lnTo>
                    <a:pt x="1832009" y="1365362"/>
                  </a:lnTo>
                  <a:lnTo>
                    <a:pt x="1826792" y="1367617"/>
                  </a:lnTo>
                  <a:lnTo>
                    <a:pt x="1825923" y="1367993"/>
                  </a:lnTo>
                  <a:lnTo>
                    <a:pt x="1818445" y="1371227"/>
                  </a:lnTo>
                  <a:lnTo>
                    <a:pt x="1808881" y="1375366"/>
                  </a:lnTo>
                  <a:lnTo>
                    <a:pt x="1801751" y="1378454"/>
                  </a:lnTo>
                  <a:lnTo>
                    <a:pt x="1801403" y="1378604"/>
                  </a:lnTo>
                  <a:lnTo>
                    <a:pt x="1792534" y="1382447"/>
                  </a:lnTo>
                  <a:lnTo>
                    <a:pt x="1783318" y="1386443"/>
                  </a:lnTo>
                  <a:lnTo>
                    <a:pt x="1780535" y="1387650"/>
                  </a:lnTo>
                  <a:lnTo>
                    <a:pt x="1746625" y="1402381"/>
                  </a:lnTo>
                  <a:lnTo>
                    <a:pt x="1744017" y="1403516"/>
                  </a:lnTo>
                  <a:lnTo>
                    <a:pt x="1738974" y="1405710"/>
                  </a:lnTo>
                  <a:lnTo>
                    <a:pt x="1717411" y="1415102"/>
                  </a:lnTo>
                  <a:lnTo>
                    <a:pt x="1716541" y="1415481"/>
                  </a:lnTo>
                  <a:lnTo>
                    <a:pt x="1712889" y="1417073"/>
                  </a:lnTo>
                  <a:lnTo>
                    <a:pt x="1709064" y="1418742"/>
                  </a:lnTo>
                  <a:lnTo>
                    <a:pt x="1703151" y="1421321"/>
                  </a:lnTo>
                  <a:lnTo>
                    <a:pt x="1680544" y="1431194"/>
                  </a:lnTo>
                  <a:lnTo>
                    <a:pt x="1675501" y="1433399"/>
                  </a:lnTo>
                  <a:lnTo>
                    <a:pt x="1666459" y="1437355"/>
                  </a:lnTo>
                  <a:lnTo>
                    <a:pt x="1658112" y="1441008"/>
                  </a:lnTo>
                  <a:lnTo>
                    <a:pt x="1652895" y="1443293"/>
                  </a:lnTo>
                  <a:lnTo>
                    <a:pt x="1652025" y="1443673"/>
                  </a:lnTo>
                  <a:lnTo>
                    <a:pt x="1644548" y="1446950"/>
                  </a:lnTo>
                  <a:lnTo>
                    <a:pt x="1634983" y="1451143"/>
                  </a:lnTo>
                  <a:lnTo>
                    <a:pt x="1627854" y="1454271"/>
                  </a:lnTo>
                  <a:lnTo>
                    <a:pt x="1627506" y="1454423"/>
                  </a:lnTo>
                  <a:lnTo>
                    <a:pt x="1618637" y="1458316"/>
                  </a:lnTo>
                  <a:lnTo>
                    <a:pt x="1609420" y="1462365"/>
                  </a:lnTo>
                  <a:lnTo>
                    <a:pt x="1606638" y="1463587"/>
                  </a:lnTo>
                  <a:lnTo>
                    <a:pt x="1572728" y="1478508"/>
                  </a:lnTo>
                  <a:lnTo>
                    <a:pt x="1570120" y="1479657"/>
                  </a:lnTo>
                  <a:lnTo>
                    <a:pt x="1565077" y="1481880"/>
                  </a:lnTo>
                  <a:lnTo>
                    <a:pt x="1543513" y="1491392"/>
                  </a:lnTo>
                  <a:lnTo>
                    <a:pt x="1542644" y="1491776"/>
                  </a:lnTo>
                  <a:lnTo>
                    <a:pt x="1538992" y="1493388"/>
                  </a:lnTo>
                  <a:lnTo>
                    <a:pt x="1535166" y="1495078"/>
                  </a:lnTo>
                  <a:lnTo>
                    <a:pt x="1529254" y="1497690"/>
                  </a:lnTo>
                  <a:lnTo>
                    <a:pt x="1501604" y="1509920"/>
                  </a:lnTo>
                  <a:lnTo>
                    <a:pt x="1492561" y="1513925"/>
                  </a:lnTo>
                  <a:lnTo>
                    <a:pt x="1484214" y="1517625"/>
                  </a:lnTo>
                  <a:lnTo>
                    <a:pt x="1478997" y="1519938"/>
                  </a:lnTo>
                  <a:lnTo>
                    <a:pt x="1478128" y="1520323"/>
                  </a:lnTo>
                  <a:lnTo>
                    <a:pt x="1470650" y="1523640"/>
                  </a:lnTo>
                  <a:lnTo>
                    <a:pt x="1461086" y="1527885"/>
                  </a:lnTo>
                  <a:lnTo>
                    <a:pt x="1453956" y="1531052"/>
                  </a:lnTo>
                  <a:lnTo>
                    <a:pt x="1453608" y="1531206"/>
                  </a:lnTo>
                  <a:lnTo>
                    <a:pt x="1444739" y="1535147"/>
                  </a:lnTo>
                  <a:lnTo>
                    <a:pt x="1435523" y="1539245"/>
                  </a:lnTo>
                  <a:lnTo>
                    <a:pt x="1432741" y="1540482"/>
                  </a:lnTo>
                  <a:lnTo>
                    <a:pt x="1398831" y="1555584"/>
                  </a:lnTo>
                  <a:lnTo>
                    <a:pt x="1396222" y="1556747"/>
                  </a:lnTo>
                  <a:lnTo>
                    <a:pt x="1391179" y="1558997"/>
                  </a:lnTo>
                  <a:lnTo>
                    <a:pt x="1369616" y="1568622"/>
                  </a:lnTo>
                  <a:lnTo>
                    <a:pt x="1368746" y="1569011"/>
                  </a:lnTo>
                  <a:lnTo>
                    <a:pt x="1361269" y="1572352"/>
                  </a:lnTo>
                  <a:lnTo>
                    <a:pt x="1355356" y="1574995"/>
                  </a:lnTo>
                  <a:lnTo>
                    <a:pt x="1332750" y="1585110"/>
                  </a:lnTo>
                  <a:lnTo>
                    <a:pt x="1327707" y="1587369"/>
                  </a:lnTo>
                  <a:lnTo>
                    <a:pt x="1318664" y="1591420"/>
                  </a:lnTo>
                  <a:lnTo>
                    <a:pt x="1310317" y="1595162"/>
                  </a:lnTo>
                  <a:lnTo>
                    <a:pt x="1305100" y="1597502"/>
                  </a:lnTo>
                  <a:lnTo>
                    <a:pt x="1304230" y="1597892"/>
                  </a:lnTo>
                  <a:lnTo>
                    <a:pt x="1296753" y="1601247"/>
                  </a:lnTo>
                  <a:lnTo>
                    <a:pt x="1287188" y="1605540"/>
                  </a:lnTo>
                  <a:lnTo>
                    <a:pt x="1280059" y="1608743"/>
                  </a:lnTo>
                  <a:lnTo>
                    <a:pt x="1279711" y="1608899"/>
                  </a:lnTo>
                  <a:lnTo>
                    <a:pt x="1270842" y="1612884"/>
                  </a:lnTo>
                  <a:lnTo>
                    <a:pt x="1261625" y="1617029"/>
                  </a:lnTo>
                  <a:lnTo>
                    <a:pt x="1258843" y="1618280"/>
                  </a:lnTo>
                  <a:lnTo>
                    <a:pt x="1224933" y="1633550"/>
                  </a:lnTo>
                  <a:lnTo>
                    <a:pt x="1222325" y="1634726"/>
                  </a:lnTo>
                  <a:lnTo>
                    <a:pt x="1217282" y="1637000"/>
                  </a:lnTo>
                  <a:lnTo>
                    <a:pt x="1195718" y="1646730"/>
                  </a:lnTo>
                  <a:lnTo>
                    <a:pt x="1194849" y="1647123"/>
                  </a:lnTo>
                  <a:lnTo>
                    <a:pt x="1191197" y="1648772"/>
                  </a:lnTo>
                  <a:lnTo>
                    <a:pt x="1187371" y="1650500"/>
                  </a:lnTo>
                  <a:lnTo>
                    <a:pt x="1181459" y="1653172"/>
                  </a:lnTo>
                  <a:lnTo>
                    <a:pt x="1158852" y="1663395"/>
                  </a:lnTo>
                  <a:lnTo>
                    <a:pt x="1153809" y="1665677"/>
                  </a:lnTo>
                  <a:lnTo>
                    <a:pt x="1144766" y="1669771"/>
                  </a:lnTo>
                  <a:lnTo>
                    <a:pt x="1136419" y="1673552"/>
                  </a:lnTo>
                  <a:lnTo>
                    <a:pt x="1131202" y="1675916"/>
                  </a:lnTo>
                  <a:lnTo>
                    <a:pt x="1130333" y="1676310"/>
                  </a:lnTo>
                  <a:lnTo>
                    <a:pt x="1122855" y="1679700"/>
                  </a:lnTo>
                  <a:lnTo>
                    <a:pt x="1113291" y="1684038"/>
                  </a:lnTo>
                  <a:lnTo>
                    <a:pt x="1106161" y="1687273"/>
                  </a:lnTo>
                  <a:lnTo>
                    <a:pt x="1105813" y="1687431"/>
                  </a:lnTo>
                  <a:lnTo>
                    <a:pt x="1096945" y="1691457"/>
                  </a:lnTo>
                  <a:lnTo>
                    <a:pt x="1087728" y="1695644"/>
                  </a:lnTo>
                  <a:lnTo>
                    <a:pt x="1084946" y="1696908"/>
                  </a:lnTo>
                  <a:lnTo>
                    <a:pt x="1051036" y="1712330"/>
                  </a:lnTo>
                  <a:lnTo>
                    <a:pt x="1048427" y="1713518"/>
                  </a:lnTo>
                  <a:lnTo>
                    <a:pt x="1043384" y="1715814"/>
                  </a:lnTo>
                  <a:lnTo>
                    <a:pt x="1021821" y="1725639"/>
                  </a:lnTo>
                  <a:lnTo>
                    <a:pt x="1020951" y="1726036"/>
                  </a:lnTo>
                  <a:lnTo>
                    <a:pt x="1017300" y="1727701"/>
                  </a:lnTo>
                  <a:lnTo>
                    <a:pt x="1013474" y="1729446"/>
                  </a:lnTo>
                  <a:lnTo>
                    <a:pt x="1007561" y="1732143"/>
                  </a:lnTo>
                  <a:lnTo>
                    <a:pt x="984955" y="1742463"/>
                  </a:lnTo>
                  <a:lnTo>
                    <a:pt x="979912" y="1744767"/>
                  </a:lnTo>
                  <a:lnTo>
                    <a:pt x="970869" y="1748900"/>
                  </a:lnTo>
                  <a:lnTo>
                    <a:pt x="962522" y="1752716"/>
                  </a:lnTo>
                  <a:lnTo>
                    <a:pt x="957305" y="1755102"/>
                  </a:lnTo>
                  <a:lnTo>
                    <a:pt x="956435" y="1755500"/>
                  </a:lnTo>
                  <a:lnTo>
                    <a:pt x="948958" y="1758921"/>
                  </a:lnTo>
                  <a:lnTo>
                    <a:pt x="939394" y="1763298"/>
                  </a:lnTo>
                  <a:lnTo>
                    <a:pt x="932264" y="1766563"/>
                  </a:lnTo>
                  <a:lnTo>
                    <a:pt x="931916" y="1766722"/>
                  </a:lnTo>
                  <a:lnTo>
                    <a:pt x="923047" y="1770785"/>
                  </a:lnTo>
                  <a:lnTo>
                    <a:pt x="913831" y="1775009"/>
                  </a:lnTo>
                  <a:lnTo>
                    <a:pt x="911048" y="1776284"/>
                  </a:lnTo>
                  <a:lnTo>
                    <a:pt x="877138" y="1791843"/>
                  </a:lnTo>
                  <a:lnTo>
                    <a:pt x="874530" y="1793041"/>
                  </a:lnTo>
                  <a:lnTo>
                    <a:pt x="869487" y="1795357"/>
                  </a:lnTo>
                  <a:lnTo>
                    <a:pt x="847923" y="1805267"/>
                  </a:lnTo>
                  <a:lnTo>
                    <a:pt x="847054" y="1805667"/>
                  </a:lnTo>
                  <a:lnTo>
                    <a:pt x="843402" y="1807346"/>
                  </a:lnTo>
                  <a:lnTo>
                    <a:pt x="839576" y="1809106"/>
                  </a:lnTo>
                  <a:lnTo>
                    <a:pt x="833664" y="1811826"/>
                  </a:lnTo>
                  <a:lnTo>
                    <a:pt x="811057" y="1822232"/>
                  </a:lnTo>
                  <a:lnTo>
                    <a:pt x="806014" y="1824555"/>
                  </a:lnTo>
                  <a:lnTo>
                    <a:pt x="796972" y="1828722"/>
                  </a:lnTo>
                  <a:lnTo>
                    <a:pt x="788624" y="1832569"/>
                  </a:lnTo>
                  <a:lnTo>
                    <a:pt x="783407" y="1834975"/>
                  </a:lnTo>
                  <a:lnTo>
                    <a:pt x="782538" y="1835376"/>
                  </a:lnTo>
                  <a:lnTo>
                    <a:pt x="775060" y="1838824"/>
                  </a:lnTo>
                  <a:lnTo>
                    <a:pt x="765496" y="1843237"/>
                  </a:lnTo>
                  <a:lnTo>
                    <a:pt x="758366" y="1846528"/>
                  </a:lnTo>
                  <a:lnTo>
                    <a:pt x="758018" y="1846689"/>
                  </a:lnTo>
                  <a:lnTo>
                    <a:pt x="749150" y="1850783"/>
                  </a:lnTo>
                  <a:lnTo>
                    <a:pt x="739933" y="1855040"/>
                  </a:lnTo>
                  <a:lnTo>
                    <a:pt x="737151" y="1856326"/>
                  </a:lnTo>
                  <a:lnTo>
                    <a:pt x="703241" y="1872004"/>
                  </a:lnTo>
                  <a:lnTo>
                    <a:pt x="700632" y="1873211"/>
                  </a:lnTo>
                  <a:lnTo>
                    <a:pt x="695589" y="1875545"/>
                  </a:lnTo>
                  <a:lnTo>
                    <a:pt x="674026" y="1885529"/>
                  </a:lnTo>
                  <a:lnTo>
                    <a:pt x="673157" y="1885932"/>
                  </a:lnTo>
                  <a:lnTo>
                    <a:pt x="669505" y="1887624"/>
                  </a:lnTo>
                  <a:lnTo>
                    <a:pt x="665679" y="1889397"/>
                  </a:lnTo>
                  <a:lnTo>
                    <a:pt x="659766" y="1892137"/>
                  </a:lnTo>
                  <a:lnTo>
                    <a:pt x="637160" y="1902619"/>
                  </a:lnTo>
                  <a:lnTo>
                    <a:pt x="632117" y="1904959"/>
                  </a:lnTo>
                  <a:lnTo>
                    <a:pt x="623074" y="1909155"/>
                  </a:lnTo>
                  <a:lnTo>
                    <a:pt x="614727" y="1913030"/>
                  </a:lnTo>
                  <a:lnTo>
                    <a:pt x="609510" y="1915452"/>
                  </a:lnTo>
                  <a:lnTo>
                    <a:pt x="608641" y="1915856"/>
                  </a:lnTo>
                  <a:lnTo>
                    <a:pt x="601163" y="1919329"/>
                  </a:lnTo>
                  <a:lnTo>
                    <a:pt x="591599" y="1923773"/>
                  </a:lnTo>
                  <a:lnTo>
                    <a:pt x="584469" y="1927086"/>
                  </a:lnTo>
                  <a:lnTo>
                    <a:pt x="584121" y="1927248"/>
                  </a:lnTo>
                  <a:lnTo>
                    <a:pt x="575252" y="1931371"/>
                  </a:lnTo>
                  <a:lnTo>
                    <a:pt x="566036" y="1935657"/>
                  </a:lnTo>
                  <a:lnTo>
                    <a:pt x="563253" y="1936951"/>
                  </a:lnTo>
                  <a:lnTo>
                    <a:pt x="529343" y="1952735"/>
                  </a:lnTo>
                  <a:lnTo>
                    <a:pt x="526735" y="1953949"/>
                  </a:lnTo>
                  <a:lnTo>
                    <a:pt x="521692" y="1956299"/>
                  </a:lnTo>
                  <a:lnTo>
                    <a:pt x="500129" y="1966348"/>
                  </a:lnTo>
                  <a:lnTo>
                    <a:pt x="499259" y="1966753"/>
                  </a:lnTo>
                  <a:lnTo>
                    <a:pt x="495607" y="1968456"/>
                  </a:lnTo>
                  <a:lnTo>
                    <a:pt x="491781" y="1970240"/>
                  </a:lnTo>
                  <a:lnTo>
                    <a:pt x="485869" y="1972997"/>
                  </a:lnTo>
                  <a:lnTo>
                    <a:pt x="463262" y="1983545"/>
                  </a:lnTo>
                  <a:lnTo>
                    <a:pt x="458219" y="1985900"/>
                  </a:lnTo>
                  <a:lnTo>
                    <a:pt x="449177" y="1990122"/>
                  </a:lnTo>
                  <a:lnTo>
                    <a:pt x="440830" y="1994020"/>
                  </a:lnTo>
                  <a:lnTo>
                    <a:pt x="435613" y="1996458"/>
                  </a:lnTo>
                  <a:lnTo>
                    <a:pt x="434743" y="1996864"/>
                  </a:lnTo>
                  <a:lnTo>
                    <a:pt x="427266" y="2000358"/>
                  </a:lnTo>
                  <a:lnTo>
                    <a:pt x="417701" y="2004828"/>
                  </a:lnTo>
                  <a:lnTo>
                    <a:pt x="410571" y="2008162"/>
                  </a:lnTo>
                  <a:lnTo>
                    <a:pt x="410224" y="2008324"/>
                  </a:lnTo>
                  <a:lnTo>
                    <a:pt x="401355" y="2012472"/>
                  </a:lnTo>
                  <a:lnTo>
                    <a:pt x="392138" y="2016783"/>
                  </a:lnTo>
                  <a:lnTo>
                    <a:pt x="389356" y="2018085"/>
                  </a:lnTo>
                  <a:lnTo>
                    <a:pt x="352837" y="2035181"/>
                  </a:lnTo>
                  <a:lnTo>
                    <a:pt x="347794" y="2037543"/>
                  </a:lnTo>
                  <a:lnTo>
                    <a:pt x="326231" y="2047649"/>
                  </a:lnTo>
                  <a:lnTo>
                    <a:pt x="325362" y="2048056"/>
                  </a:lnTo>
                  <a:lnTo>
                    <a:pt x="321710" y="2049768"/>
                  </a:lnTo>
                  <a:lnTo>
                    <a:pt x="317884" y="2051562"/>
                  </a:lnTo>
                  <a:lnTo>
                    <a:pt x="311972" y="2054335"/>
                  </a:lnTo>
                  <a:lnTo>
                    <a:pt x="289365" y="2064940"/>
                  </a:lnTo>
                  <a:lnTo>
                    <a:pt x="284322" y="2067307"/>
                  </a:lnTo>
                  <a:lnTo>
                    <a:pt x="275279" y="2071552"/>
                  </a:lnTo>
                  <a:lnTo>
                    <a:pt x="266932" y="2075471"/>
                  </a:lnTo>
                  <a:lnTo>
                    <a:pt x="260846" y="2078329"/>
                  </a:lnTo>
                  <a:lnTo>
                    <a:pt x="253368" y="2081841"/>
                  </a:lnTo>
                  <a:lnTo>
                    <a:pt x="243804" y="2086335"/>
                  </a:lnTo>
                  <a:lnTo>
                    <a:pt x="236674" y="2089685"/>
                  </a:lnTo>
                  <a:lnTo>
                    <a:pt x="236326" y="2089849"/>
                  </a:lnTo>
                  <a:lnTo>
                    <a:pt x="227457" y="2094017"/>
                  </a:lnTo>
                  <a:lnTo>
                    <a:pt x="218241" y="2098350"/>
                  </a:lnTo>
                  <a:lnTo>
                    <a:pt x="215458" y="2099659"/>
                  </a:lnTo>
                  <a:lnTo>
                    <a:pt x="178940" y="2116839"/>
                  </a:lnTo>
                  <a:lnTo>
                    <a:pt x="173897" y="2119213"/>
                  </a:lnTo>
                  <a:lnTo>
                    <a:pt x="151464" y="2129777"/>
                  </a:lnTo>
                  <a:lnTo>
                    <a:pt x="147812" y="2131497"/>
                  </a:lnTo>
                  <a:lnTo>
                    <a:pt x="143987" y="2133299"/>
                  </a:lnTo>
                  <a:lnTo>
                    <a:pt x="138074" y="2136085"/>
                  </a:lnTo>
                  <a:lnTo>
                    <a:pt x="115467" y="2146739"/>
                  </a:lnTo>
                  <a:lnTo>
                    <a:pt x="79471" y="2163717"/>
                  </a:lnTo>
                  <a:lnTo>
                    <a:pt x="69906" y="2168231"/>
                  </a:lnTo>
                  <a:lnTo>
                    <a:pt x="0" y="2201250"/>
                  </a:lnTo>
                  <a:close/>
                </a:path>
              </a:pathLst>
            </a:custGeom>
            <a:solidFill>
              <a:srgbClr val="F8766D">
                <a:alpha val="14901"/>
              </a:srgbClr>
            </a:solidFill>
          </p:spPr>
          <p:txBody>
            <a:bodyPr/>
            <a:lstStyle/>
            <a:p/>
          </p:txBody>
        </p:sp>
        <p:sp>
          <p:nvSpPr>
            <p:cNvPr id="8" name="pl7"/>
            <p:cNvSpPr/>
            <p:nvPr/>
          </p:nvSpPr>
          <p:spPr>
            <a:xfrm>
              <a:off x="3427483" y="2785492"/>
              <a:ext cx="4355087" cy="1897043"/>
            </a:xfrm>
            <a:custGeom>
              <a:avLst/>
              <a:pathLst>
                <a:path w="4355087" h="1897043">
                  <a:moveTo>
                    <a:pt x="0" y="1897043"/>
                  </a:moveTo>
                  <a:lnTo>
                    <a:pt x="69906" y="1869964"/>
                  </a:lnTo>
                  <a:lnTo>
                    <a:pt x="79471" y="1866255"/>
                  </a:lnTo>
                  <a:lnTo>
                    <a:pt x="115467" y="1852287"/>
                  </a:lnTo>
                  <a:lnTo>
                    <a:pt x="138074" y="1843507"/>
                  </a:lnTo>
                  <a:lnTo>
                    <a:pt x="143987" y="1841210"/>
                  </a:lnTo>
                  <a:lnTo>
                    <a:pt x="147812" y="1839723"/>
                  </a:lnTo>
                  <a:lnTo>
                    <a:pt x="151464" y="1838304"/>
                  </a:lnTo>
                  <a:lnTo>
                    <a:pt x="173897" y="1829582"/>
                  </a:lnTo>
                  <a:lnTo>
                    <a:pt x="178940" y="1827620"/>
                  </a:lnTo>
                  <a:lnTo>
                    <a:pt x="215458" y="1813406"/>
                  </a:lnTo>
                  <a:lnTo>
                    <a:pt x="218241" y="1812323"/>
                  </a:lnTo>
                  <a:lnTo>
                    <a:pt x="227457" y="1808732"/>
                  </a:lnTo>
                  <a:lnTo>
                    <a:pt x="236326" y="1805276"/>
                  </a:lnTo>
                  <a:lnTo>
                    <a:pt x="236674" y="1805141"/>
                  </a:lnTo>
                  <a:lnTo>
                    <a:pt x="243804" y="1802362"/>
                  </a:lnTo>
                  <a:lnTo>
                    <a:pt x="253368" y="1798633"/>
                  </a:lnTo>
                  <a:lnTo>
                    <a:pt x="260846" y="1795717"/>
                  </a:lnTo>
                  <a:lnTo>
                    <a:pt x="266932" y="1793343"/>
                  </a:lnTo>
                  <a:lnTo>
                    <a:pt x="275279" y="1790086"/>
                  </a:lnTo>
                  <a:lnTo>
                    <a:pt x="284322" y="1786557"/>
                  </a:lnTo>
                  <a:lnTo>
                    <a:pt x="289365" y="1784588"/>
                  </a:lnTo>
                  <a:lnTo>
                    <a:pt x="311972" y="1775759"/>
                  </a:lnTo>
                  <a:lnTo>
                    <a:pt x="317884" y="1773448"/>
                  </a:lnTo>
                  <a:lnTo>
                    <a:pt x="321710" y="1771953"/>
                  </a:lnTo>
                  <a:lnTo>
                    <a:pt x="325362" y="1770526"/>
                  </a:lnTo>
                  <a:lnTo>
                    <a:pt x="326231" y="1770186"/>
                  </a:lnTo>
                  <a:lnTo>
                    <a:pt x="347794" y="1761753"/>
                  </a:lnTo>
                  <a:lnTo>
                    <a:pt x="352837" y="1759780"/>
                  </a:lnTo>
                  <a:lnTo>
                    <a:pt x="389356" y="1745482"/>
                  </a:lnTo>
                  <a:lnTo>
                    <a:pt x="392138" y="1744392"/>
                  </a:lnTo>
                  <a:lnTo>
                    <a:pt x="401355" y="1740779"/>
                  </a:lnTo>
                  <a:lnTo>
                    <a:pt x="410224" y="1737302"/>
                  </a:lnTo>
                  <a:lnTo>
                    <a:pt x="410571" y="1737166"/>
                  </a:lnTo>
                  <a:lnTo>
                    <a:pt x="417701" y="1734370"/>
                  </a:lnTo>
                  <a:lnTo>
                    <a:pt x="427266" y="1730618"/>
                  </a:lnTo>
                  <a:lnTo>
                    <a:pt x="434743" y="1727684"/>
                  </a:lnTo>
                  <a:lnTo>
                    <a:pt x="435613" y="1727342"/>
                  </a:lnTo>
                  <a:lnTo>
                    <a:pt x="440830" y="1725295"/>
                  </a:lnTo>
                  <a:lnTo>
                    <a:pt x="449177" y="1722017"/>
                  </a:lnTo>
                  <a:lnTo>
                    <a:pt x="458219" y="1718466"/>
                  </a:lnTo>
                  <a:lnTo>
                    <a:pt x="463262" y="1716484"/>
                  </a:lnTo>
                  <a:lnTo>
                    <a:pt x="485869" y="1707598"/>
                  </a:lnTo>
                  <a:lnTo>
                    <a:pt x="491781" y="1705272"/>
                  </a:lnTo>
                  <a:lnTo>
                    <a:pt x="495607" y="1703767"/>
                  </a:lnTo>
                  <a:lnTo>
                    <a:pt x="499259" y="1702330"/>
                  </a:lnTo>
                  <a:lnTo>
                    <a:pt x="500129" y="1701988"/>
                  </a:lnTo>
                  <a:lnTo>
                    <a:pt x="521692" y="1693500"/>
                  </a:lnTo>
                  <a:lnTo>
                    <a:pt x="526735" y="1691513"/>
                  </a:lnTo>
                  <a:lnTo>
                    <a:pt x="529343" y="1690486"/>
                  </a:lnTo>
                  <a:lnTo>
                    <a:pt x="563253" y="1677117"/>
                  </a:lnTo>
                  <a:lnTo>
                    <a:pt x="566036" y="1676019"/>
                  </a:lnTo>
                  <a:lnTo>
                    <a:pt x="575252" y="1672382"/>
                  </a:lnTo>
                  <a:lnTo>
                    <a:pt x="584121" y="1668880"/>
                  </a:lnTo>
                  <a:lnTo>
                    <a:pt x="584469" y="1668743"/>
                  </a:lnTo>
                  <a:lnTo>
                    <a:pt x="591599" y="1665927"/>
                  </a:lnTo>
                  <a:lnTo>
                    <a:pt x="601163" y="1662148"/>
                  </a:lnTo>
                  <a:lnTo>
                    <a:pt x="608641" y="1659193"/>
                  </a:lnTo>
                  <a:lnTo>
                    <a:pt x="609510" y="1658849"/>
                  </a:lnTo>
                  <a:lnTo>
                    <a:pt x="614727" y="1656787"/>
                  </a:lnTo>
                  <a:lnTo>
                    <a:pt x="623074" y="1653486"/>
                  </a:lnTo>
                  <a:lnTo>
                    <a:pt x="632117" y="1649908"/>
                  </a:lnTo>
                  <a:lnTo>
                    <a:pt x="637160" y="1647912"/>
                  </a:lnTo>
                  <a:lnTo>
                    <a:pt x="659766" y="1638960"/>
                  </a:lnTo>
                  <a:lnTo>
                    <a:pt x="665679" y="1636617"/>
                  </a:lnTo>
                  <a:lnTo>
                    <a:pt x="669505" y="1635100"/>
                  </a:lnTo>
                  <a:lnTo>
                    <a:pt x="673157" y="1633653"/>
                  </a:lnTo>
                  <a:lnTo>
                    <a:pt x="674026" y="1633308"/>
                  </a:lnTo>
                  <a:lnTo>
                    <a:pt x="695589" y="1624755"/>
                  </a:lnTo>
                  <a:lnTo>
                    <a:pt x="700632" y="1622753"/>
                  </a:lnTo>
                  <a:lnTo>
                    <a:pt x="703241" y="1621717"/>
                  </a:lnTo>
                  <a:lnTo>
                    <a:pt x="737151" y="1608244"/>
                  </a:lnTo>
                  <a:lnTo>
                    <a:pt x="739933" y="1607137"/>
                  </a:lnTo>
                  <a:lnTo>
                    <a:pt x="749150" y="1603471"/>
                  </a:lnTo>
                  <a:lnTo>
                    <a:pt x="758018" y="1599941"/>
                  </a:lnTo>
                  <a:lnTo>
                    <a:pt x="758366" y="1599803"/>
                  </a:lnTo>
                  <a:lnTo>
                    <a:pt x="765496" y="1596964"/>
                  </a:lnTo>
                  <a:lnTo>
                    <a:pt x="775060" y="1593155"/>
                  </a:lnTo>
                  <a:lnTo>
                    <a:pt x="782538" y="1590175"/>
                  </a:lnTo>
                  <a:lnTo>
                    <a:pt x="783407" y="1589829"/>
                  </a:lnTo>
                  <a:lnTo>
                    <a:pt x="788624" y="1587749"/>
                  </a:lnTo>
                  <a:lnTo>
                    <a:pt x="796972" y="1584420"/>
                  </a:lnTo>
                  <a:lnTo>
                    <a:pt x="806014" y="1580813"/>
                  </a:lnTo>
                  <a:lnTo>
                    <a:pt x="811057" y="1578801"/>
                  </a:lnTo>
                  <a:lnTo>
                    <a:pt x="833664" y="1569772"/>
                  </a:lnTo>
                  <a:lnTo>
                    <a:pt x="839576" y="1567409"/>
                  </a:lnTo>
                  <a:lnTo>
                    <a:pt x="843402" y="1565880"/>
                  </a:lnTo>
                  <a:lnTo>
                    <a:pt x="847054" y="1564420"/>
                  </a:lnTo>
                  <a:lnTo>
                    <a:pt x="847923" y="1564072"/>
                  </a:lnTo>
                  <a:lnTo>
                    <a:pt x="869487" y="1555444"/>
                  </a:lnTo>
                  <a:lnTo>
                    <a:pt x="874530" y="1553425"/>
                  </a:lnTo>
                  <a:lnTo>
                    <a:pt x="877138" y="1552381"/>
                  </a:lnTo>
                  <a:lnTo>
                    <a:pt x="911048" y="1538787"/>
                  </a:lnTo>
                  <a:lnTo>
                    <a:pt x="913831" y="1537670"/>
                  </a:lnTo>
                  <a:lnTo>
                    <a:pt x="923047" y="1533971"/>
                  </a:lnTo>
                  <a:lnTo>
                    <a:pt x="931916" y="1530409"/>
                  </a:lnTo>
                  <a:lnTo>
                    <a:pt x="932264" y="1530269"/>
                  </a:lnTo>
                  <a:lnTo>
                    <a:pt x="939394" y="1527405"/>
                  </a:lnTo>
                  <a:lnTo>
                    <a:pt x="948958" y="1523560"/>
                  </a:lnTo>
                  <a:lnTo>
                    <a:pt x="956435" y="1520553"/>
                  </a:lnTo>
                  <a:lnTo>
                    <a:pt x="957305" y="1520203"/>
                  </a:lnTo>
                  <a:lnTo>
                    <a:pt x="962522" y="1518104"/>
                  </a:lnTo>
                  <a:lnTo>
                    <a:pt x="970869" y="1514744"/>
                  </a:lnTo>
                  <a:lnTo>
                    <a:pt x="979912" y="1511103"/>
                  </a:lnTo>
                  <a:lnTo>
                    <a:pt x="984955" y="1509071"/>
                  </a:lnTo>
                  <a:lnTo>
                    <a:pt x="1007561" y="1499957"/>
                  </a:lnTo>
                  <a:lnTo>
                    <a:pt x="1013474" y="1497571"/>
                  </a:lnTo>
                  <a:lnTo>
                    <a:pt x="1017300" y="1496027"/>
                  </a:lnTo>
                  <a:lnTo>
                    <a:pt x="1020951" y="1494552"/>
                  </a:lnTo>
                  <a:lnTo>
                    <a:pt x="1021821" y="1494201"/>
                  </a:lnTo>
                  <a:lnTo>
                    <a:pt x="1043384" y="1485489"/>
                  </a:lnTo>
                  <a:lnTo>
                    <a:pt x="1048427" y="1483450"/>
                  </a:lnTo>
                  <a:lnTo>
                    <a:pt x="1051036" y="1482395"/>
                  </a:lnTo>
                  <a:lnTo>
                    <a:pt x="1084946" y="1468665"/>
                  </a:lnTo>
                  <a:lnTo>
                    <a:pt x="1087728" y="1467537"/>
                  </a:lnTo>
                  <a:lnTo>
                    <a:pt x="1096945" y="1463800"/>
                  </a:lnTo>
                  <a:lnTo>
                    <a:pt x="1105813" y="1460202"/>
                  </a:lnTo>
                  <a:lnTo>
                    <a:pt x="1106161" y="1460061"/>
                  </a:lnTo>
                  <a:lnTo>
                    <a:pt x="1113291" y="1457166"/>
                  </a:lnTo>
                  <a:lnTo>
                    <a:pt x="1122855" y="1453282"/>
                  </a:lnTo>
                  <a:lnTo>
                    <a:pt x="1130333" y="1450243"/>
                  </a:lnTo>
                  <a:lnTo>
                    <a:pt x="1131202" y="1449890"/>
                  </a:lnTo>
                  <a:lnTo>
                    <a:pt x="1136419" y="1447769"/>
                  </a:lnTo>
                  <a:lnTo>
                    <a:pt x="1144766" y="1444374"/>
                  </a:lnTo>
                  <a:lnTo>
                    <a:pt x="1153809" y="1440694"/>
                  </a:lnTo>
                  <a:lnTo>
                    <a:pt x="1158852" y="1438641"/>
                  </a:lnTo>
                  <a:lnTo>
                    <a:pt x="1181459" y="1429430"/>
                  </a:lnTo>
                  <a:lnTo>
                    <a:pt x="1187371" y="1427018"/>
                  </a:lnTo>
                  <a:lnTo>
                    <a:pt x="1191197" y="1425457"/>
                  </a:lnTo>
                  <a:lnTo>
                    <a:pt x="1194849" y="1423967"/>
                  </a:lnTo>
                  <a:lnTo>
                    <a:pt x="1195718" y="1423612"/>
                  </a:lnTo>
                  <a:lnTo>
                    <a:pt x="1217282" y="1414805"/>
                  </a:lnTo>
                  <a:lnTo>
                    <a:pt x="1222325" y="1412743"/>
                  </a:lnTo>
                  <a:lnTo>
                    <a:pt x="1224933" y="1411677"/>
                  </a:lnTo>
                  <a:lnTo>
                    <a:pt x="1258843" y="1397794"/>
                  </a:lnTo>
                  <a:lnTo>
                    <a:pt x="1261625" y="1396654"/>
                  </a:lnTo>
                  <a:lnTo>
                    <a:pt x="1270842" y="1392874"/>
                  </a:lnTo>
                  <a:lnTo>
                    <a:pt x="1279711" y="1389236"/>
                  </a:lnTo>
                  <a:lnTo>
                    <a:pt x="1280059" y="1389093"/>
                  </a:lnTo>
                  <a:lnTo>
                    <a:pt x="1287188" y="1386166"/>
                  </a:lnTo>
                  <a:lnTo>
                    <a:pt x="1296753" y="1382237"/>
                  </a:lnTo>
                  <a:lnTo>
                    <a:pt x="1304230" y="1379164"/>
                  </a:lnTo>
                  <a:lnTo>
                    <a:pt x="1305100" y="1378806"/>
                  </a:lnTo>
                  <a:lnTo>
                    <a:pt x="1310317" y="1376661"/>
                  </a:lnTo>
                  <a:lnTo>
                    <a:pt x="1318664" y="1373227"/>
                  </a:lnTo>
                  <a:lnTo>
                    <a:pt x="1327707" y="1369504"/>
                  </a:lnTo>
                  <a:lnTo>
                    <a:pt x="1332750" y="1367427"/>
                  </a:lnTo>
                  <a:lnTo>
                    <a:pt x="1355356" y="1358108"/>
                  </a:lnTo>
                  <a:lnTo>
                    <a:pt x="1361269" y="1355668"/>
                  </a:lnTo>
                  <a:lnTo>
                    <a:pt x="1368746" y="1352581"/>
                  </a:lnTo>
                  <a:lnTo>
                    <a:pt x="1369616" y="1352222"/>
                  </a:lnTo>
                  <a:lnTo>
                    <a:pt x="1391179" y="1343310"/>
                  </a:lnTo>
                  <a:lnTo>
                    <a:pt x="1396222" y="1341223"/>
                  </a:lnTo>
                  <a:lnTo>
                    <a:pt x="1398831" y="1340144"/>
                  </a:lnTo>
                  <a:lnTo>
                    <a:pt x="1432741" y="1326093"/>
                  </a:lnTo>
                  <a:lnTo>
                    <a:pt x="1435523" y="1324939"/>
                  </a:lnTo>
                  <a:lnTo>
                    <a:pt x="1444739" y="1321114"/>
                  </a:lnTo>
                  <a:lnTo>
                    <a:pt x="1453608" y="1317430"/>
                  </a:lnTo>
                  <a:lnTo>
                    <a:pt x="1453956" y="1317286"/>
                  </a:lnTo>
                  <a:lnTo>
                    <a:pt x="1461086" y="1314322"/>
                  </a:lnTo>
                  <a:lnTo>
                    <a:pt x="1470650" y="1310345"/>
                  </a:lnTo>
                  <a:lnTo>
                    <a:pt x="1478128" y="1307234"/>
                  </a:lnTo>
                  <a:lnTo>
                    <a:pt x="1478997" y="1306872"/>
                  </a:lnTo>
                  <a:lnTo>
                    <a:pt x="1484214" y="1304700"/>
                  </a:lnTo>
                  <a:lnTo>
                    <a:pt x="1492561" y="1301223"/>
                  </a:lnTo>
                  <a:lnTo>
                    <a:pt x="1501604" y="1297454"/>
                  </a:lnTo>
                  <a:lnTo>
                    <a:pt x="1529254" y="1285914"/>
                  </a:lnTo>
                  <a:lnTo>
                    <a:pt x="1535166" y="1283443"/>
                  </a:lnTo>
                  <a:lnTo>
                    <a:pt x="1538992" y="1281844"/>
                  </a:lnTo>
                  <a:lnTo>
                    <a:pt x="1542644" y="1280317"/>
                  </a:lnTo>
                  <a:lnTo>
                    <a:pt x="1543513" y="1279954"/>
                  </a:lnTo>
                  <a:lnTo>
                    <a:pt x="1565077" y="1270928"/>
                  </a:lnTo>
                  <a:lnTo>
                    <a:pt x="1570120" y="1268815"/>
                  </a:lnTo>
                  <a:lnTo>
                    <a:pt x="1572728" y="1267722"/>
                  </a:lnTo>
                  <a:lnTo>
                    <a:pt x="1606638" y="1253490"/>
                  </a:lnTo>
                  <a:lnTo>
                    <a:pt x="1609420" y="1252321"/>
                  </a:lnTo>
                  <a:lnTo>
                    <a:pt x="1618637" y="1248446"/>
                  </a:lnTo>
                  <a:lnTo>
                    <a:pt x="1627506" y="1244714"/>
                  </a:lnTo>
                  <a:lnTo>
                    <a:pt x="1627854" y="1244568"/>
                  </a:lnTo>
                  <a:lnTo>
                    <a:pt x="1634983" y="1241566"/>
                  </a:lnTo>
                  <a:lnTo>
                    <a:pt x="1644548" y="1237537"/>
                  </a:lnTo>
                  <a:lnTo>
                    <a:pt x="1652025" y="1234385"/>
                  </a:lnTo>
                  <a:lnTo>
                    <a:pt x="1652895" y="1234018"/>
                  </a:lnTo>
                  <a:lnTo>
                    <a:pt x="1658112" y="1231818"/>
                  </a:lnTo>
                  <a:lnTo>
                    <a:pt x="1666459" y="1228295"/>
                  </a:lnTo>
                  <a:lnTo>
                    <a:pt x="1675501" y="1224477"/>
                  </a:lnTo>
                  <a:lnTo>
                    <a:pt x="1680544" y="1222346"/>
                  </a:lnTo>
                  <a:lnTo>
                    <a:pt x="1703151" y="1212785"/>
                  </a:lnTo>
                  <a:lnTo>
                    <a:pt x="1709064" y="1210281"/>
                  </a:lnTo>
                  <a:lnTo>
                    <a:pt x="1712889" y="1208661"/>
                  </a:lnTo>
                  <a:lnTo>
                    <a:pt x="1716541" y="1207113"/>
                  </a:lnTo>
                  <a:lnTo>
                    <a:pt x="1717411" y="1206745"/>
                  </a:lnTo>
                  <a:lnTo>
                    <a:pt x="1738974" y="1197599"/>
                  </a:lnTo>
                  <a:lnTo>
                    <a:pt x="1744017" y="1195458"/>
                  </a:lnTo>
                  <a:lnTo>
                    <a:pt x="1746625" y="1194350"/>
                  </a:lnTo>
                  <a:lnTo>
                    <a:pt x="1780535" y="1179929"/>
                  </a:lnTo>
                  <a:lnTo>
                    <a:pt x="1783318" y="1178744"/>
                  </a:lnTo>
                  <a:lnTo>
                    <a:pt x="1792534" y="1174817"/>
                  </a:lnTo>
                  <a:lnTo>
                    <a:pt x="1801403" y="1171035"/>
                  </a:lnTo>
                  <a:lnTo>
                    <a:pt x="1801751" y="1170887"/>
                  </a:lnTo>
                  <a:lnTo>
                    <a:pt x="1808881" y="1167845"/>
                  </a:lnTo>
                  <a:lnTo>
                    <a:pt x="1818445" y="1163761"/>
                  </a:lnTo>
                  <a:lnTo>
                    <a:pt x="1825923" y="1160567"/>
                  </a:lnTo>
                  <a:lnTo>
                    <a:pt x="1826792" y="1160195"/>
                  </a:lnTo>
                  <a:lnTo>
                    <a:pt x="1832009" y="1157965"/>
                  </a:lnTo>
                  <a:lnTo>
                    <a:pt x="1840356" y="1154395"/>
                  </a:lnTo>
                  <a:lnTo>
                    <a:pt x="1849399" y="1150525"/>
                  </a:lnTo>
                  <a:lnTo>
                    <a:pt x="1854442" y="1148366"/>
                  </a:lnTo>
                  <a:lnTo>
                    <a:pt x="1877049" y="1138675"/>
                  </a:lnTo>
                  <a:lnTo>
                    <a:pt x="1882961" y="1136138"/>
                  </a:lnTo>
                  <a:lnTo>
                    <a:pt x="1886787" y="1134496"/>
                  </a:lnTo>
                  <a:lnTo>
                    <a:pt x="1890439" y="1132928"/>
                  </a:lnTo>
                  <a:lnTo>
                    <a:pt x="1912871" y="1123285"/>
                  </a:lnTo>
                  <a:lnTo>
                    <a:pt x="1917914" y="1121115"/>
                  </a:lnTo>
                  <a:lnTo>
                    <a:pt x="1920523" y="1119992"/>
                  </a:lnTo>
                  <a:lnTo>
                    <a:pt x="1954433" y="1105376"/>
                  </a:lnTo>
                  <a:lnTo>
                    <a:pt x="1957215" y="1104175"/>
                  </a:lnTo>
                  <a:lnTo>
                    <a:pt x="1966432" y="1100195"/>
                  </a:lnTo>
                  <a:lnTo>
                    <a:pt x="1975301" y="1096362"/>
                  </a:lnTo>
                  <a:lnTo>
                    <a:pt x="1975648" y="1096212"/>
                  </a:lnTo>
                  <a:lnTo>
                    <a:pt x="1982778" y="1093129"/>
                  </a:lnTo>
                  <a:lnTo>
                    <a:pt x="1992343" y="1088991"/>
                  </a:lnTo>
                  <a:lnTo>
                    <a:pt x="1999820" y="1085753"/>
                  </a:lnTo>
                  <a:lnTo>
                    <a:pt x="2000690" y="1085377"/>
                  </a:lnTo>
                  <a:lnTo>
                    <a:pt x="2005907" y="1083117"/>
                  </a:lnTo>
                  <a:lnTo>
                    <a:pt x="2014254" y="1079499"/>
                  </a:lnTo>
                  <a:lnTo>
                    <a:pt x="2023296" y="1075577"/>
                  </a:lnTo>
                  <a:lnTo>
                    <a:pt x="2028339" y="1073388"/>
                  </a:lnTo>
                  <a:lnTo>
                    <a:pt x="2050946" y="1063568"/>
                  </a:lnTo>
                  <a:lnTo>
                    <a:pt x="2056859" y="1060997"/>
                  </a:lnTo>
                  <a:lnTo>
                    <a:pt x="2060684" y="1059333"/>
                  </a:lnTo>
                  <a:lnTo>
                    <a:pt x="2064336" y="1057744"/>
                  </a:lnTo>
                  <a:lnTo>
                    <a:pt x="2065206" y="1057365"/>
                  </a:lnTo>
                  <a:lnTo>
                    <a:pt x="2086769" y="1047972"/>
                  </a:lnTo>
                  <a:lnTo>
                    <a:pt x="2091812" y="1045774"/>
                  </a:lnTo>
                  <a:lnTo>
                    <a:pt x="2094420" y="1044636"/>
                  </a:lnTo>
                  <a:lnTo>
                    <a:pt x="2128330" y="1029826"/>
                  </a:lnTo>
                  <a:lnTo>
                    <a:pt x="2131113" y="1028609"/>
                  </a:lnTo>
                  <a:lnTo>
                    <a:pt x="2140329" y="1024577"/>
                  </a:lnTo>
                  <a:lnTo>
                    <a:pt x="2149198" y="1020694"/>
                  </a:lnTo>
                  <a:lnTo>
                    <a:pt x="2149546" y="1020542"/>
                  </a:lnTo>
                  <a:lnTo>
                    <a:pt x="2156676" y="1017418"/>
                  </a:lnTo>
                  <a:lnTo>
                    <a:pt x="2166240" y="1013226"/>
                  </a:lnTo>
                  <a:lnTo>
                    <a:pt x="2173718" y="1009946"/>
                  </a:lnTo>
                  <a:lnTo>
                    <a:pt x="2174587" y="1009564"/>
                  </a:lnTo>
                  <a:lnTo>
                    <a:pt x="2179804" y="1007275"/>
                  </a:lnTo>
                  <a:lnTo>
                    <a:pt x="2188151" y="1003610"/>
                  </a:lnTo>
                  <a:lnTo>
                    <a:pt x="2197194" y="999637"/>
                  </a:lnTo>
                  <a:lnTo>
                    <a:pt x="2202237" y="997420"/>
                  </a:lnTo>
                  <a:lnTo>
                    <a:pt x="2224843" y="987473"/>
                  </a:lnTo>
                  <a:lnTo>
                    <a:pt x="2230756" y="984869"/>
                  </a:lnTo>
                  <a:lnTo>
                    <a:pt x="2234582" y="983183"/>
                  </a:lnTo>
                  <a:lnTo>
                    <a:pt x="2238234" y="981574"/>
                  </a:lnTo>
                  <a:lnTo>
                    <a:pt x="2239103" y="981190"/>
                  </a:lnTo>
                  <a:lnTo>
                    <a:pt x="2260666" y="971678"/>
                  </a:lnTo>
                  <a:lnTo>
                    <a:pt x="2265709" y="969451"/>
                  </a:lnTo>
                  <a:lnTo>
                    <a:pt x="2268318" y="968299"/>
                  </a:lnTo>
                  <a:lnTo>
                    <a:pt x="2302228" y="953302"/>
                  </a:lnTo>
                  <a:lnTo>
                    <a:pt x="2305010" y="952070"/>
                  </a:lnTo>
                  <a:lnTo>
                    <a:pt x="2314227" y="947987"/>
                  </a:lnTo>
                  <a:lnTo>
                    <a:pt x="2323095" y="944056"/>
                  </a:lnTo>
                  <a:lnTo>
                    <a:pt x="2323443" y="943902"/>
                  </a:lnTo>
                  <a:lnTo>
                    <a:pt x="2330573" y="940739"/>
                  </a:lnTo>
                  <a:lnTo>
                    <a:pt x="2340137" y="936495"/>
                  </a:lnTo>
                  <a:lnTo>
                    <a:pt x="2348485" y="932788"/>
                  </a:lnTo>
                  <a:lnTo>
                    <a:pt x="2353701" y="930471"/>
                  </a:lnTo>
                  <a:lnTo>
                    <a:pt x="2362049" y="926761"/>
                  </a:lnTo>
                  <a:lnTo>
                    <a:pt x="2371091" y="922739"/>
                  </a:lnTo>
                  <a:lnTo>
                    <a:pt x="2376134" y="920495"/>
                  </a:lnTo>
                  <a:lnTo>
                    <a:pt x="2398741" y="910427"/>
                  </a:lnTo>
                  <a:lnTo>
                    <a:pt x="2404653" y="907792"/>
                  </a:lnTo>
                  <a:lnTo>
                    <a:pt x="2408479" y="906086"/>
                  </a:lnTo>
                  <a:lnTo>
                    <a:pt x="2412131" y="904457"/>
                  </a:lnTo>
                  <a:lnTo>
                    <a:pt x="2413000" y="904069"/>
                  </a:lnTo>
                  <a:lnTo>
                    <a:pt x="2434564" y="894443"/>
                  </a:lnTo>
                  <a:lnTo>
                    <a:pt x="2439607" y="892190"/>
                  </a:lnTo>
                  <a:lnTo>
                    <a:pt x="2442215" y="891024"/>
                  </a:lnTo>
                  <a:lnTo>
                    <a:pt x="2476125" y="875851"/>
                  </a:lnTo>
                  <a:lnTo>
                    <a:pt x="2478908" y="874605"/>
                  </a:lnTo>
                  <a:lnTo>
                    <a:pt x="2488124" y="870475"/>
                  </a:lnTo>
                  <a:lnTo>
                    <a:pt x="2496993" y="866498"/>
                  </a:lnTo>
                  <a:lnTo>
                    <a:pt x="2497341" y="866342"/>
                  </a:lnTo>
                  <a:lnTo>
                    <a:pt x="2504471" y="863143"/>
                  </a:lnTo>
                  <a:lnTo>
                    <a:pt x="2514035" y="858850"/>
                  </a:lnTo>
                  <a:lnTo>
                    <a:pt x="2521512" y="855492"/>
                  </a:lnTo>
                  <a:lnTo>
                    <a:pt x="2522382" y="855102"/>
                  </a:lnTo>
                  <a:lnTo>
                    <a:pt x="2527599" y="852758"/>
                  </a:lnTo>
                  <a:lnTo>
                    <a:pt x="2535946" y="849006"/>
                  </a:lnTo>
                  <a:lnTo>
                    <a:pt x="2544989" y="844939"/>
                  </a:lnTo>
                  <a:lnTo>
                    <a:pt x="2550032" y="842670"/>
                  </a:lnTo>
                  <a:lnTo>
                    <a:pt x="2572638" y="832490"/>
                  </a:lnTo>
                  <a:lnTo>
                    <a:pt x="2582377" y="828101"/>
                  </a:lnTo>
                  <a:lnTo>
                    <a:pt x="2586028" y="826454"/>
                  </a:lnTo>
                  <a:lnTo>
                    <a:pt x="2586898" y="826062"/>
                  </a:lnTo>
                  <a:lnTo>
                    <a:pt x="2608461" y="816331"/>
                  </a:lnTo>
                  <a:lnTo>
                    <a:pt x="2613504" y="814053"/>
                  </a:lnTo>
                  <a:lnTo>
                    <a:pt x="2616113" y="812875"/>
                  </a:lnTo>
                  <a:lnTo>
                    <a:pt x="2650023" y="797541"/>
                  </a:lnTo>
                  <a:lnTo>
                    <a:pt x="2652805" y="796281"/>
                  </a:lnTo>
                  <a:lnTo>
                    <a:pt x="2662022" y="792107"/>
                  </a:lnTo>
                  <a:lnTo>
                    <a:pt x="2670890" y="788089"/>
                  </a:lnTo>
                  <a:lnTo>
                    <a:pt x="2671238" y="787931"/>
                  </a:lnTo>
                  <a:lnTo>
                    <a:pt x="2678368" y="784700"/>
                  </a:lnTo>
                  <a:lnTo>
                    <a:pt x="2687932" y="780362"/>
                  </a:lnTo>
                  <a:lnTo>
                    <a:pt x="2695410" y="776969"/>
                  </a:lnTo>
                  <a:lnTo>
                    <a:pt x="2696279" y="776575"/>
                  </a:lnTo>
                  <a:lnTo>
                    <a:pt x="2701496" y="774207"/>
                  </a:lnTo>
                  <a:lnTo>
                    <a:pt x="2709843" y="770417"/>
                  </a:lnTo>
                  <a:lnTo>
                    <a:pt x="2718886" y="766309"/>
                  </a:lnTo>
                  <a:lnTo>
                    <a:pt x="2723929" y="764017"/>
                  </a:lnTo>
                  <a:lnTo>
                    <a:pt x="2746536" y="753736"/>
                  </a:lnTo>
                  <a:lnTo>
                    <a:pt x="2752448" y="751044"/>
                  </a:lnTo>
                  <a:lnTo>
                    <a:pt x="2756274" y="749303"/>
                  </a:lnTo>
                  <a:lnTo>
                    <a:pt x="2759926" y="747640"/>
                  </a:lnTo>
                  <a:lnTo>
                    <a:pt x="2760795" y="747244"/>
                  </a:lnTo>
                  <a:lnTo>
                    <a:pt x="2782359" y="737418"/>
                  </a:lnTo>
                  <a:lnTo>
                    <a:pt x="2787402" y="735118"/>
                  </a:lnTo>
                  <a:lnTo>
                    <a:pt x="2790010" y="733929"/>
                  </a:lnTo>
                  <a:lnTo>
                    <a:pt x="2823920" y="718448"/>
                  </a:lnTo>
                  <a:lnTo>
                    <a:pt x="2826703" y="717177"/>
                  </a:lnTo>
                  <a:lnTo>
                    <a:pt x="2835919" y="712964"/>
                  </a:lnTo>
                  <a:lnTo>
                    <a:pt x="2844788" y="708909"/>
                  </a:lnTo>
                  <a:lnTo>
                    <a:pt x="2845136" y="708750"/>
                  </a:lnTo>
                  <a:lnTo>
                    <a:pt x="2852265" y="705488"/>
                  </a:lnTo>
                  <a:lnTo>
                    <a:pt x="2861830" y="701111"/>
                  </a:lnTo>
                  <a:lnTo>
                    <a:pt x="2869307" y="697687"/>
                  </a:lnTo>
                  <a:lnTo>
                    <a:pt x="2870177" y="697289"/>
                  </a:lnTo>
                  <a:lnTo>
                    <a:pt x="2875394" y="694899"/>
                  </a:lnTo>
                  <a:lnTo>
                    <a:pt x="2883741" y="691075"/>
                  </a:lnTo>
                  <a:lnTo>
                    <a:pt x="2892784" y="686930"/>
                  </a:lnTo>
                  <a:lnTo>
                    <a:pt x="2897827" y="684618"/>
                  </a:lnTo>
                  <a:lnTo>
                    <a:pt x="2920433" y="674246"/>
                  </a:lnTo>
                  <a:lnTo>
                    <a:pt x="2926346" y="671531"/>
                  </a:lnTo>
                  <a:lnTo>
                    <a:pt x="2930171" y="669774"/>
                  </a:lnTo>
                  <a:lnTo>
                    <a:pt x="2933823" y="668097"/>
                  </a:lnTo>
                  <a:lnTo>
                    <a:pt x="2934693" y="667697"/>
                  </a:lnTo>
                  <a:lnTo>
                    <a:pt x="2956256" y="657787"/>
                  </a:lnTo>
                  <a:lnTo>
                    <a:pt x="2961299" y="655468"/>
                  </a:lnTo>
                  <a:lnTo>
                    <a:pt x="2963908" y="654268"/>
                  </a:lnTo>
                  <a:lnTo>
                    <a:pt x="2997818" y="638658"/>
                  </a:lnTo>
                  <a:lnTo>
                    <a:pt x="3000600" y="637376"/>
                  </a:lnTo>
                  <a:lnTo>
                    <a:pt x="3009817" y="633129"/>
                  </a:lnTo>
                  <a:lnTo>
                    <a:pt x="3018685" y="629041"/>
                  </a:lnTo>
                  <a:lnTo>
                    <a:pt x="3019033" y="628880"/>
                  </a:lnTo>
                  <a:lnTo>
                    <a:pt x="3026163" y="625592"/>
                  </a:lnTo>
                  <a:lnTo>
                    <a:pt x="3035727" y="621180"/>
                  </a:lnTo>
                  <a:lnTo>
                    <a:pt x="3043205" y="617729"/>
                  </a:lnTo>
                  <a:lnTo>
                    <a:pt x="3044074" y="617327"/>
                  </a:lnTo>
                  <a:lnTo>
                    <a:pt x="3049291" y="614919"/>
                  </a:lnTo>
                  <a:lnTo>
                    <a:pt x="3057638" y="611064"/>
                  </a:lnTo>
                  <a:lnTo>
                    <a:pt x="3066681" y="606887"/>
                  </a:lnTo>
                  <a:lnTo>
                    <a:pt x="3071724" y="604557"/>
                  </a:lnTo>
                  <a:lnTo>
                    <a:pt x="3094331" y="594104"/>
                  </a:lnTo>
                  <a:lnTo>
                    <a:pt x="3100243" y="591369"/>
                  </a:lnTo>
                  <a:lnTo>
                    <a:pt x="3104069" y="589599"/>
                  </a:lnTo>
                  <a:lnTo>
                    <a:pt x="3108590" y="587506"/>
                  </a:lnTo>
                  <a:lnTo>
                    <a:pt x="3130154" y="577522"/>
                  </a:lnTo>
                  <a:lnTo>
                    <a:pt x="3135197" y="575185"/>
                  </a:lnTo>
                  <a:lnTo>
                    <a:pt x="3137805" y="573977"/>
                  </a:lnTo>
                  <a:lnTo>
                    <a:pt x="3171715" y="558253"/>
                  </a:lnTo>
                  <a:lnTo>
                    <a:pt x="3174497" y="556962"/>
                  </a:lnTo>
                  <a:lnTo>
                    <a:pt x="3183714" y="552684"/>
                  </a:lnTo>
                  <a:lnTo>
                    <a:pt x="3192583" y="548567"/>
                  </a:lnTo>
                  <a:lnTo>
                    <a:pt x="3192931" y="548405"/>
                  </a:lnTo>
                  <a:lnTo>
                    <a:pt x="3200060" y="545094"/>
                  </a:lnTo>
                  <a:lnTo>
                    <a:pt x="3209625" y="540651"/>
                  </a:lnTo>
                  <a:lnTo>
                    <a:pt x="3217102" y="537176"/>
                  </a:lnTo>
                  <a:lnTo>
                    <a:pt x="3217972" y="536772"/>
                  </a:lnTo>
                  <a:lnTo>
                    <a:pt x="3223189" y="534347"/>
                  </a:lnTo>
                  <a:lnTo>
                    <a:pt x="3231536" y="530466"/>
                  </a:lnTo>
                  <a:lnTo>
                    <a:pt x="3240578" y="526260"/>
                  </a:lnTo>
                  <a:lnTo>
                    <a:pt x="3245621" y="523914"/>
                  </a:lnTo>
                  <a:lnTo>
                    <a:pt x="3268228" y="513392"/>
                  </a:lnTo>
                  <a:lnTo>
                    <a:pt x="3274141" y="510638"/>
                  </a:lnTo>
                  <a:lnTo>
                    <a:pt x="3277966" y="508856"/>
                  </a:lnTo>
                  <a:lnTo>
                    <a:pt x="3281618" y="507155"/>
                  </a:lnTo>
                  <a:lnTo>
                    <a:pt x="3282488" y="506750"/>
                  </a:lnTo>
                  <a:lnTo>
                    <a:pt x="3304051" y="496701"/>
                  </a:lnTo>
                  <a:lnTo>
                    <a:pt x="3309094" y="494349"/>
                  </a:lnTo>
                  <a:lnTo>
                    <a:pt x="3311702" y="493133"/>
                  </a:lnTo>
                  <a:lnTo>
                    <a:pt x="3345612" y="477311"/>
                  </a:lnTo>
                  <a:lnTo>
                    <a:pt x="3348395" y="476012"/>
                  </a:lnTo>
                  <a:lnTo>
                    <a:pt x="3357611" y="471708"/>
                  </a:lnTo>
                  <a:lnTo>
                    <a:pt x="3366480" y="467565"/>
                  </a:lnTo>
                  <a:lnTo>
                    <a:pt x="3366828" y="467402"/>
                  </a:lnTo>
                  <a:lnTo>
                    <a:pt x="3373958" y="464071"/>
                  </a:lnTo>
                  <a:lnTo>
                    <a:pt x="3383522" y="459601"/>
                  </a:lnTo>
                  <a:lnTo>
                    <a:pt x="3391000" y="456105"/>
                  </a:lnTo>
                  <a:lnTo>
                    <a:pt x="3391869" y="455699"/>
                  </a:lnTo>
                  <a:lnTo>
                    <a:pt x="3397086" y="453259"/>
                  </a:lnTo>
                  <a:lnTo>
                    <a:pt x="3405433" y="449355"/>
                  </a:lnTo>
                  <a:lnTo>
                    <a:pt x="3414476" y="445125"/>
                  </a:lnTo>
                  <a:lnTo>
                    <a:pt x="3419519" y="442765"/>
                  </a:lnTo>
                  <a:lnTo>
                    <a:pt x="3442126" y="432182"/>
                  </a:lnTo>
                  <a:lnTo>
                    <a:pt x="3448038" y="429413"/>
                  </a:lnTo>
                  <a:lnTo>
                    <a:pt x="3451864" y="427621"/>
                  </a:lnTo>
                  <a:lnTo>
                    <a:pt x="3455516" y="425911"/>
                  </a:lnTo>
                  <a:lnTo>
                    <a:pt x="3456385" y="425503"/>
                  </a:lnTo>
                  <a:lnTo>
                    <a:pt x="3477948" y="415398"/>
                  </a:lnTo>
                  <a:lnTo>
                    <a:pt x="3482991" y="413033"/>
                  </a:lnTo>
                  <a:lnTo>
                    <a:pt x="3485600" y="411810"/>
                  </a:lnTo>
                  <a:lnTo>
                    <a:pt x="3519510" y="395902"/>
                  </a:lnTo>
                  <a:lnTo>
                    <a:pt x="3522292" y="394596"/>
                  </a:lnTo>
                  <a:lnTo>
                    <a:pt x="3531509" y="390270"/>
                  </a:lnTo>
                  <a:lnTo>
                    <a:pt x="3540378" y="386105"/>
                  </a:lnTo>
                  <a:lnTo>
                    <a:pt x="3540725" y="385942"/>
                  </a:lnTo>
                  <a:lnTo>
                    <a:pt x="3547855" y="382593"/>
                  </a:lnTo>
                  <a:lnTo>
                    <a:pt x="3557420" y="378100"/>
                  </a:lnTo>
                  <a:lnTo>
                    <a:pt x="3564897" y="374586"/>
                  </a:lnTo>
                  <a:lnTo>
                    <a:pt x="3565767" y="374177"/>
                  </a:lnTo>
                  <a:lnTo>
                    <a:pt x="3570984" y="371725"/>
                  </a:lnTo>
                  <a:lnTo>
                    <a:pt x="3579331" y="367802"/>
                  </a:lnTo>
                  <a:lnTo>
                    <a:pt x="3588373" y="363550"/>
                  </a:lnTo>
                  <a:lnTo>
                    <a:pt x="3593416" y="361178"/>
                  </a:lnTo>
                  <a:lnTo>
                    <a:pt x="3616023" y="350543"/>
                  </a:lnTo>
                  <a:lnTo>
                    <a:pt x="3621936" y="347760"/>
                  </a:lnTo>
                  <a:lnTo>
                    <a:pt x="3625761" y="345960"/>
                  </a:lnTo>
                  <a:lnTo>
                    <a:pt x="3629413" y="344241"/>
                  </a:lnTo>
                  <a:lnTo>
                    <a:pt x="3630283" y="343831"/>
                  </a:lnTo>
                  <a:lnTo>
                    <a:pt x="3651846" y="333677"/>
                  </a:lnTo>
                  <a:lnTo>
                    <a:pt x="3656889" y="331302"/>
                  </a:lnTo>
                  <a:lnTo>
                    <a:pt x="3659497" y="330073"/>
                  </a:lnTo>
                  <a:lnTo>
                    <a:pt x="3693407" y="314091"/>
                  </a:lnTo>
                  <a:lnTo>
                    <a:pt x="3696190" y="312779"/>
                  </a:lnTo>
                  <a:lnTo>
                    <a:pt x="3705406" y="308432"/>
                  </a:lnTo>
                  <a:lnTo>
                    <a:pt x="3714623" y="304085"/>
                  </a:lnTo>
                  <a:lnTo>
                    <a:pt x="3721753" y="300721"/>
                  </a:lnTo>
                  <a:lnTo>
                    <a:pt x="3731317" y="296208"/>
                  </a:lnTo>
                  <a:lnTo>
                    <a:pt x="3738795" y="292679"/>
                  </a:lnTo>
                  <a:lnTo>
                    <a:pt x="3739664" y="292268"/>
                  </a:lnTo>
                  <a:lnTo>
                    <a:pt x="3744881" y="289806"/>
                  </a:lnTo>
                  <a:lnTo>
                    <a:pt x="3753228" y="285865"/>
                  </a:lnTo>
                  <a:lnTo>
                    <a:pt x="3762271" y="281595"/>
                  </a:lnTo>
                  <a:lnTo>
                    <a:pt x="3767314" y="279213"/>
                  </a:lnTo>
                  <a:lnTo>
                    <a:pt x="3789920" y="268532"/>
                  </a:lnTo>
                  <a:lnTo>
                    <a:pt x="3795833" y="265738"/>
                  </a:lnTo>
                  <a:lnTo>
                    <a:pt x="3799659" y="263930"/>
                  </a:lnTo>
                  <a:lnTo>
                    <a:pt x="3803311" y="262204"/>
                  </a:lnTo>
                  <a:lnTo>
                    <a:pt x="3804180" y="261793"/>
                  </a:lnTo>
                  <a:lnTo>
                    <a:pt x="3825743" y="251597"/>
                  </a:lnTo>
                  <a:lnTo>
                    <a:pt x="3830786" y="249211"/>
                  </a:lnTo>
                  <a:lnTo>
                    <a:pt x="3833395" y="247978"/>
                  </a:lnTo>
                  <a:lnTo>
                    <a:pt x="3867305" y="231932"/>
                  </a:lnTo>
                  <a:lnTo>
                    <a:pt x="3870087" y="230615"/>
                  </a:lnTo>
                  <a:lnTo>
                    <a:pt x="3879304" y="226251"/>
                  </a:lnTo>
                  <a:lnTo>
                    <a:pt x="3888173" y="222052"/>
                  </a:lnTo>
                  <a:lnTo>
                    <a:pt x="3888520" y="221887"/>
                  </a:lnTo>
                  <a:lnTo>
                    <a:pt x="3895650" y="218510"/>
                  </a:lnTo>
                  <a:lnTo>
                    <a:pt x="3905214" y="213980"/>
                  </a:lnTo>
                  <a:lnTo>
                    <a:pt x="3912692" y="210437"/>
                  </a:lnTo>
                  <a:lnTo>
                    <a:pt x="3913562" y="210025"/>
                  </a:lnTo>
                  <a:lnTo>
                    <a:pt x="3918778" y="207553"/>
                  </a:lnTo>
                  <a:lnTo>
                    <a:pt x="3927126" y="203597"/>
                  </a:lnTo>
                  <a:lnTo>
                    <a:pt x="3936168" y="199311"/>
                  </a:lnTo>
                  <a:lnTo>
                    <a:pt x="3941211" y="196921"/>
                  </a:lnTo>
                  <a:lnTo>
                    <a:pt x="3963818" y="186201"/>
                  </a:lnTo>
                  <a:lnTo>
                    <a:pt x="3969730" y="183397"/>
                  </a:lnTo>
                  <a:lnTo>
                    <a:pt x="3973556" y="181582"/>
                  </a:lnTo>
                  <a:lnTo>
                    <a:pt x="3977208" y="179849"/>
                  </a:lnTo>
                  <a:lnTo>
                    <a:pt x="3978077" y="179437"/>
                  </a:lnTo>
                  <a:lnTo>
                    <a:pt x="4004684" y="166811"/>
                  </a:lnTo>
                  <a:lnTo>
                    <a:pt x="4007292" y="165573"/>
                  </a:lnTo>
                  <a:lnTo>
                    <a:pt x="4041202" y="149472"/>
                  </a:lnTo>
                  <a:lnTo>
                    <a:pt x="4043985" y="148151"/>
                  </a:lnTo>
                  <a:lnTo>
                    <a:pt x="4053201" y="143772"/>
                  </a:lnTo>
                  <a:lnTo>
                    <a:pt x="4062070" y="139559"/>
                  </a:lnTo>
                  <a:lnTo>
                    <a:pt x="4062418" y="139394"/>
                  </a:lnTo>
                  <a:lnTo>
                    <a:pt x="4086590" y="127906"/>
                  </a:lnTo>
                  <a:lnTo>
                    <a:pt x="4092676" y="125013"/>
                  </a:lnTo>
                  <a:lnTo>
                    <a:pt x="4101023" y="121044"/>
                  </a:lnTo>
                  <a:lnTo>
                    <a:pt x="4110066" y="116744"/>
                  </a:lnTo>
                  <a:lnTo>
                    <a:pt x="4151975" y="96808"/>
                  </a:lnTo>
                  <a:lnTo>
                    <a:pt x="4181190" y="82902"/>
                  </a:lnTo>
                  <a:lnTo>
                    <a:pt x="4261356" y="44711"/>
                  </a:lnTo>
                  <a:lnTo>
                    <a:pt x="4355087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" name="pl8"/>
            <p:cNvSpPr/>
            <p:nvPr/>
          </p:nvSpPr>
          <p:spPr>
            <a:xfrm>
              <a:off x="3427483" y="3139748"/>
              <a:ext cx="4355087" cy="1846995"/>
            </a:xfrm>
            <a:custGeom>
              <a:avLst/>
              <a:pathLst>
                <a:path w="4355087" h="1846995">
                  <a:moveTo>
                    <a:pt x="4355087" y="0"/>
                  </a:moveTo>
                  <a:lnTo>
                    <a:pt x="4261356" y="35868"/>
                  </a:lnTo>
                  <a:lnTo>
                    <a:pt x="4181190" y="66595"/>
                  </a:lnTo>
                  <a:lnTo>
                    <a:pt x="4151975" y="77805"/>
                  </a:lnTo>
                  <a:lnTo>
                    <a:pt x="4110066" y="93898"/>
                  </a:lnTo>
                  <a:lnTo>
                    <a:pt x="4101023" y="97372"/>
                  </a:lnTo>
                  <a:lnTo>
                    <a:pt x="4092676" y="100579"/>
                  </a:lnTo>
                  <a:lnTo>
                    <a:pt x="4086590" y="102919"/>
                  </a:lnTo>
                  <a:lnTo>
                    <a:pt x="4062418" y="112211"/>
                  </a:lnTo>
                  <a:lnTo>
                    <a:pt x="4062070" y="112345"/>
                  </a:lnTo>
                  <a:lnTo>
                    <a:pt x="4053201" y="115756"/>
                  </a:lnTo>
                  <a:lnTo>
                    <a:pt x="4043985" y="119301"/>
                  </a:lnTo>
                  <a:lnTo>
                    <a:pt x="4041202" y="120372"/>
                  </a:lnTo>
                  <a:lnTo>
                    <a:pt x="4007292" y="133423"/>
                  </a:lnTo>
                  <a:lnTo>
                    <a:pt x="4004684" y="134427"/>
                  </a:lnTo>
                  <a:lnTo>
                    <a:pt x="3978077" y="144675"/>
                  </a:lnTo>
                  <a:lnTo>
                    <a:pt x="3977208" y="145010"/>
                  </a:lnTo>
                  <a:lnTo>
                    <a:pt x="3973556" y="146417"/>
                  </a:lnTo>
                  <a:lnTo>
                    <a:pt x="3969730" y="147891"/>
                  </a:lnTo>
                  <a:lnTo>
                    <a:pt x="3963818" y="150170"/>
                  </a:lnTo>
                  <a:lnTo>
                    <a:pt x="3941211" y="158885"/>
                  </a:lnTo>
                  <a:lnTo>
                    <a:pt x="3936168" y="160830"/>
                  </a:lnTo>
                  <a:lnTo>
                    <a:pt x="3927126" y="164317"/>
                  </a:lnTo>
                  <a:lnTo>
                    <a:pt x="3918778" y="167538"/>
                  </a:lnTo>
                  <a:lnTo>
                    <a:pt x="3913562" y="169551"/>
                  </a:lnTo>
                  <a:lnTo>
                    <a:pt x="3912692" y="169886"/>
                  </a:lnTo>
                  <a:lnTo>
                    <a:pt x="3905214" y="172772"/>
                  </a:lnTo>
                  <a:lnTo>
                    <a:pt x="3895650" y="176464"/>
                  </a:lnTo>
                  <a:lnTo>
                    <a:pt x="3888520" y="179216"/>
                  </a:lnTo>
                  <a:lnTo>
                    <a:pt x="3888173" y="179351"/>
                  </a:lnTo>
                  <a:lnTo>
                    <a:pt x="3879304" y="182776"/>
                  </a:lnTo>
                  <a:lnTo>
                    <a:pt x="3870087" y="186336"/>
                  </a:lnTo>
                  <a:lnTo>
                    <a:pt x="3867305" y="187410"/>
                  </a:lnTo>
                  <a:lnTo>
                    <a:pt x="3833395" y="200517"/>
                  </a:lnTo>
                  <a:lnTo>
                    <a:pt x="3830786" y="201525"/>
                  </a:lnTo>
                  <a:lnTo>
                    <a:pt x="3825743" y="203476"/>
                  </a:lnTo>
                  <a:lnTo>
                    <a:pt x="3804180" y="211818"/>
                  </a:lnTo>
                  <a:lnTo>
                    <a:pt x="3803311" y="212154"/>
                  </a:lnTo>
                  <a:lnTo>
                    <a:pt x="3799659" y="213567"/>
                  </a:lnTo>
                  <a:lnTo>
                    <a:pt x="3795833" y="215048"/>
                  </a:lnTo>
                  <a:lnTo>
                    <a:pt x="3789920" y="217337"/>
                  </a:lnTo>
                  <a:lnTo>
                    <a:pt x="3767314" y="226091"/>
                  </a:lnTo>
                  <a:lnTo>
                    <a:pt x="3762271" y="228045"/>
                  </a:lnTo>
                  <a:lnTo>
                    <a:pt x="3753228" y="231548"/>
                  </a:lnTo>
                  <a:lnTo>
                    <a:pt x="3744881" y="234783"/>
                  </a:lnTo>
                  <a:lnTo>
                    <a:pt x="3739664" y="236806"/>
                  </a:lnTo>
                  <a:lnTo>
                    <a:pt x="3738795" y="237143"/>
                  </a:lnTo>
                  <a:lnTo>
                    <a:pt x="3731317" y="240042"/>
                  </a:lnTo>
                  <a:lnTo>
                    <a:pt x="3721753" y="243751"/>
                  </a:lnTo>
                  <a:lnTo>
                    <a:pt x="3714623" y="246517"/>
                  </a:lnTo>
                  <a:lnTo>
                    <a:pt x="3705406" y="250093"/>
                  </a:lnTo>
                  <a:lnTo>
                    <a:pt x="3696190" y="253670"/>
                  </a:lnTo>
                  <a:lnTo>
                    <a:pt x="3693407" y="254750"/>
                  </a:lnTo>
                  <a:lnTo>
                    <a:pt x="3659497" y="267920"/>
                  </a:lnTo>
                  <a:lnTo>
                    <a:pt x="3656889" y="268933"/>
                  </a:lnTo>
                  <a:lnTo>
                    <a:pt x="3651846" y="270893"/>
                  </a:lnTo>
                  <a:lnTo>
                    <a:pt x="3630283" y="279277"/>
                  </a:lnTo>
                  <a:lnTo>
                    <a:pt x="3629413" y="279615"/>
                  </a:lnTo>
                  <a:lnTo>
                    <a:pt x="3625761" y="281036"/>
                  </a:lnTo>
                  <a:lnTo>
                    <a:pt x="3621936" y="282524"/>
                  </a:lnTo>
                  <a:lnTo>
                    <a:pt x="3616023" y="284824"/>
                  </a:lnTo>
                  <a:lnTo>
                    <a:pt x="3593416" y="293624"/>
                  </a:lnTo>
                  <a:lnTo>
                    <a:pt x="3588373" y="295588"/>
                  </a:lnTo>
                  <a:lnTo>
                    <a:pt x="3579331" y="299110"/>
                  </a:lnTo>
                  <a:lnTo>
                    <a:pt x="3570984" y="302362"/>
                  </a:lnTo>
                  <a:lnTo>
                    <a:pt x="3565767" y="304395"/>
                  </a:lnTo>
                  <a:lnTo>
                    <a:pt x="3564897" y="304734"/>
                  </a:lnTo>
                  <a:lnTo>
                    <a:pt x="3557420" y="307649"/>
                  </a:lnTo>
                  <a:lnTo>
                    <a:pt x="3547855" y="311378"/>
                  </a:lnTo>
                  <a:lnTo>
                    <a:pt x="3540725" y="314159"/>
                  </a:lnTo>
                  <a:lnTo>
                    <a:pt x="3540378" y="314294"/>
                  </a:lnTo>
                  <a:lnTo>
                    <a:pt x="3531509" y="317754"/>
                  </a:lnTo>
                  <a:lnTo>
                    <a:pt x="3522292" y="321351"/>
                  </a:lnTo>
                  <a:lnTo>
                    <a:pt x="3519510" y="322437"/>
                  </a:lnTo>
                  <a:lnTo>
                    <a:pt x="3485600" y="335681"/>
                  </a:lnTo>
                  <a:lnTo>
                    <a:pt x="3482991" y="336700"/>
                  </a:lnTo>
                  <a:lnTo>
                    <a:pt x="3477948" y="338671"/>
                  </a:lnTo>
                  <a:lnTo>
                    <a:pt x="3456385" y="347104"/>
                  </a:lnTo>
                  <a:lnTo>
                    <a:pt x="3455516" y="347444"/>
                  </a:lnTo>
                  <a:lnTo>
                    <a:pt x="3451864" y="348873"/>
                  </a:lnTo>
                  <a:lnTo>
                    <a:pt x="3448038" y="350370"/>
                  </a:lnTo>
                  <a:lnTo>
                    <a:pt x="3442126" y="352683"/>
                  </a:lnTo>
                  <a:lnTo>
                    <a:pt x="3419519" y="361535"/>
                  </a:lnTo>
                  <a:lnTo>
                    <a:pt x="3414476" y="363511"/>
                  </a:lnTo>
                  <a:lnTo>
                    <a:pt x="3405433" y="367055"/>
                  </a:lnTo>
                  <a:lnTo>
                    <a:pt x="3397086" y="370327"/>
                  </a:lnTo>
                  <a:lnTo>
                    <a:pt x="3391869" y="372372"/>
                  </a:lnTo>
                  <a:lnTo>
                    <a:pt x="3391000" y="372713"/>
                  </a:lnTo>
                  <a:lnTo>
                    <a:pt x="3383522" y="375646"/>
                  </a:lnTo>
                  <a:lnTo>
                    <a:pt x="3373958" y="379398"/>
                  </a:lnTo>
                  <a:lnTo>
                    <a:pt x="3366828" y="382196"/>
                  </a:lnTo>
                  <a:lnTo>
                    <a:pt x="3366480" y="382333"/>
                  </a:lnTo>
                  <a:lnTo>
                    <a:pt x="3357611" y="385814"/>
                  </a:lnTo>
                  <a:lnTo>
                    <a:pt x="3348395" y="389434"/>
                  </a:lnTo>
                  <a:lnTo>
                    <a:pt x="3345612" y="390527"/>
                  </a:lnTo>
                  <a:lnTo>
                    <a:pt x="3311702" y="403856"/>
                  </a:lnTo>
                  <a:lnTo>
                    <a:pt x="3309094" y="404883"/>
                  </a:lnTo>
                  <a:lnTo>
                    <a:pt x="3304051" y="406867"/>
                  </a:lnTo>
                  <a:lnTo>
                    <a:pt x="3282488" y="415355"/>
                  </a:lnTo>
                  <a:lnTo>
                    <a:pt x="3281618" y="415698"/>
                  </a:lnTo>
                  <a:lnTo>
                    <a:pt x="3277966" y="417136"/>
                  </a:lnTo>
                  <a:lnTo>
                    <a:pt x="3274141" y="418643"/>
                  </a:lnTo>
                  <a:lnTo>
                    <a:pt x="3268228" y="420973"/>
                  </a:lnTo>
                  <a:lnTo>
                    <a:pt x="3245621" y="429885"/>
                  </a:lnTo>
                  <a:lnTo>
                    <a:pt x="3240578" y="431874"/>
                  </a:lnTo>
                  <a:lnTo>
                    <a:pt x="3231536" y="435443"/>
                  </a:lnTo>
                  <a:lnTo>
                    <a:pt x="3223189" y="438738"/>
                  </a:lnTo>
                  <a:lnTo>
                    <a:pt x="3217972" y="440798"/>
                  </a:lnTo>
                  <a:lnTo>
                    <a:pt x="3217102" y="441141"/>
                  </a:lnTo>
                  <a:lnTo>
                    <a:pt x="3209625" y="444094"/>
                  </a:lnTo>
                  <a:lnTo>
                    <a:pt x="3200060" y="447873"/>
                  </a:lnTo>
                  <a:lnTo>
                    <a:pt x="3192931" y="450692"/>
                  </a:lnTo>
                  <a:lnTo>
                    <a:pt x="3192583" y="450829"/>
                  </a:lnTo>
                  <a:lnTo>
                    <a:pt x="3183714" y="454336"/>
                  </a:lnTo>
                  <a:lnTo>
                    <a:pt x="3174497" y="457982"/>
                  </a:lnTo>
                  <a:lnTo>
                    <a:pt x="3171715" y="459083"/>
                  </a:lnTo>
                  <a:lnTo>
                    <a:pt x="3137805" y="472511"/>
                  </a:lnTo>
                  <a:lnTo>
                    <a:pt x="3135197" y="473545"/>
                  </a:lnTo>
                  <a:lnTo>
                    <a:pt x="3130154" y="475544"/>
                  </a:lnTo>
                  <a:lnTo>
                    <a:pt x="3108590" y="484098"/>
                  </a:lnTo>
                  <a:lnTo>
                    <a:pt x="3104069" y="485892"/>
                  </a:lnTo>
                  <a:lnTo>
                    <a:pt x="3100243" y="487411"/>
                  </a:lnTo>
                  <a:lnTo>
                    <a:pt x="3094331" y="489758"/>
                  </a:lnTo>
                  <a:lnTo>
                    <a:pt x="3071724" y="498741"/>
                  </a:lnTo>
                  <a:lnTo>
                    <a:pt x="3066681" y="500746"/>
                  </a:lnTo>
                  <a:lnTo>
                    <a:pt x="3057638" y="504343"/>
                  </a:lnTo>
                  <a:lnTo>
                    <a:pt x="3049291" y="507664"/>
                  </a:lnTo>
                  <a:lnTo>
                    <a:pt x="3044074" y="509740"/>
                  </a:lnTo>
                  <a:lnTo>
                    <a:pt x="3043205" y="510087"/>
                  </a:lnTo>
                  <a:lnTo>
                    <a:pt x="3035727" y="513064"/>
                  </a:lnTo>
                  <a:lnTo>
                    <a:pt x="3026163" y="516874"/>
                  </a:lnTo>
                  <a:lnTo>
                    <a:pt x="3019033" y="519715"/>
                  </a:lnTo>
                  <a:lnTo>
                    <a:pt x="3018685" y="519854"/>
                  </a:lnTo>
                  <a:lnTo>
                    <a:pt x="3009817" y="523390"/>
                  </a:lnTo>
                  <a:lnTo>
                    <a:pt x="3000600" y="527066"/>
                  </a:lnTo>
                  <a:lnTo>
                    <a:pt x="2997818" y="528176"/>
                  </a:lnTo>
                  <a:lnTo>
                    <a:pt x="2963908" y="541718"/>
                  </a:lnTo>
                  <a:lnTo>
                    <a:pt x="2961299" y="542761"/>
                  </a:lnTo>
                  <a:lnTo>
                    <a:pt x="2956256" y="544777"/>
                  </a:lnTo>
                  <a:lnTo>
                    <a:pt x="2934693" y="553405"/>
                  </a:lnTo>
                  <a:lnTo>
                    <a:pt x="2933823" y="553753"/>
                  </a:lnTo>
                  <a:lnTo>
                    <a:pt x="2930171" y="555215"/>
                  </a:lnTo>
                  <a:lnTo>
                    <a:pt x="2926346" y="556747"/>
                  </a:lnTo>
                  <a:lnTo>
                    <a:pt x="2920433" y="559115"/>
                  </a:lnTo>
                  <a:lnTo>
                    <a:pt x="2897827" y="568178"/>
                  </a:lnTo>
                  <a:lnTo>
                    <a:pt x="2892784" y="570201"/>
                  </a:lnTo>
                  <a:lnTo>
                    <a:pt x="2883741" y="573830"/>
                  </a:lnTo>
                  <a:lnTo>
                    <a:pt x="2875394" y="577182"/>
                  </a:lnTo>
                  <a:lnTo>
                    <a:pt x="2870177" y="579277"/>
                  </a:lnTo>
                  <a:lnTo>
                    <a:pt x="2869307" y="579627"/>
                  </a:lnTo>
                  <a:lnTo>
                    <a:pt x="2861830" y="582631"/>
                  </a:lnTo>
                  <a:lnTo>
                    <a:pt x="2852265" y="586477"/>
                  </a:lnTo>
                  <a:lnTo>
                    <a:pt x="2845136" y="589344"/>
                  </a:lnTo>
                  <a:lnTo>
                    <a:pt x="2844788" y="589484"/>
                  </a:lnTo>
                  <a:lnTo>
                    <a:pt x="2835919" y="593053"/>
                  </a:lnTo>
                  <a:lnTo>
                    <a:pt x="2826703" y="596764"/>
                  </a:lnTo>
                  <a:lnTo>
                    <a:pt x="2823920" y="597884"/>
                  </a:lnTo>
                  <a:lnTo>
                    <a:pt x="2790010" y="611556"/>
                  </a:lnTo>
                  <a:lnTo>
                    <a:pt x="2787402" y="612609"/>
                  </a:lnTo>
                  <a:lnTo>
                    <a:pt x="2782359" y="614645"/>
                  </a:lnTo>
                  <a:lnTo>
                    <a:pt x="2760795" y="623357"/>
                  </a:lnTo>
                  <a:lnTo>
                    <a:pt x="2759926" y="623708"/>
                  </a:lnTo>
                  <a:lnTo>
                    <a:pt x="2756274" y="625185"/>
                  </a:lnTo>
                  <a:lnTo>
                    <a:pt x="2752448" y="626732"/>
                  </a:lnTo>
                  <a:lnTo>
                    <a:pt x="2746536" y="629124"/>
                  </a:lnTo>
                  <a:lnTo>
                    <a:pt x="2723929" y="638277"/>
                  </a:lnTo>
                  <a:lnTo>
                    <a:pt x="2718886" y="640321"/>
                  </a:lnTo>
                  <a:lnTo>
                    <a:pt x="2709843" y="643987"/>
                  </a:lnTo>
                  <a:lnTo>
                    <a:pt x="2701496" y="647373"/>
                  </a:lnTo>
                  <a:lnTo>
                    <a:pt x="2696279" y="649490"/>
                  </a:lnTo>
                  <a:lnTo>
                    <a:pt x="2695410" y="649843"/>
                  </a:lnTo>
                  <a:lnTo>
                    <a:pt x="2687932" y="652878"/>
                  </a:lnTo>
                  <a:lnTo>
                    <a:pt x="2678368" y="656763"/>
                  </a:lnTo>
                  <a:lnTo>
                    <a:pt x="2671238" y="659661"/>
                  </a:lnTo>
                  <a:lnTo>
                    <a:pt x="2670890" y="659802"/>
                  </a:lnTo>
                  <a:lnTo>
                    <a:pt x="2662022" y="663408"/>
                  </a:lnTo>
                  <a:lnTo>
                    <a:pt x="2652805" y="667158"/>
                  </a:lnTo>
                  <a:lnTo>
                    <a:pt x="2650023" y="668291"/>
                  </a:lnTo>
                  <a:lnTo>
                    <a:pt x="2616113" y="682108"/>
                  </a:lnTo>
                  <a:lnTo>
                    <a:pt x="2613504" y="683172"/>
                  </a:lnTo>
                  <a:lnTo>
                    <a:pt x="2608461" y="685230"/>
                  </a:lnTo>
                  <a:lnTo>
                    <a:pt x="2586898" y="694037"/>
                  </a:lnTo>
                  <a:lnTo>
                    <a:pt x="2586028" y="694392"/>
                  </a:lnTo>
                  <a:lnTo>
                    <a:pt x="2582377" y="695885"/>
                  </a:lnTo>
                  <a:lnTo>
                    <a:pt x="2572638" y="699868"/>
                  </a:lnTo>
                  <a:lnTo>
                    <a:pt x="2550032" y="709123"/>
                  </a:lnTo>
                  <a:lnTo>
                    <a:pt x="2544989" y="711189"/>
                  </a:lnTo>
                  <a:lnTo>
                    <a:pt x="2535946" y="714896"/>
                  </a:lnTo>
                  <a:lnTo>
                    <a:pt x="2527599" y="718320"/>
                  </a:lnTo>
                  <a:lnTo>
                    <a:pt x="2522382" y="720461"/>
                  </a:lnTo>
                  <a:lnTo>
                    <a:pt x="2521512" y="720818"/>
                  </a:lnTo>
                  <a:lnTo>
                    <a:pt x="2514035" y="723889"/>
                  </a:lnTo>
                  <a:lnTo>
                    <a:pt x="2504471" y="727818"/>
                  </a:lnTo>
                  <a:lnTo>
                    <a:pt x="2497341" y="730749"/>
                  </a:lnTo>
                  <a:lnTo>
                    <a:pt x="2496993" y="730892"/>
                  </a:lnTo>
                  <a:lnTo>
                    <a:pt x="2488124" y="734540"/>
                  </a:lnTo>
                  <a:lnTo>
                    <a:pt x="2478908" y="738333"/>
                  </a:lnTo>
                  <a:lnTo>
                    <a:pt x="2476125" y="739478"/>
                  </a:lnTo>
                  <a:lnTo>
                    <a:pt x="2442215" y="753458"/>
                  </a:lnTo>
                  <a:lnTo>
                    <a:pt x="2439607" y="754534"/>
                  </a:lnTo>
                  <a:lnTo>
                    <a:pt x="2434564" y="756617"/>
                  </a:lnTo>
                  <a:lnTo>
                    <a:pt x="2413000" y="765528"/>
                  </a:lnTo>
                  <a:lnTo>
                    <a:pt x="2412131" y="765888"/>
                  </a:lnTo>
                  <a:lnTo>
                    <a:pt x="2408479" y="767399"/>
                  </a:lnTo>
                  <a:lnTo>
                    <a:pt x="2404653" y="768982"/>
                  </a:lnTo>
                  <a:lnTo>
                    <a:pt x="2398741" y="771429"/>
                  </a:lnTo>
                  <a:lnTo>
                    <a:pt x="2376134" y="780796"/>
                  </a:lnTo>
                  <a:lnTo>
                    <a:pt x="2371091" y="782888"/>
                  </a:lnTo>
                  <a:lnTo>
                    <a:pt x="2362049" y="786640"/>
                  </a:lnTo>
                  <a:lnTo>
                    <a:pt x="2353701" y="790106"/>
                  </a:lnTo>
                  <a:lnTo>
                    <a:pt x="2348485" y="792273"/>
                  </a:lnTo>
                  <a:lnTo>
                    <a:pt x="2340137" y="795743"/>
                  </a:lnTo>
                  <a:lnTo>
                    <a:pt x="2330573" y="799720"/>
                  </a:lnTo>
                  <a:lnTo>
                    <a:pt x="2323443" y="802688"/>
                  </a:lnTo>
                  <a:lnTo>
                    <a:pt x="2323095" y="802832"/>
                  </a:lnTo>
                  <a:lnTo>
                    <a:pt x="2314227" y="806526"/>
                  </a:lnTo>
                  <a:lnTo>
                    <a:pt x="2305010" y="810366"/>
                  </a:lnTo>
                  <a:lnTo>
                    <a:pt x="2302228" y="811526"/>
                  </a:lnTo>
                  <a:lnTo>
                    <a:pt x="2268318" y="825681"/>
                  </a:lnTo>
                  <a:lnTo>
                    <a:pt x="2265709" y="826772"/>
                  </a:lnTo>
                  <a:lnTo>
                    <a:pt x="2260666" y="828880"/>
                  </a:lnTo>
                  <a:lnTo>
                    <a:pt x="2239103" y="837905"/>
                  </a:lnTo>
                  <a:lnTo>
                    <a:pt x="2238234" y="838270"/>
                  </a:lnTo>
                  <a:lnTo>
                    <a:pt x="2234582" y="839800"/>
                  </a:lnTo>
                  <a:lnTo>
                    <a:pt x="2230756" y="841403"/>
                  </a:lnTo>
                  <a:lnTo>
                    <a:pt x="2224843" y="843882"/>
                  </a:lnTo>
                  <a:lnTo>
                    <a:pt x="2202237" y="853369"/>
                  </a:lnTo>
                  <a:lnTo>
                    <a:pt x="2197194" y="855488"/>
                  </a:lnTo>
                  <a:lnTo>
                    <a:pt x="2188151" y="859289"/>
                  </a:lnTo>
                  <a:lnTo>
                    <a:pt x="2179804" y="862800"/>
                  </a:lnTo>
                  <a:lnTo>
                    <a:pt x="2174587" y="864996"/>
                  </a:lnTo>
                  <a:lnTo>
                    <a:pt x="2173718" y="865362"/>
                  </a:lnTo>
                  <a:lnTo>
                    <a:pt x="2166240" y="868510"/>
                  </a:lnTo>
                  <a:lnTo>
                    <a:pt x="2156676" y="872540"/>
                  </a:lnTo>
                  <a:lnTo>
                    <a:pt x="2149546" y="875546"/>
                  </a:lnTo>
                  <a:lnTo>
                    <a:pt x="2149198" y="875693"/>
                  </a:lnTo>
                  <a:lnTo>
                    <a:pt x="2140329" y="879434"/>
                  </a:lnTo>
                  <a:lnTo>
                    <a:pt x="2131113" y="883325"/>
                  </a:lnTo>
                  <a:lnTo>
                    <a:pt x="2128330" y="884500"/>
                  </a:lnTo>
                  <a:lnTo>
                    <a:pt x="2094420" y="898843"/>
                  </a:lnTo>
                  <a:lnTo>
                    <a:pt x="2091812" y="899948"/>
                  </a:lnTo>
                  <a:lnTo>
                    <a:pt x="2086769" y="902084"/>
                  </a:lnTo>
                  <a:lnTo>
                    <a:pt x="2065206" y="911229"/>
                  </a:lnTo>
                  <a:lnTo>
                    <a:pt x="2064336" y="911598"/>
                  </a:lnTo>
                  <a:lnTo>
                    <a:pt x="2060684" y="913149"/>
                  </a:lnTo>
                  <a:lnTo>
                    <a:pt x="2056859" y="914773"/>
                  </a:lnTo>
                  <a:lnTo>
                    <a:pt x="2050946" y="917285"/>
                  </a:lnTo>
                  <a:lnTo>
                    <a:pt x="2028339" y="926900"/>
                  </a:lnTo>
                  <a:lnTo>
                    <a:pt x="2023296" y="929047"/>
                  </a:lnTo>
                  <a:lnTo>
                    <a:pt x="2014254" y="932899"/>
                  </a:lnTo>
                  <a:lnTo>
                    <a:pt x="2005907" y="936457"/>
                  </a:lnTo>
                  <a:lnTo>
                    <a:pt x="2000690" y="938682"/>
                  </a:lnTo>
                  <a:lnTo>
                    <a:pt x="1999820" y="939053"/>
                  </a:lnTo>
                  <a:lnTo>
                    <a:pt x="1992343" y="942244"/>
                  </a:lnTo>
                  <a:lnTo>
                    <a:pt x="1982778" y="946328"/>
                  </a:lnTo>
                  <a:lnTo>
                    <a:pt x="1975648" y="949374"/>
                  </a:lnTo>
                  <a:lnTo>
                    <a:pt x="1975301" y="949523"/>
                  </a:lnTo>
                  <a:lnTo>
                    <a:pt x="1966432" y="953315"/>
                  </a:lnTo>
                  <a:lnTo>
                    <a:pt x="1957215" y="957258"/>
                  </a:lnTo>
                  <a:lnTo>
                    <a:pt x="1954433" y="958449"/>
                  </a:lnTo>
                  <a:lnTo>
                    <a:pt x="1920523" y="972985"/>
                  </a:lnTo>
                  <a:lnTo>
                    <a:pt x="1917914" y="974105"/>
                  </a:lnTo>
                  <a:lnTo>
                    <a:pt x="1912871" y="976270"/>
                  </a:lnTo>
                  <a:lnTo>
                    <a:pt x="1890439" y="985913"/>
                  </a:lnTo>
                  <a:lnTo>
                    <a:pt x="1886787" y="987484"/>
                  </a:lnTo>
                  <a:lnTo>
                    <a:pt x="1882961" y="989131"/>
                  </a:lnTo>
                  <a:lnTo>
                    <a:pt x="1877049" y="991676"/>
                  </a:lnTo>
                  <a:lnTo>
                    <a:pt x="1854442" y="1001421"/>
                  </a:lnTo>
                  <a:lnTo>
                    <a:pt x="1849399" y="1003597"/>
                  </a:lnTo>
                  <a:lnTo>
                    <a:pt x="1840356" y="1007501"/>
                  </a:lnTo>
                  <a:lnTo>
                    <a:pt x="1832009" y="1011107"/>
                  </a:lnTo>
                  <a:lnTo>
                    <a:pt x="1826792" y="1013362"/>
                  </a:lnTo>
                  <a:lnTo>
                    <a:pt x="1825923" y="1013737"/>
                  </a:lnTo>
                  <a:lnTo>
                    <a:pt x="1818445" y="1016971"/>
                  </a:lnTo>
                  <a:lnTo>
                    <a:pt x="1808881" y="1021110"/>
                  </a:lnTo>
                  <a:lnTo>
                    <a:pt x="1801751" y="1024198"/>
                  </a:lnTo>
                  <a:lnTo>
                    <a:pt x="1801403" y="1024348"/>
                  </a:lnTo>
                  <a:lnTo>
                    <a:pt x="1792534" y="1028191"/>
                  </a:lnTo>
                  <a:lnTo>
                    <a:pt x="1783318" y="1032188"/>
                  </a:lnTo>
                  <a:lnTo>
                    <a:pt x="1780535" y="1033395"/>
                  </a:lnTo>
                  <a:lnTo>
                    <a:pt x="1746625" y="1048125"/>
                  </a:lnTo>
                  <a:lnTo>
                    <a:pt x="1744017" y="1049260"/>
                  </a:lnTo>
                  <a:lnTo>
                    <a:pt x="1738974" y="1051454"/>
                  </a:lnTo>
                  <a:lnTo>
                    <a:pt x="1717411" y="1060846"/>
                  </a:lnTo>
                  <a:lnTo>
                    <a:pt x="1716541" y="1061225"/>
                  </a:lnTo>
                  <a:lnTo>
                    <a:pt x="1712889" y="1062817"/>
                  </a:lnTo>
                  <a:lnTo>
                    <a:pt x="1709064" y="1064486"/>
                  </a:lnTo>
                  <a:lnTo>
                    <a:pt x="1703151" y="1067065"/>
                  </a:lnTo>
                  <a:lnTo>
                    <a:pt x="1680544" y="1076939"/>
                  </a:lnTo>
                  <a:lnTo>
                    <a:pt x="1675501" y="1079143"/>
                  </a:lnTo>
                  <a:lnTo>
                    <a:pt x="1666459" y="1083099"/>
                  </a:lnTo>
                  <a:lnTo>
                    <a:pt x="1658112" y="1086752"/>
                  </a:lnTo>
                  <a:lnTo>
                    <a:pt x="1652895" y="1089037"/>
                  </a:lnTo>
                  <a:lnTo>
                    <a:pt x="1652025" y="1089418"/>
                  </a:lnTo>
                  <a:lnTo>
                    <a:pt x="1644548" y="1092694"/>
                  </a:lnTo>
                  <a:lnTo>
                    <a:pt x="1634983" y="1096887"/>
                  </a:lnTo>
                  <a:lnTo>
                    <a:pt x="1627854" y="1100015"/>
                  </a:lnTo>
                  <a:lnTo>
                    <a:pt x="1627506" y="1100168"/>
                  </a:lnTo>
                  <a:lnTo>
                    <a:pt x="1618637" y="1104061"/>
                  </a:lnTo>
                  <a:lnTo>
                    <a:pt x="1609420" y="1108109"/>
                  </a:lnTo>
                  <a:lnTo>
                    <a:pt x="1606638" y="1109331"/>
                  </a:lnTo>
                  <a:lnTo>
                    <a:pt x="1572728" y="1124252"/>
                  </a:lnTo>
                  <a:lnTo>
                    <a:pt x="1570120" y="1125402"/>
                  </a:lnTo>
                  <a:lnTo>
                    <a:pt x="1565077" y="1127624"/>
                  </a:lnTo>
                  <a:lnTo>
                    <a:pt x="1543513" y="1137136"/>
                  </a:lnTo>
                  <a:lnTo>
                    <a:pt x="1542644" y="1137520"/>
                  </a:lnTo>
                  <a:lnTo>
                    <a:pt x="1538992" y="1139132"/>
                  </a:lnTo>
                  <a:lnTo>
                    <a:pt x="1535166" y="1140822"/>
                  </a:lnTo>
                  <a:lnTo>
                    <a:pt x="1529254" y="1143434"/>
                  </a:lnTo>
                  <a:lnTo>
                    <a:pt x="1501604" y="1155665"/>
                  </a:lnTo>
                  <a:lnTo>
                    <a:pt x="1492561" y="1159670"/>
                  </a:lnTo>
                  <a:lnTo>
                    <a:pt x="1484214" y="1163369"/>
                  </a:lnTo>
                  <a:lnTo>
                    <a:pt x="1478997" y="1165682"/>
                  </a:lnTo>
                  <a:lnTo>
                    <a:pt x="1478128" y="1166067"/>
                  </a:lnTo>
                  <a:lnTo>
                    <a:pt x="1470650" y="1169384"/>
                  </a:lnTo>
                  <a:lnTo>
                    <a:pt x="1461086" y="1173629"/>
                  </a:lnTo>
                  <a:lnTo>
                    <a:pt x="1453956" y="1176796"/>
                  </a:lnTo>
                  <a:lnTo>
                    <a:pt x="1453608" y="1176950"/>
                  </a:lnTo>
                  <a:lnTo>
                    <a:pt x="1444739" y="1180891"/>
                  </a:lnTo>
                  <a:lnTo>
                    <a:pt x="1435523" y="1184989"/>
                  </a:lnTo>
                  <a:lnTo>
                    <a:pt x="1432741" y="1186227"/>
                  </a:lnTo>
                  <a:lnTo>
                    <a:pt x="1398831" y="1201328"/>
                  </a:lnTo>
                  <a:lnTo>
                    <a:pt x="1396222" y="1202492"/>
                  </a:lnTo>
                  <a:lnTo>
                    <a:pt x="1391179" y="1204741"/>
                  </a:lnTo>
                  <a:lnTo>
                    <a:pt x="1369616" y="1214366"/>
                  </a:lnTo>
                  <a:lnTo>
                    <a:pt x="1368746" y="1214755"/>
                  </a:lnTo>
                  <a:lnTo>
                    <a:pt x="1361269" y="1218096"/>
                  </a:lnTo>
                  <a:lnTo>
                    <a:pt x="1355356" y="1220739"/>
                  </a:lnTo>
                  <a:lnTo>
                    <a:pt x="1332750" y="1230854"/>
                  </a:lnTo>
                  <a:lnTo>
                    <a:pt x="1327707" y="1233113"/>
                  </a:lnTo>
                  <a:lnTo>
                    <a:pt x="1318664" y="1237164"/>
                  </a:lnTo>
                  <a:lnTo>
                    <a:pt x="1310317" y="1240906"/>
                  </a:lnTo>
                  <a:lnTo>
                    <a:pt x="1305100" y="1243246"/>
                  </a:lnTo>
                  <a:lnTo>
                    <a:pt x="1304230" y="1243636"/>
                  </a:lnTo>
                  <a:lnTo>
                    <a:pt x="1296753" y="1246991"/>
                  </a:lnTo>
                  <a:lnTo>
                    <a:pt x="1287188" y="1251285"/>
                  </a:lnTo>
                  <a:lnTo>
                    <a:pt x="1280059" y="1254487"/>
                  </a:lnTo>
                  <a:lnTo>
                    <a:pt x="1279711" y="1254643"/>
                  </a:lnTo>
                  <a:lnTo>
                    <a:pt x="1270842" y="1258629"/>
                  </a:lnTo>
                  <a:lnTo>
                    <a:pt x="1261625" y="1262773"/>
                  </a:lnTo>
                  <a:lnTo>
                    <a:pt x="1258843" y="1264024"/>
                  </a:lnTo>
                  <a:lnTo>
                    <a:pt x="1224933" y="1279294"/>
                  </a:lnTo>
                  <a:lnTo>
                    <a:pt x="1222325" y="1280470"/>
                  </a:lnTo>
                  <a:lnTo>
                    <a:pt x="1217282" y="1282744"/>
                  </a:lnTo>
                  <a:lnTo>
                    <a:pt x="1195718" y="1292474"/>
                  </a:lnTo>
                  <a:lnTo>
                    <a:pt x="1194849" y="1292867"/>
                  </a:lnTo>
                  <a:lnTo>
                    <a:pt x="1191197" y="1294516"/>
                  </a:lnTo>
                  <a:lnTo>
                    <a:pt x="1187371" y="1296244"/>
                  </a:lnTo>
                  <a:lnTo>
                    <a:pt x="1181459" y="1298916"/>
                  </a:lnTo>
                  <a:lnTo>
                    <a:pt x="1158852" y="1309139"/>
                  </a:lnTo>
                  <a:lnTo>
                    <a:pt x="1153809" y="1311421"/>
                  </a:lnTo>
                  <a:lnTo>
                    <a:pt x="1144766" y="1315515"/>
                  </a:lnTo>
                  <a:lnTo>
                    <a:pt x="1136419" y="1319296"/>
                  </a:lnTo>
                  <a:lnTo>
                    <a:pt x="1131202" y="1321661"/>
                  </a:lnTo>
                  <a:lnTo>
                    <a:pt x="1130333" y="1322055"/>
                  </a:lnTo>
                  <a:lnTo>
                    <a:pt x="1122855" y="1325444"/>
                  </a:lnTo>
                  <a:lnTo>
                    <a:pt x="1113291" y="1329782"/>
                  </a:lnTo>
                  <a:lnTo>
                    <a:pt x="1106161" y="1333018"/>
                  </a:lnTo>
                  <a:lnTo>
                    <a:pt x="1105813" y="1333176"/>
                  </a:lnTo>
                  <a:lnTo>
                    <a:pt x="1096945" y="1337202"/>
                  </a:lnTo>
                  <a:lnTo>
                    <a:pt x="1087728" y="1341388"/>
                  </a:lnTo>
                  <a:lnTo>
                    <a:pt x="1084946" y="1342652"/>
                  </a:lnTo>
                  <a:lnTo>
                    <a:pt x="1051036" y="1358074"/>
                  </a:lnTo>
                  <a:lnTo>
                    <a:pt x="1048427" y="1359262"/>
                  </a:lnTo>
                  <a:lnTo>
                    <a:pt x="1043384" y="1361558"/>
                  </a:lnTo>
                  <a:lnTo>
                    <a:pt x="1021821" y="1371384"/>
                  </a:lnTo>
                  <a:lnTo>
                    <a:pt x="1020951" y="1371780"/>
                  </a:lnTo>
                  <a:lnTo>
                    <a:pt x="1017300" y="1373445"/>
                  </a:lnTo>
                  <a:lnTo>
                    <a:pt x="1013474" y="1375190"/>
                  </a:lnTo>
                  <a:lnTo>
                    <a:pt x="1007561" y="1377887"/>
                  </a:lnTo>
                  <a:lnTo>
                    <a:pt x="984955" y="1388207"/>
                  </a:lnTo>
                  <a:lnTo>
                    <a:pt x="979912" y="1390511"/>
                  </a:lnTo>
                  <a:lnTo>
                    <a:pt x="970869" y="1394644"/>
                  </a:lnTo>
                  <a:lnTo>
                    <a:pt x="962522" y="1398460"/>
                  </a:lnTo>
                  <a:lnTo>
                    <a:pt x="957305" y="1400846"/>
                  </a:lnTo>
                  <a:lnTo>
                    <a:pt x="956435" y="1401244"/>
                  </a:lnTo>
                  <a:lnTo>
                    <a:pt x="948958" y="1404665"/>
                  </a:lnTo>
                  <a:lnTo>
                    <a:pt x="939394" y="1409043"/>
                  </a:lnTo>
                  <a:lnTo>
                    <a:pt x="932264" y="1412307"/>
                  </a:lnTo>
                  <a:lnTo>
                    <a:pt x="931916" y="1412467"/>
                  </a:lnTo>
                  <a:lnTo>
                    <a:pt x="923047" y="1416529"/>
                  </a:lnTo>
                  <a:lnTo>
                    <a:pt x="913831" y="1420753"/>
                  </a:lnTo>
                  <a:lnTo>
                    <a:pt x="911048" y="1422029"/>
                  </a:lnTo>
                  <a:lnTo>
                    <a:pt x="877138" y="1437587"/>
                  </a:lnTo>
                  <a:lnTo>
                    <a:pt x="874530" y="1438785"/>
                  </a:lnTo>
                  <a:lnTo>
                    <a:pt x="869487" y="1441101"/>
                  </a:lnTo>
                  <a:lnTo>
                    <a:pt x="847923" y="1451011"/>
                  </a:lnTo>
                  <a:lnTo>
                    <a:pt x="847054" y="1451411"/>
                  </a:lnTo>
                  <a:lnTo>
                    <a:pt x="843402" y="1453090"/>
                  </a:lnTo>
                  <a:lnTo>
                    <a:pt x="839576" y="1454850"/>
                  </a:lnTo>
                  <a:lnTo>
                    <a:pt x="833664" y="1457570"/>
                  </a:lnTo>
                  <a:lnTo>
                    <a:pt x="811057" y="1467977"/>
                  </a:lnTo>
                  <a:lnTo>
                    <a:pt x="806014" y="1470299"/>
                  </a:lnTo>
                  <a:lnTo>
                    <a:pt x="796972" y="1474466"/>
                  </a:lnTo>
                  <a:lnTo>
                    <a:pt x="788624" y="1478313"/>
                  </a:lnTo>
                  <a:lnTo>
                    <a:pt x="783407" y="1480719"/>
                  </a:lnTo>
                  <a:lnTo>
                    <a:pt x="782538" y="1481120"/>
                  </a:lnTo>
                  <a:lnTo>
                    <a:pt x="775060" y="1484569"/>
                  </a:lnTo>
                  <a:lnTo>
                    <a:pt x="765496" y="1488981"/>
                  </a:lnTo>
                  <a:lnTo>
                    <a:pt x="758366" y="1492272"/>
                  </a:lnTo>
                  <a:lnTo>
                    <a:pt x="758018" y="1492433"/>
                  </a:lnTo>
                  <a:lnTo>
                    <a:pt x="749150" y="1496528"/>
                  </a:lnTo>
                  <a:lnTo>
                    <a:pt x="739933" y="1500785"/>
                  </a:lnTo>
                  <a:lnTo>
                    <a:pt x="737151" y="1502070"/>
                  </a:lnTo>
                  <a:lnTo>
                    <a:pt x="703241" y="1517749"/>
                  </a:lnTo>
                  <a:lnTo>
                    <a:pt x="700632" y="1518956"/>
                  </a:lnTo>
                  <a:lnTo>
                    <a:pt x="695589" y="1521289"/>
                  </a:lnTo>
                  <a:lnTo>
                    <a:pt x="674026" y="1531274"/>
                  </a:lnTo>
                  <a:lnTo>
                    <a:pt x="673157" y="1531676"/>
                  </a:lnTo>
                  <a:lnTo>
                    <a:pt x="669505" y="1533368"/>
                  </a:lnTo>
                  <a:lnTo>
                    <a:pt x="665679" y="1535141"/>
                  </a:lnTo>
                  <a:lnTo>
                    <a:pt x="659766" y="1537881"/>
                  </a:lnTo>
                  <a:lnTo>
                    <a:pt x="637160" y="1548363"/>
                  </a:lnTo>
                  <a:lnTo>
                    <a:pt x="632117" y="1550703"/>
                  </a:lnTo>
                  <a:lnTo>
                    <a:pt x="623074" y="1554899"/>
                  </a:lnTo>
                  <a:lnTo>
                    <a:pt x="614727" y="1558774"/>
                  </a:lnTo>
                  <a:lnTo>
                    <a:pt x="609510" y="1561196"/>
                  </a:lnTo>
                  <a:lnTo>
                    <a:pt x="608641" y="1561600"/>
                  </a:lnTo>
                  <a:lnTo>
                    <a:pt x="601163" y="1565073"/>
                  </a:lnTo>
                  <a:lnTo>
                    <a:pt x="591599" y="1569517"/>
                  </a:lnTo>
                  <a:lnTo>
                    <a:pt x="584469" y="1572830"/>
                  </a:lnTo>
                  <a:lnTo>
                    <a:pt x="584121" y="1572992"/>
                  </a:lnTo>
                  <a:lnTo>
                    <a:pt x="575252" y="1577115"/>
                  </a:lnTo>
                  <a:lnTo>
                    <a:pt x="566036" y="1581401"/>
                  </a:lnTo>
                  <a:lnTo>
                    <a:pt x="563253" y="1582695"/>
                  </a:lnTo>
                  <a:lnTo>
                    <a:pt x="529343" y="1598479"/>
                  </a:lnTo>
                  <a:lnTo>
                    <a:pt x="526735" y="1599694"/>
                  </a:lnTo>
                  <a:lnTo>
                    <a:pt x="521692" y="1602043"/>
                  </a:lnTo>
                  <a:lnTo>
                    <a:pt x="500129" y="1612092"/>
                  </a:lnTo>
                  <a:lnTo>
                    <a:pt x="499259" y="1612497"/>
                  </a:lnTo>
                  <a:lnTo>
                    <a:pt x="495607" y="1614200"/>
                  </a:lnTo>
                  <a:lnTo>
                    <a:pt x="491781" y="1615984"/>
                  </a:lnTo>
                  <a:lnTo>
                    <a:pt x="485869" y="1618741"/>
                  </a:lnTo>
                  <a:lnTo>
                    <a:pt x="463262" y="1629290"/>
                  </a:lnTo>
                  <a:lnTo>
                    <a:pt x="458219" y="1631644"/>
                  </a:lnTo>
                  <a:lnTo>
                    <a:pt x="449177" y="1635866"/>
                  </a:lnTo>
                  <a:lnTo>
                    <a:pt x="440830" y="1639765"/>
                  </a:lnTo>
                  <a:lnTo>
                    <a:pt x="435613" y="1642202"/>
                  </a:lnTo>
                  <a:lnTo>
                    <a:pt x="434743" y="1642608"/>
                  </a:lnTo>
                  <a:lnTo>
                    <a:pt x="427266" y="1646102"/>
                  </a:lnTo>
                  <a:lnTo>
                    <a:pt x="417701" y="1650573"/>
                  </a:lnTo>
                  <a:lnTo>
                    <a:pt x="410571" y="1653906"/>
                  </a:lnTo>
                  <a:lnTo>
                    <a:pt x="410224" y="1654068"/>
                  </a:lnTo>
                  <a:lnTo>
                    <a:pt x="401355" y="1658216"/>
                  </a:lnTo>
                  <a:lnTo>
                    <a:pt x="392138" y="1662527"/>
                  </a:lnTo>
                  <a:lnTo>
                    <a:pt x="389356" y="1663829"/>
                  </a:lnTo>
                  <a:lnTo>
                    <a:pt x="352837" y="1680925"/>
                  </a:lnTo>
                  <a:lnTo>
                    <a:pt x="347794" y="1683288"/>
                  </a:lnTo>
                  <a:lnTo>
                    <a:pt x="326231" y="1693393"/>
                  </a:lnTo>
                  <a:lnTo>
                    <a:pt x="325362" y="1693800"/>
                  </a:lnTo>
                  <a:lnTo>
                    <a:pt x="321710" y="1695512"/>
                  </a:lnTo>
                  <a:lnTo>
                    <a:pt x="317884" y="1697306"/>
                  </a:lnTo>
                  <a:lnTo>
                    <a:pt x="311972" y="1700079"/>
                  </a:lnTo>
                  <a:lnTo>
                    <a:pt x="289365" y="1710684"/>
                  </a:lnTo>
                  <a:lnTo>
                    <a:pt x="284322" y="1713051"/>
                  </a:lnTo>
                  <a:lnTo>
                    <a:pt x="275279" y="1717296"/>
                  </a:lnTo>
                  <a:lnTo>
                    <a:pt x="266932" y="1721215"/>
                  </a:lnTo>
                  <a:lnTo>
                    <a:pt x="260846" y="1724073"/>
                  </a:lnTo>
                  <a:lnTo>
                    <a:pt x="253368" y="1727585"/>
                  </a:lnTo>
                  <a:lnTo>
                    <a:pt x="243804" y="1732079"/>
                  </a:lnTo>
                  <a:lnTo>
                    <a:pt x="236674" y="1735429"/>
                  </a:lnTo>
                  <a:lnTo>
                    <a:pt x="236326" y="1735593"/>
                  </a:lnTo>
                  <a:lnTo>
                    <a:pt x="227457" y="1739761"/>
                  </a:lnTo>
                  <a:lnTo>
                    <a:pt x="218241" y="1744095"/>
                  </a:lnTo>
                  <a:lnTo>
                    <a:pt x="215458" y="1745403"/>
                  </a:lnTo>
                  <a:lnTo>
                    <a:pt x="178940" y="1762584"/>
                  </a:lnTo>
                  <a:lnTo>
                    <a:pt x="173897" y="1764958"/>
                  </a:lnTo>
                  <a:lnTo>
                    <a:pt x="151464" y="1775521"/>
                  </a:lnTo>
                  <a:lnTo>
                    <a:pt x="147812" y="1777241"/>
                  </a:lnTo>
                  <a:lnTo>
                    <a:pt x="143987" y="1779043"/>
                  </a:lnTo>
                  <a:lnTo>
                    <a:pt x="138074" y="1781829"/>
                  </a:lnTo>
                  <a:lnTo>
                    <a:pt x="115467" y="1792484"/>
                  </a:lnTo>
                  <a:lnTo>
                    <a:pt x="79471" y="1809461"/>
                  </a:lnTo>
                  <a:lnTo>
                    <a:pt x="69906" y="1813975"/>
                  </a:lnTo>
                  <a:lnTo>
                    <a:pt x="0" y="184699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" name="pg9"/>
            <p:cNvSpPr/>
            <p:nvPr/>
          </p:nvSpPr>
          <p:spPr>
            <a:xfrm>
              <a:off x="3427483" y="2700314"/>
              <a:ext cx="4355087" cy="2094315"/>
            </a:xfrm>
            <a:custGeom>
              <a:avLst/>
              <a:pathLst>
                <a:path w="4355087" h="2094315">
                  <a:moveTo>
                    <a:pt x="0" y="1775188"/>
                  </a:moveTo>
                  <a:lnTo>
                    <a:pt x="69906" y="1750908"/>
                  </a:lnTo>
                  <a:lnTo>
                    <a:pt x="79471" y="1747582"/>
                  </a:lnTo>
                  <a:lnTo>
                    <a:pt x="115467" y="1735053"/>
                  </a:lnTo>
                  <a:lnTo>
                    <a:pt x="138074" y="1727177"/>
                  </a:lnTo>
                  <a:lnTo>
                    <a:pt x="143987" y="1725116"/>
                  </a:lnTo>
                  <a:lnTo>
                    <a:pt x="147812" y="1723782"/>
                  </a:lnTo>
                  <a:lnTo>
                    <a:pt x="151464" y="1722509"/>
                  </a:lnTo>
                  <a:lnTo>
                    <a:pt x="173897" y="1714683"/>
                  </a:lnTo>
                  <a:lnTo>
                    <a:pt x="178940" y="1712923"/>
                  </a:lnTo>
                  <a:lnTo>
                    <a:pt x="215458" y="1700168"/>
                  </a:lnTo>
                  <a:lnTo>
                    <a:pt x="218241" y="1699195"/>
                  </a:lnTo>
                  <a:lnTo>
                    <a:pt x="227457" y="1695973"/>
                  </a:lnTo>
                  <a:lnTo>
                    <a:pt x="236326" y="1692871"/>
                  </a:lnTo>
                  <a:lnTo>
                    <a:pt x="236674" y="1692749"/>
                  </a:lnTo>
                  <a:lnTo>
                    <a:pt x="243804" y="1690254"/>
                  </a:lnTo>
                  <a:lnTo>
                    <a:pt x="253368" y="1686907"/>
                  </a:lnTo>
                  <a:lnTo>
                    <a:pt x="260846" y="1684289"/>
                  </a:lnTo>
                  <a:lnTo>
                    <a:pt x="266932" y="1682158"/>
                  </a:lnTo>
                  <a:lnTo>
                    <a:pt x="275279" y="1679234"/>
                  </a:lnTo>
                  <a:lnTo>
                    <a:pt x="284322" y="1676065"/>
                  </a:lnTo>
                  <a:lnTo>
                    <a:pt x="289365" y="1674297"/>
                  </a:lnTo>
                  <a:lnTo>
                    <a:pt x="311972" y="1666368"/>
                  </a:lnTo>
                  <a:lnTo>
                    <a:pt x="317884" y="1664293"/>
                  </a:lnTo>
                  <a:lnTo>
                    <a:pt x="321710" y="1662950"/>
                  </a:lnTo>
                  <a:lnTo>
                    <a:pt x="325362" y="1661668"/>
                  </a:lnTo>
                  <a:lnTo>
                    <a:pt x="326231" y="1661363"/>
                  </a:lnTo>
                  <a:lnTo>
                    <a:pt x="347794" y="1653788"/>
                  </a:lnTo>
                  <a:lnTo>
                    <a:pt x="352837" y="1652016"/>
                  </a:lnTo>
                  <a:lnTo>
                    <a:pt x="389356" y="1639169"/>
                  </a:lnTo>
                  <a:lnTo>
                    <a:pt x="392138" y="1638189"/>
                  </a:lnTo>
                  <a:lnTo>
                    <a:pt x="401355" y="1634943"/>
                  </a:lnTo>
                  <a:lnTo>
                    <a:pt x="410224" y="1631818"/>
                  </a:lnTo>
                  <a:lnTo>
                    <a:pt x="410571" y="1631695"/>
                  </a:lnTo>
                  <a:lnTo>
                    <a:pt x="417701" y="1629182"/>
                  </a:lnTo>
                  <a:lnTo>
                    <a:pt x="427266" y="1625809"/>
                  </a:lnTo>
                  <a:lnTo>
                    <a:pt x="434743" y="1623172"/>
                  </a:lnTo>
                  <a:lnTo>
                    <a:pt x="435613" y="1622865"/>
                  </a:lnTo>
                  <a:lnTo>
                    <a:pt x="440830" y="1621024"/>
                  </a:lnTo>
                  <a:lnTo>
                    <a:pt x="449177" y="1618077"/>
                  </a:lnTo>
                  <a:lnTo>
                    <a:pt x="458219" y="1614884"/>
                  </a:lnTo>
                  <a:lnTo>
                    <a:pt x="463262" y="1613102"/>
                  </a:lnTo>
                  <a:lnTo>
                    <a:pt x="485869" y="1605110"/>
                  </a:lnTo>
                  <a:lnTo>
                    <a:pt x="491781" y="1603019"/>
                  </a:lnTo>
                  <a:lnTo>
                    <a:pt x="495607" y="1601665"/>
                  </a:lnTo>
                  <a:lnTo>
                    <a:pt x="499259" y="1600372"/>
                  </a:lnTo>
                  <a:lnTo>
                    <a:pt x="500129" y="1600065"/>
                  </a:lnTo>
                  <a:lnTo>
                    <a:pt x="521692" y="1592428"/>
                  </a:lnTo>
                  <a:lnTo>
                    <a:pt x="526735" y="1590640"/>
                  </a:lnTo>
                  <a:lnTo>
                    <a:pt x="529343" y="1589716"/>
                  </a:lnTo>
                  <a:lnTo>
                    <a:pt x="563253" y="1577684"/>
                  </a:lnTo>
                  <a:lnTo>
                    <a:pt x="566036" y="1576696"/>
                  </a:lnTo>
                  <a:lnTo>
                    <a:pt x="575252" y="1573421"/>
                  </a:lnTo>
                  <a:lnTo>
                    <a:pt x="584121" y="1570269"/>
                  </a:lnTo>
                  <a:lnTo>
                    <a:pt x="584469" y="1570145"/>
                  </a:lnTo>
                  <a:lnTo>
                    <a:pt x="591599" y="1567610"/>
                  </a:lnTo>
                  <a:lnTo>
                    <a:pt x="601163" y="1564207"/>
                  </a:lnTo>
                  <a:lnTo>
                    <a:pt x="608641" y="1561545"/>
                  </a:lnTo>
                  <a:lnTo>
                    <a:pt x="609510" y="1561236"/>
                  </a:lnTo>
                  <a:lnTo>
                    <a:pt x="614727" y="1559378"/>
                  </a:lnTo>
                  <a:lnTo>
                    <a:pt x="623074" y="1556404"/>
                  </a:lnTo>
                  <a:lnTo>
                    <a:pt x="632117" y="1553182"/>
                  </a:lnTo>
                  <a:lnTo>
                    <a:pt x="637160" y="1551383"/>
                  </a:lnTo>
                  <a:lnTo>
                    <a:pt x="659766" y="1543316"/>
                  </a:lnTo>
                  <a:lnTo>
                    <a:pt x="665679" y="1541205"/>
                  </a:lnTo>
                  <a:lnTo>
                    <a:pt x="669505" y="1539838"/>
                  </a:lnTo>
                  <a:lnTo>
                    <a:pt x="673157" y="1538533"/>
                  </a:lnTo>
                  <a:lnTo>
                    <a:pt x="674026" y="1538223"/>
                  </a:lnTo>
                  <a:lnTo>
                    <a:pt x="695589" y="1530511"/>
                  </a:lnTo>
                  <a:lnTo>
                    <a:pt x="700632" y="1528706"/>
                  </a:lnTo>
                  <a:lnTo>
                    <a:pt x="703241" y="1527773"/>
                  </a:lnTo>
                  <a:lnTo>
                    <a:pt x="737151" y="1515620"/>
                  </a:lnTo>
                  <a:lnTo>
                    <a:pt x="739933" y="1514621"/>
                  </a:lnTo>
                  <a:lnTo>
                    <a:pt x="749150" y="1511313"/>
                  </a:lnTo>
                  <a:lnTo>
                    <a:pt x="758018" y="1508128"/>
                  </a:lnTo>
                  <a:lnTo>
                    <a:pt x="758366" y="1508003"/>
                  </a:lnTo>
                  <a:lnTo>
                    <a:pt x="765496" y="1505441"/>
                  </a:lnTo>
                  <a:lnTo>
                    <a:pt x="775060" y="1502002"/>
                  </a:lnTo>
                  <a:lnTo>
                    <a:pt x="782538" y="1499312"/>
                  </a:lnTo>
                  <a:lnTo>
                    <a:pt x="783407" y="1498999"/>
                  </a:lnTo>
                  <a:lnTo>
                    <a:pt x="788624" y="1497122"/>
                  </a:lnTo>
                  <a:lnTo>
                    <a:pt x="796972" y="1494116"/>
                  </a:lnTo>
                  <a:lnTo>
                    <a:pt x="806014" y="1490858"/>
                  </a:lnTo>
                  <a:lnTo>
                    <a:pt x="811057" y="1489040"/>
                  </a:lnTo>
                  <a:lnTo>
                    <a:pt x="833664" y="1480884"/>
                  </a:lnTo>
                  <a:lnTo>
                    <a:pt x="839576" y="1478749"/>
                  </a:lnTo>
                  <a:lnTo>
                    <a:pt x="843402" y="1477366"/>
                  </a:lnTo>
                  <a:lnTo>
                    <a:pt x="847054" y="1476047"/>
                  </a:lnTo>
                  <a:lnTo>
                    <a:pt x="847923" y="1475733"/>
                  </a:lnTo>
                  <a:lnTo>
                    <a:pt x="869487" y="1467933"/>
                  </a:lnTo>
                  <a:lnTo>
                    <a:pt x="874530" y="1466107"/>
                  </a:lnTo>
                  <a:lnTo>
                    <a:pt x="877138" y="1465162"/>
                  </a:lnTo>
                  <a:lnTo>
                    <a:pt x="911048" y="1452865"/>
                  </a:lnTo>
                  <a:lnTo>
                    <a:pt x="913831" y="1451855"/>
                  </a:lnTo>
                  <a:lnTo>
                    <a:pt x="923047" y="1448507"/>
                  </a:lnTo>
                  <a:lnTo>
                    <a:pt x="931916" y="1445283"/>
                  </a:lnTo>
                  <a:lnTo>
                    <a:pt x="932264" y="1445156"/>
                  </a:lnTo>
                  <a:lnTo>
                    <a:pt x="939394" y="1442563"/>
                  </a:lnTo>
                  <a:lnTo>
                    <a:pt x="948958" y="1439081"/>
                  </a:lnTo>
                  <a:lnTo>
                    <a:pt x="956435" y="1436358"/>
                  </a:lnTo>
                  <a:lnTo>
                    <a:pt x="957305" y="1436041"/>
                  </a:lnTo>
                  <a:lnTo>
                    <a:pt x="962522" y="1434140"/>
                  </a:lnTo>
                  <a:lnTo>
                    <a:pt x="970869" y="1431096"/>
                  </a:lnTo>
                  <a:lnTo>
                    <a:pt x="979912" y="1427797"/>
                  </a:lnTo>
                  <a:lnTo>
                    <a:pt x="984955" y="1425956"/>
                  </a:lnTo>
                  <a:lnTo>
                    <a:pt x="1007561" y="1417694"/>
                  </a:lnTo>
                  <a:lnTo>
                    <a:pt x="1013474" y="1415531"/>
                  </a:lnTo>
                  <a:lnTo>
                    <a:pt x="1017300" y="1414130"/>
                  </a:lnTo>
                  <a:lnTo>
                    <a:pt x="1020951" y="1412793"/>
                  </a:lnTo>
                  <a:lnTo>
                    <a:pt x="1021821" y="1412475"/>
                  </a:lnTo>
                  <a:lnTo>
                    <a:pt x="1043384" y="1404571"/>
                  </a:lnTo>
                  <a:lnTo>
                    <a:pt x="1048427" y="1402720"/>
                  </a:lnTo>
                  <a:lnTo>
                    <a:pt x="1051036" y="1401763"/>
                  </a:lnTo>
                  <a:lnTo>
                    <a:pt x="1084946" y="1389297"/>
                  </a:lnTo>
                  <a:lnTo>
                    <a:pt x="1087728" y="1388272"/>
                  </a:lnTo>
                  <a:lnTo>
                    <a:pt x="1096945" y="1384877"/>
                  </a:lnTo>
                  <a:lnTo>
                    <a:pt x="1105813" y="1381607"/>
                  </a:lnTo>
                  <a:lnTo>
                    <a:pt x="1106161" y="1381479"/>
                  </a:lnTo>
                  <a:lnTo>
                    <a:pt x="1113291" y="1378849"/>
                  </a:lnTo>
                  <a:lnTo>
                    <a:pt x="1122855" y="1375317"/>
                  </a:lnTo>
                  <a:lnTo>
                    <a:pt x="1130333" y="1372554"/>
                  </a:lnTo>
                  <a:lnTo>
                    <a:pt x="1131202" y="1372233"/>
                  </a:lnTo>
                  <a:lnTo>
                    <a:pt x="1136419" y="1370304"/>
                  </a:lnTo>
                  <a:lnTo>
                    <a:pt x="1144766" y="1367216"/>
                  </a:lnTo>
                  <a:lnTo>
                    <a:pt x="1153809" y="1363868"/>
                  </a:lnTo>
                  <a:lnTo>
                    <a:pt x="1158852" y="1362000"/>
                  </a:lnTo>
                  <a:lnTo>
                    <a:pt x="1181459" y="1353615"/>
                  </a:lnTo>
                  <a:lnTo>
                    <a:pt x="1187371" y="1351419"/>
                  </a:lnTo>
                  <a:lnTo>
                    <a:pt x="1191197" y="1349997"/>
                  </a:lnTo>
                  <a:lnTo>
                    <a:pt x="1194849" y="1348640"/>
                  </a:lnTo>
                  <a:lnTo>
                    <a:pt x="1195718" y="1348316"/>
                  </a:lnTo>
                  <a:lnTo>
                    <a:pt x="1217282" y="1340291"/>
                  </a:lnTo>
                  <a:lnTo>
                    <a:pt x="1222325" y="1338412"/>
                  </a:lnTo>
                  <a:lnTo>
                    <a:pt x="1224933" y="1337440"/>
                  </a:lnTo>
                  <a:lnTo>
                    <a:pt x="1258843" y="1324777"/>
                  </a:lnTo>
                  <a:lnTo>
                    <a:pt x="1261625" y="1323736"/>
                  </a:lnTo>
                  <a:lnTo>
                    <a:pt x="1270842" y="1320287"/>
                  </a:lnTo>
                  <a:lnTo>
                    <a:pt x="1279711" y="1316964"/>
                  </a:lnTo>
                  <a:lnTo>
                    <a:pt x="1280059" y="1316834"/>
                  </a:lnTo>
                  <a:lnTo>
                    <a:pt x="1287188" y="1314161"/>
                  </a:lnTo>
                  <a:lnTo>
                    <a:pt x="1296753" y="1310572"/>
                  </a:lnTo>
                  <a:lnTo>
                    <a:pt x="1304230" y="1307764"/>
                  </a:lnTo>
                  <a:lnTo>
                    <a:pt x="1305100" y="1307437"/>
                  </a:lnTo>
                  <a:lnTo>
                    <a:pt x="1310317" y="1305477"/>
                  </a:lnTo>
                  <a:lnTo>
                    <a:pt x="1318664" y="1302338"/>
                  </a:lnTo>
                  <a:lnTo>
                    <a:pt x="1327707" y="1298934"/>
                  </a:lnTo>
                  <a:lnTo>
                    <a:pt x="1332750" y="1297034"/>
                  </a:lnTo>
                  <a:lnTo>
                    <a:pt x="1355356" y="1288508"/>
                  </a:lnTo>
                  <a:lnTo>
                    <a:pt x="1361269" y="1286274"/>
                  </a:lnTo>
                  <a:lnTo>
                    <a:pt x="1368746" y="1283448"/>
                  </a:lnTo>
                  <a:lnTo>
                    <a:pt x="1369616" y="1283119"/>
                  </a:lnTo>
                  <a:lnTo>
                    <a:pt x="1391179" y="1274955"/>
                  </a:lnTo>
                  <a:lnTo>
                    <a:pt x="1396222" y="1273043"/>
                  </a:lnTo>
                  <a:lnTo>
                    <a:pt x="1398831" y="1272054"/>
                  </a:lnTo>
                  <a:lnTo>
                    <a:pt x="1432741" y="1259169"/>
                  </a:lnTo>
                  <a:lnTo>
                    <a:pt x="1435523" y="1258109"/>
                  </a:lnTo>
                  <a:lnTo>
                    <a:pt x="1444739" y="1254598"/>
                  </a:lnTo>
                  <a:lnTo>
                    <a:pt x="1453608" y="1251216"/>
                  </a:lnTo>
                  <a:lnTo>
                    <a:pt x="1453956" y="1251084"/>
                  </a:lnTo>
                  <a:lnTo>
                    <a:pt x="1461086" y="1248362"/>
                  </a:lnTo>
                  <a:lnTo>
                    <a:pt x="1470650" y="1244709"/>
                  </a:lnTo>
                  <a:lnTo>
                    <a:pt x="1478128" y="1241850"/>
                  </a:lnTo>
                  <a:lnTo>
                    <a:pt x="1478997" y="1241517"/>
                  </a:lnTo>
                  <a:lnTo>
                    <a:pt x="1484214" y="1239521"/>
                  </a:lnTo>
                  <a:lnTo>
                    <a:pt x="1492561" y="1236324"/>
                  </a:lnTo>
                  <a:lnTo>
                    <a:pt x="1501604" y="1232858"/>
                  </a:lnTo>
                  <a:lnTo>
                    <a:pt x="1529254" y="1222239"/>
                  </a:lnTo>
                  <a:lnTo>
                    <a:pt x="1535166" y="1219964"/>
                  </a:lnTo>
                  <a:lnTo>
                    <a:pt x="1538992" y="1218491"/>
                  </a:lnTo>
                  <a:lnTo>
                    <a:pt x="1542644" y="1217084"/>
                  </a:lnTo>
                  <a:lnTo>
                    <a:pt x="1543513" y="1216749"/>
                  </a:lnTo>
                  <a:lnTo>
                    <a:pt x="1565077" y="1208432"/>
                  </a:lnTo>
                  <a:lnTo>
                    <a:pt x="1570120" y="1206484"/>
                  </a:lnTo>
                  <a:lnTo>
                    <a:pt x="1572728" y="1205476"/>
                  </a:lnTo>
                  <a:lnTo>
                    <a:pt x="1606638" y="1192344"/>
                  </a:lnTo>
                  <a:lnTo>
                    <a:pt x="1609420" y="1191265"/>
                  </a:lnTo>
                  <a:lnTo>
                    <a:pt x="1618637" y="1187686"/>
                  </a:lnTo>
                  <a:lnTo>
                    <a:pt x="1627506" y="1184239"/>
                  </a:lnTo>
                  <a:lnTo>
                    <a:pt x="1627854" y="1184103"/>
                  </a:lnTo>
                  <a:lnTo>
                    <a:pt x="1634983" y="1181329"/>
                  </a:lnTo>
                  <a:lnTo>
                    <a:pt x="1644548" y="1177605"/>
                  </a:lnTo>
                  <a:lnTo>
                    <a:pt x="1652025" y="1174690"/>
                  </a:lnTo>
                  <a:lnTo>
                    <a:pt x="1652895" y="1174351"/>
                  </a:lnTo>
                  <a:lnTo>
                    <a:pt x="1658112" y="1172316"/>
                  </a:lnTo>
                  <a:lnTo>
                    <a:pt x="1666459" y="1169057"/>
                  </a:lnTo>
                  <a:lnTo>
                    <a:pt x="1675501" y="1165523"/>
                  </a:lnTo>
                  <a:lnTo>
                    <a:pt x="1680544" y="1163550"/>
                  </a:lnTo>
                  <a:lnTo>
                    <a:pt x="1703151" y="1154694"/>
                  </a:lnTo>
                  <a:lnTo>
                    <a:pt x="1709064" y="1152374"/>
                  </a:lnTo>
                  <a:lnTo>
                    <a:pt x="1712889" y="1150872"/>
                  </a:lnTo>
                  <a:lnTo>
                    <a:pt x="1716541" y="1149438"/>
                  </a:lnTo>
                  <a:lnTo>
                    <a:pt x="1717411" y="1149096"/>
                  </a:lnTo>
                  <a:lnTo>
                    <a:pt x="1738974" y="1140614"/>
                  </a:lnTo>
                  <a:lnTo>
                    <a:pt x="1744017" y="1138627"/>
                  </a:lnTo>
                  <a:lnTo>
                    <a:pt x="1746625" y="1137599"/>
                  </a:lnTo>
                  <a:lnTo>
                    <a:pt x="1780535" y="1124205"/>
                  </a:lnTo>
                  <a:lnTo>
                    <a:pt x="1783318" y="1123104"/>
                  </a:lnTo>
                  <a:lnTo>
                    <a:pt x="1792534" y="1119453"/>
                  </a:lnTo>
                  <a:lnTo>
                    <a:pt x="1801403" y="1115937"/>
                  </a:lnTo>
                  <a:lnTo>
                    <a:pt x="1801751" y="1115799"/>
                  </a:lnTo>
                  <a:lnTo>
                    <a:pt x="1808881" y="1112969"/>
                  </a:lnTo>
                  <a:lnTo>
                    <a:pt x="1818445" y="1109170"/>
                  </a:lnTo>
                  <a:lnTo>
                    <a:pt x="1825923" y="1106196"/>
                  </a:lnTo>
                  <a:lnTo>
                    <a:pt x="1826792" y="1105850"/>
                  </a:lnTo>
                  <a:lnTo>
                    <a:pt x="1832009" y="1103774"/>
                  </a:lnTo>
                  <a:lnTo>
                    <a:pt x="1840356" y="1100450"/>
                  </a:lnTo>
                  <a:lnTo>
                    <a:pt x="1849399" y="1096844"/>
                  </a:lnTo>
                  <a:lnTo>
                    <a:pt x="1854442" y="1094832"/>
                  </a:lnTo>
                  <a:lnTo>
                    <a:pt x="1877049" y="1085798"/>
                  </a:lnTo>
                  <a:lnTo>
                    <a:pt x="1882961" y="1083431"/>
                  </a:lnTo>
                  <a:lnTo>
                    <a:pt x="1886787" y="1081899"/>
                  </a:lnTo>
                  <a:lnTo>
                    <a:pt x="1890439" y="1080436"/>
                  </a:lnTo>
                  <a:lnTo>
                    <a:pt x="1912871" y="1071434"/>
                  </a:lnTo>
                  <a:lnTo>
                    <a:pt x="1917914" y="1069407"/>
                  </a:lnTo>
                  <a:lnTo>
                    <a:pt x="1920523" y="1068358"/>
                  </a:lnTo>
                  <a:lnTo>
                    <a:pt x="1954433" y="1054696"/>
                  </a:lnTo>
                  <a:lnTo>
                    <a:pt x="1957215" y="1053573"/>
                  </a:lnTo>
                  <a:lnTo>
                    <a:pt x="1966432" y="1049849"/>
                  </a:lnTo>
                  <a:lnTo>
                    <a:pt x="1975301" y="1046262"/>
                  </a:lnTo>
                  <a:lnTo>
                    <a:pt x="1975648" y="1046121"/>
                  </a:lnTo>
                  <a:lnTo>
                    <a:pt x="1982778" y="1043235"/>
                  </a:lnTo>
                  <a:lnTo>
                    <a:pt x="1992343" y="1039360"/>
                  </a:lnTo>
                  <a:lnTo>
                    <a:pt x="1999820" y="1036327"/>
                  </a:lnTo>
                  <a:lnTo>
                    <a:pt x="2000690" y="1035975"/>
                  </a:lnTo>
                  <a:lnTo>
                    <a:pt x="2005907" y="1033857"/>
                  </a:lnTo>
                  <a:lnTo>
                    <a:pt x="2014254" y="1030467"/>
                  </a:lnTo>
                  <a:lnTo>
                    <a:pt x="2023296" y="1026790"/>
                  </a:lnTo>
                  <a:lnTo>
                    <a:pt x="2028339" y="1024738"/>
                  </a:lnTo>
                  <a:lnTo>
                    <a:pt x="2050946" y="1015525"/>
                  </a:lnTo>
                  <a:lnTo>
                    <a:pt x="2056859" y="1013112"/>
                  </a:lnTo>
                  <a:lnTo>
                    <a:pt x="2060684" y="1011550"/>
                  </a:lnTo>
                  <a:lnTo>
                    <a:pt x="2064336" y="1010058"/>
                  </a:lnTo>
                  <a:lnTo>
                    <a:pt x="2065206" y="1009702"/>
                  </a:lnTo>
                  <a:lnTo>
                    <a:pt x="2086769" y="1000880"/>
                  </a:lnTo>
                  <a:lnTo>
                    <a:pt x="2091812" y="998814"/>
                  </a:lnTo>
                  <a:lnTo>
                    <a:pt x="2094420" y="997744"/>
                  </a:lnTo>
                  <a:lnTo>
                    <a:pt x="2128330" y="983817"/>
                  </a:lnTo>
                  <a:lnTo>
                    <a:pt x="2131113" y="982672"/>
                  </a:lnTo>
                  <a:lnTo>
                    <a:pt x="2140329" y="978877"/>
                  </a:lnTo>
                  <a:lnTo>
                    <a:pt x="2149198" y="975222"/>
                  </a:lnTo>
                  <a:lnTo>
                    <a:pt x="2149546" y="975079"/>
                  </a:lnTo>
                  <a:lnTo>
                    <a:pt x="2156676" y="972137"/>
                  </a:lnTo>
                  <a:lnTo>
                    <a:pt x="2166240" y="968188"/>
                  </a:lnTo>
                  <a:lnTo>
                    <a:pt x="2173718" y="965098"/>
                  </a:lnTo>
                  <a:lnTo>
                    <a:pt x="2174587" y="964739"/>
                  </a:lnTo>
                  <a:lnTo>
                    <a:pt x="2179804" y="962581"/>
                  </a:lnTo>
                  <a:lnTo>
                    <a:pt x="2188151" y="959127"/>
                  </a:lnTo>
                  <a:lnTo>
                    <a:pt x="2197194" y="955381"/>
                  </a:lnTo>
                  <a:lnTo>
                    <a:pt x="2202237" y="953291"/>
                  </a:lnTo>
                  <a:lnTo>
                    <a:pt x="2224843" y="943907"/>
                  </a:lnTo>
                  <a:lnTo>
                    <a:pt x="2230756" y="941449"/>
                  </a:lnTo>
                  <a:lnTo>
                    <a:pt x="2234582" y="939858"/>
                  </a:lnTo>
                  <a:lnTo>
                    <a:pt x="2238234" y="938339"/>
                  </a:lnTo>
                  <a:lnTo>
                    <a:pt x="2239103" y="937977"/>
                  </a:lnTo>
                  <a:lnTo>
                    <a:pt x="2260666" y="928993"/>
                  </a:lnTo>
                  <a:lnTo>
                    <a:pt x="2265709" y="926889"/>
                  </a:lnTo>
                  <a:lnTo>
                    <a:pt x="2268318" y="925801"/>
                  </a:lnTo>
                  <a:lnTo>
                    <a:pt x="2302228" y="911624"/>
                  </a:lnTo>
                  <a:lnTo>
                    <a:pt x="2305010" y="910459"/>
                  </a:lnTo>
                  <a:lnTo>
                    <a:pt x="2314227" y="906597"/>
                  </a:lnTo>
                  <a:lnTo>
                    <a:pt x="2323095" y="902877"/>
                  </a:lnTo>
                  <a:lnTo>
                    <a:pt x="2323443" y="902731"/>
                  </a:lnTo>
                  <a:lnTo>
                    <a:pt x="2330573" y="899738"/>
                  </a:lnTo>
                  <a:lnTo>
                    <a:pt x="2340137" y="895721"/>
                  </a:lnTo>
                  <a:lnTo>
                    <a:pt x="2348485" y="892211"/>
                  </a:lnTo>
                  <a:lnTo>
                    <a:pt x="2353701" y="890017"/>
                  </a:lnTo>
                  <a:lnTo>
                    <a:pt x="2362049" y="886503"/>
                  </a:lnTo>
                  <a:lnTo>
                    <a:pt x="2371091" y="882693"/>
                  </a:lnTo>
                  <a:lnTo>
                    <a:pt x="2376134" y="880567"/>
                  </a:lnTo>
                  <a:lnTo>
                    <a:pt x="2398741" y="871025"/>
                  </a:lnTo>
                  <a:lnTo>
                    <a:pt x="2404653" y="868526"/>
                  </a:lnTo>
                  <a:lnTo>
                    <a:pt x="2408479" y="866908"/>
                  </a:lnTo>
                  <a:lnTo>
                    <a:pt x="2412131" y="865364"/>
                  </a:lnTo>
                  <a:lnTo>
                    <a:pt x="2413000" y="864996"/>
                  </a:lnTo>
                  <a:lnTo>
                    <a:pt x="2434564" y="855864"/>
                  </a:lnTo>
                  <a:lnTo>
                    <a:pt x="2439607" y="853726"/>
                  </a:lnTo>
                  <a:lnTo>
                    <a:pt x="2442215" y="852620"/>
                  </a:lnTo>
                  <a:lnTo>
                    <a:pt x="2476125" y="838215"/>
                  </a:lnTo>
                  <a:lnTo>
                    <a:pt x="2478908" y="837032"/>
                  </a:lnTo>
                  <a:lnTo>
                    <a:pt x="2488124" y="833109"/>
                  </a:lnTo>
                  <a:lnTo>
                    <a:pt x="2496993" y="829331"/>
                  </a:lnTo>
                  <a:lnTo>
                    <a:pt x="2497341" y="829182"/>
                  </a:lnTo>
                  <a:lnTo>
                    <a:pt x="2504471" y="826143"/>
                  </a:lnTo>
                  <a:lnTo>
                    <a:pt x="2514035" y="822063"/>
                  </a:lnTo>
                  <a:lnTo>
                    <a:pt x="2521512" y="818871"/>
                  </a:lnTo>
                  <a:lnTo>
                    <a:pt x="2522382" y="818500"/>
                  </a:lnTo>
                  <a:lnTo>
                    <a:pt x="2527599" y="816272"/>
                  </a:lnTo>
                  <a:lnTo>
                    <a:pt x="2535946" y="812704"/>
                  </a:lnTo>
                  <a:lnTo>
                    <a:pt x="2544989" y="808837"/>
                  </a:lnTo>
                  <a:lnTo>
                    <a:pt x="2550032" y="806679"/>
                  </a:lnTo>
                  <a:lnTo>
                    <a:pt x="2572638" y="796995"/>
                  </a:lnTo>
                  <a:lnTo>
                    <a:pt x="2582377" y="792818"/>
                  </a:lnTo>
                  <a:lnTo>
                    <a:pt x="2586028" y="791251"/>
                  </a:lnTo>
                  <a:lnTo>
                    <a:pt x="2586898" y="790878"/>
                  </a:lnTo>
                  <a:lnTo>
                    <a:pt x="2608461" y="781615"/>
                  </a:lnTo>
                  <a:lnTo>
                    <a:pt x="2613504" y="779446"/>
                  </a:lnTo>
                  <a:lnTo>
                    <a:pt x="2616113" y="778324"/>
                  </a:lnTo>
                  <a:lnTo>
                    <a:pt x="2650023" y="763718"/>
                  </a:lnTo>
                  <a:lnTo>
                    <a:pt x="2652805" y="762518"/>
                  </a:lnTo>
                  <a:lnTo>
                    <a:pt x="2662022" y="758541"/>
                  </a:lnTo>
                  <a:lnTo>
                    <a:pt x="2670890" y="754712"/>
                  </a:lnTo>
                  <a:lnTo>
                    <a:pt x="2671238" y="754562"/>
                  </a:lnTo>
                  <a:lnTo>
                    <a:pt x="2678368" y="751482"/>
                  </a:lnTo>
                  <a:lnTo>
                    <a:pt x="2687932" y="747347"/>
                  </a:lnTo>
                  <a:lnTo>
                    <a:pt x="2695410" y="744113"/>
                  </a:lnTo>
                  <a:lnTo>
                    <a:pt x="2696279" y="743736"/>
                  </a:lnTo>
                  <a:lnTo>
                    <a:pt x="2701496" y="741479"/>
                  </a:lnTo>
                  <a:lnTo>
                    <a:pt x="2709843" y="737865"/>
                  </a:lnTo>
                  <a:lnTo>
                    <a:pt x="2718886" y="733947"/>
                  </a:lnTo>
                  <a:lnTo>
                    <a:pt x="2723929" y="731761"/>
                  </a:lnTo>
                  <a:lnTo>
                    <a:pt x="2746536" y="721954"/>
                  </a:lnTo>
                  <a:lnTo>
                    <a:pt x="2752448" y="719386"/>
                  </a:lnTo>
                  <a:lnTo>
                    <a:pt x="2756274" y="717724"/>
                  </a:lnTo>
                  <a:lnTo>
                    <a:pt x="2759926" y="716138"/>
                  </a:lnTo>
                  <a:lnTo>
                    <a:pt x="2760795" y="715760"/>
                  </a:lnTo>
                  <a:lnTo>
                    <a:pt x="2782359" y="706382"/>
                  </a:lnTo>
                  <a:lnTo>
                    <a:pt x="2787402" y="704187"/>
                  </a:lnTo>
                  <a:lnTo>
                    <a:pt x="2790010" y="703051"/>
                  </a:lnTo>
                  <a:lnTo>
                    <a:pt x="2823920" y="688271"/>
                  </a:lnTo>
                  <a:lnTo>
                    <a:pt x="2826703" y="687057"/>
                  </a:lnTo>
                  <a:lnTo>
                    <a:pt x="2835919" y="683034"/>
                  </a:lnTo>
                  <a:lnTo>
                    <a:pt x="2844788" y="679160"/>
                  </a:lnTo>
                  <a:lnTo>
                    <a:pt x="2845136" y="679008"/>
                  </a:lnTo>
                  <a:lnTo>
                    <a:pt x="2852265" y="675893"/>
                  </a:lnTo>
                  <a:lnTo>
                    <a:pt x="2861830" y="671711"/>
                  </a:lnTo>
                  <a:lnTo>
                    <a:pt x="2869307" y="668440"/>
                  </a:lnTo>
                  <a:lnTo>
                    <a:pt x="2870177" y="668060"/>
                  </a:lnTo>
                  <a:lnTo>
                    <a:pt x="2875394" y="665777"/>
                  </a:lnTo>
                  <a:lnTo>
                    <a:pt x="2883741" y="662123"/>
                  </a:lnTo>
                  <a:lnTo>
                    <a:pt x="2892784" y="658162"/>
                  </a:lnTo>
                  <a:lnTo>
                    <a:pt x="2897827" y="655952"/>
                  </a:lnTo>
                  <a:lnTo>
                    <a:pt x="2920433" y="646038"/>
                  </a:lnTo>
                  <a:lnTo>
                    <a:pt x="2926346" y="643444"/>
                  </a:lnTo>
                  <a:lnTo>
                    <a:pt x="2930171" y="641764"/>
                  </a:lnTo>
                  <a:lnTo>
                    <a:pt x="2933823" y="640161"/>
                  </a:lnTo>
                  <a:lnTo>
                    <a:pt x="2934693" y="639779"/>
                  </a:lnTo>
                  <a:lnTo>
                    <a:pt x="2956256" y="630304"/>
                  </a:lnTo>
                  <a:lnTo>
                    <a:pt x="2961299" y="628086"/>
                  </a:lnTo>
                  <a:lnTo>
                    <a:pt x="2963908" y="626939"/>
                  </a:lnTo>
                  <a:lnTo>
                    <a:pt x="2997818" y="612010"/>
                  </a:lnTo>
                  <a:lnTo>
                    <a:pt x="3000600" y="610784"/>
                  </a:lnTo>
                  <a:lnTo>
                    <a:pt x="3009817" y="606721"/>
                  </a:lnTo>
                  <a:lnTo>
                    <a:pt x="3018685" y="602810"/>
                  </a:lnTo>
                  <a:lnTo>
                    <a:pt x="3019033" y="602657"/>
                  </a:lnTo>
                  <a:lnTo>
                    <a:pt x="3026163" y="599511"/>
                  </a:lnTo>
                  <a:lnTo>
                    <a:pt x="3035727" y="595289"/>
                  </a:lnTo>
                  <a:lnTo>
                    <a:pt x="3043205" y="591988"/>
                  </a:lnTo>
                  <a:lnTo>
                    <a:pt x="3044074" y="591604"/>
                  </a:lnTo>
                  <a:lnTo>
                    <a:pt x="3049291" y="589299"/>
                  </a:lnTo>
                  <a:lnTo>
                    <a:pt x="3057638" y="585611"/>
                  </a:lnTo>
                  <a:lnTo>
                    <a:pt x="3066681" y="581613"/>
                  </a:lnTo>
                  <a:lnTo>
                    <a:pt x="3071724" y="579383"/>
                  </a:lnTo>
                  <a:lnTo>
                    <a:pt x="3094331" y="569380"/>
                  </a:lnTo>
                  <a:lnTo>
                    <a:pt x="3100243" y="566762"/>
                  </a:lnTo>
                  <a:lnTo>
                    <a:pt x="3104069" y="565068"/>
                  </a:lnTo>
                  <a:lnTo>
                    <a:pt x="3108590" y="563065"/>
                  </a:lnTo>
                  <a:lnTo>
                    <a:pt x="3130154" y="553507"/>
                  </a:lnTo>
                  <a:lnTo>
                    <a:pt x="3135197" y="551270"/>
                  </a:lnTo>
                  <a:lnTo>
                    <a:pt x="3137805" y="550113"/>
                  </a:lnTo>
                  <a:lnTo>
                    <a:pt x="3171715" y="535059"/>
                  </a:lnTo>
                  <a:lnTo>
                    <a:pt x="3174497" y="533823"/>
                  </a:lnTo>
                  <a:lnTo>
                    <a:pt x="3183714" y="529727"/>
                  </a:lnTo>
                  <a:lnTo>
                    <a:pt x="3192583" y="525784"/>
                  </a:lnTo>
                  <a:lnTo>
                    <a:pt x="3192931" y="525630"/>
                  </a:lnTo>
                  <a:lnTo>
                    <a:pt x="3200060" y="522459"/>
                  </a:lnTo>
                  <a:lnTo>
                    <a:pt x="3209625" y="518204"/>
                  </a:lnTo>
                  <a:lnTo>
                    <a:pt x="3217102" y="514876"/>
                  </a:lnTo>
                  <a:lnTo>
                    <a:pt x="3217972" y="514489"/>
                  </a:lnTo>
                  <a:lnTo>
                    <a:pt x="3223189" y="512166"/>
                  </a:lnTo>
                  <a:lnTo>
                    <a:pt x="3231536" y="508449"/>
                  </a:lnTo>
                  <a:lnTo>
                    <a:pt x="3240578" y="504421"/>
                  </a:lnTo>
                  <a:lnTo>
                    <a:pt x="3245621" y="502174"/>
                  </a:lnTo>
                  <a:lnTo>
                    <a:pt x="3268228" y="492096"/>
                  </a:lnTo>
                  <a:lnTo>
                    <a:pt x="3274141" y="489458"/>
                  </a:lnTo>
                  <a:lnTo>
                    <a:pt x="3277966" y="487751"/>
                  </a:lnTo>
                  <a:lnTo>
                    <a:pt x="3281618" y="486122"/>
                  </a:lnTo>
                  <a:lnTo>
                    <a:pt x="3282488" y="485734"/>
                  </a:lnTo>
                  <a:lnTo>
                    <a:pt x="3304051" y="476107"/>
                  </a:lnTo>
                  <a:lnTo>
                    <a:pt x="3309094" y="473854"/>
                  </a:lnTo>
                  <a:lnTo>
                    <a:pt x="3311702" y="472689"/>
                  </a:lnTo>
                  <a:lnTo>
                    <a:pt x="3345612" y="457530"/>
                  </a:lnTo>
                  <a:lnTo>
                    <a:pt x="3348395" y="456285"/>
                  </a:lnTo>
                  <a:lnTo>
                    <a:pt x="3357611" y="452161"/>
                  </a:lnTo>
                  <a:lnTo>
                    <a:pt x="3366480" y="448192"/>
                  </a:lnTo>
                  <a:lnTo>
                    <a:pt x="3366828" y="448036"/>
                  </a:lnTo>
                  <a:lnTo>
                    <a:pt x="3373958" y="444844"/>
                  </a:lnTo>
                  <a:lnTo>
                    <a:pt x="3383522" y="440561"/>
                  </a:lnTo>
                  <a:lnTo>
                    <a:pt x="3391000" y="437211"/>
                  </a:lnTo>
                  <a:lnTo>
                    <a:pt x="3391869" y="436821"/>
                  </a:lnTo>
                  <a:lnTo>
                    <a:pt x="3397086" y="434484"/>
                  </a:lnTo>
                  <a:lnTo>
                    <a:pt x="3405433" y="430743"/>
                  </a:lnTo>
                  <a:lnTo>
                    <a:pt x="3414476" y="426689"/>
                  </a:lnTo>
                  <a:lnTo>
                    <a:pt x="3419519" y="424428"/>
                  </a:lnTo>
                  <a:lnTo>
                    <a:pt x="3442126" y="414286"/>
                  </a:lnTo>
                  <a:lnTo>
                    <a:pt x="3448038" y="411632"/>
                  </a:lnTo>
                  <a:lnTo>
                    <a:pt x="3451864" y="409915"/>
                  </a:lnTo>
                  <a:lnTo>
                    <a:pt x="3455516" y="408275"/>
                  </a:lnTo>
                  <a:lnTo>
                    <a:pt x="3456385" y="407885"/>
                  </a:lnTo>
                  <a:lnTo>
                    <a:pt x="3477948" y="398200"/>
                  </a:lnTo>
                  <a:lnTo>
                    <a:pt x="3482991" y="395934"/>
                  </a:lnTo>
                  <a:lnTo>
                    <a:pt x="3485600" y="394762"/>
                  </a:lnTo>
                  <a:lnTo>
                    <a:pt x="3519510" y="379514"/>
                  </a:lnTo>
                  <a:lnTo>
                    <a:pt x="3522292" y="378263"/>
                  </a:lnTo>
                  <a:lnTo>
                    <a:pt x="3531509" y="374115"/>
                  </a:lnTo>
                  <a:lnTo>
                    <a:pt x="3540378" y="370124"/>
                  </a:lnTo>
                  <a:lnTo>
                    <a:pt x="3540725" y="369967"/>
                  </a:lnTo>
                  <a:lnTo>
                    <a:pt x="3547855" y="366757"/>
                  </a:lnTo>
                  <a:lnTo>
                    <a:pt x="3557420" y="362451"/>
                  </a:lnTo>
                  <a:lnTo>
                    <a:pt x="3564897" y="359083"/>
                  </a:lnTo>
                  <a:lnTo>
                    <a:pt x="3565767" y="358691"/>
                  </a:lnTo>
                  <a:lnTo>
                    <a:pt x="3570984" y="356341"/>
                  </a:lnTo>
                  <a:lnTo>
                    <a:pt x="3579331" y="352580"/>
                  </a:lnTo>
                  <a:lnTo>
                    <a:pt x="3588373" y="348504"/>
                  </a:lnTo>
                  <a:lnTo>
                    <a:pt x="3593416" y="346231"/>
                  </a:lnTo>
                  <a:lnTo>
                    <a:pt x="3616023" y="336036"/>
                  </a:lnTo>
                  <a:lnTo>
                    <a:pt x="3621936" y="333369"/>
                  </a:lnTo>
                  <a:lnTo>
                    <a:pt x="3625761" y="331642"/>
                  </a:lnTo>
                  <a:lnTo>
                    <a:pt x="3629413" y="329995"/>
                  </a:lnTo>
                  <a:lnTo>
                    <a:pt x="3630283" y="329602"/>
                  </a:lnTo>
                  <a:lnTo>
                    <a:pt x="3651846" y="319869"/>
                  </a:lnTo>
                  <a:lnTo>
                    <a:pt x="3656889" y="317591"/>
                  </a:lnTo>
                  <a:lnTo>
                    <a:pt x="3659497" y="316413"/>
                  </a:lnTo>
                  <a:lnTo>
                    <a:pt x="3693407" y="301092"/>
                  </a:lnTo>
                  <a:lnTo>
                    <a:pt x="3696190" y="299835"/>
                  </a:lnTo>
                  <a:lnTo>
                    <a:pt x="3705406" y="295668"/>
                  </a:lnTo>
                  <a:lnTo>
                    <a:pt x="3714623" y="291500"/>
                  </a:lnTo>
                  <a:lnTo>
                    <a:pt x="3721753" y="288276"/>
                  </a:lnTo>
                  <a:lnTo>
                    <a:pt x="3731317" y="283949"/>
                  </a:lnTo>
                  <a:lnTo>
                    <a:pt x="3738795" y="280566"/>
                  </a:lnTo>
                  <a:lnTo>
                    <a:pt x="3739664" y="280172"/>
                  </a:lnTo>
                  <a:lnTo>
                    <a:pt x="3744881" y="277811"/>
                  </a:lnTo>
                  <a:lnTo>
                    <a:pt x="3753228" y="274033"/>
                  </a:lnTo>
                  <a:lnTo>
                    <a:pt x="3762271" y="269940"/>
                  </a:lnTo>
                  <a:lnTo>
                    <a:pt x="3767314" y="267656"/>
                  </a:lnTo>
                  <a:lnTo>
                    <a:pt x="3789920" y="257417"/>
                  </a:lnTo>
                  <a:lnTo>
                    <a:pt x="3795833" y="254738"/>
                  </a:lnTo>
                  <a:lnTo>
                    <a:pt x="3799659" y="253005"/>
                  </a:lnTo>
                  <a:lnTo>
                    <a:pt x="3803311" y="251350"/>
                  </a:lnTo>
                  <a:lnTo>
                    <a:pt x="3804180" y="250956"/>
                  </a:lnTo>
                  <a:lnTo>
                    <a:pt x="3825743" y="241181"/>
                  </a:lnTo>
                  <a:lnTo>
                    <a:pt x="3830786" y="238895"/>
                  </a:lnTo>
                  <a:lnTo>
                    <a:pt x="3833395" y="237712"/>
                  </a:lnTo>
                  <a:lnTo>
                    <a:pt x="3867305" y="222329"/>
                  </a:lnTo>
                  <a:lnTo>
                    <a:pt x="3870087" y="221066"/>
                  </a:lnTo>
                  <a:lnTo>
                    <a:pt x="3879304" y="216883"/>
                  </a:lnTo>
                  <a:lnTo>
                    <a:pt x="3888173" y="212857"/>
                  </a:lnTo>
                  <a:lnTo>
                    <a:pt x="3888520" y="212699"/>
                  </a:lnTo>
                  <a:lnTo>
                    <a:pt x="3895650" y="209462"/>
                  </a:lnTo>
                  <a:lnTo>
                    <a:pt x="3905214" y="205119"/>
                  </a:lnTo>
                  <a:lnTo>
                    <a:pt x="3912692" y="201722"/>
                  </a:lnTo>
                  <a:lnTo>
                    <a:pt x="3913562" y="201327"/>
                  </a:lnTo>
                  <a:lnTo>
                    <a:pt x="3918778" y="198958"/>
                  </a:lnTo>
                  <a:lnTo>
                    <a:pt x="3927126" y="195165"/>
                  </a:lnTo>
                  <a:lnTo>
                    <a:pt x="3936168" y="191056"/>
                  </a:lnTo>
                  <a:lnTo>
                    <a:pt x="3941211" y="188765"/>
                  </a:lnTo>
                  <a:lnTo>
                    <a:pt x="3963818" y="178488"/>
                  </a:lnTo>
                  <a:lnTo>
                    <a:pt x="3969730" y="175800"/>
                  </a:lnTo>
                  <a:lnTo>
                    <a:pt x="3973556" y="174060"/>
                  </a:lnTo>
                  <a:lnTo>
                    <a:pt x="3977208" y="172399"/>
                  </a:lnTo>
                  <a:lnTo>
                    <a:pt x="3978077" y="172004"/>
                  </a:lnTo>
                  <a:lnTo>
                    <a:pt x="4004684" y="159900"/>
                  </a:lnTo>
                  <a:lnTo>
                    <a:pt x="4007292" y="158713"/>
                  </a:lnTo>
                  <a:lnTo>
                    <a:pt x="4041202" y="143278"/>
                  </a:lnTo>
                  <a:lnTo>
                    <a:pt x="4043985" y="142011"/>
                  </a:lnTo>
                  <a:lnTo>
                    <a:pt x="4053201" y="137814"/>
                  </a:lnTo>
                  <a:lnTo>
                    <a:pt x="4062070" y="133775"/>
                  </a:lnTo>
                  <a:lnTo>
                    <a:pt x="4062418" y="133616"/>
                  </a:lnTo>
                  <a:lnTo>
                    <a:pt x="4086590" y="122604"/>
                  </a:lnTo>
                  <a:lnTo>
                    <a:pt x="4092676" y="119830"/>
                  </a:lnTo>
                  <a:lnTo>
                    <a:pt x="4101023" y="116026"/>
                  </a:lnTo>
                  <a:lnTo>
                    <a:pt x="4110066" y="111904"/>
                  </a:lnTo>
                  <a:lnTo>
                    <a:pt x="4151975" y="92793"/>
                  </a:lnTo>
                  <a:lnTo>
                    <a:pt x="4181190" y="79463"/>
                  </a:lnTo>
                  <a:lnTo>
                    <a:pt x="4261356" y="42855"/>
                  </a:lnTo>
                  <a:lnTo>
                    <a:pt x="4355087" y="0"/>
                  </a:lnTo>
                  <a:lnTo>
                    <a:pt x="4355087" y="388081"/>
                  </a:lnTo>
                  <a:lnTo>
                    <a:pt x="4261356" y="420153"/>
                  </a:lnTo>
                  <a:lnTo>
                    <a:pt x="4181190" y="447629"/>
                  </a:lnTo>
                  <a:lnTo>
                    <a:pt x="4151975" y="457653"/>
                  </a:lnTo>
                  <a:lnTo>
                    <a:pt x="4110066" y="472044"/>
                  </a:lnTo>
                  <a:lnTo>
                    <a:pt x="4101023" y="475151"/>
                  </a:lnTo>
                  <a:lnTo>
                    <a:pt x="4092676" y="478019"/>
                  </a:lnTo>
                  <a:lnTo>
                    <a:pt x="4086590" y="480111"/>
                  </a:lnTo>
                  <a:lnTo>
                    <a:pt x="4062418" y="488421"/>
                  </a:lnTo>
                  <a:lnTo>
                    <a:pt x="4062070" y="488541"/>
                  </a:lnTo>
                  <a:lnTo>
                    <a:pt x="4053201" y="491591"/>
                  </a:lnTo>
                  <a:lnTo>
                    <a:pt x="4043985" y="494762"/>
                  </a:lnTo>
                  <a:lnTo>
                    <a:pt x="4041202" y="495719"/>
                  </a:lnTo>
                  <a:lnTo>
                    <a:pt x="4007292" y="507391"/>
                  </a:lnTo>
                  <a:lnTo>
                    <a:pt x="4004684" y="508290"/>
                  </a:lnTo>
                  <a:lnTo>
                    <a:pt x="3978077" y="517455"/>
                  </a:lnTo>
                  <a:lnTo>
                    <a:pt x="3977208" y="517755"/>
                  </a:lnTo>
                  <a:lnTo>
                    <a:pt x="3973556" y="519013"/>
                  </a:lnTo>
                  <a:lnTo>
                    <a:pt x="3969730" y="520332"/>
                  </a:lnTo>
                  <a:lnTo>
                    <a:pt x="3963818" y="522370"/>
                  </a:lnTo>
                  <a:lnTo>
                    <a:pt x="3941211" y="530165"/>
                  </a:lnTo>
                  <a:lnTo>
                    <a:pt x="3936168" y="531904"/>
                  </a:lnTo>
                  <a:lnTo>
                    <a:pt x="3927126" y="535024"/>
                  </a:lnTo>
                  <a:lnTo>
                    <a:pt x="3918778" y="537904"/>
                  </a:lnTo>
                  <a:lnTo>
                    <a:pt x="3913562" y="539705"/>
                  </a:lnTo>
                  <a:lnTo>
                    <a:pt x="3912692" y="540005"/>
                  </a:lnTo>
                  <a:lnTo>
                    <a:pt x="3905214" y="542586"/>
                  </a:lnTo>
                  <a:lnTo>
                    <a:pt x="3895650" y="545888"/>
                  </a:lnTo>
                  <a:lnTo>
                    <a:pt x="3888520" y="548351"/>
                  </a:lnTo>
                  <a:lnTo>
                    <a:pt x="3888173" y="548471"/>
                  </a:lnTo>
                  <a:lnTo>
                    <a:pt x="3879304" y="551534"/>
                  </a:lnTo>
                  <a:lnTo>
                    <a:pt x="3870087" y="554719"/>
                  </a:lnTo>
                  <a:lnTo>
                    <a:pt x="3867305" y="555680"/>
                  </a:lnTo>
                  <a:lnTo>
                    <a:pt x="3833395" y="567405"/>
                  </a:lnTo>
                  <a:lnTo>
                    <a:pt x="3830786" y="568307"/>
                  </a:lnTo>
                  <a:lnTo>
                    <a:pt x="3825743" y="570052"/>
                  </a:lnTo>
                  <a:lnTo>
                    <a:pt x="3804180" y="577515"/>
                  </a:lnTo>
                  <a:lnTo>
                    <a:pt x="3803311" y="577816"/>
                  </a:lnTo>
                  <a:lnTo>
                    <a:pt x="3799659" y="579080"/>
                  </a:lnTo>
                  <a:lnTo>
                    <a:pt x="3795833" y="580405"/>
                  </a:lnTo>
                  <a:lnTo>
                    <a:pt x="3789920" y="582453"/>
                  </a:lnTo>
                  <a:lnTo>
                    <a:pt x="3767314" y="590285"/>
                  </a:lnTo>
                  <a:lnTo>
                    <a:pt x="3762271" y="592033"/>
                  </a:lnTo>
                  <a:lnTo>
                    <a:pt x="3753228" y="595168"/>
                  </a:lnTo>
                  <a:lnTo>
                    <a:pt x="3744881" y="598063"/>
                  </a:lnTo>
                  <a:lnTo>
                    <a:pt x="3739664" y="599872"/>
                  </a:lnTo>
                  <a:lnTo>
                    <a:pt x="3738795" y="600174"/>
                  </a:lnTo>
                  <a:lnTo>
                    <a:pt x="3731317" y="602768"/>
                  </a:lnTo>
                  <a:lnTo>
                    <a:pt x="3721753" y="606087"/>
                  </a:lnTo>
                  <a:lnTo>
                    <a:pt x="3714623" y="608562"/>
                  </a:lnTo>
                  <a:lnTo>
                    <a:pt x="3705406" y="611762"/>
                  </a:lnTo>
                  <a:lnTo>
                    <a:pt x="3696190" y="614963"/>
                  </a:lnTo>
                  <a:lnTo>
                    <a:pt x="3693407" y="615929"/>
                  </a:lnTo>
                  <a:lnTo>
                    <a:pt x="3659497" y="627716"/>
                  </a:lnTo>
                  <a:lnTo>
                    <a:pt x="3656889" y="628623"/>
                  </a:lnTo>
                  <a:lnTo>
                    <a:pt x="3651846" y="630377"/>
                  </a:lnTo>
                  <a:lnTo>
                    <a:pt x="3630283" y="637881"/>
                  </a:lnTo>
                  <a:lnTo>
                    <a:pt x="3629413" y="638184"/>
                  </a:lnTo>
                  <a:lnTo>
                    <a:pt x="3625761" y="639455"/>
                  </a:lnTo>
                  <a:lnTo>
                    <a:pt x="3621936" y="640787"/>
                  </a:lnTo>
                  <a:lnTo>
                    <a:pt x="3616023" y="642846"/>
                  </a:lnTo>
                  <a:lnTo>
                    <a:pt x="3593416" y="650723"/>
                  </a:lnTo>
                  <a:lnTo>
                    <a:pt x="3588373" y="652481"/>
                  </a:lnTo>
                  <a:lnTo>
                    <a:pt x="3579331" y="655634"/>
                  </a:lnTo>
                  <a:lnTo>
                    <a:pt x="3570984" y="658546"/>
                  </a:lnTo>
                  <a:lnTo>
                    <a:pt x="3565767" y="660366"/>
                  </a:lnTo>
                  <a:lnTo>
                    <a:pt x="3564897" y="660669"/>
                  </a:lnTo>
                  <a:lnTo>
                    <a:pt x="3557420" y="663279"/>
                  </a:lnTo>
                  <a:lnTo>
                    <a:pt x="3547855" y="666618"/>
                  </a:lnTo>
                  <a:lnTo>
                    <a:pt x="3540725" y="669107"/>
                  </a:lnTo>
                  <a:lnTo>
                    <a:pt x="3540378" y="669229"/>
                  </a:lnTo>
                  <a:lnTo>
                    <a:pt x="3531509" y="672327"/>
                  </a:lnTo>
                  <a:lnTo>
                    <a:pt x="3522292" y="675547"/>
                  </a:lnTo>
                  <a:lnTo>
                    <a:pt x="3519510" y="676520"/>
                  </a:lnTo>
                  <a:lnTo>
                    <a:pt x="3485600" y="688380"/>
                  </a:lnTo>
                  <a:lnTo>
                    <a:pt x="3482991" y="689293"/>
                  </a:lnTo>
                  <a:lnTo>
                    <a:pt x="3477948" y="691058"/>
                  </a:lnTo>
                  <a:lnTo>
                    <a:pt x="3456385" y="698611"/>
                  </a:lnTo>
                  <a:lnTo>
                    <a:pt x="3455516" y="698915"/>
                  </a:lnTo>
                  <a:lnTo>
                    <a:pt x="3451864" y="700195"/>
                  </a:lnTo>
                  <a:lnTo>
                    <a:pt x="3448038" y="701536"/>
                  </a:lnTo>
                  <a:lnTo>
                    <a:pt x="3442126" y="703609"/>
                  </a:lnTo>
                  <a:lnTo>
                    <a:pt x="3419519" y="711538"/>
                  </a:lnTo>
                  <a:lnTo>
                    <a:pt x="3414476" y="713308"/>
                  </a:lnTo>
                  <a:lnTo>
                    <a:pt x="3405433" y="716483"/>
                  </a:lnTo>
                  <a:lnTo>
                    <a:pt x="3397086" y="719415"/>
                  </a:lnTo>
                  <a:lnTo>
                    <a:pt x="3391869" y="721248"/>
                  </a:lnTo>
                  <a:lnTo>
                    <a:pt x="3391000" y="721553"/>
                  </a:lnTo>
                  <a:lnTo>
                    <a:pt x="3383522" y="724181"/>
                  </a:lnTo>
                  <a:lnTo>
                    <a:pt x="3373958" y="727543"/>
                  </a:lnTo>
                  <a:lnTo>
                    <a:pt x="3366828" y="730051"/>
                  </a:lnTo>
                  <a:lnTo>
                    <a:pt x="3366480" y="730173"/>
                  </a:lnTo>
                  <a:lnTo>
                    <a:pt x="3357611" y="733293"/>
                  </a:lnTo>
                  <a:lnTo>
                    <a:pt x="3348395" y="736537"/>
                  </a:lnTo>
                  <a:lnTo>
                    <a:pt x="3345612" y="737517"/>
                  </a:lnTo>
                  <a:lnTo>
                    <a:pt x="3311702" y="749465"/>
                  </a:lnTo>
                  <a:lnTo>
                    <a:pt x="3309094" y="750385"/>
                  </a:lnTo>
                  <a:lnTo>
                    <a:pt x="3304051" y="752164"/>
                  </a:lnTo>
                  <a:lnTo>
                    <a:pt x="3282488" y="759774"/>
                  </a:lnTo>
                  <a:lnTo>
                    <a:pt x="3281618" y="760081"/>
                  </a:lnTo>
                  <a:lnTo>
                    <a:pt x="3277966" y="761371"/>
                  </a:lnTo>
                  <a:lnTo>
                    <a:pt x="3274141" y="762722"/>
                  </a:lnTo>
                  <a:lnTo>
                    <a:pt x="3268228" y="764811"/>
                  </a:lnTo>
                  <a:lnTo>
                    <a:pt x="3245621" y="772804"/>
                  </a:lnTo>
                  <a:lnTo>
                    <a:pt x="3240578" y="774588"/>
                  </a:lnTo>
                  <a:lnTo>
                    <a:pt x="3231536" y="777789"/>
                  </a:lnTo>
                  <a:lnTo>
                    <a:pt x="3223189" y="780744"/>
                  </a:lnTo>
                  <a:lnTo>
                    <a:pt x="3217972" y="782592"/>
                  </a:lnTo>
                  <a:lnTo>
                    <a:pt x="3217102" y="782900"/>
                  </a:lnTo>
                  <a:lnTo>
                    <a:pt x="3209625" y="785550"/>
                  </a:lnTo>
                  <a:lnTo>
                    <a:pt x="3200060" y="788941"/>
                  </a:lnTo>
                  <a:lnTo>
                    <a:pt x="3192931" y="791469"/>
                  </a:lnTo>
                  <a:lnTo>
                    <a:pt x="3192583" y="791593"/>
                  </a:lnTo>
                  <a:lnTo>
                    <a:pt x="3183714" y="794739"/>
                  </a:lnTo>
                  <a:lnTo>
                    <a:pt x="3174497" y="798011"/>
                  </a:lnTo>
                  <a:lnTo>
                    <a:pt x="3171715" y="798999"/>
                  </a:lnTo>
                  <a:lnTo>
                    <a:pt x="3137805" y="811052"/>
                  </a:lnTo>
                  <a:lnTo>
                    <a:pt x="3135197" y="811981"/>
                  </a:lnTo>
                  <a:lnTo>
                    <a:pt x="3130154" y="813775"/>
                  </a:lnTo>
                  <a:lnTo>
                    <a:pt x="3108590" y="821455"/>
                  </a:lnTo>
                  <a:lnTo>
                    <a:pt x="3104069" y="823067"/>
                  </a:lnTo>
                  <a:lnTo>
                    <a:pt x="3100243" y="824430"/>
                  </a:lnTo>
                  <a:lnTo>
                    <a:pt x="3094331" y="826539"/>
                  </a:lnTo>
                  <a:lnTo>
                    <a:pt x="3071724" y="834607"/>
                  </a:lnTo>
                  <a:lnTo>
                    <a:pt x="3066681" y="836408"/>
                  </a:lnTo>
                  <a:lnTo>
                    <a:pt x="3057638" y="839640"/>
                  </a:lnTo>
                  <a:lnTo>
                    <a:pt x="3049291" y="842624"/>
                  </a:lnTo>
                  <a:lnTo>
                    <a:pt x="3044074" y="844490"/>
                  </a:lnTo>
                  <a:lnTo>
                    <a:pt x="3043205" y="844801"/>
                  </a:lnTo>
                  <a:lnTo>
                    <a:pt x="3035727" y="847477"/>
                  </a:lnTo>
                  <a:lnTo>
                    <a:pt x="3026163" y="850901"/>
                  </a:lnTo>
                  <a:lnTo>
                    <a:pt x="3019033" y="853455"/>
                  </a:lnTo>
                  <a:lnTo>
                    <a:pt x="3018685" y="853579"/>
                  </a:lnTo>
                  <a:lnTo>
                    <a:pt x="3009817" y="856758"/>
                  </a:lnTo>
                  <a:lnTo>
                    <a:pt x="3000600" y="860063"/>
                  </a:lnTo>
                  <a:lnTo>
                    <a:pt x="2997818" y="861061"/>
                  </a:lnTo>
                  <a:lnTo>
                    <a:pt x="2963908" y="873239"/>
                  </a:lnTo>
                  <a:lnTo>
                    <a:pt x="2961299" y="874177"/>
                  </a:lnTo>
                  <a:lnTo>
                    <a:pt x="2956256" y="875991"/>
                  </a:lnTo>
                  <a:lnTo>
                    <a:pt x="2934693" y="883753"/>
                  </a:lnTo>
                  <a:lnTo>
                    <a:pt x="2933823" y="884067"/>
                  </a:lnTo>
                  <a:lnTo>
                    <a:pt x="2930171" y="885382"/>
                  </a:lnTo>
                  <a:lnTo>
                    <a:pt x="2926346" y="886761"/>
                  </a:lnTo>
                  <a:lnTo>
                    <a:pt x="2920433" y="888893"/>
                  </a:lnTo>
                  <a:lnTo>
                    <a:pt x="2897827" y="897051"/>
                  </a:lnTo>
                  <a:lnTo>
                    <a:pt x="2892784" y="898872"/>
                  </a:lnTo>
                  <a:lnTo>
                    <a:pt x="2883741" y="902140"/>
                  </a:lnTo>
                  <a:lnTo>
                    <a:pt x="2875394" y="905159"/>
                  </a:lnTo>
                  <a:lnTo>
                    <a:pt x="2870177" y="907046"/>
                  </a:lnTo>
                  <a:lnTo>
                    <a:pt x="2869307" y="907361"/>
                  </a:lnTo>
                  <a:lnTo>
                    <a:pt x="2861830" y="910067"/>
                  </a:lnTo>
                  <a:lnTo>
                    <a:pt x="2852265" y="913531"/>
                  </a:lnTo>
                  <a:lnTo>
                    <a:pt x="2845136" y="916115"/>
                  </a:lnTo>
                  <a:lnTo>
                    <a:pt x="2844788" y="916241"/>
                  </a:lnTo>
                  <a:lnTo>
                    <a:pt x="2835919" y="919457"/>
                  </a:lnTo>
                  <a:lnTo>
                    <a:pt x="2826703" y="922802"/>
                  </a:lnTo>
                  <a:lnTo>
                    <a:pt x="2823920" y="923812"/>
                  </a:lnTo>
                  <a:lnTo>
                    <a:pt x="2790010" y="936139"/>
                  </a:lnTo>
                  <a:lnTo>
                    <a:pt x="2787402" y="937089"/>
                  </a:lnTo>
                  <a:lnTo>
                    <a:pt x="2782359" y="938925"/>
                  </a:lnTo>
                  <a:lnTo>
                    <a:pt x="2760795" y="946785"/>
                  </a:lnTo>
                  <a:lnTo>
                    <a:pt x="2759926" y="947102"/>
                  </a:lnTo>
                  <a:lnTo>
                    <a:pt x="2756274" y="948435"/>
                  </a:lnTo>
                  <a:lnTo>
                    <a:pt x="2752448" y="949831"/>
                  </a:lnTo>
                  <a:lnTo>
                    <a:pt x="2746536" y="951990"/>
                  </a:lnTo>
                  <a:lnTo>
                    <a:pt x="2723929" y="960254"/>
                  </a:lnTo>
                  <a:lnTo>
                    <a:pt x="2718886" y="962099"/>
                  </a:lnTo>
                  <a:lnTo>
                    <a:pt x="2709843" y="965410"/>
                  </a:lnTo>
                  <a:lnTo>
                    <a:pt x="2701496" y="968469"/>
                  </a:lnTo>
                  <a:lnTo>
                    <a:pt x="2696279" y="970382"/>
                  </a:lnTo>
                  <a:lnTo>
                    <a:pt x="2695410" y="970700"/>
                  </a:lnTo>
                  <a:lnTo>
                    <a:pt x="2687932" y="973444"/>
                  </a:lnTo>
                  <a:lnTo>
                    <a:pt x="2678368" y="976955"/>
                  </a:lnTo>
                  <a:lnTo>
                    <a:pt x="2671238" y="979574"/>
                  </a:lnTo>
                  <a:lnTo>
                    <a:pt x="2670890" y="979702"/>
                  </a:lnTo>
                  <a:lnTo>
                    <a:pt x="2662022" y="982962"/>
                  </a:lnTo>
                  <a:lnTo>
                    <a:pt x="2652805" y="986353"/>
                  </a:lnTo>
                  <a:lnTo>
                    <a:pt x="2650023" y="987377"/>
                  </a:lnTo>
                  <a:lnTo>
                    <a:pt x="2616113" y="999878"/>
                  </a:lnTo>
                  <a:lnTo>
                    <a:pt x="2613504" y="1000842"/>
                  </a:lnTo>
                  <a:lnTo>
                    <a:pt x="2608461" y="1002704"/>
                  </a:lnTo>
                  <a:lnTo>
                    <a:pt x="2586898" y="1010679"/>
                  </a:lnTo>
                  <a:lnTo>
                    <a:pt x="2586028" y="1011001"/>
                  </a:lnTo>
                  <a:lnTo>
                    <a:pt x="2582377" y="1012353"/>
                  </a:lnTo>
                  <a:lnTo>
                    <a:pt x="2572638" y="1015961"/>
                  </a:lnTo>
                  <a:lnTo>
                    <a:pt x="2550032" y="1024348"/>
                  </a:lnTo>
                  <a:lnTo>
                    <a:pt x="2544989" y="1026222"/>
                  </a:lnTo>
                  <a:lnTo>
                    <a:pt x="2535946" y="1029583"/>
                  </a:lnTo>
                  <a:lnTo>
                    <a:pt x="2527599" y="1032688"/>
                  </a:lnTo>
                  <a:lnTo>
                    <a:pt x="2522382" y="1034630"/>
                  </a:lnTo>
                  <a:lnTo>
                    <a:pt x="2521512" y="1034954"/>
                  </a:lnTo>
                  <a:lnTo>
                    <a:pt x="2514035" y="1037740"/>
                  </a:lnTo>
                  <a:lnTo>
                    <a:pt x="2504471" y="1041305"/>
                  </a:lnTo>
                  <a:lnTo>
                    <a:pt x="2497341" y="1043966"/>
                  </a:lnTo>
                  <a:lnTo>
                    <a:pt x="2496993" y="1044095"/>
                  </a:lnTo>
                  <a:lnTo>
                    <a:pt x="2488124" y="1047407"/>
                  </a:lnTo>
                  <a:lnTo>
                    <a:pt x="2478908" y="1050852"/>
                  </a:lnTo>
                  <a:lnTo>
                    <a:pt x="2476125" y="1051892"/>
                  </a:lnTo>
                  <a:lnTo>
                    <a:pt x="2442215" y="1064595"/>
                  </a:lnTo>
                  <a:lnTo>
                    <a:pt x="2439607" y="1065574"/>
                  </a:lnTo>
                  <a:lnTo>
                    <a:pt x="2434564" y="1067467"/>
                  </a:lnTo>
                  <a:lnTo>
                    <a:pt x="2413000" y="1075573"/>
                  </a:lnTo>
                  <a:lnTo>
                    <a:pt x="2412131" y="1075900"/>
                  </a:lnTo>
                  <a:lnTo>
                    <a:pt x="2408479" y="1077275"/>
                  </a:lnTo>
                  <a:lnTo>
                    <a:pt x="2404653" y="1078716"/>
                  </a:lnTo>
                  <a:lnTo>
                    <a:pt x="2398741" y="1080943"/>
                  </a:lnTo>
                  <a:lnTo>
                    <a:pt x="2376134" y="1089473"/>
                  </a:lnTo>
                  <a:lnTo>
                    <a:pt x="2371091" y="1091378"/>
                  </a:lnTo>
                  <a:lnTo>
                    <a:pt x="2362049" y="1094797"/>
                  </a:lnTo>
                  <a:lnTo>
                    <a:pt x="2353701" y="1097956"/>
                  </a:lnTo>
                  <a:lnTo>
                    <a:pt x="2348485" y="1099931"/>
                  </a:lnTo>
                  <a:lnTo>
                    <a:pt x="2340137" y="1103095"/>
                  </a:lnTo>
                  <a:lnTo>
                    <a:pt x="2330573" y="1106722"/>
                  </a:lnTo>
                  <a:lnTo>
                    <a:pt x="2323443" y="1109429"/>
                  </a:lnTo>
                  <a:lnTo>
                    <a:pt x="2323095" y="1109561"/>
                  </a:lnTo>
                  <a:lnTo>
                    <a:pt x="2314227" y="1112931"/>
                  </a:lnTo>
                  <a:lnTo>
                    <a:pt x="2305010" y="1116437"/>
                  </a:lnTo>
                  <a:lnTo>
                    <a:pt x="2302228" y="1117496"/>
                  </a:lnTo>
                  <a:lnTo>
                    <a:pt x="2268318" y="1130426"/>
                  </a:lnTo>
                  <a:lnTo>
                    <a:pt x="2265709" y="1131423"/>
                  </a:lnTo>
                  <a:lnTo>
                    <a:pt x="2260666" y="1133351"/>
                  </a:lnTo>
                  <a:lnTo>
                    <a:pt x="2239103" y="1141604"/>
                  </a:lnTo>
                  <a:lnTo>
                    <a:pt x="2238234" y="1141938"/>
                  </a:lnTo>
                  <a:lnTo>
                    <a:pt x="2234582" y="1143338"/>
                  </a:lnTo>
                  <a:lnTo>
                    <a:pt x="2230756" y="1144805"/>
                  </a:lnTo>
                  <a:lnTo>
                    <a:pt x="2224843" y="1147073"/>
                  </a:lnTo>
                  <a:lnTo>
                    <a:pt x="2202237" y="1155761"/>
                  </a:lnTo>
                  <a:lnTo>
                    <a:pt x="2197194" y="1157702"/>
                  </a:lnTo>
                  <a:lnTo>
                    <a:pt x="2188151" y="1161185"/>
                  </a:lnTo>
                  <a:lnTo>
                    <a:pt x="2179804" y="1164403"/>
                  </a:lnTo>
                  <a:lnTo>
                    <a:pt x="2174587" y="1166416"/>
                  </a:lnTo>
                  <a:lnTo>
                    <a:pt x="2173718" y="1166751"/>
                  </a:lnTo>
                  <a:lnTo>
                    <a:pt x="2166240" y="1169639"/>
                  </a:lnTo>
                  <a:lnTo>
                    <a:pt x="2156676" y="1173336"/>
                  </a:lnTo>
                  <a:lnTo>
                    <a:pt x="2149546" y="1176094"/>
                  </a:lnTo>
                  <a:lnTo>
                    <a:pt x="2149198" y="1176229"/>
                  </a:lnTo>
                  <a:lnTo>
                    <a:pt x="2140329" y="1179663"/>
                  </a:lnTo>
                  <a:lnTo>
                    <a:pt x="2131113" y="1183235"/>
                  </a:lnTo>
                  <a:lnTo>
                    <a:pt x="2128330" y="1184315"/>
                  </a:lnTo>
                  <a:lnTo>
                    <a:pt x="2094420" y="1197495"/>
                  </a:lnTo>
                  <a:lnTo>
                    <a:pt x="2091812" y="1198511"/>
                  </a:lnTo>
                  <a:lnTo>
                    <a:pt x="2086769" y="1200476"/>
                  </a:lnTo>
                  <a:lnTo>
                    <a:pt x="2065206" y="1208891"/>
                  </a:lnTo>
                  <a:lnTo>
                    <a:pt x="2064336" y="1209231"/>
                  </a:lnTo>
                  <a:lnTo>
                    <a:pt x="2060684" y="1210658"/>
                  </a:lnTo>
                  <a:lnTo>
                    <a:pt x="2056859" y="1212154"/>
                  </a:lnTo>
                  <a:lnTo>
                    <a:pt x="2050946" y="1214467"/>
                  </a:lnTo>
                  <a:lnTo>
                    <a:pt x="2028339" y="1223326"/>
                  </a:lnTo>
                  <a:lnTo>
                    <a:pt x="2023296" y="1225306"/>
                  </a:lnTo>
                  <a:lnTo>
                    <a:pt x="2014254" y="1228858"/>
                  </a:lnTo>
                  <a:lnTo>
                    <a:pt x="2005907" y="1232140"/>
                  </a:lnTo>
                  <a:lnTo>
                    <a:pt x="2000690" y="1234193"/>
                  </a:lnTo>
                  <a:lnTo>
                    <a:pt x="1999820" y="1234535"/>
                  </a:lnTo>
                  <a:lnTo>
                    <a:pt x="1992343" y="1237480"/>
                  </a:lnTo>
                  <a:lnTo>
                    <a:pt x="1982778" y="1241250"/>
                  </a:lnTo>
                  <a:lnTo>
                    <a:pt x="1975648" y="1244063"/>
                  </a:lnTo>
                  <a:lnTo>
                    <a:pt x="1975301" y="1244201"/>
                  </a:lnTo>
                  <a:lnTo>
                    <a:pt x="1966432" y="1247704"/>
                  </a:lnTo>
                  <a:lnTo>
                    <a:pt x="1957215" y="1251348"/>
                  </a:lnTo>
                  <a:lnTo>
                    <a:pt x="1954433" y="1252448"/>
                  </a:lnTo>
                  <a:lnTo>
                    <a:pt x="1920523" y="1265893"/>
                  </a:lnTo>
                  <a:lnTo>
                    <a:pt x="1917914" y="1266930"/>
                  </a:lnTo>
                  <a:lnTo>
                    <a:pt x="1912871" y="1268934"/>
                  </a:lnTo>
                  <a:lnTo>
                    <a:pt x="1890439" y="1277865"/>
                  </a:lnTo>
                  <a:lnTo>
                    <a:pt x="1886787" y="1279321"/>
                  </a:lnTo>
                  <a:lnTo>
                    <a:pt x="1882961" y="1280847"/>
                  </a:lnTo>
                  <a:lnTo>
                    <a:pt x="1877049" y="1283207"/>
                  </a:lnTo>
                  <a:lnTo>
                    <a:pt x="1854442" y="1292244"/>
                  </a:lnTo>
                  <a:lnTo>
                    <a:pt x="1849399" y="1294263"/>
                  </a:lnTo>
                  <a:lnTo>
                    <a:pt x="1840356" y="1297887"/>
                  </a:lnTo>
                  <a:lnTo>
                    <a:pt x="1832009" y="1301235"/>
                  </a:lnTo>
                  <a:lnTo>
                    <a:pt x="1826792" y="1303329"/>
                  </a:lnTo>
                  <a:lnTo>
                    <a:pt x="1825923" y="1303678"/>
                  </a:lnTo>
                  <a:lnTo>
                    <a:pt x="1818445" y="1306682"/>
                  </a:lnTo>
                  <a:lnTo>
                    <a:pt x="1808881" y="1310529"/>
                  </a:lnTo>
                  <a:lnTo>
                    <a:pt x="1801751" y="1313398"/>
                  </a:lnTo>
                  <a:lnTo>
                    <a:pt x="1801403" y="1313538"/>
                  </a:lnTo>
                  <a:lnTo>
                    <a:pt x="1792534" y="1317112"/>
                  </a:lnTo>
                  <a:lnTo>
                    <a:pt x="1783318" y="1320829"/>
                  </a:lnTo>
                  <a:lnTo>
                    <a:pt x="1780535" y="1321952"/>
                  </a:lnTo>
                  <a:lnTo>
                    <a:pt x="1746625" y="1335665"/>
                  </a:lnTo>
                  <a:lnTo>
                    <a:pt x="1744017" y="1336722"/>
                  </a:lnTo>
                  <a:lnTo>
                    <a:pt x="1738974" y="1338767"/>
                  </a:lnTo>
                  <a:lnTo>
                    <a:pt x="1717411" y="1347522"/>
                  </a:lnTo>
                  <a:lnTo>
                    <a:pt x="1716541" y="1347875"/>
                  </a:lnTo>
                  <a:lnTo>
                    <a:pt x="1712889" y="1349360"/>
                  </a:lnTo>
                  <a:lnTo>
                    <a:pt x="1709064" y="1350917"/>
                  </a:lnTo>
                  <a:lnTo>
                    <a:pt x="1703151" y="1353323"/>
                  </a:lnTo>
                  <a:lnTo>
                    <a:pt x="1680544" y="1362539"/>
                  </a:lnTo>
                  <a:lnTo>
                    <a:pt x="1675501" y="1364597"/>
                  </a:lnTo>
                  <a:lnTo>
                    <a:pt x="1666459" y="1368292"/>
                  </a:lnTo>
                  <a:lnTo>
                    <a:pt x="1658112" y="1371706"/>
                  </a:lnTo>
                  <a:lnTo>
                    <a:pt x="1652895" y="1373841"/>
                  </a:lnTo>
                  <a:lnTo>
                    <a:pt x="1652025" y="1374197"/>
                  </a:lnTo>
                  <a:lnTo>
                    <a:pt x="1644548" y="1377259"/>
                  </a:lnTo>
                  <a:lnTo>
                    <a:pt x="1634983" y="1381181"/>
                  </a:lnTo>
                  <a:lnTo>
                    <a:pt x="1627854" y="1384106"/>
                  </a:lnTo>
                  <a:lnTo>
                    <a:pt x="1627506" y="1384249"/>
                  </a:lnTo>
                  <a:lnTo>
                    <a:pt x="1618637" y="1387891"/>
                  </a:lnTo>
                  <a:lnTo>
                    <a:pt x="1609420" y="1391680"/>
                  </a:lnTo>
                  <a:lnTo>
                    <a:pt x="1606638" y="1392825"/>
                  </a:lnTo>
                  <a:lnTo>
                    <a:pt x="1572728" y="1406801"/>
                  </a:lnTo>
                  <a:lnTo>
                    <a:pt x="1570120" y="1407878"/>
                  </a:lnTo>
                  <a:lnTo>
                    <a:pt x="1565077" y="1409961"/>
                  </a:lnTo>
                  <a:lnTo>
                    <a:pt x="1543513" y="1418881"/>
                  </a:lnTo>
                  <a:lnTo>
                    <a:pt x="1542644" y="1419241"/>
                  </a:lnTo>
                  <a:lnTo>
                    <a:pt x="1538992" y="1420754"/>
                  </a:lnTo>
                  <a:lnTo>
                    <a:pt x="1535166" y="1422339"/>
                  </a:lnTo>
                  <a:lnTo>
                    <a:pt x="1529254" y="1424791"/>
                  </a:lnTo>
                  <a:lnTo>
                    <a:pt x="1501604" y="1436274"/>
                  </a:lnTo>
                  <a:lnTo>
                    <a:pt x="1492561" y="1440037"/>
                  </a:lnTo>
                  <a:lnTo>
                    <a:pt x="1484214" y="1443513"/>
                  </a:lnTo>
                  <a:lnTo>
                    <a:pt x="1478997" y="1445687"/>
                  </a:lnTo>
                  <a:lnTo>
                    <a:pt x="1478128" y="1446049"/>
                  </a:lnTo>
                  <a:lnTo>
                    <a:pt x="1470650" y="1449168"/>
                  </a:lnTo>
                  <a:lnTo>
                    <a:pt x="1461086" y="1453160"/>
                  </a:lnTo>
                  <a:lnTo>
                    <a:pt x="1453956" y="1456138"/>
                  </a:lnTo>
                  <a:lnTo>
                    <a:pt x="1453608" y="1456283"/>
                  </a:lnTo>
                  <a:lnTo>
                    <a:pt x="1444739" y="1459991"/>
                  </a:lnTo>
                  <a:lnTo>
                    <a:pt x="1435523" y="1463847"/>
                  </a:lnTo>
                  <a:lnTo>
                    <a:pt x="1432741" y="1465012"/>
                  </a:lnTo>
                  <a:lnTo>
                    <a:pt x="1398831" y="1479234"/>
                  </a:lnTo>
                  <a:lnTo>
                    <a:pt x="1396222" y="1480330"/>
                  </a:lnTo>
                  <a:lnTo>
                    <a:pt x="1391179" y="1482450"/>
                  </a:lnTo>
                  <a:lnTo>
                    <a:pt x="1369616" y="1491524"/>
                  </a:lnTo>
                  <a:lnTo>
                    <a:pt x="1368746" y="1491890"/>
                  </a:lnTo>
                  <a:lnTo>
                    <a:pt x="1361269" y="1495041"/>
                  </a:lnTo>
                  <a:lnTo>
                    <a:pt x="1355356" y="1497534"/>
                  </a:lnTo>
                  <a:lnTo>
                    <a:pt x="1332750" y="1507079"/>
                  </a:lnTo>
                  <a:lnTo>
                    <a:pt x="1327707" y="1509211"/>
                  </a:lnTo>
                  <a:lnTo>
                    <a:pt x="1318664" y="1513036"/>
                  </a:lnTo>
                  <a:lnTo>
                    <a:pt x="1310317" y="1516569"/>
                  </a:lnTo>
                  <a:lnTo>
                    <a:pt x="1305100" y="1518779"/>
                  </a:lnTo>
                  <a:lnTo>
                    <a:pt x="1304230" y="1519147"/>
                  </a:lnTo>
                  <a:lnTo>
                    <a:pt x="1296753" y="1522317"/>
                  </a:lnTo>
                  <a:lnTo>
                    <a:pt x="1287188" y="1526374"/>
                  </a:lnTo>
                  <a:lnTo>
                    <a:pt x="1280059" y="1529400"/>
                  </a:lnTo>
                  <a:lnTo>
                    <a:pt x="1279711" y="1529548"/>
                  </a:lnTo>
                  <a:lnTo>
                    <a:pt x="1270842" y="1533315"/>
                  </a:lnTo>
                  <a:lnTo>
                    <a:pt x="1261625" y="1537233"/>
                  </a:lnTo>
                  <a:lnTo>
                    <a:pt x="1258843" y="1538416"/>
                  </a:lnTo>
                  <a:lnTo>
                    <a:pt x="1224933" y="1552861"/>
                  </a:lnTo>
                  <a:lnTo>
                    <a:pt x="1222325" y="1553974"/>
                  </a:lnTo>
                  <a:lnTo>
                    <a:pt x="1217282" y="1556126"/>
                  </a:lnTo>
                  <a:lnTo>
                    <a:pt x="1195718" y="1565338"/>
                  </a:lnTo>
                  <a:lnTo>
                    <a:pt x="1194849" y="1565710"/>
                  </a:lnTo>
                  <a:lnTo>
                    <a:pt x="1191197" y="1567272"/>
                  </a:lnTo>
                  <a:lnTo>
                    <a:pt x="1187371" y="1568909"/>
                  </a:lnTo>
                  <a:lnTo>
                    <a:pt x="1181459" y="1571439"/>
                  </a:lnTo>
                  <a:lnTo>
                    <a:pt x="1158852" y="1581125"/>
                  </a:lnTo>
                  <a:lnTo>
                    <a:pt x="1153809" y="1583288"/>
                  </a:lnTo>
                  <a:lnTo>
                    <a:pt x="1144766" y="1587169"/>
                  </a:lnTo>
                  <a:lnTo>
                    <a:pt x="1136419" y="1590754"/>
                  </a:lnTo>
                  <a:lnTo>
                    <a:pt x="1131202" y="1592995"/>
                  </a:lnTo>
                  <a:lnTo>
                    <a:pt x="1130333" y="1593369"/>
                  </a:lnTo>
                  <a:lnTo>
                    <a:pt x="1122855" y="1596584"/>
                  </a:lnTo>
                  <a:lnTo>
                    <a:pt x="1113291" y="1600698"/>
                  </a:lnTo>
                  <a:lnTo>
                    <a:pt x="1106161" y="1603767"/>
                  </a:lnTo>
                  <a:lnTo>
                    <a:pt x="1105813" y="1603917"/>
                  </a:lnTo>
                  <a:lnTo>
                    <a:pt x="1096945" y="1607737"/>
                  </a:lnTo>
                  <a:lnTo>
                    <a:pt x="1087728" y="1611709"/>
                  </a:lnTo>
                  <a:lnTo>
                    <a:pt x="1084946" y="1612909"/>
                  </a:lnTo>
                  <a:lnTo>
                    <a:pt x="1051036" y="1627550"/>
                  </a:lnTo>
                  <a:lnTo>
                    <a:pt x="1048427" y="1628678"/>
                  </a:lnTo>
                  <a:lnTo>
                    <a:pt x="1043384" y="1630859"/>
                  </a:lnTo>
                  <a:lnTo>
                    <a:pt x="1021821" y="1640192"/>
                  </a:lnTo>
                  <a:lnTo>
                    <a:pt x="1020951" y="1640569"/>
                  </a:lnTo>
                  <a:lnTo>
                    <a:pt x="1017300" y="1642151"/>
                  </a:lnTo>
                  <a:lnTo>
                    <a:pt x="1013474" y="1643809"/>
                  </a:lnTo>
                  <a:lnTo>
                    <a:pt x="1007561" y="1646372"/>
                  </a:lnTo>
                  <a:lnTo>
                    <a:pt x="984955" y="1656182"/>
                  </a:lnTo>
                  <a:lnTo>
                    <a:pt x="979912" y="1658372"/>
                  </a:lnTo>
                  <a:lnTo>
                    <a:pt x="970869" y="1662301"/>
                  </a:lnTo>
                  <a:lnTo>
                    <a:pt x="962522" y="1665930"/>
                  </a:lnTo>
                  <a:lnTo>
                    <a:pt x="957305" y="1668200"/>
                  </a:lnTo>
                  <a:lnTo>
                    <a:pt x="956435" y="1668578"/>
                  </a:lnTo>
                  <a:lnTo>
                    <a:pt x="948958" y="1671832"/>
                  </a:lnTo>
                  <a:lnTo>
                    <a:pt x="939394" y="1675996"/>
                  </a:lnTo>
                  <a:lnTo>
                    <a:pt x="932264" y="1679102"/>
                  </a:lnTo>
                  <a:lnTo>
                    <a:pt x="931916" y="1679254"/>
                  </a:lnTo>
                  <a:lnTo>
                    <a:pt x="923047" y="1683119"/>
                  </a:lnTo>
                  <a:lnTo>
                    <a:pt x="913831" y="1687139"/>
                  </a:lnTo>
                  <a:lnTo>
                    <a:pt x="911048" y="1688353"/>
                  </a:lnTo>
                  <a:lnTo>
                    <a:pt x="877138" y="1703163"/>
                  </a:lnTo>
                  <a:lnTo>
                    <a:pt x="874530" y="1704304"/>
                  </a:lnTo>
                  <a:lnTo>
                    <a:pt x="869487" y="1706509"/>
                  </a:lnTo>
                  <a:lnTo>
                    <a:pt x="847923" y="1715947"/>
                  </a:lnTo>
                  <a:lnTo>
                    <a:pt x="847054" y="1716328"/>
                  </a:lnTo>
                  <a:lnTo>
                    <a:pt x="843402" y="1717927"/>
                  </a:lnTo>
                  <a:lnTo>
                    <a:pt x="839576" y="1719603"/>
                  </a:lnTo>
                  <a:lnTo>
                    <a:pt x="833664" y="1722195"/>
                  </a:lnTo>
                  <a:lnTo>
                    <a:pt x="811057" y="1732110"/>
                  </a:lnTo>
                  <a:lnTo>
                    <a:pt x="806014" y="1734323"/>
                  </a:lnTo>
                  <a:lnTo>
                    <a:pt x="796972" y="1738294"/>
                  </a:lnTo>
                  <a:lnTo>
                    <a:pt x="788624" y="1741961"/>
                  </a:lnTo>
                  <a:lnTo>
                    <a:pt x="783407" y="1744254"/>
                  </a:lnTo>
                  <a:lnTo>
                    <a:pt x="782538" y="1744636"/>
                  </a:lnTo>
                  <a:lnTo>
                    <a:pt x="775060" y="1747923"/>
                  </a:lnTo>
                  <a:lnTo>
                    <a:pt x="765496" y="1752130"/>
                  </a:lnTo>
                  <a:lnTo>
                    <a:pt x="758366" y="1755268"/>
                  </a:lnTo>
                  <a:lnTo>
                    <a:pt x="758018" y="1755421"/>
                  </a:lnTo>
                  <a:lnTo>
                    <a:pt x="749150" y="1759325"/>
                  </a:lnTo>
                  <a:lnTo>
                    <a:pt x="739933" y="1763385"/>
                  </a:lnTo>
                  <a:lnTo>
                    <a:pt x="737151" y="1764611"/>
                  </a:lnTo>
                  <a:lnTo>
                    <a:pt x="703241" y="1779565"/>
                  </a:lnTo>
                  <a:lnTo>
                    <a:pt x="700632" y="1780716"/>
                  </a:lnTo>
                  <a:lnTo>
                    <a:pt x="695589" y="1782943"/>
                  </a:lnTo>
                  <a:lnTo>
                    <a:pt x="674026" y="1792469"/>
                  </a:lnTo>
                  <a:lnTo>
                    <a:pt x="673157" y="1792853"/>
                  </a:lnTo>
                  <a:lnTo>
                    <a:pt x="669505" y="1794468"/>
                  </a:lnTo>
                  <a:lnTo>
                    <a:pt x="665679" y="1796159"/>
                  </a:lnTo>
                  <a:lnTo>
                    <a:pt x="659766" y="1798774"/>
                  </a:lnTo>
                  <a:lnTo>
                    <a:pt x="637160" y="1808779"/>
                  </a:lnTo>
                  <a:lnTo>
                    <a:pt x="632117" y="1811012"/>
                  </a:lnTo>
                  <a:lnTo>
                    <a:pt x="623074" y="1815018"/>
                  </a:lnTo>
                  <a:lnTo>
                    <a:pt x="614727" y="1818717"/>
                  </a:lnTo>
                  <a:lnTo>
                    <a:pt x="609510" y="1821030"/>
                  </a:lnTo>
                  <a:lnTo>
                    <a:pt x="608641" y="1821415"/>
                  </a:lnTo>
                  <a:lnTo>
                    <a:pt x="601163" y="1824731"/>
                  </a:lnTo>
                  <a:lnTo>
                    <a:pt x="591599" y="1828974"/>
                  </a:lnTo>
                  <a:lnTo>
                    <a:pt x="584469" y="1832138"/>
                  </a:lnTo>
                  <a:lnTo>
                    <a:pt x="584121" y="1832292"/>
                  </a:lnTo>
                  <a:lnTo>
                    <a:pt x="575252" y="1836229"/>
                  </a:lnTo>
                  <a:lnTo>
                    <a:pt x="566036" y="1840323"/>
                  </a:lnTo>
                  <a:lnTo>
                    <a:pt x="563253" y="1841559"/>
                  </a:lnTo>
                  <a:lnTo>
                    <a:pt x="529343" y="1856634"/>
                  </a:lnTo>
                  <a:lnTo>
                    <a:pt x="526735" y="1857795"/>
                  </a:lnTo>
                  <a:lnTo>
                    <a:pt x="521692" y="1860039"/>
                  </a:lnTo>
                  <a:lnTo>
                    <a:pt x="500129" y="1869639"/>
                  </a:lnTo>
                  <a:lnTo>
                    <a:pt x="499259" y="1870027"/>
                  </a:lnTo>
                  <a:lnTo>
                    <a:pt x="495607" y="1871653"/>
                  </a:lnTo>
                  <a:lnTo>
                    <a:pt x="491781" y="1873358"/>
                  </a:lnTo>
                  <a:lnTo>
                    <a:pt x="485869" y="1875993"/>
                  </a:lnTo>
                  <a:lnTo>
                    <a:pt x="463262" y="1886072"/>
                  </a:lnTo>
                  <a:lnTo>
                    <a:pt x="458219" y="1888322"/>
                  </a:lnTo>
                  <a:lnTo>
                    <a:pt x="449177" y="1892357"/>
                  </a:lnTo>
                  <a:lnTo>
                    <a:pt x="440830" y="1896083"/>
                  </a:lnTo>
                  <a:lnTo>
                    <a:pt x="435613" y="1898413"/>
                  </a:lnTo>
                  <a:lnTo>
                    <a:pt x="434743" y="1898801"/>
                  </a:lnTo>
                  <a:lnTo>
                    <a:pt x="427266" y="1902141"/>
                  </a:lnTo>
                  <a:lnTo>
                    <a:pt x="417701" y="1906414"/>
                  </a:lnTo>
                  <a:lnTo>
                    <a:pt x="410571" y="1909600"/>
                  </a:lnTo>
                  <a:lnTo>
                    <a:pt x="410224" y="1909755"/>
                  </a:lnTo>
                  <a:lnTo>
                    <a:pt x="401355" y="1913720"/>
                  </a:lnTo>
                  <a:lnTo>
                    <a:pt x="392138" y="1917842"/>
                  </a:lnTo>
                  <a:lnTo>
                    <a:pt x="389356" y="1919086"/>
                  </a:lnTo>
                  <a:lnTo>
                    <a:pt x="352837" y="1935431"/>
                  </a:lnTo>
                  <a:lnTo>
                    <a:pt x="347794" y="1937690"/>
                  </a:lnTo>
                  <a:lnTo>
                    <a:pt x="326231" y="1947353"/>
                  </a:lnTo>
                  <a:lnTo>
                    <a:pt x="325362" y="1947743"/>
                  </a:lnTo>
                  <a:lnTo>
                    <a:pt x="321710" y="1949380"/>
                  </a:lnTo>
                  <a:lnTo>
                    <a:pt x="317884" y="1951096"/>
                  </a:lnTo>
                  <a:lnTo>
                    <a:pt x="311972" y="1953747"/>
                  </a:lnTo>
                  <a:lnTo>
                    <a:pt x="289365" y="1963890"/>
                  </a:lnTo>
                  <a:lnTo>
                    <a:pt x="284322" y="1966153"/>
                  </a:lnTo>
                  <a:lnTo>
                    <a:pt x="275279" y="1970213"/>
                  </a:lnTo>
                  <a:lnTo>
                    <a:pt x="266932" y="1973962"/>
                  </a:lnTo>
                  <a:lnTo>
                    <a:pt x="260846" y="1976696"/>
                  </a:lnTo>
                  <a:lnTo>
                    <a:pt x="253368" y="1980055"/>
                  </a:lnTo>
                  <a:lnTo>
                    <a:pt x="243804" y="1984354"/>
                  </a:lnTo>
                  <a:lnTo>
                    <a:pt x="236674" y="1987559"/>
                  </a:lnTo>
                  <a:lnTo>
                    <a:pt x="236326" y="1987715"/>
                  </a:lnTo>
                  <a:lnTo>
                    <a:pt x="227457" y="1991703"/>
                  </a:lnTo>
                  <a:lnTo>
                    <a:pt x="218241" y="1995848"/>
                  </a:lnTo>
                  <a:lnTo>
                    <a:pt x="215458" y="1997099"/>
                  </a:lnTo>
                  <a:lnTo>
                    <a:pt x="178940" y="2013536"/>
                  </a:lnTo>
                  <a:lnTo>
                    <a:pt x="173897" y="2015808"/>
                  </a:lnTo>
                  <a:lnTo>
                    <a:pt x="151464" y="2025915"/>
                  </a:lnTo>
                  <a:lnTo>
                    <a:pt x="147812" y="2027561"/>
                  </a:lnTo>
                  <a:lnTo>
                    <a:pt x="143987" y="2029285"/>
                  </a:lnTo>
                  <a:lnTo>
                    <a:pt x="138074" y="2031950"/>
                  </a:lnTo>
                  <a:lnTo>
                    <a:pt x="115467" y="2042146"/>
                  </a:lnTo>
                  <a:lnTo>
                    <a:pt x="79471" y="2058393"/>
                  </a:lnTo>
                  <a:lnTo>
                    <a:pt x="69906" y="2062712"/>
                  </a:lnTo>
                  <a:lnTo>
                    <a:pt x="0" y="2094315"/>
                  </a:lnTo>
                  <a:close/>
                </a:path>
              </a:pathLst>
            </a:custGeom>
            <a:solidFill>
              <a:srgbClr val="7CAE00">
                <a:alpha val="14901"/>
              </a:srgbClr>
            </a:solidFill>
          </p:spPr>
          <p:txBody>
            <a:bodyPr/>
            <a:lstStyle/>
            <a:p/>
          </p:txBody>
        </p:sp>
        <p:sp>
          <p:nvSpPr>
            <p:cNvPr id="11" name="pl10"/>
            <p:cNvSpPr/>
            <p:nvPr/>
          </p:nvSpPr>
          <p:spPr>
            <a:xfrm>
              <a:off x="3427483" y="2700314"/>
              <a:ext cx="4355087" cy="1775188"/>
            </a:xfrm>
            <a:custGeom>
              <a:avLst/>
              <a:pathLst>
                <a:path w="4355087" h="1775188">
                  <a:moveTo>
                    <a:pt x="0" y="1775188"/>
                  </a:moveTo>
                  <a:lnTo>
                    <a:pt x="69906" y="1750908"/>
                  </a:lnTo>
                  <a:lnTo>
                    <a:pt x="79471" y="1747582"/>
                  </a:lnTo>
                  <a:lnTo>
                    <a:pt x="115467" y="1735053"/>
                  </a:lnTo>
                  <a:lnTo>
                    <a:pt x="138074" y="1727177"/>
                  </a:lnTo>
                  <a:lnTo>
                    <a:pt x="143987" y="1725116"/>
                  </a:lnTo>
                  <a:lnTo>
                    <a:pt x="147812" y="1723782"/>
                  </a:lnTo>
                  <a:lnTo>
                    <a:pt x="151464" y="1722509"/>
                  </a:lnTo>
                  <a:lnTo>
                    <a:pt x="173897" y="1714683"/>
                  </a:lnTo>
                  <a:lnTo>
                    <a:pt x="178940" y="1712923"/>
                  </a:lnTo>
                  <a:lnTo>
                    <a:pt x="215458" y="1700168"/>
                  </a:lnTo>
                  <a:lnTo>
                    <a:pt x="218241" y="1699195"/>
                  </a:lnTo>
                  <a:lnTo>
                    <a:pt x="227457" y="1695973"/>
                  </a:lnTo>
                  <a:lnTo>
                    <a:pt x="236326" y="1692871"/>
                  </a:lnTo>
                  <a:lnTo>
                    <a:pt x="236674" y="1692749"/>
                  </a:lnTo>
                  <a:lnTo>
                    <a:pt x="243804" y="1690254"/>
                  </a:lnTo>
                  <a:lnTo>
                    <a:pt x="253368" y="1686907"/>
                  </a:lnTo>
                  <a:lnTo>
                    <a:pt x="260846" y="1684289"/>
                  </a:lnTo>
                  <a:lnTo>
                    <a:pt x="266932" y="1682158"/>
                  </a:lnTo>
                  <a:lnTo>
                    <a:pt x="275279" y="1679234"/>
                  </a:lnTo>
                  <a:lnTo>
                    <a:pt x="284322" y="1676065"/>
                  </a:lnTo>
                  <a:lnTo>
                    <a:pt x="289365" y="1674297"/>
                  </a:lnTo>
                  <a:lnTo>
                    <a:pt x="311972" y="1666368"/>
                  </a:lnTo>
                  <a:lnTo>
                    <a:pt x="317884" y="1664293"/>
                  </a:lnTo>
                  <a:lnTo>
                    <a:pt x="321710" y="1662950"/>
                  </a:lnTo>
                  <a:lnTo>
                    <a:pt x="325362" y="1661668"/>
                  </a:lnTo>
                  <a:lnTo>
                    <a:pt x="326231" y="1661363"/>
                  </a:lnTo>
                  <a:lnTo>
                    <a:pt x="347794" y="1653788"/>
                  </a:lnTo>
                  <a:lnTo>
                    <a:pt x="352837" y="1652016"/>
                  </a:lnTo>
                  <a:lnTo>
                    <a:pt x="389356" y="1639169"/>
                  </a:lnTo>
                  <a:lnTo>
                    <a:pt x="392138" y="1638189"/>
                  </a:lnTo>
                  <a:lnTo>
                    <a:pt x="401355" y="1634943"/>
                  </a:lnTo>
                  <a:lnTo>
                    <a:pt x="410224" y="1631818"/>
                  </a:lnTo>
                  <a:lnTo>
                    <a:pt x="410571" y="1631695"/>
                  </a:lnTo>
                  <a:lnTo>
                    <a:pt x="417701" y="1629182"/>
                  </a:lnTo>
                  <a:lnTo>
                    <a:pt x="427266" y="1625809"/>
                  </a:lnTo>
                  <a:lnTo>
                    <a:pt x="434743" y="1623172"/>
                  </a:lnTo>
                  <a:lnTo>
                    <a:pt x="435613" y="1622865"/>
                  </a:lnTo>
                  <a:lnTo>
                    <a:pt x="440830" y="1621024"/>
                  </a:lnTo>
                  <a:lnTo>
                    <a:pt x="449177" y="1618077"/>
                  </a:lnTo>
                  <a:lnTo>
                    <a:pt x="458219" y="1614884"/>
                  </a:lnTo>
                  <a:lnTo>
                    <a:pt x="463262" y="1613102"/>
                  </a:lnTo>
                  <a:lnTo>
                    <a:pt x="485869" y="1605110"/>
                  </a:lnTo>
                  <a:lnTo>
                    <a:pt x="491781" y="1603019"/>
                  </a:lnTo>
                  <a:lnTo>
                    <a:pt x="495607" y="1601665"/>
                  </a:lnTo>
                  <a:lnTo>
                    <a:pt x="499259" y="1600372"/>
                  </a:lnTo>
                  <a:lnTo>
                    <a:pt x="500129" y="1600065"/>
                  </a:lnTo>
                  <a:lnTo>
                    <a:pt x="521692" y="1592428"/>
                  </a:lnTo>
                  <a:lnTo>
                    <a:pt x="526735" y="1590640"/>
                  </a:lnTo>
                  <a:lnTo>
                    <a:pt x="529343" y="1589716"/>
                  </a:lnTo>
                  <a:lnTo>
                    <a:pt x="563253" y="1577684"/>
                  </a:lnTo>
                  <a:lnTo>
                    <a:pt x="566036" y="1576696"/>
                  </a:lnTo>
                  <a:lnTo>
                    <a:pt x="575252" y="1573421"/>
                  </a:lnTo>
                  <a:lnTo>
                    <a:pt x="584121" y="1570269"/>
                  </a:lnTo>
                  <a:lnTo>
                    <a:pt x="584469" y="1570145"/>
                  </a:lnTo>
                  <a:lnTo>
                    <a:pt x="591599" y="1567610"/>
                  </a:lnTo>
                  <a:lnTo>
                    <a:pt x="601163" y="1564207"/>
                  </a:lnTo>
                  <a:lnTo>
                    <a:pt x="608641" y="1561545"/>
                  </a:lnTo>
                  <a:lnTo>
                    <a:pt x="609510" y="1561236"/>
                  </a:lnTo>
                  <a:lnTo>
                    <a:pt x="614727" y="1559378"/>
                  </a:lnTo>
                  <a:lnTo>
                    <a:pt x="623074" y="1556404"/>
                  </a:lnTo>
                  <a:lnTo>
                    <a:pt x="632117" y="1553182"/>
                  </a:lnTo>
                  <a:lnTo>
                    <a:pt x="637160" y="1551383"/>
                  </a:lnTo>
                  <a:lnTo>
                    <a:pt x="659766" y="1543316"/>
                  </a:lnTo>
                  <a:lnTo>
                    <a:pt x="665679" y="1541205"/>
                  </a:lnTo>
                  <a:lnTo>
                    <a:pt x="669505" y="1539838"/>
                  </a:lnTo>
                  <a:lnTo>
                    <a:pt x="673157" y="1538533"/>
                  </a:lnTo>
                  <a:lnTo>
                    <a:pt x="674026" y="1538223"/>
                  </a:lnTo>
                  <a:lnTo>
                    <a:pt x="695589" y="1530511"/>
                  </a:lnTo>
                  <a:lnTo>
                    <a:pt x="700632" y="1528706"/>
                  </a:lnTo>
                  <a:lnTo>
                    <a:pt x="703241" y="1527773"/>
                  </a:lnTo>
                  <a:lnTo>
                    <a:pt x="737151" y="1515620"/>
                  </a:lnTo>
                  <a:lnTo>
                    <a:pt x="739933" y="1514621"/>
                  </a:lnTo>
                  <a:lnTo>
                    <a:pt x="749150" y="1511313"/>
                  </a:lnTo>
                  <a:lnTo>
                    <a:pt x="758018" y="1508128"/>
                  </a:lnTo>
                  <a:lnTo>
                    <a:pt x="758366" y="1508003"/>
                  </a:lnTo>
                  <a:lnTo>
                    <a:pt x="765496" y="1505441"/>
                  </a:lnTo>
                  <a:lnTo>
                    <a:pt x="775060" y="1502002"/>
                  </a:lnTo>
                  <a:lnTo>
                    <a:pt x="782538" y="1499312"/>
                  </a:lnTo>
                  <a:lnTo>
                    <a:pt x="783407" y="1498999"/>
                  </a:lnTo>
                  <a:lnTo>
                    <a:pt x="788624" y="1497122"/>
                  </a:lnTo>
                  <a:lnTo>
                    <a:pt x="796972" y="1494116"/>
                  </a:lnTo>
                  <a:lnTo>
                    <a:pt x="806014" y="1490858"/>
                  </a:lnTo>
                  <a:lnTo>
                    <a:pt x="811057" y="1489040"/>
                  </a:lnTo>
                  <a:lnTo>
                    <a:pt x="833664" y="1480884"/>
                  </a:lnTo>
                  <a:lnTo>
                    <a:pt x="839576" y="1478749"/>
                  </a:lnTo>
                  <a:lnTo>
                    <a:pt x="843402" y="1477366"/>
                  </a:lnTo>
                  <a:lnTo>
                    <a:pt x="847054" y="1476047"/>
                  </a:lnTo>
                  <a:lnTo>
                    <a:pt x="847923" y="1475733"/>
                  </a:lnTo>
                  <a:lnTo>
                    <a:pt x="869487" y="1467933"/>
                  </a:lnTo>
                  <a:lnTo>
                    <a:pt x="874530" y="1466107"/>
                  </a:lnTo>
                  <a:lnTo>
                    <a:pt x="877138" y="1465162"/>
                  </a:lnTo>
                  <a:lnTo>
                    <a:pt x="911048" y="1452865"/>
                  </a:lnTo>
                  <a:lnTo>
                    <a:pt x="913831" y="1451855"/>
                  </a:lnTo>
                  <a:lnTo>
                    <a:pt x="923047" y="1448507"/>
                  </a:lnTo>
                  <a:lnTo>
                    <a:pt x="931916" y="1445283"/>
                  </a:lnTo>
                  <a:lnTo>
                    <a:pt x="932264" y="1445156"/>
                  </a:lnTo>
                  <a:lnTo>
                    <a:pt x="939394" y="1442563"/>
                  </a:lnTo>
                  <a:lnTo>
                    <a:pt x="948958" y="1439081"/>
                  </a:lnTo>
                  <a:lnTo>
                    <a:pt x="956435" y="1436358"/>
                  </a:lnTo>
                  <a:lnTo>
                    <a:pt x="957305" y="1436041"/>
                  </a:lnTo>
                  <a:lnTo>
                    <a:pt x="962522" y="1434140"/>
                  </a:lnTo>
                  <a:lnTo>
                    <a:pt x="970869" y="1431096"/>
                  </a:lnTo>
                  <a:lnTo>
                    <a:pt x="979912" y="1427797"/>
                  </a:lnTo>
                  <a:lnTo>
                    <a:pt x="984955" y="1425956"/>
                  </a:lnTo>
                  <a:lnTo>
                    <a:pt x="1007561" y="1417694"/>
                  </a:lnTo>
                  <a:lnTo>
                    <a:pt x="1013474" y="1415531"/>
                  </a:lnTo>
                  <a:lnTo>
                    <a:pt x="1017300" y="1414130"/>
                  </a:lnTo>
                  <a:lnTo>
                    <a:pt x="1020951" y="1412793"/>
                  </a:lnTo>
                  <a:lnTo>
                    <a:pt x="1021821" y="1412475"/>
                  </a:lnTo>
                  <a:lnTo>
                    <a:pt x="1043384" y="1404571"/>
                  </a:lnTo>
                  <a:lnTo>
                    <a:pt x="1048427" y="1402720"/>
                  </a:lnTo>
                  <a:lnTo>
                    <a:pt x="1051036" y="1401763"/>
                  </a:lnTo>
                  <a:lnTo>
                    <a:pt x="1084946" y="1389297"/>
                  </a:lnTo>
                  <a:lnTo>
                    <a:pt x="1087728" y="1388272"/>
                  </a:lnTo>
                  <a:lnTo>
                    <a:pt x="1096945" y="1384877"/>
                  </a:lnTo>
                  <a:lnTo>
                    <a:pt x="1105813" y="1381607"/>
                  </a:lnTo>
                  <a:lnTo>
                    <a:pt x="1106161" y="1381479"/>
                  </a:lnTo>
                  <a:lnTo>
                    <a:pt x="1113291" y="1378849"/>
                  </a:lnTo>
                  <a:lnTo>
                    <a:pt x="1122855" y="1375317"/>
                  </a:lnTo>
                  <a:lnTo>
                    <a:pt x="1130333" y="1372554"/>
                  </a:lnTo>
                  <a:lnTo>
                    <a:pt x="1131202" y="1372233"/>
                  </a:lnTo>
                  <a:lnTo>
                    <a:pt x="1136419" y="1370304"/>
                  </a:lnTo>
                  <a:lnTo>
                    <a:pt x="1144766" y="1367216"/>
                  </a:lnTo>
                  <a:lnTo>
                    <a:pt x="1153809" y="1363868"/>
                  </a:lnTo>
                  <a:lnTo>
                    <a:pt x="1158852" y="1362000"/>
                  </a:lnTo>
                  <a:lnTo>
                    <a:pt x="1181459" y="1353615"/>
                  </a:lnTo>
                  <a:lnTo>
                    <a:pt x="1187371" y="1351419"/>
                  </a:lnTo>
                  <a:lnTo>
                    <a:pt x="1191197" y="1349997"/>
                  </a:lnTo>
                  <a:lnTo>
                    <a:pt x="1194849" y="1348640"/>
                  </a:lnTo>
                  <a:lnTo>
                    <a:pt x="1195718" y="1348316"/>
                  </a:lnTo>
                  <a:lnTo>
                    <a:pt x="1217282" y="1340291"/>
                  </a:lnTo>
                  <a:lnTo>
                    <a:pt x="1222325" y="1338412"/>
                  </a:lnTo>
                  <a:lnTo>
                    <a:pt x="1224933" y="1337440"/>
                  </a:lnTo>
                  <a:lnTo>
                    <a:pt x="1258843" y="1324777"/>
                  </a:lnTo>
                  <a:lnTo>
                    <a:pt x="1261625" y="1323736"/>
                  </a:lnTo>
                  <a:lnTo>
                    <a:pt x="1270842" y="1320287"/>
                  </a:lnTo>
                  <a:lnTo>
                    <a:pt x="1279711" y="1316964"/>
                  </a:lnTo>
                  <a:lnTo>
                    <a:pt x="1280059" y="1316834"/>
                  </a:lnTo>
                  <a:lnTo>
                    <a:pt x="1287188" y="1314161"/>
                  </a:lnTo>
                  <a:lnTo>
                    <a:pt x="1296753" y="1310572"/>
                  </a:lnTo>
                  <a:lnTo>
                    <a:pt x="1304230" y="1307764"/>
                  </a:lnTo>
                  <a:lnTo>
                    <a:pt x="1305100" y="1307437"/>
                  </a:lnTo>
                  <a:lnTo>
                    <a:pt x="1310317" y="1305477"/>
                  </a:lnTo>
                  <a:lnTo>
                    <a:pt x="1318664" y="1302338"/>
                  </a:lnTo>
                  <a:lnTo>
                    <a:pt x="1327707" y="1298934"/>
                  </a:lnTo>
                  <a:lnTo>
                    <a:pt x="1332750" y="1297034"/>
                  </a:lnTo>
                  <a:lnTo>
                    <a:pt x="1355356" y="1288508"/>
                  </a:lnTo>
                  <a:lnTo>
                    <a:pt x="1361269" y="1286274"/>
                  </a:lnTo>
                  <a:lnTo>
                    <a:pt x="1368746" y="1283448"/>
                  </a:lnTo>
                  <a:lnTo>
                    <a:pt x="1369616" y="1283119"/>
                  </a:lnTo>
                  <a:lnTo>
                    <a:pt x="1391179" y="1274955"/>
                  </a:lnTo>
                  <a:lnTo>
                    <a:pt x="1396222" y="1273043"/>
                  </a:lnTo>
                  <a:lnTo>
                    <a:pt x="1398831" y="1272054"/>
                  </a:lnTo>
                  <a:lnTo>
                    <a:pt x="1432741" y="1259169"/>
                  </a:lnTo>
                  <a:lnTo>
                    <a:pt x="1435523" y="1258109"/>
                  </a:lnTo>
                  <a:lnTo>
                    <a:pt x="1444739" y="1254598"/>
                  </a:lnTo>
                  <a:lnTo>
                    <a:pt x="1453608" y="1251216"/>
                  </a:lnTo>
                  <a:lnTo>
                    <a:pt x="1453956" y="1251084"/>
                  </a:lnTo>
                  <a:lnTo>
                    <a:pt x="1461086" y="1248362"/>
                  </a:lnTo>
                  <a:lnTo>
                    <a:pt x="1470650" y="1244709"/>
                  </a:lnTo>
                  <a:lnTo>
                    <a:pt x="1478128" y="1241850"/>
                  </a:lnTo>
                  <a:lnTo>
                    <a:pt x="1478997" y="1241517"/>
                  </a:lnTo>
                  <a:lnTo>
                    <a:pt x="1484214" y="1239521"/>
                  </a:lnTo>
                  <a:lnTo>
                    <a:pt x="1492561" y="1236324"/>
                  </a:lnTo>
                  <a:lnTo>
                    <a:pt x="1501604" y="1232858"/>
                  </a:lnTo>
                  <a:lnTo>
                    <a:pt x="1529254" y="1222239"/>
                  </a:lnTo>
                  <a:lnTo>
                    <a:pt x="1535166" y="1219964"/>
                  </a:lnTo>
                  <a:lnTo>
                    <a:pt x="1538992" y="1218491"/>
                  </a:lnTo>
                  <a:lnTo>
                    <a:pt x="1542644" y="1217084"/>
                  </a:lnTo>
                  <a:lnTo>
                    <a:pt x="1543513" y="1216749"/>
                  </a:lnTo>
                  <a:lnTo>
                    <a:pt x="1565077" y="1208432"/>
                  </a:lnTo>
                  <a:lnTo>
                    <a:pt x="1570120" y="1206484"/>
                  </a:lnTo>
                  <a:lnTo>
                    <a:pt x="1572728" y="1205476"/>
                  </a:lnTo>
                  <a:lnTo>
                    <a:pt x="1606638" y="1192344"/>
                  </a:lnTo>
                  <a:lnTo>
                    <a:pt x="1609420" y="1191265"/>
                  </a:lnTo>
                  <a:lnTo>
                    <a:pt x="1618637" y="1187686"/>
                  </a:lnTo>
                  <a:lnTo>
                    <a:pt x="1627506" y="1184239"/>
                  </a:lnTo>
                  <a:lnTo>
                    <a:pt x="1627854" y="1184103"/>
                  </a:lnTo>
                  <a:lnTo>
                    <a:pt x="1634983" y="1181329"/>
                  </a:lnTo>
                  <a:lnTo>
                    <a:pt x="1644548" y="1177605"/>
                  </a:lnTo>
                  <a:lnTo>
                    <a:pt x="1652025" y="1174690"/>
                  </a:lnTo>
                  <a:lnTo>
                    <a:pt x="1652895" y="1174351"/>
                  </a:lnTo>
                  <a:lnTo>
                    <a:pt x="1658112" y="1172316"/>
                  </a:lnTo>
                  <a:lnTo>
                    <a:pt x="1666459" y="1169057"/>
                  </a:lnTo>
                  <a:lnTo>
                    <a:pt x="1675501" y="1165523"/>
                  </a:lnTo>
                  <a:lnTo>
                    <a:pt x="1680544" y="1163550"/>
                  </a:lnTo>
                  <a:lnTo>
                    <a:pt x="1703151" y="1154694"/>
                  </a:lnTo>
                  <a:lnTo>
                    <a:pt x="1709064" y="1152374"/>
                  </a:lnTo>
                  <a:lnTo>
                    <a:pt x="1712889" y="1150872"/>
                  </a:lnTo>
                  <a:lnTo>
                    <a:pt x="1716541" y="1149438"/>
                  </a:lnTo>
                  <a:lnTo>
                    <a:pt x="1717411" y="1149096"/>
                  </a:lnTo>
                  <a:lnTo>
                    <a:pt x="1738974" y="1140614"/>
                  </a:lnTo>
                  <a:lnTo>
                    <a:pt x="1744017" y="1138627"/>
                  </a:lnTo>
                  <a:lnTo>
                    <a:pt x="1746625" y="1137599"/>
                  </a:lnTo>
                  <a:lnTo>
                    <a:pt x="1780535" y="1124205"/>
                  </a:lnTo>
                  <a:lnTo>
                    <a:pt x="1783318" y="1123104"/>
                  </a:lnTo>
                  <a:lnTo>
                    <a:pt x="1792534" y="1119453"/>
                  </a:lnTo>
                  <a:lnTo>
                    <a:pt x="1801403" y="1115937"/>
                  </a:lnTo>
                  <a:lnTo>
                    <a:pt x="1801751" y="1115799"/>
                  </a:lnTo>
                  <a:lnTo>
                    <a:pt x="1808881" y="1112969"/>
                  </a:lnTo>
                  <a:lnTo>
                    <a:pt x="1818445" y="1109170"/>
                  </a:lnTo>
                  <a:lnTo>
                    <a:pt x="1825923" y="1106196"/>
                  </a:lnTo>
                  <a:lnTo>
                    <a:pt x="1826792" y="1105850"/>
                  </a:lnTo>
                  <a:lnTo>
                    <a:pt x="1832009" y="1103774"/>
                  </a:lnTo>
                  <a:lnTo>
                    <a:pt x="1840356" y="1100450"/>
                  </a:lnTo>
                  <a:lnTo>
                    <a:pt x="1849399" y="1096844"/>
                  </a:lnTo>
                  <a:lnTo>
                    <a:pt x="1854442" y="1094832"/>
                  </a:lnTo>
                  <a:lnTo>
                    <a:pt x="1877049" y="1085798"/>
                  </a:lnTo>
                  <a:lnTo>
                    <a:pt x="1882961" y="1083431"/>
                  </a:lnTo>
                  <a:lnTo>
                    <a:pt x="1886787" y="1081899"/>
                  </a:lnTo>
                  <a:lnTo>
                    <a:pt x="1890439" y="1080436"/>
                  </a:lnTo>
                  <a:lnTo>
                    <a:pt x="1912871" y="1071434"/>
                  </a:lnTo>
                  <a:lnTo>
                    <a:pt x="1917914" y="1069407"/>
                  </a:lnTo>
                  <a:lnTo>
                    <a:pt x="1920523" y="1068358"/>
                  </a:lnTo>
                  <a:lnTo>
                    <a:pt x="1954433" y="1054696"/>
                  </a:lnTo>
                  <a:lnTo>
                    <a:pt x="1957215" y="1053573"/>
                  </a:lnTo>
                  <a:lnTo>
                    <a:pt x="1966432" y="1049849"/>
                  </a:lnTo>
                  <a:lnTo>
                    <a:pt x="1975301" y="1046262"/>
                  </a:lnTo>
                  <a:lnTo>
                    <a:pt x="1975648" y="1046121"/>
                  </a:lnTo>
                  <a:lnTo>
                    <a:pt x="1982778" y="1043235"/>
                  </a:lnTo>
                  <a:lnTo>
                    <a:pt x="1992343" y="1039360"/>
                  </a:lnTo>
                  <a:lnTo>
                    <a:pt x="1999820" y="1036327"/>
                  </a:lnTo>
                  <a:lnTo>
                    <a:pt x="2000690" y="1035975"/>
                  </a:lnTo>
                  <a:lnTo>
                    <a:pt x="2005907" y="1033857"/>
                  </a:lnTo>
                  <a:lnTo>
                    <a:pt x="2014254" y="1030467"/>
                  </a:lnTo>
                  <a:lnTo>
                    <a:pt x="2023296" y="1026790"/>
                  </a:lnTo>
                  <a:lnTo>
                    <a:pt x="2028339" y="1024738"/>
                  </a:lnTo>
                  <a:lnTo>
                    <a:pt x="2050946" y="1015525"/>
                  </a:lnTo>
                  <a:lnTo>
                    <a:pt x="2056859" y="1013112"/>
                  </a:lnTo>
                  <a:lnTo>
                    <a:pt x="2060684" y="1011550"/>
                  </a:lnTo>
                  <a:lnTo>
                    <a:pt x="2064336" y="1010058"/>
                  </a:lnTo>
                  <a:lnTo>
                    <a:pt x="2065206" y="1009702"/>
                  </a:lnTo>
                  <a:lnTo>
                    <a:pt x="2086769" y="1000880"/>
                  </a:lnTo>
                  <a:lnTo>
                    <a:pt x="2091812" y="998814"/>
                  </a:lnTo>
                  <a:lnTo>
                    <a:pt x="2094420" y="997744"/>
                  </a:lnTo>
                  <a:lnTo>
                    <a:pt x="2128330" y="983817"/>
                  </a:lnTo>
                  <a:lnTo>
                    <a:pt x="2131113" y="982672"/>
                  </a:lnTo>
                  <a:lnTo>
                    <a:pt x="2140329" y="978877"/>
                  </a:lnTo>
                  <a:lnTo>
                    <a:pt x="2149198" y="975222"/>
                  </a:lnTo>
                  <a:lnTo>
                    <a:pt x="2149546" y="975079"/>
                  </a:lnTo>
                  <a:lnTo>
                    <a:pt x="2156676" y="972137"/>
                  </a:lnTo>
                  <a:lnTo>
                    <a:pt x="2166240" y="968188"/>
                  </a:lnTo>
                  <a:lnTo>
                    <a:pt x="2173718" y="965098"/>
                  </a:lnTo>
                  <a:lnTo>
                    <a:pt x="2174587" y="964739"/>
                  </a:lnTo>
                  <a:lnTo>
                    <a:pt x="2179804" y="962581"/>
                  </a:lnTo>
                  <a:lnTo>
                    <a:pt x="2188151" y="959127"/>
                  </a:lnTo>
                  <a:lnTo>
                    <a:pt x="2197194" y="955381"/>
                  </a:lnTo>
                  <a:lnTo>
                    <a:pt x="2202237" y="953291"/>
                  </a:lnTo>
                  <a:lnTo>
                    <a:pt x="2224843" y="943907"/>
                  </a:lnTo>
                  <a:lnTo>
                    <a:pt x="2230756" y="941449"/>
                  </a:lnTo>
                  <a:lnTo>
                    <a:pt x="2234582" y="939858"/>
                  </a:lnTo>
                  <a:lnTo>
                    <a:pt x="2238234" y="938339"/>
                  </a:lnTo>
                  <a:lnTo>
                    <a:pt x="2239103" y="937977"/>
                  </a:lnTo>
                  <a:lnTo>
                    <a:pt x="2260666" y="928993"/>
                  </a:lnTo>
                  <a:lnTo>
                    <a:pt x="2265709" y="926889"/>
                  </a:lnTo>
                  <a:lnTo>
                    <a:pt x="2268318" y="925801"/>
                  </a:lnTo>
                  <a:lnTo>
                    <a:pt x="2302228" y="911624"/>
                  </a:lnTo>
                  <a:lnTo>
                    <a:pt x="2305010" y="910459"/>
                  </a:lnTo>
                  <a:lnTo>
                    <a:pt x="2314227" y="906597"/>
                  </a:lnTo>
                  <a:lnTo>
                    <a:pt x="2323095" y="902877"/>
                  </a:lnTo>
                  <a:lnTo>
                    <a:pt x="2323443" y="902731"/>
                  </a:lnTo>
                  <a:lnTo>
                    <a:pt x="2330573" y="899738"/>
                  </a:lnTo>
                  <a:lnTo>
                    <a:pt x="2340137" y="895721"/>
                  </a:lnTo>
                  <a:lnTo>
                    <a:pt x="2348485" y="892211"/>
                  </a:lnTo>
                  <a:lnTo>
                    <a:pt x="2353701" y="890017"/>
                  </a:lnTo>
                  <a:lnTo>
                    <a:pt x="2362049" y="886503"/>
                  </a:lnTo>
                  <a:lnTo>
                    <a:pt x="2371091" y="882693"/>
                  </a:lnTo>
                  <a:lnTo>
                    <a:pt x="2376134" y="880567"/>
                  </a:lnTo>
                  <a:lnTo>
                    <a:pt x="2398741" y="871025"/>
                  </a:lnTo>
                  <a:lnTo>
                    <a:pt x="2404653" y="868526"/>
                  </a:lnTo>
                  <a:lnTo>
                    <a:pt x="2408479" y="866908"/>
                  </a:lnTo>
                  <a:lnTo>
                    <a:pt x="2412131" y="865364"/>
                  </a:lnTo>
                  <a:lnTo>
                    <a:pt x="2413000" y="864996"/>
                  </a:lnTo>
                  <a:lnTo>
                    <a:pt x="2434564" y="855864"/>
                  </a:lnTo>
                  <a:lnTo>
                    <a:pt x="2439607" y="853726"/>
                  </a:lnTo>
                  <a:lnTo>
                    <a:pt x="2442215" y="852620"/>
                  </a:lnTo>
                  <a:lnTo>
                    <a:pt x="2476125" y="838215"/>
                  </a:lnTo>
                  <a:lnTo>
                    <a:pt x="2478908" y="837032"/>
                  </a:lnTo>
                  <a:lnTo>
                    <a:pt x="2488124" y="833109"/>
                  </a:lnTo>
                  <a:lnTo>
                    <a:pt x="2496993" y="829331"/>
                  </a:lnTo>
                  <a:lnTo>
                    <a:pt x="2497341" y="829182"/>
                  </a:lnTo>
                  <a:lnTo>
                    <a:pt x="2504471" y="826143"/>
                  </a:lnTo>
                  <a:lnTo>
                    <a:pt x="2514035" y="822063"/>
                  </a:lnTo>
                  <a:lnTo>
                    <a:pt x="2521512" y="818871"/>
                  </a:lnTo>
                  <a:lnTo>
                    <a:pt x="2522382" y="818500"/>
                  </a:lnTo>
                  <a:lnTo>
                    <a:pt x="2527599" y="816272"/>
                  </a:lnTo>
                  <a:lnTo>
                    <a:pt x="2535946" y="812704"/>
                  </a:lnTo>
                  <a:lnTo>
                    <a:pt x="2544989" y="808837"/>
                  </a:lnTo>
                  <a:lnTo>
                    <a:pt x="2550032" y="806679"/>
                  </a:lnTo>
                  <a:lnTo>
                    <a:pt x="2572638" y="796995"/>
                  </a:lnTo>
                  <a:lnTo>
                    <a:pt x="2582377" y="792818"/>
                  </a:lnTo>
                  <a:lnTo>
                    <a:pt x="2586028" y="791251"/>
                  </a:lnTo>
                  <a:lnTo>
                    <a:pt x="2586898" y="790878"/>
                  </a:lnTo>
                  <a:lnTo>
                    <a:pt x="2608461" y="781615"/>
                  </a:lnTo>
                  <a:lnTo>
                    <a:pt x="2613504" y="779446"/>
                  </a:lnTo>
                  <a:lnTo>
                    <a:pt x="2616113" y="778324"/>
                  </a:lnTo>
                  <a:lnTo>
                    <a:pt x="2650023" y="763718"/>
                  </a:lnTo>
                  <a:lnTo>
                    <a:pt x="2652805" y="762518"/>
                  </a:lnTo>
                  <a:lnTo>
                    <a:pt x="2662022" y="758541"/>
                  </a:lnTo>
                  <a:lnTo>
                    <a:pt x="2670890" y="754712"/>
                  </a:lnTo>
                  <a:lnTo>
                    <a:pt x="2671238" y="754562"/>
                  </a:lnTo>
                  <a:lnTo>
                    <a:pt x="2678368" y="751482"/>
                  </a:lnTo>
                  <a:lnTo>
                    <a:pt x="2687932" y="747347"/>
                  </a:lnTo>
                  <a:lnTo>
                    <a:pt x="2695410" y="744113"/>
                  </a:lnTo>
                  <a:lnTo>
                    <a:pt x="2696279" y="743736"/>
                  </a:lnTo>
                  <a:lnTo>
                    <a:pt x="2701496" y="741479"/>
                  </a:lnTo>
                  <a:lnTo>
                    <a:pt x="2709843" y="737865"/>
                  </a:lnTo>
                  <a:lnTo>
                    <a:pt x="2718886" y="733947"/>
                  </a:lnTo>
                  <a:lnTo>
                    <a:pt x="2723929" y="731761"/>
                  </a:lnTo>
                  <a:lnTo>
                    <a:pt x="2746536" y="721954"/>
                  </a:lnTo>
                  <a:lnTo>
                    <a:pt x="2752448" y="719386"/>
                  </a:lnTo>
                  <a:lnTo>
                    <a:pt x="2756274" y="717724"/>
                  </a:lnTo>
                  <a:lnTo>
                    <a:pt x="2759926" y="716138"/>
                  </a:lnTo>
                  <a:lnTo>
                    <a:pt x="2760795" y="715760"/>
                  </a:lnTo>
                  <a:lnTo>
                    <a:pt x="2782359" y="706382"/>
                  </a:lnTo>
                  <a:lnTo>
                    <a:pt x="2787402" y="704187"/>
                  </a:lnTo>
                  <a:lnTo>
                    <a:pt x="2790010" y="703051"/>
                  </a:lnTo>
                  <a:lnTo>
                    <a:pt x="2823920" y="688271"/>
                  </a:lnTo>
                  <a:lnTo>
                    <a:pt x="2826703" y="687057"/>
                  </a:lnTo>
                  <a:lnTo>
                    <a:pt x="2835919" y="683034"/>
                  </a:lnTo>
                  <a:lnTo>
                    <a:pt x="2844788" y="679160"/>
                  </a:lnTo>
                  <a:lnTo>
                    <a:pt x="2845136" y="679008"/>
                  </a:lnTo>
                  <a:lnTo>
                    <a:pt x="2852265" y="675893"/>
                  </a:lnTo>
                  <a:lnTo>
                    <a:pt x="2861830" y="671711"/>
                  </a:lnTo>
                  <a:lnTo>
                    <a:pt x="2869307" y="668440"/>
                  </a:lnTo>
                  <a:lnTo>
                    <a:pt x="2870177" y="668060"/>
                  </a:lnTo>
                  <a:lnTo>
                    <a:pt x="2875394" y="665777"/>
                  </a:lnTo>
                  <a:lnTo>
                    <a:pt x="2883741" y="662123"/>
                  </a:lnTo>
                  <a:lnTo>
                    <a:pt x="2892784" y="658162"/>
                  </a:lnTo>
                  <a:lnTo>
                    <a:pt x="2897827" y="655952"/>
                  </a:lnTo>
                  <a:lnTo>
                    <a:pt x="2920433" y="646038"/>
                  </a:lnTo>
                  <a:lnTo>
                    <a:pt x="2926346" y="643444"/>
                  </a:lnTo>
                  <a:lnTo>
                    <a:pt x="2930171" y="641764"/>
                  </a:lnTo>
                  <a:lnTo>
                    <a:pt x="2933823" y="640161"/>
                  </a:lnTo>
                  <a:lnTo>
                    <a:pt x="2934693" y="639779"/>
                  </a:lnTo>
                  <a:lnTo>
                    <a:pt x="2956256" y="630304"/>
                  </a:lnTo>
                  <a:lnTo>
                    <a:pt x="2961299" y="628086"/>
                  </a:lnTo>
                  <a:lnTo>
                    <a:pt x="2963908" y="626939"/>
                  </a:lnTo>
                  <a:lnTo>
                    <a:pt x="2997818" y="612010"/>
                  </a:lnTo>
                  <a:lnTo>
                    <a:pt x="3000600" y="610784"/>
                  </a:lnTo>
                  <a:lnTo>
                    <a:pt x="3009817" y="606721"/>
                  </a:lnTo>
                  <a:lnTo>
                    <a:pt x="3018685" y="602810"/>
                  </a:lnTo>
                  <a:lnTo>
                    <a:pt x="3019033" y="602657"/>
                  </a:lnTo>
                  <a:lnTo>
                    <a:pt x="3026163" y="599511"/>
                  </a:lnTo>
                  <a:lnTo>
                    <a:pt x="3035727" y="595289"/>
                  </a:lnTo>
                  <a:lnTo>
                    <a:pt x="3043205" y="591988"/>
                  </a:lnTo>
                  <a:lnTo>
                    <a:pt x="3044074" y="591604"/>
                  </a:lnTo>
                  <a:lnTo>
                    <a:pt x="3049291" y="589299"/>
                  </a:lnTo>
                  <a:lnTo>
                    <a:pt x="3057638" y="585611"/>
                  </a:lnTo>
                  <a:lnTo>
                    <a:pt x="3066681" y="581613"/>
                  </a:lnTo>
                  <a:lnTo>
                    <a:pt x="3071724" y="579383"/>
                  </a:lnTo>
                  <a:lnTo>
                    <a:pt x="3094331" y="569380"/>
                  </a:lnTo>
                  <a:lnTo>
                    <a:pt x="3100243" y="566762"/>
                  </a:lnTo>
                  <a:lnTo>
                    <a:pt x="3104069" y="565068"/>
                  </a:lnTo>
                  <a:lnTo>
                    <a:pt x="3108590" y="563065"/>
                  </a:lnTo>
                  <a:lnTo>
                    <a:pt x="3130154" y="553507"/>
                  </a:lnTo>
                  <a:lnTo>
                    <a:pt x="3135197" y="551270"/>
                  </a:lnTo>
                  <a:lnTo>
                    <a:pt x="3137805" y="550113"/>
                  </a:lnTo>
                  <a:lnTo>
                    <a:pt x="3171715" y="535059"/>
                  </a:lnTo>
                  <a:lnTo>
                    <a:pt x="3174497" y="533823"/>
                  </a:lnTo>
                  <a:lnTo>
                    <a:pt x="3183714" y="529727"/>
                  </a:lnTo>
                  <a:lnTo>
                    <a:pt x="3192583" y="525784"/>
                  </a:lnTo>
                  <a:lnTo>
                    <a:pt x="3192931" y="525630"/>
                  </a:lnTo>
                  <a:lnTo>
                    <a:pt x="3200060" y="522459"/>
                  </a:lnTo>
                  <a:lnTo>
                    <a:pt x="3209625" y="518204"/>
                  </a:lnTo>
                  <a:lnTo>
                    <a:pt x="3217102" y="514876"/>
                  </a:lnTo>
                  <a:lnTo>
                    <a:pt x="3217972" y="514489"/>
                  </a:lnTo>
                  <a:lnTo>
                    <a:pt x="3223189" y="512166"/>
                  </a:lnTo>
                  <a:lnTo>
                    <a:pt x="3231536" y="508449"/>
                  </a:lnTo>
                  <a:lnTo>
                    <a:pt x="3240578" y="504421"/>
                  </a:lnTo>
                  <a:lnTo>
                    <a:pt x="3245621" y="502174"/>
                  </a:lnTo>
                  <a:lnTo>
                    <a:pt x="3268228" y="492096"/>
                  </a:lnTo>
                  <a:lnTo>
                    <a:pt x="3274141" y="489458"/>
                  </a:lnTo>
                  <a:lnTo>
                    <a:pt x="3277966" y="487751"/>
                  </a:lnTo>
                  <a:lnTo>
                    <a:pt x="3281618" y="486122"/>
                  </a:lnTo>
                  <a:lnTo>
                    <a:pt x="3282488" y="485734"/>
                  </a:lnTo>
                  <a:lnTo>
                    <a:pt x="3304051" y="476107"/>
                  </a:lnTo>
                  <a:lnTo>
                    <a:pt x="3309094" y="473854"/>
                  </a:lnTo>
                  <a:lnTo>
                    <a:pt x="3311702" y="472689"/>
                  </a:lnTo>
                  <a:lnTo>
                    <a:pt x="3345612" y="457530"/>
                  </a:lnTo>
                  <a:lnTo>
                    <a:pt x="3348395" y="456285"/>
                  </a:lnTo>
                  <a:lnTo>
                    <a:pt x="3357611" y="452161"/>
                  </a:lnTo>
                  <a:lnTo>
                    <a:pt x="3366480" y="448192"/>
                  </a:lnTo>
                  <a:lnTo>
                    <a:pt x="3366828" y="448036"/>
                  </a:lnTo>
                  <a:lnTo>
                    <a:pt x="3373958" y="444844"/>
                  </a:lnTo>
                  <a:lnTo>
                    <a:pt x="3383522" y="440561"/>
                  </a:lnTo>
                  <a:lnTo>
                    <a:pt x="3391000" y="437211"/>
                  </a:lnTo>
                  <a:lnTo>
                    <a:pt x="3391869" y="436821"/>
                  </a:lnTo>
                  <a:lnTo>
                    <a:pt x="3397086" y="434484"/>
                  </a:lnTo>
                  <a:lnTo>
                    <a:pt x="3405433" y="430743"/>
                  </a:lnTo>
                  <a:lnTo>
                    <a:pt x="3414476" y="426689"/>
                  </a:lnTo>
                  <a:lnTo>
                    <a:pt x="3419519" y="424428"/>
                  </a:lnTo>
                  <a:lnTo>
                    <a:pt x="3442126" y="414286"/>
                  </a:lnTo>
                  <a:lnTo>
                    <a:pt x="3448038" y="411632"/>
                  </a:lnTo>
                  <a:lnTo>
                    <a:pt x="3451864" y="409915"/>
                  </a:lnTo>
                  <a:lnTo>
                    <a:pt x="3455516" y="408275"/>
                  </a:lnTo>
                  <a:lnTo>
                    <a:pt x="3456385" y="407885"/>
                  </a:lnTo>
                  <a:lnTo>
                    <a:pt x="3477948" y="398200"/>
                  </a:lnTo>
                  <a:lnTo>
                    <a:pt x="3482991" y="395934"/>
                  </a:lnTo>
                  <a:lnTo>
                    <a:pt x="3485600" y="394762"/>
                  </a:lnTo>
                  <a:lnTo>
                    <a:pt x="3519510" y="379514"/>
                  </a:lnTo>
                  <a:lnTo>
                    <a:pt x="3522292" y="378263"/>
                  </a:lnTo>
                  <a:lnTo>
                    <a:pt x="3531509" y="374115"/>
                  </a:lnTo>
                  <a:lnTo>
                    <a:pt x="3540378" y="370124"/>
                  </a:lnTo>
                  <a:lnTo>
                    <a:pt x="3540725" y="369967"/>
                  </a:lnTo>
                  <a:lnTo>
                    <a:pt x="3547855" y="366757"/>
                  </a:lnTo>
                  <a:lnTo>
                    <a:pt x="3557420" y="362451"/>
                  </a:lnTo>
                  <a:lnTo>
                    <a:pt x="3564897" y="359083"/>
                  </a:lnTo>
                  <a:lnTo>
                    <a:pt x="3565767" y="358691"/>
                  </a:lnTo>
                  <a:lnTo>
                    <a:pt x="3570984" y="356341"/>
                  </a:lnTo>
                  <a:lnTo>
                    <a:pt x="3579331" y="352580"/>
                  </a:lnTo>
                  <a:lnTo>
                    <a:pt x="3588373" y="348504"/>
                  </a:lnTo>
                  <a:lnTo>
                    <a:pt x="3593416" y="346231"/>
                  </a:lnTo>
                  <a:lnTo>
                    <a:pt x="3616023" y="336036"/>
                  </a:lnTo>
                  <a:lnTo>
                    <a:pt x="3621936" y="333369"/>
                  </a:lnTo>
                  <a:lnTo>
                    <a:pt x="3625761" y="331642"/>
                  </a:lnTo>
                  <a:lnTo>
                    <a:pt x="3629413" y="329995"/>
                  </a:lnTo>
                  <a:lnTo>
                    <a:pt x="3630283" y="329602"/>
                  </a:lnTo>
                  <a:lnTo>
                    <a:pt x="3651846" y="319869"/>
                  </a:lnTo>
                  <a:lnTo>
                    <a:pt x="3656889" y="317591"/>
                  </a:lnTo>
                  <a:lnTo>
                    <a:pt x="3659497" y="316413"/>
                  </a:lnTo>
                  <a:lnTo>
                    <a:pt x="3693407" y="301092"/>
                  </a:lnTo>
                  <a:lnTo>
                    <a:pt x="3696190" y="299835"/>
                  </a:lnTo>
                  <a:lnTo>
                    <a:pt x="3705406" y="295668"/>
                  </a:lnTo>
                  <a:lnTo>
                    <a:pt x="3714623" y="291500"/>
                  </a:lnTo>
                  <a:lnTo>
                    <a:pt x="3721753" y="288276"/>
                  </a:lnTo>
                  <a:lnTo>
                    <a:pt x="3731317" y="283949"/>
                  </a:lnTo>
                  <a:lnTo>
                    <a:pt x="3738795" y="280566"/>
                  </a:lnTo>
                  <a:lnTo>
                    <a:pt x="3739664" y="280172"/>
                  </a:lnTo>
                  <a:lnTo>
                    <a:pt x="3744881" y="277811"/>
                  </a:lnTo>
                  <a:lnTo>
                    <a:pt x="3753228" y="274033"/>
                  </a:lnTo>
                  <a:lnTo>
                    <a:pt x="3762271" y="269940"/>
                  </a:lnTo>
                  <a:lnTo>
                    <a:pt x="3767314" y="267656"/>
                  </a:lnTo>
                  <a:lnTo>
                    <a:pt x="3789920" y="257417"/>
                  </a:lnTo>
                  <a:lnTo>
                    <a:pt x="3795833" y="254738"/>
                  </a:lnTo>
                  <a:lnTo>
                    <a:pt x="3799659" y="253005"/>
                  </a:lnTo>
                  <a:lnTo>
                    <a:pt x="3803311" y="251350"/>
                  </a:lnTo>
                  <a:lnTo>
                    <a:pt x="3804180" y="250956"/>
                  </a:lnTo>
                  <a:lnTo>
                    <a:pt x="3825743" y="241181"/>
                  </a:lnTo>
                  <a:lnTo>
                    <a:pt x="3830786" y="238895"/>
                  </a:lnTo>
                  <a:lnTo>
                    <a:pt x="3833395" y="237712"/>
                  </a:lnTo>
                  <a:lnTo>
                    <a:pt x="3867305" y="222329"/>
                  </a:lnTo>
                  <a:lnTo>
                    <a:pt x="3870087" y="221066"/>
                  </a:lnTo>
                  <a:lnTo>
                    <a:pt x="3879304" y="216883"/>
                  </a:lnTo>
                  <a:lnTo>
                    <a:pt x="3888173" y="212857"/>
                  </a:lnTo>
                  <a:lnTo>
                    <a:pt x="3888520" y="212699"/>
                  </a:lnTo>
                  <a:lnTo>
                    <a:pt x="3895650" y="209462"/>
                  </a:lnTo>
                  <a:lnTo>
                    <a:pt x="3905214" y="205119"/>
                  </a:lnTo>
                  <a:lnTo>
                    <a:pt x="3912692" y="201722"/>
                  </a:lnTo>
                  <a:lnTo>
                    <a:pt x="3913562" y="201327"/>
                  </a:lnTo>
                  <a:lnTo>
                    <a:pt x="3918778" y="198958"/>
                  </a:lnTo>
                  <a:lnTo>
                    <a:pt x="3927126" y="195165"/>
                  </a:lnTo>
                  <a:lnTo>
                    <a:pt x="3936168" y="191056"/>
                  </a:lnTo>
                  <a:lnTo>
                    <a:pt x="3941211" y="188765"/>
                  </a:lnTo>
                  <a:lnTo>
                    <a:pt x="3963818" y="178488"/>
                  </a:lnTo>
                  <a:lnTo>
                    <a:pt x="3969730" y="175800"/>
                  </a:lnTo>
                  <a:lnTo>
                    <a:pt x="3973556" y="174060"/>
                  </a:lnTo>
                  <a:lnTo>
                    <a:pt x="3977208" y="172399"/>
                  </a:lnTo>
                  <a:lnTo>
                    <a:pt x="3978077" y="172004"/>
                  </a:lnTo>
                  <a:lnTo>
                    <a:pt x="4004684" y="159900"/>
                  </a:lnTo>
                  <a:lnTo>
                    <a:pt x="4007292" y="158713"/>
                  </a:lnTo>
                  <a:lnTo>
                    <a:pt x="4041202" y="143278"/>
                  </a:lnTo>
                  <a:lnTo>
                    <a:pt x="4043985" y="142011"/>
                  </a:lnTo>
                  <a:lnTo>
                    <a:pt x="4053201" y="137814"/>
                  </a:lnTo>
                  <a:lnTo>
                    <a:pt x="4062070" y="133775"/>
                  </a:lnTo>
                  <a:lnTo>
                    <a:pt x="4062418" y="133616"/>
                  </a:lnTo>
                  <a:lnTo>
                    <a:pt x="4086590" y="122604"/>
                  </a:lnTo>
                  <a:lnTo>
                    <a:pt x="4092676" y="119830"/>
                  </a:lnTo>
                  <a:lnTo>
                    <a:pt x="4101023" y="116026"/>
                  </a:lnTo>
                  <a:lnTo>
                    <a:pt x="4110066" y="111904"/>
                  </a:lnTo>
                  <a:lnTo>
                    <a:pt x="4151975" y="92793"/>
                  </a:lnTo>
                  <a:lnTo>
                    <a:pt x="4181190" y="79463"/>
                  </a:lnTo>
                  <a:lnTo>
                    <a:pt x="4261356" y="42855"/>
                  </a:lnTo>
                  <a:lnTo>
                    <a:pt x="4355087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" name="pl11"/>
            <p:cNvSpPr/>
            <p:nvPr/>
          </p:nvSpPr>
          <p:spPr>
            <a:xfrm>
              <a:off x="3427483" y="3088395"/>
              <a:ext cx="4355087" cy="1706234"/>
            </a:xfrm>
            <a:custGeom>
              <a:avLst/>
              <a:pathLst>
                <a:path w="4355087" h="1706234">
                  <a:moveTo>
                    <a:pt x="4355087" y="0"/>
                  </a:moveTo>
                  <a:lnTo>
                    <a:pt x="4261356" y="32072"/>
                  </a:lnTo>
                  <a:lnTo>
                    <a:pt x="4181190" y="59548"/>
                  </a:lnTo>
                  <a:lnTo>
                    <a:pt x="4151975" y="69572"/>
                  </a:lnTo>
                  <a:lnTo>
                    <a:pt x="4110066" y="83963"/>
                  </a:lnTo>
                  <a:lnTo>
                    <a:pt x="4101023" y="87070"/>
                  </a:lnTo>
                  <a:lnTo>
                    <a:pt x="4092676" y="89938"/>
                  </a:lnTo>
                  <a:lnTo>
                    <a:pt x="4086590" y="92030"/>
                  </a:lnTo>
                  <a:lnTo>
                    <a:pt x="4062418" y="100340"/>
                  </a:lnTo>
                  <a:lnTo>
                    <a:pt x="4062070" y="100460"/>
                  </a:lnTo>
                  <a:lnTo>
                    <a:pt x="4053201" y="103510"/>
                  </a:lnTo>
                  <a:lnTo>
                    <a:pt x="4043985" y="106681"/>
                  </a:lnTo>
                  <a:lnTo>
                    <a:pt x="4041202" y="107638"/>
                  </a:lnTo>
                  <a:lnTo>
                    <a:pt x="4007292" y="119310"/>
                  </a:lnTo>
                  <a:lnTo>
                    <a:pt x="4004684" y="120209"/>
                  </a:lnTo>
                  <a:lnTo>
                    <a:pt x="3978077" y="129374"/>
                  </a:lnTo>
                  <a:lnTo>
                    <a:pt x="3977208" y="129674"/>
                  </a:lnTo>
                  <a:lnTo>
                    <a:pt x="3973556" y="130932"/>
                  </a:lnTo>
                  <a:lnTo>
                    <a:pt x="3969730" y="132251"/>
                  </a:lnTo>
                  <a:lnTo>
                    <a:pt x="3963818" y="134289"/>
                  </a:lnTo>
                  <a:lnTo>
                    <a:pt x="3941211" y="142084"/>
                  </a:lnTo>
                  <a:lnTo>
                    <a:pt x="3936168" y="143823"/>
                  </a:lnTo>
                  <a:lnTo>
                    <a:pt x="3927126" y="146943"/>
                  </a:lnTo>
                  <a:lnTo>
                    <a:pt x="3918778" y="149823"/>
                  </a:lnTo>
                  <a:lnTo>
                    <a:pt x="3913562" y="151624"/>
                  </a:lnTo>
                  <a:lnTo>
                    <a:pt x="3912692" y="151924"/>
                  </a:lnTo>
                  <a:lnTo>
                    <a:pt x="3905214" y="154505"/>
                  </a:lnTo>
                  <a:lnTo>
                    <a:pt x="3895650" y="157807"/>
                  </a:lnTo>
                  <a:lnTo>
                    <a:pt x="3888520" y="160270"/>
                  </a:lnTo>
                  <a:lnTo>
                    <a:pt x="3888173" y="160390"/>
                  </a:lnTo>
                  <a:lnTo>
                    <a:pt x="3879304" y="163453"/>
                  </a:lnTo>
                  <a:lnTo>
                    <a:pt x="3870087" y="166638"/>
                  </a:lnTo>
                  <a:lnTo>
                    <a:pt x="3867305" y="167599"/>
                  </a:lnTo>
                  <a:lnTo>
                    <a:pt x="3833395" y="179324"/>
                  </a:lnTo>
                  <a:lnTo>
                    <a:pt x="3830786" y="180226"/>
                  </a:lnTo>
                  <a:lnTo>
                    <a:pt x="3825743" y="181971"/>
                  </a:lnTo>
                  <a:lnTo>
                    <a:pt x="3804180" y="189434"/>
                  </a:lnTo>
                  <a:lnTo>
                    <a:pt x="3803311" y="189735"/>
                  </a:lnTo>
                  <a:lnTo>
                    <a:pt x="3799659" y="190999"/>
                  </a:lnTo>
                  <a:lnTo>
                    <a:pt x="3795833" y="192324"/>
                  </a:lnTo>
                  <a:lnTo>
                    <a:pt x="3789920" y="194372"/>
                  </a:lnTo>
                  <a:lnTo>
                    <a:pt x="3767314" y="202204"/>
                  </a:lnTo>
                  <a:lnTo>
                    <a:pt x="3762271" y="203952"/>
                  </a:lnTo>
                  <a:lnTo>
                    <a:pt x="3753228" y="207087"/>
                  </a:lnTo>
                  <a:lnTo>
                    <a:pt x="3744881" y="209982"/>
                  </a:lnTo>
                  <a:lnTo>
                    <a:pt x="3739664" y="211791"/>
                  </a:lnTo>
                  <a:lnTo>
                    <a:pt x="3738795" y="212093"/>
                  </a:lnTo>
                  <a:lnTo>
                    <a:pt x="3731317" y="214687"/>
                  </a:lnTo>
                  <a:lnTo>
                    <a:pt x="3721753" y="218006"/>
                  </a:lnTo>
                  <a:lnTo>
                    <a:pt x="3714623" y="220481"/>
                  </a:lnTo>
                  <a:lnTo>
                    <a:pt x="3705406" y="223681"/>
                  </a:lnTo>
                  <a:lnTo>
                    <a:pt x="3696190" y="226882"/>
                  </a:lnTo>
                  <a:lnTo>
                    <a:pt x="3693407" y="227848"/>
                  </a:lnTo>
                  <a:lnTo>
                    <a:pt x="3659497" y="239635"/>
                  </a:lnTo>
                  <a:lnTo>
                    <a:pt x="3656889" y="240542"/>
                  </a:lnTo>
                  <a:lnTo>
                    <a:pt x="3651846" y="242296"/>
                  </a:lnTo>
                  <a:lnTo>
                    <a:pt x="3630283" y="249800"/>
                  </a:lnTo>
                  <a:lnTo>
                    <a:pt x="3629413" y="250103"/>
                  </a:lnTo>
                  <a:lnTo>
                    <a:pt x="3625761" y="251374"/>
                  </a:lnTo>
                  <a:lnTo>
                    <a:pt x="3621936" y="252706"/>
                  </a:lnTo>
                  <a:lnTo>
                    <a:pt x="3616023" y="254765"/>
                  </a:lnTo>
                  <a:lnTo>
                    <a:pt x="3593416" y="262642"/>
                  </a:lnTo>
                  <a:lnTo>
                    <a:pt x="3588373" y="264400"/>
                  </a:lnTo>
                  <a:lnTo>
                    <a:pt x="3579331" y="267553"/>
                  </a:lnTo>
                  <a:lnTo>
                    <a:pt x="3570984" y="270465"/>
                  </a:lnTo>
                  <a:lnTo>
                    <a:pt x="3565767" y="272285"/>
                  </a:lnTo>
                  <a:lnTo>
                    <a:pt x="3564897" y="272588"/>
                  </a:lnTo>
                  <a:lnTo>
                    <a:pt x="3557420" y="275198"/>
                  </a:lnTo>
                  <a:lnTo>
                    <a:pt x="3547855" y="278537"/>
                  </a:lnTo>
                  <a:lnTo>
                    <a:pt x="3540725" y="281026"/>
                  </a:lnTo>
                  <a:lnTo>
                    <a:pt x="3540378" y="281148"/>
                  </a:lnTo>
                  <a:lnTo>
                    <a:pt x="3531509" y="284246"/>
                  </a:lnTo>
                  <a:lnTo>
                    <a:pt x="3522292" y="287466"/>
                  </a:lnTo>
                  <a:lnTo>
                    <a:pt x="3519510" y="288439"/>
                  </a:lnTo>
                  <a:lnTo>
                    <a:pt x="3485600" y="300299"/>
                  </a:lnTo>
                  <a:lnTo>
                    <a:pt x="3482991" y="301212"/>
                  </a:lnTo>
                  <a:lnTo>
                    <a:pt x="3477948" y="302977"/>
                  </a:lnTo>
                  <a:lnTo>
                    <a:pt x="3456385" y="310530"/>
                  </a:lnTo>
                  <a:lnTo>
                    <a:pt x="3455516" y="310834"/>
                  </a:lnTo>
                  <a:lnTo>
                    <a:pt x="3451864" y="312114"/>
                  </a:lnTo>
                  <a:lnTo>
                    <a:pt x="3448038" y="313455"/>
                  </a:lnTo>
                  <a:lnTo>
                    <a:pt x="3442126" y="315528"/>
                  </a:lnTo>
                  <a:lnTo>
                    <a:pt x="3419519" y="323457"/>
                  </a:lnTo>
                  <a:lnTo>
                    <a:pt x="3414476" y="325227"/>
                  </a:lnTo>
                  <a:lnTo>
                    <a:pt x="3405433" y="328402"/>
                  </a:lnTo>
                  <a:lnTo>
                    <a:pt x="3397086" y="331334"/>
                  </a:lnTo>
                  <a:lnTo>
                    <a:pt x="3391869" y="333167"/>
                  </a:lnTo>
                  <a:lnTo>
                    <a:pt x="3391000" y="333472"/>
                  </a:lnTo>
                  <a:lnTo>
                    <a:pt x="3383522" y="336100"/>
                  </a:lnTo>
                  <a:lnTo>
                    <a:pt x="3373958" y="339462"/>
                  </a:lnTo>
                  <a:lnTo>
                    <a:pt x="3366828" y="341970"/>
                  </a:lnTo>
                  <a:lnTo>
                    <a:pt x="3366480" y="342092"/>
                  </a:lnTo>
                  <a:lnTo>
                    <a:pt x="3357611" y="345212"/>
                  </a:lnTo>
                  <a:lnTo>
                    <a:pt x="3348395" y="348456"/>
                  </a:lnTo>
                  <a:lnTo>
                    <a:pt x="3345612" y="349436"/>
                  </a:lnTo>
                  <a:lnTo>
                    <a:pt x="3311702" y="361384"/>
                  </a:lnTo>
                  <a:lnTo>
                    <a:pt x="3309094" y="362304"/>
                  </a:lnTo>
                  <a:lnTo>
                    <a:pt x="3304051" y="364083"/>
                  </a:lnTo>
                  <a:lnTo>
                    <a:pt x="3282488" y="371693"/>
                  </a:lnTo>
                  <a:lnTo>
                    <a:pt x="3281618" y="372000"/>
                  </a:lnTo>
                  <a:lnTo>
                    <a:pt x="3277966" y="373290"/>
                  </a:lnTo>
                  <a:lnTo>
                    <a:pt x="3274141" y="374641"/>
                  </a:lnTo>
                  <a:lnTo>
                    <a:pt x="3268228" y="376730"/>
                  </a:lnTo>
                  <a:lnTo>
                    <a:pt x="3245621" y="384723"/>
                  </a:lnTo>
                  <a:lnTo>
                    <a:pt x="3240578" y="386507"/>
                  </a:lnTo>
                  <a:lnTo>
                    <a:pt x="3231536" y="389708"/>
                  </a:lnTo>
                  <a:lnTo>
                    <a:pt x="3223189" y="392663"/>
                  </a:lnTo>
                  <a:lnTo>
                    <a:pt x="3217972" y="394511"/>
                  </a:lnTo>
                  <a:lnTo>
                    <a:pt x="3217102" y="394819"/>
                  </a:lnTo>
                  <a:lnTo>
                    <a:pt x="3209625" y="397469"/>
                  </a:lnTo>
                  <a:lnTo>
                    <a:pt x="3200060" y="400860"/>
                  </a:lnTo>
                  <a:lnTo>
                    <a:pt x="3192931" y="403388"/>
                  </a:lnTo>
                  <a:lnTo>
                    <a:pt x="3192583" y="403512"/>
                  </a:lnTo>
                  <a:lnTo>
                    <a:pt x="3183714" y="406658"/>
                  </a:lnTo>
                  <a:lnTo>
                    <a:pt x="3174497" y="409930"/>
                  </a:lnTo>
                  <a:lnTo>
                    <a:pt x="3171715" y="410918"/>
                  </a:lnTo>
                  <a:lnTo>
                    <a:pt x="3137805" y="422971"/>
                  </a:lnTo>
                  <a:lnTo>
                    <a:pt x="3135197" y="423900"/>
                  </a:lnTo>
                  <a:lnTo>
                    <a:pt x="3130154" y="425694"/>
                  </a:lnTo>
                  <a:lnTo>
                    <a:pt x="3108590" y="433374"/>
                  </a:lnTo>
                  <a:lnTo>
                    <a:pt x="3104069" y="434986"/>
                  </a:lnTo>
                  <a:lnTo>
                    <a:pt x="3100243" y="436349"/>
                  </a:lnTo>
                  <a:lnTo>
                    <a:pt x="3094331" y="438458"/>
                  </a:lnTo>
                  <a:lnTo>
                    <a:pt x="3071724" y="446526"/>
                  </a:lnTo>
                  <a:lnTo>
                    <a:pt x="3066681" y="448327"/>
                  </a:lnTo>
                  <a:lnTo>
                    <a:pt x="3057638" y="451559"/>
                  </a:lnTo>
                  <a:lnTo>
                    <a:pt x="3049291" y="454543"/>
                  </a:lnTo>
                  <a:lnTo>
                    <a:pt x="3044074" y="456409"/>
                  </a:lnTo>
                  <a:lnTo>
                    <a:pt x="3043205" y="456720"/>
                  </a:lnTo>
                  <a:lnTo>
                    <a:pt x="3035727" y="459396"/>
                  </a:lnTo>
                  <a:lnTo>
                    <a:pt x="3026163" y="462820"/>
                  </a:lnTo>
                  <a:lnTo>
                    <a:pt x="3019033" y="465374"/>
                  </a:lnTo>
                  <a:lnTo>
                    <a:pt x="3018685" y="465498"/>
                  </a:lnTo>
                  <a:lnTo>
                    <a:pt x="3009817" y="468677"/>
                  </a:lnTo>
                  <a:lnTo>
                    <a:pt x="3000600" y="471982"/>
                  </a:lnTo>
                  <a:lnTo>
                    <a:pt x="2997818" y="472980"/>
                  </a:lnTo>
                  <a:lnTo>
                    <a:pt x="2963908" y="485158"/>
                  </a:lnTo>
                  <a:lnTo>
                    <a:pt x="2961299" y="486096"/>
                  </a:lnTo>
                  <a:lnTo>
                    <a:pt x="2956256" y="487910"/>
                  </a:lnTo>
                  <a:lnTo>
                    <a:pt x="2934693" y="495672"/>
                  </a:lnTo>
                  <a:lnTo>
                    <a:pt x="2933823" y="495986"/>
                  </a:lnTo>
                  <a:lnTo>
                    <a:pt x="2930171" y="497301"/>
                  </a:lnTo>
                  <a:lnTo>
                    <a:pt x="2926346" y="498680"/>
                  </a:lnTo>
                  <a:lnTo>
                    <a:pt x="2920433" y="500812"/>
                  </a:lnTo>
                  <a:lnTo>
                    <a:pt x="2897827" y="508970"/>
                  </a:lnTo>
                  <a:lnTo>
                    <a:pt x="2892784" y="510791"/>
                  </a:lnTo>
                  <a:lnTo>
                    <a:pt x="2883741" y="514059"/>
                  </a:lnTo>
                  <a:lnTo>
                    <a:pt x="2875394" y="517078"/>
                  </a:lnTo>
                  <a:lnTo>
                    <a:pt x="2870177" y="518965"/>
                  </a:lnTo>
                  <a:lnTo>
                    <a:pt x="2869307" y="519280"/>
                  </a:lnTo>
                  <a:lnTo>
                    <a:pt x="2861830" y="521986"/>
                  </a:lnTo>
                  <a:lnTo>
                    <a:pt x="2852265" y="525450"/>
                  </a:lnTo>
                  <a:lnTo>
                    <a:pt x="2845136" y="528034"/>
                  </a:lnTo>
                  <a:lnTo>
                    <a:pt x="2844788" y="528160"/>
                  </a:lnTo>
                  <a:lnTo>
                    <a:pt x="2835919" y="531376"/>
                  </a:lnTo>
                  <a:lnTo>
                    <a:pt x="2826703" y="534721"/>
                  </a:lnTo>
                  <a:lnTo>
                    <a:pt x="2823920" y="535731"/>
                  </a:lnTo>
                  <a:lnTo>
                    <a:pt x="2790010" y="548058"/>
                  </a:lnTo>
                  <a:lnTo>
                    <a:pt x="2787402" y="549007"/>
                  </a:lnTo>
                  <a:lnTo>
                    <a:pt x="2782359" y="550844"/>
                  </a:lnTo>
                  <a:lnTo>
                    <a:pt x="2760795" y="558704"/>
                  </a:lnTo>
                  <a:lnTo>
                    <a:pt x="2759926" y="559021"/>
                  </a:lnTo>
                  <a:lnTo>
                    <a:pt x="2756274" y="560354"/>
                  </a:lnTo>
                  <a:lnTo>
                    <a:pt x="2752448" y="561750"/>
                  </a:lnTo>
                  <a:lnTo>
                    <a:pt x="2746536" y="563909"/>
                  </a:lnTo>
                  <a:lnTo>
                    <a:pt x="2723929" y="572173"/>
                  </a:lnTo>
                  <a:lnTo>
                    <a:pt x="2718886" y="574018"/>
                  </a:lnTo>
                  <a:lnTo>
                    <a:pt x="2709843" y="577329"/>
                  </a:lnTo>
                  <a:lnTo>
                    <a:pt x="2701496" y="580388"/>
                  </a:lnTo>
                  <a:lnTo>
                    <a:pt x="2696279" y="582301"/>
                  </a:lnTo>
                  <a:lnTo>
                    <a:pt x="2695410" y="582619"/>
                  </a:lnTo>
                  <a:lnTo>
                    <a:pt x="2687932" y="585363"/>
                  </a:lnTo>
                  <a:lnTo>
                    <a:pt x="2678368" y="588874"/>
                  </a:lnTo>
                  <a:lnTo>
                    <a:pt x="2671238" y="591493"/>
                  </a:lnTo>
                  <a:lnTo>
                    <a:pt x="2670890" y="591621"/>
                  </a:lnTo>
                  <a:lnTo>
                    <a:pt x="2662022" y="594881"/>
                  </a:lnTo>
                  <a:lnTo>
                    <a:pt x="2652805" y="598272"/>
                  </a:lnTo>
                  <a:lnTo>
                    <a:pt x="2650023" y="599296"/>
                  </a:lnTo>
                  <a:lnTo>
                    <a:pt x="2616113" y="611797"/>
                  </a:lnTo>
                  <a:lnTo>
                    <a:pt x="2613504" y="612761"/>
                  </a:lnTo>
                  <a:lnTo>
                    <a:pt x="2608461" y="614623"/>
                  </a:lnTo>
                  <a:lnTo>
                    <a:pt x="2586898" y="622598"/>
                  </a:lnTo>
                  <a:lnTo>
                    <a:pt x="2586028" y="622920"/>
                  </a:lnTo>
                  <a:lnTo>
                    <a:pt x="2582377" y="624272"/>
                  </a:lnTo>
                  <a:lnTo>
                    <a:pt x="2572638" y="627880"/>
                  </a:lnTo>
                  <a:lnTo>
                    <a:pt x="2550032" y="636267"/>
                  </a:lnTo>
                  <a:lnTo>
                    <a:pt x="2544989" y="638141"/>
                  </a:lnTo>
                  <a:lnTo>
                    <a:pt x="2535946" y="641502"/>
                  </a:lnTo>
                  <a:lnTo>
                    <a:pt x="2527599" y="644607"/>
                  </a:lnTo>
                  <a:lnTo>
                    <a:pt x="2522382" y="646549"/>
                  </a:lnTo>
                  <a:lnTo>
                    <a:pt x="2521512" y="646873"/>
                  </a:lnTo>
                  <a:lnTo>
                    <a:pt x="2514035" y="649659"/>
                  </a:lnTo>
                  <a:lnTo>
                    <a:pt x="2504471" y="653224"/>
                  </a:lnTo>
                  <a:lnTo>
                    <a:pt x="2497341" y="655885"/>
                  </a:lnTo>
                  <a:lnTo>
                    <a:pt x="2496993" y="656014"/>
                  </a:lnTo>
                  <a:lnTo>
                    <a:pt x="2488124" y="659326"/>
                  </a:lnTo>
                  <a:lnTo>
                    <a:pt x="2478908" y="662771"/>
                  </a:lnTo>
                  <a:lnTo>
                    <a:pt x="2476125" y="663811"/>
                  </a:lnTo>
                  <a:lnTo>
                    <a:pt x="2442215" y="676514"/>
                  </a:lnTo>
                  <a:lnTo>
                    <a:pt x="2439607" y="677493"/>
                  </a:lnTo>
                  <a:lnTo>
                    <a:pt x="2434564" y="679386"/>
                  </a:lnTo>
                  <a:lnTo>
                    <a:pt x="2413000" y="687492"/>
                  </a:lnTo>
                  <a:lnTo>
                    <a:pt x="2412131" y="687819"/>
                  </a:lnTo>
                  <a:lnTo>
                    <a:pt x="2408479" y="689194"/>
                  </a:lnTo>
                  <a:lnTo>
                    <a:pt x="2404653" y="690635"/>
                  </a:lnTo>
                  <a:lnTo>
                    <a:pt x="2398741" y="692862"/>
                  </a:lnTo>
                  <a:lnTo>
                    <a:pt x="2376134" y="701392"/>
                  </a:lnTo>
                  <a:lnTo>
                    <a:pt x="2371091" y="703297"/>
                  </a:lnTo>
                  <a:lnTo>
                    <a:pt x="2362049" y="706716"/>
                  </a:lnTo>
                  <a:lnTo>
                    <a:pt x="2353701" y="709875"/>
                  </a:lnTo>
                  <a:lnTo>
                    <a:pt x="2348485" y="711850"/>
                  </a:lnTo>
                  <a:lnTo>
                    <a:pt x="2340137" y="715014"/>
                  </a:lnTo>
                  <a:lnTo>
                    <a:pt x="2330573" y="718641"/>
                  </a:lnTo>
                  <a:lnTo>
                    <a:pt x="2323443" y="721348"/>
                  </a:lnTo>
                  <a:lnTo>
                    <a:pt x="2323095" y="721480"/>
                  </a:lnTo>
                  <a:lnTo>
                    <a:pt x="2314227" y="724850"/>
                  </a:lnTo>
                  <a:lnTo>
                    <a:pt x="2305010" y="728356"/>
                  </a:lnTo>
                  <a:lnTo>
                    <a:pt x="2302228" y="729415"/>
                  </a:lnTo>
                  <a:lnTo>
                    <a:pt x="2268318" y="742345"/>
                  </a:lnTo>
                  <a:lnTo>
                    <a:pt x="2265709" y="743342"/>
                  </a:lnTo>
                  <a:lnTo>
                    <a:pt x="2260666" y="745270"/>
                  </a:lnTo>
                  <a:lnTo>
                    <a:pt x="2239103" y="753523"/>
                  </a:lnTo>
                  <a:lnTo>
                    <a:pt x="2238234" y="753857"/>
                  </a:lnTo>
                  <a:lnTo>
                    <a:pt x="2234582" y="755257"/>
                  </a:lnTo>
                  <a:lnTo>
                    <a:pt x="2230756" y="756724"/>
                  </a:lnTo>
                  <a:lnTo>
                    <a:pt x="2224843" y="758992"/>
                  </a:lnTo>
                  <a:lnTo>
                    <a:pt x="2202237" y="767680"/>
                  </a:lnTo>
                  <a:lnTo>
                    <a:pt x="2197194" y="769621"/>
                  </a:lnTo>
                  <a:lnTo>
                    <a:pt x="2188151" y="773104"/>
                  </a:lnTo>
                  <a:lnTo>
                    <a:pt x="2179804" y="776322"/>
                  </a:lnTo>
                  <a:lnTo>
                    <a:pt x="2174587" y="778335"/>
                  </a:lnTo>
                  <a:lnTo>
                    <a:pt x="2173718" y="778670"/>
                  </a:lnTo>
                  <a:lnTo>
                    <a:pt x="2166240" y="781558"/>
                  </a:lnTo>
                  <a:lnTo>
                    <a:pt x="2156676" y="785255"/>
                  </a:lnTo>
                  <a:lnTo>
                    <a:pt x="2149546" y="788013"/>
                  </a:lnTo>
                  <a:lnTo>
                    <a:pt x="2149198" y="788148"/>
                  </a:lnTo>
                  <a:lnTo>
                    <a:pt x="2140329" y="791582"/>
                  </a:lnTo>
                  <a:lnTo>
                    <a:pt x="2131113" y="795154"/>
                  </a:lnTo>
                  <a:lnTo>
                    <a:pt x="2128330" y="796234"/>
                  </a:lnTo>
                  <a:lnTo>
                    <a:pt x="2094420" y="809414"/>
                  </a:lnTo>
                  <a:lnTo>
                    <a:pt x="2091812" y="810430"/>
                  </a:lnTo>
                  <a:lnTo>
                    <a:pt x="2086769" y="812395"/>
                  </a:lnTo>
                  <a:lnTo>
                    <a:pt x="2065206" y="820810"/>
                  </a:lnTo>
                  <a:lnTo>
                    <a:pt x="2064336" y="821150"/>
                  </a:lnTo>
                  <a:lnTo>
                    <a:pt x="2060684" y="822577"/>
                  </a:lnTo>
                  <a:lnTo>
                    <a:pt x="2056859" y="824073"/>
                  </a:lnTo>
                  <a:lnTo>
                    <a:pt x="2050946" y="826386"/>
                  </a:lnTo>
                  <a:lnTo>
                    <a:pt x="2028339" y="835245"/>
                  </a:lnTo>
                  <a:lnTo>
                    <a:pt x="2023296" y="837225"/>
                  </a:lnTo>
                  <a:lnTo>
                    <a:pt x="2014254" y="840777"/>
                  </a:lnTo>
                  <a:lnTo>
                    <a:pt x="2005907" y="844059"/>
                  </a:lnTo>
                  <a:lnTo>
                    <a:pt x="2000690" y="846112"/>
                  </a:lnTo>
                  <a:lnTo>
                    <a:pt x="1999820" y="846454"/>
                  </a:lnTo>
                  <a:lnTo>
                    <a:pt x="1992343" y="849399"/>
                  </a:lnTo>
                  <a:lnTo>
                    <a:pt x="1982778" y="853169"/>
                  </a:lnTo>
                  <a:lnTo>
                    <a:pt x="1975648" y="855982"/>
                  </a:lnTo>
                  <a:lnTo>
                    <a:pt x="1975301" y="856120"/>
                  </a:lnTo>
                  <a:lnTo>
                    <a:pt x="1966432" y="859623"/>
                  </a:lnTo>
                  <a:lnTo>
                    <a:pt x="1957215" y="863267"/>
                  </a:lnTo>
                  <a:lnTo>
                    <a:pt x="1954433" y="864367"/>
                  </a:lnTo>
                  <a:lnTo>
                    <a:pt x="1920523" y="877812"/>
                  </a:lnTo>
                  <a:lnTo>
                    <a:pt x="1917914" y="878849"/>
                  </a:lnTo>
                  <a:lnTo>
                    <a:pt x="1912871" y="880853"/>
                  </a:lnTo>
                  <a:lnTo>
                    <a:pt x="1890439" y="889784"/>
                  </a:lnTo>
                  <a:lnTo>
                    <a:pt x="1886787" y="891240"/>
                  </a:lnTo>
                  <a:lnTo>
                    <a:pt x="1882961" y="892766"/>
                  </a:lnTo>
                  <a:lnTo>
                    <a:pt x="1877049" y="895126"/>
                  </a:lnTo>
                  <a:lnTo>
                    <a:pt x="1854442" y="904163"/>
                  </a:lnTo>
                  <a:lnTo>
                    <a:pt x="1849399" y="906182"/>
                  </a:lnTo>
                  <a:lnTo>
                    <a:pt x="1840356" y="909806"/>
                  </a:lnTo>
                  <a:lnTo>
                    <a:pt x="1832009" y="913154"/>
                  </a:lnTo>
                  <a:lnTo>
                    <a:pt x="1826792" y="915248"/>
                  </a:lnTo>
                  <a:lnTo>
                    <a:pt x="1825923" y="915597"/>
                  </a:lnTo>
                  <a:lnTo>
                    <a:pt x="1818445" y="918601"/>
                  </a:lnTo>
                  <a:lnTo>
                    <a:pt x="1808881" y="922448"/>
                  </a:lnTo>
                  <a:lnTo>
                    <a:pt x="1801751" y="925317"/>
                  </a:lnTo>
                  <a:lnTo>
                    <a:pt x="1801403" y="925457"/>
                  </a:lnTo>
                  <a:lnTo>
                    <a:pt x="1792534" y="929031"/>
                  </a:lnTo>
                  <a:lnTo>
                    <a:pt x="1783318" y="932748"/>
                  </a:lnTo>
                  <a:lnTo>
                    <a:pt x="1780535" y="933871"/>
                  </a:lnTo>
                  <a:lnTo>
                    <a:pt x="1746625" y="947584"/>
                  </a:lnTo>
                  <a:lnTo>
                    <a:pt x="1744017" y="948641"/>
                  </a:lnTo>
                  <a:lnTo>
                    <a:pt x="1738974" y="950686"/>
                  </a:lnTo>
                  <a:lnTo>
                    <a:pt x="1717411" y="959441"/>
                  </a:lnTo>
                  <a:lnTo>
                    <a:pt x="1716541" y="959794"/>
                  </a:lnTo>
                  <a:lnTo>
                    <a:pt x="1712889" y="961279"/>
                  </a:lnTo>
                  <a:lnTo>
                    <a:pt x="1709064" y="962836"/>
                  </a:lnTo>
                  <a:lnTo>
                    <a:pt x="1703151" y="965242"/>
                  </a:lnTo>
                  <a:lnTo>
                    <a:pt x="1680544" y="974458"/>
                  </a:lnTo>
                  <a:lnTo>
                    <a:pt x="1675501" y="976516"/>
                  </a:lnTo>
                  <a:lnTo>
                    <a:pt x="1666459" y="980211"/>
                  </a:lnTo>
                  <a:lnTo>
                    <a:pt x="1658112" y="983625"/>
                  </a:lnTo>
                  <a:lnTo>
                    <a:pt x="1652895" y="985760"/>
                  </a:lnTo>
                  <a:lnTo>
                    <a:pt x="1652025" y="986116"/>
                  </a:lnTo>
                  <a:lnTo>
                    <a:pt x="1644548" y="989178"/>
                  </a:lnTo>
                  <a:lnTo>
                    <a:pt x="1634983" y="993099"/>
                  </a:lnTo>
                  <a:lnTo>
                    <a:pt x="1627854" y="996025"/>
                  </a:lnTo>
                  <a:lnTo>
                    <a:pt x="1627506" y="996168"/>
                  </a:lnTo>
                  <a:lnTo>
                    <a:pt x="1618637" y="999810"/>
                  </a:lnTo>
                  <a:lnTo>
                    <a:pt x="1609420" y="1003599"/>
                  </a:lnTo>
                  <a:lnTo>
                    <a:pt x="1606638" y="1004744"/>
                  </a:lnTo>
                  <a:lnTo>
                    <a:pt x="1572728" y="1018719"/>
                  </a:lnTo>
                  <a:lnTo>
                    <a:pt x="1570120" y="1019797"/>
                  </a:lnTo>
                  <a:lnTo>
                    <a:pt x="1565077" y="1021880"/>
                  </a:lnTo>
                  <a:lnTo>
                    <a:pt x="1543513" y="1030800"/>
                  </a:lnTo>
                  <a:lnTo>
                    <a:pt x="1542644" y="1031160"/>
                  </a:lnTo>
                  <a:lnTo>
                    <a:pt x="1538992" y="1032673"/>
                  </a:lnTo>
                  <a:lnTo>
                    <a:pt x="1535166" y="1034258"/>
                  </a:lnTo>
                  <a:lnTo>
                    <a:pt x="1529254" y="1036710"/>
                  </a:lnTo>
                  <a:lnTo>
                    <a:pt x="1501604" y="1048193"/>
                  </a:lnTo>
                  <a:lnTo>
                    <a:pt x="1492561" y="1051956"/>
                  </a:lnTo>
                  <a:lnTo>
                    <a:pt x="1484214" y="1055432"/>
                  </a:lnTo>
                  <a:lnTo>
                    <a:pt x="1478997" y="1057606"/>
                  </a:lnTo>
                  <a:lnTo>
                    <a:pt x="1478128" y="1057968"/>
                  </a:lnTo>
                  <a:lnTo>
                    <a:pt x="1470650" y="1061087"/>
                  </a:lnTo>
                  <a:lnTo>
                    <a:pt x="1461086" y="1065079"/>
                  </a:lnTo>
                  <a:lnTo>
                    <a:pt x="1453956" y="1068057"/>
                  </a:lnTo>
                  <a:lnTo>
                    <a:pt x="1453608" y="1068202"/>
                  </a:lnTo>
                  <a:lnTo>
                    <a:pt x="1444739" y="1071910"/>
                  </a:lnTo>
                  <a:lnTo>
                    <a:pt x="1435523" y="1075766"/>
                  </a:lnTo>
                  <a:lnTo>
                    <a:pt x="1432741" y="1076931"/>
                  </a:lnTo>
                  <a:lnTo>
                    <a:pt x="1398831" y="1091153"/>
                  </a:lnTo>
                  <a:lnTo>
                    <a:pt x="1396222" y="1092249"/>
                  </a:lnTo>
                  <a:lnTo>
                    <a:pt x="1391179" y="1094369"/>
                  </a:lnTo>
                  <a:lnTo>
                    <a:pt x="1369616" y="1103443"/>
                  </a:lnTo>
                  <a:lnTo>
                    <a:pt x="1368746" y="1103809"/>
                  </a:lnTo>
                  <a:lnTo>
                    <a:pt x="1361269" y="1106960"/>
                  </a:lnTo>
                  <a:lnTo>
                    <a:pt x="1355356" y="1109453"/>
                  </a:lnTo>
                  <a:lnTo>
                    <a:pt x="1332750" y="1118998"/>
                  </a:lnTo>
                  <a:lnTo>
                    <a:pt x="1327707" y="1121130"/>
                  </a:lnTo>
                  <a:lnTo>
                    <a:pt x="1318664" y="1124955"/>
                  </a:lnTo>
                  <a:lnTo>
                    <a:pt x="1310317" y="1128488"/>
                  </a:lnTo>
                  <a:lnTo>
                    <a:pt x="1305100" y="1130698"/>
                  </a:lnTo>
                  <a:lnTo>
                    <a:pt x="1304230" y="1131066"/>
                  </a:lnTo>
                  <a:lnTo>
                    <a:pt x="1296753" y="1134236"/>
                  </a:lnTo>
                  <a:lnTo>
                    <a:pt x="1287188" y="1138293"/>
                  </a:lnTo>
                  <a:lnTo>
                    <a:pt x="1280059" y="1141319"/>
                  </a:lnTo>
                  <a:lnTo>
                    <a:pt x="1279711" y="1141467"/>
                  </a:lnTo>
                  <a:lnTo>
                    <a:pt x="1270842" y="1145234"/>
                  </a:lnTo>
                  <a:lnTo>
                    <a:pt x="1261625" y="1149152"/>
                  </a:lnTo>
                  <a:lnTo>
                    <a:pt x="1258843" y="1150335"/>
                  </a:lnTo>
                  <a:lnTo>
                    <a:pt x="1224933" y="1164780"/>
                  </a:lnTo>
                  <a:lnTo>
                    <a:pt x="1222325" y="1165893"/>
                  </a:lnTo>
                  <a:lnTo>
                    <a:pt x="1217282" y="1168045"/>
                  </a:lnTo>
                  <a:lnTo>
                    <a:pt x="1195718" y="1177257"/>
                  </a:lnTo>
                  <a:lnTo>
                    <a:pt x="1194849" y="1177629"/>
                  </a:lnTo>
                  <a:lnTo>
                    <a:pt x="1191197" y="1179191"/>
                  </a:lnTo>
                  <a:lnTo>
                    <a:pt x="1187371" y="1180828"/>
                  </a:lnTo>
                  <a:lnTo>
                    <a:pt x="1181459" y="1183358"/>
                  </a:lnTo>
                  <a:lnTo>
                    <a:pt x="1158852" y="1193044"/>
                  </a:lnTo>
                  <a:lnTo>
                    <a:pt x="1153809" y="1195207"/>
                  </a:lnTo>
                  <a:lnTo>
                    <a:pt x="1144766" y="1199088"/>
                  </a:lnTo>
                  <a:lnTo>
                    <a:pt x="1136419" y="1202673"/>
                  </a:lnTo>
                  <a:lnTo>
                    <a:pt x="1131202" y="1204914"/>
                  </a:lnTo>
                  <a:lnTo>
                    <a:pt x="1130333" y="1205288"/>
                  </a:lnTo>
                  <a:lnTo>
                    <a:pt x="1122855" y="1208503"/>
                  </a:lnTo>
                  <a:lnTo>
                    <a:pt x="1113291" y="1212617"/>
                  </a:lnTo>
                  <a:lnTo>
                    <a:pt x="1106161" y="1215686"/>
                  </a:lnTo>
                  <a:lnTo>
                    <a:pt x="1105813" y="1215836"/>
                  </a:lnTo>
                  <a:lnTo>
                    <a:pt x="1096945" y="1219656"/>
                  </a:lnTo>
                  <a:lnTo>
                    <a:pt x="1087728" y="1223628"/>
                  </a:lnTo>
                  <a:lnTo>
                    <a:pt x="1084946" y="1224828"/>
                  </a:lnTo>
                  <a:lnTo>
                    <a:pt x="1051036" y="1239469"/>
                  </a:lnTo>
                  <a:lnTo>
                    <a:pt x="1048427" y="1240597"/>
                  </a:lnTo>
                  <a:lnTo>
                    <a:pt x="1043384" y="1242778"/>
                  </a:lnTo>
                  <a:lnTo>
                    <a:pt x="1021821" y="1252111"/>
                  </a:lnTo>
                  <a:lnTo>
                    <a:pt x="1020951" y="1252488"/>
                  </a:lnTo>
                  <a:lnTo>
                    <a:pt x="1017300" y="1254070"/>
                  </a:lnTo>
                  <a:lnTo>
                    <a:pt x="1013474" y="1255728"/>
                  </a:lnTo>
                  <a:lnTo>
                    <a:pt x="1007561" y="1258291"/>
                  </a:lnTo>
                  <a:lnTo>
                    <a:pt x="984955" y="1268101"/>
                  </a:lnTo>
                  <a:lnTo>
                    <a:pt x="979912" y="1270291"/>
                  </a:lnTo>
                  <a:lnTo>
                    <a:pt x="970869" y="1274220"/>
                  </a:lnTo>
                  <a:lnTo>
                    <a:pt x="962522" y="1277849"/>
                  </a:lnTo>
                  <a:lnTo>
                    <a:pt x="957305" y="1280119"/>
                  </a:lnTo>
                  <a:lnTo>
                    <a:pt x="956435" y="1280497"/>
                  </a:lnTo>
                  <a:lnTo>
                    <a:pt x="948958" y="1283751"/>
                  </a:lnTo>
                  <a:lnTo>
                    <a:pt x="939394" y="1287915"/>
                  </a:lnTo>
                  <a:lnTo>
                    <a:pt x="932264" y="1291021"/>
                  </a:lnTo>
                  <a:lnTo>
                    <a:pt x="931916" y="1291173"/>
                  </a:lnTo>
                  <a:lnTo>
                    <a:pt x="923047" y="1295038"/>
                  </a:lnTo>
                  <a:lnTo>
                    <a:pt x="913831" y="1299058"/>
                  </a:lnTo>
                  <a:lnTo>
                    <a:pt x="911048" y="1300271"/>
                  </a:lnTo>
                  <a:lnTo>
                    <a:pt x="877138" y="1315082"/>
                  </a:lnTo>
                  <a:lnTo>
                    <a:pt x="874530" y="1316223"/>
                  </a:lnTo>
                  <a:lnTo>
                    <a:pt x="869487" y="1318428"/>
                  </a:lnTo>
                  <a:lnTo>
                    <a:pt x="847923" y="1327866"/>
                  </a:lnTo>
                  <a:lnTo>
                    <a:pt x="847054" y="1328247"/>
                  </a:lnTo>
                  <a:lnTo>
                    <a:pt x="843402" y="1329846"/>
                  </a:lnTo>
                  <a:lnTo>
                    <a:pt x="839576" y="1331522"/>
                  </a:lnTo>
                  <a:lnTo>
                    <a:pt x="833664" y="1334114"/>
                  </a:lnTo>
                  <a:lnTo>
                    <a:pt x="811057" y="1344029"/>
                  </a:lnTo>
                  <a:lnTo>
                    <a:pt x="806014" y="1346242"/>
                  </a:lnTo>
                  <a:lnTo>
                    <a:pt x="796972" y="1350213"/>
                  </a:lnTo>
                  <a:lnTo>
                    <a:pt x="788624" y="1353880"/>
                  </a:lnTo>
                  <a:lnTo>
                    <a:pt x="783407" y="1356173"/>
                  </a:lnTo>
                  <a:lnTo>
                    <a:pt x="782538" y="1356555"/>
                  </a:lnTo>
                  <a:lnTo>
                    <a:pt x="775060" y="1359842"/>
                  </a:lnTo>
                  <a:lnTo>
                    <a:pt x="765496" y="1364049"/>
                  </a:lnTo>
                  <a:lnTo>
                    <a:pt x="758366" y="1367187"/>
                  </a:lnTo>
                  <a:lnTo>
                    <a:pt x="758018" y="1367340"/>
                  </a:lnTo>
                  <a:lnTo>
                    <a:pt x="749150" y="1371244"/>
                  </a:lnTo>
                  <a:lnTo>
                    <a:pt x="739933" y="1375304"/>
                  </a:lnTo>
                  <a:lnTo>
                    <a:pt x="737151" y="1376530"/>
                  </a:lnTo>
                  <a:lnTo>
                    <a:pt x="703241" y="1391484"/>
                  </a:lnTo>
                  <a:lnTo>
                    <a:pt x="700632" y="1392635"/>
                  </a:lnTo>
                  <a:lnTo>
                    <a:pt x="695589" y="1394862"/>
                  </a:lnTo>
                  <a:lnTo>
                    <a:pt x="674026" y="1404388"/>
                  </a:lnTo>
                  <a:lnTo>
                    <a:pt x="673157" y="1404772"/>
                  </a:lnTo>
                  <a:lnTo>
                    <a:pt x="669505" y="1406387"/>
                  </a:lnTo>
                  <a:lnTo>
                    <a:pt x="665679" y="1408078"/>
                  </a:lnTo>
                  <a:lnTo>
                    <a:pt x="659766" y="1410693"/>
                  </a:lnTo>
                  <a:lnTo>
                    <a:pt x="637160" y="1420698"/>
                  </a:lnTo>
                  <a:lnTo>
                    <a:pt x="632117" y="1422931"/>
                  </a:lnTo>
                  <a:lnTo>
                    <a:pt x="623074" y="1426937"/>
                  </a:lnTo>
                  <a:lnTo>
                    <a:pt x="614727" y="1430636"/>
                  </a:lnTo>
                  <a:lnTo>
                    <a:pt x="609510" y="1432949"/>
                  </a:lnTo>
                  <a:lnTo>
                    <a:pt x="608641" y="1433334"/>
                  </a:lnTo>
                  <a:lnTo>
                    <a:pt x="601163" y="1436650"/>
                  </a:lnTo>
                  <a:lnTo>
                    <a:pt x="591599" y="1440893"/>
                  </a:lnTo>
                  <a:lnTo>
                    <a:pt x="584469" y="1444057"/>
                  </a:lnTo>
                  <a:lnTo>
                    <a:pt x="584121" y="1444211"/>
                  </a:lnTo>
                  <a:lnTo>
                    <a:pt x="575252" y="1448148"/>
                  </a:lnTo>
                  <a:lnTo>
                    <a:pt x="566036" y="1452242"/>
                  </a:lnTo>
                  <a:lnTo>
                    <a:pt x="563253" y="1453478"/>
                  </a:lnTo>
                  <a:lnTo>
                    <a:pt x="529343" y="1468553"/>
                  </a:lnTo>
                  <a:lnTo>
                    <a:pt x="526735" y="1469714"/>
                  </a:lnTo>
                  <a:lnTo>
                    <a:pt x="521692" y="1471958"/>
                  </a:lnTo>
                  <a:lnTo>
                    <a:pt x="500129" y="1481558"/>
                  </a:lnTo>
                  <a:lnTo>
                    <a:pt x="499259" y="1481946"/>
                  </a:lnTo>
                  <a:lnTo>
                    <a:pt x="495607" y="1483572"/>
                  </a:lnTo>
                  <a:lnTo>
                    <a:pt x="491781" y="1485277"/>
                  </a:lnTo>
                  <a:lnTo>
                    <a:pt x="485869" y="1487912"/>
                  </a:lnTo>
                  <a:lnTo>
                    <a:pt x="463262" y="1497991"/>
                  </a:lnTo>
                  <a:lnTo>
                    <a:pt x="458219" y="1500241"/>
                  </a:lnTo>
                  <a:lnTo>
                    <a:pt x="449177" y="1504276"/>
                  </a:lnTo>
                  <a:lnTo>
                    <a:pt x="440830" y="1508002"/>
                  </a:lnTo>
                  <a:lnTo>
                    <a:pt x="435613" y="1510332"/>
                  </a:lnTo>
                  <a:lnTo>
                    <a:pt x="434743" y="1510720"/>
                  </a:lnTo>
                  <a:lnTo>
                    <a:pt x="427266" y="1514060"/>
                  </a:lnTo>
                  <a:lnTo>
                    <a:pt x="417701" y="1518333"/>
                  </a:lnTo>
                  <a:lnTo>
                    <a:pt x="410571" y="1521519"/>
                  </a:lnTo>
                  <a:lnTo>
                    <a:pt x="410224" y="1521674"/>
                  </a:lnTo>
                  <a:lnTo>
                    <a:pt x="401355" y="1525639"/>
                  </a:lnTo>
                  <a:lnTo>
                    <a:pt x="392138" y="1529761"/>
                  </a:lnTo>
                  <a:lnTo>
                    <a:pt x="389356" y="1531005"/>
                  </a:lnTo>
                  <a:lnTo>
                    <a:pt x="352837" y="1547350"/>
                  </a:lnTo>
                  <a:lnTo>
                    <a:pt x="347794" y="1549609"/>
                  </a:lnTo>
                  <a:lnTo>
                    <a:pt x="326231" y="1559272"/>
                  </a:lnTo>
                  <a:lnTo>
                    <a:pt x="325362" y="1559662"/>
                  </a:lnTo>
                  <a:lnTo>
                    <a:pt x="321710" y="1561299"/>
                  </a:lnTo>
                  <a:lnTo>
                    <a:pt x="317884" y="1563015"/>
                  </a:lnTo>
                  <a:lnTo>
                    <a:pt x="311972" y="1565666"/>
                  </a:lnTo>
                  <a:lnTo>
                    <a:pt x="289365" y="1575809"/>
                  </a:lnTo>
                  <a:lnTo>
                    <a:pt x="284322" y="1578072"/>
                  </a:lnTo>
                  <a:lnTo>
                    <a:pt x="275279" y="1582132"/>
                  </a:lnTo>
                  <a:lnTo>
                    <a:pt x="266932" y="1585881"/>
                  </a:lnTo>
                  <a:lnTo>
                    <a:pt x="260846" y="1588615"/>
                  </a:lnTo>
                  <a:lnTo>
                    <a:pt x="253368" y="1591974"/>
                  </a:lnTo>
                  <a:lnTo>
                    <a:pt x="243804" y="1596273"/>
                  </a:lnTo>
                  <a:lnTo>
                    <a:pt x="236674" y="1599478"/>
                  </a:lnTo>
                  <a:lnTo>
                    <a:pt x="236326" y="1599634"/>
                  </a:lnTo>
                  <a:lnTo>
                    <a:pt x="227457" y="1603622"/>
                  </a:lnTo>
                  <a:lnTo>
                    <a:pt x="218241" y="1607767"/>
                  </a:lnTo>
                  <a:lnTo>
                    <a:pt x="215458" y="1609018"/>
                  </a:lnTo>
                  <a:lnTo>
                    <a:pt x="178940" y="1625455"/>
                  </a:lnTo>
                  <a:lnTo>
                    <a:pt x="173897" y="1627727"/>
                  </a:lnTo>
                  <a:lnTo>
                    <a:pt x="151464" y="1637834"/>
                  </a:lnTo>
                  <a:lnTo>
                    <a:pt x="147812" y="1639480"/>
                  </a:lnTo>
                  <a:lnTo>
                    <a:pt x="143987" y="1641204"/>
                  </a:lnTo>
                  <a:lnTo>
                    <a:pt x="138074" y="1643869"/>
                  </a:lnTo>
                  <a:lnTo>
                    <a:pt x="115467" y="1654065"/>
                  </a:lnTo>
                  <a:lnTo>
                    <a:pt x="79471" y="1670312"/>
                  </a:lnTo>
                  <a:lnTo>
                    <a:pt x="69906" y="1674631"/>
                  </a:lnTo>
                  <a:lnTo>
                    <a:pt x="0" y="170623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" name="pg12"/>
            <p:cNvSpPr/>
            <p:nvPr/>
          </p:nvSpPr>
          <p:spPr>
            <a:xfrm>
              <a:off x="3427483" y="2728833"/>
              <a:ext cx="4355087" cy="1943892"/>
            </a:xfrm>
            <a:custGeom>
              <a:avLst/>
              <a:pathLst>
                <a:path w="4355087" h="1943892">
                  <a:moveTo>
                    <a:pt x="0" y="1618705"/>
                  </a:moveTo>
                  <a:lnTo>
                    <a:pt x="69906" y="1596147"/>
                  </a:lnTo>
                  <a:lnTo>
                    <a:pt x="79471" y="1593057"/>
                  </a:lnTo>
                  <a:lnTo>
                    <a:pt x="115467" y="1581415"/>
                  </a:lnTo>
                  <a:lnTo>
                    <a:pt x="138074" y="1574096"/>
                  </a:lnTo>
                  <a:lnTo>
                    <a:pt x="143987" y="1572181"/>
                  </a:lnTo>
                  <a:lnTo>
                    <a:pt x="147812" y="1570941"/>
                  </a:lnTo>
                  <a:lnTo>
                    <a:pt x="151464" y="1569758"/>
                  </a:lnTo>
                  <a:lnTo>
                    <a:pt x="173897" y="1562485"/>
                  </a:lnTo>
                  <a:lnTo>
                    <a:pt x="178940" y="1560849"/>
                  </a:lnTo>
                  <a:lnTo>
                    <a:pt x="215458" y="1548994"/>
                  </a:lnTo>
                  <a:lnTo>
                    <a:pt x="218241" y="1548090"/>
                  </a:lnTo>
                  <a:lnTo>
                    <a:pt x="227457" y="1545095"/>
                  </a:lnTo>
                  <a:lnTo>
                    <a:pt x="236326" y="1542211"/>
                  </a:lnTo>
                  <a:lnTo>
                    <a:pt x="236674" y="1542098"/>
                  </a:lnTo>
                  <a:lnTo>
                    <a:pt x="243804" y="1539780"/>
                  </a:lnTo>
                  <a:lnTo>
                    <a:pt x="253368" y="1536668"/>
                  </a:lnTo>
                  <a:lnTo>
                    <a:pt x="260846" y="1534235"/>
                  </a:lnTo>
                  <a:lnTo>
                    <a:pt x="266932" y="1532253"/>
                  </a:lnTo>
                  <a:lnTo>
                    <a:pt x="275279" y="1529535"/>
                  </a:lnTo>
                  <a:lnTo>
                    <a:pt x="284322" y="1526589"/>
                  </a:lnTo>
                  <a:lnTo>
                    <a:pt x="289365" y="1524946"/>
                  </a:lnTo>
                  <a:lnTo>
                    <a:pt x="311972" y="1517575"/>
                  </a:lnTo>
                  <a:lnTo>
                    <a:pt x="317884" y="1515647"/>
                  </a:lnTo>
                  <a:lnTo>
                    <a:pt x="321710" y="1514398"/>
                  </a:lnTo>
                  <a:lnTo>
                    <a:pt x="325362" y="1513206"/>
                  </a:lnTo>
                  <a:lnTo>
                    <a:pt x="326231" y="1512923"/>
                  </a:lnTo>
                  <a:lnTo>
                    <a:pt x="347794" y="1505881"/>
                  </a:lnTo>
                  <a:lnTo>
                    <a:pt x="352837" y="1504233"/>
                  </a:lnTo>
                  <a:lnTo>
                    <a:pt x="389356" y="1492289"/>
                  </a:lnTo>
                  <a:lnTo>
                    <a:pt x="392138" y="1491378"/>
                  </a:lnTo>
                  <a:lnTo>
                    <a:pt x="401355" y="1488360"/>
                  </a:lnTo>
                  <a:lnTo>
                    <a:pt x="410224" y="1485455"/>
                  </a:lnTo>
                  <a:lnTo>
                    <a:pt x="410571" y="1485341"/>
                  </a:lnTo>
                  <a:lnTo>
                    <a:pt x="417701" y="1483005"/>
                  </a:lnTo>
                  <a:lnTo>
                    <a:pt x="427266" y="1479869"/>
                  </a:lnTo>
                  <a:lnTo>
                    <a:pt x="434743" y="1477417"/>
                  </a:lnTo>
                  <a:lnTo>
                    <a:pt x="435613" y="1477131"/>
                  </a:lnTo>
                  <a:lnTo>
                    <a:pt x="440830" y="1475420"/>
                  </a:lnTo>
                  <a:lnTo>
                    <a:pt x="449177" y="1472680"/>
                  </a:lnTo>
                  <a:lnTo>
                    <a:pt x="458219" y="1469711"/>
                  </a:lnTo>
                  <a:lnTo>
                    <a:pt x="463262" y="1468055"/>
                  </a:lnTo>
                  <a:lnTo>
                    <a:pt x="485869" y="1460625"/>
                  </a:lnTo>
                  <a:lnTo>
                    <a:pt x="491781" y="1458680"/>
                  </a:lnTo>
                  <a:lnTo>
                    <a:pt x="495607" y="1457422"/>
                  </a:lnTo>
                  <a:lnTo>
                    <a:pt x="499259" y="1456220"/>
                  </a:lnTo>
                  <a:lnTo>
                    <a:pt x="500129" y="1455934"/>
                  </a:lnTo>
                  <a:lnTo>
                    <a:pt x="521692" y="1448834"/>
                  </a:lnTo>
                  <a:lnTo>
                    <a:pt x="526735" y="1447173"/>
                  </a:lnTo>
                  <a:lnTo>
                    <a:pt x="529343" y="1446313"/>
                  </a:lnTo>
                  <a:lnTo>
                    <a:pt x="563253" y="1435127"/>
                  </a:lnTo>
                  <a:lnTo>
                    <a:pt x="566036" y="1434209"/>
                  </a:lnTo>
                  <a:lnTo>
                    <a:pt x="575252" y="1431165"/>
                  </a:lnTo>
                  <a:lnTo>
                    <a:pt x="584121" y="1428234"/>
                  </a:lnTo>
                  <a:lnTo>
                    <a:pt x="584469" y="1428119"/>
                  </a:lnTo>
                  <a:lnTo>
                    <a:pt x="591599" y="1425762"/>
                  </a:lnTo>
                  <a:lnTo>
                    <a:pt x="601163" y="1422599"/>
                  </a:lnTo>
                  <a:lnTo>
                    <a:pt x="608641" y="1420125"/>
                  </a:lnTo>
                  <a:lnTo>
                    <a:pt x="609510" y="1419837"/>
                  </a:lnTo>
                  <a:lnTo>
                    <a:pt x="614727" y="1418110"/>
                  </a:lnTo>
                  <a:lnTo>
                    <a:pt x="623074" y="1415346"/>
                  </a:lnTo>
                  <a:lnTo>
                    <a:pt x="632117" y="1412350"/>
                  </a:lnTo>
                  <a:lnTo>
                    <a:pt x="637160" y="1410679"/>
                  </a:lnTo>
                  <a:lnTo>
                    <a:pt x="659766" y="1403181"/>
                  </a:lnTo>
                  <a:lnTo>
                    <a:pt x="665679" y="1401219"/>
                  </a:lnTo>
                  <a:lnTo>
                    <a:pt x="669505" y="1399948"/>
                  </a:lnTo>
                  <a:lnTo>
                    <a:pt x="673157" y="1398735"/>
                  </a:lnTo>
                  <a:lnTo>
                    <a:pt x="674026" y="1398447"/>
                  </a:lnTo>
                  <a:lnTo>
                    <a:pt x="695589" y="1391280"/>
                  </a:lnTo>
                  <a:lnTo>
                    <a:pt x="700632" y="1389603"/>
                  </a:lnTo>
                  <a:lnTo>
                    <a:pt x="703241" y="1388735"/>
                  </a:lnTo>
                  <a:lnTo>
                    <a:pt x="737151" y="1377442"/>
                  </a:lnTo>
                  <a:lnTo>
                    <a:pt x="739933" y="1376514"/>
                  </a:lnTo>
                  <a:lnTo>
                    <a:pt x="749150" y="1373440"/>
                  </a:lnTo>
                  <a:lnTo>
                    <a:pt x="758018" y="1370481"/>
                  </a:lnTo>
                  <a:lnTo>
                    <a:pt x="758366" y="1370365"/>
                  </a:lnTo>
                  <a:lnTo>
                    <a:pt x="765496" y="1367984"/>
                  </a:lnTo>
                  <a:lnTo>
                    <a:pt x="775060" y="1364790"/>
                  </a:lnTo>
                  <a:lnTo>
                    <a:pt x="782538" y="1362291"/>
                  </a:lnTo>
                  <a:lnTo>
                    <a:pt x="783407" y="1362000"/>
                  </a:lnTo>
                  <a:lnTo>
                    <a:pt x="788624" y="1360256"/>
                  </a:lnTo>
                  <a:lnTo>
                    <a:pt x="796972" y="1357464"/>
                  </a:lnTo>
                  <a:lnTo>
                    <a:pt x="806014" y="1354437"/>
                  </a:lnTo>
                  <a:lnTo>
                    <a:pt x="811057" y="1352749"/>
                  </a:lnTo>
                  <a:lnTo>
                    <a:pt x="833664" y="1345173"/>
                  </a:lnTo>
                  <a:lnTo>
                    <a:pt x="839576" y="1343190"/>
                  </a:lnTo>
                  <a:lnTo>
                    <a:pt x="843402" y="1341907"/>
                  </a:lnTo>
                  <a:lnTo>
                    <a:pt x="847054" y="1340681"/>
                  </a:lnTo>
                  <a:lnTo>
                    <a:pt x="847923" y="1340389"/>
                  </a:lnTo>
                  <a:lnTo>
                    <a:pt x="869487" y="1333147"/>
                  </a:lnTo>
                  <a:lnTo>
                    <a:pt x="874530" y="1331452"/>
                  </a:lnTo>
                  <a:lnTo>
                    <a:pt x="877138" y="1330574"/>
                  </a:lnTo>
                  <a:lnTo>
                    <a:pt x="911048" y="1319159"/>
                  </a:lnTo>
                  <a:lnTo>
                    <a:pt x="913831" y="1318221"/>
                  </a:lnTo>
                  <a:lnTo>
                    <a:pt x="923047" y="1315113"/>
                  </a:lnTo>
                  <a:lnTo>
                    <a:pt x="931916" y="1312121"/>
                  </a:lnTo>
                  <a:lnTo>
                    <a:pt x="932264" y="1312004"/>
                  </a:lnTo>
                  <a:lnTo>
                    <a:pt x="939394" y="1309597"/>
                  </a:lnTo>
                  <a:lnTo>
                    <a:pt x="948958" y="1306366"/>
                  </a:lnTo>
                  <a:lnTo>
                    <a:pt x="956435" y="1303839"/>
                  </a:lnTo>
                  <a:lnTo>
                    <a:pt x="957305" y="1303545"/>
                  </a:lnTo>
                  <a:lnTo>
                    <a:pt x="962522" y="1301781"/>
                  </a:lnTo>
                  <a:lnTo>
                    <a:pt x="970869" y="1298957"/>
                  </a:lnTo>
                  <a:lnTo>
                    <a:pt x="979912" y="1295897"/>
                  </a:lnTo>
                  <a:lnTo>
                    <a:pt x="984955" y="1294189"/>
                  </a:lnTo>
                  <a:lnTo>
                    <a:pt x="1007561" y="1286526"/>
                  </a:lnTo>
                  <a:lnTo>
                    <a:pt x="1013474" y="1284519"/>
                  </a:lnTo>
                  <a:lnTo>
                    <a:pt x="1017300" y="1283221"/>
                  </a:lnTo>
                  <a:lnTo>
                    <a:pt x="1020951" y="1281981"/>
                  </a:lnTo>
                  <a:lnTo>
                    <a:pt x="1021821" y="1281686"/>
                  </a:lnTo>
                  <a:lnTo>
                    <a:pt x="1043384" y="1274357"/>
                  </a:lnTo>
                  <a:lnTo>
                    <a:pt x="1048427" y="1272642"/>
                  </a:lnTo>
                  <a:lnTo>
                    <a:pt x="1051036" y="1271754"/>
                  </a:lnTo>
                  <a:lnTo>
                    <a:pt x="1084946" y="1260201"/>
                  </a:lnTo>
                  <a:lnTo>
                    <a:pt x="1087728" y="1259251"/>
                  </a:lnTo>
                  <a:lnTo>
                    <a:pt x="1096945" y="1256106"/>
                  </a:lnTo>
                  <a:lnTo>
                    <a:pt x="1105813" y="1253077"/>
                  </a:lnTo>
                  <a:lnTo>
                    <a:pt x="1106161" y="1252958"/>
                  </a:lnTo>
                  <a:lnTo>
                    <a:pt x="1113291" y="1250521"/>
                  </a:lnTo>
                  <a:lnTo>
                    <a:pt x="1122855" y="1247250"/>
                  </a:lnTo>
                  <a:lnTo>
                    <a:pt x="1130333" y="1244692"/>
                  </a:lnTo>
                  <a:lnTo>
                    <a:pt x="1131202" y="1244394"/>
                  </a:lnTo>
                  <a:lnTo>
                    <a:pt x="1136419" y="1242608"/>
                  </a:lnTo>
                  <a:lnTo>
                    <a:pt x="1144766" y="1239749"/>
                  </a:lnTo>
                  <a:lnTo>
                    <a:pt x="1153809" y="1236649"/>
                  </a:lnTo>
                  <a:lnTo>
                    <a:pt x="1158852" y="1234919"/>
                  </a:lnTo>
                  <a:lnTo>
                    <a:pt x="1181459" y="1227158"/>
                  </a:lnTo>
                  <a:lnTo>
                    <a:pt x="1187371" y="1225126"/>
                  </a:lnTo>
                  <a:lnTo>
                    <a:pt x="1191197" y="1223811"/>
                  </a:lnTo>
                  <a:lnTo>
                    <a:pt x="1194849" y="1222555"/>
                  </a:lnTo>
                  <a:lnTo>
                    <a:pt x="1195718" y="1222256"/>
                  </a:lnTo>
                  <a:lnTo>
                    <a:pt x="1217282" y="1214832"/>
                  </a:lnTo>
                  <a:lnTo>
                    <a:pt x="1222325" y="1213094"/>
                  </a:lnTo>
                  <a:lnTo>
                    <a:pt x="1224933" y="1212195"/>
                  </a:lnTo>
                  <a:lnTo>
                    <a:pt x="1258843" y="1200488"/>
                  </a:lnTo>
                  <a:lnTo>
                    <a:pt x="1261625" y="1199526"/>
                  </a:lnTo>
                  <a:lnTo>
                    <a:pt x="1270842" y="1196338"/>
                  </a:lnTo>
                  <a:lnTo>
                    <a:pt x="1279711" y="1193268"/>
                  </a:lnTo>
                  <a:lnTo>
                    <a:pt x="1280059" y="1193147"/>
                  </a:lnTo>
                  <a:lnTo>
                    <a:pt x="1287188" y="1190677"/>
                  </a:lnTo>
                  <a:lnTo>
                    <a:pt x="1296753" y="1187362"/>
                  </a:lnTo>
                  <a:lnTo>
                    <a:pt x="1304230" y="1184769"/>
                  </a:lnTo>
                  <a:lnTo>
                    <a:pt x="1305100" y="1184467"/>
                  </a:lnTo>
                  <a:lnTo>
                    <a:pt x="1310317" y="1182656"/>
                  </a:lnTo>
                  <a:lnTo>
                    <a:pt x="1318664" y="1179758"/>
                  </a:lnTo>
                  <a:lnTo>
                    <a:pt x="1327707" y="1176615"/>
                  </a:lnTo>
                  <a:lnTo>
                    <a:pt x="1332750" y="1174862"/>
                  </a:lnTo>
                  <a:lnTo>
                    <a:pt x="1355356" y="1166993"/>
                  </a:lnTo>
                  <a:lnTo>
                    <a:pt x="1361269" y="1164932"/>
                  </a:lnTo>
                  <a:lnTo>
                    <a:pt x="1368746" y="1162325"/>
                  </a:lnTo>
                  <a:lnTo>
                    <a:pt x="1369616" y="1162021"/>
                  </a:lnTo>
                  <a:lnTo>
                    <a:pt x="1391179" y="1154492"/>
                  </a:lnTo>
                  <a:lnTo>
                    <a:pt x="1396222" y="1152730"/>
                  </a:lnTo>
                  <a:lnTo>
                    <a:pt x="1398831" y="1151818"/>
                  </a:lnTo>
                  <a:lnTo>
                    <a:pt x="1432741" y="1139943"/>
                  </a:lnTo>
                  <a:lnTo>
                    <a:pt x="1435523" y="1138967"/>
                  </a:lnTo>
                  <a:lnTo>
                    <a:pt x="1444739" y="1135733"/>
                  </a:lnTo>
                  <a:lnTo>
                    <a:pt x="1453608" y="1132618"/>
                  </a:lnTo>
                  <a:lnTo>
                    <a:pt x="1453956" y="1132496"/>
                  </a:lnTo>
                  <a:lnTo>
                    <a:pt x="1461086" y="1129990"/>
                  </a:lnTo>
                  <a:lnTo>
                    <a:pt x="1470650" y="1126627"/>
                  </a:lnTo>
                  <a:lnTo>
                    <a:pt x="1478128" y="1123995"/>
                  </a:lnTo>
                  <a:lnTo>
                    <a:pt x="1478997" y="1123689"/>
                  </a:lnTo>
                  <a:lnTo>
                    <a:pt x="1484214" y="1121852"/>
                  </a:lnTo>
                  <a:lnTo>
                    <a:pt x="1492561" y="1118910"/>
                  </a:lnTo>
                  <a:lnTo>
                    <a:pt x="1501604" y="1115721"/>
                  </a:lnTo>
                  <a:lnTo>
                    <a:pt x="1529254" y="1105956"/>
                  </a:lnTo>
                  <a:lnTo>
                    <a:pt x="1535166" y="1103864"/>
                  </a:lnTo>
                  <a:lnTo>
                    <a:pt x="1538992" y="1102511"/>
                  </a:lnTo>
                  <a:lnTo>
                    <a:pt x="1542644" y="1101218"/>
                  </a:lnTo>
                  <a:lnTo>
                    <a:pt x="1543513" y="1100910"/>
                  </a:lnTo>
                  <a:lnTo>
                    <a:pt x="1565077" y="1093268"/>
                  </a:lnTo>
                  <a:lnTo>
                    <a:pt x="1570120" y="1091479"/>
                  </a:lnTo>
                  <a:lnTo>
                    <a:pt x="1572728" y="1090553"/>
                  </a:lnTo>
                  <a:lnTo>
                    <a:pt x="1606638" y="1078498"/>
                  </a:lnTo>
                  <a:lnTo>
                    <a:pt x="1609420" y="1077507"/>
                  </a:lnTo>
                  <a:lnTo>
                    <a:pt x="1618637" y="1074223"/>
                  </a:lnTo>
                  <a:lnTo>
                    <a:pt x="1627506" y="1071061"/>
                  </a:lnTo>
                  <a:lnTo>
                    <a:pt x="1627854" y="1070937"/>
                  </a:lnTo>
                  <a:lnTo>
                    <a:pt x="1634983" y="1068393"/>
                  </a:lnTo>
                  <a:lnTo>
                    <a:pt x="1644548" y="1064978"/>
                  </a:lnTo>
                  <a:lnTo>
                    <a:pt x="1652025" y="1062305"/>
                  </a:lnTo>
                  <a:lnTo>
                    <a:pt x="1652895" y="1061995"/>
                  </a:lnTo>
                  <a:lnTo>
                    <a:pt x="1658112" y="1060129"/>
                  </a:lnTo>
                  <a:lnTo>
                    <a:pt x="1666459" y="1057142"/>
                  </a:lnTo>
                  <a:lnTo>
                    <a:pt x="1675501" y="1053904"/>
                  </a:lnTo>
                  <a:lnTo>
                    <a:pt x="1680544" y="1052097"/>
                  </a:lnTo>
                  <a:lnTo>
                    <a:pt x="1703151" y="1043987"/>
                  </a:lnTo>
                  <a:lnTo>
                    <a:pt x="1709064" y="1041863"/>
                  </a:lnTo>
                  <a:lnTo>
                    <a:pt x="1712889" y="1040488"/>
                  </a:lnTo>
                  <a:lnTo>
                    <a:pt x="1716541" y="1039176"/>
                  </a:lnTo>
                  <a:lnTo>
                    <a:pt x="1717411" y="1038863"/>
                  </a:lnTo>
                  <a:lnTo>
                    <a:pt x="1738974" y="1031102"/>
                  </a:lnTo>
                  <a:lnTo>
                    <a:pt x="1744017" y="1029284"/>
                  </a:lnTo>
                  <a:lnTo>
                    <a:pt x="1746625" y="1028344"/>
                  </a:lnTo>
                  <a:lnTo>
                    <a:pt x="1780535" y="1016100"/>
                  </a:lnTo>
                  <a:lnTo>
                    <a:pt x="1783318" y="1015093"/>
                  </a:lnTo>
                  <a:lnTo>
                    <a:pt x="1792534" y="1011758"/>
                  </a:lnTo>
                  <a:lnTo>
                    <a:pt x="1801403" y="1008546"/>
                  </a:lnTo>
                  <a:lnTo>
                    <a:pt x="1801751" y="1008420"/>
                  </a:lnTo>
                  <a:lnTo>
                    <a:pt x="1808881" y="1005836"/>
                  </a:lnTo>
                  <a:lnTo>
                    <a:pt x="1818445" y="1002367"/>
                  </a:lnTo>
                  <a:lnTo>
                    <a:pt x="1825923" y="999652"/>
                  </a:lnTo>
                  <a:lnTo>
                    <a:pt x="1826792" y="999337"/>
                  </a:lnTo>
                  <a:lnTo>
                    <a:pt x="1832009" y="997442"/>
                  </a:lnTo>
                  <a:lnTo>
                    <a:pt x="1840356" y="994408"/>
                  </a:lnTo>
                  <a:lnTo>
                    <a:pt x="1849399" y="991119"/>
                  </a:lnTo>
                  <a:lnTo>
                    <a:pt x="1854442" y="989283"/>
                  </a:lnTo>
                  <a:lnTo>
                    <a:pt x="1877049" y="981044"/>
                  </a:lnTo>
                  <a:lnTo>
                    <a:pt x="1882961" y="978887"/>
                  </a:lnTo>
                  <a:lnTo>
                    <a:pt x="1886787" y="977490"/>
                  </a:lnTo>
                  <a:lnTo>
                    <a:pt x="1890439" y="976157"/>
                  </a:lnTo>
                  <a:lnTo>
                    <a:pt x="1912871" y="967955"/>
                  </a:lnTo>
                  <a:lnTo>
                    <a:pt x="1917914" y="966109"/>
                  </a:lnTo>
                  <a:lnTo>
                    <a:pt x="1920523" y="965154"/>
                  </a:lnTo>
                  <a:lnTo>
                    <a:pt x="1954433" y="952716"/>
                  </a:lnTo>
                  <a:lnTo>
                    <a:pt x="1957215" y="951694"/>
                  </a:lnTo>
                  <a:lnTo>
                    <a:pt x="1966432" y="948306"/>
                  </a:lnTo>
                  <a:lnTo>
                    <a:pt x="1975301" y="945043"/>
                  </a:lnTo>
                  <a:lnTo>
                    <a:pt x="1975648" y="944915"/>
                  </a:lnTo>
                  <a:lnTo>
                    <a:pt x="1982778" y="942290"/>
                  </a:lnTo>
                  <a:lnTo>
                    <a:pt x="1992343" y="938766"/>
                  </a:lnTo>
                  <a:lnTo>
                    <a:pt x="1999820" y="936009"/>
                  </a:lnTo>
                  <a:lnTo>
                    <a:pt x="2000690" y="935688"/>
                  </a:lnTo>
                  <a:lnTo>
                    <a:pt x="2005907" y="933763"/>
                  </a:lnTo>
                  <a:lnTo>
                    <a:pt x="2014254" y="930682"/>
                  </a:lnTo>
                  <a:lnTo>
                    <a:pt x="2023296" y="927341"/>
                  </a:lnTo>
                  <a:lnTo>
                    <a:pt x="2028339" y="925477"/>
                  </a:lnTo>
                  <a:lnTo>
                    <a:pt x="2050946" y="917109"/>
                  </a:lnTo>
                  <a:lnTo>
                    <a:pt x="2056859" y="914918"/>
                  </a:lnTo>
                  <a:lnTo>
                    <a:pt x="2060684" y="913499"/>
                  </a:lnTo>
                  <a:lnTo>
                    <a:pt x="2064336" y="912145"/>
                  </a:lnTo>
                  <a:lnTo>
                    <a:pt x="2065206" y="911822"/>
                  </a:lnTo>
                  <a:lnTo>
                    <a:pt x="2086769" y="903815"/>
                  </a:lnTo>
                  <a:lnTo>
                    <a:pt x="2091812" y="901940"/>
                  </a:lnTo>
                  <a:lnTo>
                    <a:pt x="2094420" y="900970"/>
                  </a:lnTo>
                  <a:lnTo>
                    <a:pt x="2128330" y="888339"/>
                  </a:lnTo>
                  <a:lnTo>
                    <a:pt x="2131113" y="887301"/>
                  </a:lnTo>
                  <a:lnTo>
                    <a:pt x="2140329" y="883861"/>
                  </a:lnTo>
                  <a:lnTo>
                    <a:pt x="2149198" y="880548"/>
                  </a:lnTo>
                  <a:lnTo>
                    <a:pt x="2149546" y="880418"/>
                  </a:lnTo>
                  <a:lnTo>
                    <a:pt x="2156676" y="877752"/>
                  </a:lnTo>
                  <a:lnTo>
                    <a:pt x="2166240" y="874174"/>
                  </a:lnTo>
                  <a:lnTo>
                    <a:pt x="2173718" y="871375"/>
                  </a:lnTo>
                  <a:lnTo>
                    <a:pt x="2174587" y="871049"/>
                  </a:lnTo>
                  <a:lnTo>
                    <a:pt x="2179804" y="869095"/>
                  </a:lnTo>
                  <a:lnTo>
                    <a:pt x="2188151" y="865966"/>
                  </a:lnTo>
                  <a:lnTo>
                    <a:pt x="2197194" y="862575"/>
                  </a:lnTo>
                  <a:lnTo>
                    <a:pt x="2202237" y="860682"/>
                  </a:lnTo>
                  <a:lnTo>
                    <a:pt x="2224843" y="852187"/>
                  </a:lnTo>
                  <a:lnTo>
                    <a:pt x="2230756" y="849963"/>
                  </a:lnTo>
                  <a:lnTo>
                    <a:pt x="2234582" y="848523"/>
                  </a:lnTo>
                  <a:lnTo>
                    <a:pt x="2238234" y="847148"/>
                  </a:lnTo>
                  <a:lnTo>
                    <a:pt x="2239103" y="846821"/>
                  </a:lnTo>
                  <a:lnTo>
                    <a:pt x="2260666" y="838693"/>
                  </a:lnTo>
                  <a:lnTo>
                    <a:pt x="2265709" y="836790"/>
                  </a:lnTo>
                  <a:lnTo>
                    <a:pt x="2268318" y="835806"/>
                  </a:lnTo>
                  <a:lnTo>
                    <a:pt x="2302228" y="822987"/>
                  </a:lnTo>
                  <a:lnTo>
                    <a:pt x="2305010" y="821934"/>
                  </a:lnTo>
                  <a:lnTo>
                    <a:pt x="2314227" y="818443"/>
                  </a:lnTo>
                  <a:lnTo>
                    <a:pt x="2323095" y="815081"/>
                  </a:lnTo>
                  <a:lnTo>
                    <a:pt x="2323443" y="814949"/>
                  </a:lnTo>
                  <a:lnTo>
                    <a:pt x="2330573" y="812245"/>
                  </a:lnTo>
                  <a:lnTo>
                    <a:pt x="2340137" y="808615"/>
                  </a:lnTo>
                  <a:lnTo>
                    <a:pt x="2348485" y="805444"/>
                  </a:lnTo>
                  <a:lnTo>
                    <a:pt x="2353701" y="803462"/>
                  </a:lnTo>
                  <a:lnTo>
                    <a:pt x="2362049" y="800288"/>
                  </a:lnTo>
                  <a:lnTo>
                    <a:pt x="2371091" y="796847"/>
                  </a:lnTo>
                  <a:lnTo>
                    <a:pt x="2376134" y="794927"/>
                  </a:lnTo>
                  <a:lnTo>
                    <a:pt x="2398741" y="786311"/>
                  </a:lnTo>
                  <a:lnTo>
                    <a:pt x="2404653" y="784055"/>
                  </a:lnTo>
                  <a:lnTo>
                    <a:pt x="2408479" y="782594"/>
                  </a:lnTo>
                  <a:lnTo>
                    <a:pt x="2412131" y="781200"/>
                  </a:lnTo>
                  <a:lnTo>
                    <a:pt x="2413000" y="780868"/>
                  </a:lnTo>
                  <a:lnTo>
                    <a:pt x="2434564" y="772626"/>
                  </a:lnTo>
                  <a:lnTo>
                    <a:pt x="2439607" y="770697"/>
                  </a:lnTo>
                  <a:lnTo>
                    <a:pt x="2442215" y="769698"/>
                  </a:lnTo>
                  <a:lnTo>
                    <a:pt x="2476125" y="756702"/>
                  </a:lnTo>
                  <a:lnTo>
                    <a:pt x="2478908" y="755634"/>
                  </a:lnTo>
                  <a:lnTo>
                    <a:pt x="2488124" y="752095"/>
                  </a:lnTo>
                  <a:lnTo>
                    <a:pt x="2496993" y="748688"/>
                  </a:lnTo>
                  <a:lnTo>
                    <a:pt x="2497341" y="748554"/>
                  </a:lnTo>
                  <a:lnTo>
                    <a:pt x="2504471" y="745813"/>
                  </a:lnTo>
                  <a:lnTo>
                    <a:pt x="2514035" y="742134"/>
                  </a:lnTo>
                  <a:lnTo>
                    <a:pt x="2521512" y="739255"/>
                  </a:lnTo>
                  <a:lnTo>
                    <a:pt x="2522382" y="738920"/>
                  </a:lnTo>
                  <a:lnTo>
                    <a:pt x="2527599" y="736911"/>
                  </a:lnTo>
                  <a:lnTo>
                    <a:pt x="2535946" y="733695"/>
                  </a:lnTo>
                  <a:lnTo>
                    <a:pt x="2544989" y="730208"/>
                  </a:lnTo>
                  <a:lnTo>
                    <a:pt x="2550032" y="728263"/>
                  </a:lnTo>
                  <a:lnTo>
                    <a:pt x="2572638" y="719533"/>
                  </a:lnTo>
                  <a:lnTo>
                    <a:pt x="2582377" y="715768"/>
                  </a:lnTo>
                  <a:lnTo>
                    <a:pt x="2586028" y="714355"/>
                  </a:lnTo>
                  <a:lnTo>
                    <a:pt x="2586898" y="714019"/>
                  </a:lnTo>
                  <a:lnTo>
                    <a:pt x="2608461" y="705670"/>
                  </a:lnTo>
                  <a:lnTo>
                    <a:pt x="2613504" y="703716"/>
                  </a:lnTo>
                  <a:lnTo>
                    <a:pt x="2616113" y="702705"/>
                  </a:lnTo>
                  <a:lnTo>
                    <a:pt x="2650023" y="689544"/>
                  </a:lnTo>
                  <a:lnTo>
                    <a:pt x="2652805" y="688463"/>
                  </a:lnTo>
                  <a:lnTo>
                    <a:pt x="2662022" y="684879"/>
                  </a:lnTo>
                  <a:lnTo>
                    <a:pt x="2670890" y="681429"/>
                  </a:lnTo>
                  <a:lnTo>
                    <a:pt x="2671238" y="681294"/>
                  </a:lnTo>
                  <a:lnTo>
                    <a:pt x="2678368" y="678519"/>
                  </a:lnTo>
                  <a:lnTo>
                    <a:pt x="2687932" y="674794"/>
                  </a:lnTo>
                  <a:lnTo>
                    <a:pt x="2695410" y="671881"/>
                  </a:lnTo>
                  <a:lnTo>
                    <a:pt x="2696279" y="671542"/>
                  </a:lnTo>
                  <a:lnTo>
                    <a:pt x="2701496" y="669508"/>
                  </a:lnTo>
                  <a:lnTo>
                    <a:pt x="2709843" y="666252"/>
                  </a:lnTo>
                  <a:lnTo>
                    <a:pt x="2718886" y="662723"/>
                  </a:lnTo>
                  <a:lnTo>
                    <a:pt x="2723929" y="660755"/>
                  </a:lnTo>
                  <a:lnTo>
                    <a:pt x="2746536" y="651920"/>
                  </a:lnTo>
                  <a:lnTo>
                    <a:pt x="2752448" y="649608"/>
                  </a:lnTo>
                  <a:lnTo>
                    <a:pt x="2756274" y="648111"/>
                  </a:lnTo>
                  <a:lnTo>
                    <a:pt x="2759926" y="646682"/>
                  </a:lnTo>
                  <a:lnTo>
                    <a:pt x="2760795" y="646342"/>
                  </a:lnTo>
                  <a:lnTo>
                    <a:pt x="2782359" y="637896"/>
                  </a:lnTo>
                  <a:lnTo>
                    <a:pt x="2787402" y="635919"/>
                  </a:lnTo>
                  <a:lnTo>
                    <a:pt x="2790010" y="634896"/>
                  </a:lnTo>
                  <a:lnTo>
                    <a:pt x="2823920" y="621585"/>
                  </a:lnTo>
                  <a:lnTo>
                    <a:pt x="2826703" y="620491"/>
                  </a:lnTo>
                  <a:lnTo>
                    <a:pt x="2835919" y="616868"/>
                  </a:lnTo>
                  <a:lnTo>
                    <a:pt x="2844788" y="613380"/>
                  </a:lnTo>
                  <a:lnTo>
                    <a:pt x="2845136" y="613243"/>
                  </a:lnTo>
                  <a:lnTo>
                    <a:pt x="2852265" y="610437"/>
                  </a:lnTo>
                  <a:lnTo>
                    <a:pt x="2861830" y="606671"/>
                  </a:lnTo>
                  <a:lnTo>
                    <a:pt x="2869307" y="603726"/>
                  </a:lnTo>
                  <a:lnTo>
                    <a:pt x="2870177" y="603383"/>
                  </a:lnTo>
                  <a:lnTo>
                    <a:pt x="2875394" y="601327"/>
                  </a:lnTo>
                  <a:lnTo>
                    <a:pt x="2883741" y="598036"/>
                  </a:lnTo>
                  <a:lnTo>
                    <a:pt x="2892784" y="594469"/>
                  </a:lnTo>
                  <a:lnTo>
                    <a:pt x="2897827" y="592479"/>
                  </a:lnTo>
                  <a:lnTo>
                    <a:pt x="2920433" y="583551"/>
                  </a:lnTo>
                  <a:lnTo>
                    <a:pt x="2926346" y="581214"/>
                  </a:lnTo>
                  <a:lnTo>
                    <a:pt x="2930171" y="579702"/>
                  </a:lnTo>
                  <a:lnTo>
                    <a:pt x="2933823" y="578257"/>
                  </a:lnTo>
                  <a:lnTo>
                    <a:pt x="2934693" y="577914"/>
                  </a:lnTo>
                  <a:lnTo>
                    <a:pt x="2956256" y="569380"/>
                  </a:lnTo>
                  <a:lnTo>
                    <a:pt x="2961299" y="567383"/>
                  </a:lnTo>
                  <a:lnTo>
                    <a:pt x="2963908" y="566350"/>
                  </a:lnTo>
                  <a:lnTo>
                    <a:pt x="2997818" y="552904"/>
                  </a:lnTo>
                  <a:lnTo>
                    <a:pt x="3000600" y="551800"/>
                  </a:lnTo>
                  <a:lnTo>
                    <a:pt x="3009817" y="548140"/>
                  </a:lnTo>
                  <a:lnTo>
                    <a:pt x="3018685" y="544618"/>
                  </a:lnTo>
                  <a:lnTo>
                    <a:pt x="3019033" y="544479"/>
                  </a:lnTo>
                  <a:lnTo>
                    <a:pt x="3026163" y="541646"/>
                  </a:lnTo>
                  <a:lnTo>
                    <a:pt x="3035727" y="537844"/>
                  </a:lnTo>
                  <a:lnTo>
                    <a:pt x="3043205" y="534869"/>
                  </a:lnTo>
                  <a:lnTo>
                    <a:pt x="3044074" y="534524"/>
                  </a:lnTo>
                  <a:lnTo>
                    <a:pt x="3049291" y="532448"/>
                  </a:lnTo>
                  <a:lnTo>
                    <a:pt x="3057638" y="529125"/>
                  </a:lnTo>
                  <a:lnTo>
                    <a:pt x="3066681" y="525524"/>
                  </a:lnTo>
                  <a:lnTo>
                    <a:pt x="3071724" y="523516"/>
                  </a:lnTo>
                  <a:lnTo>
                    <a:pt x="3094331" y="514504"/>
                  </a:lnTo>
                  <a:lnTo>
                    <a:pt x="3100243" y="512145"/>
                  </a:lnTo>
                  <a:lnTo>
                    <a:pt x="3104069" y="510619"/>
                  </a:lnTo>
                  <a:lnTo>
                    <a:pt x="3108590" y="508814"/>
                  </a:lnTo>
                  <a:lnTo>
                    <a:pt x="3130154" y="500203"/>
                  </a:lnTo>
                  <a:lnTo>
                    <a:pt x="3135197" y="498188"/>
                  </a:lnTo>
                  <a:lnTo>
                    <a:pt x="3137805" y="497146"/>
                  </a:lnTo>
                  <a:lnTo>
                    <a:pt x="3171715" y="483581"/>
                  </a:lnTo>
                  <a:lnTo>
                    <a:pt x="3174497" y="482467"/>
                  </a:lnTo>
                  <a:lnTo>
                    <a:pt x="3183714" y="478776"/>
                  </a:lnTo>
                  <a:lnTo>
                    <a:pt x="3192583" y="475222"/>
                  </a:lnTo>
                  <a:lnTo>
                    <a:pt x="3192931" y="475083"/>
                  </a:lnTo>
                  <a:lnTo>
                    <a:pt x="3200060" y="472225"/>
                  </a:lnTo>
                  <a:lnTo>
                    <a:pt x="3209625" y="468391"/>
                  </a:lnTo>
                  <a:lnTo>
                    <a:pt x="3217102" y="465391"/>
                  </a:lnTo>
                  <a:lnTo>
                    <a:pt x="3217972" y="465042"/>
                  </a:lnTo>
                  <a:lnTo>
                    <a:pt x="3223189" y="462949"/>
                  </a:lnTo>
                  <a:lnTo>
                    <a:pt x="3231536" y="459599"/>
                  </a:lnTo>
                  <a:lnTo>
                    <a:pt x="3240578" y="455968"/>
                  </a:lnTo>
                  <a:lnTo>
                    <a:pt x="3245621" y="453943"/>
                  </a:lnTo>
                  <a:lnTo>
                    <a:pt x="3268228" y="444857"/>
                  </a:lnTo>
                  <a:lnTo>
                    <a:pt x="3274141" y="442480"/>
                  </a:lnTo>
                  <a:lnTo>
                    <a:pt x="3277966" y="440941"/>
                  </a:lnTo>
                  <a:lnTo>
                    <a:pt x="3281618" y="439472"/>
                  </a:lnTo>
                  <a:lnTo>
                    <a:pt x="3282488" y="439122"/>
                  </a:lnTo>
                  <a:lnTo>
                    <a:pt x="3304051" y="430443"/>
                  </a:lnTo>
                  <a:lnTo>
                    <a:pt x="3309094" y="428412"/>
                  </a:lnTo>
                  <a:lnTo>
                    <a:pt x="3311702" y="427361"/>
                  </a:lnTo>
                  <a:lnTo>
                    <a:pt x="3345612" y="413691"/>
                  </a:lnTo>
                  <a:lnTo>
                    <a:pt x="3348395" y="412569"/>
                  </a:lnTo>
                  <a:lnTo>
                    <a:pt x="3357611" y="408850"/>
                  </a:lnTo>
                  <a:lnTo>
                    <a:pt x="3366480" y="405270"/>
                  </a:lnTo>
                  <a:lnTo>
                    <a:pt x="3366828" y="405130"/>
                  </a:lnTo>
                  <a:lnTo>
                    <a:pt x="3373958" y="402251"/>
                  </a:lnTo>
                  <a:lnTo>
                    <a:pt x="3383522" y="398387"/>
                  </a:lnTo>
                  <a:lnTo>
                    <a:pt x="3391000" y="395366"/>
                  </a:lnTo>
                  <a:lnTo>
                    <a:pt x="3391869" y="395015"/>
                  </a:lnTo>
                  <a:lnTo>
                    <a:pt x="3397086" y="392906"/>
                  </a:lnTo>
                  <a:lnTo>
                    <a:pt x="3405433" y="389532"/>
                  </a:lnTo>
                  <a:lnTo>
                    <a:pt x="3414476" y="385875"/>
                  </a:lnTo>
                  <a:lnTo>
                    <a:pt x="3419519" y="383835"/>
                  </a:lnTo>
                  <a:lnTo>
                    <a:pt x="3442126" y="374685"/>
                  </a:lnTo>
                  <a:lnTo>
                    <a:pt x="3448038" y="372291"/>
                  </a:lnTo>
                  <a:lnTo>
                    <a:pt x="3451864" y="370741"/>
                  </a:lnTo>
                  <a:lnTo>
                    <a:pt x="3455516" y="369262"/>
                  </a:lnTo>
                  <a:lnTo>
                    <a:pt x="3456385" y="368909"/>
                  </a:lnTo>
                  <a:lnTo>
                    <a:pt x="3477948" y="360170"/>
                  </a:lnTo>
                  <a:lnTo>
                    <a:pt x="3482991" y="358125"/>
                  </a:lnTo>
                  <a:lnTo>
                    <a:pt x="3485600" y="357067"/>
                  </a:lnTo>
                  <a:lnTo>
                    <a:pt x="3519510" y="343307"/>
                  </a:lnTo>
                  <a:lnTo>
                    <a:pt x="3522292" y="342177"/>
                  </a:lnTo>
                  <a:lnTo>
                    <a:pt x="3531509" y="338434"/>
                  </a:lnTo>
                  <a:lnTo>
                    <a:pt x="3540378" y="334830"/>
                  </a:lnTo>
                  <a:lnTo>
                    <a:pt x="3540725" y="334689"/>
                  </a:lnTo>
                  <a:lnTo>
                    <a:pt x="3547855" y="331791"/>
                  </a:lnTo>
                  <a:lnTo>
                    <a:pt x="3557420" y="327903"/>
                  </a:lnTo>
                  <a:lnTo>
                    <a:pt x="3564897" y="324863"/>
                  </a:lnTo>
                  <a:lnTo>
                    <a:pt x="3565767" y="324509"/>
                  </a:lnTo>
                  <a:lnTo>
                    <a:pt x="3570984" y="322387"/>
                  </a:lnTo>
                  <a:lnTo>
                    <a:pt x="3579331" y="318992"/>
                  </a:lnTo>
                  <a:lnTo>
                    <a:pt x="3588373" y="315312"/>
                  </a:lnTo>
                  <a:lnTo>
                    <a:pt x="3593416" y="313259"/>
                  </a:lnTo>
                  <a:lnTo>
                    <a:pt x="3616023" y="304053"/>
                  </a:lnTo>
                  <a:lnTo>
                    <a:pt x="3621936" y="301644"/>
                  </a:lnTo>
                  <a:lnTo>
                    <a:pt x="3625761" y="300085"/>
                  </a:lnTo>
                  <a:lnTo>
                    <a:pt x="3629413" y="298597"/>
                  </a:lnTo>
                  <a:lnTo>
                    <a:pt x="3630283" y="298243"/>
                  </a:lnTo>
                  <a:lnTo>
                    <a:pt x="3651846" y="289452"/>
                  </a:lnTo>
                  <a:lnTo>
                    <a:pt x="3656889" y="287395"/>
                  </a:lnTo>
                  <a:lnTo>
                    <a:pt x="3659497" y="286331"/>
                  </a:lnTo>
                  <a:lnTo>
                    <a:pt x="3693407" y="272490"/>
                  </a:lnTo>
                  <a:lnTo>
                    <a:pt x="3696190" y="271354"/>
                  </a:lnTo>
                  <a:lnTo>
                    <a:pt x="3705406" y="267590"/>
                  </a:lnTo>
                  <a:lnTo>
                    <a:pt x="3714623" y="263824"/>
                  </a:lnTo>
                  <a:lnTo>
                    <a:pt x="3721753" y="260910"/>
                  </a:lnTo>
                  <a:lnTo>
                    <a:pt x="3731317" y="257001"/>
                  </a:lnTo>
                  <a:lnTo>
                    <a:pt x="3738795" y="253943"/>
                  </a:lnTo>
                  <a:lnTo>
                    <a:pt x="3739664" y="253588"/>
                  </a:lnTo>
                  <a:lnTo>
                    <a:pt x="3744881" y="251454"/>
                  </a:lnTo>
                  <a:lnTo>
                    <a:pt x="3753228" y="248040"/>
                  </a:lnTo>
                  <a:lnTo>
                    <a:pt x="3762271" y="244340"/>
                  </a:lnTo>
                  <a:lnTo>
                    <a:pt x="3767314" y="242277"/>
                  </a:lnTo>
                  <a:lnTo>
                    <a:pt x="3789920" y="233022"/>
                  </a:lnTo>
                  <a:lnTo>
                    <a:pt x="3795833" y="230601"/>
                  </a:lnTo>
                  <a:lnTo>
                    <a:pt x="3799659" y="229034"/>
                  </a:lnTo>
                  <a:lnTo>
                    <a:pt x="3803311" y="227538"/>
                  </a:lnTo>
                  <a:lnTo>
                    <a:pt x="3804180" y="227181"/>
                  </a:lnTo>
                  <a:lnTo>
                    <a:pt x="3825743" y="218345"/>
                  </a:lnTo>
                  <a:lnTo>
                    <a:pt x="3830786" y="216278"/>
                  </a:lnTo>
                  <a:lnTo>
                    <a:pt x="3833395" y="215208"/>
                  </a:lnTo>
                  <a:lnTo>
                    <a:pt x="3867305" y="201299"/>
                  </a:lnTo>
                  <a:lnTo>
                    <a:pt x="3870087" y="200157"/>
                  </a:lnTo>
                  <a:lnTo>
                    <a:pt x="3879304" y="196374"/>
                  </a:lnTo>
                  <a:lnTo>
                    <a:pt x="3888173" y="192733"/>
                  </a:lnTo>
                  <a:lnTo>
                    <a:pt x="3888520" y="192590"/>
                  </a:lnTo>
                  <a:lnTo>
                    <a:pt x="3895650" y="189662"/>
                  </a:lnTo>
                  <a:lnTo>
                    <a:pt x="3905214" y="185734"/>
                  </a:lnTo>
                  <a:lnTo>
                    <a:pt x="3912692" y="182662"/>
                  </a:lnTo>
                  <a:lnTo>
                    <a:pt x="3913562" y="182305"/>
                  </a:lnTo>
                  <a:lnTo>
                    <a:pt x="3918778" y="180161"/>
                  </a:lnTo>
                  <a:lnTo>
                    <a:pt x="3927126" y="176731"/>
                  </a:lnTo>
                  <a:lnTo>
                    <a:pt x="3936168" y="173014"/>
                  </a:lnTo>
                  <a:lnTo>
                    <a:pt x="3941211" y="170941"/>
                  </a:lnTo>
                  <a:lnTo>
                    <a:pt x="3963818" y="161644"/>
                  </a:lnTo>
                  <a:lnTo>
                    <a:pt x="3969730" y="159211"/>
                  </a:lnTo>
                  <a:lnTo>
                    <a:pt x="3973556" y="157637"/>
                  </a:lnTo>
                  <a:lnTo>
                    <a:pt x="3977208" y="156135"/>
                  </a:lnTo>
                  <a:lnTo>
                    <a:pt x="3978077" y="155777"/>
                  </a:lnTo>
                  <a:lnTo>
                    <a:pt x="4004684" y="144825"/>
                  </a:lnTo>
                  <a:lnTo>
                    <a:pt x="4007292" y="143750"/>
                  </a:lnTo>
                  <a:lnTo>
                    <a:pt x="4041202" y="129781"/>
                  </a:lnTo>
                  <a:lnTo>
                    <a:pt x="4043985" y="128634"/>
                  </a:lnTo>
                  <a:lnTo>
                    <a:pt x="4053201" y="124835"/>
                  </a:lnTo>
                  <a:lnTo>
                    <a:pt x="4062070" y="121179"/>
                  </a:lnTo>
                  <a:lnTo>
                    <a:pt x="4062418" y="121036"/>
                  </a:lnTo>
                  <a:lnTo>
                    <a:pt x="4086590" y="111067"/>
                  </a:lnTo>
                  <a:lnTo>
                    <a:pt x="4092676" y="108556"/>
                  </a:lnTo>
                  <a:lnTo>
                    <a:pt x="4101023" y="105112"/>
                  </a:lnTo>
                  <a:lnTo>
                    <a:pt x="4110066" y="101380"/>
                  </a:lnTo>
                  <a:lnTo>
                    <a:pt x="4151975" y="84074"/>
                  </a:lnTo>
                  <a:lnTo>
                    <a:pt x="4181190" y="72002"/>
                  </a:lnTo>
                  <a:lnTo>
                    <a:pt x="4261356" y="38838"/>
                  </a:lnTo>
                  <a:lnTo>
                    <a:pt x="4355087" y="0"/>
                  </a:lnTo>
                  <a:lnTo>
                    <a:pt x="4355087" y="373268"/>
                  </a:lnTo>
                  <a:lnTo>
                    <a:pt x="4261356" y="403071"/>
                  </a:lnTo>
                  <a:lnTo>
                    <a:pt x="4181190" y="428615"/>
                  </a:lnTo>
                  <a:lnTo>
                    <a:pt x="4151975" y="437937"/>
                  </a:lnTo>
                  <a:lnTo>
                    <a:pt x="4110066" y="451323"/>
                  </a:lnTo>
                  <a:lnTo>
                    <a:pt x="4101023" y="454213"/>
                  </a:lnTo>
                  <a:lnTo>
                    <a:pt x="4092676" y="456882"/>
                  </a:lnTo>
                  <a:lnTo>
                    <a:pt x="4086590" y="458828"/>
                  </a:lnTo>
                  <a:lnTo>
                    <a:pt x="4062418" y="466561"/>
                  </a:lnTo>
                  <a:lnTo>
                    <a:pt x="4062070" y="466672"/>
                  </a:lnTo>
                  <a:lnTo>
                    <a:pt x="4053201" y="469510"/>
                  </a:lnTo>
                  <a:lnTo>
                    <a:pt x="4043985" y="472461"/>
                  </a:lnTo>
                  <a:lnTo>
                    <a:pt x="4041202" y="473352"/>
                  </a:lnTo>
                  <a:lnTo>
                    <a:pt x="4007292" y="484215"/>
                  </a:lnTo>
                  <a:lnTo>
                    <a:pt x="4004684" y="485052"/>
                  </a:lnTo>
                  <a:lnTo>
                    <a:pt x="3978077" y="493584"/>
                  </a:lnTo>
                  <a:lnTo>
                    <a:pt x="3977208" y="493863"/>
                  </a:lnTo>
                  <a:lnTo>
                    <a:pt x="3973556" y="495034"/>
                  </a:lnTo>
                  <a:lnTo>
                    <a:pt x="3969730" y="496262"/>
                  </a:lnTo>
                  <a:lnTo>
                    <a:pt x="3963818" y="498159"/>
                  </a:lnTo>
                  <a:lnTo>
                    <a:pt x="3941211" y="505418"/>
                  </a:lnTo>
                  <a:lnTo>
                    <a:pt x="3936168" y="507037"/>
                  </a:lnTo>
                  <a:lnTo>
                    <a:pt x="3927126" y="509943"/>
                  </a:lnTo>
                  <a:lnTo>
                    <a:pt x="3918778" y="512625"/>
                  </a:lnTo>
                  <a:lnTo>
                    <a:pt x="3913562" y="514302"/>
                  </a:lnTo>
                  <a:lnTo>
                    <a:pt x="3912692" y="514582"/>
                  </a:lnTo>
                  <a:lnTo>
                    <a:pt x="3905214" y="516986"/>
                  </a:lnTo>
                  <a:lnTo>
                    <a:pt x="3895650" y="520062"/>
                  </a:lnTo>
                  <a:lnTo>
                    <a:pt x="3888520" y="522355"/>
                  </a:lnTo>
                  <a:lnTo>
                    <a:pt x="3888173" y="522467"/>
                  </a:lnTo>
                  <a:lnTo>
                    <a:pt x="3879304" y="525321"/>
                  </a:lnTo>
                  <a:lnTo>
                    <a:pt x="3870087" y="528287"/>
                  </a:lnTo>
                  <a:lnTo>
                    <a:pt x="3867305" y="529183"/>
                  </a:lnTo>
                  <a:lnTo>
                    <a:pt x="3833395" y="540107"/>
                  </a:lnTo>
                  <a:lnTo>
                    <a:pt x="3830786" y="540948"/>
                  </a:lnTo>
                  <a:lnTo>
                    <a:pt x="3825743" y="542573"/>
                  </a:lnTo>
                  <a:lnTo>
                    <a:pt x="3804180" y="549528"/>
                  </a:lnTo>
                  <a:lnTo>
                    <a:pt x="3803311" y="549809"/>
                  </a:lnTo>
                  <a:lnTo>
                    <a:pt x="3799659" y="550987"/>
                  </a:lnTo>
                  <a:lnTo>
                    <a:pt x="3795833" y="552222"/>
                  </a:lnTo>
                  <a:lnTo>
                    <a:pt x="3789920" y="554130"/>
                  </a:lnTo>
                  <a:lnTo>
                    <a:pt x="3767314" y="561431"/>
                  </a:lnTo>
                  <a:lnTo>
                    <a:pt x="3762271" y="563060"/>
                  </a:lnTo>
                  <a:lnTo>
                    <a:pt x="3753228" y="565983"/>
                  </a:lnTo>
                  <a:lnTo>
                    <a:pt x="3744881" y="568681"/>
                  </a:lnTo>
                  <a:lnTo>
                    <a:pt x="3739664" y="570368"/>
                  </a:lnTo>
                  <a:lnTo>
                    <a:pt x="3738795" y="570649"/>
                  </a:lnTo>
                  <a:lnTo>
                    <a:pt x="3731317" y="573068"/>
                  </a:lnTo>
                  <a:lnTo>
                    <a:pt x="3721753" y="576163"/>
                  </a:lnTo>
                  <a:lnTo>
                    <a:pt x="3714623" y="578470"/>
                  </a:lnTo>
                  <a:lnTo>
                    <a:pt x="3705406" y="581454"/>
                  </a:lnTo>
                  <a:lnTo>
                    <a:pt x="3696190" y="584439"/>
                  </a:lnTo>
                  <a:lnTo>
                    <a:pt x="3693407" y="585341"/>
                  </a:lnTo>
                  <a:lnTo>
                    <a:pt x="3659497" y="596333"/>
                  </a:lnTo>
                  <a:lnTo>
                    <a:pt x="3656889" y="597180"/>
                  </a:lnTo>
                  <a:lnTo>
                    <a:pt x="3651846" y="598816"/>
                  </a:lnTo>
                  <a:lnTo>
                    <a:pt x="3630283" y="605816"/>
                  </a:lnTo>
                  <a:lnTo>
                    <a:pt x="3629413" y="606098"/>
                  </a:lnTo>
                  <a:lnTo>
                    <a:pt x="3625761" y="607284"/>
                  </a:lnTo>
                  <a:lnTo>
                    <a:pt x="3621936" y="608527"/>
                  </a:lnTo>
                  <a:lnTo>
                    <a:pt x="3616023" y="610448"/>
                  </a:lnTo>
                  <a:lnTo>
                    <a:pt x="3593416" y="617798"/>
                  </a:lnTo>
                  <a:lnTo>
                    <a:pt x="3588373" y="619438"/>
                  </a:lnTo>
                  <a:lnTo>
                    <a:pt x="3579331" y="622380"/>
                  </a:lnTo>
                  <a:lnTo>
                    <a:pt x="3570984" y="625097"/>
                  </a:lnTo>
                  <a:lnTo>
                    <a:pt x="3565767" y="626796"/>
                  </a:lnTo>
                  <a:lnTo>
                    <a:pt x="3564897" y="627079"/>
                  </a:lnTo>
                  <a:lnTo>
                    <a:pt x="3557420" y="629514"/>
                  </a:lnTo>
                  <a:lnTo>
                    <a:pt x="3547855" y="632631"/>
                  </a:lnTo>
                  <a:lnTo>
                    <a:pt x="3540725" y="634954"/>
                  </a:lnTo>
                  <a:lnTo>
                    <a:pt x="3540378" y="635068"/>
                  </a:lnTo>
                  <a:lnTo>
                    <a:pt x="3531509" y="637959"/>
                  </a:lnTo>
                  <a:lnTo>
                    <a:pt x="3522292" y="640965"/>
                  </a:lnTo>
                  <a:lnTo>
                    <a:pt x="3519510" y="641873"/>
                  </a:lnTo>
                  <a:lnTo>
                    <a:pt x="3485600" y="652945"/>
                  </a:lnTo>
                  <a:lnTo>
                    <a:pt x="3482991" y="653798"/>
                  </a:lnTo>
                  <a:lnTo>
                    <a:pt x="3477948" y="655446"/>
                  </a:lnTo>
                  <a:lnTo>
                    <a:pt x="3456385" y="662498"/>
                  </a:lnTo>
                  <a:lnTo>
                    <a:pt x="3455516" y="662783"/>
                  </a:lnTo>
                  <a:lnTo>
                    <a:pt x="3451864" y="663978"/>
                  </a:lnTo>
                  <a:lnTo>
                    <a:pt x="3448038" y="665230"/>
                  </a:lnTo>
                  <a:lnTo>
                    <a:pt x="3442126" y="667165"/>
                  </a:lnTo>
                  <a:lnTo>
                    <a:pt x="3419519" y="674571"/>
                  </a:lnTo>
                  <a:lnTo>
                    <a:pt x="3414476" y="676224"/>
                  </a:lnTo>
                  <a:lnTo>
                    <a:pt x="3405433" y="679189"/>
                  </a:lnTo>
                  <a:lnTo>
                    <a:pt x="3397086" y="681927"/>
                  </a:lnTo>
                  <a:lnTo>
                    <a:pt x="3391869" y="683639"/>
                  </a:lnTo>
                  <a:lnTo>
                    <a:pt x="3391000" y="683925"/>
                  </a:lnTo>
                  <a:lnTo>
                    <a:pt x="3383522" y="686379"/>
                  </a:lnTo>
                  <a:lnTo>
                    <a:pt x="3373958" y="689520"/>
                  </a:lnTo>
                  <a:lnTo>
                    <a:pt x="3366828" y="691863"/>
                  </a:lnTo>
                  <a:lnTo>
                    <a:pt x="3366480" y="691977"/>
                  </a:lnTo>
                  <a:lnTo>
                    <a:pt x="3357611" y="694892"/>
                  </a:lnTo>
                  <a:lnTo>
                    <a:pt x="3348395" y="697922"/>
                  </a:lnTo>
                  <a:lnTo>
                    <a:pt x="3345612" y="698838"/>
                  </a:lnTo>
                  <a:lnTo>
                    <a:pt x="3311702" y="710001"/>
                  </a:lnTo>
                  <a:lnTo>
                    <a:pt x="3309094" y="710861"/>
                  </a:lnTo>
                  <a:lnTo>
                    <a:pt x="3304051" y="712523"/>
                  </a:lnTo>
                  <a:lnTo>
                    <a:pt x="3282488" y="719635"/>
                  </a:lnTo>
                  <a:lnTo>
                    <a:pt x="3281618" y="719921"/>
                  </a:lnTo>
                  <a:lnTo>
                    <a:pt x="3277966" y="721127"/>
                  </a:lnTo>
                  <a:lnTo>
                    <a:pt x="3274141" y="722390"/>
                  </a:lnTo>
                  <a:lnTo>
                    <a:pt x="3268228" y="724342"/>
                  </a:lnTo>
                  <a:lnTo>
                    <a:pt x="3245621" y="731812"/>
                  </a:lnTo>
                  <a:lnTo>
                    <a:pt x="3240578" y="733480"/>
                  </a:lnTo>
                  <a:lnTo>
                    <a:pt x="3231536" y="736471"/>
                  </a:lnTo>
                  <a:lnTo>
                    <a:pt x="3223189" y="739233"/>
                  </a:lnTo>
                  <a:lnTo>
                    <a:pt x="3217972" y="740961"/>
                  </a:lnTo>
                  <a:lnTo>
                    <a:pt x="3217102" y="741249"/>
                  </a:lnTo>
                  <a:lnTo>
                    <a:pt x="3209625" y="743725"/>
                  </a:lnTo>
                  <a:lnTo>
                    <a:pt x="3200060" y="746895"/>
                  </a:lnTo>
                  <a:lnTo>
                    <a:pt x="3192931" y="749258"/>
                  </a:lnTo>
                  <a:lnTo>
                    <a:pt x="3192583" y="749374"/>
                  </a:lnTo>
                  <a:lnTo>
                    <a:pt x="3183714" y="752315"/>
                  </a:lnTo>
                  <a:lnTo>
                    <a:pt x="3174497" y="755374"/>
                  </a:lnTo>
                  <a:lnTo>
                    <a:pt x="3171715" y="756297"/>
                  </a:lnTo>
                  <a:lnTo>
                    <a:pt x="3137805" y="767565"/>
                  </a:lnTo>
                  <a:lnTo>
                    <a:pt x="3135197" y="768433"/>
                  </a:lnTo>
                  <a:lnTo>
                    <a:pt x="3130154" y="770111"/>
                  </a:lnTo>
                  <a:lnTo>
                    <a:pt x="3108590" y="777291"/>
                  </a:lnTo>
                  <a:lnTo>
                    <a:pt x="3104069" y="778798"/>
                  </a:lnTo>
                  <a:lnTo>
                    <a:pt x="3100243" y="780073"/>
                  </a:lnTo>
                  <a:lnTo>
                    <a:pt x="3094331" y="782044"/>
                  </a:lnTo>
                  <a:lnTo>
                    <a:pt x="3071724" y="789588"/>
                  </a:lnTo>
                  <a:lnTo>
                    <a:pt x="3066681" y="791272"/>
                  </a:lnTo>
                  <a:lnTo>
                    <a:pt x="3057638" y="794294"/>
                  </a:lnTo>
                  <a:lnTo>
                    <a:pt x="3049291" y="797084"/>
                  </a:lnTo>
                  <a:lnTo>
                    <a:pt x="3044074" y="798829"/>
                  </a:lnTo>
                  <a:lnTo>
                    <a:pt x="3043205" y="799119"/>
                  </a:lnTo>
                  <a:lnTo>
                    <a:pt x="3035727" y="801621"/>
                  </a:lnTo>
                  <a:lnTo>
                    <a:pt x="3026163" y="804823"/>
                  </a:lnTo>
                  <a:lnTo>
                    <a:pt x="3019033" y="807211"/>
                  </a:lnTo>
                  <a:lnTo>
                    <a:pt x="3018685" y="807327"/>
                  </a:lnTo>
                  <a:lnTo>
                    <a:pt x="3009817" y="810299"/>
                  </a:lnTo>
                  <a:lnTo>
                    <a:pt x="3000600" y="813390"/>
                  </a:lnTo>
                  <a:lnTo>
                    <a:pt x="2997818" y="814323"/>
                  </a:lnTo>
                  <a:lnTo>
                    <a:pt x="2963908" y="825710"/>
                  </a:lnTo>
                  <a:lnTo>
                    <a:pt x="2961299" y="826587"/>
                  </a:lnTo>
                  <a:lnTo>
                    <a:pt x="2956256" y="828283"/>
                  </a:lnTo>
                  <a:lnTo>
                    <a:pt x="2934693" y="835541"/>
                  </a:lnTo>
                  <a:lnTo>
                    <a:pt x="2933823" y="835834"/>
                  </a:lnTo>
                  <a:lnTo>
                    <a:pt x="2930171" y="837064"/>
                  </a:lnTo>
                  <a:lnTo>
                    <a:pt x="2926346" y="838353"/>
                  </a:lnTo>
                  <a:lnTo>
                    <a:pt x="2920433" y="840346"/>
                  </a:lnTo>
                  <a:lnTo>
                    <a:pt x="2897827" y="847974"/>
                  </a:lnTo>
                  <a:lnTo>
                    <a:pt x="2892784" y="849677"/>
                  </a:lnTo>
                  <a:lnTo>
                    <a:pt x="2883741" y="852732"/>
                  </a:lnTo>
                  <a:lnTo>
                    <a:pt x="2875394" y="855554"/>
                  </a:lnTo>
                  <a:lnTo>
                    <a:pt x="2870177" y="857318"/>
                  </a:lnTo>
                  <a:lnTo>
                    <a:pt x="2869307" y="857612"/>
                  </a:lnTo>
                  <a:lnTo>
                    <a:pt x="2861830" y="860143"/>
                  </a:lnTo>
                  <a:lnTo>
                    <a:pt x="2852265" y="863381"/>
                  </a:lnTo>
                  <a:lnTo>
                    <a:pt x="2845136" y="865797"/>
                  </a:lnTo>
                  <a:lnTo>
                    <a:pt x="2844788" y="865914"/>
                  </a:lnTo>
                  <a:lnTo>
                    <a:pt x="2835919" y="868921"/>
                  </a:lnTo>
                  <a:lnTo>
                    <a:pt x="2826703" y="872047"/>
                  </a:lnTo>
                  <a:lnTo>
                    <a:pt x="2823920" y="872991"/>
                  </a:lnTo>
                  <a:lnTo>
                    <a:pt x="2790010" y="884513"/>
                  </a:lnTo>
                  <a:lnTo>
                    <a:pt x="2787402" y="885400"/>
                  </a:lnTo>
                  <a:lnTo>
                    <a:pt x="2782359" y="887117"/>
                  </a:lnTo>
                  <a:lnTo>
                    <a:pt x="2760795" y="894462"/>
                  </a:lnTo>
                  <a:lnTo>
                    <a:pt x="2759926" y="894758"/>
                  </a:lnTo>
                  <a:lnTo>
                    <a:pt x="2756274" y="896004"/>
                  </a:lnTo>
                  <a:lnTo>
                    <a:pt x="2752448" y="897309"/>
                  </a:lnTo>
                  <a:lnTo>
                    <a:pt x="2746536" y="899326"/>
                  </a:lnTo>
                  <a:lnTo>
                    <a:pt x="2723929" y="907047"/>
                  </a:lnTo>
                  <a:lnTo>
                    <a:pt x="2718886" y="908771"/>
                  </a:lnTo>
                  <a:lnTo>
                    <a:pt x="2709843" y="911865"/>
                  </a:lnTo>
                  <a:lnTo>
                    <a:pt x="2701496" y="914722"/>
                  </a:lnTo>
                  <a:lnTo>
                    <a:pt x="2696279" y="916508"/>
                  </a:lnTo>
                  <a:lnTo>
                    <a:pt x="2695410" y="916806"/>
                  </a:lnTo>
                  <a:lnTo>
                    <a:pt x="2687932" y="919369"/>
                  </a:lnTo>
                  <a:lnTo>
                    <a:pt x="2678368" y="922648"/>
                  </a:lnTo>
                  <a:lnTo>
                    <a:pt x="2671238" y="925094"/>
                  </a:lnTo>
                  <a:lnTo>
                    <a:pt x="2670890" y="925214"/>
                  </a:lnTo>
                  <a:lnTo>
                    <a:pt x="2662022" y="928258"/>
                  </a:lnTo>
                  <a:lnTo>
                    <a:pt x="2652805" y="931425"/>
                  </a:lnTo>
                  <a:lnTo>
                    <a:pt x="2650023" y="932381"/>
                  </a:lnTo>
                  <a:lnTo>
                    <a:pt x="2616113" y="944053"/>
                  </a:lnTo>
                  <a:lnTo>
                    <a:pt x="2613504" y="944952"/>
                  </a:lnTo>
                  <a:lnTo>
                    <a:pt x="2608461" y="946691"/>
                  </a:lnTo>
                  <a:lnTo>
                    <a:pt x="2586898" y="954134"/>
                  </a:lnTo>
                  <a:lnTo>
                    <a:pt x="2586028" y="954434"/>
                  </a:lnTo>
                  <a:lnTo>
                    <a:pt x="2582377" y="955696"/>
                  </a:lnTo>
                  <a:lnTo>
                    <a:pt x="2572638" y="959063"/>
                  </a:lnTo>
                  <a:lnTo>
                    <a:pt x="2550032" y="966888"/>
                  </a:lnTo>
                  <a:lnTo>
                    <a:pt x="2544989" y="968636"/>
                  </a:lnTo>
                  <a:lnTo>
                    <a:pt x="2535946" y="971771"/>
                  </a:lnTo>
                  <a:lnTo>
                    <a:pt x="2527599" y="974668"/>
                  </a:lnTo>
                  <a:lnTo>
                    <a:pt x="2522382" y="976479"/>
                  </a:lnTo>
                  <a:lnTo>
                    <a:pt x="2521512" y="976781"/>
                  </a:lnTo>
                  <a:lnTo>
                    <a:pt x="2514035" y="979378"/>
                  </a:lnTo>
                  <a:lnTo>
                    <a:pt x="2504471" y="982703"/>
                  </a:lnTo>
                  <a:lnTo>
                    <a:pt x="2497341" y="985183"/>
                  </a:lnTo>
                  <a:lnTo>
                    <a:pt x="2496993" y="985304"/>
                  </a:lnTo>
                  <a:lnTo>
                    <a:pt x="2488124" y="988391"/>
                  </a:lnTo>
                  <a:lnTo>
                    <a:pt x="2478908" y="991602"/>
                  </a:lnTo>
                  <a:lnTo>
                    <a:pt x="2476125" y="992572"/>
                  </a:lnTo>
                  <a:lnTo>
                    <a:pt x="2442215" y="1004409"/>
                  </a:lnTo>
                  <a:lnTo>
                    <a:pt x="2439607" y="1005321"/>
                  </a:lnTo>
                  <a:lnTo>
                    <a:pt x="2434564" y="1007084"/>
                  </a:lnTo>
                  <a:lnTo>
                    <a:pt x="2413000" y="1014634"/>
                  </a:lnTo>
                  <a:lnTo>
                    <a:pt x="2412131" y="1014938"/>
                  </a:lnTo>
                  <a:lnTo>
                    <a:pt x="2408479" y="1016218"/>
                  </a:lnTo>
                  <a:lnTo>
                    <a:pt x="2404653" y="1017560"/>
                  </a:lnTo>
                  <a:lnTo>
                    <a:pt x="2398741" y="1019634"/>
                  </a:lnTo>
                  <a:lnTo>
                    <a:pt x="2376134" y="1027573"/>
                  </a:lnTo>
                  <a:lnTo>
                    <a:pt x="2371091" y="1029346"/>
                  </a:lnTo>
                  <a:lnTo>
                    <a:pt x="2362049" y="1032527"/>
                  </a:lnTo>
                  <a:lnTo>
                    <a:pt x="2353701" y="1035466"/>
                  </a:lnTo>
                  <a:lnTo>
                    <a:pt x="2348485" y="1037304"/>
                  </a:lnTo>
                  <a:lnTo>
                    <a:pt x="2340137" y="1040246"/>
                  </a:lnTo>
                  <a:lnTo>
                    <a:pt x="2330573" y="1043620"/>
                  </a:lnTo>
                  <a:lnTo>
                    <a:pt x="2323443" y="1046137"/>
                  </a:lnTo>
                  <a:lnTo>
                    <a:pt x="2323095" y="1046260"/>
                  </a:lnTo>
                  <a:lnTo>
                    <a:pt x="2314227" y="1049393"/>
                  </a:lnTo>
                  <a:lnTo>
                    <a:pt x="2305010" y="1052652"/>
                  </a:lnTo>
                  <a:lnTo>
                    <a:pt x="2302228" y="1053636"/>
                  </a:lnTo>
                  <a:lnTo>
                    <a:pt x="2268318" y="1065650"/>
                  </a:lnTo>
                  <a:lnTo>
                    <a:pt x="2265709" y="1066576"/>
                  </a:lnTo>
                  <a:lnTo>
                    <a:pt x="2260666" y="1068366"/>
                  </a:lnTo>
                  <a:lnTo>
                    <a:pt x="2239103" y="1076030"/>
                  </a:lnTo>
                  <a:lnTo>
                    <a:pt x="2238234" y="1076340"/>
                  </a:lnTo>
                  <a:lnTo>
                    <a:pt x="2234582" y="1077639"/>
                  </a:lnTo>
                  <a:lnTo>
                    <a:pt x="2230756" y="1079001"/>
                  </a:lnTo>
                  <a:lnTo>
                    <a:pt x="2224843" y="1081106"/>
                  </a:lnTo>
                  <a:lnTo>
                    <a:pt x="2202237" y="1089167"/>
                  </a:lnTo>
                  <a:lnTo>
                    <a:pt x="2197194" y="1090967"/>
                  </a:lnTo>
                  <a:lnTo>
                    <a:pt x="2188151" y="1094198"/>
                  </a:lnTo>
                  <a:lnTo>
                    <a:pt x="2179804" y="1097182"/>
                  </a:lnTo>
                  <a:lnTo>
                    <a:pt x="2174587" y="1099048"/>
                  </a:lnTo>
                  <a:lnTo>
                    <a:pt x="2173718" y="1099359"/>
                  </a:lnTo>
                  <a:lnTo>
                    <a:pt x="2166240" y="1102036"/>
                  </a:lnTo>
                  <a:lnTo>
                    <a:pt x="2156676" y="1105462"/>
                  </a:lnTo>
                  <a:lnTo>
                    <a:pt x="2149546" y="1108018"/>
                  </a:lnTo>
                  <a:lnTo>
                    <a:pt x="2149198" y="1108142"/>
                  </a:lnTo>
                  <a:lnTo>
                    <a:pt x="2140329" y="1111324"/>
                  </a:lnTo>
                  <a:lnTo>
                    <a:pt x="2131113" y="1114633"/>
                  </a:lnTo>
                  <a:lnTo>
                    <a:pt x="2128330" y="1115633"/>
                  </a:lnTo>
                  <a:lnTo>
                    <a:pt x="2094420" y="1127835"/>
                  </a:lnTo>
                  <a:lnTo>
                    <a:pt x="2091812" y="1128775"/>
                  </a:lnTo>
                  <a:lnTo>
                    <a:pt x="2086769" y="1130594"/>
                  </a:lnTo>
                  <a:lnTo>
                    <a:pt x="2065206" y="1138378"/>
                  </a:lnTo>
                  <a:lnTo>
                    <a:pt x="2064336" y="1138692"/>
                  </a:lnTo>
                  <a:lnTo>
                    <a:pt x="2060684" y="1140012"/>
                  </a:lnTo>
                  <a:lnTo>
                    <a:pt x="2056859" y="1141395"/>
                  </a:lnTo>
                  <a:lnTo>
                    <a:pt x="2050946" y="1143534"/>
                  </a:lnTo>
                  <a:lnTo>
                    <a:pt x="2028339" y="1151721"/>
                  </a:lnTo>
                  <a:lnTo>
                    <a:pt x="2023296" y="1153550"/>
                  </a:lnTo>
                  <a:lnTo>
                    <a:pt x="2014254" y="1156831"/>
                  </a:lnTo>
                  <a:lnTo>
                    <a:pt x="2005907" y="1159862"/>
                  </a:lnTo>
                  <a:lnTo>
                    <a:pt x="2000690" y="1161758"/>
                  </a:lnTo>
                  <a:lnTo>
                    <a:pt x="1999820" y="1162074"/>
                  </a:lnTo>
                  <a:lnTo>
                    <a:pt x="1992343" y="1164793"/>
                  </a:lnTo>
                  <a:lnTo>
                    <a:pt x="1982778" y="1168273"/>
                  </a:lnTo>
                  <a:lnTo>
                    <a:pt x="1975648" y="1170870"/>
                  </a:lnTo>
                  <a:lnTo>
                    <a:pt x="1975301" y="1170996"/>
                  </a:lnTo>
                  <a:lnTo>
                    <a:pt x="1966432" y="1174228"/>
                  </a:lnTo>
                  <a:lnTo>
                    <a:pt x="1957215" y="1177590"/>
                  </a:lnTo>
                  <a:lnTo>
                    <a:pt x="1954433" y="1178605"/>
                  </a:lnTo>
                  <a:lnTo>
                    <a:pt x="1920523" y="1191000"/>
                  </a:lnTo>
                  <a:lnTo>
                    <a:pt x="1917914" y="1191955"/>
                  </a:lnTo>
                  <a:lnTo>
                    <a:pt x="1912871" y="1193802"/>
                  </a:lnTo>
                  <a:lnTo>
                    <a:pt x="1890439" y="1202029"/>
                  </a:lnTo>
                  <a:lnTo>
                    <a:pt x="1886787" y="1203370"/>
                  </a:lnTo>
                  <a:lnTo>
                    <a:pt x="1882961" y="1204775"/>
                  </a:lnTo>
                  <a:lnTo>
                    <a:pt x="1877049" y="1206947"/>
                  </a:lnTo>
                  <a:lnTo>
                    <a:pt x="1854442" y="1215264"/>
                  </a:lnTo>
                  <a:lnTo>
                    <a:pt x="1849399" y="1217121"/>
                  </a:lnTo>
                  <a:lnTo>
                    <a:pt x="1840356" y="1220454"/>
                  </a:lnTo>
                  <a:lnTo>
                    <a:pt x="1832009" y="1223533"/>
                  </a:lnTo>
                  <a:lnTo>
                    <a:pt x="1826792" y="1225459"/>
                  </a:lnTo>
                  <a:lnTo>
                    <a:pt x="1825923" y="1225780"/>
                  </a:lnTo>
                  <a:lnTo>
                    <a:pt x="1818445" y="1228541"/>
                  </a:lnTo>
                  <a:lnTo>
                    <a:pt x="1808881" y="1232076"/>
                  </a:lnTo>
                  <a:lnTo>
                    <a:pt x="1801751" y="1234714"/>
                  </a:lnTo>
                  <a:lnTo>
                    <a:pt x="1801403" y="1234842"/>
                  </a:lnTo>
                  <a:lnTo>
                    <a:pt x="1792534" y="1238125"/>
                  </a:lnTo>
                  <a:lnTo>
                    <a:pt x="1783318" y="1241539"/>
                  </a:lnTo>
                  <a:lnTo>
                    <a:pt x="1780535" y="1242570"/>
                  </a:lnTo>
                  <a:lnTo>
                    <a:pt x="1746625" y="1255159"/>
                  </a:lnTo>
                  <a:lnTo>
                    <a:pt x="1744017" y="1256129"/>
                  </a:lnTo>
                  <a:lnTo>
                    <a:pt x="1738974" y="1258005"/>
                  </a:lnTo>
                  <a:lnTo>
                    <a:pt x="1717411" y="1266035"/>
                  </a:lnTo>
                  <a:lnTo>
                    <a:pt x="1716541" y="1266359"/>
                  </a:lnTo>
                  <a:lnTo>
                    <a:pt x="1712889" y="1267721"/>
                  </a:lnTo>
                  <a:lnTo>
                    <a:pt x="1709064" y="1269147"/>
                  </a:lnTo>
                  <a:lnTo>
                    <a:pt x="1703151" y="1271353"/>
                  </a:lnTo>
                  <a:lnTo>
                    <a:pt x="1680544" y="1279798"/>
                  </a:lnTo>
                  <a:lnTo>
                    <a:pt x="1675501" y="1281684"/>
                  </a:lnTo>
                  <a:lnTo>
                    <a:pt x="1666459" y="1285069"/>
                  </a:lnTo>
                  <a:lnTo>
                    <a:pt x="1658112" y="1288195"/>
                  </a:lnTo>
                  <a:lnTo>
                    <a:pt x="1652895" y="1290150"/>
                  </a:lnTo>
                  <a:lnTo>
                    <a:pt x="1652025" y="1290476"/>
                  </a:lnTo>
                  <a:lnTo>
                    <a:pt x="1644548" y="1293279"/>
                  </a:lnTo>
                  <a:lnTo>
                    <a:pt x="1634983" y="1296868"/>
                  </a:lnTo>
                  <a:lnTo>
                    <a:pt x="1627854" y="1299545"/>
                  </a:lnTo>
                  <a:lnTo>
                    <a:pt x="1627506" y="1299676"/>
                  </a:lnTo>
                  <a:lnTo>
                    <a:pt x="1618637" y="1303009"/>
                  </a:lnTo>
                  <a:lnTo>
                    <a:pt x="1609420" y="1306475"/>
                  </a:lnTo>
                  <a:lnTo>
                    <a:pt x="1606638" y="1307521"/>
                  </a:lnTo>
                  <a:lnTo>
                    <a:pt x="1572728" y="1320299"/>
                  </a:lnTo>
                  <a:lnTo>
                    <a:pt x="1570120" y="1321284"/>
                  </a:lnTo>
                  <a:lnTo>
                    <a:pt x="1565077" y="1323187"/>
                  </a:lnTo>
                  <a:lnTo>
                    <a:pt x="1543513" y="1331337"/>
                  </a:lnTo>
                  <a:lnTo>
                    <a:pt x="1542644" y="1331666"/>
                  </a:lnTo>
                  <a:lnTo>
                    <a:pt x="1538992" y="1333047"/>
                  </a:lnTo>
                  <a:lnTo>
                    <a:pt x="1535166" y="1334495"/>
                  </a:lnTo>
                  <a:lnTo>
                    <a:pt x="1529254" y="1336734"/>
                  </a:lnTo>
                  <a:lnTo>
                    <a:pt x="1501604" y="1347216"/>
                  </a:lnTo>
                  <a:lnTo>
                    <a:pt x="1492561" y="1350650"/>
                  </a:lnTo>
                  <a:lnTo>
                    <a:pt x="1484214" y="1353821"/>
                  </a:lnTo>
                  <a:lnTo>
                    <a:pt x="1478997" y="1355805"/>
                  </a:lnTo>
                  <a:lnTo>
                    <a:pt x="1478128" y="1356135"/>
                  </a:lnTo>
                  <a:lnTo>
                    <a:pt x="1470650" y="1358980"/>
                  </a:lnTo>
                  <a:lnTo>
                    <a:pt x="1461086" y="1362620"/>
                  </a:lnTo>
                  <a:lnTo>
                    <a:pt x="1453956" y="1365336"/>
                  </a:lnTo>
                  <a:lnTo>
                    <a:pt x="1453608" y="1365468"/>
                  </a:lnTo>
                  <a:lnTo>
                    <a:pt x="1444739" y="1368848"/>
                  </a:lnTo>
                  <a:lnTo>
                    <a:pt x="1435523" y="1372364"/>
                  </a:lnTo>
                  <a:lnTo>
                    <a:pt x="1432741" y="1373425"/>
                  </a:lnTo>
                  <a:lnTo>
                    <a:pt x="1398831" y="1386384"/>
                  </a:lnTo>
                  <a:lnTo>
                    <a:pt x="1396222" y="1387382"/>
                  </a:lnTo>
                  <a:lnTo>
                    <a:pt x="1391179" y="1389312"/>
                  </a:lnTo>
                  <a:lnTo>
                    <a:pt x="1369616" y="1397575"/>
                  </a:lnTo>
                  <a:lnTo>
                    <a:pt x="1368746" y="1397908"/>
                  </a:lnTo>
                  <a:lnTo>
                    <a:pt x="1361269" y="1400777"/>
                  </a:lnTo>
                  <a:lnTo>
                    <a:pt x="1355356" y="1403046"/>
                  </a:lnTo>
                  <a:lnTo>
                    <a:pt x="1332750" y="1411732"/>
                  </a:lnTo>
                  <a:lnTo>
                    <a:pt x="1327707" y="1413672"/>
                  </a:lnTo>
                  <a:lnTo>
                    <a:pt x="1318664" y="1417151"/>
                  </a:lnTo>
                  <a:lnTo>
                    <a:pt x="1310317" y="1420366"/>
                  </a:lnTo>
                  <a:lnTo>
                    <a:pt x="1305100" y="1422375"/>
                  </a:lnTo>
                  <a:lnTo>
                    <a:pt x="1304230" y="1422710"/>
                  </a:lnTo>
                  <a:lnTo>
                    <a:pt x="1296753" y="1425593"/>
                  </a:lnTo>
                  <a:lnTo>
                    <a:pt x="1287188" y="1429282"/>
                  </a:lnTo>
                  <a:lnTo>
                    <a:pt x="1280059" y="1432033"/>
                  </a:lnTo>
                  <a:lnTo>
                    <a:pt x="1279711" y="1432168"/>
                  </a:lnTo>
                  <a:lnTo>
                    <a:pt x="1270842" y="1435592"/>
                  </a:lnTo>
                  <a:lnTo>
                    <a:pt x="1261625" y="1439154"/>
                  </a:lnTo>
                  <a:lnTo>
                    <a:pt x="1258843" y="1440230"/>
                  </a:lnTo>
                  <a:lnTo>
                    <a:pt x="1224933" y="1453356"/>
                  </a:lnTo>
                  <a:lnTo>
                    <a:pt x="1222325" y="1454367"/>
                  </a:lnTo>
                  <a:lnTo>
                    <a:pt x="1217282" y="1456322"/>
                  </a:lnTo>
                  <a:lnTo>
                    <a:pt x="1195718" y="1464689"/>
                  </a:lnTo>
                  <a:lnTo>
                    <a:pt x="1194849" y="1465027"/>
                  </a:lnTo>
                  <a:lnTo>
                    <a:pt x="1191197" y="1466445"/>
                  </a:lnTo>
                  <a:lnTo>
                    <a:pt x="1187371" y="1467931"/>
                  </a:lnTo>
                  <a:lnTo>
                    <a:pt x="1181459" y="1470229"/>
                  </a:lnTo>
                  <a:lnTo>
                    <a:pt x="1158852" y="1479023"/>
                  </a:lnTo>
                  <a:lnTo>
                    <a:pt x="1153809" y="1480987"/>
                  </a:lnTo>
                  <a:lnTo>
                    <a:pt x="1144766" y="1484510"/>
                  </a:lnTo>
                  <a:lnTo>
                    <a:pt x="1136419" y="1487763"/>
                  </a:lnTo>
                  <a:lnTo>
                    <a:pt x="1131202" y="1489797"/>
                  </a:lnTo>
                  <a:lnTo>
                    <a:pt x="1130333" y="1490136"/>
                  </a:lnTo>
                  <a:lnTo>
                    <a:pt x="1122855" y="1493054"/>
                  </a:lnTo>
                  <a:lnTo>
                    <a:pt x="1113291" y="1496787"/>
                  </a:lnTo>
                  <a:lnTo>
                    <a:pt x="1106161" y="1499572"/>
                  </a:lnTo>
                  <a:lnTo>
                    <a:pt x="1105813" y="1499708"/>
                  </a:lnTo>
                  <a:lnTo>
                    <a:pt x="1096945" y="1503173"/>
                  </a:lnTo>
                  <a:lnTo>
                    <a:pt x="1087728" y="1506777"/>
                  </a:lnTo>
                  <a:lnTo>
                    <a:pt x="1084946" y="1507865"/>
                  </a:lnTo>
                  <a:lnTo>
                    <a:pt x="1051036" y="1521145"/>
                  </a:lnTo>
                  <a:lnTo>
                    <a:pt x="1048427" y="1522168"/>
                  </a:lnTo>
                  <a:lnTo>
                    <a:pt x="1043384" y="1524145"/>
                  </a:lnTo>
                  <a:lnTo>
                    <a:pt x="1021821" y="1532608"/>
                  </a:lnTo>
                  <a:lnTo>
                    <a:pt x="1020951" y="1532950"/>
                  </a:lnTo>
                  <a:lnTo>
                    <a:pt x="1017300" y="1534384"/>
                  </a:lnTo>
                  <a:lnTo>
                    <a:pt x="1013474" y="1535887"/>
                  </a:lnTo>
                  <a:lnTo>
                    <a:pt x="1007561" y="1538211"/>
                  </a:lnTo>
                  <a:lnTo>
                    <a:pt x="984955" y="1547103"/>
                  </a:lnTo>
                  <a:lnTo>
                    <a:pt x="979912" y="1549088"/>
                  </a:lnTo>
                  <a:lnTo>
                    <a:pt x="970869" y="1552650"/>
                  </a:lnTo>
                  <a:lnTo>
                    <a:pt x="962522" y="1555939"/>
                  </a:lnTo>
                  <a:lnTo>
                    <a:pt x="957305" y="1557995"/>
                  </a:lnTo>
                  <a:lnTo>
                    <a:pt x="956435" y="1558338"/>
                  </a:lnTo>
                  <a:lnTo>
                    <a:pt x="948958" y="1561287"/>
                  </a:lnTo>
                  <a:lnTo>
                    <a:pt x="939394" y="1565060"/>
                  </a:lnTo>
                  <a:lnTo>
                    <a:pt x="932264" y="1567875"/>
                  </a:lnTo>
                  <a:lnTo>
                    <a:pt x="931916" y="1568012"/>
                  </a:lnTo>
                  <a:lnTo>
                    <a:pt x="923047" y="1571515"/>
                  </a:lnTo>
                  <a:lnTo>
                    <a:pt x="913831" y="1575157"/>
                  </a:lnTo>
                  <a:lnTo>
                    <a:pt x="911048" y="1576256"/>
                  </a:lnTo>
                  <a:lnTo>
                    <a:pt x="877138" y="1589674"/>
                  </a:lnTo>
                  <a:lnTo>
                    <a:pt x="874530" y="1590707"/>
                  </a:lnTo>
                  <a:lnTo>
                    <a:pt x="869487" y="1592705"/>
                  </a:lnTo>
                  <a:lnTo>
                    <a:pt x="847923" y="1601253"/>
                  </a:lnTo>
                  <a:lnTo>
                    <a:pt x="847054" y="1601598"/>
                  </a:lnTo>
                  <a:lnTo>
                    <a:pt x="843402" y="1603047"/>
                  </a:lnTo>
                  <a:lnTo>
                    <a:pt x="839576" y="1604565"/>
                  </a:lnTo>
                  <a:lnTo>
                    <a:pt x="833664" y="1606912"/>
                  </a:lnTo>
                  <a:lnTo>
                    <a:pt x="811057" y="1615892"/>
                  </a:lnTo>
                  <a:lnTo>
                    <a:pt x="806014" y="1617897"/>
                  </a:lnTo>
                  <a:lnTo>
                    <a:pt x="796972" y="1621492"/>
                  </a:lnTo>
                  <a:lnTo>
                    <a:pt x="788624" y="1624813"/>
                  </a:lnTo>
                  <a:lnTo>
                    <a:pt x="783407" y="1626889"/>
                  </a:lnTo>
                  <a:lnTo>
                    <a:pt x="782538" y="1627236"/>
                  </a:lnTo>
                  <a:lnTo>
                    <a:pt x="775060" y="1630213"/>
                  </a:lnTo>
                  <a:lnTo>
                    <a:pt x="765496" y="1634022"/>
                  </a:lnTo>
                  <a:lnTo>
                    <a:pt x="758366" y="1636863"/>
                  </a:lnTo>
                  <a:lnTo>
                    <a:pt x="758018" y="1637002"/>
                  </a:lnTo>
                  <a:lnTo>
                    <a:pt x="749150" y="1640537"/>
                  </a:lnTo>
                  <a:lnTo>
                    <a:pt x="739933" y="1644213"/>
                  </a:lnTo>
                  <a:lnTo>
                    <a:pt x="737151" y="1645322"/>
                  </a:lnTo>
                  <a:lnTo>
                    <a:pt x="703241" y="1658862"/>
                  </a:lnTo>
                  <a:lnTo>
                    <a:pt x="700632" y="1659905"/>
                  </a:lnTo>
                  <a:lnTo>
                    <a:pt x="695589" y="1661921"/>
                  </a:lnTo>
                  <a:lnTo>
                    <a:pt x="674026" y="1670545"/>
                  </a:lnTo>
                  <a:lnTo>
                    <a:pt x="673157" y="1670893"/>
                  </a:lnTo>
                  <a:lnTo>
                    <a:pt x="669505" y="1672355"/>
                  </a:lnTo>
                  <a:lnTo>
                    <a:pt x="665679" y="1673886"/>
                  </a:lnTo>
                  <a:lnTo>
                    <a:pt x="659766" y="1676253"/>
                  </a:lnTo>
                  <a:lnTo>
                    <a:pt x="637160" y="1685311"/>
                  </a:lnTo>
                  <a:lnTo>
                    <a:pt x="632117" y="1687333"/>
                  </a:lnTo>
                  <a:lnTo>
                    <a:pt x="623074" y="1690959"/>
                  </a:lnTo>
                  <a:lnTo>
                    <a:pt x="614727" y="1694308"/>
                  </a:lnTo>
                  <a:lnTo>
                    <a:pt x="609510" y="1696401"/>
                  </a:lnTo>
                  <a:lnTo>
                    <a:pt x="608641" y="1696750"/>
                  </a:lnTo>
                  <a:lnTo>
                    <a:pt x="601163" y="1699752"/>
                  </a:lnTo>
                  <a:lnTo>
                    <a:pt x="591599" y="1703593"/>
                  </a:lnTo>
                  <a:lnTo>
                    <a:pt x="584469" y="1706457"/>
                  </a:lnTo>
                  <a:lnTo>
                    <a:pt x="584121" y="1706597"/>
                  </a:lnTo>
                  <a:lnTo>
                    <a:pt x="575252" y="1710161"/>
                  </a:lnTo>
                  <a:lnTo>
                    <a:pt x="566036" y="1713867"/>
                  </a:lnTo>
                  <a:lnTo>
                    <a:pt x="563253" y="1714986"/>
                  </a:lnTo>
                  <a:lnTo>
                    <a:pt x="529343" y="1728633"/>
                  </a:lnTo>
                  <a:lnTo>
                    <a:pt x="526735" y="1729684"/>
                  </a:lnTo>
                  <a:lnTo>
                    <a:pt x="521692" y="1731716"/>
                  </a:lnTo>
                  <a:lnTo>
                    <a:pt x="500129" y="1740407"/>
                  </a:lnTo>
                  <a:lnTo>
                    <a:pt x="499259" y="1740757"/>
                  </a:lnTo>
                  <a:lnTo>
                    <a:pt x="495607" y="1742230"/>
                  </a:lnTo>
                  <a:lnTo>
                    <a:pt x="491781" y="1743773"/>
                  </a:lnTo>
                  <a:lnTo>
                    <a:pt x="485869" y="1746159"/>
                  </a:lnTo>
                  <a:lnTo>
                    <a:pt x="463262" y="1755284"/>
                  </a:lnTo>
                  <a:lnTo>
                    <a:pt x="458219" y="1757321"/>
                  </a:lnTo>
                  <a:lnTo>
                    <a:pt x="449177" y="1760974"/>
                  </a:lnTo>
                  <a:lnTo>
                    <a:pt x="440830" y="1764347"/>
                  </a:lnTo>
                  <a:lnTo>
                    <a:pt x="435613" y="1766456"/>
                  </a:lnTo>
                  <a:lnTo>
                    <a:pt x="434743" y="1766807"/>
                  </a:lnTo>
                  <a:lnTo>
                    <a:pt x="427266" y="1769831"/>
                  </a:lnTo>
                  <a:lnTo>
                    <a:pt x="417701" y="1773700"/>
                  </a:lnTo>
                  <a:lnTo>
                    <a:pt x="410571" y="1776584"/>
                  </a:lnTo>
                  <a:lnTo>
                    <a:pt x="410224" y="1776725"/>
                  </a:lnTo>
                  <a:lnTo>
                    <a:pt x="401355" y="1780315"/>
                  </a:lnTo>
                  <a:lnTo>
                    <a:pt x="392138" y="1784046"/>
                  </a:lnTo>
                  <a:lnTo>
                    <a:pt x="389356" y="1785173"/>
                  </a:lnTo>
                  <a:lnTo>
                    <a:pt x="352837" y="1799973"/>
                  </a:lnTo>
                  <a:lnTo>
                    <a:pt x="347794" y="1802018"/>
                  </a:lnTo>
                  <a:lnTo>
                    <a:pt x="326231" y="1810767"/>
                  </a:lnTo>
                  <a:lnTo>
                    <a:pt x="325362" y="1811120"/>
                  </a:lnTo>
                  <a:lnTo>
                    <a:pt x="321710" y="1812603"/>
                  </a:lnTo>
                  <a:lnTo>
                    <a:pt x="317884" y="1814156"/>
                  </a:lnTo>
                  <a:lnTo>
                    <a:pt x="311972" y="1816557"/>
                  </a:lnTo>
                  <a:lnTo>
                    <a:pt x="289365" y="1825742"/>
                  </a:lnTo>
                  <a:lnTo>
                    <a:pt x="284322" y="1827792"/>
                  </a:lnTo>
                  <a:lnTo>
                    <a:pt x="275279" y="1831468"/>
                  </a:lnTo>
                  <a:lnTo>
                    <a:pt x="266932" y="1834863"/>
                  </a:lnTo>
                  <a:lnTo>
                    <a:pt x="260846" y="1837339"/>
                  </a:lnTo>
                  <a:lnTo>
                    <a:pt x="253368" y="1840381"/>
                  </a:lnTo>
                  <a:lnTo>
                    <a:pt x="243804" y="1844274"/>
                  </a:lnTo>
                  <a:lnTo>
                    <a:pt x="236674" y="1847176"/>
                  </a:lnTo>
                  <a:lnTo>
                    <a:pt x="236326" y="1847318"/>
                  </a:lnTo>
                  <a:lnTo>
                    <a:pt x="227457" y="1850930"/>
                  </a:lnTo>
                  <a:lnTo>
                    <a:pt x="218241" y="1854684"/>
                  </a:lnTo>
                  <a:lnTo>
                    <a:pt x="215458" y="1855817"/>
                  </a:lnTo>
                  <a:lnTo>
                    <a:pt x="178940" y="1870705"/>
                  </a:lnTo>
                  <a:lnTo>
                    <a:pt x="173897" y="1872762"/>
                  </a:lnTo>
                  <a:lnTo>
                    <a:pt x="151464" y="1881918"/>
                  </a:lnTo>
                  <a:lnTo>
                    <a:pt x="147812" y="1883409"/>
                  </a:lnTo>
                  <a:lnTo>
                    <a:pt x="143987" y="1884971"/>
                  </a:lnTo>
                  <a:lnTo>
                    <a:pt x="138074" y="1887385"/>
                  </a:lnTo>
                  <a:lnTo>
                    <a:pt x="115467" y="1896622"/>
                  </a:lnTo>
                  <a:lnTo>
                    <a:pt x="79471" y="1911341"/>
                  </a:lnTo>
                  <a:lnTo>
                    <a:pt x="69906" y="1915255"/>
                  </a:lnTo>
                  <a:lnTo>
                    <a:pt x="0" y="1943892"/>
                  </a:lnTo>
                  <a:close/>
                </a:path>
              </a:pathLst>
            </a:custGeom>
            <a:solidFill>
              <a:srgbClr val="00BFC4">
                <a:alpha val="14901"/>
              </a:srgbClr>
            </a:solidFill>
          </p:spPr>
          <p:txBody>
            <a:bodyPr/>
            <a:lstStyle/>
            <a:p/>
          </p:txBody>
        </p:sp>
        <p:sp>
          <p:nvSpPr>
            <p:cNvPr id="14" name="pl13"/>
            <p:cNvSpPr/>
            <p:nvPr/>
          </p:nvSpPr>
          <p:spPr>
            <a:xfrm>
              <a:off x="3427483" y="2728833"/>
              <a:ext cx="4355087" cy="1618705"/>
            </a:xfrm>
            <a:custGeom>
              <a:avLst/>
              <a:pathLst>
                <a:path w="4355087" h="1618705">
                  <a:moveTo>
                    <a:pt x="0" y="1618705"/>
                  </a:moveTo>
                  <a:lnTo>
                    <a:pt x="69906" y="1596147"/>
                  </a:lnTo>
                  <a:lnTo>
                    <a:pt x="79471" y="1593057"/>
                  </a:lnTo>
                  <a:lnTo>
                    <a:pt x="115467" y="1581415"/>
                  </a:lnTo>
                  <a:lnTo>
                    <a:pt x="138074" y="1574096"/>
                  </a:lnTo>
                  <a:lnTo>
                    <a:pt x="143987" y="1572181"/>
                  </a:lnTo>
                  <a:lnTo>
                    <a:pt x="147812" y="1570941"/>
                  </a:lnTo>
                  <a:lnTo>
                    <a:pt x="151464" y="1569758"/>
                  </a:lnTo>
                  <a:lnTo>
                    <a:pt x="173897" y="1562485"/>
                  </a:lnTo>
                  <a:lnTo>
                    <a:pt x="178940" y="1560849"/>
                  </a:lnTo>
                  <a:lnTo>
                    <a:pt x="215458" y="1548994"/>
                  </a:lnTo>
                  <a:lnTo>
                    <a:pt x="218241" y="1548090"/>
                  </a:lnTo>
                  <a:lnTo>
                    <a:pt x="227457" y="1545095"/>
                  </a:lnTo>
                  <a:lnTo>
                    <a:pt x="236326" y="1542211"/>
                  </a:lnTo>
                  <a:lnTo>
                    <a:pt x="236674" y="1542098"/>
                  </a:lnTo>
                  <a:lnTo>
                    <a:pt x="243804" y="1539780"/>
                  </a:lnTo>
                  <a:lnTo>
                    <a:pt x="253368" y="1536668"/>
                  </a:lnTo>
                  <a:lnTo>
                    <a:pt x="260846" y="1534235"/>
                  </a:lnTo>
                  <a:lnTo>
                    <a:pt x="266932" y="1532253"/>
                  </a:lnTo>
                  <a:lnTo>
                    <a:pt x="275279" y="1529535"/>
                  </a:lnTo>
                  <a:lnTo>
                    <a:pt x="284322" y="1526589"/>
                  </a:lnTo>
                  <a:lnTo>
                    <a:pt x="289365" y="1524946"/>
                  </a:lnTo>
                  <a:lnTo>
                    <a:pt x="311972" y="1517575"/>
                  </a:lnTo>
                  <a:lnTo>
                    <a:pt x="317884" y="1515647"/>
                  </a:lnTo>
                  <a:lnTo>
                    <a:pt x="321710" y="1514398"/>
                  </a:lnTo>
                  <a:lnTo>
                    <a:pt x="325362" y="1513206"/>
                  </a:lnTo>
                  <a:lnTo>
                    <a:pt x="326231" y="1512923"/>
                  </a:lnTo>
                  <a:lnTo>
                    <a:pt x="347794" y="1505881"/>
                  </a:lnTo>
                  <a:lnTo>
                    <a:pt x="352837" y="1504233"/>
                  </a:lnTo>
                  <a:lnTo>
                    <a:pt x="389356" y="1492289"/>
                  </a:lnTo>
                  <a:lnTo>
                    <a:pt x="392138" y="1491378"/>
                  </a:lnTo>
                  <a:lnTo>
                    <a:pt x="401355" y="1488360"/>
                  </a:lnTo>
                  <a:lnTo>
                    <a:pt x="410224" y="1485455"/>
                  </a:lnTo>
                  <a:lnTo>
                    <a:pt x="410571" y="1485341"/>
                  </a:lnTo>
                  <a:lnTo>
                    <a:pt x="417701" y="1483005"/>
                  </a:lnTo>
                  <a:lnTo>
                    <a:pt x="427266" y="1479869"/>
                  </a:lnTo>
                  <a:lnTo>
                    <a:pt x="434743" y="1477417"/>
                  </a:lnTo>
                  <a:lnTo>
                    <a:pt x="435613" y="1477131"/>
                  </a:lnTo>
                  <a:lnTo>
                    <a:pt x="440830" y="1475420"/>
                  </a:lnTo>
                  <a:lnTo>
                    <a:pt x="449177" y="1472680"/>
                  </a:lnTo>
                  <a:lnTo>
                    <a:pt x="458219" y="1469711"/>
                  </a:lnTo>
                  <a:lnTo>
                    <a:pt x="463262" y="1468055"/>
                  </a:lnTo>
                  <a:lnTo>
                    <a:pt x="485869" y="1460625"/>
                  </a:lnTo>
                  <a:lnTo>
                    <a:pt x="491781" y="1458680"/>
                  </a:lnTo>
                  <a:lnTo>
                    <a:pt x="495607" y="1457422"/>
                  </a:lnTo>
                  <a:lnTo>
                    <a:pt x="499259" y="1456220"/>
                  </a:lnTo>
                  <a:lnTo>
                    <a:pt x="500129" y="1455934"/>
                  </a:lnTo>
                  <a:lnTo>
                    <a:pt x="521692" y="1448834"/>
                  </a:lnTo>
                  <a:lnTo>
                    <a:pt x="526735" y="1447173"/>
                  </a:lnTo>
                  <a:lnTo>
                    <a:pt x="529343" y="1446313"/>
                  </a:lnTo>
                  <a:lnTo>
                    <a:pt x="563253" y="1435127"/>
                  </a:lnTo>
                  <a:lnTo>
                    <a:pt x="566036" y="1434209"/>
                  </a:lnTo>
                  <a:lnTo>
                    <a:pt x="575252" y="1431165"/>
                  </a:lnTo>
                  <a:lnTo>
                    <a:pt x="584121" y="1428234"/>
                  </a:lnTo>
                  <a:lnTo>
                    <a:pt x="584469" y="1428119"/>
                  </a:lnTo>
                  <a:lnTo>
                    <a:pt x="591599" y="1425762"/>
                  </a:lnTo>
                  <a:lnTo>
                    <a:pt x="601163" y="1422599"/>
                  </a:lnTo>
                  <a:lnTo>
                    <a:pt x="608641" y="1420125"/>
                  </a:lnTo>
                  <a:lnTo>
                    <a:pt x="609510" y="1419837"/>
                  </a:lnTo>
                  <a:lnTo>
                    <a:pt x="614727" y="1418110"/>
                  </a:lnTo>
                  <a:lnTo>
                    <a:pt x="623074" y="1415346"/>
                  </a:lnTo>
                  <a:lnTo>
                    <a:pt x="632117" y="1412350"/>
                  </a:lnTo>
                  <a:lnTo>
                    <a:pt x="637160" y="1410679"/>
                  </a:lnTo>
                  <a:lnTo>
                    <a:pt x="659766" y="1403181"/>
                  </a:lnTo>
                  <a:lnTo>
                    <a:pt x="665679" y="1401219"/>
                  </a:lnTo>
                  <a:lnTo>
                    <a:pt x="669505" y="1399948"/>
                  </a:lnTo>
                  <a:lnTo>
                    <a:pt x="673157" y="1398735"/>
                  </a:lnTo>
                  <a:lnTo>
                    <a:pt x="674026" y="1398447"/>
                  </a:lnTo>
                  <a:lnTo>
                    <a:pt x="695589" y="1391280"/>
                  </a:lnTo>
                  <a:lnTo>
                    <a:pt x="700632" y="1389603"/>
                  </a:lnTo>
                  <a:lnTo>
                    <a:pt x="703241" y="1388735"/>
                  </a:lnTo>
                  <a:lnTo>
                    <a:pt x="737151" y="1377442"/>
                  </a:lnTo>
                  <a:lnTo>
                    <a:pt x="739933" y="1376514"/>
                  </a:lnTo>
                  <a:lnTo>
                    <a:pt x="749150" y="1373440"/>
                  </a:lnTo>
                  <a:lnTo>
                    <a:pt x="758018" y="1370481"/>
                  </a:lnTo>
                  <a:lnTo>
                    <a:pt x="758366" y="1370365"/>
                  </a:lnTo>
                  <a:lnTo>
                    <a:pt x="765496" y="1367984"/>
                  </a:lnTo>
                  <a:lnTo>
                    <a:pt x="775060" y="1364790"/>
                  </a:lnTo>
                  <a:lnTo>
                    <a:pt x="782538" y="1362291"/>
                  </a:lnTo>
                  <a:lnTo>
                    <a:pt x="783407" y="1362000"/>
                  </a:lnTo>
                  <a:lnTo>
                    <a:pt x="788624" y="1360256"/>
                  </a:lnTo>
                  <a:lnTo>
                    <a:pt x="796972" y="1357464"/>
                  </a:lnTo>
                  <a:lnTo>
                    <a:pt x="806014" y="1354437"/>
                  </a:lnTo>
                  <a:lnTo>
                    <a:pt x="811057" y="1352749"/>
                  </a:lnTo>
                  <a:lnTo>
                    <a:pt x="833664" y="1345173"/>
                  </a:lnTo>
                  <a:lnTo>
                    <a:pt x="839576" y="1343190"/>
                  </a:lnTo>
                  <a:lnTo>
                    <a:pt x="843402" y="1341907"/>
                  </a:lnTo>
                  <a:lnTo>
                    <a:pt x="847054" y="1340681"/>
                  </a:lnTo>
                  <a:lnTo>
                    <a:pt x="847923" y="1340389"/>
                  </a:lnTo>
                  <a:lnTo>
                    <a:pt x="869487" y="1333147"/>
                  </a:lnTo>
                  <a:lnTo>
                    <a:pt x="874530" y="1331452"/>
                  </a:lnTo>
                  <a:lnTo>
                    <a:pt x="877138" y="1330574"/>
                  </a:lnTo>
                  <a:lnTo>
                    <a:pt x="911048" y="1319159"/>
                  </a:lnTo>
                  <a:lnTo>
                    <a:pt x="913831" y="1318221"/>
                  </a:lnTo>
                  <a:lnTo>
                    <a:pt x="923047" y="1315113"/>
                  </a:lnTo>
                  <a:lnTo>
                    <a:pt x="931916" y="1312121"/>
                  </a:lnTo>
                  <a:lnTo>
                    <a:pt x="932264" y="1312004"/>
                  </a:lnTo>
                  <a:lnTo>
                    <a:pt x="939394" y="1309597"/>
                  </a:lnTo>
                  <a:lnTo>
                    <a:pt x="948958" y="1306366"/>
                  </a:lnTo>
                  <a:lnTo>
                    <a:pt x="956435" y="1303839"/>
                  </a:lnTo>
                  <a:lnTo>
                    <a:pt x="957305" y="1303545"/>
                  </a:lnTo>
                  <a:lnTo>
                    <a:pt x="962522" y="1301781"/>
                  </a:lnTo>
                  <a:lnTo>
                    <a:pt x="970869" y="1298957"/>
                  </a:lnTo>
                  <a:lnTo>
                    <a:pt x="979912" y="1295897"/>
                  </a:lnTo>
                  <a:lnTo>
                    <a:pt x="984955" y="1294189"/>
                  </a:lnTo>
                  <a:lnTo>
                    <a:pt x="1007561" y="1286526"/>
                  </a:lnTo>
                  <a:lnTo>
                    <a:pt x="1013474" y="1284519"/>
                  </a:lnTo>
                  <a:lnTo>
                    <a:pt x="1017300" y="1283221"/>
                  </a:lnTo>
                  <a:lnTo>
                    <a:pt x="1020951" y="1281981"/>
                  </a:lnTo>
                  <a:lnTo>
                    <a:pt x="1021821" y="1281686"/>
                  </a:lnTo>
                  <a:lnTo>
                    <a:pt x="1043384" y="1274357"/>
                  </a:lnTo>
                  <a:lnTo>
                    <a:pt x="1048427" y="1272642"/>
                  </a:lnTo>
                  <a:lnTo>
                    <a:pt x="1051036" y="1271754"/>
                  </a:lnTo>
                  <a:lnTo>
                    <a:pt x="1084946" y="1260201"/>
                  </a:lnTo>
                  <a:lnTo>
                    <a:pt x="1087728" y="1259251"/>
                  </a:lnTo>
                  <a:lnTo>
                    <a:pt x="1096945" y="1256106"/>
                  </a:lnTo>
                  <a:lnTo>
                    <a:pt x="1105813" y="1253077"/>
                  </a:lnTo>
                  <a:lnTo>
                    <a:pt x="1106161" y="1252958"/>
                  </a:lnTo>
                  <a:lnTo>
                    <a:pt x="1113291" y="1250521"/>
                  </a:lnTo>
                  <a:lnTo>
                    <a:pt x="1122855" y="1247250"/>
                  </a:lnTo>
                  <a:lnTo>
                    <a:pt x="1130333" y="1244692"/>
                  </a:lnTo>
                  <a:lnTo>
                    <a:pt x="1131202" y="1244394"/>
                  </a:lnTo>
                  <a:lnTo>
                    <a:pt x="1136419" y="1242608"/>
                  </a:lnTo>
                  <a:lnTo>
                    <a:pt x="1144766" y="1239749"/>
                  </a:lnTo>
                  <a:lnTo>
                    <a:pt x="1153809" y="1236649"/>
                  </a:lnTo>
                  <a:lnTo>
                    <a:pt x="1158852" y="1234919"/>
                  </a:lnTo>
                  <a:lnTo>
                    <a:pt x="1181459" y="1227158"/>
                  </a:lnTo>
                  <a:lnTo>
                    <a:pt x="1187371" y="1225126"/>
                  </a:lnTo>
                  <a:lnTo>
                    <a:pt x="1191197" y="1223811"/>
                  </a:lnTo>
                  <a:lnTo>
                    <a:pt x="1194849" y="1222555"/>
                  </a:lnTo>
                  <a:lnTo>
                    <a:pt x="1195718" y="1222256"/>
                  </a:lnTo>
                  <a:lnTo>
                    <a:pt x="1217282" y="1214832"/>
                  </a:lnTo>
                  <a:lnTo>
                    <a:pt x="1222325" y="1213094"/>
                  </a:lnTo>
                  <a:lnTo>
                    <a:pt x="1224933" y="1212195"/>
                  </a:lnTo>
                  <a:lnTo>
                    <a:pt x="1258843" y="1200488"/>
                  </a:lnTo>
                  <a:lnTo>
                    <a:pt x="1261625" y="1199526"/>
                  </a:lnTo>
                  <a:lnTo>
                    <a:pt x="1270842" y="1196338"/>
                  </a:lnTo>
                  <a:lnTo>
                    <a:pt x="1279711" y="1193268"/>
                  </a:lnTo>
                  <a:lnTo>
                    <a:pt x="1280059" y="1193147"/>
                  </a:lnTo>
                  <a:lnTo>
                    <a:pt x="1287188" y="1190677"/>
                  </a:lnTo>
                  <a:lnTo>
                    <a:pt x="1296753" y="1187362"/>
                  </a:lnTo>
                  <a:lnTo>
                    <a:pt x="1304230" y="1184769"/>
                  </a:lnTo>
                  <a:lnTo>
                    <a:pt x="1305100" y="1184467"/>
                  </a:lnTo>
                  <a:lnTo>
                    <a:pt x="1310317" y="1182656"/>
                  </a:lnTo>
                  <a:lnTo>
                    <a:pt x="1318664" y="1179758"/>
                  </a:lnTo>
                  <a:lnTo>
                    <a:pt x="1327707" y="1176615"/>
                  </a:lnTo>
                  <a:lnTo>
                    <a:pt x="1332750" y="1174862"/>
                  </a:lnTo>
                  <a:lnTo>
                    <a:pt x="1355356" y="1166993"/>
                  </a:lnTo>
                  <a:lnTo>
                    <a:pt x="1361269" y="1164932"/>
                  </a:lnTo>
                  <a:lnTo>
                    <a:pt x="1368746" y="1162325"/>
                  </a:lnTo>
                  <a:lnTo>
                    <a:pt x="1369616" y="1162021"/>
                  </a:lnTo>
                  <a:lnTo>
                    <a:pt x="1391179" y="1154492"/>
                  </a:lnTo>
                  <a:lnTo>
                    <a:pt x="1396222" y="1152730"/>
                  </a:lnTo>
                  <a:lnTo>
                    <a:pt x="1398831" y="1151818"/>
                  </a:lnTo>
                  <a:lnTo>
                    <a:pt x="1432741" y="1139943"/>
                  </a:lnTo>
                  <a:lnTo>
                    <a:pt x="1435523" y="1138967"/>
                  </a:lnTo>
                  <a:lnTo>
                    <a:pt x="1444739" y="1135733"/>
                  </a:lnTo>
                  <a:lnTo>
                    <a:pt x="1453608" y="1132618"/>
                  </a:lnTo>
                  <a:lnTo>
                    <a:pt x="1453956" y="1132496"/>
                  </a:lnTo>
                  <a:lnTo>
                    <a:pt x="1461086" y="1129990"/>
                  </a:lnTo>
                  <a:lnTo>
                    <a:pt x="1470650" y="1126627"/>
                  </a:lnTo>
                  <a:lnTo>
                    <a:pt x="1478128" y="1123995"/>
                  </a:lnTo>
                  <a:lnTo>
                    <a:pt x="1478997" y="1123689"/>
                  </a:lnTo>
                  <a:lnTo>
                    <a:pt x="1484214" y="1121852"/>
                  </a:lnTo>
                  <a:lnTo>
                    <a:pt x="1492561" y="1118910"/>
                  </a:lnTo>
                  <a:lnTo>
                    <a:pt x="1501604" y="1115721"/>
                  </a:lnTo>
                  <a:lnTo>
                    <a:pt x="1529254" y="1105956"/>
                  </a:lnTo>
                  <a:lnTo>
                    <a:pt x="1535166" y="1103864"/>
                  </a:lnTo>
                  <a:lnTo>
                    <a:pt x="1538992" y="1102511"/>
                  </a:lnTo>
                  <a:lnTo>
                    <a:pt x="1542644" y="1101218"/>
                  </a:lnTo>
                  <a:lnTo>
                    <a:pt x="1543513" y="1100910"/>
                  </a:lnTo>
                  <a:lnTo>
                    <a:pt x="1565077" y="1093268"/>
                  </a:lnTo>
                  <a:lnTo>
                    <a:pt x="1570120" y="1091479"/>
                  </a:lnTo>
                  <a:lnTo>
                    <a:pt x="1572728" y="1090553"/>
                  </a:lnTo>
                  <a:lnTo>
                    <a:pt x="1606638" y="1078498"/>
                  </a:lnTo>
                  <a:lnTo>
                    <a:pt x="1609420" y="1077507"/>
                  </a:lnTo>
                  <a:lnTo>
                    <a:pt x="1618637" y="1074223"/>
                  </a:lnTo>
                  <a:lnTo>
                    <a:pt x="1627506" y="1071061"/>
                  </a:lnTo>
                  <a:lnTo>
                    <a:pt x="1627854" y="1070937"/>
                  </a:lnTo>
                  <a:lnTo>
                    <a:pt x="1634983" y="1068393"/>
                  </a:lnTo>
                  <a:lnTo>
                    <a:pt x="1644548" y="1064978"/>
                  </a:lnTo>
                  <a:lnTo>
                    <a:pt x="1652025" y="1062305"/>
                  </a:lnTo>
                  <a:lnTo>
                    <a:pt x="1652895" y="1061995"/>
                  </a:lnTo>
                  <a:lnTo>
                    <a:pt x="1658112" y="1060129"/>
                  </a:lnTo>
                  <a:lnTo>
                    <a:pt x="1666459" y="1057142"/>
                  </a:lnTo>
                  <a:lnTo>
                    <a:pt x="1675501" y="1053904"/>
                  </a:lnTo>
                  <a:lnTo>
                    <a:pt x="1680544" y="1052097"/>
                  </a:lnTo>
                  <a:lnTo>
                    <a:pt x="1703151" y="1043987"/>
                  </a:lnTo>
                  <a:lnTo>
                    <a:pt x="1709064" y="1041863"/>
                  </a:lnTo>
                  <a:lnTo>
                    <a:pt x="1712889" y="1040488"/>
                  </a:lnTo>
                  <a:lnTo>
                    <a:pt x="1716541" y="1039176"/>
                  </a:lnTo>
                  <a:lnTo>
                    <a:pt x="1717411" y="1038863"/>
                  </a:lnTo>
                  <a:lnTo>
                    <a:pt x="1738974" y="1031102"/>
                  </a:lnTo>
                  <a:lnTo>
                    <a:pt x="1744017" y="1029284"/>
                  </a:lnTo>
                  <a:lnTo>
                    <a:pt x="1746625" y="1028344"/>
                  </a:lnTo>
                  <a:lnTo>
                    <a:pt x="1780535" y="1016100"/>
                  </a:lnTo>
                  <a:lnTo>
                    <a:pt x="1783318" y="1015093"/>
                  </a:lnTo>
                  <a:lnTo>
                    <a:pt x="1792534" y="1011758"/>
                  </a:lnTo>
                  <a:lnTo>
                    <a:pt x="1801403" y="1008546"/>
                  </a:lnTo>
                  <a:lnTo>
                    <a:pt x="1801751" y="1008420"/>
                  </a:lnTo>
                  <a:lnTo>
                    <a:pt x="1808881" y="1005836"/>
                  </a:lnTo>
                  <a:lnTo>
                    <a:pt x="1818445" y="1002367"/>
                  </a:lnTo>
                  <a:lnTo>
                    <a:pt x="1825923" y="999652"/>
                  </a:lnTo>
                  <a:lnTo>
                    <a:pt x="1826792" y="999337"/>
                  </a:lnTo>
                  <a:lnTo>
                    <a:pt x="1832009" y="997442"/>
                  </a:lnTo>
                  <a:lnTo>
                    <a:pt x="1840356" y="994408"/>
                  </a:lnTo>
                  <a:lnTo>
                    <a:pt x="1849399" y="991119"/>
                  </a:lnTo>
                  <a:lnTo>
                    <a:pt x="1854442" y="989283"/>
                  </a:lnTo>
                  <a:lnTo>
                    <a:pt x="1877049" y="981044"/>
                  </a:lnTo>
                  <a:lnTo>
                    <a:pt x="1882961" y="978887"/>
                  </a:lnTo>
                  <a:lnTo>
                    <a:pt x="1886787" y="977490"/>
                  </a:lnTo>
                  <a:lnTo>
                    <a:pt x="1890439" y="976157"/>
                  </a:lnTo>
                  <a:lnTo>
                    <a:pt x="1912871" y="967955"/>
                  </a:lnTo>
                  <a:lnTo>
                    <a:pt x="1917914" y="966109"/>
                  </a:lnTo>
                  <a:lnTo>
                    <a:pt x="1920523" y="965154"/>
                  </a:lnTo>
                  <a:lnTo>
                    <a:pt x="1954433" y="952716"/>
                  </a:lnTo>
                  <a:lnTo>
                    <a:pt x="1957215" y="951694"/>
                  </a:lnTo>
                  <a:lnTo>
                    <a:pt x="1966432" y="948306"/>
                  </a:lnTo>
                  <a:lnTo>
                    <a:pt x="1975301" y="945043"/>
                  </a:lnTo>
                  <a:lnTo>
                    <a:pt x="1975648" y="944915"/>
                  </a:lnTo>
                  <a:lnTo>
                    <a:pt x="1982778" y="942290"/>
                  </a:lnTo>
                  <a:lnTo>
                    <a:pt x="1992343" y="938766"/>
                  </a:lnTo>
                  <a:lnTo>
                    <a:pt x="1999820" y="936009"/>
                  </a:lnTo>
                  <a:lnTo>
                    <a:pt x="2000690" y="935688"/>
                  </a:lnTo>
                  <a:lnTo>
                    <a:pt x="2005907" y="933763"/>
                  </a:lnTo>
                  <a:lnTo>
                    <a:pt x="2014254" y="930682"/>
                  </a:lnTo>
                  <a:lnTo>
                    <a:pt x="2023296" y="927341"/>
                  </a:lnTo>
                  <a:lnTo>
                    <a:pt x="2028339" y="925477"/>
                  </a:lnTo>
                  <a:lnTo>
                    <a:pt x="2050946" y="917109"/>
                  </a:lnTo>
                  <a:lnTo>
                    <a:pt x="2056859" y="914918"/>
                  </a:lnTo>
                  <a:lnTo>
                    <a:pt x="2060684" y="913499"/>
                  </a:lnTo>
                  <a:lnTo>
                    <a:pt x="2064336" y="912145"/>
                  </a:lnTo>
                  <a:lnTo>
                    <a:pt x="2065206" y="911822"/>
                  </a:lnTo>
                  <a:lnTo>
                    <a:pt x="2086769" y="903815"/>
                  </a:lnTo>
                  <a:lnTo>
                    <a:pt x="2091812" y="901940"/>
                  </a:lnTo>
                  <a:lnTo>
                    <a:pt x="2094420" y="900970"/>
                  </a:lnTo>
                  <a:lnTo>
                    <a:pt x="2128330" y="888339"/>
                  </a:lnTo>
                  <a:lnTo>
                    <a:pt x="2131113" y="887301"/>
                  </a:lnTo>
                  <a:lnTo>
                    <a:pt x="2140329" y="883861"/>
                  </a:lnTo>
                  <a:lnTo>
                    <a:pt x="2149198" y="880548"/>
                  </a:lnTo>
                  <a:lnTo>
                    <a:pt x="2149546" y="880418"/>
                  </a:lnTo>
                  <a:lnTo>
                    <a:pt x="2156676" y="877752"/>
                  </a:lnTo>
                  <a:lnTo>
                    <a:pt x="2166240" y="874174"/>
                  </a:lnTo>
                  <a:lnTo>
                    <a:pt x="2173718" y="871375"/>
                  </a:lnTo>
                  <a:lnTo>
                    <a:pt x="2174587" y="871049"/>
                  </a:lnTo>
                  <a:lnTo>
                    <a:pt x="2179804" y="869095"/>
                  </a:lnTo>
                  <a:lnTo>
                    <a:pt x="2188151" y="865966"/>
                  </a:lnTo>
                  <a:lnTo>
                    <a:pt x="2197194" y="862575"/>
                  </a:lnTo>
                  <a:lnTo>
                    <a:pt x="2202237" y="860682"/>
                  </a:lnTo>
                  <a:lnTo>
                    <a:pt x="2224843" y="852187"/>
                  </a:lnTo>
                  <a:lnTo>
                    <a:pt x="2230756" y="849963"/>
                  </a:lnTo>
                  <a:lnTo>
                    <a:pt x="2234582" y="848523"/>
                  </a:lnTo>
                  <a:lnTo>
                    <a:pt x="2238234" y="847148"/>
                  </a:lnTo>
                  <a:lnTo>
                    <a:pt x="2239103" y="846821"/>
                  </a:lnTo>
                  <a:lnTo>
                    <a:pt x="2260666" y="838693"/>
                  </a:lnTo>
                  <a:lnTo>
                    <a:pt x="2265709" y="836790"/>
                  </a:lnTo>
                  <a:lnTo>
                    <a:pt x="2268318" y="835806"/>
                  </a:lnTo>
                  <a:lnTo>
                    <a:pt x="2302228" y="822987"/>
                  </a:lnTo>
                  <a:lnTo>
                    <a:pt x="2305010" y="821934"/>
                  </a:lnTo>
                  <a:lnTo>
                    <a:pt x="2314227" y="818443"/>
                  </a:lnTo>
                  <a:lnTo>
                    <a:pt x="2323095" y="815081"/>
                  </a:lnTo>
                  <a:lnTo>
                    <a:pt x="2323443" y="814949"/>
                  </a:lnTo>
                  <a:lnTo>
                    <a:pt x="2330573" y="812245"/>
                  </a:lnTo>
                  <a:lnTo>
                    <a:pt x="2340137" y="808615"/>
                  </a:lnTo>
                  <a:lnTo>
                    <a:pt x="2348485" y="805444"/>
                  </a:lnTo>
                  <a:lnTo>
                    <a:pt x="2353701" y="803462"/>
                  </a:lnTo>
                  <a:lnTo>
                    <a:pt x="2362049" y="800288"/>
                  </a:lnTo>
                  <a:lnTo>
                    <a:pt x="2371091" y="796847"/>
                  </a:lnTo>
                  <a:lnTo>
                    <a:pt x="2376134" y="794927"/>
                  </a:lnTo>
                  <a:lnTo>
                    <a:pt x="2398741" y="786311"/>
                  </a:lnTo>
                  <a:lnTo>
                    <a:pt x="2404653" y="784055"/>
                  </a:lnTo>
                  <a:lnTo>
                    <a:pt x="2408479" y="782594"/>
                  </a:lnTo>
                  <a:lnTo>
                    <a:pt x="2412131" y="781200"/>
                  </a:lnTo>
                  <a:lnTo>
                    <a:pt x="2413000" y="780868"/>
                  </a:lnTo>
                  <a:lnTo>
                    <a:pt x="2434564" y="772626"/>
                  </a:lnTo>
                  <a:lnTo>
                    <a:pt x="2439607" y="770697"/>
                  </a:lnTo>
                  <a:lnTo>
                    <a:pt x="2442215" y="769698"/>
                  </a:lnTo>
                  <a:lnTo>
                    <a:pt x="2476125" y="756702"/>
                  </a:lnTo>
                  <a:lnTo>
                    <a:pt x="2478908" y="755634"/>
                  </a:lnTo>
                  <a:lnTo>
                    <a:pt x="2488124" y="752095"/>
                  </a:lnTo>
                  <a:lnTo>
                    <a:pt x="2496993" y="748688"/>
                  </a:lnTo>
                  <a:lnTo>
                    <a:pt x="2497341" y="748554"/>
                  </a:lnTo>
                  <a:lnTo>
                    <a:pt x="2504471" y="745813"/>
                  </a:lnTo>
                  <a:lnTo>
                    <a:pt x="2514035" y="742134"/>
                  </a:lnTo>
                  <a:lnTo>
                    <a:pt x="2521512" y="739255"/>
                  </a:lnTo>
                  <a:lnTo>
                    <a:pt x="2522382" y="738920"/>
                  </a:lnTo>
                  <a:lnTo>
                    <a:pt x="2527599" y="736911"/>
                  </a:lnTo>
                  <a:lnTo>
                    <a:pt x="2535946" y="733695"/>
                  </a:lnTo>
                  <a:lnTo>
                    <a:pt x="2544989" y="730208"/>
                  </a:lnTo>
                  <a:lnTo>
                    <a:pt x="2550032" y="728263"/>
                  </a:lnTo>
                  <a:lnTo>
                    <a:pt x="2572638" y="719533"/>
                  </a:lnTo>
                  <a:lnTo>
                    <a:pt x="2582377" y="715768"/>
                  </a:lnTo>
                  <a:lnTo>
                    <a:pt x="2586028" y="714355"/>
                  </a:lnTo>
                  <a:lnTo>
                    <a:pt x="2586898" y="714019"/>
                  </a:lnTo>
                  <a:lnTo>
                    <a:pt x="2608461" y="705670"/>
                  </a:lnTo>
                  <a:lnTo>
                    <a:pt x="2613504" y="703716"/>
                  </a:lnTo>
                  <a:lnTo>
                    <a:pt x="2616113" y="702705"/>
                  </a:lnTo>
                  <a:lnTo>
                    <a:pt x="2650023" y="689544"/>
                  </a:lnTo>
                  <a:lnTo>
                    <a:pt x="2652805" y="688463"/>
                  </a:lnTo>
                  <a:lnTo>
                    <a:pt x="2662022" y="684879"/>
                  </a:lnTo>
                  <a:lnTo>
                    <a:pt x="2670890" y="681429"/>
                  </a:lnTo>
                  <a:lnTo>
                    <a:pt x="2671238" y="681294"/>
                  </a:lnTo>
                  <a:lnTo>
                    <a:pt x="2678368" y="678519"/>
                  </a:lnTo>
                  <a:lnTo>
                    <a:pt x="2687932" y="674794"/>
                  </a:lnTo>
                  <a:lnTo>
                    <a:pt x="2695410" y="671881"/>
                  </a:lnTo>
                  <a:lnTo>
                    <a:pt x="2696279" y="671542"/>
                  </a:lnTo>
                  <a:lnTo>
                    <a:pt x="2701496" y="669508"/>
                  </a:lnTo>
                  <a:lnTo>
                    <a:pt x="2709843" y="666252"/>
                  </a:lnTo>
                  <a:lnTo>
                    <a:pt x="2718886" y="662723"/>
                  </a:lnTo>
                  <a:lnTo>
                    <a:pt x="2723929" y="660755"/>
                  </a:lnTo>
                  <a:lnTo>
                    <a:pt x="2746536" y="651920"/>
                  </a:lnTo>
                  <a:lnTo>
                    <a:pt x="2752448" y="649608"/>
                  </a:lnTo>
                  <a:lnTo>
                    <a:pt x="2756274" y="648111"/>
                  </a:lnTo>
                  <a:lnTo>
                    <a:pt x="2759926" y="646682"/>
                  </a:lnTo>
                  <a:lnTo>
                    <a:pt x="2760795" y="646342"/>
                  </a:lnTo>
                  <a:lnTo>
                    <a:pt x="2782359" y="637896"/>
                  </a:lnTo>
                  <a:lnTo>
                    <a:pt x="2787402" y="635919"/>
                  </a:lnTo>
                  <a:lnTo>
                    <a:pt x="2790010" y="634896"/>
                  </a:lnTo>
                  <a:lnTo>
                    <a:pt x="2823920" y="621585"/>
                  </a:lnTo>
                  <a:lnTo>
                    <a:pt x="2826703" y="620491"/>
                  </a:lnTo>
                  <a:lnTo>
                    <a:pt x="2835919" y="616868"/>
                  </a:lnTo>
                  <a:lnTo>
                    <a:pt x="2844788" y="613380"/>
                  </a:lnTo>
                  <a:lnTo>
                    <a:pt x="2845136" y="613243"/>
                  </a:lnTo>
                  <a:lnTo>
                    <a:pt x="2852265" y="610437"/>
                  </a:lnTo>
                  <a:lnTo>
                    <a:pt x="2861830" y="606671"/>
                  </a:lnTo>
                  <a:lnTo>
                    <a:pt x="2869307" y="603726"/>
                  </a:lnTo>
                  <a:lnTo>
                    <a:pt x="2870177" y="603383"/>
                  </a:lnTo>
                  <a:lnTo>
                    <a:pt x="2875394" y="601327"/>
                  </a:lnTo>
                  <a:lnTo>
                    <a:pt x="2883741" y="598036"/>
                  </a:lnTo>
                  <a:lnTo>
                    <a:pt x="2892784" y="594469"/>
                  </a:lnTo>
                  <a:lnTo>
                    <a:pt x="2897827" y="592479"/>
                  </a:lnTo>
                  <a:lnTo>
                    <a:pt x="2920433" y="583551"/>
                  </a:lnTo>
                  <a:lnTo>
                    <a:pt x="2926346" y="581214"/>
                  </a:lnTo>
                  <a:lnTo>
                    <a:pt x="2930171" y="579702"/>
                  </a:lnTo>
                  <a:lnTo>
                    <a:pt x="2933823" y="578257"/>
                  </a:lnTo>
                  <a:lnTo>
                    <a:pt x="2934693" y="577914"/>
                  </a:lnTo>
                  <a:lnTo>
                    <a:pt x="2956256" y="569380"/>
                  </a:lnTo>
                  <a:lnTo>
                    <a:pt x="2961299" y="567383"/>
                  </a:lnTo>
                  <a:lnTo>
                    <a:pt x="2963908" y="566350"/>
                  </a:lnTo>
                  <a:lnTo>
                    <a:pt x="2997818" y="552904"/>
                  </a:lnTo>
                  <a:lnTo>
                    <a:pt x="3000600" y="551800"/>
                  </a:lnTo>
                  <a:lnTo>
                    <a:pt x="3009817" y="548140"/>
                  </a:lnTo>
                  <a:lnTo>
                    <a:pt x="3018685" y="544618"/>
                  </a:lnTo>
                  <a:lnTo>
                    <a:pt x="3019033" y="544479"/>
                  </a:lnTo>
                  <a:lnTo>
                    <a:pt x="3026163" y="541646"/>
                  </a:lnTo>
                  <a:lnTo>
                    <a:pt x="3035727" y="537844"/>
                  </a:lnTo>
                  <a:lnTo>
                    <a:pt x="3043205" y="534869"/>
                  </a:lnTo>
                  <a:lnTo>
                    <a:pt x="3044074" y="534524"/>
                  </a:lnTo>
                  <a:lnTo>
                    <a:pt x="3049291" y="532448"/>
                  </a:lnTo>
                  <a:lnTo>
                    <a:pt x="3057638" y="529125"/>
                  </a:lnTo>
                  <a:lnTo>
                    <a:pt x="3066681" y="525524"/>
                  </a:lnTo>
                  <a:lnTo>
                    <a:pt x="3071724" y="523516"/>
                  </a:lnTo>
                  <a:lnTo>
                    <a:pt x="3094331" y="514504"/>
                  </a:lnTo>
                  <a:lnTo>
                    <a:pt x="3100243" y="512145"/>
                  </a:lnTo>
                  <a:lnTo>
                    <a:pt x="3104069" y="510619"/>
                  </a:lnTo>
                  <a:lnTo>
                    <a:pt x="3108590" y="508814"/>
                  </a:lnTo>
                  <a:lnTo>
                    <a:pt x="3130154" y="500203"/>
                  </a:lnTo>
                  <a:lnTo>
                    <a:pt x="3135197" y="498188"/>
                  </a:lnTo>
                  <a:lnTo>
                    <a:pt x="3137805" y="497146"/>
                  </a:lnTo>
                  <a:lnTo>
                    <a:pt x="3171715" y="483581"/>
                  </a:lnTo>
                  <a:lnTo>
                    <a:pt x="3174497" y="482467"/>
                  </a:lnTo>
                  <a:lnTo>
                    <a:pt x="3183714" y="478776"/>
                  </a:lnTo>
                  <a:lnTo>
                    <a:pt x="3192583" y="475222"/>
                  </a:lnTo>
                  <a:lnTo>
                    <a:pt x="3192931" y="475083"/>
                  </a:lnTo>
                  <a:lnTo>
                    <a:pt x="3200060" y="472225"/>
                  </a:lnTo>
                  <a:lnTo>
                    <a:pt x="3209625" y="468391"/>
                  </a:lnTo>
                  <a:lnTo>
                    <a:pt x="3217102" y="465391"/>
                  </a:lnTo>
                  <a:lnTo>
                    <a:pt x="3217972" y="465042"/>
                  </a:lnTo>
                  <a:lnTo>
                    <a:pt x="3223189" y="462949"/>
                  </a:lnTo>
                  <a:lnTo>
                    <a:pt x="3231536" y="459599"/>
                  </a:lnTo>
                  <a:lnTo>
                    <a:pt x="3240578" y="455968"/>
                  </a:lnTo>
                  <a:lnTo>
                    <a:pt x="3245621" y="453943"/>
                  </a:lnTo>
                  <a:lnTo>
                    <a:pt x="3268228" y="444857"/>
                  </a:lnTo>
                  <a:lnTo>
                    <a:pt x="3274141" y="442480"/>
                  </a:lnTo>
                  <a:lnTo>
                    <a:pt x="3277966" y="440941"/>
                  </a:lnTo>
                  <a:lnTo>
                    <a:pt x="3281618" y="439472"/>
                  </a:lnTo>
                  <a:lnTo>
                    <a:pt x="3282488" y="439122"/>
                  </a:lnTo>
                  <a:lnTo>
                    <a:pt x="3304051" y="430443"/>
                  </a:lnTo>
                  <a:lnTo>
                    <a:pt x="3309094" y="428412"/>
                  </a:lnTo>
                  <a:lnTo>
                    <a:pt x="3311702" y="427361"/>
                  </a:lnTo>
                  <a:lnTo>
                    <a:pt x="3345612" y="413691"/>
                  </a:lnTo>
                  <a:lnTo>
                    <a:pt x="3348395" y="412569"/>
                  </a:lnTo>
                  <a:lnTo>
                    <a:pt x="3357611" y="408850"/>
                  </a:lnTo>
                  <a:lnTo>
                    <a:pt x="3366480" y="405270"/>
                  </a:lnTo>
                  <a:lnTo>
                    <a:pt x="3366828" y="405130"/>
                  </a:lnTo>
                  <a:lnTo>
                    <a:pt x="3373958" y="402251"/>
                  </a:lnTo>
                  <a:lnTo>
                    <a:pt x="3383522" y="398387"/>
                  </a:lnTo>
                  <a:lnTo>
                    <a:pt x="3391000" y="395366"/>
                  </a:lnTo>
                  <a:lnTo>
                    <a:pt x="3391869" y="395015"/>
                  </a:lnTo>
                  <a:lnTo>
                    <a:pt x="3397086" y="392906"/>
                  </a:lnTo>
                  <a:lnTo>
                    <a:pt x="3405433" y="389532"/>
                  </a:lnTo>
                  <a:lnTo>
                    <a:pt x="3414476" y="385875"/>
                  </a:lnTo>
                  <a:lnTo>
                    <a:pt x="3419519" y="383835"/>
                  </a:lnTo>
                  <a:lnTo>
                    <a:pt x="3442126" y="374685"/>
                  </a:lnTo>
                  <a:lnTo>
                    <a:pt x="3448038" y="372291"/>
                  </a:lnTo>
                  <a:lnTo>
                    <a:pt x="3451864" y="370741"/>
                  </a:lnTo>
                  <a:lnTo>
                    <a:pt x="3455516" y="369262"/>
                  </a:lnTo>
                  <a:lnTo>
                    <a:pt x="3456385" y="368909"/>
                  </a:lnTo>
                  <a:lnTo>
                    <a:pt x="3477948" y="360170"/>
                  </a:lnTo>
                  <a:lnTo>
                    <a:pt x="3482991" y="358125"/>
                  </a:lnTo>
                  <a:lnTo>
                    <a:pt x="3485600" y="357067"/>
                  </a:lnTo>
                  <a:lnTo>
                    <a:pt x="3519510" y="343307"/>
                  </a:lnTo>
                  <a:lnTo>
                    <a:pt x="3522292" y="342177"/>
                  </a:lnTo>
                  <a:lnTo>
                    <a:pt x="3531509" y="338434"/>
                  </a:lnTo>
                  <a:lnTo>
                    <a:pt x="3540378" y="334830"/>
                  </a:lnTo>
                  <a:lnTo>
                    <a:pt x="3540725" y="334689"/>
                  </a:lnTo>
                  <a:lnTo>
                    <a:pt x="3547855" y="331791"/>
                  </a:lnTo>
                  <a:lnTo>
                    <a:pt x="3557420" y="327903"/>
                  </a:lnTo>
                  <a:lnTo>
                    <a:pt x="3564897" y="324863"/>
                  </a:lnTo>
                  <a:lnTo>
                    <a:pt x="3565767" y="324509"/>
                  </a:lnTo>
                  <a:lnTo>
                    <a:pt x="3570984" y="322387"/>
                  </a:lnTo>
                  <a:lnTo>
                    <a:pt x="3579331" y="318992"/>
                  </a:lnTo>
                  <a:lnTo>
                    <a:pt x="3588373" y="315312"/>
                  </a:lnTo>
                  <a:lnTo>
                    <a:pt x="3593416" y="313259"/>
                  </a:lnTo>
                  <a:lnTo>
                    <a:pt x="3616023" y="304053"/>
                  </a:lnTo>
                  <a:lnTo>
                    <a:pt x="3621936" y="301644"/>
                  </a:lnTo>
                  <a:lnTo>
                    <a:pt x="3625761" y="300085"/>
                  </a:lnTo>
                  <a:lnTo>
                    <a:pt x="3629413" y="298597"/>
                  </a:lnTo>
                  <a:lnTo>
                    <a:pt x="3630283" y="298243"/>
                  </a:lnTo>
                  <a:lnTo>
                    <a:pt x="3651846" y="289452"/>
                  </a:lnTo>
                  <a:lnTo>
                    <a:pt x="3656889" y="287395"/>
                  </a:lnTo>
                  <a:lnTo>
                    <a:pt x="3659497" y="286331"/>
                  </a:lnTo>
                  <a:lnTo>
                    <a:pt x="3693407" y="272490"/>
                  </a:lnTo>
                  <a:lnTo>
                    <a:pt x="3696190" y="271354"/>
                  </a:lnTo>
                  <a:lnTo>
                    <a:pt x="3705406" y="267590"/>
                  </a:lnTo>
                  <a:lnTo>
                    <a:pt x="3714623" y="263824"/>
                  </a:lnTo>
                  <a:lnTo>
                    <a:pt x="3721753" y="260910"/>
                  </a:lnTo>
                  <a:lnTo>
                    <a:pt x="3731317" y="257001"/>
                  </a:lnTo>
                  <a:lnTo>
                    <a:pt x="3738795" y="253943"/>
                  </a:lnTo>
                  <a:lnTo>
                    <a:pt x="3739664" y="253588"/>
                  </a:lnTo>
                  <a:lnTo>
                    <a:pt x="3744881" y="251454"/>
                  </a:lnTo>
                  <a:lnTo>
                    <a:pt x="3753228" y="248040"/>
                  </a:lnTo>
                  <a:lnTo>
                    <a:pt x="3762271" y="244340"/>
                  </a:lnTo>
                  <a:lnTo>
                    <a:pt x="3767314" y="242277"/>
                  </a:lnTo>
                  <a:lnTo>
                    <a:pt x="3789920" y="233022"/>
                  </a:lnTo>
                  <a:lnTo>
                    <a:pt x="3795833" y="230601"/>
                  </a:lnTo>
                  <a:lnTo>
                    <a:pt x="3799659" y="229034"/>
                  </a:lnTo>
                  <a:lnTo>
                    <a:pt x="3803311" y="227538"/>
                  </a:lnTo>
                  <a:lnTo>
                    <a:pt x="3804180" y="227181"/>
                  </a:lnTo>
                  <a:lnTo>
                    <a:pt x="3825743" y="218345"/>
                  </a:lnTo>
                  <a:lnTo>
                    <a:pt x="3830786" y="216278"/>
                  </a:lnTo>
                  <a:lnTo>
                    <a:pt x="3833395" y="215208"/>
                  </a:lnTo>
                  <a:lnTo>
                    <a:pt x="3867305" y="201299"/>
                  </a:lnTo>
                  <a:lnTo>
                    <a:pt x="3870087" y="200157"/>
                  </a:lnTo>
                  <a:lnTo>
                    <a:pt x="3879304" y="196374"/>
                  </a:lnTo>
                  <a:lnTo>
                    <a:pt x="3888173" y="192733"/>
                  </a:lnTo>
                  <a:lnTo>
                    <a:pt x="3888520" y="192590"/>
                  </a:lnTo>
                  <a:lnTo>
                    <a:pt x="3895650" y="189662"/>
                  </a:lnTo>
                  <a:lnTo>
                    <a:pt x="3905214" y="185734"/>
                  </a:lnTo>
                  <a:lnTo>
                    <a:pt x="3912692" y="182662"/>
                  </a:lnTo>
                  <a:lnTo>
                    <a:pt x="3913562" y="182305"/>
                  </a:lnTo>
                  <a:lnTo>
                    <a:pt x="3918778" y="180161"/>
                  </a:lnTo>
                  <a:lnTo>
                    <a:pt x="3927126" y="176731"/>
                  </a:lnTo>
                  <a:lnTo>
                    <a:pt x="3936168" y="173014"/>
                  </a:lnTo>
                  <a:lnTo>
                    <a:pt x="3941211" y="170941"/>
                  </a:lnTo>
                  <a:lnTo>
                    <a:pt x="3963818" y="161644"/>
                  </a:lnTo>
                  <a:lnTo>
                    <a:pt x="3969730" y="159211"/>
                  </a:lnTo>
                  <a:lnTo>
                    <a:pt x="3973556" y="157637"/>
                  </a:lnTo>
                  <a:lnTo>
                    <a:pt x="3977208" y="156135"/>
                  </a:lnTo>
                  <a:lnTo>
                    <a:pt x="3978077" y="155777"/>
                  </a:lnTo>
                  <a:lnTo>
                    <a:pt x="4004684" y="144825"/>
                  </a:lnTo>
                  <a:lnTo>
                    <a:pt x="4007292" y="143750"/>
                  </a:lnTo>
                  <a:lnTo>
                    <a:pt x="4041202" y="129781"/>
                  </a:lnTo>
                  <a:lnTo>
                    <a:pt x="4043985" y="128634"/>
                  </a:lnTo>
                  <a:lnTo>
                    <a:pt x="4053201" y="124835"/>
                  </a:lnTo>
                  <a:lnTo>
                    <a:pt x="4062070" y="121179"/>
                  </a:lnTo>
                  <a:lnTo>
                    <a:pt x="4062418" y="121036"/>
                  </a:lnTo>
                  <a:lnTo>
                    <a:pt x="4086590" y="111067"/>
                  </a:lnTo>
                  <a:lnTo>
                    <a:pt x="4092676" y="108556"/>
                  </a:lnTo>
                  <a:lnTo>
                    <a:pt x="4101023" y="105112"/>
                  </a:lnTo>
                  <a:lnTo>
                    <a:pt x="4110066" y="101380"/>
                  </a:lnTo>
                  <a:lnTo>
                    <a:pt x="4151975" y="84074"/>
                  </a:lnTo>
                  <a:lnTo>
                    <a:pt x="4181190" y="72002"/>
                  </a:lnTo>
                  <a:lnTo>
                    <a:pt x="4261356" y="38838"/>
                  </a:lnTo>
                  <a:lnTo>
                    <a:pt x="4355087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" name="pl14"/>
            <p:cNvSpPr/>
            <p:nvPr/>
          </p:nvSpPr>
          <p:spPr>
            <a:xfrm>
              <a:off x="3427483" y="3102102"/>
              <a:ext cx="4355087" cy="1570623"/>
            </a:xfrm>
            <a:custGeom>
              <a:avLst/>
              <a:pathLst>
                <a:path w="4355087" h="1570623">
                  <a:moveTo>
                    <a:pt x="4355087" y="0"/>
                  </a:moveTo>
                  <a:lnTo>
                    <a:pt x="4261356" y="29802"/>
                  </a:lnTo>
                  <a:lnTo>
                    <a:pt x="4181190" y="55346"/>
                  </a:lnTo>
                  <a:lnTo>
                    <a:pt x="4151975" y="64669"/>
                  </a:lnTo>
                  <a:lnTo>
                    <a:pt x="4110066" y="78054"/>
                  </a:lnTo>
                  <a:lnTo>
                    <a:pt x="4101023" y="80944"/>
                  </a:lnTo>
                  <a:lnTo>
                    <a:pt x="4092676" y="83613"/>
                  </a:lnTo>
                  <a:lnTo>
                    <a:pt x="4086590" y="85559"/>
                  </a:lnTo>
                  <a:lnTo>
                    <a:pt x="4062418" y="93292"/>
                  </a:lnTo>
                  <a:lnTo>
                    <a:pt x="4062070" y="93403"/>
                  </a:lnTo>
                  <a:lnTo>
                    <a:pt x="4053201" y="96241"/>
                  </a:lnTo>
                  <a:lnTo>
                    <a:pt x="4043985" y="99192"/>
                  </a:lnTo>
                  <a:lnTo>
                    <a:pt x="4041202" y="100083"/>
                  </a:lnTo>
                  <a:lnTo>
                    <a:pt x="4007292" y="110947"/>
                  </a:lnTo>
                  <a:lnTo>
                    <a:pt x="4004684" y="111783"/>
                  </a:lnTo>
                  <a:lnTo>
                    <a:pt x="3978077" y="120315"/>
                  </a:lnTo>
                  <a:lnTo>
                    <a:pt x="3977208" y="120594"/>
                  </a:lnTo>
                  <a:lnTo>
                    <a:pt x="3973556" y="121765"/>
                  </a:lnTo>
                  <a:lnTo>
                    <a:pt x="3969730" y="122993"/>
                  </a:lnTo>
                  <a:lnTo>
                    <a:pt x="3963818" y="124891"/>
                  </a:lnTo>
                  <a:lnTo>
                    <a:pt x="3941211" y="132149"/>
                  </a:lnTo>
                  <a:lnTo>
                    <a:pt x="3936168" y="133769"/>
                  </a:lnTo>
                  <a:lnTo>
                    <a:pt x="3927126" y="136674"/>
                  </a:lnTo>
                  <a:lnTo>
                    <a:pt x="3918778" y="139356"/>
                  </a:lnTo>
                  <a:lnTo>
                    <a:pt x="3913562" y="141033"/>
                  </a:lnTo>
                  <a:lnTo>
                    <a:pt x="3912692" y="141313"/>
                  </a:lnTo>
                  <a:lnTo>
                    <a:pt x="3905214" y="143717"/>
                  </a:lnTo>
                  <a:lnTo>
                    <a:pt x="3895650" y="146793"/>
                  </a:lnTo>
                  <a:lnTo>
                    <a:pt x="3888520" y="149086"/>
                  </a:lnTo>
                  <a:lnTo>
                    <a:pt x="3888173" y="149198"/>
                  </a:lnTo>
                  <a:lnTo>
                    <a:pt x="3879304" y="152052"/>
                  </a:lnTo>
                  <a:lnTo>
                    <a:pt x="3870087" y="155019"/>
                  </a:lnTo>
                  <a:lnTo>
                    <a:pt x="3867305" y="155914"/>
                  </a:lnTo>
                  <a:lnTo>
                    <a:pt x="3833395" y="166838"/>
                  </a:lnTo>
                  <a:lnTo>
                    <a:pt x="3830786" y="167679"/>
                  </a:lnTo>
                  <a:lnTo>
                    <a:pt x="3825743" y="169305"/>
                  </a:lnTo>
                  <a:lnTo>
                    <a:pt x="3804180" y="176259"/>
                  </a:lnTo>
                  <a:lnTo>
                    <a:pt x="3803311" y="176540"/>
                  </a:lnTo>
                  <a:lnTo>
                    <a:pt x="3799659" y="177718"/>
                  </a:lnTo>
                  <a:lnTo>
                    <a:pt x="3795833" y="178953"/>
                  </a:lnTo>
                  <a:lnTo>
                    <a:pt x="3789920" y="180861"/>
                  </a:lnTo>
                  <a:lnTo>
                    <a:pt x="3767314" y="188162"/>
                  </a:lnTo>
                  <a:lnTo>
                    <a:pt x="3762271" y="189791"/>
                  </a:lnTo>
                  <a:lnTo>
                    <a:pt x="3753228" y="192714"/>
                  </a:lnTo>
                  <a:lnTo>
                    <a:pt x="3744881" y="195412"/>
                  </a:lnTo>
                  <a:lnTo>
                    <a:pt x="3739664" y="197099"/>
                  </a:lnTo>
                  <a:lnTo>
                    <a:pt x="3738795" y="197381"/>
                  </a:lnTo>
                  <a:lnTo>
                    <a:pt x="3731317" y="199799"/>
                  </a:lnTo>
                  <a:lnTo>
                    <a:pt x="3721753" y="202894"/>
                  </a:lnTo>
                  <a:lnTo>
                    <a:pt x="3714623" y="205201"/>
                  </a:lnTo>
                  <a:lnTo>
                    <a:pt x="3705406" y="208185"/>
                  </a:lnTo>
                  <a:lnTo>
                    <a:pt x="3696190" y="211170"/>
                  </a:lnTo>
                  <a:lnTo>
                    <a:pt x="3693407" y="212072"/>
                  </a:lnTo>
                  <a:lnTo>
                    <a:pt x="3659497" y="223064"/>
                  </a:lnTo>
                  <a:lnTo>
                    <a:pt x="3656889" y="223911"/>
                  </a:lnTo>
                  <a:lnTo>
                    <a:pt x="3651846" y="225547"/>
                  </a:lnTo>
                  <a:lnTo>
                    <a:pt x="3630283" y="232547"/>
                  </a:lnTo>
                  <a:lnTo>
                    <a:pt x="3629413" y="232829"/>
                  </a:lnTo>
                  <a:lnTo>
                    <a:pt x="3625761" y="234015"/>
                  </a:lnTo>
                  <a:lnTo>
                    <a:pt x="3621936" y="235258"/>
                  </a:lnTo>
                  <a:lnTo>
                    <a:pt x="3616023" y="237179"/>
                  </a:lnTo>
                  <a:lnTo>
                    <a:pt x="3593416" y="244529"/>
                  </a:lnTo>
                  <a:lnTo>
                    <a:pt x="3588373" y="246169"/>
                  </a:lnTo>
                  <a:lnTo>
                    <a:pt x="3579331" y="249111"/>
                  </a:lnTo>
                  <a:lnTo>
                    <a:pt x="3570984" y="251828"/>
                  </a:lnTo>
                  <a:lnTo>
                    <a:pt x="3565767" y="253527"/>
                  </a:lnTo>
                  <a:lnTo>
                    <a:pt x="3564897" y="253810"/>
                  </a:lnTo>
                  <a:lnTo>
                    <a:pt x="3557420" y="256246"/>
                  </a:lnTo>
                  <a:lnTo>
                    <a:pt x="3547855" y="259362"/>
                  </a:lnTo>
                  <a:lnTo>
                    <a:pt x="3540725" y="261685"/>
                  </a:lnTo>
                  <a:lnTo>
                    <a:pt x="3540378" y="261799"/>
                  </a:lnTo>
                  <a:lnTo>
                    <a:pt x="3531509" y="264690"/>
                  </a:lnTo>
                  <a:lnTo>
                    <a:pt x="3522292" y="267697"/>
                  </a:lnTo>
                  <a:lnTo>
                    <a:pt x="3519510" y="268604"/>
                  </a:lnTo>
                  <a:lnTo>
                    <a:pt x="3485600" y="279677"/>
                  </a:lnTo>
                  <a:lnTo>
                    <a:pt x="3482991" y="280529"/>
                  </a:lnTo>
                  <a:lnTo>
                    <a:pt x="3477948" y="282177"/>
                  </a:lnTo>
                  <a:lnTo>
                    <a:pt x="3456385" y="289229"/>
                  </a:lnTo>
                  <a:lnTo>
                    <a:pt x="3455516" y="289514"/>
                  </a:lnTo>
                  <a:lnTo>
                    <a:pt x="3451864" y="290709"/>
                  </a:lnTo>
                  <a:lnTo>
                    <a:pt x="3448038" y="291961"/>
                  </a:lnTo>
                  <a:lnTo>
                    <a:pt x="3442126" y="293897"/>
                  </a:lnTo>
                  <a:lnTo>
                    <a:pt x="3419519" y="301302"/>
                  </a:lnTo>
                  <a:lnTo>
                    <a:pt x="3414476" y="302955"/>
                  </a:lnTo>
                  <a:lnTo>
                    <a:pt x="3405433" y="305920"/>
                  </a:lnTo>
                  <a:lnTo>
                    <a:pt x="3397086" y="308659"/>
                  </a:lnTo>
                  <a:lnTo>
                    <a:pt x="3391869" y="310371"/>
                  </a:lnTo>
                  <a:lnTo>
                    <a:pt x="3391000" y="310656"/>
                  </a:lnTo>
                  <a:lnTo>
                    <a:pt x="3383522" y="313111"/>
                  </a:lnTo>
                  <a:lnTo>
                    <a:pt x="3373958" y="316251"/>
                  </a:lnTo>
                  <a:lnTo>
                    <a:pt x="3366828" y="318594"/>
                  </a:lnTo>
                  <a:lnTo>
                    <a:pt x="3366480" y="318708"/>
                  </a:lnTo>
                  <a:lnTo>
                    <a:pt x="3357611" y="321623"/>
                  </a:lnTo>
                  <a:lnTo>
                    <a:pt x="3348395" y="324653"/>
                  </a:lnTo>
                  <a:lnTo>
                    <a:pt x="3345612" y="325569"/>
                  </a:lnTo>
                  <a:lnTo>
                    <a:pt x="3311702" y="336732"/>
                  </a:lnTo>
                  <a:lnTo>
                    <a:pt x="3309094" y="337592"/>
                  </a:lnTo>
                  <a:lnTo>
                    <a:pt x="3304051" y="339254"/>
                  </a:lnTo>
                  <a:lnTo>
                    <a:pt x="3282488" y="346366"/>
                  </a:lnTo>
                  <a:lnTo>
                    <a:pt x="3281618" y="346653"/>
                  </a:lnTo>
                  <a:lnTo>
                    <a:pt x="3277966" y="347858"/>
                  </a:lnTo>
                  <a:lnTo>
                    <a:pt x="3274141" y="349121"/>
                  </a:lnTo>
                  <a:lnTo>
                    <a:pt x="3268228" y="351073"/>
                  </a:lnTo>
                  <a:lnTo>
                    <a:pt x="3245621" y="358543"/>
                  </a:lnTo>
                  <a:lnTo>
                    <a:pt x="3240578" y="360211"/>
                  </a:lnTo>
                  <a:lnTo>
                    <a:pt x="3231536" y="363202"/>
                  </a:lnTo>
                  <a:lnTo>
                    <a:pt x="3223189" y="365965"/>
                  </a:lnTo>
                  <a:lnTo>
                    <a:pt x="3217972" y="367692"/>
                  </a:lnTo>
                  <a:lnTo>
                    <a:pt x="3217102" y="367980"/>
                  </a:lnTo>
                  <a:lnTo>
                    <a:pt x="3209625" y="370456"/>
                  </a:lnTo>
                  <a:lnTo>
                    <a:pt x="3200060" y="373626"/>
                  </a:lnTo>
                  <a:lnTo>
                    <a:pt x="3192931" y="375989"/>
                  </a:lnTo>
                  <a:lnTo>
                    <a:pt x="3192583" y="376105"/>
                  </a:lnTo>
                  <a:lnTo>
                    <a:pt x="3183714" y="379046"/>
                  </a:lnTo>
                  <a:lnTo>
                    <a:pt x="3174497" y="382105"/>
                  </a:lnTo>
                  <a:lnTo>
                    <a:pt x="3171715" y="383028"/>
                  </a:lnTo>
                  <a:lnTo>
                    <a:pt x="3137805" y="394297"/>
                  </a:lnTo>
                  <a:lnTo>
                    <a:pt x="3135197" y="395164"/>
                  </a:lnTo>
                  <a:lnTo>
                    <a:pt x="3130154" y="396842"/>
                  </a:lnTo>
                  <a:lnTo>
                    <a:pt x="3108590" y="404022"/>
                  </a:lnTo>
                  <a:lnTo>
                    <a:pt x="3104069" y="405529"/>
                  </a:lnTo>
                  <a:lnTo>
                    <a:pt x="3100243" y="406804"/>
                  </a:lnTo>
                  <a:lnTo>
                    <a:pt x="3094331" y="408775"/>
                  </a:lnTo>
                  <a:lnTo>
                    <a:pt x="3071724" y="416319"/>
                  </a:lnTo>
                  <a:lnTo>
                    <a:pt x="3066681" y="418003"/>
                  </a:lnTo>
                  <a:lnTo>
                    <a:pt x="3057638" y="421025"/>
                  </a:lnTo>
                  <a:lnTo>
                    <a:pt x="3049291" y="423815"/>
                  </a:lnTo>
                  <a:lnTo>
                    <a:pt x="3044074" y="425560"/>
                  </a:lnTo>
                  <a:lnTo>
                    <a:pt x="3043205" y="425851"/>
                  </a:lnTo>
                  <a:lnTo>
                    <a:pt x="3035727" y="428352"/>
                  </a:lnTo>
                  <a:lnTo>
                    <a:pt x="3026163" y="431554"/>
                  </a:lnTo>
                  <a:lnTo>
                    <a:pt x="3019033" y="433942"/>
                  </a:lnTo>
                  <a:lnTo>
                    <a:pt x="3018685" y="434059"/>
                  </a:lnTo>
                  <a:lnTo>
                    <a:pt x="3009817" y="437031"/>
                  </a:lnTo>
                  <a:lnTo>
                    <a:pt x="3000600" y="440121"/>
                  </a:lnTo>
                  <a:lnTo>
                    <a:pt x="2997818" y="441054"/>
                  </a:lnTo>
                  <a:lnTo>
                    <a:pt x="2963908" y="452442"/>
                  </a:lnTo>
                  <a:lnTo>
                    <a:pt x="2961299" y="453318"/>
                  </a:lnTo>
                  <a:lnTo>
                    <a:pt x="2956256" y="455014"/>
                  </a:lnTo>
                  <a:lnTo>
                    <a:pt x="2934693" y="462272"/>
                  </a:lnTo>
                  <a:lnTo>
                    <a:pt x="2933823" y="462565"/>
                  </a:lnTo>
                  <a:lnTo>
                    <a:pt x="2930171" y="463795"/>
                  </a:lnTo>
                  <a:lnTo>
                    <a:pt x="2926346" y="465084"/>
                  </a:lnTo>
                  <a:lnTo>
                    <a:pt x="2920433" y="467077"/>
                  </a:lnTo>
                  <a:lnTo>
                    <a:pt x="2897827" y="474705"/>
                  </a:lnTo>
                  <a:lnTo>
                    <a:pt x="2892784" y="476408"/>
                  </a:lnTo>
                  <a:lnTo>
                    <a:pt x="2883741" y="479463"/>
                  </a:lnTo>
                  <a:lnTo>
                    <a:pt x="2875394" y="482285"/>
                  </a:lnTo>
                  <a:lnTo>
                    <a:pt x="2870177" y="484049"/>
                  </a:lnTo>
                  <a:lnTo>
                    <a:pt x="2869307" y="484343"/>
                  </a:lnTo>
                  <a:lnTo>
                    <a:pt x="2861830" y="486874"/>
                  </a:lnTo>
                  <a:lnTo>
                    <a:pt x="2852265" y="490112"/>
                  </a:lnTo>
                  <a:lnTo>
                    <a:pt x="2845136" y="492528"/>
                  </a:lnTo>
                  <a:lnTo>
                    <a:pt x="2844788" y="492646"/>
                  </a:lnTo>
                  <a:lnTo>
                    <a:pt x="2835919" y="495652"/>
                  </a:lnTo>
                  <a:lnTo>
                    <a:pt x="2826703" y="498778"/>
                  </a:lnTo>
                  <a:lnTo>
                    <a:pt x="2823920" y="499722"/>
                  </a:lnTo>
                  <a:lnTo>
                    <a:pt x="2790010" y="511244"/>
                  </a:lnTo>
                  <a:lnTo>
                    <a:pt x="2787402" y="512132"/>
                  </a:lnTo>
                  <a:lnTo>
                    <a:pt x="2782359" y="513848"/>
                  </a:lnTo>
                  <a:lnTo>
                    <a:pt x="2760795" y="521193"/>
                  </a:lnTo>
                  <a:lnTo>
                    <a:pt x="2759926" y="521490"/>
                  </a:lnTo>
                  <a:lnTo>
                    <a:pt x="2756274" y="522735"/>
                  </a:lnTo>
                  <a:lnTo>
                    <a:pt x="2752448" y="524040"/>
                  </a:lnTo>
                  <a:lnTo>
                    <a:pt x="2746536" y="526057"/>
                  </a:lnTo>
                  <a:lnTo>
                    <a:pt x="2723929" y="533778"/>
                  </a:lnTo>
                  <a:lnTo>
                    <a:pt x="2718886" y="535502"/>
                  </a:lnTo>
                  <a:lnTo>
                    <a:pt x="2709843" y="538596"/>
                  </a:lnTo>
                  <a:lnTo>
                    <a:pt x="2701496" y="541453"/>
                  </a:lnTo>
                  <a:lnTo>
                    <a:pt x="2696279" y="543240"/>
                  </a:lnTo>
                  <a:lnTo>
                    <a:pt x="2695410" y="543537"/>
                  </a:lnTo>
                  <a:lnTo>
                    <a:pt x="2687932" y="546100"/>
                  </a:lnTo>
                  <a:lnTo>
                    <a:pt x="2678368" y="549379"/>
                  </a:lnTo>
                  <a:lnTo>
                    <a:pt x="2671238" y="551825"/>
                  </a:lnTo>
                  <a:lnTo>
                    <a:pt x="2670890" y="551945"/>
                  </a:lnTo>
                  <a:lnTo>
                    <a:pt x="2662022" y="554990"/>
                  </a:lnTo>
                  <a:lnTo>
                    <a:pt x="2652805" y="558156"/>
                  </a:lnTo>
                  <a:lnTo>
                    <a:pt x="2650023" y="559112"/>
                  </a:lnTo>
                  <a:lnTo>
                    <a:pt x="2616113" y="570784"/>
                  </a:lnTo>
                  <a:lnTo>
                    <a:pt x="2613504" y="571683"/>
                  </a:lnTo>
                  <a:lnTo>
                    <a:pt x="2608461" y="573422"/>
                  </a:lnTo>
                  <a:lnTo>
                    <a:pt x="2586898" y="580865"/>
                  </a:lnTo>
                  <a:lnTo>
                    <a:pt x="2586028" y="581165"/>
                  </a:lnTo>
                  <a:lnTo>
                    <a:pt x="2582377" y="582427"/>
                  </a:lnTo>
                  <a:lnTo>
                    <a:pt x="2572638" y="585794"/>
                  </a:lnTo>
                  <a:lnTo>
                    <a:pt x="2550032" y="593619"/>
                  </a:lnTo>
                  <a:lnTo>
                    <a:pt x="2544989" y="595367"/>
                  </a:lnTo>
                  <a:lnTo>
                    <a:pt x="2535946" y="598502"/>
                  </a:lnTo>
                  <a:lnTo>
                    <a:pt x="2527599" y="601399"/>
                  </a:lnTo>
                  <a:lnTo>
                    <a:pt x="2522382" y="603210"/>
                  </a:lnTo>
                  <a:lnTo>
                    <a:pt x="2521512" y="603512"/>
                  </a:lnTo>
                  <a:lnTo>
                    <a:pt x="2514035" y="606109"/>
                  </a:lnTo>
                  <a:lnTo>
                    <a:pt x="2504471" y="609434"/>
                  </a:lnTo>
                  <a:lnTo>
                    <a:pt x="2497341" y="611914"/>
                  </a:lnTo>
                  <a:lnTo>
                    <a:pt x="2496993" y="612035"/>
                  </a:lnTo>
                  <a:lnTo>
                    <a:pt x="2488124" y="615123"/>
                  </a:lnTo>
                  <a:lnTo>
                    <a:pt x="2478908" y="618333"/>
                  </a:lnTo>
                  <a:lnTo>
                    <a:pt x="2476125" y="619303"/>
                  </a:lnTo>
                  <a:lnTo>
                    <a:pt x="2442215" y="631140"/>
                  </a:lnTo>
                  <a:lnTo>
                    <a:pt x="2439607" y="632052"/>
                  </a:lnTo>
                  <a:lnTo>
                    <a:pt x="2434564" y="633815"/>
                  </a:lnTo>
                  <a:lnTo>
                    <a:pt x="2413000" y="641365"/>
                  </a:lnTo>
                  <a:lnTo>
                    <a:pt x="2412131" y="641669"/>
                  </a:lnTo>
                  <a:lnTo>
                    <a:pt x="2408479" y="642949"/>
                  </a:lnTo>
                  <a:lnTo>
                    <a:pt x="2404653" y="644291"/>
                  </a:lnTo>
                  <a:lnTo>
                    <a:pt x="2398741" y="646365"/>
                  </a:lnTo>
                  <a:lnTo>
                    <a:pt x="2376134" y="654304"/>
                  </a:lnTo>
                  <a:lnTo>
                    <a:pt x="2371091" y="656077"/>
                  </a:lnTo>
                  <a:lnTo>
                    <a:pt x="2362049" y="659258"/>
                  </a:lnTo>
                  <a:lnTo>
                    <a:pt x="2353701" y="662197"/>
                  </a:lnTo>
                  <a:lnTo>
                    <a:pt x="2348485" y="664035"/>
                  </a:lnTo>
                  <a:lnTo>
                    <a:pt x="2340137" y="666977"/>
                  </a:lnTo>
                  <a:lnTo>
                    <a:pt x="2330573" y="670351"/>
                  </a:lnTo>
                  <a:lnTo>
                    <a:pt x="2323443" y="672868"/>
                  </a:lnTo>
                  <a:lnTo>
                    <a:pt x="2323095" y="672991"/>
                  </a:lnTo>
                  <a:lnTo>
                    <a:pt x="2314227" y="676124"/>
                  </a:lnTo>
                  <a:lnTo>
                    <a:pt x="2305010" y="679383"/>
                  </a:lnTo>
                  <a:lnTo>
                    <a:pt x="2302228" y="680367"/>
                  </a:lnTo>
                  <a:lnTo>
                    <a:pt x="2268318" y="692381"/>
                  </a:lnTo>
                  <a:lnTo>
                    <a:pt x="2265709" y="693307"/>
                  </a:lnTo>
                  <a:lnTo>
                    <a:pt x="2260666" y="695097"/>
                  </a:lnTo>
                  <a:lnTo>
                    <a:pt x="2239103" y="702761"/>
                  </a:lnTo>
                  <a:lnTo>
                    <a:pt x="2238234" y="703071"/>
                  </a:lnTo>
                  <a:lnTo>
                    <a:pt x="2234582" y="704370"/>
                  </a:lnTo>
                  <a:lnTo>
                    <a:pt x="2230756" y="705732"/>
                  </a:lnTo>
                  <a:lnTo>
                    <a:pt x="2224843" y="707837"/>
                  </a:lnTo>
                  <a:lnTo>
                    <a:pt x="2202237" y="715898"/>
                  </a:lnTo>
                  <a:lnTo>
                    <a:pt x="2197194" y="717698"/>
                  </a:lnTo>
                  <a:lnTo>
                    <a:pt x="2188151" y="720929"/>
                  </a:lnTo>
                  <a:lnTo>
                    <a:pt x="2179804" y="723913"/>
                  </a:lnTo>
                  <a:lnTo>
                    <a:pt x="2174587" y="725779"/>
                  </a:lnTo>
                  <a:lnTo>
                    <a:pt x="2173718" y="726090"/>
                  </a:lnTo>
                  <a:lnTo>
                    <a:pt x="2166240" y="728767"/>
                  </a:lnTo>
                  <a:lnTo>
                    <a:pt x="2156676" y="732193"/>
                  </a:lnTo>
                  <a:lnTo>
                    <a:pt x="2149546" y="734749"/>
                  </a:lnTo>
                  <a:lnTo>
                    <a:pt x="2149198" y="734874"/>
                  </a:lnTo>
                  <a:lnTo>
                    <a:pt x="2140329" y="738055"/>
                  </a:lnTo>
                  <a:lnTo>
                    <a:pt x="2131113" y="741365"/>
                  </a:lnTo>
                  <a:lnTo>
                    <a:pt x="2128330" y="742364"/>
                  </a:lnTo>
                  <a:lnTo>
                    <a:pt x="2094420" y="754566"/>
                  </a:lnTo>
                  <a:lnTo>
                    <a:pt x="2091812" y="755506"/>
                  </a:lnTo>
                  <a:lnTo>
                    <a:pt x="2086769" y="757325"/>
                  </a:lnTo>
                  <a:lnTo>
                    <a:pt x="2065206" y="765109"/>
                  </a:lnTo>
                  <a:lnTo>
                    <a:pt x="2064336" y="765423"/>
                  </a:lnTo>
                  <a:lnTo>
                    <a:pt x="2060684" y="766743"/>
                  </a:lnTo>
                  <a:lnTo>
                    <a:pt x="2056859" y="768126"/>
                  </a:lnTo>
                  <a:lnTo>
                    <a:pt x="2050946" y="770265"/>
                  </a:lnTo>
                  <a:lnTo>
                    <a:pt x="2028339" y="778452"/>
                  </a:lnTo>
                  <a:lnTo>
                    <a:pt x="2023296" y="780281"/>
                  </a:lnTo>
                  <a:lnTo>
                    <a:pt x="2014254" y="783562"/>
                  </a:lnTo>
                  <a:lnTo>
                    <a:pt x="2005907" y="786593"/>
                  </a:lnTo>
                  <a:lnTo>
                    <a:pt x="2000690" y="788489"/>
                  </a:lnTo>
                  <a:lnTo>
                    <a:pt x="1999820" y="788805"/>
                  </a:lnTo>
                  <a:lnTo>
                    <a:pt x="1992343" y="791524"/>
                  </a:lnTo>
                  <a:lnTo>
                    <a:pt x="1982778" y="795004"/>
                  </a:lnTo>
                  <a:lnTo>
                    <a:pt x="1975648" y="797601"/>
                  </a:lnTo>
                  <a:lnTo>
                    <a:pt x="1975301" y="797727"/>
                  </a:lnTo>
                  <a:lnTo>
                    <a:pt x="1966432" y="800959"/>
                  </a:lnTo>
                  <a:lnTo>
                    <a:pt x="1957215" y="804321"/>
                  </a:lnTo>
                  <a:lnTo>
                    <a:pt x="1954433" y="805336"/>
                  </a:lnTo>
                  <a:lnTo>
                    <a:pt x="1920523" y="817731"/>
                  </a:lnTo>
                  <a:lnTo>
                    <a:pt x="1917914" y="818687"/>
                  </a:lnTo>
                  <a:lnTo>
                    <a:pt x="1912871" y="820534"/>
                  </a:lnTo>
                  <a:lnTo>
                    <a:pt x="1890439" y="828760"/>
                  </a:lnTo>
                  <a:lnTo>
                    <a:pt x="1886787" y="830101"/>
                  </a:lnTo>
                  <a:lnTo>
                    <a:pt x="1882961" y="831506"/>
                  </a:lnTo>
                  <a:lnTo>
                    <a:pt x="1877049" y="833678"/>
                  </a:lnTo>
                  <a:lnTo>
                    <a:pt x="1854442" y="841995"/>
                  </a:lnTo>
                  <a:lnTo>
                    <a:pt x="1849399" y="843853"/>
                  </a:lnTo>
                  <a:lnTo>
                    <a:pt x="1840356" y="847185"/>
                  </a:lnTo>
                  <a:lnTo>
                    <a:pt x="1832009" y="850264"/>
                  </a:lnTo>
                  <a:lnTo>
                    <a:pt x="1826792" y="852190"/>
                  </a:lnTo>
                  <a:lnTo>
                    <a:pt x="1825923" y="852511"/>
                  </a:lnTo>
                  <a:lnTo>
                    <a:pt x="1818445" y="855273"/>
                  </a:lnTo>
                  <a:lnTo>
                    <a:pt x="1808881" y="858808"/>
                  </a:lnTo>
                  <a:lnTo>
                    <a:pt x="1801751" y="861445"/>
                  </a:lnTo>
                  <a:lnTo>
                    <a:pt x="1801403" y="861573"/>
                  </a:lnTo>
                  <a:lnTo>
                    <a:pt x="1792534" y="864856"/>
                  </a:lnTo>
                  <a:lnTo>
                    <a:pt x="1783318" y="868270"/>
                  </a:lnTo>
                  <a:lnTo>
                    <a:pt x="1780535" y="869302"/>
                  </a:lnTo>
                  <a:lnTo>
                    <a:pt x="1746625" y="881890"/>
                  </a:lnTo>
                  <a:lnTo>
                    <a:pt x="1744017" y="882860"/>
                  </a:lnTo>
                  <a:lnTo>
                    <a:pt x="1738974" y="884736"/>
                  </a:lnTo>
                  <a:lnTo>
                    <a:pt x="1717411" y="892766"/>
                  </a:lnTo>
                  <a:lnTo>
                    <a:pt x="1716541" y="893090"/>
                  </a:lnTo>
                  <a:lnTo>
                    <a:pt x="1712889" y="894452"/>
                  </a:lnTo>
                  <a:lnTo>
                    <a:pt x="1709064" y="895878"/>
                  </a:lnTo>
                  <a:lnTo>
                    <a:pt x="1703151" y="898084"/>
                  </a:lnTo>
                  <a:lnTo>
                    <a:pt x="1680544" y="906529"/>
                  </a:lnTo>
                  <a:lnTo>
                    <a:pt x="1675501" y="908416"/>
                  </a:lnTo>
                  <a:lnTo>
                    <a:pt x="1666459" y="911800"/>
                  </a:lnTo>
                  <a:lnTo>
                    <a:pt x="1658112" y="914926"/>
                  </a:lnTo>
                  <a:lnTo>
                    <a:pt x="1652895" y="916881"/>
                  </a:lnTo>
                  <a:lnTo>
                    <a:pt x="1652025" y="917207"/>
                  </a:lnTo>
                  <a:lnTo>
                    <a:pt x="1644548" y="920010"/>
                  </a:lnTo>
                  <a:lnTo>
                    <a:pt x="1634983" y="923599"/>
                  </a:lnTo>
                  <a:lnTo>
                    <a:pt x="1627854" y="926277"/>
                  </a:lnTo>
                  <a:lnTo>
                    <a:pt x="1627506" y="926407"/>
                  </a:lnTo>
                  <a:lnTo>
                    <a:pt x="1618637" y="929740"/>
                  </a:lnTo>
                  <a:lnTo>
                    <a:pt x="1609420" y="933206"/>
                  </a:lnTo>
                  <a:lnTo>
                    <a:pt x="1606638" y="934252"/>
                  </a:lnTo>
                  <a:lnTo>
                    <a:pt x="1572728" y="947030"/>
                  </a:lnTo>
                  <a:lnTo>
                    <a:pt x="1570120" y="948015"/>
                  </a:lnTo>
                  <a:lnTo>
                    <a:pt x="1565077" y="949919"/>
                  </a:lnTo>
                  <a:lnTo>
                    <a:pt x="1543513" y="958068"/>
                  </a:lnTo>
                  <a:lnTo>
                    <a:pt x="1542644" y="958397"/>
                  </a:lnTo>
                  <a:lnTo>
                    <a:pt x="1538992" y="959778"/>
                  </a:lnTo>
                  <a:lnTo>
                    <a:pt x="1535166" y="961226"/>
                  </a:lnTo>
                  <a:lnTo>
                    <a:pt x="1529254" y="963465"/>
                  </a:lnTo>
                  <a:lnTo>
                    <a:pt x="1501604" y="973948"/>
                  </a:lnTo>
                  <a:lnTo>
                    <a:pt x="1492561" y="977381"/>
                  </a:lnTo>
                  <a:lnTo>
                    <a:pt x="1484214" y="980552"/>
                  </a:lnTo>
                  <a:lnTo>
                    <a:pt x="1478997" y="982536"/>
                  </a:lnTo>
                  <a:lnTo>
                    <a:pt x="1478128" y="982866"/>
                  </a:lnTo>
                  <a:lnTo>
                    <a:pt x="1470650" y="985711"/>
                  </a:lnTo>
                  <a:lnTo>
                    <a:pt x="1461086" y="989351"/>
                  </a:lnTo>
                  <a:lnTo>
                    <a:pt x="1453956" y="992067"/>
                  </a:lnTo>
                  <a:lnTo>
                    <a:pt x="1453608" y="992199"/>
                  </a:lnTo>
                  <a:lnTo>
                    <a:pt x="1444739" y="995580"/>
                  </a:lnTo>
                  <a:lnTo>
                    <a:pt x="1435523" y="999095"/>
                  </a:lnTo>
                  <a:lnTo>
                    <a:pt x="1432741" y="1000157"/>
                  </a:lnTo>
                  <a:lnTo>
                    <a:pt x="1398831" y="1013115"/>
                  </a:lnTo>
                  <a:lnTo>
                    <a:pt x="1396222" y="1014113"/>
                  </a:lnTo>
                  <a:lnTo>
                    <a:pt x="1391179" y="1016043"/>
                  </a:lnTo>
                  <a:lnTo>
                    <a:pt x="1369616" y="1024306"/>
                  </a:lnTo>
                  <a:lnTo>
                    <a:pt x="1368746" y="1024639"/>
                  </a:lnTo>
                  <a:lnTo>
                    <a:pt x="1361269" y="1027508"/>
                  </a:lnTo>
                  <a:lnTo>
                    <a:pt x="1355356" y="1029777"/>
                  </a:lnTo>
                  <a:lnTo>
                    <a:pt x="1332750" y="1038463"/>
                  </a:lnTo>
                  <a:lnTo>
                    <a:pt x="1327707" y="1040403"/>
                  </a:lnTo>
                  <a:lnTo>
                    <a:pt x="1318664" y="1043883"/>
                  </a:lnTo>
                  <a:lnTo>
                    <a:pt x="1310317" y="1047097"/>
                  </a:lnTo>
                  <a:lnTo>
                    <a:pt x="1305100" y="1049107"/>
                  </a:lnTo>
                  <a:lnTo>
                    <a:pt x="1304230" y="1049442"/>
                  </a:lnTo>
                  <a:lnTo>
                    <a:pt x="1296753" y="1052324"/>
                  </a:lnTo>
                  <a:lnTo>
                    <a:pt x="1287188" y="1056013"/>
                  </a:lnTo>
                  <a:lnTo>
                    <a:pt x="1280059" y="1058765"/>
                  </a:lnTo>
                  <a:lnTo>
                    <a:pt x="1279711" y="1058899"/>
                  </a:lnTo>
                  <a:lnTo>
                    <a:pt x="1270842" y="1062324"/>
                  </a:lnTo>
                  <a:lnTo>
                    <a:pt x="1261625" y="1065885"/>
                  </a:lnTo>
                  <a:lnTo>
                    <a:pt x="1258843" y="1066961"/>
                  </a:lnTo>
                  <a:lnTo>
                    <a:pt x="1224933" y="1080087"/>
                  </a:lnTo>
                  <a:lnTo>
                    <a:pt x="1222325" y="1081098"/>
                  </a:lnTo>
                  <a:lnTo>
                    <a:pt x="1217282" y="1083053"/>
                  </a:lnTo>
                  <a:lnTo>
                    <a:pt x="1195718" y="1091420"/>
                  </a:lnTo>
                  <a:lnTo>
                    <a:pt x="1194849" y="1091758"/>
                  </a:lnTo>
                  <a:lnTo>
                    <a:pt x="1191197" y="1093176"/>
                  </a:lnTo>
                  <a:lnTo>
                    <a:pt x="1187371" y="1094663"/>
                  </a:lnTo>
                  <a:lnTo>
                    <a:pt x="1181459" y="1096960"/>
                  </a:lnTo>
                  <a:lnTo>
                    <a:pt x="1158852" y="1105755"/>
                  </a:lnTo>
                  <a:lnTo>
                    <a:pt x="1153809" y="1107718"/>
                  </a:lnTo>
                  <a:lnTo>
                    <a:pt x="1144766" y="1111241"/>
                  </a:lnTo>
                  <a:lnTo>
                    <a:pt x="1136419" y="1114494"/>
                  </a:lnTo>
                  <a:lnTo>
                    <a:pt x="1131202" y="1116529"/>
                  </a:lnTo>
                  <a:lnTo>
                    <a:pt x="1130333" y="1116868"/>
                  </a:lnTo>
                  <a:lnTo>
                    <a:pt x="1122855" y="1119785"/>
                  </a:lnTo>
                  <a:lnTo>
                    <a:pt x="1113291" y="1123518"/>
                  </a:lnTo>
                  <a:lnTo>
                    <a:pt x="1106161" y="1126303"/>
                  </a:lnTo>
                  <a:lnTo>
                    <a:pt x="1105813" y="1126439"/>
                  </a:lnTo>
                  <a:lnTo>
                    <a:pt x="1096945" y="1129905"/>
                  </a:lnTo>
                  <a:lnTo>
                    <a:pt x="1087728" y="1133508"/>
                  </a:lnTo>
                  <a:lnTo>
                    <a:pt x="1084946" y="1134597"/>
                  </a:lnTo>
                  <a:lnTo>
                    <a:pt x="1051036" y="1147876"/>
                  </a:lnTo>
                  <a:lnTo>
                    <a:pt x="1048427" y="1148899"/>
                  </a:lnTo>
                  <a:lnTo>
                    <a:pt x="1043384" y="1150876"/>
                  </a:lnTo>
                  <a:lnTo>
                    <a:pt x="1021821" y="1159339"/>
                  </a:lnTo>
                  <a:lnTo>
                    <a:pt x="1020951" y="1159681"/>
                  </a:lnTo>
                  <a:lnTo>
                    <a:pt x="1017300" y="1161115"/>
                  </a:lnTo>
                  <a:lnTo>
                    <a:pt x="1013474" y="1162618"/>
                  </a:lnTo>
                  <a:lnTo>
                    <a:pt x="1007561" y="1164942"/>
                  </a:lnTo>
                  <a:lnTo>
                    <a:pt x="984955" y="1173834"/>
                  </a:lnTo>
                  <a:lnTo>
                    <a:pt x="979912" y="1175820"/>
                  </a:lnTo>
                  <a:lnTo>
                    <a:pt x="970869" y="1179381"/>
                  </a:lnTo>
                  <a:lnTo>
                    <a:pt x="962522" y="1182670"/>
                  </a:lnTo>
                  <a:lnTo>
                    <a:pt x="957305" y="1184726"/>
                  </a:lnTo>
                  <a:lnTo>
                    <a:pt x="956435" y="1185069"/>
                  </a:lnTo>
                  <a:lnTo>
                    <a:pt x="948958" y="1188018"/>
                  </a:lnTo>
                  <a:lnTo>
                    <a:pt x="939394" y="1191792"/>
                  </a:lnTo>
                  <a:lnTo>
                    <a:pt x="932264" y="1194606"/>
                  </a:lnTo>
                  <a:lnTo>
                    <a:pt x="931916" y="1194743"/>
                  </a:lnTo>
                  <a:lnTo>
                    <a:pt x="923047" y="1198246"/>
                  </a:lnTo>
                  <a:lnTo>
                    <a:pt x="913831" y="1201888"/>
                  </a:lnTo>
                  <a:lnTo>
                    <a:pt x="911048" y="1202988"/>
                  </a:lnTo>
                  <a:lnTo>
                    <a:pt x="877138" y="1216405"/>
                  </a:lnTo>
                  <a:lnTo>
                    <a:pt x="874530" y="1217438"/>
                  </a:lnTo>
                  <a:lnTo>
                    <a:pt x="869487" y="1219436"/>
                  </a:lnTo>
                  <a:lnTo>
                    <a:pt x="847923" y="1227985"/>
                  </a:lnTo>
                  <a:lnTo>
                    <a:pt x="847054" y="1228330"/>
                  </a:lnTo>
                  <a:lnTo>
                    <a:pt x="843402" y="1229778"/>
                  </a:lnTo>
                  <a:lnTo>
                    <a:pt x="839576" y="1231296"/>
                  </a:lnTo>
                  <a:lnTo>
                    <a:pt x="833664" y="1233643"/>
                  </a:lnTo>
                  <a:lnTo>
                    <a:pt x="811057" y="1242623"/>
                  </a:lnTo>
                  <a:lnTo>
                    <a:pt x="806014" y="1244628"/>
                  </a:lnTo>
                  <a:lnTo>
                    <a:pt x="796972" y="1248224"/>
                  </a:lnTo>
                  <a:lnTo>
                    <a:pt x="788624" y="1251544"/>
                  </a:lnTo>
                  <a:lnTo>
                    <a:pt x="783407" y="1253621"/>
                  </a:lnTo>
                  <a:lnTo>
                    <a:pt x="782538" y="1253967"/>
                  </a:lnTo>
                  <a:lnTo>
                    <a:pt x="775060" y="1256944"/>
                  </a:lnTo>
                  <a:lnTo>
                    <a:pt x="765496" y="1260753"/>
                  </a:lnTo>
                  <a:lnTo>
                    <a:pt x="758366" y="1263594"/>
                  </a:lnTo>
                  <a:lnTo>
                    <a:pt x="758018" y="1263733"/>
                  </a:lnTo>
                  <a:lnTo>
                    <a:pt x="749150" y="1267268"/>
                  </a:lnTo>
                  <a:lnTo>
                    <a:pt x="739933" y="1270944"/>
                  </a:lnTo>
                  <a:lnTo>
                    <a:pt x="737151" y="1272054"/>
                  </a:lnTo>
                  <a:lnTo>
                    <a:pt x="703241" y="1285593"/>
                  </a:lnTo>
                  <a:lnTo>
                    <a:pt x="700632" y="1286636"/>
                  </a:lnTo>
                  <a:lnTo>
                    <a:pt x="695589" y="1288652"/>
                  </a:lnTo>
                  <a:lnTo>
                    <a:pt x="674026" y="1297276"/>
                  </a:lnTo>
                  <a:lnTo>
                    <a:pt x="673157" y="1297624"/>
                  </a:lnTo>
                  <a:lnTo>
                    <a:pt x="669505" y="1299086"/>
                  </a:lnTo>
                  <a:lnTo>
                    <a:pt x="665679" y="1300617"/>
                  </a:lnTo>
                  <a:lnTo>
                    <a:pt x="659766" y="1302985"/>
                  </a:lnTo>
                  <a:lnTo>
                    <a:pt x="637160" y="1312042"/>
                  </a:lnTo>
                  <a:lnTo>
                    <a:pt x="632117" y="1314064"/>
                  </a:lnTo>
                  <a:lnTo>
                    <a:pt x="623074" y="1317690"/>
                  </a:lnTo>
                  <a:lnTo>
                    <a:pt x="614727" y="1321039"/>
                  </a:lnTo>
                  <a:lnTo>
                    <a:pt x="609510" y="1323132"/>
                  </a:lnTo>
                  <a:lnTo>
                    <a:pt x="608641" y="1323481"/>
                  </a:lnTo>
                  <a:lnTo>
                    <a:pt x="601163" y="1326483"/>
                  </a:lnTo>
                  <a:lnTo>
                    <a:pt x="591599" y="1330324"/>
                  </a:lnTo>
                  <a:lnTo>
                    <a:pt x="584469" y="1333189"/>
                  </a:lnTo>
                  <a:lnTo>
                    <a:pt x="584121" y="1333328"/>
                  </a:lnTo>
                  <a:lnTo>
                    <a:pt x="575252" y="1336893"/>
                  </a:lnTo>
                  <a:lnTo>
                    <a:pt x="566036" y="1340598"/>
                  </a:lnTo>
                  <a:lnTo>
                    <a:pt x="563253" y="1341717"/>
                  </a:lnTo>
                  <a:lnTo>
                    <a:pt x="529343" y="1355364"/>
                  </a:lnTo>
                  <a:lnTo>
                    <a:pt x="526735" y="1356415"/>
                  </a:lnTo>
                  <a:lnTo>
                    <a:pt x="521692" y="1358447"/>
                  </a:lnTo>
                  <a:lnTo>
                    <a:pt x="500129" y="1367138"/>
                  </a:lnTo>
                  <a:lnTo>
                    <a:pt x="499259" y="1367489"/>
                  </a:lnTo>
                  <a:lnTo>
                    <a:pt x="495607" y="1368961"/>
                  </a:lnTo>
                  <a:lnTo>
                    <a:pt x="491781" y="1370504"/>
                  </a:lnTo>
                  <a:lnTo>
                    <a:pt x="485869" y="1372890"/>
                  </a:lnTo>
                  <a:lnTo>
                    <a:pt x="463262" y="1382015"/>
                  </a:lnTo>
                  <a:lnTo>
                    <a:pt x="458219" y="1384052"/>
                  </a:lnTo>
                  <a:lnTo>
                    <a:pt x="449177" y="1387705"/>
                  </a:lnTo>
                  <a:lnTo>
                    <a:pt x="440830" y="1391078"/>
                  </a:lnTo>
                  <a:lnTo>
                    <a:pt x="435613" y="1393187"/>
                  </a:lnTo>
                  <a:lnTo>
                    <a:pt x="434743" y="1393539"/>
                  </a:lnTo>
                  <a:lnTo>
                    <a:pt x="427266" y="1396562"/>
                  </a:lnTo>
                  <a:lnTo>
                    <a:pt x="417701" y="1400431"/>
                  </a:lnTo>
                  <a:lnTo>
                    <a:pt x="410571" y="1403316"/>
                  </a:lnTo>
                  <a:lnTo>
                    <a:pt x="410224" y="1403456"/>
                  </a:lnTo>
                  <a:lnTo>
                    <a:pt x="401355" y="1407046"/>
                  </a:lnTo>
                  <a:lnTo>
                    <a:pt x="392138" y="1410777"/>
                  </a:lnTo>
                  <a:lnTo>
                    <a:pt x="389356" y="1411904"/>
                  </a:lnTo>
                  <a:lnTo>
                    <a:pt x="352837" y="1426704"/>
                  </a:lnTo>
                  <a:lnTo>
                    <a:pt x="347794" y="1428749"/>
                  </a:lnTo>
                  <a:lnTo>
                    <a:pt x="326231" y="1437499"/>
                  </a:lnTo>
                  <a:lnTo>
                    <a:pt x="325362" y="1437851"/>
                  </a:lnTo>
                  <a:lnTo>
                    <a:pt x="321710" y="1439334"/>
                  </a:lnTo>
                  <a:lnTo>
                    <a:pt x="317884" y="1440887"/>
                  </a:lnTo>
                  <a:lnTo>
                    <a:pt x="311972" y="1443288"/>
                  </a:lnTo>
                  <a:lnTo>
                    <a:pt x="289365" y="1452473"/>
                  </a:lnTo>
                  <a:lnTo>
                    <a:pt x="284322" y="1454523"/>
                  </a:lnTo>
                  <a:lnTo>
                    <a:pt x="275279" y="1458199"/>
                  </a:lnTo>
                  <a:lnTo>
                    <a:pt x="266932" y="1461594"/>
                  </a:lnTo>
                  <a:lnTo>
                    <a:pt x="260846" y="1464070"/>
                  </a:lnTo>
                  <a:lnTo>
                    <a:pt x="253368" y="1467112"/>
                  </a:lnTo>
                  <a:lnTo>
                    <a:pt x="243804" y="1471005"/>
                  </a:lnTo>
                  <a:lnTo>
                    <a:pt x="236674" y="1473908"/>
                  </a:lnTo>
                  <a:lnTo>
                    <a:pt x="236326" y="1474049"/>
                  </a:lnTo>
                  <a:lnTo>
                    <a:pt x="227457" y="1477661"/>
                  </a:lnTo>
                  <a:lnTo>
                    <a:pt x="218241" y="1481415"/>
                  </a:lnTo>
                  <a:lnTo>
                    <a:pt x="215458" y="1482549"/>
                  </a:lnTo>
                  <a:lnTo>
                    <a:pt x="178940" y="1497436"/>
                  </a:lnTo>
                  <a:lnTo>
                    <a:pt x="173897" y="1499494"/>
                  </a:lnTo>
                  <a:lnTo>
                    <a:pt x="151464" y="1508649"/>
                  </a:lnTo>
                  <a:lnTo>
                    <a:pt x="147812" y="1510140"/>
                  </a:lnTo>
                  <a:lnTo>
                    <a:pt x="143987" y="1511702"/>
                  </a:lnTo>
                  <a:lnTo>
                    <a:pt x="138074" y="1514117"/>
                  </a:lnTo>
                  <a:lnTo>
                    <a:pt x="115467" y="1523353"/>
                  </a:lnTo>
                  <a:lnTo>
                    <a:pt x="79471" y="1538072"/>
                  </a:lnTo>
                  <a:lnTo>
                    <a:pt x="69906" y="1541986"/>
                  </a:lnTo>
                  <a:lnTo>
                    <a:pt x="0" y="157062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" name="pg15"/>
            <p:cNvSpPr/>
            <p:nvPr/>
          </p:nvSpPr>
          <p:spPr>
            <a:xfrm>
              <a:off x="3427483" y="2408525"/>
              <a:ext cx="4355087" cy="2335359"/>
            </a:xfrm>
            <a:custGeom>
              <a:avLst/>
              <a:pathLst>
                <a:path w="4355087" h="2335359">
                  <a:moveTo>
                    <a:pt x="0" y="1985465"/>
                  </a:moveTo>
                  <a:lnTo>
                    <a:pt x="69906" y="1957592"/>
                  </a:lnTo>
                  <a:lnTo>
                    <a:pt x="79471" y="1953774"/>
                  </a:lnTo>
                  <a:lnTo>
                    <a:pt x="115467" y="1939395"/>
                  </a:lnTo>
                  <a:lnTo>
                    <a:pt x="138074" y="1930356"/>
                  </a:lnTo>
                  <a:lnTo>
                    <a:pt x="143987" y="1927991"/>
                  </a:lnTo>
                  <a:lnTo>
                    <a:pt x="147812" y="1926460"/>
                  </a:lnTo>
                  <a:lnTo>
                    <a:pt x="151464" y="1924999"/>
                  </a:lnTo>
                  <a:lnTo>
                    <a:pt x="173897" y="1916019"/>
                  </a:lnTo>
                  <a:lnTo>
                    <a:pt x="178940" y="1913999"/>
                  </a:lnTo>
                  <a:lnTo>
                    <a:pt x="215458" y="1899364"/>
                  </a:lnTo>
                  <a:lnTo>
                    <a:pt x="218241" y="1898248"/>
                  </a:lnTo>
                  <a:lnTo>
                    <a:pt x="227457" y="1894552"/>
                  </a:lnTo>
                  <a:lnTo>
                    <a:pt x="236326" y="1890993"/>
                  </a:lnTo>
                  <a:lnTo>
                    <a:pt x="236674" y="1890854"/>
                  </a:lnTo>
                  <a:lnTo>
                    <a:pt x="243804" y="1887992"/>
                  </a:lnTo>
                  <a:lnTo>
                    <a:pt x="253368" y="1884152"/>
                  </a:lnTo>
                  <a:lnTo>
                    <a:pt x="260846" y="1881149"/>
                  </a:lnTo>
                  <a:lnTo>
                    <a:pt x="266932" y="1878705"/>
                  </a:lnTo>
                  <a:lnTo>
                    <a:pt x="275279" y="1875351"/>
                  </a:lnTo>
                  <a:lnTo>
                    <a:pt x="284322" y="1871716"/>
                  </a:lnTo>
                  <a:lnTo>
                    <a:pt x="289365" y="1869689"/>
                  </a:lnTo>
                  <a:lnTo>
                    <a:pt x="311972" y="1860596"/>
                  </a:lnTo>
                  <a:lnTo>
                    <a:pt x="317884" y="1858217"/>
                  </a:lnTo>
                  <a:lnTo>
                    <a:pt x="321710" y="1856677"/>
                  </a:lnTo>
                  <a:lnTo>
                    <a:pt x="325362" y="1855207"/>
                  </a:lnTo>
                  <a:lnTo>
                    <a:pt x="326231" y="1854857"/>
                  </a:lnTo>
                  <a:lnTo>
                    <a:pt x="347794" y="1846172"/>
                  </a:lnTo>
                  <a:lnTo>
                    <a:pt x="352837" y="1844139"/>
                  </a:lnTo>
                  <a:lnTo>
                    <a:pt x="389356" y="1829411"/>
                  </a:lnTo>
                  <a:lnTo>
                    <a:pt x="392138" y="1828288"/>
                  </a:lnTo>
                  <a:lnTo>
                    <a:pt x="401355" y="1824568"/>
                  </a:lnTo>
                  <a:lnTo>
                    <a:pt x="410224" y="1820986"/>
                  </a:lnTo>
                  <a:lnTo>
                    <a:pt x="410571" y="1820845"/>
                  </a:lnTo>
                  <a:lnTo>
                    <a:pt x="417701" y="1817965"/>
                  </a:lnTo>
                  <a:lnTo>
                    <a:pt x="427266" y="1814100"/>
                  </a:lnTo>
                  <a:lnTo>
                    <a:pt x="434743" y="1811077"/>
                  </a:lnTo>
                  <a:lnTo>
                    <a:pt x="435613" y="1810725"/>
                  </a:lnTo>
                  <a:lnTo>
                    <a:pt x="440830" y="1808615"/>
                  </a:lnTo>
                  <a:lnTo>
                    <a:pt x="449177" y="1805239"/>
                  </a:lnTo>
                  <a:lnTo>
                    <a:pt x="458219" y="1801580"/>
                  </a:lnTo>
                  <a:lnTo>
                    <a:pt x="463262" y="1799539"/>
                  </a:lnTo>
                  <a:lnTo>
                    <a:pt x="485869" y="1790382"/>
                  </a:lnTo>
                  <a:lnTo>
                    <a:pt x="491781" y="1787986"/>
                  </a:lnTo>
                  <a:lnTo>
                    <a:pt x="495607" y="1786436"/>
                  </a:lnTo>
                  <a:lnTo>
                    <a:pt x="499259" y="1784955"/>
                  </a:lnTo>
                  <a:lnTo>
                    <a:pt x="500129" y="1784603"/>
                  </a:lnTo>
                  <a:lnTo>
                    <a:pt x="521692" y="1775855"/>
                  </a:lnTo>
                  <a:lnTo>
                    <a:pt x="526735" y="1773808"/>
                  </a:lnTo>
                  <a:lnTo>
                    <a:pt x="529343" y="1772749"/>
                  </a:lnTo>
                  <a:lnTo>
                    <a:pt x="563253" y="1758972"/>
                  </a:lnTo>
                  <a:lnTo>
                    <a:pt x="566036" y="1757840"/>
                  </a:lnTo>
                  <a:lnTo>
                    <a:pt x="575252" y="1754092"/>
                  </a:lnTo>
                  <a:lnTo>
                    <a:pt x="584121" y="1750483"/>
                  </a:lnTo>
                  <a:lnTo>
                    <a:pt x="584469" y="1750341"/>
                  </a:lnTo>
                  <a:lnTo>
                    <a:pt x="591599" y="1747439"/>
                  </a:lnTo>
                  <a:lnTo>
                    <a:pt x="601163" y="1743544"/>
                  </a:lnTo>
                  <a:lnTo>
                    <a:pt x="608641" y="1740497"/>
                  </a:lnTo>
                  <a:lnTo>
                    <a:pt x="609510" y="1740143"/>
                  </a:lnTo>
                  <a:lnTo>
                    <a:pt x="614727" y="1738017"/>
                  </a:lnTo>
                  <a:lnTo>
                    <a:pt x="623074" y="1734614"/>
                  </a:lnTo>
                  <a:lnTo>
                    <a:pt x="632117" y="1730926"/>
                  </a:lnTo>
                  <a:lnTo>
                    <a:pt x="637160" y="1728868"/>
                  </a:lnTo>
                  <a:lnTo>
                    <a:pt x="659766" y="1719639"/>
                  </a:lnTo>
                  <a:lnTo>
                    <a:pt x="665679" y="1717223"/>
                  </a:lnTo>
                  <a:lnTo>
                    <a:pt x="669505" y="1715659"/>
                  </a:lnTo>
                  <a:lnTo>
                    <a:pt x="673157" y="1714167"/>
                  </a:lnTo>
                  <a:lnTo>
                    <a:pt x="674026" y="1713811"/>
                  </a:lnTo>
                  <a:lnTo>
                    <a:pt x="695589" y="1704992"/>
                  </a:lnTo>
                  <a:lnTo>
                    <a:pt x="700632" y="1702928"/>
                  </a:lnTo>
                  <a:lnTo>
                    <a:pt x="703241" y="1701860"/>
                  </a:lnTo>
                  <a:lnTo>
                    <a:pt x="737151" y="1687964"/>
                  </a:lnTo>
                  <a:lnTo>
                    <a:pt x="739933" y="1686823"/>
                  </a:lnTo>
                  <a:lnTo>
                    <a:pt x="749150" y="1683042"/>
                  </a:lnTo>
                  <a:lnTo>
                    <a:pt x="758018" y="1679401"/>
                  </a:lnTo>
                  <a:lnTo>
                    <a:pt x="758366" y="1679258"/>
                  </a:lnTo>
                  <a:lnTo>
                    <a:pt x="765496" y="1676330"/>
                  </a:lnTo>
                  <a:lnTo>
                    <a:pt x="775060" y="1672401"/>
                  </a:lnTo>
                  <a:lnTo>
                    <a:pt x="782538" y="1669327"/>
                  </a:lnTo>
                  <a:lnTo>
                    <a:pt x="783407" y="1668969"/>
                  </a:lnTo>
                  <a:lnTo>
                    <a:pt x="788624" y="1666824"/>
                  </a:lnTo>
                  <a:lnTo>
                    <a:pt x="796972" y="1663390"/>
                  </a:lnTo>
                  <a:lnTo>
                    <a:pt x="806014" y="1659669"/>
                  </a:lnTo>
                  <a:lnTo>
                    <a:pt x="811057" y="1657592"/>
                  </a:lnTo>
                  <a:lnTo>
                    <a:pt x="833664" y="1648277"/>
                  </a:lnTo>
                  <a:lnTo>
                    <a:pt x="839576" y="1645839"/>
                  </a:lnTo>
                  <a:lnTo>
                    <a:pt x="843402" y="1644260"/>
                  </a:lnTo>
                  <a:lnTo>
                    <a:pt x="847054" y="1642754"/>
                  </a:lnTo>
                  <a:lnTo>
                    <a:pt x="847923" y="1642395"/>
                  </a:lnTo>
                  <a:lnTo>
                    <a:pt x="869487" y="1633491"/>
                  </a:lnTo>
                  <a:lnTo>
                    <a:pt x="874530" y="1631407"/>
                  </a:lnTo>
                  <a:lnTo>
                    <a:pt x="877138" y="1630329"/>
                  </a:lnTo>
                  <a:lnTo>
                    <a:pt x="911048" y="1616297"/>
                  </a:lnTo>
                  <a:lnTo>
                    <a:pt x="913831" y="1615144"/>
                  </a:lnTo>
                  <a:lnTo>
                    <a:pt x="923047" y="1611325"/>
                  </a:lnTo>
                  <a:lnTo>
                    <a:pt x="931916" y="1607648"/>
                  </a:lnTo>
                  <a:lnTo>
                    <a:pt x="932264" y="1607504"/>
                  </a:lnTo>
                  <a:lnTo>
                    <a:pt x="939394" y="1604546"/>
                  </a:lnTo>
                  <a:lnTo>
                    <a:pt x="948958" y="1600576"/>
                  </a:lnTo>
                  <a:lnTo>
                    <a:pt x="956435" y="1597471"/>
                  </a:lnTo>
                  <a:lnTo>
                    <a:pt x="957305" y="1597110"/>
                  </a:lnTo>
                  <a:lnTo>
                    <a:pt x="962522" y="1594942"/>
                  </a:lnTo>
                  <a:lnTo>
                    <a:pt x="970869" y="1591473"/>
                  </a:lnTo>
                  <a:lnTo>
                    <a:pt x="979912" y="1587712"/>
                  </a:lnTo>
                  <a:lnTo>
                    <a:pt x="984955" y="1585614"/>
                  </a:lnTo>
                  <a:lnTo>
                    <a:pt x="1007561" y="1576200"/>
                  </a:lnTo>
                  <a:lnTo>
                    <a:pt x="1013474" y="1573735"/>
                  </a:lnTo>
                  <a:lnTo>
                    <a:pt x="1017300" y="1572140"/>
                  </a:lnTo>
                  <a:lnTo>
                    <a:pt x="1020951" y="1570617"/>
                  </a:lnTo>
                  <a:lnTo>
                    <a:pt x="1021821" y="1570254"/>
                  </a:lnTo>
                  <a:lnTo>
                    <a:pt x="1043384" y="1561253"/>
                  </a:lnTo>
                  <a:lnTo>
                    <a:pt x="1048427" y="1559146"/>
                  </a:lnTo>
                  <a:lnTo>
                    <a:pt x="1051036" y="1558056"/>
                  </a:lnTo>
                  <a:lnTo>
                    <a:pt x="1084946" y="1543868"/>
                  </a:lnTo>
                  <a:lnTo>
                    <a:pt x="1087728" y="1542702"/>
                  </a:lnTo>
                  <a:lnTo>
                    <a:pt x="1096945" y="1538839"/>
                  </a:lnTo>
                  <a:lnTo>
                    <a:pt x="1105813" y="1535120"/>
                  </a:lnTo>
                  <a:lnTo>
                    <a:pt x="1106161" y="1534974"/>
                  </a:lnTo>
                  <a:lnTo>
                    <a:pt x="1113291" y="1531982"/>
                  </a:lnTo>
                  <a:lnTo>
                    <a:pt x="1122855" y="1527966"/>
                  </a:lnTo>
                  <a:lnTo>
                    <a:pt x="1130333" y="1524825"/>
                  </a:lnTo>
                  <a:lnTo>
                    <a:pt x="1131202" y="1524460"/>
                  </a:lnTo>
                  <a:lnTo>
                    <a:pt x="1136419" y="1522267"/>
                  </a:lnTo>
                  <a:lnTo>
                    <a:pt x="1144766" y="1518756"/>
                  </a:lnTo>
                  <a:lnTo>
                    <a:pt x="1153809" y="1514951"/>
                  </a:lnTo>
                  <a:lnTo>
                    <a:pt x="1158852" y="1512828"/>
                  </a:lnTo>
                  <a:lnTo>
                    <a:pt x="1181459" y="1503301"/>
                  </a:lnTo>
                  <a:lnTo>
                    <a:pt x="1187371" y="1500807"/>
                  </a:lnTo>
                  <a:lnTo>
                    <a:pt x="1191197" y="1499192"/>
                  </a:lnTo>
                  <a:lnTo>
                    <a:pt x="1194849" y="1497651"/>
                  </a:lnTo>
                  <a:lnTo>
                    <a:pt x="1195718" y="1497284"/>
                  </a:lnTo>
                  <a:lnTo>
                    <a:pt x="1217282" y="1488172"/>
                  </a:lnTo>
                  <a:lnTo>
                    <a:pt x="1222325" y="1486039"/>
                  </a:lnTo>
                  <a:lnTo>
                    <a:pt x="1224933" y="1484935"/>
                  </a:lnTo>
                  <a:lnTo>
                    <a:pt x="1258843" y="1470568"/>
                  </a:lnTo>
                  <a:lnTo>
                    <a:pt x="1261625" y="1469388"/>
                  </a:lnTo>
                  <a:lnTo>
                    <a:pt x="1270842" y="1465476"/>
                  </a:lnTo>
                  <a:lnTo>
                    <a:pt x="1279711" y="1461709"/>
                  </a:lnTo>
                  <a:lnTo>
                    <a:pt x="1280059" y="1461561"/>
                  </a:lnTo>
                  <a:lnTo>
                    <a:pt x="1287188" y="1458531"/>
                  </a:lnTo>
                  <a:lnTo>
                    <a:pt x="1296753" y="1454463"/>
                  </a:lnTo>
                  <a:lnTo>
                    <a:pt x="1304230" y="1451280"/>
                  </a:lnTo>
                  <a:lnTo>
                    <a:pt x="1305100" y="1450910"/>
                  </a:lnTo>
                  <a:lnTo>
                    <a:pt x="1310317" y="1448689"/>
                  </a:lnTo>
                  <a:lnTo>
                    <a:pt x="1318664" y="1445132"/>
                  </a:lnTo>
                  <a:lnTo>
                    <a:pt x="1327707" y="1441277"/>
                  </a:lnTo>
                  <a:lnTo>
                    <a:pt x="1332750" y="1439126"/>
                  </a:lnTo>
                  <a:lnTo>
                    <a:pt x="1355356" y="1429472"/>
                  </a:lnTo>
                  <a:lnTo>
                    <a:pt x="1361269" y="1426944"/>
                  </a:lnTo>
                  <a:lnTo>
                    <a:pt x="1368746" y="1423745"/>
                  </a:lnTo>
                  <a:lnTo>
                    <a:pt x="1369616" y="1423373"/>
                  </a:lnTo>
                  <a:lnTo>
                    <a:pt x="1391179" y="1414137"/>
                  </a:lnTo>
                  <a:lnTo>
                    <a:pt x="1396222" y="1411975"/>
                  </a:lnTo>
                  <a:lnTo>
                    <a:pt x="1398831" y="1410856"/>
                  </a:lnTo>
                  <a:lnTo>
                    <a:pt x="1432741" y="1396290"/>
                  </a:lnTo>
                  <a:lnTo>
                    <a:pt x="1435523" y="1395093"/>
                  </a:lnTo>
                  <a:lnTo>
                    <a:pt x="1444739" y="1391126"/>
                  </a:lnTo>
                  <a:lnTo>
                    <a:pt x="1453608" y="1387306"/>
                  </a:lnTo>
                  <a:lnTo>
                    <a:pt x="1453956" y="1387156"/>
                  </a:lnTo>
                  <a:lnTo>
                    <a:pt x="1461086" y="1384083"/>
                  </a:lnTo>
                  <a:lnTo>
                    <a:pt x="1470650" y="1379957"/>
                  </a:lnTo>
                  <a:lnTo>
                    <a:pt x="1478128" y="1376730"/>
                  </a:lnTo>
                  <a:lnTo>
                    <a:pt x="1478997" y="1376354"/>
                  </a:lnTo>
                  <a:lnTo>
                    <a:pt x="1484214" y="1374101"/>
                  </a:lnTo>
                  <a:lnTo>
                    <a:pt x="1492561" y="1370494"/>
                  </a:lnTo>
                  <a:lnTo>
                    <a:pt x="1501604" y="1366583"/>
                  </a:lnTo>
                  <a:lnTo>
                    <a:pt x="1529254" y="1354606"/>
                  </a:lnTo>
                  <a:lnTo>
                    <a:pt x="1535166" y="1352041"/>
                  </a:lnTo>
                  <a:lnTo>
                    <a:pt x="1538992" y="1350381"/>
                  </a:lnTo>
                  <a:lnTo>
                    <a:pt x="1542644" y="1348796"/>
                  </a:lnTo>
                  <a:lnTo>
                    <a:pt x="1543513" y="1348418"/>
                  </a:lnTo>
                  <a:lnTo>
                    <a:pt x="1565077" y="1339046"/>
                  </a:lnTo>
                  <a:lnTo>
                    <a:pt x="1570120" y="1336852"/>
                  </a:lnTo>
                  <a:lnTo>
                    <a:pt x="1572728" y="1335716"/>
                  </a:lnTo>
                  <a:lnTo>
                    <a:pt x="1606638" y="1320933"/>
                  </a:lnTo>
                  <a:lnTo>
                    <a:pt x="1609420" y="1319718"/>
                  </a:lnTo>
                  <a:lnTo>
                    <a:pt x="1618637" y="1315691"/>
                  </a:lnTo>
                  <a:lnTo>
                    <a:pt x="1627506" y="1311813"/>
                  </a:lnTo>
                  <a:lnTo>
                    <a:pt x="1627854" y="1311661"/>
                  </a:lnTo>
                  <a:lnTo>
                    <a:pt x="1634983" y="1308541"/>
                  </a:lnTo>
                  <a:lnTo>
                    <a:pt x="1644548" y="1304353"/>
                  </a:lnTo>
                  <a:lnTo>
                    <a:pt x="1652025" y="1301076"/>
                  </a:lnTo>
                  <a:lnTo>
                    <a:pt x="1652895" y="1300695"/>
                  </a:lnTo>
                  <a:lnTo>
                    <a:pt x="1658112" y="1298407"/>
                  </a:lnTo>
                  <a:lnTo>
                    <a:pt x="1666459" y="1294745"/>
                  </a:lnTo>
                  <a:lnTo>
                    <a:pt x="1675501" y="1290774"/>
                  </a:lnTo>
                  <a:lnTo>
                    <a:pt x="1680544" y="1288558"/>
                  </a:lnTo>
                  <a:lnTo>
                    <a:pt x="1703151" y="1278612"/>
                  </a:lnTo>
                  <a:lnTo>
                    <a:pt x="1709064" y="1276008"/>
                  </a:lnTo>
                  <a:lnTo>
                    <a:pt x="1712889" y="1274322"/>
                  </a:lnTo>
                  <a:lnTo>
                    <a:pt x="1716541" y="1272712"/>
                  </a:lnTo>
                  <a:lnTo>
                    <a:pt x="1717411" y="1272329"/>
                  </a:lnTo>
                  <a:lnTo>
                    <a:pt x="1738974" y="1262811"/>
                  </a:lnTo>
                  <a:lnTo>
                    <a:pt x="1744017" y="1260582"/>
                  </a:lnTo>
                  <a:lnTo>
                    <a:pt x="1746625" y="1259429"/>
                  </a:lnTo>
                  <a:lnTo>
                    <a:pt x="1780535" y="1244414"/>
                  </a:lnTo>
                  <a:lnTo>
                    <a:pt x="1783318" y="1243180"/>
                  </a:lnTo>
                  <a:lnTo>
                    <a:pt x="1792534" y="1239090"/>
                  </a:lnTo>
                  <a:lnTo>
                    <a:pt x="1801403" y="1235151"/>
                  </a:lnTo>
                  <a:lnTo>
                    <a:pt x="1801751" y="1234996"/>
                  </a:lnTo>
                  <a:lnTo>
                    <a:pt x="1808881" y="1231827"/>
                  </a:lnTo>
                  <a:lnTo>
                    <a:pt x="1818445" y="1227573"/>
                  </a:lnTo>
                  <a:lnTo>
                    <a:pt x="1825923" y="1224244"/>
                  </a:lnTo>
                  <a:lnTo>
                    <a:pt x="1826792" y="1223857"/>
                  </a:lnTo>
                  <a:lnTo>
                    <a:pt x="1832009" y="1221533"/>
                  </a:lnTo>
                  <a:lnTo>
                    <a:pt x="1840356" y="1217812"/>
                  </a:lnTo>
                  <a:lnTo>
                    <a:pt x="1849399" y="1213779"/>
                  </a:lnTo>
                  <a:lnTo>
                    <a:pt x="1854442" y="1211528"/>
                  </a:lnTo>
                  <a:lnTo>
                    <a:pt x="1877049" y="1201424"/>
                  </a:lnTo>
                  <a:lnTo>
                    <a:pt x="1882961" y="1198778"/>
                  </a:lnTo>
                  <a:lnTo>
                    <a:pt x="1886787" y="1197065"/>
                  </a:lnTo>
                  <a:lnTo>
                    <a:pt x="1890439" y="1195430"/>
                  </a:lnTo>
                  <a:lnTo>
                    <a:pt x="1912871" y="1185371"/>
                  </a:lnTo>
                  <a:lnTo>
                    <a:pt x="1917914" y="1183107"/>
                  </a:lnTo>
                  <a:lnTo>
                    <a:pt x="1920523" y="1181935"/>
                  </a:lnTo>
                  <a:lnTo>
                    <a:pt x="1954433" y="1166681"/>
                  </a:lnTo>
                  <a:lnTo>
                    <a:pt x="1957215" y="1165427"/>
                  </a:lnTo>
                  <a:lnTo>
                    <a:pt x="1966432" y="1161272"/>
                  </a:lnTo>
                  <a:lnTo>
                    <a:pt x="1975301" y="1157270"/>
                  </a:lnTo>
                  <a:lnTo>
                    <a:pt x="1975648" y="1157113"/>
                  </a:lnTo>
                  <a:lnTo>
                    <a:pt x="1982778" y="1153893"/>
                  </a:lnTo>
                  <a:lnTo>
                    <a:pt x="1992343" y="1149571"/>
                  </a:lnTo>
                  <a:lnTo>
                    <a:pt x="1999820" y="1146189"/>
                  </a:lnTo>
                  <a:lnTo>
                    <a:pt x="2000690" y="1145796"/>
                  </a:lnTo>
                  <a:lnTo>
                    <a:pt x="2005907" y="1143435"/>
                  </a:lnTo>
                  <a:lnTo>
                    <a:pt x="2014254" y="1139655"/>
                  </a:lnTo>
                  <a:lnTo>
                    <a:pt x="2023296" y="1135557"/>
                  </a:lnTo>
                  <a:lnTo>
                    <a:pt x="2028339" y="1133271"/>
                  </a:lnTo>
                  <a:lnTo>
                    <a:pt x="2050946" y="1123007"/>
                  </a:lnTo>
                  <a:lnTo>
                    <a:pt x="2056859" y="1120319"/>
                  </a:lnTo>
                  <a:lnTo>
                    <a:pt x="2060684" y="1118579"/>
                  </a:lnTo>
                  <a:lnTo>
                    <a:pt x="2064336" y="1116917"/>
                  </a:lnTo>
                  <a:lnTo>
                    <a:pt x="2065206" y="1116522"/>
                  </a:lnTo>
                  <a:lnTo>
                    <a:pt x="2086769" y="1106700"/>
                  </a:lnTo>
                  <a:lnTo>
                    <a:pt x="2091812" y="1104400"/>
                  </a:lnTo>
                  <a:lnTo>
                    <a:pt x="2094420" y="1103210"/>
                  </a:lnTo>
                  <a:lnTo>
                    <a:pt x="2128330" y="1087716"/>
                  </a:lnTo>
                  <a:lnTo>
                    <a:pt x="2131113" y="1086442"/>
                  </a:lnTo>
                  <a:lnTo>
                    <a:pt x="2140329" y="1082222"/>
                  </a:lnTo>
                  <a:lnTo>
                    <a:pt x="2149198" y="1078158"/>
                  </a:lnTo>
                  <a:lnTo>
                    <a:pt x="2149546" y="1077998"/>
                  </a:lnTo>
                  <a:lnTo>
                    <a:pt x="2156676" y="1074729"/>
                  </a:lnTo>
                  <a:lnTo>
                    <a:pt x="2166240" y="1070339"/>
                  </a:lnTo>
                  <a:lnTo>
                    <a:pt x="2173718" y="1066905"/>
                  </a:lnTo>
                  <a:lnTo>
                    <a:pt x="2174587" y="1066506"/>
                  </a:lnTo>
                  <a:lnTo>
                    <a:pt x="2179804" y="1064108"/>
                  </a:lnTo>
                  <a:lnTo>
                    <a:pt x="2188151" y="1060270"/>
                  </a:lnTo>
                  <a:lnTo>
                    <a:pt x="2197194" y="1056109"/>
                  </a:lnTo>
                  <a:lnTo>
                    <a:pt x="2202237" y="1053787"/>
                  </a:lnTo>
                  <a:lnTo>
                    <a:pt x="2224843" y="1043366"/>
                  </a:lnTo>
                  <a:lnTo>
                    <a:pt x="2230756" y="1040637"/>
                  </a:lnTo>
                  <a:lnTo>
                    <a:pt x="2234582" y="1038870"/>
                  </a:lnTo>
                  <a:lnTo>
                    <a:pt x="2238234" y="1037183"/>
                  </a:lnTo>
                  <a:lnTo>
                    <a:pt x="2239103" y="1036782"/>
                  </a:lnTo>
                  <a:lnTo>
                    <a:pt x="2260666" y="1026811"/>
                  </a:lnTo>
                  <a:lnTo>
                    <a:pt x="2265709" y="1024476"/>
                  </a:lnTo>
                  <a:lnTo>
                    <a:pt x="2268318" y="1023268"/>
                  </a:lnTo>
                  <a:lnTo>
                    <a:pt x="2302228" y="1007542"/>
                  </a:lnTo>
                  <a:lnTo>
                    <a:pt x="2305010" y="1006249"/>
                  </a:lnTo>
                  <a:lnTo>
                    <a:pt x="2314227" y="1001966"/>
                  </a:lnTo>
                  <a:lnTo>
                    <a:pt x="2323095" y="997842"/>
                  </a:lnTo>
                  <a:lnTo>
                    <a:pt x="2323443" y="997680"/>
                  </a:lnTo>
                  <a:lnTo>
                    <a:pt x="2330573" y="994362"/>
                  </a:lnTo>
                  <a:lnTo>
                    <a:pt x="2340137" y="989908"/>
                  </a:lnTo>
                  <a:lnTo>
                    <a:pt x="2348485" y="986018"/>
                  </a:lnTo>
                  <a:lnTo>
                    <a:pt x="2353701" y="983586"/>
                  </a:lnTo>
                  <a:lnTo>
                    <a:pt x="2362049" y="979692"/>
                  </a:lnTo>
                  <a:lnTo>
                    <a:pt x="2371091" y="975470"/>
                  </a:lnTo>
                  <a:lnTo>
                    <a:pt x="2376134" y="973115"/>
                  </a:lnTo>
                  <a:lnTo>
                    <a:pt x="2398741" y="962543"/>
                  </a:lnTo>
                  <a:lnTo>
                    <a:pt x="2404653" y="959775"/>
                  </a:lnTo>
                  <a:lnTo>
                    <a:pt x="2408479" y="957984"/>
                  </a:lnTo>
                  <a:lnTo>
                    <a:pt x="2412131" y="956273"/>
                  </a:lnTo>
                  <a:lnTo>
                    <a:pt x="2413000" y="955866"/>
                  </a:lnTo>
                  <a:lnTo>
                    <a:pt x="2434564" y="945754"/>
                  </a:lnTo>
                  <a:lnTo>
                    <a:pt x="2439607" y="943386"/>
                  </a:lnTo>
                  <a:lnTo>
                    <a:pt x="2442215" y="942161"/>
                  </a:lnTo>
                  <a:lnTo>
                    <a:pt x="2476125" y="926216"/>
                  </a:lnTo>
                  <a:lnTo>
                    <a:pt x="2478908" y="924906"/>
                  </a:lnTo>
                  <a:lnTo>
                    <a:pt x="2488124" y="920565"/>
                  </a:lnTo>
                  <a:lnTo>
                    <a:pt x="2496993" y="916384"/>
                  </a:lnTo>
                  <a:lnTo>
                    <a:pt x="2497341" y="916220"/>
                  </a:lnTo>
                  <a:lnTo>
                    <a:pt x="2504471" y="912857"/>
                  </a:lnTo>
                  <a:lnTo>
                    <a:pt x="2514035" y="908343"/>
                  </a:lnTo>
                  <a:lnTo>
                    <a:pt x="2521512" y="904811"/>
                  </a:lnTo>
                  <a:lnTo>
                    <a:pt x="2522382" y="904400"/>
                  </a:lnTo>
                  <a:lnTo>
                    <a:pt x="2527599" y="901935"/>
                  </a:lnTo>
                  <a:lnTo>
                    <a:pt x="2535946" y="897989"/>
                  </a:lnTo>
                  <a:lnTo>
                    <a:pt x="2544989" y="893711"/>
                  </a:lnTo>
                  <a:lnTo>
                    <a:pt x="2550032" y="891325"/>
                  </a:lnTo>
                  <a:lnTo>
                    <a:pt x="2572638" y="880614"/>
                  </a:lnTo>
                  <a:lnTo>
                    <a:pt x="2582377" y="875996"/>
                  </a:lnTo>
                  <a:lnTo>
                    <a:pt x="2586028" y="874263"/>
                  </a:lnTo>
                  <a:lnTo>
                    <a:pt x="2586898" y="873850"/>
                  </a:lnTo>
                  <a:lnTo>
                    <a:pt x="2608461" y="863608"/>
                  </a:lnTo>
                  <a:lnTo>
                    <a:pt x="2613504" y="861211"/>
                  </a:lnTo>
                  <a:lnTo>
                    <a:pt x="2616113" y="859970"/>
                  </a:lnTo>
                  <a:lnTo>
                    <a:pt x="2650023" y="843825"/>
                  </a:lnTo>
                  <a:lnTo>
                    <a:pt x="2652805" y="842499"/>
                  </a:lnTo>
                  <a:lnTo>
                    <a:pt x="2662022" y="838103"/>
                  </a:lnTo>
                  <a:lnTo>
                    <a:pt x="2670890" y="833871"/>
                  </a:lnTo>
                  <a:lnTo>
                    <a:pt x="2671238" y="833705"/>
                  </a:lnTo>
                  <a:lnTo>
                    <a:pt x="2678368" y="830301"/>
                  </a:lnTo>
                  <a:lnTo>
                    <a:pt x="2687932" y="825732"/>
                  </a:lnTo>
                  <a:lnTo>
                    <a:pt x="2695410" y="822158"/>
                  </a:lnTo>
                  <a:lnTo>
                    <a:pt x="2696279" y="821742"/>
                  </a:lnTo>
                  <a:lnTo>
                    <a:pt x="2701496" y="819247"/>
                  </a:lnTo>
                  <a:lnTo>
                    <a:pt x="2709843" y="815254"/>
                  </a:lnTo>
                  <a:lnTo>
                    <a:pt x="2718886" y="810926"/>
                  </a:lnTo>
                  <a:lnTo>
                    <a:pt x="2723929" y="808510"/>
                  </a:lnTo>
                  <a:lnTo>
                    <a:pt x="2746536" y="797675"/>
                  </a:lnTo>
                  <a:lnTo>
                    <a:pt x="2752448" y="794838"/>
                  </a:lnTo>
                  <a:lnTo>
                    <a:pt x="2756274" y="793003"/>
                  </a:lnTo>
                  <a:lnTo>
                    <a:pt x="2759926" y="791250"/>
                  </a:lnTo>
                  <a:lnTo>
                    <a:pt x="2760795" y="790832"/>
                  </a:lnTo>
                  <a:lnTo>
                    <a:pt x="2782359" y="780474"/>
                  </a:lnTo>
                  <a:lnTo>
                    <a:pt x="2787402" y="778049"/>
                  </a:lnTo>
                  <a:lnTo>
                    <a:pt x="2790010" y="776795"/>
                  </a:lnTo>
                  <a:lnTo>
                    <a:pt x="2823920" y="760470"/>
                  </a:lnTo>
                  <a:lnTo>
                    <a:pt x="2826703" y="759129"/>
                  </a:lnTo>
                  <a:lnTo>
                    <a:pt x="2835919" y="754686"/>
                  </a:lnTo>
                  <a:lnTo>
                    <a:pt x="2844788" y="750408"/>
                  </a:lnTo>
                  <a:lnTo>
                    <a:pt x="2845136" y="750240"/>
                  </a:lnTo>
                  <a:lnTo>
                    <a:pt x="2852265" y="746799"/>
                  </a:lnTo>
                  <a:lnTo>
                    <a:pt x="2861830" y="742181"/>
                  </a:lnTo>
                  <a:lnTo>
                    <a:pt x="2869307" y="738569"/>
                  </a:lnTo>
                  <a:lnTo>
                    <a:pt x="2870177" y="738149"/>
                  </a:lnTo>
                  <a:lnTo>
                    <a:pt x="2875394" y="735628"/>
                  </a:lnTo>
                  <a:lnTo>
                    <a:pt x="2883741" y="731593"/>
                  </a:lnTo>
                  <a:lnTo>
                    <a:pt x="2892784" y="727219"/>
                  </a:lnTo>
                  <a:lnTo>
                    <a:pt x="2897827" y="724779"/>
                  </a:lnTo>
                  <a:lnTo>
                    <a:pt x="2920433" y="713832"/>
                  </a:lnTo>
                  <a:lnTo>
                    <a:pt x="2926346" y="710967"/>
                  </a:lnTo>
                  <a:lnTo>
                    <a:pt x="2930171" y="709112"/>
                  </a:lnTo>
                  <a:lnTo>
                    <a:pt x="2933823" y="707342"/>
                  </a:lnTo>
                  <a:lnTo>
                    <a:pt x="2934693" y="706920"/>
                  </a:lnTo>
                  <a:lnTo>
                    <a:pt x="2956256" y="696458"/>
                  </a:lnTo>
                  <a:lnTo>
                    <a:pt x="2961299" y="694009"/>
                  </a:lnTo>
                  <a:lnTo>
                    <a:pt x="2963908" y="692743"/>
                  </a:lnTo>
                  <a:lnTo>
                    <a:pt x="2997818" y="676260"/>
                  </a:lnTo>
                  <a:lnTo>
                    <a:pt x="3000600" y="674906"/>
                  </a:lnTo>
                  <a:lnTo>
                    <a:pt x="3009817" y="670421"/>
                  </a:lnTo>
                  <a:lnTo>
                    <a:pt x="3018685" y="666102"/>
                  </a:lnTo>
                  <a:lnTo>
                    <a:pt x="3019033" y="665933"/>
                  </a:lnTo>
                  <a:lnTo>
                    <a:pt x="3026163" y="662460"/>
                  </a:lnTo>
                  <a:lnTo>
                    <a:pt x="3035727" y="657799"/>
                  </a:lnTo>
                  <a:lnTo>
                    <a:pt x="3043205" y="654154"/>
                  </a:lnTo>
                  <a:lnTo>
                    <a:pt x="3044074" y="653730"/>
                  </a:lnTo>
                  <a:lnTo>
                    <a:pt x="3049291" y="651186"/>
                  </a:lnTo>
                  <a:lnTo>
                    <a:pt x="3057638" y="647114"/>
                  </a:lnTo>
                  <a:lnTo>
                    <a:pt x="3066681" y="642700"/>
                  </a:lnTo>
                  <a:lnTo>
                    <a:pt x="3071724" y="640238"/>
                  </a:lnTo>
                  <a:lnTo>
                    <a:pt x="3094331" y="629194"/>
                  </a:lnTo>
                  <a:lnTo>
                    <a:pt x="3100243" y="626304"/>
                  </a:lnTo>
                  <a:lnTo>
                    <a:pt x="3104069" y="624433"/>
                  </a:lnTo>
                  <a:lnTo>
                    <a:pt x="3108590" y="622222"/>
                  </a:lnTo>
                  <a:lnTo>
                    <a:pt x="3130154" y="611670"/>
                  </a:lnTo>
                  <a:lnTo>
                    <a:pt x="3135197" y="609201"/>
                  </a:lnTo>
                  <a:lnTo>
                    <a:pt x="3137805" y="607923"/>
                  </a:lnTo>
                  <a:lnTo>
                    <a:pt x="3171715" y="591303"/>
                  </a:lnTo>
                  <a:lnTo>
                    <a:pt x="3174497" y="589938"/>
                  </a:lnTo>
                  <a:lnTo>
                    <a:pt x="3183714" y="585416"/>
                  </a:lnTo>
                  <a:lnTo>
                    <a:pt x="3192583" y="581063"/>
                  </a:lnTo>
                  <a:lnTo>
                    <a:pt x="3192931" y="580892"/>
                  </a:lnTo>
                  <a:lnTo>
                    <a:pt x="3200060" y="577391"/>
                  </a:lnTo>
                  <a:lnTo>
                    <a:pt x="3209625" y="572693"/>
                  </a:lnTo>
                  <a:lnTo>
                    <a:pt x="3217102" y="569019"/>
                  </a:lnTo>
                  <a:lnTo>
                    <a:pt x="3217972" y="568592"/>
                  </a:lnTo>
                  <a:lnTo>
                    <a:pt x="3223189" y="566027"/>
                  </a:lnTo>
                  <a:lnTo>
                    <a:pt x="3231536" y="561923"/>
                  </a:lnTo>
                  <a:lnTo>
                    <a:pt x="3240578" y="557476"/>
                  </a:lnTo>
                  <a:lnTo>
                    <a:pt x="3245621" y="554995"/>
                  </a:lnTo>
                  <a:lnTo>
                    <a:pt x="3268228" y="543867"/>
                  </a:lnTo>
                  <a:lnTo>
                    <a:pt x="3274141" y="540955"/>
                  </a:lnTo>
                  <a:lnTo>
                    <a:pt x="3277966" y="539070"/>
                  </a:lnTo>
                  <a:lnTo>
                    <a:pt x="3281618" y="537271"/>
                  </a:lnTo>
                  <a:lnTo>
                    <a:pt x="3282488" y="536842"/>
                  </a:lnTo>
                  <a:lnTo>
                    <a:pt x="3304051" y="526212"/>
                  </a:lnTo>
                  <a:lnTo>
                    <a:pt x="3309094" y="523725"/>
                  </a:lnTo>
                  <a:lnTo>
                    <a:pt x="3311702" y="522438"/>
                  </a:lnTo>
                  <a:lnTo>
                    <a:pt x="3345612" y="505699"/>
                  </a:lnTo>
                  <a:lnTo>
                    <a:pt x="3348395" y="504325"/>
                  </a:lnTo>
                  <a:lnTo>
                    <a:pt x="3357611" y="499771"/>
                  </a:lnTo>
                  <a:lnTo>
                    <a:pt x="3366480" y="495388"/>
                  </a:lnTo>
                  <a:lnTo>
                    <a:pt x="3366828" y="495216"/>
                  </a:lnTo>
                  <a:lnTo>
                    <a:pt x="3373958" y="491691"/>
                  </a:lnTo>
                  <a:lnTo>
                    <a:pt x="3383522" y="486961"/>
                  </a:lnTo>
                  <a:lnTo>
                    <a:pt x="3391000" y="483262"/>
                  </a:lnTo>
                  <a:lnTo>
                    <a:pt x="3391869" y="482832"/>
                  </a:lnTo>
                  <a:lnTo>
                    <a:pt x="3397086" y="480250"/>
                  </a:lnTo>
                  <a:lnTo>
                    <a:pt x="3405433" y="476119"/>
                  </a:lnTo>
                  <a:lnTo>
                    <a:pt x="3414476" y="471642"/>
                  </a:lnTo>
                  <a:lnTo>
                    <a:pt x="3419519" y="469145"/>
                  </a:lnTo>
                  <a:lnTo>
                    <a:pt x="3442126" y="457944"/>
                  </a:lnTo>
                  <a:lnTo>
                    <a:pt x="3448038" y="455014"/>
                  </a:lnTo>
                  <a:lnTo>
                    <a:pt x="3451864" y="453117"/>
                  </a:lnTo>
                  <a:lnTo>
                    <a:pt x="3455516" y="451306"/>
                  </a:lnTo>
                  <a:lnTo>
                    <a:pt x="3456385" y="450875"/>
                  </a:lnTo>
                  <a:lnTo>
                    <a:pt x="3477948" y="440178"/>
                  </a:lnTo>
                  <a:lnTo>
                    <a:pt x="3482991" y="437676"/>
                  </a:lnTo>
                  <a:lnTo>
                    <a:pt x="3485600" y="436381"/>
                  </a:lnTo>
                  <a:lnTo>
                    <a:pt x="3519510" y="419540"/>
                  </a:lnTo>
                  <a:lnTo>
                    <a:pt x="3522292" y="418158"/>
                  </a:lnTo>
                  <a:lnTo>
                    <a:pt x="3531509" y="413577"/>
                  </a:lnTo>
                  <a:lnTo>
                    <a:pt x="3540378" y="409168"/>
                  </a:lnTo>
                  <a:lnTo>
                    <a:pt x="3540725" y="408995"/>
                  </a:lnTo>
                  <a:lnTo>
                    <a:pt x="3547855" y="405449"/>
                  </a:lnTo>
                  <a:lnTo>
                    <a:pt x="3557420" y="400692"/>
                  </a:lnTo>
                  <a:lnTo>
                    <a:pt x="3564897" y="396971"/>
                  </a:lnTo>
                  <a:lnTo>
                    <a:pt x="3565767" y="396539"/>
                  </a:lnTo>
                  <a:lnTo>
                    <a:pt x="3570984" y="393942"/>
                  </a:lnTo>
                  <a:lnTo>
                    <a:pt x="3579331" y="389788"/>
                  </a:lnTo>
                  <a:lnTo>
                    <a:pt x="3588373" y="385285"/>
                  </a:lnTo>
                  <a:lnTo>
                    <a:pt x="3593416" y="382774"/>
                  </a:lnTo>
                  <a:lnTo>
                    <a:pt x="3616023" y="371512"/>
                  </a:lnTo>
                  <a:lnTo>
                    <a:pt x="3621936" y="368565"/>
                  </a:lnTo>
                  <a:lnTo>
                    <a:pt x="3625761" y="366658"/>
                  </a:lnTo>
                  <a:lnTo>
                    <a:pt x="3629413" y="364837"/>
                  </a:lnTo>
                  <a:lnTo>
                    <a:pt x="3630283" y="364404"/>
                  </a:lnTo>
                  <a:lnTo>
                    <a:pt x="3651846" y="353650"/>
                  </a:lnTo>
                  <a:lnTo>
                    <a:pt x="3656889" y="351134"/>
                  </a:lnTo>
                  <a:lnTo>
                    <a:pt x="3659497" y="349833"/>
                  </a:lnTo>
                  <a:lnTo>
                    <a:pt x="3693407" y="332905"/>
                  </a:lnTo>
                  <a:lnTo>
                    <a:pt x="3696190" y="331515"/>
                  </a:lnTo>
                  <a:lnTo>
                    <a:pt x="3705406" y="326911"/>
                  </a:lnTo>
                  <a:lnTo>
                    <a:pt x="3714623" y="322306"/>
                  </a:lnTo>
                  <a:lnTo>
                    <a:pt x="3721753" y="318743"/>
                  </a:lnTo>
                  <a:lnTo>
                    <a:pt x="3731317" y="313962"/>
                  </a:lnTo>
                  <a:lnTo>
                    <a:pt x="3738795" y="310223"/>
                  </a:lnTo>
                  <a:lnTo>
                    <a:pt x="3739664" y="309789"/>
                  </a:lnTo>
                  <a:lnTo>
                    <a:pt x="3744881" y="307180"/>
                  </a:lnTo>
                  <a:lnTo>
                    <a:pt x="3753228" y="303005"/>
                  </a:lnTo>
                  <a:lnTo>
                    <a:pt x="3762271" y="298481"/>
                  </a:lnTo>
                  <a:lnTo>
                    <a:pt x="3767314" y="295958"/>
                  </a:lnTo>
                  <a:lnTo>
                    <a:pt x="3789920" y="284642"/>
                  </a:lnTo>
                  <a:lnTo>
                    <a:pt x="3795833" y="281682"/>
                  </a:lnTo>
                  <a:lnTo>
                    <a:pt x="3799659" y="279766"/>
                  </a:lnTo>
                  <a:lnTo>
                    <a:pt x="3803311" y="277937"/>
                  </a:lnTo>
                  <a:lnTo>
                    <a:pt x="3804180" y="277502"/>
                  </a:lnTo>
                  <a:lnTo>
                    <a:pt x="3825743" y="266699"/>
                  </a:lnTo>
                  <a:lnTo>
                    <a:pt x="3830786" y="264172"/>
                  </a:lnTo>
                  <a:lnTo>
                    <a:pt x="3833395" y="262864"/>
                  </a:lnTo>
                  <a:lnTo>
                    <a:pt x="3867305" y="245862"/>
                  </a:lnTo>
                  <a:lnTo>
                    <a:pt x="3870087" y="244466"/>
                  </a:lnTo>
                  <a:lnTo>
                    <a:pt x="3879304" y="239843"/>
                  </a:lnTo>
                  <a:lnTo>
                    <a:pt x="3888173" y="235392"/>
                  </a:lnTo>
                  <a:lnTo>
                    <a:pt x="3888520" y="235218"/>
                  </a:lnTo>
                  <a:lnTo>
                    <a:pt x="3895650" y="231640"/>
                  </a:lnTo>
                  <a:lnTo>
                    <a:pt x="3905214" y="226839"/>
                  </a:lnTo>
                  <a:lnTo>
                    <a:pt x="3912692" y="223084"/>
                  </a:lnTo>
                  <a:lnTo>
                    <a:pt x="3913562" y="222648"/>
                  </a:lnTo>
                  <a:lnTo>
                    <a:pt x="3918778" y="220028"/>
                  </a:lnTo>
                  <a:lnTo>
                    <a:pt x="3927126" y="215836"/>
                  </a:lnTo>
                  <a:lnTo>
                    <a:pt x="3936168" y="211294"/>
                  </a:lnTo>
                  <a:lnTo>
                    <a:pt x="3941211" y="208760"/>
                  </a:lnTo>
                  <a:lnTo>
                    <a:pt x="3963818" y="197399"/>
                  </a:lnTo>
                  <a:lnTo>
                    <a:pt x="3969730" y="194427"/>
                  </a:lnTo>
                  <a:lnTo>
                    <a:pt x="3973556" y="192504"/>
                  </a:lnTo>
                  <a:lnTo>
                    <a:pt x="3977208" y="190668"/>
                  </a:lnTo>
                  <a:lnTo>
                    <a:pt x="3978077" y="190231"/>
                  </a:lnTo>
                  <a:lnTo>
                    <a:pt x="4004684" y="176849"/>
                  </a:lnTo>
                  <a:lnTo>
                    <a:pt x="4007292" y="175537"/>
                  </a:lnTo>
                  <a:lnTo>
                    <a:pt x="4041202" y="158470"/>
                  </a:lnTo>
                  <a:lnTo>
                    <a:pt x="4043985" y="157070"/>
                  </a:lnTo>
                  <a:lnTo>
                    <a:pt x="4053201" y="152429"/>
                  </a:lnTo>
                  <a:lnTo>
                    <a:pt x="4062070" y="147962"/>
                  </a:lnTo>
                  <a:lnTo>
                    <a:pt x="4062418" y="147787"/>
                  </a:lnTo>
                  <a:lnTo>
                    <a:pt x="4086590" y="135610"/>
                  </a:lnTo>
                  <a:lnTo>
                    <a:pt x="4092676" y="132543"/>
                  </a:lnTo>
                  <a:lnTo>
                    <a:pt x="4101023" y="128336"/>
                  </a:lnTo>
                  <a:lnTo>
                    <a:pt x="4110066" y="123778"/>
                  </a:lnTo>
                  <a:lnTo>
                    <a:pt x="4151975" y="102643"/>
                  </a:lnTo>
                  <a:lnTo>
                    <a:pt x="4181190" y="87901"/>
                  </a:lnTo>
                  <a:lnTo>
                    <a:pt x="4261356" y="47409"/>
                  </a:lnTo>
                  <a:lnTo>
                    <a:pt x="4355087" y="0"/>
                  </a:lnTo>
                  <a:lnTo>
                    <a:pt x="4355087" y="400792"/>
                  </a:lnTo>
                  <a:lnTo>
                    <a:pt x="4261356" y="437750"/>
                  </a:lnTo>
                  <a:lnTo>
                    <a:pt x="4181190" y="469416"/>
                  </a:lnTo>
                  <a:lnTo>
                    <a:pt x="4151975" y="480970"/>
                  </a:lnTo>
                  <a:lnTo>
                    <a:pt x="4110066" y="497558"/>
                  </a:lnTo>
                  <a:lnTo>
                    <a:pt x="4101023" y="501139"/>
                  </a:lnTo>
                  <a:lnTo>
                    <a:pt x="4092676" y="504445"/>
                  </a:lnTo>
                  <a:lnTo>
                    <a:pt x="4086590" y="506857"/>
                  </a:lnTo>
                  <a:lnTo>
                    <a:pt x="4062418" y="516437"/>
                  </a:lnTo>
                  <a:lnTo>
                    <a:pt x="4062070" y="516575"/>
                  </a:lnTo>
                  <a:lnTo>
                    <a:pt x="4053201" y="520091"/>
                  </a:lnTo>
                  <a:lnTo>
                    <a:pt x="4043985" y="523746"/>
                  </a:lnTo>
                  <a:lnTo>
                    <a:pt x="4041202" y="524850"/>
                  </a:lnTo>
                  <a:lnTo>
                    <a:pt x="4007292" y="538306"/>
                  </a:lnTo>
                  <a:lnTo>
                    <a:pt x="4004684" y="539342"/>
                  </a:lnTo>
                  <a:lnTo>
                    <a:pt x="3978077" y="549908"/>
                  </a:lnTo>
                  <a:lnTo>
                    <a:pt x="3977208" y="550254"/>
                  </a:lnTo>
                  <a:lnTo>
                    <a:pt x="3973556" y="551705"/>
                  </a:lnTo>
                  <a:lnTo>
                    <a:pt x="3969730" y="553225"/>
                  </a:lnTo>
                  <a:lnTo>
                    <a:pt x="3963818" y="555575"/>
                  </a:lnTo>
                  <a:lnTo>
                    <a:pt x="3941211" y="564562"/>
                  </a:lnTo>
                  <a:lnTo>
                    <a:pt x="3936168" y="566568"/>
                  </a:lnTo>
                  <a:lnTo>
                    <a:pt x="3927126" y="570165"/>
                  </a:lnTo>
                  <a:lnTo>
                    <a:pt x="3918778" y="573486"/>
                  </a:lnTo>
                  <a:lnTo>
                    <a:pt x="3913562" y="575562"/>
                  </a:lnTo>
                  <a:lnTo>
                    <a:pt x="3912692" y="575908"/>
                  </a:lnTo>
                  <a:lnTo>
                    <a:pt x="3905214" y="578885"/>
                  </a:lnTo>
                  <a:lnTo>
                    <a:pt x="3895650" y="582693"/>
                  </a:lnTo>
                  <a:lnTo>
                    <a:pt x="3888520" y="585532"/>
                  </a:lnTo>
                  <a:lnTo>
                    <a:pt x="3888173" y="585670"/>
                  </a:lnTo>
                  <a:lnTo>
                    <a:pt x="3879304" y="589203"/>
                  </a:lnTo>
                  <a:lnTo>
                    <a:pt x="3870087" y="592875"/>
                  </a:lnTo>
                  <a:lnTo>
                    <a:pt x="3867305" y="593984"/>
                  </a:lnTo>
                  <a:lnTo>
                    <a:pt x="3833395" y="607504"/>
                  </a:lnTo>
                  <a:lnTo>
                    <a:pt x="3830786" y="608545"/>
                  </a:lnTo>
                  <a:lnTo>
                    <a:pt x="3825743" y="610557"/>
                  </a:lnTo>
                  <a:lnTo>
                    <a:pt x="3804180" y="619163"/>
                  </a:lnTo>
                  <a:lnTo>
                    <a:pt x="3803311" y="619510"/>
                  </a:lnTo>
                  <a:lnTo>
                    <a:pt x="3799659" y="620968"/>
                  </a:lnTo>
                  <a:lnTo>
                    <a:pt x="3795833" y="622496"/>
                  </a:lnTo>
                  <a:lnTo>
                    <a:pt x="3789920" y="624858"/>
                  </a:lnTo>
                  <a:lnTo>
                    <a:pt x="3767314" y="633891"/>
                  </a:lnTo>
                  <a:lnTo>
                    <a:pt x="3762271" y="635906"/>
                  </a:lnTo>
                  <a:lnTo>
                    <a:pt x="3753228" y="639522"/>
                  </a:lnTo>
                  <a:lnTo>
                    <a:pt x="3744881" y="642860"/>
                  </a:lnTo>
                  <a:lnTo>
                    <a:pt x="3739664" y="644947"/>
                  </a:lnTo>
                  <a:lnTo>
                    <a:pt x="3738795" y="645295"/>
                  </a:lnTo>
                  <a:lnTo>
                    <a:pt x="3731317" y="648287"/>
                  </a:lnTo>
                  <a:lnTo>
                    <a:pt x="3721753" y="652115"/>
                  </a:lnTo>
                  <a:lnTo>
                    <a:pt x="3714623" y="654969"/>
                  </a:lnTo>
                  <a:lnTo>
                    <a:pt x="3705406" y="658660"/>
                  </a:lnTo>
                  <a:lnTo>
                    <a:pt x="3696190" y="662352"/>
                  </a:lnTo>
                  <a:lnTo>
                    <a:pt x="3693407" y="663467"/>
                  </a:lnTo>
                  <a:lnTo>
                    <a:pt x="3659497" y="677062"/>
                  </a:lnTo>
                  <a:lnTo>
                    <a:pt x="3656889" y="678108"/>
                  </a:lnTo>
                  <a:lnTo>
                    <a:pt x="3651846" y="680131"/>
                  </a:lnTo>
                  <a:lnTo>
                    <a:pt x="3630283" y="688787"/>
                  </a:lnTo>
                  <a:lnTo>
                    <a:pt x="3629413" y="689136"/>
                  </a:lnTo>
                  <a:lnTo>
                    <a:pt x="3625761" y="690602"/>
                  </a:lnTo>
                  <a:lnTo>
                    <a:pt x="3621936" y="692139"/>
                  </a:lnTo>
                  <a:lnTo>
                    <a:pt x="3616023" y="694514"/>
                  </a:lnTo>
                  <a:lnTo>
                    <a:pt x="3593416" y="703600"/>
                  </a:lnTo>
                  <a:lnTo>
                    <a:pt x="3588373" y="705628"/>
                  </a:lnTo>
                  <a:lnTo>
                    <a:pt x="3579331" y="709265"/>
                  </a:lnTo>
                  <a:lnTo>
                    <a:pt x="3570984" y="712624"/>
                  </a:lnTo>
                  <a:lnTo>
                    <a:pt x="3565767" y="714723"/>
                  </a:lnTo>
                  <a:lnTo>
                    <a:pt x="3564897" y="715073"/>
                  </a:lnTo>
                  <a:lnTo>
                    <a:pt x="3557420" y="718083"/>
                  </a:lnTo>
                  <a:lnTo>
                    <a:pt x="3547855" y="721935"/>
                  </a:lnTo>
                  <a:lnTo>
                    <a:pt x="3540725" y="724807"/>
                  </a:lnTo>
                  <a:lnTo>
                    <a:pt x="3540378" y="724947"/>
                  </a:lnTo>
                  <a:lnTo>
                    <a:pt x="3531509" y="728521"/>
                  </a:lnTo>
                  <a:lnTo>
                    <a:pt x="3522292" y="732236"/>
                  </a:lnTo>
                  <a:lnTo>
                    <a:pt x="3519510" y="733357"/>
                  </a:lnTo>
                  <a:lnTo>
                    <a:pt x="3485600" y="747039"/>
                  </a:lnTo>
                  <a:lnTo>
                    <a:pt x="3482991" y="748092"/>
                  </a:lnTo>
                  <a:lnTo>
                    <a:pt x="3477948" y="750129"/>
                  </a:lnTo>
                  <a:lnTo>
                    <a:pt x="3456385" y="758842"/>
                  </a:lnTo>
                  <a:lnTo>
                    <a:pt x="3455516" y="759193"/>
                  </a:lnTo>
                  <a:lnTo>
                    <a:pt x="3451864" y="760669"/>
                  </a:lnTo>
                  <a:lnTo>
                    <a:pt x="3448038" y="762216"/>
                  </a:lnTo>
                  <a:lnTo>
                    <a:pt x="3442126" y="764607"/>
                  </a:lnTo>
                  <a:lnTo>
                    <a:pt x="3419519" y="773755"/>
                  </a:lnTo>
                  <a:lnTo>
                    <a:pt x="3414476" y="775797"/>
                  </a:lnTo>
                  <a:lnTo>
                    <a:pt x="3405433" y="779459"/>
                  </a:lnTo>
                  <a:lnTo>
                    <a:pt x="3397086" y="782841"/>
                  </a:lnTo>
                  <a:lnTo>
                    <a:pt x="3391869" y="784956"/>
                  </a:lnTo>
                  <a:lnTo>
                    <a:pt x="3391000" y="785308"/>
                  </a:lnTo>
                  <a:lnTo>
                    <a:pt x="3383522" y="788340"/>
                  </a:lnTo>
                  <a:lnTo>
                    <a:pt x="3373958" y="792219"/>
                  </a:lnTo>
                  <a:lnTo>
                    <a:pt x="3366828" y="795111"/>
                  </a:lnTo>
                  <a:lnTo>
                    <a:pt x="3366480" y="795252"/>
                  </a:lnTo>
                  <a:lnTo>
                    <a:pt x="3357611" y="798852"/>
                  </a:lnTo>
                  <a:lnTo>
                    <a:pt x="3348395" y="802594"/>
                  </a:lnTo>
                  <a:lnTo>
                    <a:pt x="3345612" y="803724"/>
                  </a:lnTo>
                  <a:lnTo>
                    <a:pt x="3311702" y="817508"/>
                  </a:lnTo>
                  <a:lnTo>
                    <a:pt x="3309094" y="818569"/>
                  </a:lnTo>
                  <a:lnTo>
                    <a:pt x="3304051" y="820621"/>
                  </a:lnTo>
                  <a:lnTo>
                    <a:pt x="3282488" y="829400"/>
                  </a:lnTo>
                  <a:lnTo>
                    <a:pt x="3281618" y="829754"/>
                  </a:lnTo>
                  <a:lnTo>
                    <a:pt x="3277966" y="831242"/>
                  </a:lnTo>
                  <a:lnTo>
                    <a:pt x="3274141" y="832801"/>
                  </a:lnTo>
                  <a:lnTo>
                    <a:pt x="3268228" y="835211"/>
                  </a:lnTo>
                  <a:lnTo>
                    <a:pt x="3245621" y="844431"/>
                  </a:lnTo>
                  <a:lnTo>
                    <a:pt x="3240578" y="846489"/>
                  </a:lnTo>
                  <a:lnTo>
                    <a:pt x="3231536" y="850181"/>
                  </a:lnTo>
                  <a:lnTo>
                    <a:pt x="3223189" y="853590"/>
                  </a:lnTo>
                  <a:lnTo>
                    <a:pt x="3217972" y="855722"/>
                  </a:lnTo>
                  <a:lnTo>
                    <a:pt x="3217102" y="856077"/>
                  </a:lnTo>
                  <a:lnTo>
                    <a:pt x="3209625" y="859134"/>
                  </a:lnTo>
                  <a:lnTo>
                    <a:pt x="3200060" y="863044"/>
                  </a:lnTo>
                  <a:lnTo>
                    <a:pt x="3192931" y="865961"/>
                  </a:lnTo>
                  <a:lnTo>
                    <a:pt x="3192583" y="866103"/>
                  </a:lnTo>
                  <a:lnTo>
                    <a:pt x="3183714" y="869733"/>
                  </a:lnTo>
                  <a:lnTo>
                    <a:pt x="3174497" y="873507"/>
                  </a:lnTo>
                  <a:lnTo>
                    <a:pt x="3171715" y="874646"/>
                  </a:lnTo>
                  <a:lnTo>
                    <a:pt x="3137805" y="888549"/>
                  </a:lnTo>
                  <a:lnTo>
                    <a:pt x="3135197" y="889619"/>
                  </a:lnTo>
                  <a:lnTo>
                    <a:pt x="3130154" y="891689"/>
                  </a:lnTo>
                  <a:lnTo>
                    <a:pt x="3108590" y="900546"/>
                  </a:lnTo>
                  <a:lnTo>
                    <a:pt x="3104069" y="902404"/>
                  </a:lnTo>
                  <a:lnTo>
                    <a:pt x="3100243" y="903977"/>
                  </a:lnTo>
                  <a:lnTo>
                    <a:pt x="3094331" y="906409"/>
                  </a:lnTo>
                  <a:lnTo>
                    <a:pt x="3071724" y="915713"/>
                  </a:lnTo>
                  <a:lnTo>
                    <a:pt x="3066681" y="917790"/>
                  </a:lnTo>
                  <a:lnTo>
                    <a:pt x="3057638" y="921517"/>
                  </a:lnTo>
                  <a:lnTo>
                    <a:pt x="3049291" y="924958"/>
                  </a:lnTo>
                  <a:lnTo>
                    <a:pt x="3044074" y="927109"/>
                  </a:lnTo>
                  <a:lnTo>
                    <a:pt x="3043205" y="927468"/>
                  </a:lnTo>
                  <a:lnTo>
                    <a:pt x="3035727" y="930553"/>
                  </a:lnTo>
                  <a:lnTo>
                    <a:pt x="3026163" y="934501"/>
                  </a:lnTo>
                  <a:lnTo>
                    <a:pt x="3019033" y="937446"/>
                  </a:lnTo>
                  <a:lnTo>
                    <a:pt x="3018685" y="937590"/>
                  </a:lnTo>
                  <a:lnTo>
                    <a:pt x="3009817" y="941254"/>
                  </a:lnTo>
                  <a:lnTo>
                    <a:pt x="3000600" y="945065"/>
                  </a:lnTo>
                  <a:lnTo>
                    <a:pt x="2997818" y="946215"/>
                  </a:lnTo>
                  <a:lnTo>
                    <a:pt x="2963908" y="960255"/>
                  </a:lnTo>
                  <a:lnTo>
                    <a:pt x="2961299" y="961336"/>
                  </a:lnTo>
                  <a:lnTo>
                    <a:pt x="2956256" y="963427"/>
                  </a:lnTo>
                  <a:lnTo>
                    <a:pt x="2934693" y="972374"/>
                  </a:lnTo>
                  <a:lnTo>
                    <a:pt x="2933823" y="972735"/>
                  </a:lnTo>
                  <a:lnTo>
                    <a:pt x="2930171" y="974252"/>
                  </a:lnTo>
                  <a:lnTo>
                    <a:pt x="2926346" y="975841"/>
                  </a:lnTo>
                  <a:lnTo>
                    <a:pt x="2920433" y="978297"/>
                  </a:lnTo>
                  <a:lnTo>
                    <a:pt x="2897827" y="987699"/>
                  </a:lnTo>
                  <a:lnTo>
                    <a:pt x="2892784" y="989798"/>
                  </a:lnTo>
                  <a:lnTo>
                    <a:pt x="2883741" y="993564"/>
                  </a:lnTo>
                  <a:lnTo>
                    <a:pt x="2875394" y="997042"/>
                  </a:lnTo>
                  <a:lnTo>
                    <a:pt x="2870177" y="999216"/>
                  </a:lnTo>
                  <a:lnTo>
                    <a:pt x="2869307" y="999579"/>
                  </a:lnTo>
                  <a:lnTo>
                    <a:pt x="2861830" y="1002697"/>
                  </a:lnTo>
                  <a:lnTo>
                    <a:pt x="2852265" y="1006688"/>
                  </a:lnTo>
                  <a:lnTo>
                    <a:pt x="2845136" y="1009665"/>
                  </a:lnTo>
                  <a:lnTo>
                    <a:pt x="2844788" y="1009810"/>
                  </a:lnTo>
                  <a:lnTo>
                    <a:pt x="2835919" y="1013515"/>
                  </a:lnTo>
                  <a:lnTo>
                    <a:pt x="2826703" y="1017368"/>
                  </a:lnTo>
                  <a:lnTo>
                    <a:pt x="2823920" y="1018531"/>
                  </a:lnTo>
                  <a:lnTo>
                    <a:pt x="2790010" y="1032729"/>
                  </a:lnTo>
                  <a:lnTo>
                    <a:pt x="2787402" y="1033822"/>
                  </a:lnTo>
                  <a:lnTo>
                    <a:pt x="2782359" y="1035937"/>
                  </a:lnTo>
                  <a:lnTo>
                    <a:pt x="2760795" y="1044988"/>
                  </a:lnTo>
                  <a:lnTo>
                    <a:pt x="2759926" y="1045353"/>
                  </a:lnTo>
                  <a:lnTo>
                    <a:pt x="2756274" y="1046887"/>
                  </a:lnTo>
                  <a:lnTo>
                    <a:pt x="2752448" y="1048495"/>
                  </a:lnTo>
                  <a:lnTo>
                    <a:pt x="2746536" y="1050980"/>
                  </a:lnTo>
                  <a:lnTo>
                    <a:pt x="2723929" y="1060493"/>
                  </a:lnTo>
                  <a:lnTo>
                    <a:pt x="2718886" y="1062617"/>
                  </a:lnTo>
                  <a:lnTo>
                    <a:pt x="2709843" y="1066428"/>
                  </a:lnTo>
                  <a:lnTo>
                    <a:pt x="2701496" y="1069948"/>
                  </a:lnTo>
                  <a:lnTo>
                    <a:pt x="2696279" y="1072149"/>
                  </a:lnTo>
                  <a:lnTo>
                    <a:pt x="2695410" y="1072516"/>
                  </a:lnTo>
                  <a:lnTo>
                    <a:pt x="2687932" y="1075672"/>
                  </a:lnTo>
                  <a:lnTo>
                    <a:pt x="2678368" y="1079712"/>
                  </a:lnTo>
                  <a:lnTo>
                    <a:pt x="2671238" y="1082726"/>
                  </a:lnTo>
                  <a:lnTo>
                    <a:pt x="2670890" y="1082873"/>
                  </a:lnTo>
                  <a:lnTo>
                    <a:pt x="2662022" y="1086623"/>
                  </a:lnTo>
                  <a:lnTo>
                    <a:pt x="2652805" y="1090524"/>
                  </a:lnTo>
                  <a:lnTo>
                    <a:pt x="2650023" y="1091702"/>
                  </a:lnTo>
                  <a:lnTo>
                    <a:pt x="2616113" y="1106079"/>
                  </a:lnTo>
                  <a:lnTo>
                    <a:pt x="2613504" y="1107187"/>
                  </a:lnTo>
                  <a:lnTo>
                    <a:pt x="2608461" y="1109328"/>
                  </a:lnTo>
                  <a:lnTo>
                    <a:pt x="2586898" y="1118496"/>
                  </a:lnTo>
                  <a:lnTo>
                    <a:pt x="2586028" y="1118866"/>
                  </a:lnTo>
                  <a:lnTo>
                    <a:pt x="2582377" y="1120420"/>
                  </a:lnTo>
                  <a:lnTo>
                    <a:pt x="2572638" y="1124566"/>
                  </a:lnTo>
                  <a:lnTo>
                    <a:pt x="2550032" y="1134205"/>
                  </a:lnTo>
                  <a:lnTo>
                    <a:pt x="2544989" y="1136357"/>
                  </a:lnTo>
                  <a:lnTo>
                    <a:pt x="2535946" y="1140219"/>
                  </a:lnTo>
                  <a:lnTo>
                    <a:pt x="2527599" y="1143786"/>
                  </a:lnTo>
                  <a:lnTo>
                    <a:pt x="2522382" y="1146016"/>
                  </a:lnTo>
                  <a:lnTo>
                    <a:pt x="2521512" y="1146388"/>
                  </a:lnTo>
                  <a:lnTo>
                    <a:pt x="2514035" y="1149587"/>
                  </a:lnTo>
                  <a:lnTo>
                    <a:pt x="2504471" y="1153682"/>
                  </a:lnTo>
                  <a:lnTo>
                    <a:pt x="2497341" y="1156737"/>
                  </a:lnTo>
                  <a:lnTo>
                    <a:pt x="2496993" y="1156886"/>
                  </a:lnTo>
                  <a:lnTo>
                    <a:pt x="2488124" y="1160688"/>
                  </a:lnTo>
                  <a:lnTo>
                    <a:pt x="2478908" y="1164642"/>
                  </a:lnTo>
                  <a:lnTo>
                    <a:pt x="2476125" y="1165836"/>
                  </a:lnTo>
                  <a:lnTo>
                    <a:pt x="2442215" y="1180414"/>
                  </a:lnTo>
                  <a:lnTo>
                    <a:pt x="2439607" y="1181537"/>
                  </a:lnTo>
                  <a:lnTo>
                    <a:pt x="2434564" y="1183709"/>
                  </a:lnTo>
                  <a:lnTo>
                    <a:pt x="2413000" y="1193006"/>
                  </a:lnTo>
                  <a:lnTo>
                    <a:pt x="2412131" y="1193381"/>
                  </a:lnTo>
                  <a:lnTo>
                    <a:pt x="2408479" y="1194957"/>
                  </a:lnTo>
                  <a:lnTo>
                    <a:pt x="2404653" y="1196609"/>
                  </a:lnTo>
                  <a:lnTo>
                    <a:pt x="2398741" y="1199163"/>
                  </a:lnTo>
                  <a:lnTo>
                    <a:pt x="2376134" y="1208940"/>
                  </a:lnTo>
                  <a:lnTo>
                    <a:pt x="2371091" y="1211124"/>
                  </a:lnTo>
                  <a:lnTo>
                    <a:pt x="2362049" y="1215042"/>
                  </a:lnTo>
                  <a:lnTo>
                    <a:pt x="2353701" y="1218661"/>
                  </a:lnTo>
                  <a:lnTo>
                    <a:pt x="2348485" y="1220924"/>
                  </a:lnTo>
                  <a:lnTo>
                    <a:pt x="2340137" y="1224547"/>
                  </a:lnTo>
                  <a:lnTo>
                    <a:pt x="2330573" y="1228702"/>
                  </a:lnTo>
                  <a:lnTo>
                    <a:pt x="2323443" y="1231802"/>
                  </a:lnTo>
                  <a:lnTo>
                    <a:pt x="2323095" y="1231953"/>
                  </a:lnTo>
                  <a:lnTo>
                    <a:pt x="2314227" y="1235812"/>
                  </a:lnTo>
                  <a:lnTo>
                    <a:pt x="2305010" y="1239825"/>
                  </a:lnTo>
                  <a:lnTo>
                    <a:pt x="2302228" y="1241037"/>
                  </a:lnTo>
                  <a:lnTo>
                    <a:pt x="2268318" y="1255833"/>
                  </a:lnTo>
                  <a:lnTo>
                    <a:pt x="2265709" y="1256973"/>
                  </a:lnTo>
                  <a:lnTo>
                    <a:pt x="2260666" y="1259177"/>
                  </a:lnTo>
                  <a:lnTo>
                    <a:pt x="2239103" y="1268616"/>
                  </a:lnTo>
                  <a:lnTo>
                    <a:pt x="2238234" y="1268996"/>
                  </a:lnTo>
                  <a:lnTo>
                    <a:pt x="2234582" y="1270597"/>
                  </a:lnTo>
                  <a:lnTo>
                    <a:pt x="2230756" y="1272274"/>
                  </a:lnTo>
                  <a:lnTo>
                    <a:pt x="2224843" y="1274867"/>
                  </a:lnTo>
                  <a:lnTo>
                    <a:pt x="2202237" y="1284794"/>
                  </a:lnTo>
                  <a:lnTo>
                    <a:pt x="2197194" y="1287011"/>
                  </a:lnTo>
                  <a:lnTo>
                    <a:pt x="2188151" y="1290989"/>
                  </a:lnTo>
                  <a:lnTo>
                    <a:pt x="2179804" y="1294664"/>
                  </a:lnTo>
                  <a:lnTo>
                    <a:pt x="2174587" y="1296963"/>
                  </a:lnTo>
                  <a:lnTo>
                    <a:pt x="2173718" y="1297346"/>
                  </a:lnTo>
                  <a:lnTo>
                    <a:pt x="2166240" y="1300642"/>
                  </a:lnTo>
                  <a:lnTo>
                    <a:pt x="2156676" y="1304862"/>
                  </a:lnTo>
                  <a:lnTo>
                    <a:pt x="2149546" y="1308010"/>
                  </a:lnTo>
                  <a:lnTo>
                    <a:pt x="2149198" y="1308163"/>
                  </a:lnTo>
                  <a:lnTo>
                    <a:pt x="2140329" y="1312082"/>
                  </a:lnTo>
                  <a:lnTo>
                    <a:pt x="2131113" y="1316157"/>
                  </a:lnTo>
                  <a:lnTo>
                    <a:pt x="2128330" y="1317388"/>
                  </a:lnTo>
                  <a:lnTo>
                    <a:pt x="2094420" y="1332417"/>
                  </a:lnTo>
                  <a:lnTo>
                    <a:pt x="2091812" y="1333575"/>
                  </a:lnTo>
                  <a:lnTo>
                    <a:pt x="2086769" y="1335814"/>
                  </a:lnTo>
                  <a:lnTo>
                    <a:pt x="2065206" y="1345401"/>
                  </a:lnTo>
                  <a:lnTo>
                    <a:pt x="2064336" y="1345788"/>
                  </a:lnTo>
                  <a:lnTo>
                    <a:pt x="2060684" y="1347414"/>
                  </a:lnTo>
                  <a:lnTo>
                    <a:pt x="2056859" y="1349118"/>
                  </a:lnTo>
                  <a:lnTo>
                    <a:pt x="2050946" y="1351752"/>
                  </a:lnTo>
                  <a:lnTo>
                    <a:pt x="2028339" y="1361836"/>
                  </a:lnTo>
                  <a:lnTo>
                    <a:pt x="2023296" y="1364088"/>
                  </a:lnTo>
                  <a:lnTo>
                    <a:pt x="2014254" y="1368130"/>
                  </a:lnTo>
                  <a:lnTo>
                    <a:pt x="2005907" y="1371863"/>
                  </a:lnTo>
                  <a:lnTo>
                    <a:pt x="2000690" y="1374198"/>
                  </a:lnTo>
                  <a:lnTo>
                    <a:pt x="1999820" y="1374588"/>
                  </a:lnTo>
                  <a:lnTo>
                    <a:pt x="1992343" y="1377936"/>
                  </a:lnTo>
                  <a:lnTo>
                    <a:pt x="1982778" y="1382223"/>
                  </a:lnTo>
                  <a:lnTo>
                    <a:pt x="1975648" y="1385421"/>
                  </a:lnTo>
                  <a:lnTo>
                    <a:pt x="1975301" y="1385577"/>
                  </a:lnTo>
                  <a:lnTo>
                    <a:pt x="1966432" y="1389558"/>
                  </a:lnTo>
                  <a:lnTo>
                    <a:pt x="1957215" y="1393699"/>
                  </a:lnTo>
                  <a:lnTo>
                    <a:pt x="1954433" y="1394949"/>
                  </a:lnTo>
                  <a:lnTo>
                    <a:pt x="1920523" y="1410217"/>
                  </a:lnTo>
                  <a:lnTo>
                    <a:pt x="1917914" y="1411394"/>
                  </a:lnTo>
                  <a:lnTo>
                    <a:pt x="1912871" y="1413669"/>
                  </a:lnTo>
                  <a:lnTo>
                    <a:pt x="1890439" y="1423802"/>
                  </a:lnTo>
                  <a:lnTo>
                    <a:pt x="1886787" y="1425453"/>
                  </a:lnTo>
                  <a:lnTo>
                    <a:pt x="1882961" y="1427184"/>
                  </a:lnTo>
                  <a:lnTo>
                    <a:pt x="1877049" y="1429860"/>
                  </a:lnTo>
                  <a:lnTo>
                    <a:pt x="1854442" y="1440105"/>
                  </a:lnTo>
                  <a:lnTo>
                    <a:pt x="1849399" y="1442393"/>
                  </a:lnTo>
                  <a:lnTo>
                    <a:pt x="1840356" y="1446499"/>
                  </a:lnTo>
                  <a:lnTo>
                    <a:pt x="1832009" y="1450291"/>
                  </a:lnTo>
                  <a:lnTo>
                    <a:pt x="1826792" y="1452663"/>
                  </a:lnTo>
                  <a:lnTo>
                    <a:pt x="1825923" y="1453059"/>
                  </a:lnTo>
                  <a:lnTo>
                    <a:pt x="1818445" y="1456460"/>
                  </a:lnTo>
                  <a:lnTo>
                    <a:pt x="1808881" y="1460815"/>
                  </a:lnTo>
                  <a:lnTo>
                    <a:pt x="1801751" y="1464063"/>
                  </a:lnTo>
                  <a:lnTo>
                    <a:pt x="1801403" y="1464222"/>
                  </a:lnTo>
                  <a:lnTo>
                    <a:pt x="1792534" y="1468266"/>
                  </a:lnTo>
                  <a:lnTo>
                    <a:pt x="1783318" y="1472472"/>
                  </a:lnTo>
                  <a:lnTo>
                    <a:pt x="1780535" y="1473742"/>
                  </a:lnTo>
                  <a:lnTo>
                    <a:pt x="1746625" y="1489249"/>
                  </a:lnTo>
                  <a:lnTo>
                    <a:pt x="1744017" y="1490444"/>
                  </a:lnTo>
                  <a:lnTo>
                    <a:pt x="1738974" y="1492755"/>
                  </a:lnTo>
                  <a:lnTo>
                    <a:pt x="1717411" y="1502646"/>
                  </a:lnTo>
                  <a:lnTo>
                    <a:pt x="1716541" y="1503045"/>
                  </a:lnTo>
                  <a:lnTo>
                    <a:pt x="1712889" y="1504722"/>
                  </a:lnTo>
                  <a:lnTo>
                    <a:pt x="1709064" y="1506480"/>
                  </a:lnTo>
                  <a:lnTo>
                    <a:pt x="1703151" y="1509197"/>
                  </a:lnTo>
                  <a:lnTo>
                    <a:pt x="1680544" y="1519600"/>
                  </a:lnTo>
                  <a:lnTo>
                    <a:pt x="1675501" y="1521924"/>
                  </a:lnTo>
                  <a:lnTo>
                    <a:pt x="1666459" y="1526092"/>
                  </a:lnTo>
                  <a:lnTo>
                    <a:pt x="1658112" y="1529943"/>
                  </a:lnTo>
                  <a:lnTo>
                    <a:pt x="1652895" y="1532351"/>
                  </a:lnTo>
                  <a:lnTo>
                    <a:pt x="1652025" y="1532752"/>
                  </a:lnTo>
                  <a:lnTo>
                    <a:pt x="1644548" y="1536206"/>
                  </a:lnTo>
                  <a:lnTo>
                    <a:pt x="1634983" y="1540627"/>
                  </a:lnTo>
                  <a:lnTo>
                    <a:pt x="1627854" y="1543925"/>
                  </a:lnTo>
                  <a:lnTo>
                    <a:pt x="1627506" y="1544085"/>
                  </a:lnTo>
                  <a:lnTo>
                    <a:pt x="1618637" y="1548190"/>
                  </a:lnTo>
                  <a:lnTo>
                    <a:pt x="1609420" y="1552460"/>
                  </a:lnTo>
                  <a:lnTo>
                    <a:pt x="1606638" y="1553749"/>
                  </a:lnTo>
                  <a:lnTo>
                    <a:pt x="1572728" y="1569488"/>
                  </a:lnTo>
                  <a:lnTo>
                    <a:pt x="1570120" y="1570700"/>
                  </a:lnTo>
                  <a:lnTo>
                    <a:pt x="1565077" y="1573045"/>
                  </a:lnTo>
                  <a:lnTo>
                    <a:pt x="1543513" y="1583083"/>
                  </a:lnTo>
                  <a:lnTo>
                    <a:pt x="1542644" y="1583488"/>
                  </a:lnTo>
                  <a:lnTo>
                    <a:pt x="1538992" y="1585189"/>
                  </a:lnTo>
                  <a:lnTo>
                    <a:pt x="1535166" y="1586973"/>
                  </a:lnTo>
                  <a:lnTo>
                    <a:pt x="1529254" y="1589730"/>
                  </a:lnTo>
                  <a:lnTo>
                    <a:pt x="1501604" y="1602640"/>
                  </a:lnTo>
                  <a:lnTo>
                    <a:pt x="1492561" y="1606869"/>
                  </a:lnTo>
                  <a:lnTo>
                    <a:pt x="1484214" y="1610775"/>
                  </a:lnTo>
                  <a:lnTo>
                    <a:pt x="1478997" y="1613217"/>
                  </a:lnTo>
                  <a:lnTo>
                    <a:pt x="1478128" y="1613625"/>
                  </a:lnTo>
                  <a:lnTo>
                    <a:pt x="1470650" y="1617127"/>
                  </a:lnTo>
                  <a:lnTo>
                    <a:pt x="1461086" y="1621611"/>
                  </a:lnTo>
                  <a:lnTo>
                    <a:pt x="1453956" y="1624955"/>
                  </a:lnTo>
                  <a:lnTo>
                    <a:pt x="1453608" y="1625118"/>
                  </a:lnTo>
                  <a:lnTo>
                    <a:pt x="1444739" y="1629281"/>
                  </a:lnTo>
                  <a:lnTo>
                    <a:pt x="1435523" y="1633610"/>
                  </a:lnTo>
                  <a:lnTo>
                    <a:pt x="1432741" y="1634917"/>
                  </a:lnTo>
                  <a:lnTo>
                    <a:pt x="1398831" y="1650874"/>
                  </a:lnTo>
                  <a:lnTo>
                    <a:pt x="1396222" y="1652103"/>
                  </a:lnTo>
                  <a:lnTo>
                    <a:pt x="1391179" y="1654480"/>
                  </a:lnTo>
                  <a:lnTo>
                    <a:pt x="1369616" y="1664653"/>
                  </a:lnTo>
                  <a:lnTo>
                    <a:pt x="1368746" y="1665064"/>
                  </a:lnTo>
                  <a:lnTo>
                    <a:pt x="1361269" y="1668596"/>
                  </a:lnTo>
                  <a:lnTo>
                    <a:pt x="1355356" y="1671390"/>
                  </a:lnTo>
                  <a:lnTo>
                    <a:pt x="1332750" y="1682084"/>
                  </a:lnTo>
                  <a:lnTo>
                    <a:pt x="1327707" y="1684472"/>
                  </a:lnTo>
                  <a:lnTo>
                    <a:pt x="1318664" y="1688756"/>
                  </a:lnTo>
                  <a:lnTo>
                    <a:pt x="1310317" y="1692713"/>
                  </a:lnTo>
                  <a:lnTo>
                    <a:pt x="1305100" y="1695187"/>
                  </a:lnTo>
                  <a:lnTo>
                    <a:pt x="1304230" y="1695600"/>
                  </a:lnTo>
                  <a:lnTo>
                    <a:pt x="1296753" y="1699148"/>
                  </a:lnTo>
                  <a:lnTo>
                    <a:pt x="1287188" y="1703689"/>
                  </a:lnTo>
                  <a:lnTo>
                    <a:pt x="1280059" y="1707076"/>
                  </a:lnTo>
                  <a:lnTo>
                    <a:pt x="1279711" y="1707242"/>
                  </a:lnTo>
                  <a:lnTo>
                    <a:pt x="1270842" y="1711457"/>
                  </a:lnTo>
                  <a:lnTo>
                    <a:pt x="1261625" y="1715841"/>
                  </a:lnTo>
                  <a:lnTo>
                    <a:pt x="1258843" y="1717165"/>
                  </a:lnTo>
                  <a:lnTo>
                    <a:pt x="1224933" y="1733321"/>
                  </a:lnTo>
                  <a:lnTo>
                    <a:pt x="1222325" y="1734565"/>
                  </a:lnTo>
                  <a:lnTo>
                    <a:pt x="1217282" y="1736971"/>
                  </a:lnTo>
                  <a:lnTo>
                    <a:pt x="1195718" y="1747269"/>
                  </a:lnTo>
                  <a:lnTo>
                    <a:pt x="1194849" y="1747684"/>
                  </a:lnTo>
                  <a:lnTo>
                    <a:pt x="1191197" y="1749430"/>
                  </a:lnTo>
                  <a:lnTo>
                    <a:pt x="1187371" y="1751259"/>
                  </a:lnTo>
                  <a:lnTo>
                    <a:pt x="1181459" y="1754086"/>
                  </a:lnTo>
                  <a:lnTo>
                    <a:pt x="1158852" y="1764908"/>
                  </a:lnTo>
                  <a:lnTo>
                    <a:pt x="1153809" y="1767324"/>
                  </a:lnTo>
                  <a:lnTo>
                    <a:pt x="1144766" y="1771658"/>
                  </a:lnTo>
                  <a:lnTo>
                    <a:pt x="1136419" y="1775661"/>
                  </a:lnTo>
                  <a:lnTo>
                    <a:pt x="1131202" y="1778164"/>
                  </a:lnTo>
                  <a:lnTo>
                    <a:pt x="1130333" y="1778581"/>
                  </a:lnTo>
                  <a:lnTo>
                    <a:pt x="1122855" y="1782170"/>
                  </a:lnTo>
                  <a:lnTo>
                    <a:pt x="1113291" y="1786763"/>
                  </a:lnTo>
                  <a:lnTo>
                    <a:pt x="1106161" y="1790189"/>
                  </a:lnTo>
                  <a:lnTo>
                    <a:pt x="1105813" y="1790356"/>
                  </a:lnTo>
                  <a:lnTo>
                    <a:pt x="1096945" y="1794620"/>
                  </a:lnTo>
                  <a:lnTo>
                    <a:pt x="1087728" y="1799053"/>
                  </a:lnTo>
                  <a:lnTo>
                    <a:pt x="1084946" y="1800391"/>
                  </a:lnTo>
                  <a:lnTo>
                    <a:pt x="1051036" y="1816725"/>
                  </a:lnTo>
                  <a:lnTo>
                    <a:pt x="1048427" y="1817983"/>
                  </a:lnTo>
                  <a:lnTo>
                    <a:pt x="1043384" y="1820415"/>
                  </a:lnTo>
                  <a:lnTo>
                    <a:pt x="1021821" y="1830824"/>
                  </a:lnTo>
                  <a:lnTo>
                    <a:pt x="1020951" y="1831244"/>
                  </a:lnTo>
                  <a:lnTo>
                    <a:pt x="1017300" y="1833008"/>
                  </a:lnTo>
                  <a:lnTo>
                    <a:pt x="1013474" y="1834856"/>
                  </a:lnTo>
                  <a:lnTo>
                    <a:pt x="1007561" y="1837713"/>
                  </a:lnTo>
                  <a:lnTo>
                    <a:pt x="984955" y="1848648"/>
                  </a:lnTo>
                  <a:lnTo>
                    <a:pt x="979912" y="1851089"/>
                  </a:lnTo>
                  <a:lnTo>
                    <a:pt x="970869" y="1855467"/>
                  </a:lnTo>
                  <a:lnTo>
                    <a:pt x="962522" y="1859511"/>
                  </a:lnTo>
                  <a:lnTo>
                    <a:pt x="957305" y="1862040"/>
                  </a:lnTo>
                  <a:lnTo>
                    <a:pt x="956435" y="1862461"/>
                  </a:lnTo>
                  <a:lnTo>
                    <a:pt x="948958" y="1866086"/>
                  </a:lnTo>
                  <a:lnTo>
                    <a:pt x="939394" y="1870725"/>
                  </a:lnTo>
                  <a:lnTo>
                    <a:pt x="932264" y="1874185"/>
                  </a:lnTo>
                  <a:lnTo>
                    <a:pt x="931916" y="1874354"/>
                  </a:lnTo>
                  <a:lnTo>
                    <a:pt x="923047" y="1878660"/>
                  </a:lnTo>
                  <a:lnTo>
                    <a:pt x="913831" y="1883136"/>
                  </a:lnTo>
                  <a:lnTo>
                    <a:pt x="911048" y="1884488"/>
                  </a:lnTo>
                  <a:lnTo>
                    <a:pt x="877138" y="1900979"/>
                  </a:lnTo>
                  <a:lnTo>
                    <a:pt x="874530" y="1902249"/>
                  </a:lnTo>
                  <a:lnTo>
                    <a:pt x="869487" y="1904704"/>
                  </a:lnTo>
                  <a:lnTo>
                    <a:pt x="847923" y="1915209"/>
                  </a:lnTo>
                  <a:lnTo>
                    <a:pt x="847054" y="1915633"/>
                  </a:lnTo>
                  <a:lnTo>
                    <a:pt x="843402" y="1917413"/>
                  </a:lnTo>
                  <a:lnTo>
                    <a:pt x="839576" y="1919279"/>
                  </a:lnTo>
                  <a:lnTo>
                    <a:pt x="833664" y="1922162"/>
                  </a:lnTo>
                  <a:lnTo>
                    <a:pt x="811057" y="1933195"/>
                  </a:lnTo>
                  <a:lnTo>
                    <a:pt x="806014" y="1935658"/>
                  </a:lnTo>
                  <a:lnTo>
                    <a:pt x="796972" y="1940076"/>
                  </a:lnTo>
                  <a:lnTo>
                    <a:pt x="788624" y="1944155"/>
                  </a:lnTo>
                  <a:lnTo>
                    <a:pt x="783407" y="1946706"/>
                  </a:lnTo>
                  <a:lnTo>
                    <a:pt x="782538" y="1947131"/>
                  </a:lnTo>
                  <a:lnTo>
                    <a:pt x="775060" y="1950788"/>
                  </a:lnTo>
                  <a:lnTo>
                    <a:pt x="765496" y="1955467"/>
                  </a:lnTo>
                  <a:lnTo>
                    <a:pt x="758366" y="1958956"/>
                  </a:lnTo>
                  <a:lnTo>
                    <a:pt x="758018" y="1959127"/>
                  </a:lnTo>
                  <a:lnTo>
                    <a:pt x="749150" y="1963469"/>
                  </a:lnTo>
                  <a:lnTo>
                    <a:pt x="739933" y="1967983"/>
                  </a:lnTo>
                  <a:lnTo>
                    <a:pt x="737151" y="1969346"/>
                  </a:lnTo>
                  <a:lnTo>
                    <a:pt x="703241" y="1985974"/>
                  </a:lnTo>
                  <a:lnTo>
                    <a:pt x="700632" y="1987254"/>
                  </a:lnTo>
                  <a:lnTo>
                    <a:pt x="695589" y="1989729"/>
                  </a:lnTo>
                  <a:lnTo>
                    <a:pt x="674026" y="2000318"/>
                  </a:lnTo>
                  <a:lnTo>
                    <a:pt x="673157" y="2000746"/>
                  </a:lnTo>
                  <a:lnTo>
                    <a:pt x="669505" y="2002540"/>
                  </a:lnTo>
                  <a:lnTo>
                    <a:pt x="665679" y="2004420"/>
                  </a:lnTo>
                  <a:lnTo>
                    <a:pt x="659766" y="2007326"/>
                  </a:lnTo>
                  <a:lnTo>
                    <a:pt x="637160" y="2018445"/>
                  </a:lnTo>
                  <a:lnTo>
                    <a:pt x="632117" y="2020927"/>
                  </a:lnTo>
                  <a:lnTo>
                    <a:pt x="623074" y="2025378"/>
                  </a:lnTo>
                  <a:lnTo>
                    <a:pt x="614727" y="2029488"/>
                  </a:lnTo>
                  <a:lnTo>
                    <a:pt x="609510" y="2032058"/>
                  </a:lnTo>
                  <a:lnTo>
                    <a:pt x="608641" y="2032486"/>
                  </a:lnTo>
                  <a:lnTo>
                    <a:pt x="601163" y="2036170"/>
                  </a:lnTo>
                  <a:lnTo>
                    <a:pt x="591599" y="2040884"/>
                  </a:lnTo>
                  <a:lnTo>
                    <a:pt x="584469" y="2044399"/>
                  </a:lnTo>
                  <a:lnTo>
                    <a:pt x="584121" y="2044571"/>
                  </a:lnTo>
                  <a:lnTo>
                    <a:pt x="575252" y="2048945"/>
                  </a:lnTo>
                  <a:lnTo>
                    <a:pt x="566036" y="2053492"/>
                  </a:lnTo>
                  <a:lnTo>
                    <a:pt x="563253" y="2054865"/>
                  </a:lnTo>
                  <a:lnTo>
                    <a:pt x="529343" y="2071610"/>
                  </a:lnTo>
                  <a:lnTo>
                    <a:pt x="526735" y="2072899"/>
                  </a:lnTo>
                  <a:lnTo>
                    <a:pt x="521692" y="2075391"/>
                  </a:lnTo>
                  <a:lnTo>
                    <a:pt x="500129" y="2086053"/>
                  </a:lnTo>
                  <a:lnTo>
                    <a:pt x="499259" y="2086483"/>
                  </a:lnTo>
                  <a:lnTo>
                    <a:pt x="495607" y="2088290"/>
                  </a:lnTo>
                  <a:lnTo>
                    <a:pt x="491781" y="2090182"/>
                  </a:lnTo>
                  <a:lnTo>
                    <a:pt x="485869" y="2093108"/>
                  </a:lnTo>
                  <a:lnTo>
                    <a:pt x="463262" y="2104300"/>
                  </a:lnTo>
                  <a:lnTo>
                    <a:pt x="458219" y="2106798"/>
                  </a:lnTo>
                  <a:lnTo>
                    <a:pt x="449177" y="2111279"/>
                  </a:lnTo>
                  <a:lnTo>
                    <a:pt x="440830" y="2115415"/>
                  </a:lnTo>
                  <a:lnTo>
                    <a:pt x="435613" y="2118001"/>
                  </a:lnTo>
                  <a:lnTo>
                    <a:pt x="434743" y="2118433"/>
                  </a:lnTo>
                  <a:lnTo>
                    <a:pt x="427266" y="2122140"/>
                  </a:lnTo>
                  <a:lnTo>
                    <a:pt x="417701" y="2126884"/>
                  </a:lnTo>
                  <a:lnTo>
                    <a:pt x="410571" y="2130421"/>
                  </a:lnTo>
                  <a:lnTo>
                    <a:pt x="410224" y="2130594"/>
                  </a:lnTo>
                  <a:lnTo>
                    <a:pt x="401355" y="2134995"/>
                  </a:lnTo>
                  <a:lnTo>
                    <a:pt x="392138" y="2139570"/>
                  </a:lnTo>
                  <a:lnTo>
                    <a:pt x="389356" y="2140951"/>
                  </a:lnTo>
                  <a:lnTo>
                    <a:pt x="352837" y="2159094"/>
                  </a:lnTo>
                  <a:lnTo>
                    <a:pt x="347794" y="2161601"/>
                  </a:lnTo>
                  <a:lnTo>
                    <a:pt x="326231" y="2172325"/>
                  </a:lnTo>
                  <a:lnTo>
                    <a:pt x="325362" y="2172757"/>
                  </a:lnTo>
                  <a:lnTo>
                    <a:pt x="321710" y="2174574"/>
                  </a:lnTo>
                  <a:lnTo>
                    <a:pt x="317884" y="2176478"/>
                  </a:lnTo>
                  <a:lnTo>
                    <a:pt x="311972" y="2179420"/>
                  </a:lnTo>
                  <a:lnTo>
                    <a:pt x="289365" y="2190676"/>
                  </a:lnTo>
                  <a:lnTo>
                    <a:pt x="284322" y="2193188"/>
                  </a:lnTo>
                  <a:lnTo>
                    <a:pt x="275279" y="2197693"/>
                  </a:lnTo>
                  <a:lnTo>
                    <a:pt x="266932" y="2201852"/>
                  </a:lnTo>
                  <a:lnTo>
                    <a:pt x="260846" y="2204886"/>
                  </a:lnTo>
                  <a:lnTo>
                    <a:pt x="253368" y="2208613"/>
                  </a:lnTo>
                  <a:lnTo>
                    <a:pt x="243804" y="2213382"/>
                  </a:lnTo>
                  <a:lnTo>
                    <a:pt x="236674" y="2216939"/>
                  </a:lnTo>
                  <a:lnTo>
                    <a:pt x="236326" y="2217112"/>
                  </a:lnTo>
                  <a:lnTo>
                    <a:pt x="227457" y="2221536"/>
                  </a:lnTo>
                  <a:lnTo>
                    <a:pt x="218241" y="2226135"/>
                  </a:lnTo>
                  <a:lnTo>
                    <a:pt x="215458" y="2227524"/>
                  </a:lnTo>
                  <a:lnTo>
                    <a:pt x="178940" y="2245759"/>
                  </a:lnTo>
                  <a:lnTo>
                    <a:pt x="173897" y="2248279"/>
                  </a:lnTo>
                  <a:lnTo>
                    <a:pt x="151464" y="2259491"/>
                  </a:lnTo>
                  <a:lnTo>
                    <a:pt x="147812" y="2261317"/>
                  </a:lnTo>
                  <a:lnTo>
                    <a:pt x="143987" y="2263230"/>
                  </a:lnTo>
                  <a:lnTo>
                    <a:pt x="138074" y="2266187"/>
                  </a:lnTo>
                  <a:lnTo>
                    <a:pt x="115467" y="2277496"/>
                  </a:lnTo>
                  <a:lnTo>
                    <a:pt x="79471" y="2295517"/>
                  </a:lnTo>
                  <a:lnTo>
                    <a:pt x="69906" y="2300308"/>
                  </a:lnTo>
                  <a:lnTo>
                    <a:pt x="0" y="2335359"/>
                  </a:lnTo>
                  <a:close/>
                </a:path>
              </a:pathLst>
            </a:custGeom>
            <a:solidFill>
              <a:srgbClr val="C77CFF">
                <a:alpha val="14901"/>
              </a:srgbClr>
            </a:solidFill>
          </p:spPr>
          <p:txBody>
            <a:bodyPr/>
            <a:lstStyle/>
            <a:p/>
          </p:txBody>
        </p:sp>
        <p:sp>
          <p:nvSpPr>
            <p:cNvPr id="17" name="pl16"/>
            <p:cNvSpPr/>
            <p:nvPr/>
          </p:nvSpPr>
          <p:spPr>
            <a:xfrm>
              <a:off x="3427483" y="2408525"/>
              <a:ext cx="4355087" cy="1985465"/>
            </a:xfrm>
            <a:custGeom>
              <a:avLst/>
              <a:pathLst>
                <a:path w="4355087" h="1985465">
                  <a:moveTo>
                    <a:pt x="0" y="1985465"/>
                  </a:moveTo>
                  <a:lnTo>
                    <a:pt x="69906" y="1957592"/>
                  </a:lnTo>
                  <a:lnTo>
                    <a:pt x="79471" y="1953774"/>
                  </a:lnTo>
                  <a:lnTo>
                    <a:pt x="115467" y="1939395"/>
                  </a:lnTo>
                  <a:lnTo>
                    <a:pt x="138074" y="1930356"/>
                  </a:lnTo>
                  <a:lnTo>
                    <a:pt x="143987" y="1927991"/>
                  </a:lnTo>
                  <a:lnTo>
                    <a:pt x="147812" y="1926460"/>
                  </a:lnTo>
                  <a:lnTo>
                    <a:pt x="151464" y="1924999"/>
                  </a:lnTo>
                  <a:lnTo>
                    <a:pt x="173897" y="1916019"/>
                  </a:lnTo>
                  <a:lnTo>
                    <a:pt x="178940" y="1913999"/>
                  </a:lnTo>
                  <a:lnTo>
                    <a:pt x="215458" y="1899364"/>
                  </a:lnTo>
                  <a:lnTo>
                    <a:pt x="218241" y="1898248"/>
                  </a:lnTo>
                  <a:lnTo>
                    <a:pt x="227457" y="1894552"/>
                  </a:lnTo>
                  <a:lnTo>
                    <a:pt x="236326" y="1890993"/>
                  </a:lnTo>
                  <a:lnTo>
                    <a:pt x="236674" y="1890854"/>
                  </a:lnTo>
                  <a:lnTo>
                    <a:pt x="243804" y="1887992"/>
                  </a:lnTo>
                  <a:lnTo>
                    <a:pt x="253368" y="1884152"/>
                  </a:lnTo>
                  <a:lnTo>
                    <a:pt x="260846" y="1881149"/>
                  </a:lnTo>
                  <a:lnTo>
                    <a:pt x="266932" y="1878705"/>
                  </a:lnTo>
                  <a:lnTo>
                    <a:pt x="275279" y="1875351"/>
                  </a:lnTo>
                  <a:lnTo>
                    <a:pt x="284322" y="1871716"/>
                  </a:lnTo>
                  <a:lnTo>
                    <a:pt x="289365" y="1869689"/>
                  </a:lnTo>
                  <a:lnTo>
                    <a:pt x="311972" y="1860596"/>
                  </a:lnTo>
                  <a:lnTo>
                    <a:pt x="317884" y="1858217"/>
                  </a:lnTo>
                  <a:lnTo>
                    <a:pt x="321710" y="1856677"/>
                  </a:lnTo>
                  <a:lnTo>
                    <a:pt x="325362" y="1855207"/>
                  </a:lnTo>
                  <a:lnTo>
                    <a:pt x="326231" y="1854857"/>
                  </a:lnTo>
                  <a:lnTo>
                    <a:pt x="347794" y="1846172"/>
                  </a:lnTo>
                  <a:lnTo>
                    <a:pt x="352837" y="1844139"/>
                  </a:lnTo>
                  <a:lnTo>
                    <a:pt x="389356" y="1829411"/>
                  </a:lnTo>
                  <a:lnTo>
                    <a:pt x="392138" y="1828288"/>
                  </a:lnTo>
                  <a:lnTo>
                    <a:pt x="401355" y="1824568"/>
                  </a:lnTo>
                  <a:lnTo>
                    <a:pt x="410224" y="1820986"/>
                  </a:lnTo>
                  <a:lnTo>
                    <a:pt x="410571" y="1820845"/>
                  </a:lnTo>
                  <a:lnTo>
                    <a:pt x="417701" y="1817965"/>
                  </a:lnTo>
                  <a:lnTo>
                    <a:pt x="427266" y="1814100"/>
                  </a:lnTo>
                  <a:lnTo>
                    <a:pt x="434743" y="1811077"/>
                  </a:lnTo>
                  <a:lnTo>
                    <a:pt x="435613" y="1810725"/>
                  </a:lnTo>
                  <a:lnTo>
                    <a:pt x="440830" y="1808615"/>
                  </a:lnTo>
                  <a:lnTo>
                    <a:pt x="449177" y="1805239"/>
                  </a:lnTo>
                  <a:lnTo>
                    <a:pt x="458219" y="1801580"/>
                  </a:lnTo>
                  <a:lnTo>
                    <a:pt x="463262" y="1799539"/>
                  </a:lnTo>
                  <a:lnTo>
                    <a:pt x="485869" y="1790382"/>
                  </a:lnTo>
                  <a:lnTo>
                    <a:pt x="491781" y="1787986"/>
                  </a:lnTo>
                  <a:lnTo>
                    <a:pt x="495607" y="1786436"/>
                  </a:lnTo>
                  <a:lnTo>
                    <a:pt x="499259" y="1784955"/>
                  </a:lnTo>
                  <a:lnTo>
                    <a:pt x="500129" y="1784603"/>
                  </a:lnTo>
                  <a:lnTo>
                    <a:pt x="521692" y="1775855"/>
                  </a:lnTo>
                  <a:lnTo>
                    <a:pt x="526735" y="1773808"/>
                  </a:lnTo>
                  <a:lnTo>
                    <a:pt x="529343" y="1772749"/>
                  </a:lnTo>
                  <a:lnTo>
                    <a:pt x="563253" y="1758972"/>
                  </a:lnTo>
                  <a:lnTo>
                    <a:pt x="566036" y="1757840"/>
                  </a:lnTo>
                  <a:lnTo>
                    <a:pt x="575252" y="1754092"/>
                  </a:lnTo>
                  <a:lnTo>
                    <a:pt x="584121" y="1750483"/>
                  </a:lnTo>
                  <a:lnTo>
                    <a:pt x="584469" y="1750341"/>
                  </a:lnTo>
                  <a:lnTo>
                    <a:pt x="591599" y="1747439"/>
                  </a:lnTo>
                  <a:lnTo>
                    <a:pt x="601163" y="1743544"/>
                  </a:lnTo>
                  <a:lnTo>
                    <a:pt x="608641" y="1740497"/>
                  </a:lnTo>
                  <a:lnTo>
                    <a:pt x="609510" y="1740143"/>
                  </a:lnTo>
                  <a:lnTo>
                    <a:pt x="614727" y="1738017"/>
                  </a:lnTo>
                  <a:lnTo>
                    <a:pt x="623074" y="1734614"/>
                  </a:lnTo>
                  <a:lnTo>
                    <a:pt x="632117" y="1730926"/>
                  </a:lnTo>
                  <a:lnTo>
                    <a:pt x="637160" y="1728868"/>
                  </a:lnTo>
                  <a:lnTo>
                    <a:pt x="659766" y="1719639"/>
                  </a:lnTo>
                  <a:lnTo>
                    <a:pt x="665679" y="1717223"/>
                  </a:lnTo>
                  <a:lnTo>
                    <a:pt x="669505" y="1715659"/>
                  </a:lnTo>
                  <a:lnTo>
                    <a:pt x="673157" y="1714167"/>
                  </a:lnTo>
                  <a:lnTo>
                    <a:pt x="674026" y="1713811"/>
                  </a:lnTo>
                  <a:lnTo>
                    <a:pt x="695589" y="1704992"/>
                  </a:lnTo>
                  <a:lnTo>
                    <a:pt x="700632" y="1702928"/>
                  </a:lnTo>
                  <a:lnTo>
                    <a:pt x="703241" y="1701860"/>
                  </a:lnTo>
                  <a:lnTo>
                    <a:pt x="737151" y="1687964"/>
                  </a:lnTo>
                  <a:lnTo>
                    <a:pt x="739933" y="1686823"/>
                  </a:lnTo>
                  <a:lnTo>
                    <a:pt x="749150" y="1683042"/>
                  </a:lnTo>
                  <a:lnTo>
                    <a:pt x="758018" y="1679401"/>
                  </a:lnTo>
                  <a:lnTo>
                    <a:pt x="758366" y="1679258"/>
                  </a:lnTo>
                  <a:lnTo>
                    <a:pt x="765496" y="1676330"/>
                  </a:lnTo>
                  <a:lnTo>
                    <a:pt x="775060" y="1672401"/>
                  </a:lnTo>
                  <a:lnTo>
                    <a:pt x="782538" y="1669327"/>
                  </a:lnTo>
                  <a:lnTo>
                    <a:pt x="783407" y="1668969"/>
                  </a:lnTo>
                  <a:lnTo>
                    <a:pt x="788624" y="1666824"/>
                  </a:lnTo>
                  <a:lnTo>
                    <a:pt x="796972" y="1663390"/>
                  </a:lnTo>
                  <a:lnTo>
                    <a:pt x="806014" y="1659669"/>
                  </a:lnTo>
                  <a:lnTo>
                    <a:pt x="811057" y="1657592"/>
                  </a:lnTo>
                  <a:lnTo>
                    <a:pt x="833664" y="1648277"/>
                  </a:lnTo>
                  <a:lnTo>
                    <a:pt x="839576" y="1645839"/>
                  </a:lnTo>
                  <a:lnTo>
                    <a:pt x="843402" y="1644260"/>
                  </a:lnTo>
                  <a:lnTo>
                    <a:pt x="847054" y="1642754"/>
                  </a:lnTo>
                  <a:lnTo>
                    <a:pt x="847923" y="1642395"/>
                  </a:lnTo>
                  <a:lnTo>
                    <a:pt x="869487" y="1633491"/>
                  </a:lnTo>
                  <a:lnTo>
                    <a:pt x="874530" y="1631407"/>
                  </a:lnTo>
                  <a:lnTo>
                    <a:pt x="877138" y="1630329"/>
                  </a:lnTo>
                  <a:lnTo>
                    <a:pt x="911048" y="1616297"/>
                  </a:lnTo>
                  <a:lnTo>
                    <a:pt x="913831" y="1615144"/>
                  </a:lnTo>
                  <a:lnTo>
                    <a:pt x="923047" y="1611325"/>
                  </a:lnTo>
                  <a:lnTo>
                    <a:pt x="931916" y="1607648"/>
                  </a:lnTo>
                  <a:lnTo>
                    <a:pt x="932264" y="1607504"/>
                  </a:lnTo>
                  <a:lnTo>
                    <a:pt x="939394" y="1604546"/>
                  </a:lnTo>
                  <a:lnTo>
                    <a:pt x="948958" y="1600576"/>
                  </a:lnTo>
                  <a:lnTo>
                    <a:pt x="956435" y="1597471"/>
                  </a:lnTo>
                  <a:lnTo>
                    <a:pt x="957305" y="1597110"/>
                  </a:lnTo>
                  <a:lnTo>
                    <a:pt x="962522" y="1594942"/>
                  </a:lnTo>
                  <a:lnTo>
                    <a:pt x="970869" y="1591473"/>
                  </a:lnTo>
                  <a:lnTo>
                    <a:pt x="979912" y="1587712"/>
                  </a:lnTo>
                  <a:lnTo>
                    <a:pt x="984955" y="1585614"/>
                  </a:lnTo>
                  <a:lnTo>
                    <a:pt x="1007561" y="1576200"/>
                  </a:lnTo>
                  <a:lnTo>
                    <a:pt x="1013474" y="1573735"/>
                  </a:lnTo>
                  <a:lnTo>
                    <a:pt x="1017300" y="1572140"/>
                  </a:lnTo>
                  <a:lnTo>
                    <a:pt x="1020951" y="1570617"/>
                  </a:lnTo>
                  <a:lnTo>
                    <a:pt x="1021821" y="1570254"/>
                  </a:lnTo>
                  <a:lnTo>
                    <a:pt x="1043384" y="1561253"/>
                  </a:lnTo>
                  <a:lnTo>
                    <a:pt x="1048427" y="1559146"/>
                  </a:lnTo>
                  <a:lnTo>
                    <a:pt x="1051036" y="1558056"/>
                  </a:lnTo>
                  <a:lnTo>
                    <a:pt x="1084946" y="1543868"/>
                  </a:lnTo>
                  <a:lnTo>
                    <a:pt x="1087728" y="1542702"/>
                  </a:lnTo>
                  <a:lnTo>
                    <a:pt x="1096945" y="1538839"/>
                  </a:lnTo>
                  <a:lnTo>
                    <a:pt x="1105813" y="1535120"/>
                  </a:lnTo>
                  <a:lnTo>
                    <a:pt x="1106161" y="1534974"/>
                  </a:lnTo>
                  <a:lnTo>
                    <a:pt x="1113291" y="1531982"/>
                  </a:lnTo>
                  <a:lnTo>
                    <a:pt x="1122855" y="1527966"/>
                  </a:lnTo>
                  <a:lnTo>
                    <a:pt x="1130333" y="1524825"/>
                  </a:lnTo>
                  <a:lnTo>
                    <a:pt x="1131202" y="1524460"/>
                  </a:lnTo>
                  <a:lnTo>
                    <a:pt x="1136419" y="1522267"/>
                  </a:lnTo>
                  <a:lnTo>
                    <a:pt x="1144766" y="1518756"/>
                  </a:lnTo>
                  <a:lnTo>
                    <a:pt x="1153809" y="1514951"/>
                  </a:lnTo>
                  <a:lnTo>
                    <a:pt x="1158852" y="1512828"/>
                  </a:lnTo>
                  <a:lnTo>
                    <a:pt x="1181459" y="1503301"/>
                  </a:lnTo>
                  <a:lnTo>
                    <a:pt x="1187371" y="1500807"/>
                  </a:lnTo>
                  <a:lnTo>
                    <a:pt x="1191197" y="1499192"/>
                  </a:lnTo>
                  <a:lnTo>
                    <a:pt x="1194849" y="1497651"/>
                  </a:lnTo>
                  <a:lnTo>
                    <a:pt x="1195718" y="1497284"/>
                  </a:lnTo>
                  <a:lnTo>
                    <a:pt x="1217282" y="1488172"/>
                  </a:lnTo>
                  <a:lnTo>
                    <a:pt x="1222325" y="1486039"/>
                  </a:lnTo>
                  <a:lnTo>
                    <a:pt x="1224933" y="1484935"/>
                  </a:lnTo>
                  <a:lnTo>
                    <a:pt x="1258843" y="1470568"/>
                  </a:lnTo>
                  <a:lnTo>
                    <a:pt x="1261625" y="1469388"/>
                  </a:lnTo>
                  <a:lnTo>
                    <a:pt x="1270842" y="1465476"/>
                  </a:lnTo>
                  <a:lnTo>
                    <a:pt x="1279711" y="1461709"/>
                  </a:lnTo>
                  <a:lnTo>
                    <a:pt x="1280059" y="1461561"/>
                  </a:lnTo>
                  <a:lnTo>
                    <a:pt x="1287188" y="1458531"/>
                  </a:lnTo>
                  <a:lnTo>
                    <a:pt x="1296753" y="1454463"/>
                  </a:lnTo>
                  <a:lnTo>
                    <a:pt x="1304230" y="1451280"/>
                  </a:lnTo>
                  <a:lnTo>
                    <a:pt x="1305100" y="1450910"/>
                  </a:lnTo>
                  <a:lnTo>
                    <a:pt x="1310317" y="1448689"/>
                  </a:lnTo>
                  <a:lnTo>
                    <a:pt x="1318664" y="1445132"/>
                  </a:lnTo>
                  <a:lnTo>
                    <a:pt x="1327707" y="1441277"/>
                  </a:lnTo>
                  <a:lnTo>
                    <a:pt x="1332750" y="1439126"/>
                  </a:lnTo>
                  <a:lnTo>
                    <a:pt x="1355356" y="1429472"/>
                  </a:lnTo>
                  <a:lnTo>
                    <a:pt x="1361269" y="1426944"/>
                  </a:lnTo>
                  <a:lnTo>
                    <a:pt x="1368746" y="1423745"/>
                  </a:lnTo>
                  <a:lnTo>
                    <a:pt x="1369616" y="1423373"/>
                  </a:lnTo>
                  <a:lnTo>
                    <a:pt x="1391179" y="1414137"/>
                  </a:lnTo>
                  <a:lnTo>
                    <a:pt x="1396222" y="1411975"/>
                  </a:lnTo>
                  <a:lnTo>
                    <a:pt x="1398831" y="1410856"/>
                  </a:lnTo>
                  <a:lnTo>
                    <a:pt x="1432741" y="1396290"/>
                  </a:lnTo>
                  <a:lnTo>
                    <a:pt x="1435523" y="1395093"/>
                  </a:lnTo>
                  <a:lnTo>
                    <a:pt x="1444739" y="1391126"/>
                  </a:lnTo>
                  <a:lnTo>
                    <a:pt x="1453608" y="1387306"/>
                  </a:lnTo>
                  <a:lnTo>
                    <a:pt x="1453956" y="1387156"/>
                  </a:lnTo>
                  <a:lnTo>
                    <a:pt x="1461086" y="1384083"/>
                  </a:lnTo>
                  <a:lnTo>
                    <a:pt x="1470650" y="1379957"/>
                  </a:lnTo>
                  <a:lnTo>
                    <a:pt x="1478128" y="1376730"/>
                  </a:lnTo>
                  <a:lnTo>
                    <a:pt x="1478997" y="1376354"/>
                  </a:lnTo>
                  <a:lnTo>
                    <a:pt x="1484214" y="1374101"/>
                  </a:lnTo>
                  <a:lnTo>
                    <a:pt x="1492561" y="1370494"/>
                  </a:lnTo>
                  <a:lnTo>
                    <a:pt x="1501604" y="1366583"/>
                  </a:lnTo>
                  <a:lnTo>
                    <a:pt x="1529254" y="1354606"/>
                  </a:lnTo>
                  <a:lnTo>
                    <a:pt x="1535166" y="1352041"/>
                  </a:lnTo>
                  <a:lnTo>
                    <a:pt x="1538992" y="1350381"/>
                  </a:lnTo>
                  <a:lnTo>
                    <a:pt x="1542644" y="1348796"/>
                  </a:lnTo>
                  <a:lnTo>
                    <a:pt x="1543513" y="1348418"/>
                  </a:lnTo>
                  <a:lnTo>
                    <a:pt x="1565077" y="1339046"/>
                  </a:lnTo>
                  <a:lnTo>
                    <a:pt x="1570120" y="1336852"/>
                  </a:lnTo>
                  <a:lnTo>
                    <a:pt x="1572728" y="1335716"/>
                  </a:lnTo>
                  <a:lnTo>
                    <a:pt x="1606638" y="1320933"/>
                  </a:lnTo>
                  <a:lnTo>
                    <a:pt x="1609420" y="1319718"/>
                  </a:lnTo>
                  <a:lnTo>
                    <a:pt x="1618637" y="1315691"/>
                  </a:lnTo>
                  <a:lnTo>
                    <a:pt x="1627506" y="1311813"/>
                  </a:lnTo>
                  <a:lnTo>
                    <a:pt x="1627854" y="1311661"/>
                  </a:lnTo>
                  <a:lnTo>
                    <a:pt x="1634983" y="1308541"/>
                  </a:lnTo>
                  <a:lnTo>
                    <a:pt x="1644548" y="1304353"/>
                  </a:lnTo>
                  <a:lnTo>
                    <a:pt x="1652025" y="1301076"/>
                  </a:lnTo>
                  <a:lnTo>
                    <a:pt x="1652895" y="1300695"/>
                  </a:lnTo>
                  <a:lnTo>
                    <a:pt x="1658112" y="1298407"/>
                  </a:lnTo>
                  <a:lnTo>
                    <a:pt x="1666459" y="1294745"/>
                  </a:lnTo>
                  <a:lnTo>
                    <a:pt x="1675501" y="1290774"/>
                  </a:lnTo>
                  <a:lnTo>
                    <a:pt x="1680544" y="1288558"/>
                  </a:lnTo>
                  <a:lnTo>
                    <a:pt x="1703151" y="1278612"/>
                  </a:lnTo>
                  <a:lnTo>
                    <a:pt x="1709064" y="1276008"/>
                  </a:lnTo>
                  <a:lnTo>
                    <a:pt x="1712889" y="1274322"/>
                  </a:lnTo>
                  <a:lnTo>
                    <a:pt x="1716541" y="1272712"/>
                  </a:lnTo>
                  <a:lnTo>
                    <a:pt x="1717411" y="1272329"/>
                  </a:lnTo>
                  <a:lnTo>
                    <a:pt x="1738974" y="1262811"/>
                  </a:lnTo>
                  <a:lnTo>
                    <a:pt x="1744017" y="1260582"/>
                  </a:lnTo>
                  <a:lnTo>
                    <a:pt x="1746625" y="1259429"/>
                  </a:lnTo>
                  <a:lnTo>
                    <a:pt x="1780535" y="1244414"/>
                  </a:lnTo>
                  <a:lnTo>
                    <a:pt x="1783318" y="1243180"/>
                  </a:lnTo>
                  <a:lnTo>
                    <a:pt x="1792534" y="1239090"/>
                  </a:lnTo>
                  <a:lnTo>
                    <a:pt x="1801403" y="1235151"/>
                  </a:lnTo>
                  <a:lnTo>
                    <a:pt x="1801751" y="1234996"/>
                  </a:lnTo>
                  <a:lnTo>
                    <a:pt x="1808881" y="1231827"/>
                  </a:lnTo>
                  <a:lnTo>
                    <a:pt x="1818445" y="1227573"/>
                  </a:lnTo>
                  <a:lnTo>
                    <a:pt x="1825923" y="1224244"/>
                  </a:lnTo>
                  <a:lnTo>
                    <a:pt x="1826792" y="1223857"/>
                  </a:lnTo>
                  <a:lnTo>
                    <a:pt x="1832009" y="1221533"/>
                  </a:lnTo>
                  <a:lnTo>
                    <a:pt x="1840356" y="1217812"/>
                  </a:lnTo>
                  <a:lnTo>
                    <a:pt x="1849399" y="1213779"/>
                  </a:lnTo>
                  <a:lnTo>
                    <a:pt x="1854442" y="1211528"/>
                  </a:lnTo>
                  <a:lnTo>
                    <a:pt x="1877049" y="1201424"/>
                  </a:lnTo>
                  <a:lnTo>
                    <a:pt x="1882961" y="1198778"/>
                  </a:lnTo>
                  <a:lnTo>
                    <a:pt x="1886787" y="1197065"/>
                  </a:lnTo>
                  <a:lnTo>
                    <a:pt x="1890439" y="1195430"/>
                  </a:lnTo>
                  <a:lnTo>
                    <a:pt x="1912871" y="1185371"/>
                  </a:lnTo>
                  <a:lnTo>
                    <a:pt x="1917914" y="1183107"/>
                  </a:lnTo>
                  <a:lnTo>
                    <a:pt x="1920523" y="1181935"/>
                  </a:lnTo>
                  <a:lnTo>
                    <a:pt x="1954433" y="1166681"/>
                  </a:lnTo>
                  <a:lnTo>
                    <a:pt x="1957215" y="1165427"/>
                  </a:lnTo>
                  <a:lnTo>
                    <a:pt x="1966432" y="1161272"/>
                  </a:lnTo>
                  <a:lnTo>
                    <a:pt x="1975301" y="1157270"/>
                  </a:lnTo>
                  <a:lnTo>
                    <a:pt x="1975648" y="1157113"/>
                  </a:lnTo>
                  <a:lnTo>
                    <a:pt x="1982778" y="1153893"/>
                  </a:lnTo>
                  <a:lnTo>
                    <a:pt x="1992343" y="1149571"/>
                  </a:lnTo>
                  <a:lnTo>
                    <a:pt x="1999820" y="1146189"/>
                  </a:lnTo>
                  <a:lnTo>
                    <a:pt x="2000690" y="1145796"/>
                  </a:lnTo>
                  <a:lnTo>
                    <a:pt x="2005907" y="1143435"/>
                  </a:lnTo>
                  <a:lnTo>
                    <a:pt x="2014254" y="1139655"/>
                  </a:lnTo>
                  <a:lnTo>
                    <a:pt x="2023296" y="1135557"/>
                  </a:lnTo>
                  <a:lnTo>
                    <a:pt x="2028339" y="1133271"/>
                  </a:lnTo>
                  <a:lnTo>
                    <a:pt x="2050946" y="1123007"/>
                  </a:lnTo>
                  <a:lnTo>
                    <a:pt x="2056859" y="1120319"/>
                  </a:lnTo>
                  <a:lnTo>
                    <a:pt x="2060684" y="1118579"/>
                  </a:lnTo>
                  <a:lnTo>
                    <a:pt x="2064336" y="1116917"/>
                  </a:lnTo>
                  <a:lnTo>
                    <a:pt x="2065206" y="1116522"/>
                  </a:lnTo>
                  <a:lnTo>
                    <a:pt x="2086769" y="1106700"/>
                  </a:lnTo>
                  <a:lnTo>
                    <a:pt x="2091812" y="1104400"/>
                  </a:lnTo>
                  <a:lnTo>
                    <a:pt x="2094420" y="1103210"/>
                  </a:lnTo>
                  <a:lnTo>
                    <a:pt x="2128330" y="1087716"/>
                  </a:lnTo>
                  <a:lnTo>
                    <a:pt x="2131113" y="1086442"/>
                  </a:lnTo>
                  <a:lnTo>
                    <a:pt x="2140329" y="1082222"/>
                  </a:lnTo>
                  <a:lnTo>
                    <a:pt x="2149198" y="1078158"/>
                  </a:lnTo>
                  <a:lnTo>
                    <a:pt x="2149546" y="1077998"/>
                  </a:lnTo>
                  <a:lnTo>
                    <a:pt x="2156676" y="1074729"/>
                  </a:lnTo>
                  <a:lnTo>
                    <a:pt x="2166240" y="1070339"/>
                  </a:lnTo>
                  <a:lnTo>
                    <a:pt x="2173718" y="1066905"/>
                  </a:lnTo>
                  <a:lnTo>
                    <a:pt x="2174587" y="1066506"/>
                  </a:lnTo>
                  <a:lnTo>
                    <a:pt x="2179804" y="1064108"/>
                  </a:lnTo>
                  <a:lnTo>
                    <a:pt x="2188151" y="1060270"/>
                  </a:lnTo>
                  <a:lnTo>
                    <a:pt x="2197194" y="1056109"/>
                  </a:lnTo>
                  <a:lnTo>
                    <a:pt x="2202237" y="1053787"/>
                  </a:lnTo>
                  <a:lnTo>
                    <a:pt x="2224843" y="1043366"/>
                  </a:lnTo>
                  <a:lnTo>
                    <a:pt x="2230756" y="1040637"/>
                  </a:lnTo>
                  <a:lnTo>
                    <a:pt x="2234582" y="1038870"/>
                  </a:lnTo>
                  <a:lnTo>
                    <a:pt x="2238234" y="1037183"/>
                  </a:lnTo>
                  <a:lnTo>
                    <a:pt x="2239103" y="1036782"/>
                  </a:lnTo>
                  <a:lnTo>
                    <a:pt x="2260666" y="1026811"/>
                  </a:lnTo>
                  <a:lnTo>
                    <a:pt x="2265709" y="1024476"/>
                  </a:lnTo>
                  <a:lnTo>
                    <a:pt x="2268318" y="1023268"/>
                  </a:lnTo>
                  <a:lnTo>
                    <a:pt x="2302228" y="1007542"/>
                  </a:lnTo>
                  <a:lnTo>
                    <a:pt x="2305010" y="1006249"/>
                  </a:lnTo>
                  <a:lnTo>
                    <a:pt x="2314227" y="1001966"/>
                  </a:lnTo>
                  <a:lnTo>
                    <a:pt x="2323095" y="997842"/>
                  </a:lnTo>
                  <a:lnTo>
                    <a:pt x="2323443" y="997680"/>
                  </a:lnTo>
                  <a:lnTo>
                    <a:pt x="2330573" y="994362"/>
                  </a:lnTo>
                  <a:lnTo>
                    <a:pt x="2340137" y="989908"/>
                  </a:lnTo>
                  <a:lnTo>
                    <a:pt x="2348485" y="986018"/>
                  </a:lnTo>
                  <a:lnTo>
                    <a:pt x="2353701" y="983586"/>
                  </a:lnTo>
                  <a:lnTo>
                    <a:pt x="2362049" y="979692"/>
                  </a:lnTo>
                  <a:lnTo>
                    <a:pt x="2371091" y="975470"/>
                  </a:lnTo>
                  <a:lnTo>
                    <a:pt x="2376134" y="973115"/>
                  </a:lnTo>
                  <a:lnTo>
                    <a:pt x="2398741" y="962543"/>
                  </a:lnTo>
                  <a:lnTo>
                    <a:pt x="2404653" y="959775"/>
                  </a:lnTo>
                  <a:lnTo>
                    <a:pt x="2408479" y="957984"/>
                  </a:lnTo>
                  <a:lnTo>
                    <a:pt x="2412131" y="956273"/>
                  </a:lnTo>
                  <a:lnTo>
                    <a:pt x="2413000" y="955866"/>
                  </a:lnTo>
                  <a:lnTo>
                    <a:pt x="2434564" y="945754"/>
                  </a:lnTo>
                  <a:lnTo>
                    <a:pt x="2439607" y="943386"/>
                  </a:lnTo>
                  <a:lnTo>
                    <a:pt x="2442215" y="942161"/>
                  </a:lnTo>
                  <a:lnTo>
                    <a:pt x="2476125" y="926216"/>
                  </a:lnTo>
                  <a:lnTo>
                    <a:pt x="2478908" y="924906"/>
                  </a:lnTo>
                  <a:lnTo>
                    <a:pt x="2488124" y="920565"/>
                  </a:lnTo>
                  <a:lnTo>
                    <a:pt x="2496993" y="916384"/>
                  </a:lnTo>
                  <a:lnTo>
                    <a:pt x="2497341" y="916220"/>
                  </a:lnTo>
                  <a:lnTo>
                    <a:pt x="2504471" y="912857"/>
                  </a:lnTo>
                  <a:lnTo>
                    <a:pt x="2514035" y="908343"/>
                  </a:lnTo>
                  <a:lnTo>
                    <a:pt x="2521512" y="904811"/>
                  </a:lnTo>
                  <a:lnTo>
                    <a:pt x="2522382" y="904400"/>
                  </a:lnTo>
                  <a:lnTo>
                    <a:pt x="2527599" y="901935"/>
                  </a:lnTo>
                  <a:lnTo>
                    <a:pt x="2535946" y="897989"/>
                  </a:lnTo>
                  <a:lnTo>
                    <a:pt x="2544989" y="893711"/>
                  </a:lnTo>
                  <a:lnTo>
                    <a:pt x="2550032" y="891325"/>
                  </a:lnTo>
                  <a:lnTo>
                    <a:pt x="2572638" y="880614"/>
                  </a:lnTo>
                  <a:lnTo>
                    <a:pt x="2582377" y="875996"/>
                  </a:lnTo>
                  <a:lnTo>
                    <a:pt x="2586028" y="874263"/>
                  </a:lnTo>
                  <a:lnTo>
                    <a:pt x="2586898" y="873850"/>
                  </a:lnTo>
                  <a:lnTo>
                    <a:pt x="2608461" y="863608"/>
                  </a:lnTo>
                  <a:lnTo>
                    <a:pt x="2613504" y="861211"/>
                  </a:lnTo>
                  <a:lnTo>
                    <a:pt x="2616113" y="859970"/>
                  </a:lnTo>
                  <a:lnTo>
                    <a:pt x="2650023" y="843825"/>
                  </a:lnTo>
                  <a:lnTo>
                    <a:pt x="2652805" y="842499"/>
                  </a:lnTo>
                  <a:lnTo>
                    <a:pt x="2662022" y="838103"/>
                  </a:lnTo>
                  <a:lnTo>
                    <a:pt x="2670890" y="833871"/>
                  </a:lnTo>
                  <a:lnTo>
                    <a:pt x="2671238" y="833705"/>
                  </a:lnTo>
                  <a:lnTo>
                    <a:pt x="2678368" y="830301"/>
                  </a:lnTo>
                  <a:lnTo>
                    <a:pt x="2687932" y="825732"/>
                  </a:lnTo>
                  <a:lnTo>
                    <a:pt x="2695410" y="822158"/>
                  </a:lnTo>
                  <a:lnTo>
                    <a:pt x="2696279" y="821742"/>
                  </a:lnTo>
                  <a:lnTo>
                    <a:pt x="2701496" y="819247"/>
                  </a:lnTo>
                  <a:lnTo>
                    <a:pt x="2709843" y="815254"/>
                  </a:lnTo>
                  <a:lnTo>
                    <a:pt x="2718886" y="810926"/>
                  </a:lnTo>
                  <a:lnTo>
                    <a:pt x="2723929" y="808510"/>
                  </a:lnTo>
                  <a:lnTo>
                    <a:pt x="2746536" y="797675"/>
                  </a:lnTo>
                  <a:lnTo>
                    <a:pt x="2752448" y="794838"/>
                  </a:lnTo>
                  <a:lnTo>
                    <a:pt x="2756274" y="793003"/>
                  </a:lnTo>
                  <a:lnTo>
                    <a:pt x="2759926" y="791250"/>
                  </a:lnTo>
                  <a:lnTo>
                    <a:pt x="2760795" y="790832"/>
                  </a:lnTo>
                  <a:lnTo>
                    <a:pt x="2782359" y="780474"/>
                  </a:lnTo>
                  <a:lnTo>
                    <a:pt x="2787402" y="778049"/>
                  </a:lnTo>
                  <a:lnTo>
                    <a:pt x="2790010" y="776795"/>
                  </a:lnTo>
                  <a:lnTo>
                    <a:pt x="2823920" y="760470"/>
                  </a:lnTo>
                  <a:lnTo>
                    <a:pt x="2826703" y="759129"/>
                  </a:lnTo>
                  <a:lnTo>
                    <a:pt x="2835919" y="754686"/>
                  </a:lnTo>
                  <a:lnTo>
                    <a:pt x="2844788" y="750408"/>
                  </a:lnTo>
                  <a:lnTo>
                    <a:pt x="2845136" y="750240"/>
                  </a:lnTo>
                  <a:lnTo>
                    <a:pt x="2852265" y="746799"/>
                  </a:lnTo>
                  <a:lnTo>
                    <a:pt x="2861830" y="742181"/>
                  </a:lnTo>
                  <a:lnTo>
                    <a:pt x="2869307" y="738569"/>
                  </a:lnTo>
                  <a:lnTo>
                    <a:pt x="2870177" y="738149"/>
                  </a:lnTo>
                  <a:lnTo>
                    <a:pt x="2875394" y="735628"/>
                  </a:lnTo>
                  <a:lnTo>
                    <a:pt x="2883741" y="731593"/>
                  </a:lnTo>
                  <a:lnTo>
                    <a:pt x="2892784" y="727219"/>
                  </a:lnTo>
                  <a:lnTo>
                    <a:pt x="2897827" y="724779"/>
                  </a:lnTo>
                  <a:lnTo>
                    <a:pt x="2920433" y="713832"/>
                  </a:lnTo>
                  <a:lnTo>
                    <a:pt x="2926346" y="710967"/>
                  </a:lnTo>
                  <a:lnTo>
                    <a:pt x="2930171" y="709112"/>
                  </a:lnTo>
                  <a:lnTo>
                    <a:pt x="2933823" y="707342"/>
                  </a:lnTo>
                  <a:lnTo>
                    <a:pt x="2934693" y="706920"/>
                  </a:lnTo>
                  <a:lnTo>
                    <a:pt x="2956256" y="696458"/>
                  </a:lnTo>
                  <a:lnTo>
                    <a:pt x="2961299" y="694009"/>
                  </a:lnTo>
                  <a:lnTo>
                    <a:pt x="2963908" y="692743"/>
                  </a:lnTo>
                  <a:lnTo>
                    <a:pt x="2997818" y="676260"/>
                  </a:lnTo>
                  <a:lnTo>
                    <a:pt x="3000600" y="674906"/>
                  </a:lnTo>
                  <a:lnTo>
                    <a:pt x="3009817" y="670421"/>
                  </a:lnTo>
                  <a:lnTo>
                    <a:pt x="3018685" y="666102"/>
                  </a:lnTo>
                  <a:lnTo>
                    <a:pt x="3019033" y="665933"/>
                  </a:lnTo>
                  <a:lnTo>
                    <a:pt x="3026163" y="662460"/>
                  </a:lnTo>
                  <a:lnTo>
                    <a:pt x="3035727" y="657799"/>
                  </a:lnTo>
                  <a:lnTo>
                    <a:pt x="3043205" y="654154"/>
                  </a:lnTo>
                  <a:lnTo>
                    <a:pt x="3044074" y="653730"/>
                  </a:lnTo>
                  <a:lnTo>
                    <a:pt x="3049291" y="651186"/>
                  </a:lnTo>
                  <a:lnTo>
                    <a:pt x="3057638" y="647114"/>
                  </a:lnTo>
                  <a:lnTo>
                    <a:pt x="3066681" y="642700"/>
                  </a:lnTo>
                  <a:lnTo>
                    <a:pt x="3071724" y="640238"/>
                  </a:lnTo>
                  <a:lnTo>
                    <a:pt x="3094331" y="629194"/>
                  </a:lnTo>
                  <a:lnTo>
                    <a:pt x="3100243" y="626304"/>
                  </a:lnTo>
                  <a:lnTo>
                    <a:pt x="3104069" y="624433"/>
                  </a:lnTo>
                  <a:lnTo>
                    <a:pt x="3108590" y="622222"/>
                  </a:lnTo>
                  <a:lnTo>
                    <a:pt x="3130154" y="611670"/>
                  </a:lnTo>
                  <a:lnTo>
                    <a:pt x="3135197" y="609201"/>
                  </a:lnTo>
                  <a:lnTo>
                    <a:pt x="3137805" y="607923"/>
                  </a:lnTo>
                  <a:lnTo>
                    <a:pt x="3171715" y="591303"/>
                  </a:lnTo>
                  <a:lnTo>
                    <a:pt x="3174497" y="589938"/>
                  </a:lnTo>
                  <a:lnTo>
                    <a:pt x="3183714" y="585416"/>
                  </a:lnTo>
                  <a:lnTo>
                    <a:pt x="3192583" y="581063"/>
                  </a:lnTo>
                  <a:lnTo>
                    <a:pt x="3192931" y="580892"/>
                  </a:lnTo>
                  <a:lnTo>
                    <a:pt x="3200060" y="577391"/>
                  </a:lnTo>
                  <a:lnTo>
                    <a:pt x="3209625" y="572693"/>
                  </a:lnTo>
                  <a:lnTo>
                    <a:pt x="3217102" y="569019"/>
                  </a:lnTo>
                  <a:lnTo>
                    <a:pt x="3217972" y="568592"/>
                  </a:lnTo>
                  <a:lnTo>
                    <a:pt x="3223189" y="566027"/>
                  </a:lnTo>
                  <a:lnTo>
                    <a:pt x="3231536" y="561923"/>
                  </a:lnTo>
                  <a:lnTo>
                    <a:pt x="3240578" y="557476"/>
                  </a:lnTo>
                  <a:lnTo>
                    <a:pt x="3245621" y="554995"/>
                  </a:lnTo>
                  <a:lnTo>
                    <a:pt x="3268228" y="543867"/>
                  </a:lnTo>
                  <a:lnTo>
                    <a:pt x="3274141" y="540955"/>
                  </a:lnTo>
                  <a:lnTo>
                    <a:pt x="3277966" y="539070"/>
                  </a:lnTo>
                  <a:lnTo>
                    <a:pt x="3281618" y="537271"/>
                  </a:lnTo>
                  <a:lnTo>
                    <a:pt x="3282488" y="536842"/>
                  </a:lnTo>
                  <a:lnTo>
                    <a:pt x="3304051" y="526212"/>
                  </a:lnTo>
                  <a:lnTo>
                    <a:pt x="3309094" y="523725"/>
                  </a:lnTo>
                  <a:lnTo>
                    <a:pt x="3311702" y="522438"/>
                  </a:lnTo>
                  <a:lnTo>
                    <a:pt x="3345612" y="505699"/>
                  </a:lnTo>
                  <a:lnTo>
                    <a:pt x="3348395" y="504325"/>
                  </a:lnTo>
                  <a:lnTo>
                    <a:pt x="3357611" y="499771"/>
                  </a:lnTo>
                  <a:lnTo>
                    <a:pt x="3366480" y="495388"/>
                  </a:lnTo>
                  <a:lnTo>
                    <a:pt x="3366828" y="495216"/>
                  </a:lnTo>
                  <a:lnTo>
                    <a:pt x="3373958" y="491691"/>
                  </a:lnTo>
                  <a:lnTo>
                    <a:pt x="3383522" y="486961"/>
                  </a:lnTo>
                  <a:lnTo>
                    <a:pt x="3391000" y="483262"/>
                  </a:lnTo>
                  <a:lnTo>
                    <a:pt x="3391869" y="482832"/>
                  </a:lnTo>
                  <a:lnTo>
                    <a:pt x="3397086" y="480250"/>
                  </a:lnTo>
                  <a:lnTo>
                    <a:pt x="3405433" y="476119"/>
                  </a:lnTo>
                  <a:lnTo>
                    <a:pt x="3414476" y="471642"/>
                  </a:lnTo>
                  <a:lnTo>
                    <a:pt x="3419519" y="469145"/>
                  </a:lnTo>
                  <a:lnTo>
                    <a:pt x="3442126" y="457944"/>
                  </a:lnTo>
                  <a:lnTo>
                    <a:pt x="3448038" y="455014"/>
                  </a:lnTo>
                  <a:lnTo>
                    <a:pt x="3451864" y="453117"/>
                  </a:lnTo>
                  <a:lnTo>
                    <a:pt x="3455516" y="451306"/>
                  </a:lnTo>
                  <a:lnTo>
                    <a:pt x="3456385" y="450875"/>
                  </a:lnTo>
                  <a:lnTo>
                    <a:pt x="3477948" y="440178"/>
                  </a:lnTo>
                  <a:lnTo>
                    <a:pt x="3482991" y="437676"/>
                  </a:lnTo>
                  <a:lnTo>
                    <a:pt x="3485600" y="436381"/>
                  </a:lnTo>
                  <a:lnTo>
                    <a:pt x="3519510" y="419540"/>
                  </a:lnTo>
                  <a:lnTo>
                    <a:pt x="3522292" y="418158"/>
                  </a:lnTo>
                  <a:lnTo>
                    <a:pt x="3531509" y="413577"/>
                  </a:lnTo>
                  <a:lnTo>
                    <a:pt x="3540378" y="409168"/>
                  </a:lnTo>
                  <a:lnTo>
                    <a:pt x="3540725" y="408995"/>
                  </a:lnTo>
                  <a:lnTo>
                    <a:pt x="3547855" y="405449"/>
                  </a:lnTo>
                  <a:lnTo>
                    <a:pt x="3557420" y="400692"/>
                  </a:lnTo>
                  <a:lnTo>
                    <a:pt x="3564897" y="396971"/>
                  </a:lnTo>
                  <a:lnTo>
                    <a:pt x="3565767" y="396539"/>
                  </a:lnTo>
                  <a:lnTo>
                    <a:pt x="3570984" y="393942"/>
                  </a:lnTo>
                  <a:lnTo>
                    <a:pt x="3579331" y="389788"/>
                  </a:lnTo>
                  <a:lnTo>
                    <a:pt x="3588373" y="385285"/>
                  </a:lnTo>
                  <a:lnTo>
                    <a:pt x="3593416" y="382774"/>
                  </a:lnTo>
                  <a:lnTo>
                    <a:pt x="3616023" y="371512"/>
                  </a:lnTo>
                  <a:lnTo>
                    <a:pt x="3621936" y="368565"/>
                  </a:lnTo>
                  <a:lnTo>
                    <a:pt x="3625761" y="366658"/>
                  </a:lnTo>
                  <a:lnTo>
                    <a:pt x="3629413" y="364837"/>
                  </a:lnTo>
                  <a:lnTo>
                    <a:pt x="3630283" y="364404"/>
                  </a:lnTo>
                  <a:lnTo>
                    <a:pt x="3651846" y="353650"/>
                  </a:lnTo>
                  <a:lnTo>
                    <a:pt x="3656889" y="351134"/>
                  </a:lnTo>
                  <a:lnTo>
                    <a:pt x="3659497" y="349833"/>
                  </a:lnTo>
                  <a:lnTo>
                    <a:pt x="3693407" y="332905"/>
                  </a:lnTo>
                  <a:lnTo>
                    <a:pt x="3696190" y="331515"/>
                  </a:lnTo>
                  <a:lnTo>
                    <a:pt x="3705406" y="326911"/>
                  </a:lnTo>
                  <a:lnTo>
                    <a:pt x="3714623" y="322306"/>
                  </a:lnTo>
                  <a:lnTo>
                    <a:pt x="3721753" y="318743"/>
                  </a:lnTo>
                  <a:lnTo>
                    <a:pt x="3731317" y="313962"/>
                  </a:lnTo>
                  <a:lnTo>
                    <a:pt x="3738795" y="310223"/>
                  </a:lnTo>
                  <a:lnTo>
                    <a:pt x="3739664" y="309789"/>
                  </a:lnTo>
                  <a:lnTo>
                    <a:pt x="3744881" y="307180"/>
                  </a:lnTo>
                  <a:lnTo>
                    <a:pt x="3753228" y="303005"/>
                  </a:lnTo>
                  <a:lnTo>
                    <a:pt x="3762271" y="298481"/>
                  </a:lnTo>
                  <a:lnTo>
                    <a:pt x="3767314" y="295958"/>
                  </a:lnTo>
                  <a:lnTo>
                    <a:pt x="3789920" y="284642"/>
                  </a:lnTo>
                  <a:lnTo>
                    <a:pt x="3795833" y="281682"/>
                  </a:lnTo>
                  <a:lnTo>
                    <a:pt x="3799659" y="279766"/>
                  </a:lnTo>
                  <a:lnTo>
                    <a:pt x="3803311" y="277937"/>
                  </a:lnTo>
                  <a:lnTo>
                    <a:pt x="3804180" y="277502"/>
                  </a:lnTo>
                  <a:lnTo>
                    <a:pt x="3825743" y="266699"/>
                  </a:lnTo>
                  <a:lnTo>
                    <a:pt x="3830786" y="264172"/>
                  </a:lnTo>
                  <a:lnTo>
                    <a:pt x="3833395" y="262864"/>
                  </a:lnTo>
                  <a:lnTo>
                    <a:pt x="3867305" y="245862"/>
                  </a:lnTo>
                  <a:lnTo>
                    <a:pt x="3870087" y="244466"/>
                  </a:lnTo>
                  <a:lnTo>
                    <a:pt x="3879304" y="239843"/>
                  </a:lnTo>
                  <a:lnTo>
                    <a:pt x="3888173" y="235392"/>
                  </a:lnTo>
                  <a:lnTo>
                    <a:pt x="3888520" y="235218"/>
                  </a:lnTo>
                  <a:lnTo>
                    <a:pt x="3895650" y="231640"/>
                  </a:lnTo>
                  <a:lnTo>
                    <a:pt x="3905214" y="226839"/>
                  </a:lnTo>
                  <a:lnTo>
                    <a:pt x="3912692" y="223084"/>
                  </a:lnTo>
                  <a:lnTo>
                    <a:pt x="3913562" y="222648"/>
                  </a:lnTo>
                  <a:lnTo>
                    <a:pt x="3918778" y="220028"/>
                  </a:lnTo>
                  <a:lnTo>
                    <a:pt x="3927126" y="215836"/>
                  </a:lnTo>
                  <a:lnTo>
                    <a:pt x="3936168" y="211294"/>
                  </a:lnTo>
                  <a:lnTo>
                    <a:pt x="3941211" y="208760"/>
                  </a:lnTo>
                  <a:lnTo>
                    <a:pt x="3963818" y="197399"/>
                  </a:lnTo>
                  <a:lnTo>
                    <a:pt x="3969730" y="194427"/>
                  </a:lnTo>
                  <a:lnTo>
                    <a:pt x="3973556" y="192504"/>
                  </a:lnTo>
                  <a:lnTo>
                    <a:pt x="3977208" y="190668"/>
                  </a:lnTo>
                  <a:lnTo>
                    <a:pt x="3978077" y="190231"/>
                  </a:lnTo>
                  <a:lnTo>
                    <a:pt x="4004684" y="176849"/>
                  </a:lnTo>
                  <a:lnTo>
                    <a:pt x="4007292" y="175537"/>
                  </a:lnTo>
                  <a:lnTo>
                    <a:pt x="4041202" y="158470"/>
                  </a:lnTo>
                  <a:lnTo>
                    <a:pt x="4043985" y="157070"/>
                  </a:lnTo>
                  <a:lnTo>
                    <a:pt x="4053201" y="152429"/>
                  </a:lnTo>
                  <a:lnTo>
                    <a:pt x="4062070" y="147962"/>
                  </a:lnTo>
                  <a:lnTo>
                    <a:pt x="4062418" y="147787"/>
                  </a:lnTo>
                  <a:lnTo>
                    <a:pt x="4086590" y="135610"/>
                  </a:lnTo>
                  <a:lnTo>
                    <a:pt x="4092676" y="132543"/>
                  </a:lnTo>
                  <a:lnTo>
                    <a:pt x="4101023" y="128336"/>
                  </a:lnTo>
                  <a:lnTo>
                    <a:pt x="4110066" y="123778"/>
                  </a:lnTo>
                  <a:lnTo>
                    <a:pt x="4151975" y="102643"/>
                  </a:lnTo>
                  <a:lnTo>
                    <a:pt x="4181190" y="87901"/>
                  </a:lnTo>
                  <a:lnTo>
                    <a:pt x="4261356" y="47409"/>
                  </a:lnTo>
                  <a:lnTo>
                    <a:pt x="4355087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" name="pl17"/>
            <p:cNvSpPr/>
            <p:nvPr/>
          </p:nvSpPr>
          <p:spPr>
            <a:xfrm>
              <a:off x="3427483" y="2809317"/>
              <a:ext cx="4355087" cy="1934567"/>
            </a:xfrm>
            <a:custGeom>
              <a:avLst/>
              <a:pathLst>
                <a:path w="4355087" h="1934567">
                  <a:moveTo>
                    <a:pt x="4355087" y="0"/>
                  </a:moveTo>
                  <a:lnTo>
                    <a:pt x="4261356" y="36958"/>
                  </a:lnTo>
                  <a:lnTo>
                    <a:pt x="4181190" y="68624"/>
                  </a:lnTo>
                  <a:lnTo>
                    <a:pt x="4151975" y="80178"/>
                  </a:lnTo>
                  <a:lnTo>
                    <a:pt x="4110066" y="96766"/>
                  </a:lnTo>
                  <a:lnTo>
                    <a:pt x="4101023" y="100347"/>
                  </a:lnTo>
                  <a:lnTo>
                    <a:pt x="4092676" y="103653"/>
                  </a:lnTo>
                  <a:lnTo>
                    <a:pt x="4086590" y="106065"/>
                  </a:lnTo>
                  <a:lnTo>
                    <a:pt x="4062418" y="115645"/>
                  </a:lnTo>
                  <a:lnTo>
                    <a:pt x="4062070" y="115783"/>
                  </a:lnTo>
                  <a:lnTo>
                    <a:pt x="4053201" y="119299"/>
                  </a:lnTo>
                  <a:lnTo>
                    <a:pt x="4043985" y="122954"/>
                  </a:lnTo>
                  <a:lnTo>
                    <a:pt x="4041202" y="124058"/>
                  </a:lnTo>
                  <a:lnTo>
                    <a:pt x="4007292" y="137514"/>
                  </a:lnTo>
                  <a:lnTo>
                    <a:pt x="4004684" y="138550"/>
                  </a:lnTo>
                  <a:lnTo>
                    <a:pt x="3978077" y="149116"/>
                  </a:lnTo>
                  <a:lnTo>
                    <a:pt x="3977208" y="149462"/>
                  </a:lnTo>
                  <a:lnTo>
                    <a:pt x="3973556" y="150913"/>
                  </a:lnTo>
                  <a:lnTo>
                    <a:pt x="3969730" y="152433"/>
                  </a:lnTo>
                  <a:lnTo>
                    <a:pt x="3963818" y="154783"/>
                  </a:lnTo>
                  <a:lnTo>
                    <a:pt x="3941211" y="163770"/>
                  </a:lnTo>
                  <a:lnTo>
                    <a:pt x="3936168" y="165776"/>
                  </a:lnTo>
                  <a:lnTo>
                    <a:pt x="3927126" y="169373"/>
                  </a:lnTo>
                  <a:lnTo>
                    <a:pt x="3918778" y="172694"/>
                  </a:lnTo>
                  <a:lnTo>
                    <a:pt x="3913562" y="174770"/>
                  </a:lnTo>
                  <a:lnTo>
                    <a:pt x="3912692" y="175116"/>
                  </a:lnTo>
                  <a:lnTo>
                    <a:pt x="3905214" y="178093"/>
                  </a:lnTo>
                  <a:lnTo>
                    <a:pt x="3895650" y="181901"/>
                  </a:lnTo>
                  <a:lnTo>
                    <a:pt x="3888520" y="184740"/>
                  </a:lnTo>
                  <a:lnTo>
                    <a:pt x="3888173" y="184878"/>
                  </a:lnTo>
                  <a:lnTo>
                    <a:pt x="3879304" y="188411"/>
                  </a:lnTo>
                  <a:lnTo>
                    <a:pt x="3870087" y="192083"/>
                  </a:lnTo>
                  <a:lnTo>
                    <a:pt x="3867305" y="193192"/>
                  </a:lnTo>
                  <a:lnTo>
                    <a:pt x="3833395" y="206712"/>
                  </a:lnTo>
                  <a:lnTo>
                    <a:pt x="3830786" y="207753"/>
                  </a:lnTo>
                  <a:lnTo>
                    <a:pt x="3825743" y="209765"/>
                  </a:lnTo>
                  <a:lnTo>
                    <a:pt x="3804180" y="218371"/>
                  </a:lnTo>
                  <a:lnTo>
                    <a:pt x="3803311" y="218718"/>
                  </a:lnTo>
                  <a:lnTo>
                    <a:pt x="3799659" y="220176"/>
                  </a:lnTo>
                  <a:lnTo>
                    <a:pt x="3795833" y="221704"/>
                  </a:lnTo>
                  <a:lnTo>
                    <a:pt x="3789920" y="224065"/>
                  </a:lnTo>
                  <a:lnTo>
                    <a:pt x="3767314" y="233098"/>
                  </a:lnTo>
                  <a:lnTo>
                    <a:pt x="3762271" y="235114"/>
                  </a:lnTo>
                  <a:lnTo>
                    <a:pt x="3753228" y="238730"/>
                  </a:lnTo>
                  <a:lnTo>
                    <a:pt x="3744881" y="242068"/>
                  </a:lnTo>
                  <a:lnTo>
                    <a:pt x="3739664" y="244155"/>
                  </a:lnTo>
                  <a:lnTo>
                    <a:pt x="3738795" y="244503"/>
                  </a:lnTo>
                  <a:lnTo>
                    <a:pt x="3731317" y="247495"/>
                  </a:lnTo>
                  <a:lnTo>
                    <a:pt x="3721753" y="251323"/>
                  </a:lnTo>
                  <a:lnTo>
                    <a:pt x="3714623" y="254177"/>
                  </a:lnTo>
                  <a:lnTo>
                    <a:pt x="3705406" y="257868"/>
                  </a:lnTo>
                  <a:lnTo>
                    <a:pt x="3696190" y="261560"/>
                  </a:lnTo>
                  <a:lnTo>
                    <a:pt x="3693407" y="262675"/>
                  </a:lnTo>
                  <a:lnTo>
                    <a:pt x="3659497" y="276270"/>
                  </a:lnTo>
                  <a:lnTo>
                    <a:pt x="3656889" y="277316"/>
                  </a:lnTo>
                  <a:lnTo>
                    <a:pt x="3651846" y="279339"/>
                  </a:lnTo>
                  <a:lnTo>
                    <a:pt x="3630283" y="287995"/>
                  </a:lnTo>
                  <a:lnTo>
                    <a:pt x="3629413" y="288344"/>
                  </a:lnTo>
                  <a:lnTo>
                    <a:pt x="3625761" y="289810"/>
                  </a:lnTo>
                  <a:lnTo>
                    <a:pt x="3621936" y="291347"/>
                  </a:lnTo>
                  <a:lnTo>
                    <a:pt x="3616023" y="293722"/>
                  </a:lnTo>
                  <a:lnTo>
                    <a:pt x="3593416" y="302808"/>
                  </a:lnTo>
                  <a:lnTo>
                    <a:pt x="3588373" y="304836"/>
                  </a:lnTo>
                  <a:lnTo>
                    <a:pt x="3579331" y="308473"/>
                  </a:lnTo>
                  <a:lnTo>
                    <a:pt x="3570984" y="311831"/>
                  </a:lnTo>
                  <a:lnTo>
                    <a:pt x="3565767" y="313931"/>
                  </a:lnTo>
                  <a:lnTo>
                    <a:pt x="3564897" y="314281"/>
                  </a:lnTo>
                  <a:lnTo>
                    <a:pt x="3557420" y="317291"/>
                  </a:lnTo>
                  <a:lnTo>
                    <a:pt x="3547855" y="321143"/>
                  </a:lnTo>
                  <a:lnTo>
                    <a:pt x="3540725" y="324015"/>
                  </a:lnTo>
                  <a:lnTo>
                    <a:pt x="3540378" y="324155"/>
                  </a:lnTo>
                  <a:lnTo>
                    <a:pt x="3531509" y="327728"/>
                  </a:lnTo>
                  <a:lnTo>
                    <a:pt x="3522292" y="331444"/>
                  </a:lnTo>
                  <a:lnTo>
                    <a:pt x="3519510" y="332565"/>
                  </a:lnTo>
                  <a:lnTo>
                    <a:pt x="3485600" y="346247"/>
                  </a:lnTo>
                  <a:lnTo>
                    <a:pt x="3482991" y="347300"/>
                  </a:lnTo>
                  <a:lnTo>
                    <a:pt x="3477948" y="349337"/>
                  </a:lnTo>
                  <a:lnTo>
                    <a:pt x="3456385" y="358049"/>
                  </a:lnTo>
                  <a:lnTo>
                    <a:pt x="3455516" y="358401"/>
                  </a:lnTo>
                  <a:lnTo>
                    <a:pt x="3451864" y="359877"/>
                  </a:lnTo>
                  <a:lnTo>
                    <a:pt x="3448038" y="361424"/>
                  </a:lnTo>
                  <a:lnTo>
                    <a:pt x="3442126" y="363815"/>
                  </a:lnTo>
                  <a:lnTo>
                    <a:pt x="3419519" y="372963"/>
                  </a:lnTo>
                  <a:lnTo>
                    <a:pt x="3414476" y="375005"/>
                  </a:lnTo>
                  <a:lnTo>
                    <a:pt x="3405433" y="378667"/>
                  </a:lnTo>
                  <a:lnTo>
                    <a:pt x="3397086" y="382049"/>
                  </a:lnTo>
                  <a:lnTo>
                    <a:pt x="3391869" y="384164"/>
                  </a:lnTo>
                  <a:lnTo>
                    <a:pt x="3391000" y="384516"/>
                  </a:lnTo>
                  <a:lnTo>
                    <a:pt x="3383522" y="387548"/>
                  </a:lnTo>
                  <a:lnTo>
                    <a:pt x="3373958" y="391427"/>
                  </a:lnTo>
                  <a:lnTo>
                    <a:pt x="3366828" y="394319"/>
                  </a:lnTo>
                  <a:lnTo>
                    <a:pt x="3366480" y="394460"/>
                  </a:lnTo>
                  <a:lnTo>
                    <a:pt x="3357611" y="398060"/>
                  </a:lnTo>
                  <a:lnTo>
                    <a:pt x="3348395" y="401802"/>
                  </a:lnTo>
                  <a:lnTo>
                    <a:pt x="3345612" y="402932"/>
                  </a:lnTo>
                  <a:lnTo>
                    <a:pt x="3311702" y="416716"/>
                  </a:lnTo>
                  <a:lnTo>
                    <a:pt x="3309094" y="417777"/>
                  </a:lnTo>
                  <a:lnTo>
                    <a:pt x="3304051" y="419829"/>
                  </a:lnTo>
                  <a:lnTo>
                    <a:pt x="3282488" y="428608"/>
                  </a:lnTo>
                  <a:lnTo>
                    <a:pt x="3281618" y="428962"/>
                  </a:lnTo>
                  <a:lnTo>
                    <a:pt x="3277966" y="430450"/>
                  </a:lnTo>
                  <a:lnTo>
                    <a:pt x="3274141" y="432009"/>
                  </a:lnTo>
                  <a:lnTo>
                    <a:pt x="3268228" y="434419"/>
                  </a:lnTo>
                  <a:lnTo>
                    <a:pt x="3245621" y="443639"/>
                  </a:lnTo>
                  <a:lnTo>
                    <a:pt x="3240578" y="445697"/>
                  </a:lnTo>
                  <a:lnTo>
                    <a:pt x="3231536" y="449389"/>
                  </a:lnTo>
                  <a:lnTo>
                    <a:pt x="3223189" y="452798"/>
                  </a:lnTo>
                  <a:lnTo>
                    <a:pt x="3217972" y="454930"/>
                  </a:lnTo>
                  <a:lnTo>
                    <a:pt x="3217102" y="455285"/>
                  </a:lnTo>
                  <a:lnTo>
                    <a:pt x="3209625" y="458341"/>
                  </a:lnTo>
                  <a:lnTo>
                    <a:pt x="3200060" y="462252"/>
                  </a:lnTo>
                  <a:lnTo>
                    <a:pt x="3192931" y="465169"/>
                  </a:lnTo>
                  <a:lnTo>
                    <a:pt x="3192583" y="465311"/>
                  </a:lnTo>
                  <a:lnTo>
                    <a:pt x="3183714" y="468941"/>
                  </a:lnTo>
                  <a:lnTo>
                    <a:pt x="3174497" y="472715"/>
                  </a:lnTo>
                  <a:lnTo>
                    <a:pt x="3171715" y="473854"/>
                  </a:lnTo>
                  <a:lnTo>
                    <a:pt x="3137805" y="487756"/>
                  </a:lnTo>
                  <a:lnTo>
                    <a:pt x="3135197" y="488827"/>
                  </a:lnTo>
                  <a:lnTo>
                    <a:pt x="3130154" y="490897"/>
                  </a:lnTo>
                  <a:lnTo>
                    <a:pt x="3108590" y="499754"/>
                  </a:lnTo>
                  <a:lnTo>
                    <a:pt x="3104069" y="501612"/>
                  </a:lnTo>
                  <a:lnTo>
                    <a:pt x="3100243" y="503185"/>
                  </a:lnTo>
                  <a:lnTo>
                    <a:pt x="3094331" y="505617"/>
                  </a:lnTo>
                  <a:lnTo>
                    <a:pt x="3071724" y="514921"/>
                  </a:lnTo>
                  <a:lnTo>
                    <a:pt x="3066681" y="516998"/>
                  </a:lnTo>
                  <a:lnTo>
                    <a:pt x="3057638" y="520724"/>
                  </a:lnTo>
                  <a:lnTo>
                    <a:pt x="3049291" y="524166"/>
                  </a:lnTo>
                  <a:lnTo>
                    <a:pt x="3044074" y="526317"/>
                  </a:lnTo>
                  <a:lnTo>
                    <a:pt x="3043205" y="526676"/>
                  </a:lnTo>
                  <a:lnTo>
                    <a:pt x="3035727" y="529761"/>
                  </a:lnTo>
                  <a:lnTo>
                    <a:pt x="3026163" y="533709"/>
                  </a:lnTo>
                  <a:lnTo>
                    <a:pt x="3019033" y="536654"/>
                  </a:lnTo>
                  <a:lnTo>
                    <a:pt x="3018685" y="536797"/>
                  </a:lnTo>
                  <a:lnTo>
                    <a:pt x="3009817" y="540462"/>
                  </a:lnTo>
                  <a:lnTo>
                    <a:pt x="3000600" y="544272"/>
                  </a:lnTo>
                  <a:lnTo>
                    <a:pt x="2997818" y="545423"/>
                  </a:lnTo>
                  <a:lnTo>
                    <a:pt x="2963908" y="559463"/>
                  </a:lnTo>
                  <a:lnTo>
                    <a:pt x="2961299" y="560544"/>
                  </a:lnTo>
                  <a:lnTo>
                    <a:pt x="2956256" y="562635"/>
                  </a:lnTo>
                  <a:lnTo>
                    <a:pt x="2934693" y="571582"/>
                  </a:lnTo>
                  <a:lnTo>
                    <a:pt x="2933823" y="571943"/>
                  </a:lnTo>
                  <a:lnTo>
                    <a:pt x="2930171" y="573459"/>
                  </a:lnTo>
                  <a:lnTo>
                    <a:pt x="2926346" y="575049"/>
                  </a:lnTo>
                  <a:lnTo>
                    <a:pt x="2920433" y="577505"/>
                  </a:lnTo>
                  <a:lnTo>
                    <a:pt x="2897827" y="586907"/>
                  </a:lnTo>
                  <a:lnTo>
                    <a:pt x="2892784" y="589006"/>
                  </a:lnTo>
                  <a:lnTo>
                    <a:pt x="2883741" y="592771"/>
                  </a:lnTo>
                  <a:lnTo>
                    <a:pt x="2875394" y="596249"/>
                  </a:lnTo>
                  <a:lnTo>
                    <a:pt x="2870177" y="598424"/>
                  </a:lnTo>
                  <a:lnTo>
                    <a:pt x="2869307" y="598787"/>
                  </a:lnTo>
                  <a:lnTo>
                    <a:pt x="2861830" y="601905"/>
                  </a:lnTo>
                  <a:lnTo>
                    <a:pt x="2852265" y="605896"/>
                  </a:lnTo>
                  <a:lnTo>
                    <a:pt x="2845136" y="608873"/>
                  </a:lnTo>
                  <a:lnTo>
                    <a:pt x="2844788" y="609018"/>
                  </a:lnTo>
                  <a:lnTo>
                    <a:pt x="2835919" y="612723"/>
                  </a:lnTo>
                  <a:lnTo>
                    <a:pt x="2826703" y="616576"/>
                  </a:lnTo>
                  <a:lnTo>
                    <a:pt x="2823920" y="617739"/>
                  </a:lnTo>
                  <a:lnTo>
                    <a:pt x="2790010" y="631937"/>
                  </a:lnTo>
                  <a:lnTo>
                    <a:pt x="2787402" y="633030"/>
                  </a:lnTo>
                  <a:lnTo>
                    <a:pt x="2782359" y="635145"/>
                  </a:lnTo>
                  <a:lnTo>
                    <a:pt x="2760795" y="644195"/>
                  </a:lnTo>
                  <a:lnTo>
                    <a:pt x="2759926" y="644561"/>
                  </a:lnTo>
                  <a:lnTo>
                    <a:pt x="2756274" y="646095"/>
                  </a:lnTo>
                  <a:lnTo>
                    <a:pt x="2752448" y="647703"/>
                  </a:lnTo>
                  <a:lnTo>
                    <a:pt x="2746536" y="650188"/>
                  </a:lnTo>
                  <a:lnTo>
                    <a:pt x="2723929" y="659701"/>
                  </a:lnTo>
                  <a:lnTo>
                    <a:pt x="2718886" y="661825"/>
                  </a:lnTo>
                  <a:lnTo>
                    <a:pt x="2709843" y="665636"/>
                  </a:lnTo>
                  <a:lnTo>
                    <a:pt x="2701496" y="669156"/>
                  </a:lnTo>
                  <a:lnTo>
                    <a:pt x="2696279" y="671357"/>
                  </a:lnTo>
                  <a:lnTo>
                    <a:pt x="2695410" y="671724"/>
                  </a:lnTo>
                  <a:lnTo>
                    <a:pt x="2687932" y="674880"/>
                  </a:lnTo>
                  <a:lnTo>
                    <a:pt x="2678368" y="678920"/>
                  </a:lnTo>
                  <a:lnTo>
                    <a:pt x="2671238" y="681933"/>
                  </a:lnTo>
                  <a:lnTo>
                    <a:pt x="2670890" y="682080"/>
                  </a:lnTo>
                  <a:lnTo>
                    <a:pt x="2662022" y="685831"/>
                  </a:lnTo>
                  <a:lnTo>
                    <a:pt x="2652805" y="689732"/>
                  </a:lnTo>
                  <a:lnTo>
                    <a:pt x="2650023" y="690910"/>
                  </a:lnTo>
                  <a:lnTo>
                    <a:pt x="2616113" y="705287"/>
                  </a:lnTo>
                  <a:lnTo>
                    <a:pt x="2613504" y="706394"/>
                  </a:lnTo>
                  <a:lnTo>
                    <a:pt x="2608461" y="708536"/>
                  </a:lnTo>
                  <a:lnTo>
                    <a:pt x="2586898" y="717703"/>
                  </a:lnTo>
                  <a:lnTo>
                    <a:pt x="2586028" y="718073"/>
                  </a:lnTo>
                  <a:lnTo>
                    <a:pt x="2582377" y="719628"/>
                  </a:lnTo>
                  <a:lnTo>
                    <a:pt x="2572638" y="723774"/>
                  </a:lnTo>
                  <a:lnTo>
                    <a:pt x="2550032" y="733412"/>
                  </a:lnTo>
                  <a:lnTo>
                    <a:pt x="2544989" y="735565"/>
                  </a:lnTo>
                  <a:lnTo>
                    <a:pt x="2535946" y="739427"/>
                  </a:lnTo>
                  <a:lnTo>
                    <a:pt x="2527599" y="742994"/>
                  </a:lnTo>
                  <a:lnTo>
                    <a:pt x="2522382" y="745224"/>
                  </a:lnTo>
                  <a:lnTo>
                    <a:pt x="2521512" y="745596"/>
                  </a:lnTo>
                  <a:lnTo>
                    <a:pt x="2514035" y="748795"/>
                  </a:lnTo>
                  <a:lnTo>
                    <a:pt x="2504471" y="752890"/>
                  </a:lnTo>
                  <a:lnTo>
                    <a:pt x="2497341" y="755945"/>
                  </a:lnTo>
                  <a:lnTo>
                    <a:pt x="2496993" y="756094"/>
                  </a:lnTo>
                  <a:lnTo>
                    <a:pt x="2488124" y="759896"/>
                  </a:lnTo>
                  <a:lnTo>
                    <a:pt x="2478908" y="763850"/>
                  </a:lnTo>
                  <a:lnTo>
                    <a:pt x="2476125" y="765044"/>
                  </a:lnTo>
                  <a:lnTo>
                    <a:pt x="2442215" y="779622"/>
                  </a:lnTo>
                  <a:lnTo>
                    <a:pt x="2439607" y="780745"/>
                  </a:lnTo>
                  <a:lnTo>
                    <a:pt x="2434564" y="782917"/>
                  </a:lnTo>
                  <a:lnTo>
                    <a:pt x="2413000" y="792214"/>
                  </a:lnTo>
                  <a:lnTo>
                    <a:pt x="2412131" y="792589"/>
                  </a:lnTo>
                  <a:lnTo>
                    <a:pt x="2408479" y="794165"/>
                  </a:lnTo>
                  <a:lnTo>
                    <a:pt x="2404653" y="795817"/>
                  </a:lnTo>
                  <a:lnTo>
                    <a:pt x="2398741" y="798371"/>
                  </a:lnTo>
                  <a:lnTo>
                    <a:pt x="2376134" y="808148"/>
                  </a:lnTo>
                  <a:lnTo>
                    <a:pt x="2371091" y="810332"/>
                  </a:lnTo>
                  <a:lnTo>
                    <a:pt x="2362049" y="814250"/>
                  </a:lnTo>
                  <a:lnTo>
                    <a:pt x="2353701" y="817869"/>
                  </a:lnTo>
                  <a:lnTo>
                    <a:pt x="2348485" y="820132"/>
                  </a:lnTo>
                  <a:lnTo>
                    <a:pt x="2340137" y="823755"/>
                  </a:lnTo>
                  <a:lnTo>
                    <a:pt x="2330573" y="827910"/>
                  </a:lnTo>
                  <a:lnTo>
                    <a:pt x="2323443" y="831010"/>
                  </a:lnTo>
                  <a:lnTo>
                    <a:pt x="2323095" y="831161"/>
                  </a:lnTo>
                  <a:lnTo>
                    <a:pt x="2314227" y="835020"/>
                  </a:lnTo>
                  <a:lnTo>
                    <a:pt x="2305010" y="839033"/>
                  </a:lnTo>
                  <a:lnTo>
                    <a:pt x="2302228" y="840245"/>
                  </a:lnTo>
                  <a:lnTo>
                    <a:pt x="2268318" y="855041"/>
                  </a:lnTo>
                  <a:lnTo>
                    <a:pt x="2265709" y="856181"/>
                  </a:lnTo>
                  <a:lnTo>
                    <a:pt x="2260666" y="858385"/>
                  </a:lnTo>
                  <a:lnTo>
                    <a:pt x="2239103" y="867823"/>
                  </a:lnTo>
                  <a:lnTo>
                    <a:pt x="2238234" y="868204"/>
                  </a:lnTo>
                  <a:lnTo>
                    <a:pt x="2234582" y="869805"/>
                  </a:lnTo>
                  <a:lnTo>
                    <a:pt x="2230756" y="871482"/>
                  </a:lnTo>
                  <a:lnTo>
                    <a:pt x="2224843" y="874075"/>
                  </a:lnTo>
                  <a:lnTo>
                    <a:pt x="2202237" y="884002"/>
                  </a:lnTo>
                  <a:lnTo>
                    <a:pt x="2197194" y="886219"/>
                  </a:lnTo>
                  <a:lnTo>
                    <a:pt x="2188151" y="890197"/>
                  </a:lnTo>
                  <a:lnTo>
                    <a:pt x="2179804" y="893872"/>
                  </a:lnTo>
                  <a:lnTo>
                    <a:pt x="2174587" y="896171"/>
                  </a:lnTo>
                  <a:lnTo>
                    <a:pt x="2173718" y="896554"/>
                  </a:lnTo>
                  <a:lnTo>
                    <a:pt x="2166240" y="899850"/>
                  </a:lnTo>
                  <a:lnTo>
                    <a:pt x="2156676" y="904070"/>
                  </a:lnTo>
                  <a:lnTo>
                    <a:pt x="2149546" y="907218"/>
                  </a:lnTo>
                  <a:lnTo>
                    <a:pt x="2149198" y="907371"/>
                  </a:lnTo>
                  <a:lnTo>
                    <a:pt x="2140329" y="911290"/>
                  </a:lnTo>
                  <a:lnTo>
                    <a:pt x="2131113" y="915365"/>
                  </a:lnTo>
                  <a:lnTo>
                    <a:pt x="2128330" y="916596"/>
                  </a:lnTo>
                  <a:lnTo>
                    <a:pt x="2094420" y="931625"/>
                  </a:lnTo>
                  <a:lnTo>
                    <a:pt x="2091812" y="932783"/>
                  </a:lnTo>
                  <a:lnTo>
                    <a:pt x="2086769" y="935022"/>
                  </a:lnTo>
                  <a:lnTo>
                    <a:pt x="2065206" y="944609"/>
                  </a:lnTo>
                  <a:lnTo>
                    <a:pt x="2064336" y="944996"/>
                  </a:lnTo>
                  <a:lnTo>
                    <a:pt x="2060684" y="946622"/>
                  </a:lnTo>
                  <a:lnTo>
                    <a:pt x="2056859" y="948325"/>
                  </a:lnTo>
                  <a:lnTo>
                    <a:pt x="2050946" y="950960"/>
                  </a:lnTo>
                  <a:lnTo>
                    <a:pt x="2028339" y="961044"/>
                  </a:lnTo>
                  <a:lnTo>
                    <a:pt x="2023296" y="963296"/>
                  </a:lnTo>
                  <a:lnTo>
                    <a:pt x="2014254" y="967338"/>
                  </a:lnTo>
                  <a:lnTo>
                    <a:pt x="2005907" y="971071"/>
                  </a:lnTo>
                  <a:lnTo>
                    <a:pt x="2000690" y="973406"/>
                  </a:lnTo>
                  <a:lnTo>
                    <a:pt x="1999820" y="973795"/>
                  </a:lnTo>
                  <a:lnTo>
                    <a:pt x="1992343" y="977144"/>
                  </a:lnTo>
                  <a:lnTo>
                    <a:pt x="1982778" y="981431"/>
                  </a:lnTo>
                  <a:lnTo>
                    <a:pt x="1975648" y="984629"/>
                  </a:lnTo>
                  <a:lnTo>
                    <a:pt x="1975301" y="984785"/>
                  </a:lnTo>
                  <a:lnTo>
                    <a:pt x="1966432" y="988766"/>
                  </a:lnTo>
                  <a:lnTo>
                    <a:pt x="1957215" y="992907"/>
                  </a:lnTo>
                  <a:lnTo>
                    <a:pt x="1954433" y="994157"/>
                  </a:lnTo>
                  <a:lnTo>
                    <a:pt x="1920523" y="1009425"/>
                  </a:lnTo>
                  <a:lnTo>
                    <a:pt x="1917914" y="1010602"/>
                  </a:lnTo>
                  <a:lnTo>
                    <a:pt x="1912871" y="1012877"/>
                  </a:lnTo>
                  <a:lnTo>
                    <a:pt x="1890439" y="1023010"/>
                  </a:lnTo>
                  <a:lnTo>
                    <a:pt x="1886787" y="1024661"/>
                  </a:lnTo>
                  <a:lnTo>
                    <a:pt x="1882961" y="1026392"/>
                  </a:lnTo>
                  <a:lnTo>
                    <a:pt x="1877049" y="1029068"/>
                  </a:lnTo>
                  <a:lnTo>
                    <a:pt x="1854442" y="1039313"/>
                  </a:lnTo>
                  <a:lnTo>
                    <a:pt x="1849399" y="1041601"/>
                  </a:lnTo>
                  <a:lnTo>
                    <a:pt x="1840356" y="1045707"/>
                  </a:lnTo>
                  <a:lnTo>
                    <a:pt x="1832009" y="1049499"/>
                  </a:lnTo>
                  <a:lnTo>
                    <a:pt x="1826792" y="1051871"/>
                  </a:lnTo>
                  <a:lnTo>
                    <a:pt x="1825923" y="1052267"/>
                  </a:lnTo>
                  <a:lnTo>
                    <a:pt x="1818445" y="1055668"/>
                  </a:lnTo>
                  <a:lnTo>
                    <a:pt x="1808881" y="1060023"/>
                  </a:lnTo>
                  <a:lnTo>
                    <a:pt x="1801751" y="1063271"/>
                  </a:lnTo>
                  <a:lnTo>
                    <a:pt x="1801403" y="1063430"/>
                  </a:lnTo>
                  <a:lnTo>
                    <a:pt x="1792534" y="1067474"/>
                  </a:lnTo>
                  <a:lnTo>
                    <a:pt x="1783318" y="1071679"/>
                  </a:lnTo>
                  <a:lnTo>
                    <a:pt x="1780535" y="1072950"/>
                  </a:lnTo>
                  <a:lnTo>
                    <a:pt x="1746625" y="1088457"/>
                  </a:lnTo>
                  <a:lnTo>
                    <a:pt x="1744017" y="1089652"/>
                  </a:lnTo>
                  <a:lnTo>
                    <a:pt x="1738974" y="1091963"/>
                  </a:lnTo>
                  <a:lnTo>
                    <a:pt x="1717411" y="1101854"/>
                  </a:lnTo>
                  <a:lnTo>
                    <a:pt x="1716541" y="1102253"/>
                  </a:lnTo>
                  <a:lnTo>
                    <a:pt x="1712889" y="1103930"/>
                  </a:lnTo>
                  <a:lnTo>
                    <a:pt x="1709064" y="1105688"/>
                  </a:lnTo>
                  <a:lnTo>
                    <a:pt x="1703151" y="1108405"/>
                  </a:lnTo>
                  <a:lnTo>
                    <a:pt x="1680544" y="1118808"/>
                  </a:lnTo>
                  <a:lnTo>
                    <a:pt x="1675501" y="1121131"/>
                  </a:lnTo>
                  <a:lnTo>
                    <a:pt x="1666459" y="1125300"/>
                  </a:lnTo>
                  <a:lnTo>
                    <a:pt x="1658112" y="1129151"/>
                  </a:lnTo>
                  <a:lnTo>
                    <a:pt x="1652895" y="1131559"/>
                  </a:lnTo>
                  <a:lnTo>
                    <a:pt x="1652025" y="1131960"/>
                  </a:lnTo>
                  <a:lnTo>
                    <a:pt x="1644548" y="1135414"/>
                  </a:lnTo>
                  <a:lnTo>
                    <a:pt x="1634983" y="1139835"/>
                  </a:lnTo>
                  <a:lnTo>
                    <a:pt x="1627854" y="1143132"/>
                  </a:lnTo>
                  <a:lnTo>
                    <a:pt x="1627506" y="1143293"/>
                  </a:lnTo>
                  <a:lnTo>
                    <a:pt x="1618637" y="1147398"/>
                  </a:lnTo>
                  <a:lnTo>
                    <a:pt x="1609420" y="1151667"/>
                  </a:lnTo>
                  <a:lnTo>
                    <a:pt x="1606638" y="1152957"/>
                  </a:lnTo>
                  <a:lnTo>
                    <a:pt x="1572728" y="1168696"/>
                  </a:lnTo>
                  <a:lnTo>
                    <a:pt x="1570120" y="1169908"/>
                  </a:lnTo>
                  <a:lnTo>
                    <a:pt x="1565077" y="1172253"/>
                  </a:lnTo>
                  <a:lnTo>
                    <a:pt x="1543513" y="1182291"/>
                  </a:lnTo>
                  <a:lnTo>
                    <a:pt x="1542644" y="1182696"/>
                  </a:lnTo>
                  <a:lnTo>
                    <a:pt x="1538992" y="1184397"/>
                  </a:lnTo>
                  <a:lnTo>
                    <a:pt x="1535166" y="1186181"/>
                  </a:lnTo>
                  <a:lnTo>
                    <a:pt x="1529254" y="1188938"/>
                  </a:lnTo>
                  <a:lnTo>
                    <a:pt x="1501604" y="1201848"/>
                  </a:lnTo>
                  <a:lnTo>
                    <a:pt x="1492561" y="1206077"/>
                  </a:lnTo>
                  <a:lnTo>
                    <a:pt x="1484214" y="1209983"/>
                  </a:lnTo>
                  <a:lnTo>
                    <a:pt x="1478997" y="1212425"/>
                  </a:lnTo>
                  <a:lnTo>
                    <a:pt x="1478128" y="1212832"/>
                  </a:lnTo>
                  <a:lnTo>
                    <a:pt x="1470650" y="1216335"/>
                  </a:lnTo>
                  <a:lnTo>
                    <a:pt x="1461086" y="1220819"/>
                  </a:lnTo>
                  <a:lnTo>
                    <a:pt x="1453956" y="1224163"/>
                  </a:lnTo>
                  <a:lnTo>
                    <a:pt x="1453608" y="1224326"/>
                  </a:lnTo>
                  <a:lnTo>
                    <a:pt x="1444739" y="1228489"/>
                  </a:lnTo>
                  <a:lnTo>
                    <a:pt x="1435523" y="1232818"/>
                  </a:lnTo>
                  <a:lnTo>
                    <a:pt x="1432741" y="1234125"/>
                  </a:lnTo>
                  <a:lnTo>
                    <a:pt x="1398831" y="1250082"/>
                  </a:lnTo>
                  <a:lnTo>
                    <a:pt x="1396222" y="1251311"/>
                  </a:lnTo>
                  <a:lnTo>
                    <a:pt x="1391179" y="1253688"/>
                  </a:lnTo>
                  <a:lnTo>
                    <a:pt x="1369616" y="1263861"/>
                  </a:lnTo>
                  <a:lnTo>
                    <a:pt x="1368746" y="1264272"/>
                  </a:lnTo>
                  <a:lnTo>
                    <a:pt x="1361269" y="1267804"/>
                  </a:lnTo>
                  <a:lnTo>
                    <a:pt x="1355356" y="1270598"/>
                  </a:lnTo>
                  <a:lnTo>
                    <a:pt x="1332750" y="1281292"/>
                  </a:lnTo>
                  <a:lnTo>
                    <a:pt x="1327707" y="1283680"/>
                  </a:lnTo>
                  <a:lnTo>
                    <a:pt x="1318664" y="1287964"/>
                  </a:lnTo>
                  <a:lnTo>
                    <a:pt x="1310317" y="1291921"/>
                  </a:lnTo>
                  <a:lnTo>
                    <a:pt x="1305100" y="1294395"/>
                  </a:lnTo>
                  <a:lnTo>
                    <a:pt x="1304230" y="1294808"/>
                  </a:lnTo>
                  <a:lnTo>
                    <a:pt x="1296753" y="1298356"/>
                  </a:lnTo>
                  <a:lnTo>
                    <a:pt x="1287188" y="1302897"/>
                  </a:lnTo>
                  <a:lnTo>
                    <a:pt x="1280059" y="1306284"/>
                  </a:lnTo>
                  <a:lnTo>
                    <a:pt x="1279711" y="1306449"/>
                  </a:lnTo>
                  <a:lnTo>
                    <a:pt x="1270842" y="1310665"/>
                  </a:lnTo>
                  <a:lnTo>
                    <a:pt x="1261625" y="1315049"/>
                  </a:lnTo>
                  <a:lnTo>
                    <a:pt x="1258843" y="1316373"/>
                  </a:lnTo>
                  <a:lnTo>
                    <a:pt x="1224933" y="1332529"/>
                  </a:lnTo>
                  <a:lnTo>
                    <a:pt x="1222325" y="1333773"/>
                  </a:lnTo>
                  <a:lnTo>
                    <a:pt x="1217282" y="1336179"/>
                  </a:lnTo>
                  <a:lnTo>
                    <a:pt x="1195718" y="1346477"/>
                  </a:lnTo>
                  <a:lnTo>
                    <a:pt x="1194849" y="1346892"/>
                  </a:lnTo>
                  <a:lnTo>
                    <a:pt x="1191197" y="1348638"/>
                  </a:lnTo>
                  <a:lnTo>
                    <a:pt x="1187371" y="1350467"/>
                  </a:lnTo>
                  <a:lnTo>
                    <a:pt x="1181459" y="1353294"/>
                  </a:lnTo>
                  <a:lnTo>
                    <a:pt x="1158852" y="1364115"/>
                  </a:lnTo>
                  <a:lnTo>
                    <a:pt x="1153809" y="1366532"/>
                  </a:lnTo>
                  <a:lnTo>
                    <a:pt x="1144766" y="1370866"/>
                  </a:lnTo>
                  <a:lnTo>
                    <a:pt x="1136419" y="1374869"/>
                  </a:lnTo>
                  <a:lnTo>
                    <a:pt x="1131202" y="1377372"/>
                  </a:lnTo>
                  <a:lnTo>
                    <a:pt x="1130333" y="1377789"/>
                  </a:lnTo>
                  <a:lnTo>
                    <a:pt x="1122855" y="1381378"/>
                  </a:lnTo>
                  <a:lnTo>
                    <a:pt x="1113291" y="1385971"/>
                  </a:lnTo>
                  <a:lnTo>
                    <a:pt x="1106161" y="1389397"/>
                  </a:lnTo>
                  <a:lnTo>
                    <a:pt x="1105813" y="1389564"/>
                  </a:lnTo>
                  <a:lnTo>
                    <a:pt x="1096945" y="1393828"/>
                  </a:lnTo>
                  <a:lnTo>
                    <a:pt x="1087728" y="1398261"/>
                  </a:lnTo>
                  <a:lnTo>
                    <a:pt x="1084946" y="1399599"/>
                  </a:lnTo>
                  <a:lnTo>
                    <a:pt x="1051036" y="1415933"/>
                  </a:lnTo>
                  <a:lnTo>
                    <a:pt x="1048427" y="1417191"/>
                  </a:lnTo>
                  <a:lnTo>
                    <a:pt x="1043384" y="1419623"/>
                  </a:lnTo>
                  <a:lnTo>
                    <a:pt x="1021821" y="1430032"/>
                  </a:lnTo>
                  <a:lnTo>
                    <a:pt x="1020951" y="1430452"/>
                  </a:lnTo>
                  <a:lnTo>
                    <a:pt x="1017300" y="1432216"/>
                  </a:lnTo>
                  <a:lnTo>
                    <a:pt x="1013474" y="1434064"/>
                  </a:lnTo>
                  <a:lnTo>
                    <a:pt x="1007561" y="1436921"/>
                  </a:lnTo>
                  <a:lnTo>
                    <a:pt x="984955" y="1447856"/>
                  </a:lnTo>
                  <a:lnTo>
                    <a:pt x="979912" y="1450297"/>
                  </a:lnTo>
                  <a:lnTo>
                    <a:pt x="970869" y="1454675"/>
                  </a:lnTo>
                  <a:lnTo>
                    <a:pt x="962522" y="1458719"/>
                  </a:lnTo>
                  <a:lnTo>
                    <a:pt x="957305" y="1461247"/>
                  </a:lnTo>
                  <a:lnTo>
                    <a:pt x="956435" y="1461669"/>
                  </a:lnTo>
                  <a:lnTo>
                    <a:pt x="948958" y="1465294"/>
                  </a:lnTo>
                  <a:lnTo>
                    <a:pt x="939394" y="1469933"/>
                  </a:lnTo>
                  <a:lnTo>
                    <a:pt x="932264" y="1473393"/>
                  </a:lnTo>
                  <a:lnTo>
                    <a:pt x="931916" y="1473562"/>
                  </a:lnTo>
                  <a:lnTo>
                    <a:pt x="923047" y="1477868"/>
                  </a:lnTo>
                  <a:lnTo>
                    <a:pt x="913831" y="1482344"/>
                  </a:lnTo>
                  <a:lnTo>
                    <a:pt x="911048" y="1483696"/>
                  </a:lnTo>
                  <a:lnTo>
                    <a:pt x="877138" y="1500187"/>
                  </a:lnTo>
                  <a:lnTo>
                    <a:pt x="874530" y="1501456"/>
                  </a:lnTo>
                  <a:lnTo>
                    <a:pt x="869487" y="1503912"/>
                  </a:lnTo>
                  <a:lnTo>
                    <a:pt x="847923" y="1514417"/>
                  </a:lnTo>
                  <a:lnTo>
                    <a:pt x="847054" y="1514841"/>
                  </a:lnTo>
                  <a:lnTo>
                    <a:pt x="843402" y="1516621"/>
                  </a:lnTo>
                  <a:lnTo>
                    <a:pt x="839576" y="1518486"/>
                  </a:lnTo>
                  <a:lnTo>
                    <a:pt x="833664" y="1521370"/>
                  </a:lnTo>
                  <a:lnTo>
                    <a:pt x="811057" y="1532403"/>
                  </a:lnTo>
                  <a:lnTo>
                    <a:pt x="806014" y="1534866"/>
                  </a:lnTo>
                  <a:lnTo>
                    <a:pt x="796972" y="1539284"/>
                  </a:lnTo>
                  <a:lnTo>
                    <a:pt x="788624" y="1543363"/>
                  </a:lnTo>
                  <a:lnTo>
                    <a:pt x="783407" y="1545913"/>
                  </a:lnTo>
                  <a:lnTo>
                    <a:pt x="782538" y="1546339"/>
                  </a:lnTo>
                  <a:lnTo>
                    <a:pt x="775060" y="1549995"/>
                  </a:lnTo>
                  <a:lnTo>
                    <a:pt x="765496" y="1554675"/>
                  </a:lnTo>
                  <a:lnTo>
                    <a:pt x="758366" y="1558164"/>
                  </a:lnTo>
                  <a:lnTo>
                    <a:pt x="758018" y="1558334"/>
                  </a:lnTo>
                  <a:lnTo>
                    <a:pt x="749150" y="1562677"/>
                  </a:lnTo>
                  <a:lnTo>
                    <a:pt x="739933" y="1567191"/>
                  </a:lnTo>
                  <a:lnTo>
                    <a:pt x="737151" y="1568554"/>
                  </a:lnTo>
                  <a:lnTo>
                    <a:pt x="703241" y="1585182"/>
                  </a:lnTo>
                  <a:lnTo>
                    <a:pt x="700632" y="1586462"/>
                  </a:lnTo>
                  <a:lnTo>
                    <a:pt x="695589" y="1588937"/>
                  </a:lnTo>
                  <a:lnTo>
                    <a:pt x="674026" y="1599526"/>
                  </a:lnTo>
                  <a:lnTo>
                    <a:pt x="673157" y="1599953"/>
                  </a:lnTo>
                  <a:lnTo>
                    <a:pt x="669505" y="1601748"/>
                  </a:lnTo>
                  <a:lnTo>
                    <a:pt x="665679" y="1603628"/>
                  </a:lnTo>
                  <a:lnTo>
                    <a:pt x="659766" y="1606534"/>
                  </a:lnTo>
                  <a:lnTo>
                    <a:pt x="637160" y="1617653"/>
                  </a:lnTo>
                  <a:lnTo>
                    <a:pt x="632117" y="1620135"/>
                  </a:lnTo>
                  <a:lnTo>
                    <a:pt x="623074" y="1624586"/>
                  </a:lnTo>
                  <a:lnTo>
                    <a:pt x="614727" y="1628696"/>
                  </a:lnTo>
                  <a:lnTo>
                    <a:pt x="609510" y="1631266"/>
                  </a:lnTo>
                  <a:lnTo>
                    <a:pt x="608641" y="1631694"/>
                  </a:lnTo>
                  <a:lnTo>
                    <a:pt x="601163" y="1635378"/>
                  </a:lnTo>
                  <a:lnTo>
                    <a:pt x="591599" y="1640092"/>
                  </a:lnTo>
                  <a:lnTo>
                    <a:pt x="584469" y="1643607"/>
                  </a:lnTo>
                  <a:lnTo>
                    <a:pt x="584121" y="1643779"/>
                  </a:lnTo>
                  <a:lnTo>
                    <a:pt x="575252" y="1648153"/>
                  </a:lnTo>
                  <a:lnTo>
                    <a:pt x="566036" y="1652700"/>
                  </a:lnTo>
                  <a:lnTo>
                    <a:pt x="563253" y="1654073"/>
                  </a:lnTo>
                  <a:lnTo>
                    <a:pt x="529343" y="1670818"/>
                  </a:lnTo>
                  <a:lnTo>
                    <a:pt x="526735" y="1672107"/>
                  </a:lnTo>
                  <a:lnTo>
                    <a:pt x="521692" y="1674599"/>
                  </a:lnTo>
                  <a:lnTo>
                    <a:pt x="500129" y="1685261"/>
                  </a:lnTo>
                  <a:lnTo>
                    <a:pt x="499259" y="1685691"/>
                  </a:lnTo>
                  <a:lnTo>
                    <a:pt x="495607" y="1687498"/>
                  </a:lnTo>
                  <a:lnTo>
                    <a:pt x="491781" y="1689390"/>
                  </a:lnTo>
                  <a:lnTo>
                    <a:pt x="485869" y="1692316"/>
                  </a:lnTo>
                  <a:lnTo>
                    <a:pt x="463262" y="1703508"/>
                  </a:lnTo>
                  <a:lnTo>
                    <a:pt x="458219" y="1706006"/>
                  </a:lnTo>
                  <a:lnTo>
                    <a:pt x="449177" y="1710487"/>
                  </a:lnTo>
                  <a:lnTo>
                    <a:pt x="440830" y="1714623"/>
                  </a:lnTo>
                  <a:lnTo>
                    <a:pt x="435613" y="1717209"/>
                  </a:lnTo>
                  <a:lnTo>
                    <a:pt x="434743" y="1717640"/>
                  </a:lnTo>
                  <a:lnTo>
                    <a:pt x="427266" y="1721348"/>
                  </a:lnTo>
                  <a:lnTo>
                    <a:pt x="417701" y="1726092"/>
                  </a:lnTo>
                  <a:lnTo>
                    <a:pt x="410571" y="1729629"/>
                  </a:lnTo>
                  <a:lnTo>
                    <a:pt x="410224" y="1729801"/>
                  </a:lnTo>
                  <a:lnTo>
                    <a:pt x="401355" y="1734203"/>
                  </a:lnTo>
                  <a:lnTo>
                    <a:pt x="392138" y="1738778"/>
                  </a:lnTo>
                  <a:lnTo>
                    <a:pt x="389356" y="1740159"/>
                  </a:lnTo>
                  <a:lnTo>
                    <a:pt x="352837" y="1758301"/>
                  </a:lnTo>
                  <a:lnTo>
                    <a:pt x="347794" y="1760809"/>
                  </a:lnTo>
                  <a:lnTo>
                    <a:pt x="326231" y="1771533"/>
                  </a:lnTo>
                  <a:lnTo>
                    <a:pt x="325362" y="1771965"/>
                  </a:lnTo>
                  <a:lnTo>
                    <a:pt x="321710" y="1773782"/>
                  </a:lnTo>
                  <a:lnTo>
                    <a:pt x="317884" y="1775686"/>
                  </a:lnTo>
                  <a:lnTo>
                    <a:pt x="311972" y="1778628"/>
                  </a:lnTo>
                  <a:lnTo>
                    <a:pt x="289365" y="1789884"/>
                  </a:lnTo>
                  <a:lnTo>
                    <a:pt x="284322" y="1792396"/>
                  </a:lnTo>
                  <a:lnTo>
                    <a:pt x="275279" y="1796901"/>
                  </a:lnTo>
                  <a:lnTo>
                    <a:pt x="266932" y="1801060"/>
                  </a:lnTo>
                  <a:lnTo>
                    <a:pt x="260846" y="1804094"/>
                  </a:lnTo>
                  <a:lnTo>
                    <a:pt x="253368" y="1807821"/>
                  </a:lnTo>
                  <a:lnTo>
                    <a:pt x="243804" y="1812590"/>
                  </a:lnTo>
                  <a:lnTo>
                    <a:pt x="236674" y="1816146"/>
                  </a:lnTo>
                  <a:lnTo>
                    <a:pt x="236326" y="1816320"/>
                  </a:lnTo>
                  <a:lnTo>
                    <a:pt x="227457" y="1820744"/>
                  </a:lnTo>
                  <a:lnTo>
                    <a:pt x="218241" y="1825343"/>
                  </a:lnTo>
                  <a:lnTo>
                    <a:pt x="215458" y="1826732"/>
                  </a:lnTo>
                  <a:lnTo>
                    <a:pt x="178940" y="1844967"/>
                  </a:lnTo>
                  <a:lnTo>
                    <a:pt x="173897" y="1847487"/>
                  </a:lnTo>
                  <a:lnTo>
                    <a:pt x="151464" y="1858699"/>
                  </a:lnTo>
                  <a:lnTo>
                    <a:pt x="147812" y="1860525"/>
                  </a:lnTo>
                  <a:lnTo>
                    <a:pt x="143987" y="1862438"/>
                  </a:lnTo>
                  <a:lnTo>
                    <a:pt x="138074" y="1865395"/>
                  </a:lnTo>
                  <a:lnTo>
                    <a:pt x="115467" y="1876704"/>
                  </a:lnTo>
                  <a:lnTo>
                    <a:pt x="79471" y="1894725"/>
                  </a:lnTo>
                  <a:lnTo>
                    <a:pt x="69906" y="1899516"/>
                  </a:lnTo>
                  <a:lnTo>
                    <a:pt x="0" y="193456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" name="pl18"/>
            <p:cNvSpPr/>
            <p:nvPr/>
          </p:nvSpPr>
          <p:spPr>
            <a:xfrm>
              <a:off x="3427483" y="2962620"/>
              <a:ext cx="4355087" cy="1872019"/>
            </a:xfrm>
            <a:custGeom>
              <a:avLst/>
              <a:pathLst>
                <a:path w="4355087" h="1872019">
                  <a:moveTo>
                    <a:pt x="0" y="1872019"/>
                  </a:moveTo>
                  <a:lnTo>
                    <a:pt x="69906" y="1841970"/>
                  </a:lnTo>
                  <a:lnTo>
                    <a:pt x="79471" y="1837858"/>
                  </a:lnTo>
                  <a:lnTo>
                    <a:pt x="115467" y="1822385"/>
                  </a:lnTo>
                  <a:lnTo>
                    <a:pt x="138074" y="1812668"/>
                  </a:lnTo>
                  <a:lnTo>
                    <a:pt x="143987" y="1810127"/>
                  </a:lnTo>
                  <a:lnTo>
                    <a:pt x="147812" y="1808482"/>
                  </a:lnTo>
                  <a:lnTo>
                    <a:pt x="151464" y="1806912"/>
                  </a:lnTo>
                  <a:lnTo>
                    <a:pt x="173897" y="1797270"/>
                  </a:lnTo>
                  <a:lnTo>
                    <a:pt x="178940" y="1795102"/>
                  </a:lnTo>
                  <a:lnTo>
                    <a:pt x="215458" y="1779405"/>
                  </a:lnTo>
                  <a:lnTo>
                    <a:pt x="218241" y="1778209"/>
                  </a:lnTo>
                  <a:lnTo>
                    <a:pt x="227457" y="1774247"/>
                  </a:lnTo>
                  <a:lnTo>
                    <a:pt x="236326" y="1770435"/>
                  </a:lnTo>
                  <a:lnTo>
                    <a:pt x="236674" y="1770285"/>
                  </a:lnTo>
                  <a:lnTo>
                    <a:pt x="243804" y="1767220"/>
                  </a:lnTo>
                  <a:lnTo>
                    <a:pt x="253368" y="1763109"/>
                  </a:lnTo>
                  <a:lnTo>
                    <a:pt x="260846" y="1759895"/>
                  </a:lnTo>
                  <a:lnTo>
                    <a:pt x="266932" y="1757279"/>
                  </a:lnTo>
                  <a:lnTo>
                    <a:pt x="275279" y="1753691"/>
                  </a:lnTo>
                  <a:lnTo>
                    <a:pt x="284322" y="1749804"/>
                  </a:lnTo>
                  <a:lnTo>
                    <a:pt x="289365" y="1747636"/>
                  </a:lnTo>
                  <a:lnTo>
                    <a:pt x="311972" y="1737919"/>
                  </a:lnTo>
                  <a:lnTo>
                    <a:pt x="317884" y="1735377"/>
                  </a:lnTo>
                  <a:lnTo>
                    <a:pt x="321710" y="1733733"/>
                  </a:lnTo>
                  <a:lnTo>
                    <a:pt x="325362" y="1732163"/>
                  </a:lnTo>
                  <a:lnTo>
                    <a:pt x="326231" y="1731789"/>
                  </a:lnTo>
                  <a:lnTo>
                    <a:pt x="347794" y="1722520"/>
                  </a:lnTo>
                  <a:lnTo>
                    <a:pt x="352837" y="1720353"/>
                  </a:lnTo>
                  <a:lnTo>
                    <a:pt x="389356" y="1704655"/>
                  </a:lnTo>
                  <a:lnTo>
                    <a:pt x="392138" y="1703459"/>
                  </a:lnTo>
                  <a:lnTo>
                    <a:pt x="401355" y="1699498"/>
                  </a:lnTo>
                  <a:lnTo>
                    <a:pt x="410224" y="1695685"/>
                  </a:lnTo>
                  <a:lnTo>
                    <a:pt x="410571" y="1695536"/>
                  </a:lnTo>
                  <a:lnTo>
                    <a:pt x="417701" y="1692471"/>
                  </a:lnTo>
                  <a:lnTo>
                    <a:pt x="427266" y="1688360"/>
                  </a:lnTo>
                  <a:lnTo>
                    <a:pt x="434743" y="1685146"/>
                  </a:lnTo>
                  <a:lnTo>
                    <a:pt x="435613" y="1684772"/>
                  </a:lnTo>
                  <a:lnTo>
                    <a:pt x="440830" y="1682530"/>
                  </a:lnTo>
                  <a:lnTo>
                    <a:pt x="449177" y="1678942"/>
                  </a:lnTo>
                  <a:lnTo>
                    <a:pt x="458219" y="1675055"/>
                  </a:lnTo>
                  <a:lnTo>
                    <a:pt x="463262" y="1672887"/>
                  </a:lnTo>
                  <a:lnTo>
                    <a:pt x="485869" y="1663170"/>
                  </a:lnTo>
                  <a:lnTo>
                    <a:pt x="491781" y="1660628"/>
                  </a:lnTo>
                  <a:lnTo>
                    <a:pt x="495607" y="1658984"/>
                  </a:lnTo>
                  <a:lnTo>
                    <a:pt x="499259" y="1657414"/>
                  </a:lnTo>
                  <a:lnTo>
                    <a:pt x="500129" y="1657040"/>
                  </a:lnTo>
                  <a:lnTo>
                    <a:pt x="521692" y="1647771"/>
                  </a:lnTo>
                  <a:lnTo>
                    <a:pt x="526735" y="1645603"/>
                  </a:lnTo>
                  <a:lnTo>
                    <a:pt x="529343" y="1644482"/>
                  </a:lnTo>
                  <a:lnTo>
                    <a:pt x="563253" y="1629906"/>
                  </a:lnTo>
                  <a:lnTo>
                    <a:pt x="566036" y="1628710"/>
                  </a:lnTo>
                  <a:lnTo>
                    <a:pt x="575252" y="1624748"/>
                  </a:lnTo>
                  <a:lnTo>
                    <a:pt x="584121" y="1620936"/>
                  </a:lnTo>
                  <a:lnTo>
                    <a:pt x="584469" y="1620787"/>
                  </a:lnTo>
                  <a:lnTo>
                    <a:pt x="591599" y="1617722"/>
                  </a:lnTo>
                  <a:lnTo>
                    <a:pt x="601163" y="1613611"/>
                  </a:lnTo>
                  <a:lnTo>
                    <a:pt x="608641" y="1610397"/>
                  </a:lnTo>
                  <a:lnTo>
                    <a:pt x="609510" y="1610023"/>
                  </a:lnTo>
                  <a:lnTo>
                    <a:pt x="614727" y="1607780"/>
                  </a:lnTo>
                  <a:lnTo>
                    <a:pt x="623074" y="1604192"/>
                  </a:lnTo>
                  <a:lnTo>
                    <a:pt x="632117" y="1600305"/>
                  </a:lnTo>
                  <a:lnTo>
                    <a:pt x="637160" y="1598138"/>
                  </a:lnTo>
                  <a:lnTo>
                    <a:pt x="659766" y="1588420"/>
                  </a:lnTo>
                  <a:lnTo>
                    <a:pt x="665679" y="1585879"/>
                  </a:lnTo>
                  <a:lnTo>
                    <a:pt x="669505" y="1584234"/>
                  </a:lnTo>
                  <a:lnTo>
                    <a:pt x="673157" y="1582665"/>
                  </a:lnTo>
                  <a:lnTo>
                    <a:pt x="674026" y="1582291"/>
                  </a:lnTo>
                  <a:lnTo>
                    <a:pt x="695589" y="1573022"/>
                  </a:lnTo>
                  <a:lnTo>
                    <a:pt x="700632" y="1570854"/>
                  </a:lnTo>
                  <a:lnTo>
                    <a:pt x="703241" y="1569733"/>
                  </a:lnTo>
                  <a:lnTo>
                    <a:pt x="737151" y="1555157"/>
                  </a:lnTo>
                  <a:lnTo>
                    <a:pt x="739933" y="1553961"/>
                  </a:lnTo>
                  <a:lnTo>
                    <a:pt x="749150" y="1549999"/>
                  </a:lnTo>
                  <a:lnTo>
                    <a:pt x="758018" y="1546187"/>
                  </a:lnTo>
                  <a:lnTo>
                    <a:pt x="758366" y="1546038"/>
                  </a:lnTo>
                  <a:lnTo>
                    <a:pt x="765496" y="1542973"/>
                  </a:lnTo>
                  <a:lnTo>
                    <a:pt x="775060" y="1538862"/>
                  </a:lnTo>
                  <a:lnTo>
                    <a:pt x="782538" y="1535647"/>
                  </a:lnTo>
                  <a:lnTo>
                    <a:pt x="783407" y="1535274"/>
                  </a:lnTo>
                  <a:lnTo>
                    <a:pt x="788624" y="1533031"/>
                  </a:lnTo>
                  <a:lnTo>
                    <a:pt x="796972" y="1529443"/>
                  </a:lnTo>
                  <a:lnTo>
                    <a:pt x="806014" y="1525556"/>
                  </a:lnTo>
                  <a:lnTo>
                    <a:pt x="811057" y="1523389"/>
                  </a:lnTo>
                  <a:lnTo>
                    <a:pt x="833664" y="1513671"/>
                  </a:lnTo>
                  <a:lnTo>
                    <a:pt x="839576" y="1511130"/>
                  </a:lnTo>
                  <a:lnTo>
                    <a:pt x="843402" y="1509485"/>
                  </a:lnTo>
                  <a:lnTo>
                    <a:pt x="847054" y="1507915"/>
                  </a:lnTo>
                  <a:lnTo>
                    <a:pt x="847923" y="1507542"/>
                  </a:lnTo>
                  <a:lnTo>
                    <a:pt x="869487" y="1498273"/>
                  </a:lnTo>
                  <a:lnTo>
                    <a:pt x="874530" y="1496105"/>
                  </a:lnTo>
                  <a:lnTo>
                    <a:pt x="877138" y="1494984"/>
                  </a:lnTo>
                  <a:lnTo>
                    <a:pt x="911048" y="1480408"/>
                  </a:lnTo>
                  <a:lnTo>
                    <a:pt x="913831" y="1479212"/>
                  </a:lnTo>
                  <a:lnTo>
                    <a:pt x="923047" y="1475250"/>
                  </a:lnTo>
                  <a:lnTo>
                    <a:pt x="931916" y="1471438"/>
                  </a:lnTo>
                  <a:lnTo>
                    <a:pt x="932264" y="1471288"/>
                  </a:lnTo>
                  <a:lnTo>
                    <a:pt x="939394" y="1468224"/>
                  </a:lnTo>
                  <a:lnTo>
                    <a:pt x="948958" y="1464112"/>
                  </a:lnTo>
                  <a:lnTo>
                    <a:pt x="956435" y="1460898"/>
                  </a:lnTo>
                  <a:lnTo>
                    <a:pt x="957305" y="1460524"/>
                  </a:lnTo>
                  <a:lnTo>
                    <a:pt x="962522" y="1458282"/>
                  </a:lnTo>
                  <a:lnTo>
                    <a:pt x="970869" y="1454694"/>
                  </a:lnTo>
                  <a:lnTo>
                    <a:pt x="979912" y="1450807"/>
                  </a:lnTo>
                  <a:lnTo>
                    <a:pt x="984955" y="1448639"/>
                  </a:lnTo>
                  <a:lnTo>
                    <a:pt x="1007561" y="1438922"/>
                  </a:lnTo>
                  <a:lnTo>
                    <a:pt x="1013474" y="1436380"/>
                  </a:lnTo>
                  <a:lnTo>
                    <a:pt x="1017300" y="1434736"/>
                  </a:lnTo>
                  <a:lnTo>
                    <a:pt x="1020951" y="1433166"/>
                  </a:lnTo>
                  <a:lnTo>
                    <a:pt x="1021821" y="1432792"/>
                  </a:lnTo>
                  <a:lnTo>
                    <a:pt x="1043384" y="1423524"/>
                  </a:lnTo>
                  <a:lnTo>
                    <a:pt x="1048427" y="1421356"/>
                  </a:lnTo>
                  <a:lnTo>
                    <a:pt x="1051036" y="1420235"/>
                  </a:lnTo>
                  <a:lnTo>
                    <a:pt x="1084946" y="1405659"/>
                  </a:lnTo>
                  <a:lnTo>
                    <a:pt x="1087728" y="1404463"/>
                  </a:lnTo>
                  <a:lnTo>
                    <a:pt x="1096945" y="1400501"/>
                  </a:lnTo>
                  <a:lnTo>
                    <a:pt x="1105813" y="1396689"/>
                  </a:lnTo>
                  <a:lnTo>
                    <a:pt x="1106161" y="1396539"/>
                  </a:lnTo>
                  <a:lnTo>
                    <a:pt x="1113291" y="1393474"/>
                  </a:lnTo>
                  <a:lnTo>
                    <a:pt x="1122855" y="1389363"/>
                  </a:lnTo>
                  <a:lnTo>
                    <a:pt x="1130333" y="1386149"/>
                  </a:lnTo>
                  <a:lnTo>
                    <a:pt x="1131202" y="1385775"/>
                  </a:lnTo>
                  <a:lnTo>
                    <a:pt x="1136419" y="1383533"/>
                  </a:lnTo>
                  <a:lnTo>
                    <a:pt x="1144766" y="1379945"/>
                  </a:lnTo>
                  <a:lnTo>
                    <a:pt x="1153809" y="1376058"/>
                  </a:lnTo>
                  <a:lnTo>
                    <a:pt x="1158852" y="1373890"/>
                  </a:lnTo>
                  <a:lnTo>
                    <a:pt x="1181459" y="1364173"/>
                  </a:lnTo>
                  <a:lnTo>
                    <a:pt x="1187371" y="1361631"/>
                  </a:lnTo>
                  <a:lnTo>
                    <a:pt x="1191197" y="1359987"/>
                  </a:lnTo>
                  <a:lnTo>
                    <a:pt x="1194849" y="1358417"/>
                  </a:lnTo>
                  <a:lnTo>
                    <a:pt x="1195718" y="1358043"/>
                  </a:lnTo>
                  <a:lnTo>
                    <a:pt x="1217282" y="1348774"/>
                  </a:lnTo>
                  <a:lnTo>
                    <a:pt x="1222325" y="1346607"/>
                  </a:lnTo>
                  <a:lnTo>
                    <a:pt x="1224933" y="1345485"/>
                  </a:lnTo>
                  <a:lnTo>
                    <a:pt x="1258843" y="1330909"/>
                  </a:lnTo>
                  <a:lnTo>
                    <a:pt x="1261625" y="1329713"/>
                  </a:lnTo>
                  <a:lnTo>
                    <a:pt x="1270842" y="1325752"/>
                  </a:lnTo>
                  <a:lnTo>
                    <a:pt x="1279711" y="1321939"/>
                  </a:lnTo>
                  <a:lnTo>
                    <a:pt x="1280059" y="1321790"/>
                  </a:lnTo>
                  <a:lnTo>
                    <a:pt x="1287188" y="1318725"/>
                  </a:lnTo>
                  <a:lnTo>
                    <a:pt x="1296753" y="1314614"/>
                  </a:lnTo>
                  <a:lnTo>
                    <a:pt x="1304230" y="1311400"/>
                  </a:lnTo>
                  <a:lnTo>
                    <a:pt x="1305100" y="1311026"/>
                  </a:lnTo>
                  <a:lnTo>
                    <a:pt x="1310317" y="1308784"/>
                  </a:lnTo>
                  <a:lnTo>
                    <a:pt x="1318664" y="1305196"/>
                  </a:lnTo>
                  <a:lnTo>
                    <a:pt x="1327707" y="1301309"/>
                  </a:lnTo>
                  <a:lnTo>
                    <a:pt x="1332750" y="1299141"/>
                  </a:lnTo>
                  <a:lnTo>
                    <a:pt x="1355356" y="1289423"/>
                  </a:lnTo>
                  <a:lnTo>
                    <a:pt x="1361269" y="1286882"/>
                  </a:lnTo>
                  <a:lnTo>
                    <a:pt x="1368746" y="1283668"/>
                  </a:lnTo>
                  <a:lnTo>
                    <a:pt x="1369616" y="1283294"/>
                  </a:lnTo>
                  <a:lnTo>
                    <a:pt x="1391179" y="1274025"/>
                  </a:lnTo>
                  <a:lnTo>
                    <a:pt x="1396222" y="1271857"/>
                  </a:lnTo>
                  <a:lnTo>
                    <a:pt x="1398831" y="1270736"/>
                  </a:lnTo>
                  <a:lnTo>
                    <a:pt x="1432741" y="1256160"/>
                  </a:lnTo>
                  <a:lnTo>
                    <a:pt x="1435523" y="1254964"/>
                  </a:lnTo>
                  <a:lnTo>
                    <a:pt x="1444739" y="1251002"/>
                  </a:lnTo>
                  <a:lnTo>
                    <a:pt x="1453608" y="1247190"/>
                  </a:lnTo>
                  <a:lnTo>
                    <a:pt x="1453956" y="1247041"/>
                  </a:lnTo>
                  <a:lnTo>
                    <a:pt x="1461086" y="1243976"/>
                  </a:lnTo>
                  <a:lnTo>
                    <a:pt x="1470650" y="1239865"/>
                  </a:lnTo>
                  <a:lnTo>
                    <a:pt x="1478128" y="1236651"/>
                  </a:lnTo>
                  <a:lnTo>
                    <a:pt x="1478997" y="1236277"/>
                  </a:lnTo>
                  <a:lnTo>
                    <a:pt x="1484214" y="1234034"/>
                  </a:lnTo>
                  <a:lnTo>
                    <a:pt x="1492561" y="1230446"/>
                  </a:lnTo>
                  <a:lnTo>
                    <a:pt x="1501604" y="1226559"/>
                  </a:lnTo>
                  <a:lnTo>
                    <a:pt x="1529254" y="1214674"/>
                  </a:lnTo>
                  <a:lnTo>
                    <a:pt x="1535166" y="1212133"/>
                  </a:lnTo>
                  <a:lnTo>
                    <a:pt x="1538992" y="1210488"/>
                  </a:lnTo>
                  <a:lnTo>
                    <a:pt x="1542644" y="1208919"/>
                  </a:lnTo>
                  <a:lnTo>
                    <a:pt x="1543513" y="1208545"/>
                  </a:lnTo>
                  <a:lnTo>
                    <a:pt x="1565077" y="1199276"/>
                  </a:lnTo>
                  <a:lnTo>
                    <a:pt x="1570120" y="1197108"/>
                  </a:lnTo>
                  <a:lnTo>
                    <a:pt x="1572728" y="1195987"/>
                  </a:lnTo>
                  <a:lnTo>
                    <a:pt x="1606638" y="1181411"/>
                  </a:lnTo>
                  <a:lnTo>
                    <a:pt x="1609420" y="1180215"/>
                  </a:lnTo>
                  <a:lnTo>
                    <a:pt x="1618637" y="1176253"/>
                  </a:lnTo>
                  <a:lnTo>
                    <a:pt x="1627506" y="1172441"/>
                  </a:lnTo>
                  <a:lnTo>
                    <a:pt x="1627854" y="1172291"/>
                  </a:lnTo>
                  <a:lnTo>
                    <a:pt x="1634983" y="1169227"/>
                  </a:lnTo>
                  <a:lnTo>
                    <a:pt x="1644548" y="1165116"/>
                  </a:lnTo>
                  <a:lnTo>
                    <a:pt x="1652025" y="1161901"/>
                  </a:lnTo>
                  <a:lnTo>
                    <a:pt x="1652895" y="1161528"/>
                  </a:lnTo>
                  <a:lnTo>
                    <a:pt x="1658112" y="1159285"/>
                  </a:lnTo>
                  <a:lnTo>
                    <a:pt x="1666459" y="1155697"/>
                  </a:lnTo>
                  <a:lnTo>
                    <a:pt x="1675501" y="1151810"/>
                  </a:lnTo>
                  <a:lnTo>
                    <a:pt x="1680544" y="1149642"/>
                  </a:lnTo>
                  <a:lnTo>
                    <a:pt x="1703151" y="1139925"/>
                  </a:lnTo>
                  <a:lnTo>
                    <a:pt x="1709064" y="1137384"/>
                  </a:lnTo>
                  <a:lnTo>
                    <a:pt x="1712889" y="1135739"/>
                  </a:lnTo>
                  <a:lnTo>
                    <a:pt x="1716541" y="1134169"/>
                  </a:lnTo>
                  <a:lnTo>
                    <a:pt x="1717411" y="1133796"/>
                  </a:lnTo>
                  <a:lnTo>
                    <a:pt x="1738974" y="1124527"/>
                  </a:lnTo>
                  <a:lnTo>
                    <a:pt x="1744017" y="1122359"/>
                  </a:lnTo>
                  <a:lnTo>
                    <a:pt x="1746625" y="1121238"/>
                  </a:lnTo>
                  <a:lnTo>
                    <a:pt x="1780535" y="1106662"/>
                  </a:lnTo>
                  <a:lnTo>
                    <a:pt x="1783318" y="1105466"/>
                  </a:lnTo>
                  <a:lnTo>
                    <a:pt x="1792534" y="1101504"/>
                  </a:lnTo>
                  <a:lnTo>
                    <a:pt x="1801403" y="1097692"/>
                  </a:lnTo>
                  <a:lnTo>
                    <a:pt x="1801751" y="1097542"/>
                  </a:lnTo>
                  <a:lnTo>
                    <a:pt x="1808881" y="1094478"/>
                  </a:lnTo>
                  <a:lnTo>
                    <a:pt x="1818445" y="1090366"/>
                  </a:lnTo>
                  <a:lnTo>
                    <a:pt x="1825923" y="1087152"/>
                  </a:lnTo>
                  <a:lnTo>
                    <a:pt x="1826792" y="1086778"/>
                  </a:lnTo>
                  <a:lnTo>
                    <a:pt x="1832009" y="1084536"/>
                  </a:lnTo>
                  <a:lnTo>
                    <a:pt x="1840356" y="1080948"/>
                  </a:lnTo>
                  <a:lnTo>
                    <a:pt x="1849399" y="1077061"/>
                  </a:lnTo>
                  <a:lnTo>
                    <a:pt x="1854442" y="1074893"/>
                  </a:lnTo>
                  <a:lnTo>
                    <a:pt x="1877049" y="1065176"/>
                  </a:lnTo>
                  <a:lnTo>
                    <a:pt x="1882961" y="1062634"/>
                  </a:lnTo>
                  <a:lnTo>
                    <a:pt x="1886787" y="1060990"/>
                  </a:lnTo>
                  <a:lnTo>
                    <a:pt x="1890439" y="1059420"/>
                  </a:lnTo>
                  <a:lnTo>
                    <a:pt x="1912871" y="1049777"/>
                  </a:lnTo>
                  <a:lnTo>
                    <a:pt x="1917914" y="1047610"/>
                  </a:lnTo>
                  <a:lnTo>
                    <a:pt x="1920523" y="1046489"/>
                  </a:lnTo>
                  <a:lnTo>
                    <a:pt x="1954433" y="1031912"/>
                  </a:lnTo>
                  <a:lnTo>
                    <a:pt x="1957215" y="1030716"/>
                  </a:lnTo>
                  <a:lnTo>
                    <a:pt x="1966432" y="1026755"/>
                  </a:lnTo>
                  <a:lnTo>
                    <a:pt x="1975301" y="1022943"/>
                  </a:lnTo>
                  <a:lnTo>
                    <a:pt x="1975648" y="1022793"/>
                  </a:lnTo>
                  <a:lnTo>
                    <a:pt x="1982778" y="1019728"/>
                  </a:lnTo>
                  <a:lnTo>
                    <a:pt x="1992343" y="1015617"/>
                  </a:lnTo>
                  <a:lnTo>
                    <a:pt x="1999820" y="1012403"/>
                  </a:lnTo>
                  <a:lnTo>
                    <a:pt x="2000690" y="1012029"/>
                  </a:lnTo>
                  <a:lnTo>
                    <a:pt x="2005907" y="1009787"/>
                  </a:lnTo>
                  <a:lnTo>
                    <a:pt x="2014254" y="1006199"/>
                  </a:lnTo>
                  <a:lnTo>
                    <a:pt x="2023296" y="1002312"/>
                  </a:lnTo>
                  <a:lnTo>
                    <a:pt x="2028339" y="1000144"/>
                  </a:lnTo>
                  <a:lnTo>
                    <a:pt x="2050946" y="990427"/>
                  </a:lnTo>
                  <a:lnTo>
                    <a:pt x="2056859" y="987885"/>
                  </a:lnTo>
                  <a:lnTo>
                    <a:pt x="2060684" y="986241"/>
                  </a:lnTo>
                  <a:lnTo>
                    <a:pt x="2064336" y="984671"/>
                  </a:lnTo>
                  <a:lnTo>
                    <a:pt x="2065206" y="984297"/>
                  </a:lnTo>
                  <a:lnTo>
                    <a:pt x="2086769" y="975028"/>
                  </a:lnTo>
                  <a:lnTo>
                    <a:pt x="2091812" y="972861"/>
                  </a:lnTo>
                  <a:lnTo>
                    <a:pt x="2094420" y="971739"/>
                  </a:lnTo>
                  <a:lnTo>
                    <a:pt x="2128330" y="957163"/>
                  </a:lnTo>
                  <a:lnTo>
                    <a:pt x="2131113" y="955967"/>
                  </a:lnTo>
                  <a:lnTo>
                    <a:pt x="2140329" y="952006"/>
                  </a:lnTo>
                  <a:lnTo>
                    <a:pt x="2149198" y="948193"/>
                  </a:lnTo>
                  <a:lnTo>
                    <a:pt x="2149546" y="948044"/>
                  </a:lnTo>
                  <a:lnTo>
                    <a:pt x="2156676" y="944979"/>
                  </a:lnTo>
                  <a:lnTo>
                    <a:pt x="2166240" y="940868"/>
                  </a:lnTo>
                  <a:lnTo>
                    <a:pt x="2173718" y="937654"/>
                  </a:lnTo>
                  <a:lnTo>
                    <a:pt x="2174587" y="937280"/>
                  </a:lnTo>
                  <a:lnTo>
                    <a:pt x="2179804" y="935037"/>
                  </a:lnTo>
                  <a:lnTo>
                    <a:pt x="2188151" y="931449"/>
                  </a:lnTo>
                  <a:lnTo>
                    <a:pt x="2197194" y="927563"/>
                  </a:lnTo>
                  <a:lnTo>
                    <a:pt x="2202237" y="925395"/>
                  </a:lnTo>
                  <a:lnTo>
                    <a:pt x="2224843" y="915677"/>
                  </a:lnTo>
                  <a:lnTo>
                    <a:pt x="2230756" y="913136"/>
                  </a:lnTo>
                  <a:lnTo>
                    <a:pt x="2234582" y="911491"/>
                  </a:lnTo>
                  <a:lnTo>
                    <a:pt x="2238234" y="909922"/>
                  </a:lnTo>
                  <a:lnTo>
                    <a:pt x="2239103" y="909548"/>
                  </a:lnTo>
                  <a:lnTo>
                    <a:pt x="2260666" y="900279"/>
                  </a:lnTo>
                  <a:lnTo>
                    <a:pt x="2265709" y="898111"/>
                  </a:lnTo>
                  <a:lnTo>
                    <a:pt x="2268318" y="896990"/>
                  </a:lnTo>
                  <a:lnTo>
                    <a:pt x="2302228" y="882414"/>
                  </a:lnTo>
                  <a:lnTo>
                    <a:pt x="2305010" y="881218"/>
                  </a:lnTo>
                  <a:lnTo>
                    <a:pt x="2314227" y="877256"/>
                  </a:lnTo>
                  <a:lnTo>
                    <a:pt x="2323095" y="873444"/>
                  </a:lnTo>
                  <a:lnTo>
                    <a:pt x="2323443" y="873295"/>
                  </a:lnTo>
                  <a:lnTo>
                    <a:pt x="2330573" y="870230"/>
                  </a:lnTo>
                  <a:lnTo>
                    <a:pt x="2340137" y="866119"/>
                  </a:lnTo>
                  <a:lnTo>
                    <a:pt x="2348485" y="862531"/>
                  </a:lnTo>
                  <a:lnTo>
                    <a:pt x="2353701" y="860288"/>
                  </a:lnTo>
                  <a:lnTo>
                    <a:pt x="2362049" y="856700"/>
                  </a:lnTo>
                  <a:lnTo>
                    <a:pt x="2371091" y="852813"/>
                  </a:lnTo>
                  <a:lnTo>
                    <a:pt x="2376134" y="850646"/>
                  </a:lnTo>
                  <a:lnTo>
                    <a:pt x="2398741" y="840928"/>
                  </a:lnTo>
                  <a:lnTo>
                    <a:pt x="2404653" y="838387"/>
                  </a:lnTo>
                  <a:lnTo>
                    <a:pt x="2408479" y="836742"/>
                  </a:lnTo>
                  <a:lnTo>
                    <a:pt x="2412131" y="835172"/>
                  </a:lnTo>
                  <a:lnTo>
                    <a:pt x="2413000" y="834799"/>
                  </a:lnTo>
                  <a:lnTo>
                    <a:pt x="2434564" y="825530"/>
                  </a:lnTo>
                  <a:lnTo>
                    <a:pt x="2439607" y="823362"/>
                  </a:lnTo>
                  <a:lnTo>
                    <a:pt x="2442215" y="822241"/>
                  </a:lnTo>
                  <a:lnTo>
                    <a:pt x="2476125" y="807665"/>
                  </a:lnTo>
                  <a:lnTo>
                    <a:pt x="2478908" y="806469"/>
                  </a:lnTo>
                  <a:lnTo>
                    <a:pt x="2488124" y="802507"/>
                  </a:lnTo>
                  <a:lnTo>
                    <a:pt x="2496993" y="798695"/>
                  </a:lnTo>
                  <a:lnTo>
                    <a:pt x="2497341" y="798545"/>
                  </a:lnTo>
                  <a:lnTo>
                    <a:pt x="2504471" y="795481"/>
                  </a:lnTo>
                  <a:lnTo>
                    <a:pt x="2514035" y="791369"/>
                  </a:lnTo>
                  <a:lnTo>
                    <a:pt x="2521512" y="788155"/>
                  </a:lnTo>
                  <a:lnTo>
                    <a:pt x="2522382" y="787781"/>
                  </a:lnTo>
                  <a:lnTo>
                    <a:pt x="2527599" y="785539"/>
                  </a:lnTo>
                  <a:lnTo>
                    <a:pt x="2535946" y="781951"/>
                  </a:lnTo>
                  <a:lnTo>
                    <a:pt x="2544989" y="778064"/>
                  </a:lnTo>
                  <a:lnTo>
                    <a:pt x="2550032" y="775896"/>
                  </a:lnTo>
                  <a:lnTo>
                    <a:pt x="2572638" y="766179"/>
                  </a:lnTo>
                  <a:lnTo>
                    <a:pt x="2582377" y="761993"/>
                  </a:lnTo>
                  <a:lnTo>
                    <a:pt x="2586028" y="760423"/>
                  </a:lnTo>
                  <a:lnTo>
                    <a:pt x="2586898" y="760050"/>
                  </a:lnTo>
                  <a:lnTo>
                    <a:pt x="2608461" y="750781"/>
                  </a:lnTo>
                  <a:lnTo>
                    <a:pt x="2613504" y="748613"/>
                  </a:lnTo>
                  <a:lnTo>
                    <a:pt x="2616113" y="747492"/>
                  </a:lnTo>
                  <a:lnTo>
                    <a:pt x="2650023" y="732916"/>
                  </a:lnTo>
                  <a:lnTo>
                    <a:pt x="2652805" y="731720"/>
                  </a:lnTo>
                  <a:lnTo>
                    <a:pt x="2662022" y="727758"/>
                  </a:lnTo>
                  <a:lnTo>
                    <a:pt x="2670890" y="723946"/>
                  </a:lnTo>
                  <a:lnTo>
                    <a:pt x="2671238" y="723796"/>
                  </a:lnTo>
                  <a:lnTo>
                    <a:pt x="2678368" y="720731"/>
                  </a:lnTo>
                  <a:lnTo>
                    <a:pt x="2687932" y="716620"/>
                  </a:lnTo>
                  <a:lnTo>
                    <a:pt x="2695410" y="713406"/>
                  </a:lnTo>
                  <a:lnTo>
                    <a:pt x="2696279" y="713032"/>
                  </a:lnTo>
                  <a:lnTo>
                    <a:pt x="2701496" y="710790"/>
                  </a:lnTo>
                  <a:lnTo>
                    <a:pt x="2709843" y="707202"/>
                  </a:lnTo>
                  <a:lnTo>
                    <a:pt x="2718886" y="703315"/>
                  </a:lnTo>
                  <a:lnTo>
                    <a:pt x="2723929" y="701147"/>
                  </a:lnTo>
                  <a:lnTo>
                    <a:pt x="2746536" y="691430"/>
                  </a:lnTo>
                  <a:lnTo>
                    <a:pt x="2752448" y="688888"/>
                  </a:lnTo>
                  <a:lnTo>
                    <a:pt x="2756274" y="687244"/>
                  </a:lnTo>
                  <a:lnTo>
                    <a:pt x="2759926" y="685674"/>
                  </a:lnTo>
                  <a:lnTo>
                    <a:pt x="2760795" y="685300"/>
                  </a:lnTo>
                  <a:lnTo>
                    <a:pt x="2782359" y="676031"/>
                  </a:lnTo>
                  <a:lnTo>
                    <a:pt x="2787402" y="673864"/>
                  </a:lnTo>
                  <a:lnTo>
                    <a:pt x="2790010" y="672742"/>
                  </a:lnTo>
                  <a:lnTo>
                    <a:pt x="2823920" y="658166"/>
                  </a:lnTo>
                  <a:lnTo>
                    <a:pt x="2826703" y="656970"/>
                  </a:lnTo>
                  <a:lnTo>
                    <a:pt x="2835919" y="653009"/>
                  </a:lnTo>
                  <a:lnTo>
                    <a:pt x="2844788" y="649196"/>
                  </a:lnTo>
                  <a:lnTo>
                    <a:pt x="2845136" y="649047"/>
                  </a:lnTo>
                  <a:lnTo>
                    <a:pt x="2852265" y="645982"/>
                  </a:lnTo>
                  <a:lnTo>
                    <a:pt x="2861830" y="641871"/>
                  </a:lnTo>
                  <a:lnTo>
                    <a:pt x="2869307" y="638657"/>
                  </a:lnTo>
                  <a:lnTo>
                    <a:pt x="2870177" y="638283"/>
                  </a:lnTo>
                  <a:lnTo>
                    <a:pt x="2875394" y="636041"/>
                  </a:lnTo>
                  <a:lnTo>
                    <a:pt x="2883741" y="632453"/>
                  </a:lnTo>
                  <a:lnTo>
                    <a:pt x="2892784" y="628566"/>
                  </a:lnTo>
                  <a:lnTo>
                    <a:pt x="2897827" y="626398"/>
                  </a:lnTo>
                  <a:lnTo>
                    <a:pt x="2920433" y="616681"/>
                  </a:lnTo>
                  <a:lnTo>
                    <a:pt x="2926346" y="614139"/>
                  </a:lnTo>
                  <a:lnTo>
                    <a:pt x="2930171" y="612495"/>
                  </a:lnTo>
                  <a:lnTo>
                    <a:pt x="2933823" y="610925"/>
                  </a:lnTo>
                  <a:lnTo>
                    <a:pt x="2934693" y="610551"/>
                  </a:lnTo>
                  <a:lnTo>
                    <a:pt x="2956256" y="601282"/>
                  </a:lnTo>
                  <a:lnTo>
                    <a:pt x="2961299" y="599114"/>
                  </a:lnTo>
                  <a:lnTo>
                    <a:pt x="2963908" y="597993"/>
                  </a:lnTo>
                  <a:lnTo>
                    <a:pt x="2997818" y="583417"/>
                  </a:lnTo>
                  <a:lnTo>
                    <a:pt x="3000600" y="582221"/>
                  </a:lnTo>
                  <a:lnTo>
                    <a:pt x="3009817" y="578259"/>
                  </a:lnTo>
                  <a:lnTo>
                    <a:pt x="3018685" y="574447"/>
                  </a:lnTo>
                  <a:lnTo>
                    <a:pt x="3019033" y="574298"/>
                  </a:lnTo>
                  <a:lnTo>
                    <a:pt x="3026163" y="571233"/>
                  </a:lnTo>
                  <a:lnTo>
                    <a:pt x="3035727" y="567122"/>
                  </a:lnTo>
                  <a:lnTo>
                    <a:pt x="3043205" y="563908"/>
                  </a:lnTo>
                  <a:lnTo>
                    <a:pt x="3044074" y="563534"/>
                  </a:lnTo>
                  <a:lnTo>
                    <a:pt x="3049291" y="561291"/>
                  </a:lnTo>
                  <a:lnTo>
                    <a:pt x="3057638" y="557703"/>
                  </a:lnTo>
                  <a:lnTo>
                    <a:pt x="3066681" y="553816"/>
                  </a:lnTo>
                  <a:lnTo>
                    <a:pt x="3071724" y="551649"/>
                  </a:lnTo>
                  <a:lnTo>
                    <a:pt x="3094331" y="541931"/>
                  </a:lnTo>
                  <a:lnTo>
                    <a:pt x="3100243" y="539390"/>
                  </a:lnTo>
                  <a:lnTo>
                    <a:pt x="3104069" y="537745"/>
                  </a:lnTo>
                  <a:lnTo>
                    <a:pt x="3108590" y="535802"/>
                  </a:lnTo>
                  <a:lnTo>
                    <a:pt x="3130154" y="526533"/>
                  </a:lnTo>
                  <a:lnTo>
                    <a:pt x="3135197" y="524365"/>
                  </a:lnTo>
                  <a:lnTo>
                    <a:pt x="3137805" y="523244"/>
                  </a:lnTo>
                  <a:lnTo>
                    <a:pt x="3171715" y="508668"/>
                  </a:lnTo>
                  <a:lnTo>
                    <a:pt x="3174497" y="507472"/>
                  </a:lnTo>
                  <a:lnTo>
                    <a:pt x="3183714" y="503510"/>
                  </a:lnTo>
                  <a:lnTo>
                    <a:pt x="3192583" y="499698"/>
                  </a:lnTo>
                  <a:lnTo>
                    <a:pt x="3192931" y="499549"/>
                  </a:lnTo>
                  <a:lnTo>
                    <a:pt x="3200060" y="496484"/>
                  </a:lnTo>
                  <a:lnTo>
                    <a:pt x="3209625" y="492373"/>
                  </a:lnTo>
                  <a:lnTo>
                    <a:pt x="3217102" y="489158"/>
                  </a:lnTo>
                  <a:lnTo>
                    <a:pt x="3217972" y="488785"/>
                  </a:lnTo>
                  <a:lnTo>
                    <a:pt x="3223189" y="486542"/>
                  </a:lnTo>
                  <a:lnTo>
                    <a:pt x="3231536" y="482954"/>
                  </a:lnTo>
                  <a:lnTo>
                    <a:pt x="3240578" y="479067"/>
                  </a:lnTo>
                  <a:lnTo>
                    <a:pt x="3245621" y="476900"/>
                  </a:lnTo>
                  <a:lnTo>
                    <a:pt x="3268228" y="467182"/>
                  </a:lnTo>
                  <a:lnTo>
                    <a:pt x="3274141" y="464641"/>
                  </a:lnTo>
                  <a:lnTo>
                    <a:pt x="3277966" y="462996"/>
                  </a:lnTo>
                  <a:lnTo>
                    <a:pt x="3281618" y="461426"/>
                  </a:lnTo>
                  <a:lnTo>
                    <a:pt x="3282488" y="461053"/>
                  </a:lnTo>
                  <a:lnTo>
                    <a:pt x="3304051" y="451784"/>
                  </a:lnTo>
                  <a:lnTo>
                    <a:pt x="3309094" y="449616"/>
                  </a:lnTo>
                  <a:lnTo>
                    <a:pt x="3311702" y="448495"/>
                  </a:lnTo>
                  <a:lnTo>
                    <a:pt x="3345612" y="433919"/>
                  </a:lnTo>
                  <a:lnTo>
                    <a:pt x="3348395" y="432723"/>
                  </a:lnTo>
                  <a:lnTo>
                    <a:pt x="3357611" y="428761"/>
                  </a:lnTo>
                  <a:lnTo>
                    <a:pt x="3366480" y="424949"/>
                  </a:lnTo>
                  <a:lnTo>
                    <a:pt x="3366828" y="424799"/>
                  </a:lnTo>
                  <a:lnTo>
                    <a:pt x="3373958" y="421735"/>
                  </a:lnTo>
                  <a:lnTo>
                    <a:pt x="3383522" y="417623"/>
                  </a:lnTo>
                  <a:lnTo>
                    <a:pt x="3391000" y="414409"/>
                  </a:lnTo>
                  <a:lnTo>
                    <a:pt x="3391869" y="414035"/>
                  </a:lnTo>
                  <a:lnTo>
                    <a:pt x="3397086" y="411793"/>
                  </a:lnTo>
                  <a:lnTo>
                    <a:pt x="3405433" y="408205"/>
                  </a:lnTo>
                  <a:lnTo>
                    <a:pt x="3414476" y="404318"/>
                  </a:lnTo>
                  <a:lnTo>
                    <a:pt x="3419519" y="402150"/>
                  </a:lnTo>
                  <a:lnTo>
                    <a:pt x="3442126" y="392433"/>
                  </a:lnTo>
                  <a:lnTo>
                    <a:pt x="3448038" y="389891"/>
                  </a:lnTo>
                  <a:lnTo>
                    <a:pt x="3451864" y="388247"/>
                  </a:lnTo>
                  <a:lnTo>
                    <a:pt x="3455516" y="386677"/>
                  </a:lnTo>
                  <a:lnTo>
                    <a:pt x="3456385" y="386303"/>
                  </a:lnTo>
                  <a:lnTo>
                    <a:pt x="3477948" y="377035"/>
                  </a:lnTo>
                  <a:lnTo>
                    <a:pt x="3482991" y="374867"/>
                  </a:lnTo>
                  <a:lnTo>
                    <a:pt x="3485600" y="373746"/>
                  </a:lnTo>
                  <a:lnTo>
                    <a:pt x="3519510" y="359169"/>
                  </a:lnTo>
                  <a:lnTo>
                    <a:pt x="3522292" y="357973"/>
                  </a:lnTo>
                  <a:lnTo>
                    <a:pt x="3531509" y="354012"/>
                  </a:lnTo>
                  <a:lnTo>
                    <a:pt x="3540378" y="350200"/>
                  </a:lnTo>
                  <a:lnTo>
                    <a:pt x="3540725" y="350050"/>
                  </a:lnTo>
                  <a:lnTo>
                    <a:pt x="3547855" y="346985"/>
                  </a:lnTo>
                  <a:lnTo>
                    <a:pt x="3557420" y="342874"/>
                  </a:lnTo>
                  <a:lnTo>
                    <a:pt x="3564897" y="339660"/>
                  </a:lnTo>
                  <a:lnTo>
                    <a:pt x="3565767" y="339286"/>
                  </a:lnTo>
                  <a:lnTo>
                    <a:pt x="3570984" y="337044"/>
                  </a:lnTo>
                  <a:lnTo>
                    <a:pt x="3579331" y="333456"/>
                  </a:lnTo>
                  <a:lnTo>
                    <a:pt x="3588373" y="329569"/>
                  </a:lnTo>
                  <a:lnTo>
                    <a:pt x="3593416" y="327401"/>
                  </a:lnTo>
                  <a:lnTo>
                    <a:pt x="3616023" y="317684"/>
                  </a:lnTo>
                  <a:lnTo>
                    <a:pt x="3621936" y="315142"/>
                  </a:lnTo>
                  <a:lnTo>
                    <a:pt x="3625761" y="313498"/>
                  </a:lnTo>
                  <a:lnTo>
                    <a:pt x="3629413" y="311928"/>
                  </a:lnTo>
                  <a:lnTo>
                    <a:pt x="3630283" y="311554"/>
                  </a:lnTo>
                  <a:lnTo>
                    <a:pt x="3651846" y="302285"/>
                  </a:lnTo>
                  <a:lnTo>
                    <a:pt x="3656889" y="300118"/>
                  </a:lnTo>
                  <a:lnTo>
                    <a:pt x="3659497" y="298996"/>
                  </a:lnTo>
                  <a:lnTo>
                    <a:pt x="3693407" y="284420"/>
                  </a:lnTo>
                  <a:lnTo>
                    <a:pt x="3696190" y="283224"/>
                  </a:lnTo>
                  <a:lnTo>
                    <a:pt x="3705406" y="279263"/>
                  </a:lnTo>
                  <a:lnTo>
                    <a:pt x="3714623" y="275301"/>
                  </a:lnTo>
                  <a:lnTo>
                    <a:pt x="3721753" y="272236"/>
                  </a:lnTo>
                  <a:lnTo>
                    <a:pt x="3731317" y="268125"/>
                  </a:lnTo>
                  <a:lnTo>
                    <a:pt x="3738795" y="264911"/>
                  </a:lnTo>
                  <a:lnTo>
                    <a:pt x="3739664" y="264537"/>
                  </a:lnTo>
                  <a:lnTo>
                    <a:pt x="3744881" y="262295"/>
                  </a:lnTo>
                  <a:lnTo>
                    <a:pt x="3753228" y="258707"/>
                  </a:lnTo>
                  <a:lnTo>
                    <a:pt x="3762271" y="254820"/>
                  </a:lnTo>
                  <a:lnTo>
                    <a:pt x="3767314" y="252652"/>
                  </a:lnTo>
                  <a:lnTo>
                    <a:pt x="3789920" y="242934"/>
                  </a:lnTo>
                  <a:lnTo>
                    <a:pt x="3795833" y="240393"/>
                  </a:lnTo>
                  <a:lnTo>
                    <a:pt x="3799659" y="238748"/>
                  </a:lnTo>
                  <a:lnTo>
                    <a:pt x="3803311" y="237179"/>
                  </a:lnTo>
                  <a:lnTo>
                    <a:pt x="3804180" y="236805"/>
                  </a:lnTo>
                  <a:lnTo>
                    <a:pt x="3825743" y="227536"/>
                  </a:lnTo>
                  <a:lnTo>
                    <a:pt x="3830786" y="225368"/>
                  </a:lnTo>
                  <a:lnTo>
                    <a:pt x="3833395" y="224247"/>
                  </a:lnTo>
                  <a:lnTo>
                    <a:pt x="3867305" y="209671"/>
                  </a:lnTo>
                  <a:lnTo>
                    <a:pt x="3870087" y="208475"/>
                  </a:lnTo>
                  <a:lnTo>
                    <a:pt x="3879304" y="204513"/>
                  </a:lnTo>
                  <a:lnTo>
                    <a:pt x="3888173" y="200701"/>
                  </a:lnTo>
                  <a:lnTo>
                    <a:pt x="3888520" y="200552"/>
                  </a:lnTo>
                  <a:lnTo>
                    <a:pt x="3895650" y="197487"/>
                  </a:lnTo>
                  <a:lnTo>
                    <a:pt x="3905214" y="193376"/>
                  </a:lnTo>
                  <a:lnTo>
                    <a:pt x="3912692" y="190162"/>
                  </a:lnTo>
                  <a:lnTo>
                    <a:pt x="3913562" y="189788"/>
                  </a:lnTo>
                  <a:lnTo>
                    <a:pt x="3918778" y="187545"/>
                  </a:lnTo>
                  <a:lnTo>
                    <a:pt x="3927126" y="183957"/>
                  </a:lnTo>
                  <a:lnTo>
                    <a:pt x="3936168" y="180070"/>
                  </a:lnTo>
                  <a:lnTo>
                    <a:pt x="3941211" y="177903"/>
                  </a:lnTo>
                  <a:lnTo>
                    <a:pt x="3963818" y="168185"/>
                  </a:lnTo>
                  <a:lnTo>
                    <a:pt x="3969730" y="165644"/>
                  </a:lnTo>
                  <a:lnTo>
                    <a:pt x="3973556" y="163999"/>
                  </a:lnTo>
                  <a:lnTo>
                    <a:pt x="3977208" y="162430"/>
                  </a:lnTo>
                  <a:lnTo>
                    <a:pt x="3978077" y="162056"/>
                  </a:lnTo>
                  <a:lnTo>
                    <a:pt x="4004684" y="150619"/>
                  </a:lnTo>
                  <a:lnTo>
                    <a:pt x="4007292" y="149498"/>
                  </a:lnTo>
                  <a:lnTo>
                    <a:pt x="4041202" y="134922"/>
                  </a:lnTo>
                  <a:lnTo>
                    <a:pt x="4043985" y="133726"/>
                  </a:lnTo>
                  <a:lnTo>
                    <a:pt x="4053201" y="129764"/>
                  </a:lnTo>
                  <a:lnTo>
                    <a:pt x="4062070" y="125952"/>
                  </a:lnTo>
                  <a:lnTo>
                    <a:pt x="4062418" y="125802"/>
                  </a:lnTo>
                  <a:lnTo>
                    <a:pt x="4086590" y="115412"/>
                  </a:lnTo>
                  <a:lnTo>
                    <a:pt x="4092676" y="112796"/>
                  </a:lnTo>
                  <a:lnTo>
                    <a:pt x="4101023" y="109208"/>
                  </a:lnTo>
                  <a:lnTo>
                    <a:pt x="4110066" y="105321"/>
                  </a:lnTo>
                  <a:lnTo>
                    <a:pt x="4151975" y="87307"/>
                  </a:lnTo>
                  <a:lnTo>
                    <a:pt x="4181190" y="74749"/>
                  </a:lnTo>
                  <a:lnTo>
                    <a:pt x="4261356" y="40289"/>
                  </a:lnTo>
                  <a:lnTo>
                    <a:pt x="4355087" y="0"/>
                  </a:lnTo>
                </a:path>
              </a:pathLst>
            </a:custGeom>
            <a:ln w="32521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19"/>
            <p:cNvSpPr/>
            <p:nvPr/>
          </p:nvSpPr>
          <p:spPr>
            <a:xfrm>
              <a:off x="3427483" y="2894354"/>
              <a:ext cx="4355087" cy="1740711"/>
            </a:xfrm>
            <a:custGeom>
              <a:avLst/>
              <a:pathLst>
                <a:path w="4355087" h="1740711">
                  <a:moveTo>
                    <a:pt x="0" y="1740711"/>
                  </a:moveTo>
                  <a:lnTo>
                    <a:pt x="69906" y="1712770"/>
                  </a:lnTo>
                  <a:lnTo>
                    <a:pt x="79471" y="1708947"/>
                  </a:lnTo>
                  <a:lnTo>
                    <a:pt x="115467" y="1694559"/>
                  </a:lnTo>
                  <a:lnTo>
                    <a:pt x="138074" y="1685523"/>
                  </a:lnTo>
                  <a:lnTo>
                    <a:pt x="143987" y="1683160"/>
                  </a:lnTo>
                  <a:lnTo>
                    <a:pt x="147812" y="1681631"/>
                  </a:lnTo>
                  <a:lnTo>
                    <a:pt x="151464" y="1680171"/>
                  </a:lnTo>
                  <a:lnTo>
                    <a:pt x="173897" y="1671205"/>
                  </a:lnTo>
                  <a:lnTo>
                    <a:pt x="178940" y="1669189"/>
                  </a:lnTo>
                  <a:lnTo>
                    <a:pt x="215458" y="1654593"/>
                  </a:lnTo>
                  <a:lnTo>
                    <a:pt x="218241" y="1653481"/>
                  </a:lnTo>
                  <a:lnTo>
                    <a:pt x="227457" y="1649797"/>
                  </a:lnTo>
                  <a:lnTo>
                    <a:pt x="236326" y="1646252"/>
                  </a:lnTo>
                  <a:lnTo>
                    <a:pt x="236674" y="1646113"/>
                  </a:lnTo>
                  <a:lnTo>
                    <a:pt x="243804" y="1643264"/>
                  </a:lnTo>
                  <a:lnTo>
                    <a:pt x="253368" y="1639441"/>
                  </a:lnTo>
                  <a:lnTo>
                    <a:pt x="260846" y="1636452"/>
                  </a:lnTo>
                  <a:lnTo>
                    <a:pt x="266932" y="1634019"/>
                  </a:lnTo>
                  <a:lnTo>
                    <a:pt x="275279" y="1630683"/>
                  </a:lnTo>
                  <a:lnTo>
                    <a:pt x="284322" y="1627069"/>
                  </a:lnTo>
                  <a:lnTo>
                    <a:pt x="289365" y="1625053"/>
                  </a:lnTo>
                  <a:lnTo>
                    <a:pt x="311972" y="1616017"/>
                  </a:lnTo>
                  <a:lnTo>
                    <a:pt x="317884" y="1613654"/>
                  </a:lnTo>
                  <a:lnTo>
                    <a:pt x="321710" y="1612125"/>
                  </a:lnTo>
                  <a:lnTo>
                    <a:pt x="325362" y="1610665"/>
                  </a:lnTo>
                  <a:lnTo>
                    <a:pt x="326231" y="1610318"/>
                  </a:lnTo>
                  <a:lnTo>
                    <a:pt x="347794" y="1601699"/>
                  </a:lnTo>
                  <a:lnTo>
                    <a:pt x="352837" y="1599683"/>
                  </a:lnTo>
                  <a:lnTo>
                    <a:pt x="389356" y="1585087"/>
                  </a:lnTo>
                  <a:lnTo>
                    <a:pt x="392138" y="1583975"/>
                  </a:lnTo>
                  <a:lnTo>
                    <a:pt x="401355" y="1580291"/>
                  </a:lnTo>
                  <a:lnTo>
                    <a:pt x="410224" y="1576746"/>
                  </a:lnTo>
                  <a:lnTo>
                    <a:pt x="410571" y="1576607"/>
                  </a:lnTo>
                  <a:lnTo>
                    <a:pt x="417701" y="1573757"/>
                  </a:lnTo>
                  <a:lnTo>
                    <a:pt x="427266" y="1569935"/>
                  </a:lnTo>
                  <a:lnTo>
                    <a:pt x="434743" y="1566946"/>
                  </a:lnTo>
                  <a:lnTo>
                    <a:pt x="435613" y="1566598"/>
                  </a:lnTo>
                  <a:lnTo>
                    <a:pt x="440830" y="1564513"/>
                  </a:lnTo>
                  <a:lnTo>
                    <a:pt x="449177" y="1561177"/>
                  </a:lnTo>
                  <a:lnTo>
                    <a:pt x="458219" y="1557562"/>
                  </a:lnTo>
                  <a:lnTo>
                    <a:pt x="463262" y="1555547"/>
                  </a:lnTo>
                  <a:lnTo>
                    <a:pt x="485869" y="1546511"/>
                  </a:lnTo>
                  <a:lnTo>
                    <a:pt x="491781" y="1544148"/>
                  </a:lnTo>
                  <a:lnTo>
                    <a:pt x="495607" y="1542619"/>
                  </a:lnTo>
                  <a:lnTo>
                    <a:pt x="499259" y="1541159"/>
                  </a:lnTo>
                  <a:lnTo>
                    <a:pt x="500129" y="1540811"/>
                  </a:lnTo>
                  <a:lnTo>
                    <a:pt x="521692" y="1532193"/>
                  </a:lnTo>
                  <a:lnTo>
                    <a:pt x="526735" y="1530177"/>
                  </a:lnTo>
                  <a:lnTo>
                    <a:pt x="529343" y="1529134"/>
                  </a:lnTo>
                  <a:lnTo>
                    <a:pt x="563253" y="1515581"/>
                  </a:lnTo>
                  <a:lnTo>
                    <a:pt x="566036" y="1514469"/>
                  </a:lnTo>
                  <a:lnTo>
                    <a:pt x="575252" y="1510785"/>
                  </a:lnTo>
                  <a:lnTo>
                    <a:pt x="584121" y="1507240"/>
                  </a:lnTo>
                  <a:lnTo>
                    <a:pt x="584469" y="1507101"/>
                  </a:lnTo>
                  <a:lnTo>
                    <a:pt x="591599" y="1504251"/>
                  </a:lnTo>
                  <a:lnTo>
                    <a:pt x="601163" y="1500428"/>
                  </a:lnTo>
                  <a:lnTo>
                    <a:pt x="608641" y="1497440"/>
                  </a:lnTo>
                  <a:lnTo>
                    <a:pt x="609510" y="1497092"/>
                  </a:lnTo>
                  <a:lnTo>
                    <a:pt x="614727" y="1495007"/>
                  </a:lnTo>
                  <a:lnTo>
                    <a:pt x="623074" y="1491671"/>
                  </a:lnTo>
                  <a:lnTo>
                    <a:pt x="632117" y="1488056"/>
                  </a:lnTo>
                  <a:lnTo>
                    <a:pt x="637160" y="1486041"/>
                  </a:lnTo>
                  <a:lnTo>
                    <a:pt x="659766" y="1477005"/>
                  </a:lnTo>
                  <a:lnTo>
                    <a:pt x="665679" y="1474642"/>
                  </a:lnTo>
                  <a:lnTo>
                    <a:pt x="669505" y="1473113"/>
                  </a:lnTo>
                  <a:lnTo>
                    <a:pt x="673157" y="1471653"/>
                  </a:lnTo>
                  <a:lnTo>
                    <a:pt x="674026" y="1471305"/>
                  </a:lnTo>
                  <a:lnTo>
                    <a:pt x="695589" y="1462687"/>
                  </a:lnTo>
                  <a:lnTo>
                    <a:pt x="700632" y="1460671"/>
                  </a:lnTo>
                  <a:lnTo>
                    <a:pt x="703241" y="1459628"/>
                  </a:lnTo>
                  <a:lnTo>
                    <a:pt x="737151" y="1446075"/>
                  </a:lnTo>
                  <a:lnTo>
                    <a:pt x="739933" y="1444963"/>
                  </a:lnTo>
                  <a:lnTo>
                    <a:pt x="749150" y="1441279"/>
                  </a:lnTo>
                  <a:lnTo>
                    <a:pt x="758018" y="1437734"/>
                  </a:lnTo>
                  <a:lnTo>
                    <a:pt x="758366" y="1437595"/>
                  </a:lnTo>
                  <a:lnTo>
                    <a:pt x="765496" y="1434745"/>
                  </a:lnTo>
                  <a:lnTo>
                    <a:pt x="775060" y="1430922"/>
                  </a:lnTo>
                  <a:lnTo>
                    <a:pt x="782538" y="1427934"/>
                  </a:lnTo>
                  <a:lnTo>
                    <a:pt x="783407" y="1427586"/>
                  </a:lnTo>
                  <a:lnTo>
                    <a:pt x="788624" y="1425501"/>
                  </a:lnTo>
                  <a:lnTo>
                    <a:pt x="796972" y="1422165"/>
                  </a:lnTo>
                  <a:lnTo>
                    <a:pt x="806014" y="1418550"/>
                  </a:lnTo>
                  <a:lnTo>
                    <a:pt x="811057" y="1416535"/>
                  </a:lnTo>
                  <a:lnTo>
                    <a:pt x="833664" y="1407499"/>
                  </a:lnTo>
                  <a:lnTo>
                    <a:pt x="839576" y="1405136"/>
                  </a:lnTo>
                  <a:lnTo>
                    <a:pt x="843402" y="1403606"/>
                  </a:lnTo>
                  <a:lnTo>
                    <a:pt x="847054" y="1402147"/>
                  </a:lnTo>
                  <a:lnTo>
                    <a:pt x="847923" y="1401799"/>
                  </a:lnTo>
                  <a:lnTo>
                    <a:pt x="869487" y="1393180"/>
                  </a:lnTo>
                  <a:lnTo>
                    <a:pt x="874530" y="1391165"/>
                  </a:lnTo>
                  <a:lnTo>
                    <a:pt x="877138" y="1390122"/>
                  </a:lnTo>
                  <a:lnTo>
                    <a:pt x="911048" y="1376568"/>
                  </a:lnTo>
                  <a:lnTo>
                    <a:pt x="913831" y="1375456"/>
                  </a:lnTo>
                  <a:lnTo>
                    <a:pt x="923047" y="1371773"/>
                  </a:lnTo>
                  <a:lnTo>
                    <a:pt x="931916" y="1368228"/>
                  </a:lnTo>
                  <a:lnTo>
                    <a:pt x="932264" y="1368089"/>
                  </a:lnTo>
                  <a:lnTo>
                    <a:pt x="939394" y="1365239"/>
                  </a:lnTo>
                  <a:lnTo>
                    <a:pt x="948958" y="1361416"/>
                  </a:lnTo>
                  <a:lnTo>
                    <a:pt x="956435" y="1358427"/>
                  </a:lnTo>
                  <a:lnTo>
                    <a:pt x="957305" y="1358080"/>
                  </a:lnTo>
                  <a:lnTo>
                    <a:pt x="962522" y="1355995"/>
                  </a:lnTo>
                  <a:lnTo>
                    <a:pt x="970869" y="1352658"/>
                  </a:lnTo>
                  <a:lnTo>
                    <a:pt x="979912" y="1349044"/>
                  </a:lnTo>
                  <a:lnTo>
                    <a:pt x="984955" y="1347028"/>
                  </a:lnTo>
                  <a:lnTo>
                    <a:pt x="1007561" y="1337993"/>
                  </a:lnTo>
                  <a:lnTo>
                    <a:pt x="1013474" y="1335629"/>
                  </a:lnTo>
                  <a:lnTo>
                    <a:pt x="1017300" y="1334100"/>
                  </a:lnTo>
                  <a:lnTo>
                    <a:pt x="1020951" y="1332641"/>
                  </a:lnTo>
                  <a:lnTo>
                    <a:pt x="1021821" y="1332293"/>
                  </a:lnTo>
                  <a:lnTo>
                    <a:pt x="1043384" y="1323674"/>
                  </a:lnTo>
                  <a:lnTo>
                    <a:pt x="1048427" y="1321659"/>
                  </a:lnTo>
                  <a:lnTo>
                    <a:pt x="1051036" y="1320616"/>
                  </a:lnTo>
                  <a:lnTo>
                    <a:pt x="1084946" y="1307062"/>
                  </a:lnTo>
                  <a:lnTo>
                    <a:pt x="1087728" y="1305950"/>
                  </a:lnTo>
                  <a:lnTo>
                    <a:pt x="1096945" y="1302266"/>
                  </a:lnTo>
                  <a:lnTo>
                    <a:pt x="1105813" y="1298722"/>
                  </a:lnTo>
                  <a:lnTo>
                    <a:pt x="1106161" y="1298583"/>
                  </a:lnTo>
                  <a:lnTo>
                    <a:pt x="1113291" y="1295733"/>
                  </a:lnTo>
                  <a:lnTo>
                    <a:pt x="1122855" y="1291910"/>
                  </a:lnTo>
                  <a:lnTo>
                    <a:pt x="1130333" y="1288921"/>
                  </a:lnTo>
                  <a:lnTo>
                    <a:pt x="1131202" y="1288574"/>
                  </a:lnTo>
                  <a:lnTo>
                    <a:pt x="1136419" y="1286489"/>
                  </a:lnTo>
                  <a:lnTo>
                    <a:pt x="1144766" y="1283152"/>
                  </a:lnTo>
                  <a:lnTo>
                    <a:pt x="1153809" y="1279538"/>
                  </a:lnTo>
                  <a:lnTo>
                    <a:pt x="1158852" y="1277522"/>
                  </a:lnTo>
                  <a:lnTo>
                    <a:pt x="1181459" y="1268486"/>
                  </a:lnTo>
                  <a:lnTo>
                    <a:pt x="1187371" y="1266123"/>
                  </a:lnTo>
                  <a:lnTo>
                    <a:pt x="1191197" y="1264594"/>
                  </a:lnTo>
                  <a:lnTo>
                    <a:pt x="1194849" y="1263134"/>
                  </a:lnTo>
                  <a:lnTo>
                    <a:pt x="1195718" y="1262787"/>
                  </a:lnTo>
                  <a:lnTo>
                    <a:pt x="1217282" y="1254168"/>
                  </a:lnTo>
                  <a:lnTo>
                    <a:pt x="1222325" y="1252153"/>
                  </a:lnTo>
                  <a:lnTo>
                    <a:pt x="1224933" y="1251110"/>
                  </a:lnTo>
                  <a:lnTo>
                    <a:pt x="1258843" y="1237556"/>
                  </a:lnTo>
                  <a:lnTo>
                    <a:pt x="1261625" y="1236444"/>
                  </a:lnTo>
                  <a:lnTo>
                    <a:pt x="1270842" y="1232760"/>
                  </a:lnTo>
                  <a:lnTo>
                    <a:pt x="1279711" y="1229215"/>
                  </a:lnTo>
                  <a:lnTo>
                    <a:pt x="1280059" y="1229076"/>
                  </a:lnTo>
                  <a:lnTo>
                    <a:pt x="1287188" y="1226227"/>
                  </a:lnTo>
                  <a:lnTo>
                    <a:pt x="1296753" y="1222404"/>
                  </a:lnTo>
                  <a:lnTo>
                    <a:pt x="1304230" y="1219415"/>
                  </a:lnTo>
                  <a:lnTo>
                    <a:pt x="1305100" y="1219068"/>
                  </a:lnTo>
                  <a:lnTo>
                    <a:pt x="1310317" y="1216982"/>
                  </a:lnTo>
                  <a:lnTo>
                    <a:pt x="1318664" y="1213646"/>
                  </a:lnTo>
                  <a:lnTo>
                    <a:pt x="1327707" y="1210032"/>
                  </a:lnTo>
                  <a:lnTo>
                    <a:pt x="1332750" y="1208016"/>
                  </a:lnTo>
                  <a:lnTo>
                    <a:pt x="1355356" y="1198980"/>
                  </a:lnTo>
                  <a:lnTo>
                    <a:pt x="1361269" y="1196617"/>
                  </a:lnTo>
                  <a:lnTo>
                    <a:pt x="1368746" y="1193628"/>
                  </a:lnTo>
                  <a:lnTo>
                    <a:pt x="1369616" y="1193281"/>
                  </a:lnTo>
                  <a:lnTo>
                    <a:pt x="1391179" y="1184662"/>
                  </a:lnTo>
                  <a:lnTo>
                    <a:pt x="1396222" y="1182646"/>
                  </a:lnTo>
                  <a:lnTo>
                    <a:pt x="1398831" y="1181604"/>
                  </a:lnTo>
                  <a:lnTo>
                    <a:pt x="1432741" y="1168050"/>
                  </a:lnTo>
                  <a:lnTo>
                    <a:pt x="1435523" y="1166938"/>
                  </a:lnTo>
                  <a:lnTo>
                    <a:pt x="1444739" y="1163254"/>
                  </a:lnTo>
                  <a:lnTo>
                    <a:pt x="1453608" y="1159709"/>
                  </a:lnTo>
                  <a:lnTo>
                    <a:pt x="1453956" y="1159570"/>
                  </a:lnTo>
                  <a:lnTo>
                    <a:pt x="1461086" y="1156721"/>
                  </a:lnTo>
                  <a:lnTo>
                    <a:pt x="1470650" y="1152898"/>
                  </a:lnTo>
                  <a:lnTo>
                    <a:pt x="1478128" y="1149909"/>
                  </a:lnTo>
                  <a:lnTo>
                    <a:pt x="1478997" y="1149561"/>
                  </a:lnTo>
                  <a:lnTo>
                    <a:pt x="1484214" y="1147476"/>
                  </a:lnTo>
                  <a:lnTo>
                    <a:pt x="1492561" y="1144140"/>
                  </a:lnTo>
                  <a:lnTo>
                    <a:pt x="1501604" y="1140526"/>
                  </a:lnTo>
                  <a:lnTo>
                    <a:pt x="1529254" y="1129474"/>
                  </a:lnTo>
                  <a:lnTo>
                    <a:pt x="1535166" y="1127111"/>
                  </a:lnTo>
                  <a:lnTo>
                    <a:pt x="1538992" y="1125582"/>
                  </a:lnTo>
                  <a:lnTo>
                    <a:pt x="1542644" y="1124122"/>
                  </a:lnTo>
                  <a:lnTo>
                    <a:pt x="1543513" y="1123775"/>
                  </a:lnTo>
                  <a:lnTo>
                    <a:pt x="1565077" y="1115156"/>
                  </a:lnTo>
                  <a:lnTo>
                    <a:pt x="1570120" y="1113140"/>
                  </a:lnTo>
                  <a:lnTo>
                    <a:pt x="1572728" y="1112098"/>
                  </a:lnTo>
                  <a:lnTo>
                    <a:pt x="1606638" y="1098544"/>
                  </a:lnTo>
                  <a:lnTo>
                    <a:pt x="1609420" y="1097432"/>
                  </a:lnTo>
                  <a:lnTo>
                    <a:pt x="1618637" y="1093748"/>
                  </a:lnTo>
                  <a:lnTo>
                    <a:pt x="1627506" y="1090203"/>
                  </a:lnTo>
                  <a:lnTo>
                    <a:pt x="1627854" y="1090064"/>
                  </a:lnTo>
                  <a:lnTo>
                    <a:pt x="1634983" y="1087214"/>
                  </a:lnTo>
                  <a:lnTo>
                    <a:pt x="1644548" y="1083392"/>
                  </a:lnTo>
                  <a:lnTo>
                    <a:pt x="1652025" y="1080403"/>
                  </a:lnTo>
                  <a:lnTo>
                    <a:pt x="1652895" y="1080055"/>
                  </a:lnTo>
                  <a:lnTo>
                    <a:pt x="1658112" y="1077970"/>
                  </a:lnTo>
                  <a:lnTo>
                    <a:pt x="1666459" y="1074634"/>
                  </a:lnTo>
                  <a:lnTo>
                    <a:pt x="1675501" y="1071020"/>
                  </a:lnTo>
                  <a:lnTo>
                    <a:pt x="1680544" y="1069004"/>
                  </a:lnTo>
                  <a:lnTo>
                    <a:pt x="1703151" y="1059968"/>
                  </a:lnTo>
                  <a:lnTo>
                    <a:pt x="1709064" y="1057605"/>
                  </a:lnTo>
                  <a:lnTo>
                    <a:pt x="1712889" y="1056076"/>
                  </a:lnTo>
                  <a:lnTo>
                    <a:pt x="1716541" y="1054616"/>
                  </a:lnTo>
                  <a:lnTo>
                    <a:pt x="1717411" y="1054269"/>
                  </a:lnTo>
                  <a:lnTo>
                    <a:pt x="1738974" y="1045650"/>
                  </a:lnTo>
                  <a:lnTo>
                    <a:pt x="1744017" y="1043634"/>
                  </a:lnTo>
                  <a:lnTo>
                    <a:pt x="1746625" y="1042592"/>
                  </a:lnTo>
                  <a:lnTo>
                    <a:pt x="1780535" y="1029038"/>
                  </a:lnTo>
                  <a:lnTo>
                    <a:pt x="1783318" y="1027926"/>
                  </a:lnTo>
                  <a:lnTo>
                    <a:pt x="1792534" y="1024242"/>
                  </a:lnTo>
                  <a:lnTo>
                    <a:pt x="1801403" y="1020697"/>
                  </a:lnTo>
                  <a:lnTo>
                    <a:pt x="1801751" y="1020558"/>
                  </a:lnTo>
                  <a:lnTo>
                    <a:pt x="1808881" y="1017708"/>
                  </a:lnTo>
                  <a:lnTo>
                    <a:pt x="1818445" y="1013885"/>
                  </a:lnTo>
                  <a:lnTo>
                    <a:pt x="1825923" y="1010897"/>
                  </a:lnTo>
                  <a:lnTo>
                    <a:pt x="1826792" y="1010549"/>
                  </a:lnTo>
                  <a:lnTo>
                    <a:pt x="1832009" y="1008464"/>
                  </a:lnTo>
                  <a:lnTo>
                    <a:pt x="1840356" y="1005128"/>
                  </a:lnTo>
                  <a:lnTo>
                    <a:pt x="1849399" y="1001513"/>
                  </a:lnTo>
                  <a:lnTo>
                    <a:pt x="1854442" y="999498"/>
                  </a:lnTo>
                  <a:lnTo>
                    <a:pt x="1877049" y="990462"/>
                  </a:lnTo>
                  <a:lnTo>
                    <a:pt x="1882961" y="988099"/>
                  </a:lnTo>
                  <a:lnTo>
                    <a:pt x="1886787" y="986570"/>
                  </a:lnTo>
                  <a:lnTo>
                    <a:pt x="1890439" y="985110"/>
                  </a:lnTo>
                  <a:lnTo>
                    <a:pt x="1912871" y="976144"/>
                  </a:lnTo>
                  <a:lnTo>
                    <a:pt x="1917914" y="974128"/>
                  </a:lnTo>
                  <a:lnTo>
                    <a:pt x="1920523" y="973085"/>
                  </a:lnTo>
                  <a:lnTo>
                    <a:pt x="1954433" y="959532"/>
                  </a:lnTo>
                  <a:lnTo>
                    <a:pt x="1957215" y="958420"/>
                  </a:lnTo>
                  <a:lnTo>
                    <a:pt x="1966432" y="954736"/>
                  </a:lnTo>
                  <a:lnTo>
                    <a:pt x="1975301" y="951191"/>
                  </a:lnTo>
                  <a:lnTo>
                    <a:pt x="1975648" y="951052"/>
                  </a:lnTo>
                  <a:lnTo>
                    <a:pt x="1982778" y="948202"/>
                  </a:lnTo>
                  <a:lnTo>
                    <a:pt x="1992343" y="944379"/>
                  </a:lnTo>
                  <a:lnTo>
                    <a:pt x="1999820" y="941391"/>
                  </a:lnTo>
                  <a:lnTo>
                    <a:pt x="2000690" y="941043"/>
                  </a:lnTo>
                  <a:lnTo>
                    <a:pt x="2005907" y="938958"/>
                  </a:lnTo>
                  <a:lnTo>
                    <a:pt x="2014254" y="935622"/>
                  </a:lnTo>
                  <a:lnTo>
                    <a:pt x="2023296" y="932007"/>
                  </a:lnTo>
                  <a:lnTo>
                    <a:pt x="2028339" y="929992"/>
                  </a:lnTo>
                  <a:lnTo>
                    <a:pt x="2050946" y="920956"/>
                  </a:lnTo>
                  <a:lnTo>
                    <a:pt x="2056859" y="918593"/>
                  </a:lnTo>
                  <a:lnTo>
                    <a:pt x="2060684" y="917063"/>
                  </a:lnTo>
                  <a:lnTo>
                    <a:pt x="2064336" y="915604"/>
                  </a:lnTo>
                  <a:lnTo>
                    <a:pt x="2065206" y="915256"/>
                  </a:lnTo>
                  <a:lnTo>
                    <a:pt x="2086769" y="906638"/>
                  </a:lnTo>
                  <a:lnTo>
                    <a:pt x="2091812" y="904622"/>
                  </a:lnTo>
                  <a:lnTo>
                    <a:pt x="2094420" y="903579"/>
                  </a:lnTo>
                  <a:lnTo>
                    <a:pt x="2128330" y="890026"/>
                  </a:lnTo>
                  <a:lnTo>
                    <a:pt x="2131113" y="888913"/>
                  </a:lnTo>
                  <a:lnTo>
                    <a:pt x="2140329" y="885230"/>
                  </a:lnTo>
                  <a:lnTo>
                    <a:pt x="2149198" y="881685"/>
                  </a:lnTo>
                  <a:lnTo>
                    <a:pt x="2149546" y="881546"/>
                  </a:lnTo>
                  <a:lnTo>
                    <a:pt x="2156676" y="878696"/>
                  </a:lnTo>
                  <a:lnTo>
                    <a:pt x="2166240" y="874873"/>
                  </a:lnTo>
                  <a:lnTo>
                    <a:pt x="2173718" y="871884"/>
                  </a:lnTo>
                  <a:lnTo>
                    <a:pt x="2174587" y="871537"/>
                  </a:lnTo>
                  <a:lnTo>
                    <a:pt x="2179804" y="869452"/>
                  </a:lnTo>
                  <a:lnTo>
                    <a:pt x="2188151" y="866115"/>
                  </a:lnTo>
                  <a:lnTo>
                    <a:pt x="2197194" y="862501"/>
                  </a:lnTo>
                  <a:lnTo>
                    <a:pt x="2202237" y="860485"/>
                  </a:lnTo>
                  <a:lnTo>
                    <a:pt x="2224843" y="851450"/>
                  </a:lnTo>
                  <a:lnTo>
                    <a:pt x="2230756" y="849086"/>
                  </a:lnTo>
                  <a:lnTo>
                    <a:pt x="2234582" y="847557"/>
                  </a:lnTo>
                  <a:lnTo>
                    <a:pt x="2238234" y="846098"/>
                  </a:lnTo>
                  <a:lnTo>
                    <a:pt x="2239103" y="845750"/>
                  </a:lnTo>
                  <a:lnTo>
                    <a:pt x="2260666" y="837131"/>
                  </a:lnTo>
                  <a:lnTo>
                    <a:pt x="2265709" y="835116"/>
                  </a:lnTo>
                  <a:lnTo>
                    <a:pt x="2268318" y="834073"/>
                  </a:lnTo>
                  <a:lnTo>
                    <a:pt x="2302228" y="820519"/>
                  </a:lnTo>
                  <a:lnTo>
                    <a:pt x="2305010" y="819407"/>
                  </a:lnTo>
                  <a:lnTo>
                    <a:pt x="2314227" y="815723"/>
                  </a:lnTo>
                  <a:lnTo>
                    <a:pt x="2323095" y="812179"/>
                  </a:lnTo>
                  <a:lnTo>
                    <a:pt x="2323443" y="812040"/>
                  </a:lnTo>
                  <a:lnTo>
                    <a:pt x="2330573" y="809190"/>
                  </a:lnTo>
                  <a:lnTo>
                    <a:pt x="2340137" y="805367"/>
                  </a:lnTo>
                  <a:lnTo>
                    <a:pt x="2348485" y="802031"/>
                  </a:lnTo>
                  <a:lnTo>
                    <a:pt x="2353701" y="799946"/>
                  </a:lnTo>
                  <a:lnTo>
                    <a:pt x="2362049" y="796609"/>
                  </a:lnTo>
                  <a:lnTo>
                    <a:pt x="2371091" y="792995"/>
                  </a:lnTo>
                  <a:lnTo>
                    <a:pt x="2376134" y="790979"/>
                  </a:lnTo>
                  <a:lnTo>
                    <a:pt x="2398741" y="781944"/>
                  </a:lnTo>
                  <a:lnTo>
                    <a:pt x="2404653" y="779580"/>
                  </a:lnTo>
                  <a:lnTo>
                    <a:pt x="2408479" y="778051"/>
                  </a:lnTo>
                  <a:lnTo>
                    <a:pt x="2412131" y="776592"/>
                  </a:lnTo>
                  <a:lnTo>
                    <a:pt x="2413000" y="776244"/>
                  </a:lnTo>
                  <a:lnTo>
                    <a:pt x="2434564" y="767625"/>
                  </a:lnTo>
                  <a:lnTo>
                    <a:pt x="2439607" y="765610"/>
                  </a:lnTo>
                  <a:lnTo>
                    <a:pt x="2442215" y="764567"/>
                  </a:lnTo>
                  <a:lnTo>
                    <a:pt x="2476125" y="751013"/>
                  </a:lnTo>
                  <a:lnTo>
                    <a:pt x="2478908" y="749901"/>
                  </a:lnTo>
                  <a:lnTo>
                    <a:pt x="2488124" y="746217"/>
                  </a:lnTo>
                  <a:lnTo>
                    <a:pt x="2496993" y="742673"/>
                  </a:lnTo>
                  <a:lnTo>
                    <a:pt x="2497341" y="742534"/>
                  </a:lnTo>
                  <a:lnTo>
                    <a:pt x="2504471" y="739684"/>
                  </a:lnTo>
                  <a:lnTo>
                    <a:pt x="2514035" y="735861"/>
                  </a:lnTo>
                  <a:lnTo>
                    <a:pt x="2521512" y="732872"/>
                  </a:lnTo>
                  <a:lnTo>
                    <a:pt x="2522382" y="732525"/>
                  </a:lnTo>
                  <a:lnTo>
                    <a:pt x="2527599" y="730439"/>
                  </a:lnTo>
                  <a:lnTo>
                    <a:pt x="2535946" y="727103"/>
                  </a:lnTo>
                  <a:lnTo>
                    <a:pt x="2544989" y="723489"/>
                  </a:lnTo>
                  <a:lnTo>
                    <a:pt x="2550032" y="721473"/>
                  </a:lnTo>
                  <a:lnTo>
                    <a:pt x="2572638" y="712437"/>
                  </a:lnTo>
                  <a:lnTo>
                    <a:pt x="2582377" y="708545"/>
                  </a:lnTo>
                  <a:lnTo>
                    <a:pt x="2586028" y="707085"/>
                  </a:lnTo>
                  <a:lnTo>
                    <a:pt x="2586898" y="706738"/>
                  </a:lnTo>
                  <a:lnTo>
                    <a:pt x="2608461" y="698119"/>
                  </a:lnTo>
                  <a:lnTo>
                    <a:pt x="2613504" y="696103"/>
                  </a:lnTo>
                  <a:lnTo>
                    <a:pt x="2616113" y="695061"/>
                  </a:lnTo>
                  <a:lnTo>
                    <a:pt x="2650023" y="681507"/>
                  </a:lnTo>
                  <a:lnTo>
                    <a:pt x="2652805" y="680395"/>
                  </a:lnTo>
                  <a:lnTo>
                    <a:pt x="2662022" y="676711"/>
                  </a:lnTo>
                  <a:lnTo>
                    <a:pt x="2670890" y="673166"/>
                  </a:lnTo>
                  <a:lnTo>
                    <a:pt x="2671238" y="673027"/>
                  </a:lnTo>
                  <a:lnTo>
                    <a:pt x="2678368" y="670178"/>
                  </a:lnTo>
                  <a:lnTo>
                    <a:pt x="2687932" y="666355"/>
                  </a:lnTo>
                  <a:lnTo>
                    <a:pt x="2695410" y="663366"/>
                  </a:lnTo>
                  <a:lnTo>
                    <a:pt x="2696279" y="663019"/>
                  </a:lnTo>
                  <a:lnTo>
                    <a:pt x="2701496" y="660933"/>
                  </a:lnTo>
                  <a:lnTo>
                    <a:pt x="2709843" y="657597"/>
                  </a:lnTo>
                  <a:lnTo>
                    <a:pt x="2718886" y="653983"/>
                  </a:lnTo>
                  <a:lnTo>
                    <a:pt x="2723929" y="651967"/>
                  </a:lnTo>
                  <a:lnTo>
                    <a:pt x="2746536" y="642931"/>
                  </a:lnTo>
                  <a:lnTo>
                    <a:pt x="2752448" y="640568"/>
                  </a:lnTo>
                  <a:lnTo>
                    <a:pt x="2756274" y="639039"/>
                  </a:lnTo>
                  <a:lnTo>
                    <a:pt x="2759926" y="637579"/>
                  </a:lnTo>
                  <a:lnTo>
                    <a:pt x="2760795" y="637232"/>
                  </a:lnTo>
                  <a:lnTo>
                    <a:pt x="2782359" y="628613"/>
                  </a:lnTo>
                  <a:lnTo>
                    <a:pt x="2787402" y="626597"/>
                  </a:lnTo>
                  <a:lnTo>
                    <a:pt x="2790010" y="625555"/>
                  </a:lnTo>
                  <a:lnTo>
                    <a:pt x="2823920" y="612001"/>
                  </a:lnTo>
                  <a:lnTo>
                    <a:pt x="2826703" y="610889"/>
                  </a:lnTo>
                  <a:lnTo>
                    <a:pt x="2835919" y="607205"/>
                  </a:lnTo>
                  <a:lnTo>
                    <a:pt x="2844788" y="603660"/>
                  </a:lnTo>
                  <a:lnTo>
                    <a:pt x="2845136" y="603521"/>
                  </a:lnTo>
                  <a:lnTo>
                    <a:pt x="2852265" y="600672"/>
                  </a:lnTo>
                  <a:lnTo>
                    <a:pt x="2861830" y="596849"/>
                  </a:lnTo>
                  <a:lnTo>
                    <a:pt x="2869307" y="593860"/>
                  </a:lnTo>
                  <a:lnTo>
                    <a:pt x="2870177" y="593512"/>
                  </a:lnTo>
                  <a:lnTo>
                    <a:pt x="2875394" y="591427"/>
                  </a:lnTo>
                  <a:lnTo>
                    <a:pt x="2883741" y="588091"/>
                  </a:lnTo>
                  <a:lnTo>
                    <a:pt x="2892784" y="584477"/>
                  </a:lnTo>
                  <a:lnTo>
                    <a:pt x="2897827" y="582461"/>
                  </a:lnTo>
                  <a:lnTo>
                    <a:pt x="2920433" y="573425"/>
                  </a:lnTo>
                  <a:lnTo>
                    <a:pt x="2926346" y="571062"/>
                  </a:lnTo>
                  <a:lnTo>
                    <a:pt x="2930171" y="569533"/>
                  </a:lnTo>
                  <a:lnTo>
                    <a:pt x="2933823" y="568073"/>
                  </a:lnTo>
                  <a:lnTo>
                    <a:pt x="2934693" y="567726"/>
                  </a:lnTo>
                  <a:lnTo>
                    <a:pt x="2956256" y="559107"/>
                  </a:lnTo>
                  <a:lnTo>
                    <a:pt x="2961299" y="557091"/>
                  </a:lnTo>
                  <a:lnTo>
                    <a:pt x="2963908" y="556049"/>
                  </a:lnTo>
                  <a:lnTo>
                    <a:pt x="2997818" y="542495"/>
                  </a:lnTo>
                  <a:lnTo>
                    <a:pt x="3000600" y="541383"/>
                  </a:lnTo>
                  <a:lnTo>
                    <a:pt x="3009817" y="537699"/>
                  </a:lnTo>
                  <a:lnTo>
                    <a:pt x="3018685" y="534154"/>
                  </a:lnTo>
                  <a:lnTo>
                    <a:pt x="3019033" y="534015"/>
                  </a:lnTo>
                  <a:lnTo>
                    <a:pt x="3026163" y="531165"/>
                  </a:lnTo>
                  <a:lnTo>
                    <a:pt x="3035727" y="527343"/>
                  </a:lnTo>
                  <a:lnTo>
                    <a:pt x="3043205" y="524354"/>
                  </a:lnTo>
                  <a:lnTo>
                    <a:pt x="3044074" y="524006"/>
                  </a:lnTo>
                  <a:lnTo>
                    <a:pt x="3049291" y="521921"/>
                  </a:lnTo>
                  <a:lnTo>
                    <a:pt x="3057638" y="518585"/>
                  </a:lnTo>
                  <a:lnTo>
                    <a:pt x="3066681" y="514970"/>
                  </a:lnTo>
                  <a:lnTo>
                    <a:pt x="3071724" y="512955"/>
                  </a:lnTo>
                  <a:lnTo>
                    <a:pt x="3094331" y="503919"/>
                  </a:lnTo>
                  <a:lnTo>
                    <a:pt x="3100243" y="501556"/>
                  </a:lnTo>
                  <a:lnTo>
                    <a:pt x="3104069" y="500027"/>
                  </a:lnTo>
                  <a:lnTo>
                    <a:pt x="3108590" y="498219"/>
                  </a:lnTo>
                  <a:lnTo>
                    <a:pt x="3130154" y="489601"/>
                  </a:lnTo>
                  <a:lnTo>
                    <a:pt x="3135197" y="487585"/>
                  </a:lnTo>
                  <a:lnTo>
                    <a:pt x="3137805" y="486542"/>
                  </a:lnTo>
                  <a:lnTo>
                    <a:pt x="3171715" y="472989"/>
                  </a:lnTo>
                  <a:lnTo>
                    <a:pt x="3174497" y="471877"/>
                  </a:lnTo>
                  <a:lnTo>
                    <a:pt x="3183714" y="468193"/>
                  </a:lnTo>
                  <a:lnTo>
                    <a:pt x="3192583" y="464648"/>
                  </a:lnTo>
                  <a:lnTo>
                    <a:pt x="3192931" y="464509"/>
                  </a:lnTo>
                  <a:lnTo>
                    <a:pt x="3200060" y="461659"/>
                  </a:lnTo>
                  <a:lnTo>
                    <a:pt x="3209625" y="457836"/>
                  </a:lnTo>
                  <a:lnTo>
                    <a:pt x="3217102" y="454848"/>
                  </a:lnTo>
                  <a:lnTo>
                    <a:pt x="3217972" y="454500"/>
                  </a:lnTo>
                  <a:lnTo>
                    <a:pt x="3223189" y="452415"/>
                  </a:lnTo>
                  <a:lnTo>
                    <a:pt x="3231536" y="449079"/>
                  </a:lnTo>
                  <a:lnTo>
                    <a:pt x="3240578" y="445464"/>
                  </a:lnTo>
                  <a:lnTo>
                    <a:pt x="3245621" y="443449"/>
                  </a:lnTo>
                  <a:lnTo>
                    <a:pt x="3268228" y="434413"/>
                  </a:lnTo>
                  <a:lnTo>
                    <a:pt x="3274141" y="432050"/>
                  </a:lnTo>
                  <a:lnTo>
                    <a:pt x="3277966" y="430520"/>
                  </a:lnTo>
                  <a:lnTo>
                    <a:pt x="3281618" y="429061"/>
                  </a:lnTo>
                  <a:lnTo>
                    <a:pt x="3282488" y="428713"/>
                  </a:lnTo>
                  <a:lnTo>
                    <a:pt x="3304051" y="420095"/>
                  </a:lnTo>
                  <a:lnTo>
                    <a:pt x="3309094" y="418079"/>
                  </a:lnTo>
                  <a:lnTo>
                    <a:pt x="3311702" y="417036"/>
                  </a:lnTo>
                  <a:lnTo>
                    <a:pt x="3345612" y="403483"/>
                  </a:lnTo>
                  <a:lnTo>
                    <a:pt x="3348395" y="402371"/>
                  </a:lnTo>
                  <a:lnTo>
                    <a:pt x="3357611" y="398687"/>
                  </a:lnTo>
                  <a:lnTo>
                    <a:pt x="3366480" y="395142"/>
                  </a:lnTo>
                  <a:lnTo>
                    <a:pt x="3366828" y="395003"/>
                  </a:lnTo>
                  <a:lnTo>
                    <a:pt x="3373958" y="392153"/>
                  </a:lnTo>
                  <a:lnTo>
                    <a:pt x="3383522" y="388330"/>
                  </a:lnTo>
                  <a:lnTo>
                    <a:pt x="3391000" y="385342"/>
                  </a:lnTo>
                  <a:lnTo>
                    <a:pt x="3391869" y="384994"/>
                  </a:lnTo>
                  <a:lnTo>
                    <a:pt x="3397086" y="382909"/>
                  </a:lnTo>
                  <a:lnTo>
                    <a:pt x="3405433" y="379572"/>
                  </a:lnTo>
                  <a:lnTo>
                    <a:pt x="3414476" y="375958"/>
                  </a:lnTo>
                  <a:lnTo>
                    <a:pt x="3419519" y="373942"/>
                  </a:lnTo>
                  <a:lnTo>
                    <a:pt x="3442126" y="364907"/>
                  </a:lnTo>
                  <a:lnTo>
                    <a:pt x="3448038" y="362543"/>
                  </a:lnTo>
                  <a:lnTo>
                    <a:pt x="3451864" y="361014"/>
                  </a:lnTo>
                  <a:lnTo>
                    <a:pt x="3455516" y="359555"/>
                  </a:lnTo>
                  <a:lnTo>
                    <a:pt x="3456385" y="359207"/>
                  </a:lnTo>
                  <a:lnTo>
                    <a:pt x="3477948" y="350588"/>
                  </a:lnTo>
                  <a:lnTo>
                    <a:pt x="3482991" y="348573"/>
                  </a:lnTo>
                  <a:lnTo>
                    <a:pt x="3485600" y="347530"/>
                  </a:lnTo>
                  <a:lnTo>
                    <a:pt x="3519510" y="333976"/>
                  </a:lnTo>
                  <a:lnTo>
                    <a:pt x="3522292" y="332864"/>
                  </a:lnTo>
                  <a:lnTo>
                    <a:pt x="3531509" y="329181"/>
                  </a:lnTo>
                  <a:lnTo>
                    <a:pt x="3540378" y="325636"/>
                  </a:lnTo>
                  <a:lnTo>
                    <a:pt x="3540725" y="325497"/>
                  </a:lnTo>
                  <a:lnTo>
                    <a:pt x="3547855" y="322647"/>
                  </a:lnTo>
                  <a:lnTo>
                    <a:pt x="3557420" y="318824"/>
                  </a:lnTo>
                  <a:lnTo>
                    <a:pt x="3564897" y="315835"/>
                  </a:lnTo>
                  <a:lnTo>
                    <a:pt x="3565767" y="315488"/>
                  </a:lnTo>
                  <a:lnTo>
                    <a:pt x="3570984" y="313403"/>
                  </a:lnTo>
                  <a:lnTo>
                    <a:pt x="3579331" y="310066"/>
                  </a:lnTo>
                  <a:lnTo>
                    <a:pt x="3588373" y="306452"/>
                  </a:lnTo>
                  <a:lnTo>
                    <a:pt x="3593416" y="304436"/>
                  </a:lnTo>
                  <a:lnTo>
                    <a:pt x="3616023" y="295401"/>
                  </a:lnTo>
                  <a:lnTo>
                    <a:pt x="3621936" y="293037"/>
                  </a:lnTo>
                  <a:lnTo>
                    <a:pt x="3625761" y="291508"/>
                  </a:lnTo>
                  <a:lnTo>
                    <a:pt x="3629413" y="290049"/>
                  </a:lnTo>
                  <a:lnTo>
                    <a:pt x="3630283" y="289701"/>
                  </a:lnTo>
                  <a:lnTo>
                    <a:pt x="3651846" y="281082"/>
                  </a:lnTo>
                  <a:lnTo>
                    <a:pt x="3656889" y="279067"/>
                  </a:lnTo>
                  <a:lnTo>
                    <a:pt x="3659497" y="278024"/>
                  </a:lnTo>
                  <a:lnTo>
                    <a:pt x="3693407" y="264470"/>
                  </a:lnTo>
                  <a:lnTo>
                    <a:pt x="3696190" y="263358"/>
                  </a:lnTo>
                  <a:lnTo>
                    <a:pt x="3705406" y="259674"/>
                  </a:lnTo>
                  <a:lnTo>
                    <a:pt x="3714623" y="255991"/>
                  </a:lnTo>
                  <a:lnTo>
                    <a:pt x="3721753" y="253141"/>
                  </a:lnTo>
                  <a:lnTo>
                    <a:pt x="3731317" y="249318"/>
                  </a:lnTo>
                  <a:lnTo>
                    <a:pt x="3738795" y="246329"/>
                  </a:lnTo>
                  <a:lnTo>
                    <a:pt x="3739664" y="245982"/>
                  </a:lnTo>
                  <a:lnTo>
                    <a:pt x="3744881" y="243897"/>
                  </a:lnTo>
                  <a:lnTo>
                    <a:pt x="3753228" y="240560"/>
                  </a:lnTo>
                  <a:lnTo>
                    <a:pt x="3762271" y="236946"/>
                  </a:lnTo>
                  <a:lnTo>
                    <a:pt x="3767314" y="234930"/>
                  </a:lnTo>
                  <a:lnTo>
                    <a:pt x="3789920" y="225894"/>
                  </a:lnTo>
                  <a:lnTo>
                    <a:pt x="3795833" y="223531"/>
                  </a:lnTo>
                  <a:lnTo>
                    <a:pt x="3799659" y="222002"/>
                  </a:lnTo>
                  <a:lnTo>
                    <a:pt x="3803311" y="220542"/>
                  </a:lnTo>
                  <a:lnTo>
                    <a:pt x="3804180" y="220195"/>
                  </a:lnTo>
                  <a:lnTo>
                    <a:pt x="3825743" y="211576"/>
                  </a:lnTo>
                  <a:lnTo>
                    <a:pt x="3830786" y="209560"/>
                  </a:lnTo>
                  <a:lnTo>
                    <a:pt x="3833395" y="208518"/>
                  </a:lnTo>
                  <a:lnTo>
                    <a:pt x="3867305" y="194964"/>
                  </a:lnTo>
                  <a:lnTo>
                    <a:pt x="3870087" y="193852"/>
                  </a:lnTo>
                  <a:lnTo>
                    <a:pt x="3879304" y="190168"/>
                  </a:lnTo>
                  <a:lnTo>
                    <a:pt x="3888173" y="186623"/>
                  </a:lnTo>
                  <a:lnTo>
                    <a:pt x="3888520" y="186484"/>
                  </a:lnTo>
                  <a:lnTo>
                    <a:pt x="3895650" y="183635"/>
                  </a:lnTo>
                  <a:lnTo>
                    <a:pt x="3905214" y="179812"/>
                  </a:lnTo>
                  <a:lnTo>
                    <a:pt x="3912692" y="176823"/>
                  </a:lnTo>
                  <a:lnTo>
                    <a:pt x="3913562" y="176476"/>
                  </a:lnTo>
                  <a:lnTo>
                    <a:pt x="3918778" y="174390"/>
                  </a:lnTo>
                  <a:lnTo>
                    <a:pt x="3927126" y="171054"/>
                  </a:lnTo>
                  <a:lnTo>
                    <a:pt x="3936168" y="167440"/>
                  </a:lnTo>
                  <a:lnTo>
                    <a:pt x="3941211" y="165424"/>
                  </a:lnTo>
                  <a:lnTo>
                    <a:pt x="3963818" y="156388"/>
                  </a:lnTo>
                  <a:lnTo>
                    <a:pt x="3969730" y="154025"/>
                  </a:lnTo>
                  <a:lnTo>
                    <a:pt x="3973556" y="152496"/>
                  </a:lnTo>
                  <a:lnTo>
                    <a:pt x="3977208" y="151036"/>
                  </a:lnTo>
                  <a:lnTo>
                    <a:pt x="3978077" y="150689"/>
                  </a:lnTo>
                  <a:lnTo>
                    <a:pt x="4004684" y="140054"/>
                  </a:lnTo>
                  <a:lnTo>
                    <a:pt x="4007292" y="139012"/>
                  </a:lnTo>
                  <a:lnTo>
                    <a:pt x="4041202" y="125458"/>
                  </a:lnTo>
                  <a:lnTo>
                    <a:pt x="4043985" y="124346"/>
                  </a:lnTo>
                  <a:lnTo>
                    <a:pt x="4053201" y="120662"/>
                  </a:lnTo>
                  <a:lnTo>
                    <a:pt x="4062070" y="117117"/>
                  </a:lnTo>
                  <a:lnTo>
                    <a:pt x="4062418" y="116978"/>
                  </a:lnTo>
                  <a:lnTo>
                    <a:pt x="4086590" y="107317"/>
                  </a:lnTo>
                  <a:lnTo>
                    <a:pt x="4092676" y="104884"/>
                  </a:lnTo>
                  <a:lnTo>
                    <a:pt x="4101023" y="101548"/>
                  </a:lnTo>
                  <a:lnTo>
                    <a:pt x="4110066" y="97934"/>
                  </a:lnTo>
                  <a:lnTo>
                    <a:pt x="4151975" y="81183"/>
                  </a:lnTo>
                  <a:lnTo>
                    <a:pt x="4181190" y="69506"/>
                  </a:lnTo>
                  <a:lnTo>
                    <a:pt x="4261356" y="37463"/>
                  </a:lnTo>
                  <a:lnTo>
                    <a:pt x="4355087" y="0"/>
                  </a:lnTo>
                </a:path>
              </a:pathLst>
            </a:custGeom>
            <a:ln w="32521" cap="flat">
              <a:solidFill>
                <a:srgbClr val="7CAE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0"/>
            <p:cNvSpPr/>
            <p:nvPr/>
          </p:nvSpPr>
          <p:spPr>
            <a:xfrm>
              <a:off x="3427483" y="2915468"/>
              <a:ext cx="4355087" cy="1594664"/>
            </a:xfrm>
            <a:custGeom>
              <a:avLst/>
              <a:pathLst>
                <a:path w="4355087" h="1594664">
                  <a:moveTo>
                    <a:pt x="0" y="1594664"/>
                  </a:moveTo>
                  <a:lnTo>
                    <a:pt x="69906" y="1569067"/>
                  </a:lnTo>
                  <a:lnTo>
                    <a:pt x="79471" y="1565565"/>
                  </a:lnTo>
                  <a:lnTo>
                    <a:pt x="115467" y="1552384"/>
                  </a:lnTo>
                  <a:lnTo>
                    <a:pt x="138074" y="1544106"/>
                  </a:lnTo>
                  <a:lnTo>
                    <a:pt x="143987" y="1541941"/>
                  </a:lnTo>
                  <a:lnTo>
                    <a:pt x="147812" y="1540541"/>
                  </a:lnTo>
                  <a:lnTo>
                    <a:pt x="151464" y="1539203"/>
                  </a:lnTo>
                  <a:lnTo>
                    <a:pt x="173897" y="1530989"/>
                  </a:lnTo>
                  <a:lnTo>
                    <a:pt x="178940" y="1529143"/>
                  </a:lnTo>
                  <a:lnTo>
                    <a:pt x="215458" y="1515771"/>
                  </a:lnTo>
                  <a:lnTo>
                    <a:pt x="218241" y="1514752"/>
                  </a:lnTo>
                  <a:lnTo>
                    <a:pt x="227457" y="1511378"/>
                  </a:lnTo>
                  <a:lnTo>
                    <a:pt x="236326" y="1508130"/>
                  </a:lnTo>
                  <a:lnTo>
                    <a:pt x="236674" y="1508003"/>
                  </a:lnTo>
                  <a:lnTo>
                    <a:pt x="243804" y="1505392"/>
                  </a:lnTo>
                  <a:lnTo>
                    <a:pt x="253368" y="1501890"/>
                  </a:lnTo>
                  <a:lnTo>
                    <a:pt x="260846" y="1499152"/>
                  </a:lnTo>
                  <a:lnTo>
                    <a:pt x="266932" y="1496924"/>
                  </a:lnTo>
                  <a:lnTo>
                    <a:pt x="275279" y="1493867"/>
                  </a:lnTo>
                  <a:lnTo>
                    <a:pt x="284322" y="1490556"/>
                  </a:lnTo>
                  <a:lnTo>
                    <a:pt x="289365" y="1488710"/>
                  </a:lnTo>
                  <a:lnTo>
                    <a:pt x="311972" y="1480432"/>
                  </a:lnTo>
                  <a:lnTo>
                    <a:pt x="317884" y="1478267"/>
                  </a:lnTo>
                  <a:lnTo>
                    <a:pt x="321710" y="1476866"/>
                  </a:lnTo>
                  <a:lnTo>
                    <a:pt x="325362" y="1475529"/>
                  </a:lnTo>
                  <a:lnTo>
                    <a:pt x="326231" y="1475211"/>
                  </a:lnTo>
                  <a:lnTo>
                    <a:pt x="347794" y="1467315"/>
                  </a:lnTo>
                  <a:lnTo>
                    <a:pt x="352837" y="1465468"/>
                  </a:lnTo>
                  <a:lnTo>
                    <a:pt x="389356" y="1452097"/>
                  </a:lnTo>
                  <a:lnTo>
                    <a:pt x="392138" y="1451078"/>
                  </a:lnTo>
                  <a:lnTo>
                    <a:pt x="401355" y="1447703"/>
                  </a:lnTo>
                  <a:lnTo>
                    <a:pt x="410224" y="1444456"/>
                  </a:lnTo>
                  <a:lnTo>
                    <a:pt x="410571" y="1444328"/>
                  </a:lnTo>
                  <a:lnTo>
                    <a:pt x="417701" y="1441718"/>
                  </a:lnTo>
                  <a:lnTo>
                    <a:pt x="427266" y="1438216"/>
                  </a:lnTo>
                  <a:lnTo>
                    <a:pt x="434743" y="1435478"/>
                  </a:lnTo>
                  <a:lnTo>
                    <a:pt x="435613" y="1435159"/>
                  </a:lnTo>
                  <a:lnTo>
                    <a:pt x="440830" y="1433249"/>
                  </a:lnTo>
                  <a:lnTo>
                    <a:pt x="449177" y="1430193"/>
                  </a:lnTo>
                  <a:lnTo>
                    <a:pt x="458219" y="1426882"/>
                  </a:lnTo>
                  <a:lnTo>
                    <a:pt x="463262" y="1425035"/>
                  </a:lnTo>
                  <a:lnTo>
                    <a:pt x="485869" y="1416757"/>
                  </a:lnTo>
                  <a:lnTo>
                    <a:pt x="491781" y="1414592"/>
                  </a:lnTo>
                  <a:lnTo>
                    <a:pt x="495607" y="1413192"/>
                  </a:lnTo>
                  <a:lnTo>
                    <a:pt x="499259" y="1411854"/>
                  </a:lnTo>
                  <a:lnTo>
                    <a:pt x="500129" y="1411536"/>
                  </a:lnTo>
                  <a:lnTo>
                    <a:pt x="521692" y="1403640"/>
                  </a:lnTo>
                  <a:lnTo>
                    <a:pt x="526735" y="1401794"/>
                  </a:lnTo>
                  <a:lnTo>
                    <a:pt x="529343" y="1400839"/>
                  </a:lnTo>
                  <a:lnTo>
                    <a:pt x="563253" y="1388422"/>
                  </a:lnTo>
                  <a:lnTo>
                    <a:pt x="566036" y="1387403"/>
                  </a:lnTo>
                  <a:lnTo>
                    <a:pt x="575252" y="1384029"/>
                  </a:lnTo>
                  <a:lnTo>
                    <a:pt x="584121" y="1380781"/>
                  </a:lnTo>
                  <a:lnTo>
                    <a:pt x="584469" y="1380654"/>
                  </a:lnTo>
                  <a:lnTo>
                    <a:pt x="591599" y="1378043"/>
                  </a:lnTo>
                  <a:lnTo>
                    <a:pt x="601163" y="1374541"/>
                  </a:lnTo>
                  <a:lnTo>
                    <a:pt x="608641" y="1371803"/>
                  </a:lnTo>
                  <a:lnTo>
                    <a:pt x="609510" y="1371485"/>
                  </a:lnTo>
                  <a:lnTo>
                    <a:pt x="614727" y="1369575"/>
                  </a:lnTo>
                  <a:lnTo>
                    <a:pt x="623074" y="1366518"/>
                  </a:lnTo>
                  <a:lnTo>
                    <a:pt x="632117" y="1363207"/>
                  </a:lnTo>
                  <a:lnTo>
                    <a:pt x="637160" y="1361361"/>
                  </a:lnTo>
                  <a:lnTo>
                    <a:pt x="659766" y="1353083"/>
                  </a:lnTo>
                  <a:lnTo>
                    <a:pt x="665679" y="1350918"/>
                  </a:lnTo>
                  <a:lnTo>
                    <a:pt x="669505" y="1349517"/>
                  </a:lnTo>
                  <a:lnTo>
                    <a:pt x="673157" y="1348180"/>
                  </a:lnTo>
                  <a:lnTo>
                    <a:pt x="674026" y="1347862"/>
                  </a:lnTo>
                  <a:lnTo>
                    <a:pt x="695589" y="1339966"/>
                  </a:lnTo>
                  <a:lnTo>
                    <a:pt x="700632" y="1338119"/>
                  </a:lnTo>
                  <a:lnTo>
                    <a:pt x="703241" y="1337164"/>
                  </a:lnTo>
                  <a:lnTo>
                    <a:pt x="737151" y="1324748"/>
                  </a:lnTo>
                  <a:lnTo>
                    <a:pt x="739933" y="1323729"/>
                  </a:lnTo>
                  <a:lnTo>
                    <a:pt x="749150" y="1320354"/>
                  </a:lnTo>
                  <a:lnTo>
                    <a:pt x="758018" y="1317107"/>
                  </a:lnTo>
                  <a:lnTo>
                    <a:pt x="758366" y="1316979"/>
                  </a:lnTo>
                  <a:lnTo>
                    <a:pt x="765496" y="1314369"/>
                  </a:lnTo>
                  <a:lnTo>
                    <a:pt x="775060" y="1310867"/>
                  </a:lnTo>
                  <a:lnTo>
                    <a:pt x="782538" y="1308129"/>
                  </a:lnTo>
                  <a:lnTo>
                    <a:pt x="783407" y="1307810"/>
                  </a:lnTo>
                  <a:lnTo>
                    <a:pt x="788624" y="1305900"/>
                  </a:lnTo>
                  <a:lnTo>
                    <a:pt x="796972" y="1302844"/>
                  </a:lnTo>
                  <a:lnTo>
                    <a:pt x="806014" y="1299533"/>
                  </a:lnTo>
                  <a:lnTo>
                    <a:pt x="811057" y="1297686"/>
                  </a:lnTo>
                  <a:lnTo>
                    <a:pt x="833664" y="1289408"/>
                  </a:lnTo>
                  <a:lnTo>
                    <a:pt x="839576" y="1287243"/>
                  </a:lnTo>
                  <a:lnTo>
                    <a:pt x="843402" y="1285843"/>
                  </a:lnTo>
                  <a:lnTo>
                    <a:pt x="847054" y="1284505"/>
                  </a:lnTo>
                  <a:lnTo>
                    <a:pt x="847923" y="1284187"/>
                  </a:lnTo>
                  <a:lnTo>
                    <a:pt x="869487" y="1276291"/>
                  </a:lnTo>
                  <a:lnTo>
                    <a:pt x="874530" y="1274445"/>
                  </a:lnTo>
                  <a:lnTo>
                    <a:pt x="877138" y="1273490"/>
                  </a:lnTo>
                  <a:lnTo>
                    <a:pt x="911048" y="1261073"/>
                  </a:lnTo>
                  <a:lnTo>
                    <a:pt x="913831" y="1260054"/>
                  </a:lnTo>
                  <a:lnTo>
                    <a:pt x="923047" y="1256680"/>
                  </a:lnTo>
                  <a:lnTo>
                    <a:pt x="931916" y="1253432"/>
                  </a:lnTo>
                  <a:lnTo>
                    <a:pt x="932264" y="1253305"/>
                  </a:lnTo>
                  <a:lnTo>
                    <a:pt x="939394" y="1250694"/>
                  </a:lnTo>
                  <a:lnTo>
                    <a:pt x="948958" y="1247192"/>
                  </a:lnTo>
                  <a:lnTo>
                    <a:pt x="956435" y="1244454"/>
                  </a:lnTo>
                  <a:lnTo>
                    <a:pt x="957305" y="1244136"/>
                  </a:lnTo>
                  <a:lnTo>
                    <a:pt x="962522" y="1242226"/>
                  </a:lnTo>
                  <a:lnTo>
                    <a:pt x="970869" y="1239169"/>
                  </a:lnTo>
                  <a:lnTo>
                    <a:pt x="979912" y="1235858"/>
                  </a:lnTo>
                  <a:lnTo>
                    <a:pt x="984955" y="1234011"/>
                  </a:lnTo>
                  <a:lnTo>
                    <a:pt x="1007561" y="1225734"/>
                  </a:lnTo>
                  <a:lnTo>
                    <a:pt x="1013474" y="1223569"/>
                  </a:lnTo>
                  <a:lnTo>
                    <a:pt x="1017300" y="1222168"/>
                  </a:lnTo>
                  <a:lnTo>
                    <a:pt x="1020951" y="1220831"/>
                  </a:lnTo>
                  <a:lnTo>
                    <a:pt x="1021821" y="1220512"/>
                  </a:lnTo>
                  <a:lnTo>
                    <a:pt x="1043384" y="1212617"/>
                  </a:lnTo>
                  <a:lnTo>
                    <a:pt x="1048427" y="1210770"/>
                  </a:lnTo>
                  <a:lnTo>
                    <a:pt x="1051036" y="1209815"/>
                  </a:lnTo>
                  <a:lnTo>
                    <a:pt x="1084946" y="1197399"/>
                  </a:lnTo>
                  <a:lnTo>
                    <a:pt x="1087728" y="1196380"/>
                  </a:lnTo>
                  <a:lnTo>
                    <a:pt x="1096945" y="1193005"/>
                  </a:lnTo>
                  <a:lnTo>
                    <a:pt x="1105813" y="1189758"/>
                  </a:lnTo>
                  <a:lnTo>
                    <a:pt x="1106161" y="1189630"/>
                  </a:lnTo>
                  <a:lnTo>
                    <a:pt x="1113291" y="1187020"/>
                  </a:lnTo>
                  <a:lnTo>
                    <a:pt x="1122855" y="1183518"/>
                  </a:lnTo>
                  <a:lnTo>
                    <a:pt x="1130333" y="1180780"/>
                  </a:lnTo>
                  <a:lnTo>
                    <a:pt x="1131202" y="1180461"/>
                  </a:lnTo>
                  <a:lnTo>
                    <a:pt x="1136419" y="1178551"/>
                  </a:lnTo>
                  <a:lnTo>
                    <a:pt x="1144766" y="1175495"/>
                  </a:lnTo>
                  <a:lnTo>
                    <a:pt x="1153809" y="1172184"/>
                  </a:lnTo>
                  <a:lnTo>
                    <a:pt x="1158852" y="1170337"/>
                  </a:lnTo>
                  <a:lnTo>
                    <a:pt x="1181459" y="1162059"/>
                  </a:lnTo>
                  <a:lnTo>
                    <a:pt x="1187371" y="1159894"/>
                  </a:lnTo>
                  <a:lnTo>
                    <a:pt x="1191197" y="1158494"/>
                  </a:lnTo>
                  <a:lnTo>
                    <a:pt x="1194849" y="1157156"/>
                  </a:lnTo>
                  <a:lnTo>
                    <a:pt x="1195718" y="1156838"/>
                  </a:lnTo>
                  <a:lnTo>
                    <a:pt x="1217282" y="1148942"/>
                  </a:lnTo>
                  <a:lnTo>
                    <a:pt x="1222325" y="1147096"/>
                  </a:lnTo>
                  <a:lnTo>
                    <a:pt x="1224933" y="1146141"/>
                  </a:lnTo>
                  <a:lnTo>
                    <a:pt x="1258843" y="1133724"/>
                  </a:lnTo>
                  <a:lnTo>
                    <a:pt x="1261625" y="1132705"/>
                  </a:lnTo>
                  <a:lnTo>
                    <a:pt x="1270842" y="1129331"/>
                  </a:lnTo>
                  <a:lnTo>
                    <a:pt x="1279711" y="1126083"/>
                  </a:lnTo>
                  <a:lnTo>
                    <a:pt x="1280059" y="1125956"/>
                  </a:lnTo>
                  <a:lnTo>
                    <a:pt x="1287188" y="1123345"/>
                  </a:lnTo>
                  <a:lnTo>
                    <a:pt x="1296753" y="1119843"/>
                  </a:lnTo>
                  <a:lnTo>
                    <a:pt x="1304230" y="1117105"/>
                  </a:lnTo>
                  <a:lnTo>
                    <a:pt x="1305100" y="1116787"/>
                  </a:lnTo>
                  <a:lnTo>
                    <a:pt x="1310317" y="1114876"/>
                  </a:lnTo>
                  <a:lnTo>
                    <a:pt x="1318664" y="1111820"/>
                  </a:lnTo>
                  <a:lnTo>
                    <a:pt x="1327707" y="1108509"/>
                  </a:lnTo>
                  <a:lnTo>
                    <a:pt x="1332750" y="1106662"/>
                  </a:lnTo>
                  <a:lnTo>
                    <a:pt x="1355356" y="1098385"/>
                  </a:lnTo>
                  <a:lnTo>
                    <a:pt x="1361269" y="1096220"/>
                  </a:lnTo>
                  <a:lnTo>
                    <a:pt x="1368746" y="1093482"/>
                  </a:lnTo>
                  <a:lnTo>
                    <a:pt x="1369616" y="1093163"/>
                  </a:lnTo>
                  <a:lnTo>
                    <a:pt x="1391179" y="1085268"/>
                  </a:lnTo>
                  <a:lnTo>
                    <a:pt x="1396222" y="1083421"/>
                  </a:lnTo>
                  <a:lnTo>
                    <a:pt x="1398831" y="1082466"/>
                  </a:lnTo>
                  <a:lnTo>
                    <a:pt x="1432741" y="1070050"/>
                  </a:lnTo>
                  <a:lnTo>
                    <a:pt x="1435523" y="1069031"/>
                  </a:lnTo>
                  <a:lnTo>
                    <a:pt x="1444739" y="1065656"/>
                  </a:lnTo>
                  <a:lnTo>
                    <a:pt x="1453608" y="1062409"/>
                  </a:lnTo>
                  <a:lnTo>
                    <a:pt x="1453956" y="1062281"/>
                  </a:lnTo>
                  <a:lnTo>
                    <a:pt x="1461086" y="1059671"/>
                  </a:lnTo>
                  <a:lnTo>
                    <a:pt x="1470650" y="1056169"/>
                  </a:lnTo>
                  <a:lnTo>
                    <a:pt x="1478128" y="1053431"/>
                  </a:lnTo>
                  <a:lnTo>
                    <a:pt x="1478997" y="1053112"/>
                  </a:lnTo>
                  <a:lnTo>
                    <a:pt x="1484214" y="1051202"/>
                  </a:lnTo>
                  <a:lnTo>
                    <a:pt x="1492561" y="1048146"/>
                  </a:lnTo>
                  <a:lnTo>
                    <a:pt x="1501604" y="1044835"/>
                  </a:lnTo>
                  <a:lnTo>
                    <a:pt x="1529254" y="1034710"/>
                  </a:lnTo>
                  <a:lnTo>
                    <a:pt x="1535166" y="1032545"/>
                  </a:lnTo>
                  <a:lnTo>
                    <a:pt x="1538992" y="1031145"/>
                  </a:lnTo>
                  <a:lnTo>
                    <a:pt x="1542644" y="1029807"/>
                  </a:lnTo>
                  <a:lnTo>
                    <a:pt x="1543513" y="1029489"/>
                  </a:lnTo>
                  <a:lnTo>
                    <a:pt x="1565077" y="1021593"/>
                  </a:lnTo>
                  <a:lnTo>
                    <a:pt x="1570120" y="1019747"/>
                  </a:lnTo>
                  <a:lnTo>
                    <a:pt x="1572728" y="1018792"/>
                  </a:lnTo>
                  <a:lnTo>
                    <a:pt x="1606638" y="1006375"/>
                  </a:lnTo>
                  <a:lnTo>
                    <a:pt x="1609420" y="1005356"/>
                  </a:lnTo>
                  <a:lnTo>
                    <a:pt x="1618637" y="1001982"/>
                  </a:lnTo>
                  <a:lnTo>
                    <a:pt x="1627506" y="998734"/>
                  </a:lnTo>
                  <a:lnTo>
                    <a:pt x="1627854" y="998607"/>
                  </a:lnTo>
                  <a:lnTo>
                    <a:pt x="1634983" y="995996"/>
                  </a:lnTo>
                  <a:lnTo>
                    <a:pt x="1644548" y="992494"/>
                  </a:lnTo>
                  <a:lnTo>
                    <a:pt x="1652025" y="989756"/>
                  </a:lnTo>
                  <a:lnTo>
                    <a:pt x="1652895" y="989438"/>
                  </a:lnTo>
                  <a:lnTo>
                    <a:pt x="1658112" y="987527"/>
                  </a:lnTo>
                  <a:lnTo>
                    <a:pt x="1666459" y="984471"/>
                  </a:lnTo>
                  <a:lnTo>
                    <a:pt x="1675501" y="981160"/>
                  </a:lnTo>
                  <a:lnTo>
                    <a:pt x="1680544" y="979313"/>
                  </a:lnTo>
                  <a:lnTo>
                    <a:pt x="1703151" y="971036"/>
                  </a:lnTo>
                  <a:lnTo>
                    <a:pt x="1709064" y="968871"/>
                  </a:lnTo>
                  <a:lnTo>
                    <a:pt x="1712889" y="967470"/>
                  </a:lnTo>
                  <a:lnTo>
                    <a:pt x="1716541" y="966133"/>
                  </a:lnTo>
                  <a:lnTo>
                    <a:pt x="1717411" y="965814"/>
                  </a:lnTo>
                  <a:lnTo>
                    <a:pt x="1738974" y="957919"/>
                  </a:lnTo>
                  <a:lnTo>
                    <a:pt x="1744017" y="956072"/>
                  </a:lnTo>
                  <a:lnTo>
                    <a:pt x="1746625" y="955117"/>
                  </a:lnTo>
                  <a:lnTo>
                    <a:pt x="1780535" y="942701"/>
                  </a:lnTo>
                  <a:lnTo>
                    <a:pt x="1783318" y="941682"/>
                  </a:lnTo>
                  <a:lnTo>
                    <a:pt x="1792534" y="938307"/>
                  </a:lnTo>
                  <a:lnTo>
                    <a:pt x="1801403" y="935060"/>
                  </a:lnTo>
                  <a:lnTo>
                    <a:pt x="1801751" y="934932"/>
                  </a:lnTo>
                  <a:lnTo>
                    <a:pt x="1808881" y="932322"/>
                  </a:lnTo>
                  <a:lnTo>
                    <a:pt x="1818445" y="928820"/>
                  </a:lnTo>
                  <a:lnTo>
                    <a:pt x="1825923" y="926082"/>
                  </a:lnTo>
                  <a:lnTo>
                    <a:pt x="1826792" y="925763"/>
                  </a:lnTo>
                  <a:lnTo>
                    <a:pt x="1832009" y="923853"/>
                  </a:lnTo>
                  <a:lnTo>
                    <a:pt x="1840356" y="920797"/>
                  </a:lnTo>
                  <a:lnTo>
                    <a:pt x="1849399" y="917486"/>
                  </a:lnTo>
                  <a:lnTo>
                    <a:pt x="1854442" y="915639"/>
                  </a:lnTo>
                  <a:lnTo>
                    <a:pt x="1877049" y="907361"/>
                  </a:lnTo>
                  <a:lnTo>
                    <a:pt x="1882961" y="905196"/>
                  </a:lnTo>
                  <a:lnTo>
                    <a:pt x="1886787" y="903795"/>
                  </a:lnTo>
                  <a:lnTo>
                    <a:pt x="1890439" y="902458"/>
                  </a:lnTo>
                  <a:lnTo>
                    <a:pt x="1912871" y="894244"/>
                  </a:lnTo>
                  <a:lnTo>
                    <a:pt x="1917914" y="892398"/>
                  </a:lnTo>
                  <a:lnTo>
                    <a:pt x="1920523" y="891443"/>
                  </a:lnTo>
                  <a:lnTo>
                    <a:pt x="1954433" y="879026"/>
                  </a:lnTo>
                  <a:lnTo>
                    <a:pt x="1957215" y="878007"/>
                  </a:lnTo>
                  <a:lnTo>
                    <a:pt x="1966432" y="874633"/>
                  </a:lnTo>
                  <a:lnTo>
                    <a:pt x="1975301" y="871385"/>
                  </a:lnTo>
                  <a:lnTo>
                    <a:pt x="1975648" y="871258"/>
                  </a:lnTo>
                  <a:lnTo>
                    <a:pt x="1982778" y="868647"/>
                  </a:lnTo>
                  <a:lnTo>
                    <a:pt x="1992343" y="865145"/>
                  </a:lnTo>
                  <a:lnTo>
                    <a:pt x="1999820" y="862407"/>
                  </a:lnTo>
                  <a:lnTo>
                    <a:pt x="2000690" y="862089"/>
                  </a:lnTo>
                  <a:lnTo>
                    <a:pt x="2005907" y="860178"/>
                  </a:lnTo>
                  <a:lnTo>
                    <a:pt x="2014254" y="857122"/>
                  </a:lnTo>
                  <a:lnTo>
                    <a:pt x="2023296" y="853811"/>
                  </a:lnTo>
                  <a:lnTo>
                    <a:pt x="2028339" y="851964"/>
                  </a:lnTo>
                  <a:lnTo>
                    <a:pt x="2050946" y="843687"/>
                  </a:lnTo>
                  <a:lnTo>
                    <a:pt x="2056859" y="841522"/>
                  </a:lnTo>
                  <a:lnTo>
                    <a:pt x="2060684" y="840121"/>
                  </a:lnTo>
                  <a:lnTo>
                    <a:pt x="2064336" y="838784"/>
                  </a:lnTo>
                  <a:lnTo>
                    <a:pt x="2065206" y="838465"/>
                  </a:lnTo>
                  <a:lnTo>
                    <a:pt x="2086769" y="830570"/>
                  </a:lnTo>
                  <a:lnTo>
                    <a:pt x="2091812" y="828723"/>
                  </a:lnTo>
                  <a:lnTo>
                    <a:pt x="2094420" y="827768"/>
                  </a:lnTo>
                  <a:lnTo>
                    <a:pt x="2128330" y="815352"/>
                  </a:lnTo>
                  <a:lnTo>
                    <a:pt x="2131113" y="814333"/>
                  </a:lnTo>
                  <a:lnTo>
                    <a:pt x="2140329" y="810958"/>
                  </a:lnTo>
                  <a:lnTo>
                    <a:pt x="2149198" y="807711"/>
                  </a:lnTo>
                  <a:lnTo>
                    <a:pt x="2149546" y="807583"/>
                  </a:lnTo>
                  <a:lnTo>
                    <a:pt x="2156676" y="804973"/>
                  </a:lnTo>
                  <a:lnTo>
                    <a:pt x="2166240" y="801471"/>
                  </a:lnTo>
                  <a:lnTo>
                    <a:pt x="2173718" y="798733"/>
                  </a:lnTo>
                  <a:lnTo>
                    <a:pt x="2174587" y="798414"/>
                  </a:lnTo>
                  <a:lnTo>
                    <a:pt x="2179804" y="796504"/>
                  </a:lnTo>
                  <a:lnTo>
                    <a:pt x="2188151" y="793448"/>
                  </a:lnTo>
                  <a:lnTo>
                    <a:pt x="2197194" y="790136"/>
                  </a:lnTo>
                  <a:lnTo>
                    <a:pt x="2202237" y="788290"/>
                  </a:lnTo>
                  <a:lnTo>
                    <a:pt x="2224843" y="780012"/>
                  </a:lnTo>
                  <a:lnTo>
                    <a:pt x="2230756" y="777847"/>
                  </a:lnTo>
                  <a:lnTo>
                    <a:pt x="2234582" y="776446"/>
                  </a:lnTo>
                  <a:lnTo>
                    <a:pt x="2238234" y="775109"/>
                  </a:lnTo>
                  <a:lnTo>
                    <a:pt x="2239103" y="774791"/>
                  </a:lnTo>
                  <a:lnTo>
                    <a:pt x="2260666" y="766895"/>
                  </a:lnTo>
                  <a:lnTo>
                    <a:pt x="2265709" y="765049"/>
                  </a:lnTo>
                  <a:lnTo>
                    <a:pt x="2268318" y="764094"/>
                  </a:lnTo>
                  <a:lnTo>
                    <a:pt x="2302228" y="751677"/>
                  </a:lnTo>
                  <a:lnTo>
                    <a:pt x="2305010" y="750658"/>
                  </a:lnTo>
                  <a:lnTo>
                    <a:pt x="2314227" y="747284"/>
                  </a:lnTo>
                  <a:lnTo>
                    <a:pt x="2323095" y="744036"/>
                  </a:lnTo>
                  <a:lnTo>
                    <a:pt x="2323443" y="743909"/>
                  </a:lnTo>
                  <a:lnTo>
                    <a:pt x="2330573" y="741298"/>
                  </a:lnTo>
                  <a:lnTo>
                    <a:pt x="2340137" y="737796"/>
                  </a:lnTo>
                  <a:lnTo>
                    <a:pt x="2348485" y="734740"/>
                  </a:lnTo>
                  <a:lnTo>
                    <a:pt x="2353701" y="732829"/>
                  </a:lnTo>
                  <a:lnTo>
                    <a:pt x="2362049" y="729773"/>
                  </a:lnTo>
                  <a:lnTo>
                    <a:pt x="2371091" y="726462"/>
                  </a:lnTo>
                  <a:lnTo>
                    <a:pt x="2376134" y="724615"/>
                  </a:lnTo>
                  <a:lnTo>
                    <a:pt x="2398741" y="716338"/>
                  </a:lnTo>
                  <a:lnTo>
                    <a:pt x="2404653" y="714173"/>
                  </a:lnTo>
                  <a:lnTo>
                    <a:pt x="2408479" y="712772"/>
                  </a:lnTo>
                  <a:lnTo>
                    <a:pt x="2412131" y="711435"/>
                  </a:lnTo>
                  <a:lnTo>
                    <a:pt x="2413000" y="711116"/>
                  </a:lnTo>
                  <a:lnTo>
                    <a:pt x="2434564" y="703221"/>
                  </a:lnTo>
                  <a:lnTo>
                    <a:pt x="2439607" y="701374"/>
                  </a:lnTo>
                  <a:lnTo>
                    <a:pt x="2442215" y="700419"/>
                  </a:lnTo>
                  <a:lnTo>
                    <a:pt x="2476125" y="688003"/>
                  </a:lnTo>
                  <a:lnTo>
                    <a:pt x="2478908" y="686984"/>
                  </a:lnTo>
                  <a:lnTo>
                    <a:pt x="2488124" y="683609"/>
                  </a:lnTo>
                  <a:lnTo>
                    <a:pt x="2496993" y="680362"/>
                  </a:lnTo>
                  <a:lnTo>
                    <a:pt x="2497341" y="680234"/>
                  </a:lnTo>
                  <a:lnTo>
                    <a:pt x="2504471" y="677624"/>
                  </a:lnTo>
                  <a:lnTo>
                    <a:pt x="2514035" y="674122"/>
                  </a:lnTo>
                  <a:lnTo>
                    <a:pt x="2521512" y="671384"/>
                  </a:lnTo>
                  <a:lnTo>
                    <a:pt x="2522382" y="671065"/>
                  </a:lnTo>
                  <a:lnTo>
                    <a:pt x="2527599" y="669155"/>
                  </a:lnTo>
                  <a:lnTo>
                    <a:pt x="2535946" y="666099"/>
                  </a:lnTo>
                  <a:lnTo>
                    <a:pt x="2544989" y="662787"/>
                  </a:lnTo>
                  <a:lnTo>
                    <a:pt x="2550032" y="660941"/>
                  </a:lnTo>
                  <a:lnTo>
                    <a:pt x="2572638" y="652663"/>
                  </a:lnTo>
                  <a:lnTo>
                    <a:pt x="2582377" y="649097"/>
                  </a:lnTo>
                  <a:lnTo>
                    <a:pt x="2586028" y="647760"/>
                  </a:lnTo>
                  <a:lnTo>
                    <a:pt x="2586898" y="647442"/>
                  </a:lnTo>
                  <a:lnTo>
                    <a:pt x="2608461" y="639546"/>
                  </a:lnTo>
                  <a:lnTo>
                    <a:pt x="2613504" y="637700"/>
                  </a:lnTo>
                  <a:lnTo>
                    <a:pt x="2616113" y="636745"/>
                  </a:lnTo>
                  <a:lnTo>
                    <a:pt x="2650023" y="624328"/>
                  </a:lnTo>
                  <a:lnTo>
                    <a:pt x="2652805" y="623309"/>
                  </a:lnTo>
                  <a:lnTo>
                    <a:pt x="2662022" y="619935"/>
                  </a:lnTo>
                  <a:lnTo>
                    <a:pt x="2670890" y="616687"/>
                  </a:lnTo>
                  <a:lnTo>
                    <a:pt x="2671238" y="616560"/>
                  </a:lnTo>
                  <a:lnTo>
                    <a:pt x="2678368" y="613949"/>
                  </a:lnTo>
                  <a:lnTo>
                    <a:pt x="2687932" y="610447"/>
                  </a:lnTo>
                  <a:lnTo>
                    <a:pt x="2695410" y="607709"/>
                  </a:lnTo>
                  <a:lnTo>
                    <a:pt x="2696279" y="607391"/>
                  </a:lnTo>
                  <a:lnTo>
                    <a:pt x="2701496" y="605480"/>
                  </a:lnTo>
                  <a:lnTo>
                    <a:pt x="2709843" y="602424"/>
                  </a:lnTo>
                  <a:lnTo>
                    <a:pt x="2718886" y="599113"/>
                  </a:lnTo>
                  <a:lnTo>
                    <a:pt x="2723929" y="597266"/>
                  </a:lnTo>
                  <a:lnTo>
                    <a:pt x="2746536" y="588989"/>
                  </a:lnTo>
                  <a:lnTo>
                    <a:pt x="2752448" y="586824"/>
                  </a:lnTo>
                  <a:lnTo>
                    <a:pt x="2756274" y="585423"/>
                  </a:lnTo>
                  <a:lnTo>
                    <a:pt x="2759926" y="584086"/>
                  </a:lnTo>
                  <a:lnTo>
                    <a:pt x="2760795" y="583767"/>
                  </a:lnTo>
                  <a:lnTo>
                    <a:pt x="2782359" y="575872"/>
                  </a:lnTo>
                  <a:lnTo>
                    <a:pt x="2787402" y="574025"/>
                  </a:lnTo>
                  <a:lnTo>
                    <a:pt x="2790010" y="573070"/>
                  </a:lnTo>
                  <a:lnTo>
                    <a:pt x="2823920" y="560654"/>
                  </a:lnTo>
                  <a:lnTo>
                    <a:pt x="2826703" y="559635"/>
                  </a:lnTo>
                  <a:lnTo>
                    <a:pt x="2835919" y="556260"/>
                  </a:lnTo>
                  <a:lnTo>
                    <a:pt x="2844788" y="553013"/>
                  </a:lnTo>
                  <a:lnTo>
                    <a:pt x="2845136" y="552885"/>
                  </a:lnTo>
                  <a:lnTo>
                    <a:pt x="2852265" y="550275"/>
                  </a:lnTo>
                  <a:lnTo>
                    <a:pt x="2861830" y="546773"/>
                  </a:lnTo>
                  <a:lnTo>
                    <a:pt x="2869307" y="544035"/>
                  </a:lnTo>
                  <a:lnTo>
                    <a:pt x="2870177" y="543716"/>
                  </a:lnTo>
                  <a:lnTo>
                    <a:pt x="2875394" y="541806"/>
                  </a:lnTo>
                  <a:lnTo>
                    <a:pt x="2883741" y="538750"/>
                  </a:lnTo>
                  <a:lnTo>
                    <a:pt x="2892784" y="535438"/>
                  </a:lnTo>
                  <a:lnTo>
                    <a:pt x="2897827" y="533592"/>
                  </a:lnTo>
                  <a:lnTo>
                    <a:pt x="2920433" y="525314"/>
                  </a:lnTo>
                  <a:lnTo>
                    <a:pt x="2926346" y="523149"/>
                  </a:lnTo>
                  <a:lnTo>
                    <a:pt x="2930171" y="521748"/>
                  </a:lnTo>
                  <a:lnTo>
                    <a:pt x="2933823" y="520411"/>
                  </a:lnTo>
                  <a:lnTo>
                    <a:pt x="2934693" y="520093"/>
                  </a:lnTo>
                  <a:lnTo>
                    <a:pt x="2956256" y="512197"/>
                  </a:lnTo>
                  <a:lnTo>
                    <a:pt x="2961299" y="510351"/>
                  </a:lnTo>
                  <a:lnTo>
                    <a:pt x="2963908" y="509396"/>
                  </a:lnTo>
                  <a:lnTo>
                    <a:pt x="2997818" y="496979"/>
                  </a:lnTo>
                  <a:lnTo>
                    <a:pt x="3000600" y="495960"/>
                  </a:lnTo>
                  <a:lnTo>
                    <a:pt x="3009817" y="492586"/>
                  </a:lnTo>
                  <a:lnTo>
                    <a:pt x="3018685" y="489338"/>
                  </a:lnTo>
                  <a:lnTo>
                    <a:pt x="3019033" y="489211"/>
                  </a:lnTo>
                  <a:lnTo>
                    <a:pt x="3026163" y="486600"/>
                  </a:lnTo>
                  <a:lnTo>
                    <a:pt x="3035727" y="483098"/>
                  </a:lnTo>
                  <a:lnTo>
                    <a:pt x="3043205" y="480360"/>
                  </a:lnTo>
                  <a:lnTo>
                    <a:pt x="3044074" y="480042"/>
                  </a:lnTo>
                  <a:lnTo>
                    <a:pt x="3049291" y="478131"/>
                  </a:lnTo>
                  <a:lnTo>
                    <a:pt x="3057638" y="475075"/>
                  </a:lnTo>
                  <a:lnTo>
                    <a:pt x="3066681" y="471764"/>
                  </a:lnTo>
                  <a:lnTo>
                    <a:pt x="3071724" y="469917"/>
                  </a:lnTo>
                  <a:lnTo>
                    <a:pt x="3094331" y="461640"/>
                  </a:lnTo>
                  <a:lnTo>
                    <a:pt x="3100243" y="459475"/>
                  </a:lnTo>
                  <a:lnTo>
                    <a:pt x="3104069" y="458074"/>
                  </a:lnTo>
                  <a:lnTo>
                    <a:pt x="3108590" y="456418"/>
                  </a:lnTo>
                  <a:lnTo>
                    <a:pt x="3130154" y="448523"/>
                  </a:lnTo>
                  <a:lnTo>
                    <a:pt x="3135197" y="446676"/>
                  </a:lnTo>
                  <a:lnTo>
                    <a:pt x="3137805" y="445721"/>
                  </a:lnTo>
                  <a:lnTo>
                    <a:pt x="3171715" y="433305"/>
                  </a:lnTo>
                  <a:lnTo>
                    <a:pt x="3174497" y="432286"/>
                  </a:lnTo>
                  <a:lnTo>
                    <a:pt x="3183714" y="428911"/>
                  </a:lnTo>
                  <a:lnTo>
                    <a:pt x="3192583" y="425664"/>
                  </a:lnTo>
                  <a:lnTo>
                    <a:pt x="3192931" y="425536"/>
                  </a:lnTo>
                  <a:lnTo>
                    <a:pt x="3200060" y="422926"/>
                  </a:lnTo>
                  <a:lnTo>
                    <a:pt x="3209625" y="419423"/>
                  </a:lnTo>
                  <a:lnTo>
                    <a:pt x="3217102" y="416685"/>
                  </a:lnTo>
                  <a:lnTo>
                    <a:pt x="3217972" y="416367"/>
                  </a:lnTo>
                  <a:lnTo>
                    <a:pt x="3223189" y="414457"/>
                  </a:lnTo>
                  <a:lnTo>
                    <a:pt x="3231536" y="411401"/>
                  </a:lnTo>
                  <a:lnTo>
                    <a:pt x="3240578" y="408089"/>
                  </a:lnTo>
                  <a:lnTo>
                    <a:pt x="3245621" y="406243"/>
                  </a:lnTo>
                  <a:lnTo>
                    <a:pt x="3268228" y="397965"/>
                  </a:lnTo>
                  <a:lnTo>
                    <a:pt x="3274141" y="395800"/>
                  </a:lnTo>
                  <a:lnTo>
                    <a:pt x="3277966" y="394399"/>
                  </a:lnTo>
                  <a:lnTo>
                    <a:pt x="3281618" y="393062"/>
                  </a:lnTo>
                  <a:lnTo>
                    <a:pt x="3282488" y="392744"/>
                  </a:lnTo>
                  <a:lnTo>
                    <a:pt x="3304051" y="384848"/>
                  </a:lnTo>
                  <a:lnTo>
                    <a:pt x="3309094" y="383002"/>
                  </a:lnTo>
                  <a:lnTo>
                    <a:pt x="3311702" y="382047"/>
                  </a:lnTo>
                  <a:lnTo>
                    <a:pt x="3345612" y="369630"/>
                  </a:lnTo>
                  <a:lnTo>
                    <a:pt x="3348395" y="368611"/>
                  </a:lnTo>
                  <a:lnTo>
                    <a:pt x="3357611" y="365236"/>
                  </a:lnTo>
                  <a:lnTo>
                    <a:pt x="3366480" y="361989"/>
                  </a:lnTo>
                  <a:lnTo>
                    <a:pt x="3366828" y="361862"/>
                  </a:lnTo>
                  <a:lnTo>
                    <a:pt x="3373958" y="359251"/>
                  </a:lnTo>
                  <a:lnTo>
                    <a:pt x="3383522" y="355749"/>
                  </a:lnTo>
                  <a:lnTo>
                    <a:pt x="3391000" y="353011"/>
                  </a:lnTo>
                  <a:lnTo>
                    <a:pt x="3391869" y="352693"/>
                  </a:lnTo>
                  <a:lnTo>
                    <a:pt x="3397086" y="350782"/>
                  </a:lnTo>
                  <a:lnTo>
                    <a:pt x="3405433" y="347726"/>
                  </a:lnTo>
                  <a:lnTo>
                    <a:pt x="3414476" y="344415"/>
                  </a:lnTo>
                  <a:lnTo>
                    <a:pt x="3419519" y="342568"/>
                  </a:lnTo>
                  <a:lnTo>
                    <a:pt x="3442126" y="334291"/>
                  </a:lnTo>
                  <a:lnTo>
                    <a:pt x="3448038" y="332126"/>
                  </a:lnTo>
                  <a:lnTo>
                    <a:pt x="3451864" y="330725"/>
                  </a:lnTo>
                  <a:lnTo>
                    <a:pt x="3455516" y="329388"/>
                  </a:lnTo>
                  <a:lnTo>
                    <a:pt x="3456385" y="329069"/>
                  </a:lnTo>
                  <a:lnTo>
                    <a:pt x="3477948" y="321174"/>
                  </a:lnTo>
                  <a:lnTo>
                    <a:pt x="3482991" y="319327"/>
                  </a:lnTo>
                  <a:lnTo>
                    <a:pt x="3485600" y="318372"/>
                  </a:lnTo>
                  <a:lnTo>
                    <a:pt x="3519510" y="305956"/>
                  </a:lnTo>
                  <a:lnTo>
                    <a:pt x="3522292" y="304937"/>
                  </a:lnTo>
                  <a:lnTo>
                    <a:pt x="3531509" y="301562"/>
                  </a:lnTo>
                  <a:lnTo>
                    <a:pt x="3540378" y="298315"/>
                  </a:lnTo>
                  <a:lnTo>
                    <a:pt x="3540725" y="298187"/>
                  </a:lnTo>
                  <a:lnTo>
                    <a:pt x="3547855" y="295577"/>
                  </a:lnTo>
                  <a:lnTo>
                    <a:pt x="3557420" y="292074"/>
                  </a:lnTo>
                  <a:lnTo>
                    <a:pt x="3564897" y="289336"/>
                  </a:lnTo>
                  <a:lnTo>
                    <a:pt x="3565767" y="289018"/>
                  </a:lnTo>
                  <a:lnTo>
                    <a:pt x="3570984" y="287108"/>
                  </a:lnTo>
                  <a:lnTo>
                    <a:pt x="3579331" y="284051"/>
                  </a:lnTo>
                  <a:lnTo>
                    <a:pt x="3588373" y="280740"/>
                  </a:lnTo>
                  <a:lnTo>
                    <a:pt x="3593416" y="278894"/>
                  </a:lnTo>
                  <a:lnTo>
                    <a:pt x="3616023" y="270616"/>
                  </a:lnTo>
                  <a:lnTo>
                    <a:pt x="3621936" y="268451"/>
                  </a:lnTo>
                  <a:lnTo>
                    <a:pt x="3625761" y="267050"/>
                  </a:lnTo>
                  <a:lnTo>
                    <a:pt x="3629413" y="265713"/>
                  </a:lnTo>
                  <a:lnTo>
                    <a:pt x="3630283" y="265395"/>
                  </a:lnTo>
                  <a:lnTo>
                    <a:pt x="3651846" y="257499"/>
                  </a:lnTo>
                  <a:lnTo>
                    <a:pt x="3656889" y="255653"/>
                  </a:lnTo>
                  <a:lnTo>
                    <a:pt x="3659497" y="254698"/>
                  </a:lnTo>
                  <a:lnTo>
                    <a:pt x="3693407" y="242281"/>
                  </a:lnTo>
                  <a:lnTo>
                    <a:pt x="3696190" y="241262"/>
                  </a:lnTo>
                  <a:lnTo>
                    <a:pt x="3705406" y="237887"/>
                  </a:lnTo>
                  <a:lnTo>
                    <a:pt x="3714623" y="234513"/>
                  </a:lnTo>
                  <a:lnTo>
                    <a:pt x="3721753" y="231902"/>
                  </a:lnTo>
                  <a:lnTo>
                    <a:pt x="3731317" y="228400"/>
                  </a:lnTo>
                  <a:lnTo>
                    <a:pt x="3738795" y="225662"/>
                  </a:lnTo>
                  <a:lnTo>
                    <a:pt x="3739664" y="225344"/>
                  </a:lnTo>
                  <a:lnTo>
                    <a:pt x="3744881" y="223433"/>
                  </a:lnTo>
                  <a:lnTo>
                    <a:pt x="3753228" y="220377"/>
                  </a:lnTo>
                  <a:lnTo>
                    <a:pt x="3762271" y="217066"/>
                  </a:lnTo>
                  <a:lnTo>
                    <a:pt x="3767314" y="215219"/>
                  </a:lnTo>
                  <a:lnTo>
                    <a:pt x="3789920" y="206942"/>
                  </a:lnTo>
                  <a:lnTo>
                    <a:pt x="3795833" y="204777"/>
                  </a:lnTo>
                  <a:lnTo>
                    <a:pt x="3799659" y="203376"/>
                  </a:lnTo>
                  <a:lnTo>
                    <a:pt x="3803311" y="202039"/>
                  </a:lnTo>
                  <a:lnTo>
                    <a:pt x="3804180" y="201720"/>
                  </a:lnTo>
                  <a:lnTo>
                    <a:pt x="3825743" y="193825"/>
                  </a:lnTo>
                  <a:lnTo>
                    <a:pt x="3830786" y="191978"/>
                  </a:lnTo>
                  <a:lnTo>
                    <a:pt x="3833395" y="191023"/>
                  </a:lnTo>
                  <a:lnTo>
                    <a:pt x="3867305" y="178606"/>
                  </a:lnTo>
                  <a:lnTo>
                    <a:pt x="3870087" y="177588"/>
                  </a:lnTo>
                  <a:lnTo>
                    <a:pt x="3879304" y="174213"/>
                  </a:lnTo>
                  <a:lnTo>
                    <a:pt x="3888173" y="170966"/>
                  </a:lnTo>
                  <a:lnTo>
                    <a:pt x="3888520" y="170838"/>
                  </a:lnTo>
                  <a:lnTo>
                    <a:pt x="3895650" y="168228"/>
                  </a:lnTo>
                  <a:lnTo>
                    <a:pt x="3905214" y="164725"/>
                  </a:lnTo>
                  <a:lnTo>
                    <a:pt x="3912692" y="161987"/>
                  </a:lnTo>
                  <a:lnTo>
                    <a:pt x="3913562" y="161669"/>
                  </a:lnTo>
                  <a:lnTo>
                    <a:pt x="3918778" y="159759"/>
                  </a:lnTo>
                  <a:lnTo>
                    <a:pt x="3927126" y="156702"/>
                  </a:lnTo>
                  <a:lnTo>
                    <a:pt x="3936168" y="153391"/>
                  </a:lnTo>
                  <a:lnTo>
                    <a:pt x="3941211" y="151545"/>
                  </a:lnTo>
                  <a:lnTo>
                    <a:pt x="3963818" y="143267"/>
                  </a:lnTo>
                  <a:lnTo>
                    <a:pt x="3969730" y="141102"/>
                  </a:lnTo>
                  <a:lnTo>
                    <a:pt x="3973556" y="139701"/>
                  </a:lnTo>
                  <a:lnTo>
                    <a:pt x="3977208" y="138364"/>
                  </a:lnTo>
                  <a:lnTo>
                    <a:pt x="3978077" y="138046"/>
                  </a:lnTo>
                  <a:lnTo>
                    <a:pt x="4004684" y="128304"/>
                  </a:lnTo>
                  <a:lnTo>
                    <a:pt x="4007292" y="127349"/>
                  </a:lnTo>
                  <a:lnTo>
                    <a:pt x="4041202" y="114932"/>
                  </a:lnTo>
                  <a:lnTo>
                    <a:pt x="4043985" y="113913"/>
                  </a:lnTo>
                  <a:lnTo>
                    <a:pt x="4053201" y="110538"/>
                  </a:lnTo>
                  <a:lnTo>
                    <a:pt x="4062070" y="107291"/>
                  </a:lnTo>
                  <a:lnTo>
                    <a:pt x="4062418" y="107164"/>
                  </a:lnTo>
                  <a:lnTo>
                    <a:pt x="4086590" y="98313"/>
                  </a:lnTo>
                  <a:lnTo>
                    <a:pt x="4092676" y="96084"/>
                  </a:lnTo>
                  <a:lnTo>
                    <a:pt x="4101023" y="93028"/>
                  </a:lnTo>
                  <a:lnTo>
                    <a:pt x="4110066" y="89717"/>
                  </a:lnTo>
                  <a:lnTo>
                    <a:pt x="4151975" y="74371"/>
                  </a:lnTo>
                  <a:lnTo>
                    <a:pt x="4181190" y="63674"/>
                  </a:lnTo>
                  <a:lnTo>
                    <a:pt x="4261356" y="34320"/>
                  </a:lnTo>
                  <a:lnTo>
                    <a:pt x="4355087" y="0"/>
                  </a:lnTo>
                </a:path>
              </a:pathLst>
            </a:custGeom>
            <a:ln w="32521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1"/>
            <p:cNvSpPr/>
            <p:nvPr/>
          </p:nvSpPr>
          <p:spPr>
            <a:xfrm>
              <a:off x="3427483" y="2608921"/>
              <a:ext cx="4355087" cy="1960016"/>
            </a:xfrm>
            <a:custGeom>
              <a:avLst/>
              <a:pathLst>
                <a:path w="4355087" h="1960016">
                  <a:moveTo>
                    <a:pt x="0" y="1960016"/>
                  </a:moveTo>
                  <a:lnTo>
                    <a:pt x="69906" y="1928554"/>
                  </a:lnTo>
                  <a:lnTo>
                    <a:pt x="79471" y="1924250"/>
                  </a:lnTo>
                  <a:lnTo>
                    <a:pt x="115467" y="1908049"/>
                  </a:lnTo>
                  <a:lnTo>
                    <a:pt x="138074" y="1897875"/>
                  </a:lnTo>
                  <a:lnTo>
                    <a:pt x="143987" y="1895214"/>
                  </a:lnTo>
                  <a:lnTo>
                    <a:pt x="147812" y="1893492"/>
                  </a:lnTo>
                  <a:lnTo>
                    <a:pt x="151464" y="1891849"/>
                  </a:lnTo>
                  <a:lnTo>
                    <a:pt x="173897" y="1881753"/>
                  </a:lnTo>
                  <a:lnTo>
                    <a:pt x="178940" y="1879483"/>
                  </a:lnTo>
                  <a:lnTo>
                    <a:pt x="215458" y="1863048"/>
                  </a:lnTo>
                  <a:lnTo>
                    <a:pt x="218241" y="1861796"/>
                  </a:lnTo>
                  <a:lnTo>
                    <a:pt x="227457" y="1857648"/>
                  </a:lnTo>
                  <a:lnTo>
                    <a:pt x="236326" y="1853657"/>
                  </a:lnTo>
                  <a:lnTo>
                    <a:pt x="236674" y="1853500"/>
                  </a:lnTo>
                  <a:lnTo>
                    <a:pt x="243804" y="1850291"/>
                  </a:lnTo>
                  <a:lnTo>
                    <a:pt x="253368" y="1845987"/>
                  </a:lnTo>
                  <a:lnTo>
                    <a:pt x="260846" y="1842621"/>
                  </a:lnTo>
                  <a:lnTo>
                    <a:pt x="266932" y="1839882"/>
                  </a:lnTo>
                  <a:lnTo>
                    <a:pt x="275279" y="1836126"/>
                  </a:lnTo>
                  <a:lnTo>
                    <a:pt x="284322" y="1832056"/>
                  </a:lnTo>
                  <a:lnTo>
                    <a:pt x="289365" y="1829786"/>
                  </a:lnTo>
                  <a:lnTo>
                    <a:pt x="311972" y="1819612"/>
                  </a:lnTo>
                  <a:lnTo>
                    <a:pt x="317884" y="1816951"/>
                  </a:lnTo>
                  <a:lnTo>
                    <a:pt x="321710" y="1815229"/>
                  </a:lnTo>
                  <a:lnTo>
                    <a:pt x="325362" y="1813586"/>
                  </a:lnTo>
                  <a:lnTo>
                    <a:pt x="326231" y="1813195"/>
                  </a:lnTo>
                  <a:lnTo>
                    <a:pt x="347794" y="1803490"/>
                  </a:lnTo>
                  <a:lnTo>
                    <a:pt x="352837" y="1801220"/>
                  </a:lnTo>
                  <a:lnTo>
                    <a:pt x="389356" y="1784785"/>
                  </a:lnTo>
                  <a:lnTo>
                    <a:pt x="392138" y="1783533"/>
                  </a:lnTo>
                  <a:lnTo>
                    <a:pt x="401355" y="1779385"/>
                  </a:lnTo>
                  <a:lnTo>
                    <a:pt x="410224" y="1775394"/>
                  </a:lnTo>
                  <a:lnTo>
                    <a:pt x="410571" y="1775237"/>
                  </a:lnTo>
                  <a:lnTo>
                    <a:pt x="417701" y="1772028"/>
                  </a:lnTo>
                  <a:lnTo>
                    <a:pt x="427266" y="1767724"/>
                  </a:lnTo>
                  <a:lnTo>
                    <a:pt x="434743" y="1764359"/>
                  </a:lnTo>
                  <a:lnTo>
                    <a:pt x="435613" y="1763967"/>
                  </a:lnTo>
                  <a:lnTo>
                    <a:pt x="440830" y="1761619"/>
                  </a:lnTo>
                  <a:lnTo>
                    <a:pt x="449177" y="1757863"/>
                  </a:lnTo>
                  <a:lnTo>
                    <a:pt x="458219" y="1753793"/>
                  </a:lnTo>
                  <a:lnTo>
                    <a:pt x="463262" y="1751523"/>
                  </a:lnTo>
                  <a:lnTo>
                    <a:pt x="485869" y="1741349"/>
                  </a:lnTo>
                  <a:lnTo>
                    <a:pt x="491781" y="1738688"/>
                  </a:lnTo>
                  <a:lnTo>
                    <a:pt x="495607" y="1736967"/>
                  </a:lnTo>
                  <a:lnTo>
                    <a:pt x="499259" y="1735323"/>
                  </a:lnTo>
                  <a:lnTo>
                    <a:pt x="500129" y="1734932"/>
                  </a:lnTo>
                  <a:lnTo>
                    <a:pt x="521692" y="1725227"/>
                  </a:lnTo>
                  <a:lnTo>
                    <a:pt x="526735" y="1722958"/>
                  </a:lnTo>
                  <a:lnTo>
                    <a:pt x="529343" y="1721784"/>
                  </a:lnTo>
                  <a:lnTo>
                    <a:pt x="563253" y="1706522"/>
                  </a:lnTo>
                  <a:lnTo>
                    <a:pt x="566036" y="1705270"/>
                  </a:lnTo>
                  <a:lnTo>
                    <a:pt x="575252" y="1701122"/>
                  </a:lnTo>
                  <a:lnTo>
                    <a:pt x="584121" y="1697131"/>
                  </a:lnTo>
                  <a:lnTo>
                    <a:pt x="584469" y="1696974"/>
                  </a:lnTo>
                  <a:lnTo>
                    <a:pt x="591599" y="1693765"/>
                  </a:lnTo>
                  <a:lnTo>
                    <a:pt x="601163" y="1689461"/>
                  </a:lnTo>
                  <a:lnTo>
                    <a:pt x="608641" y="1686096"/>
                  </a:lnTo>
                  <a:lnTo>
                    <a:pt x="609510" y="1685704"/>
                  </a:lnTo>
                  <a:lnTo>
                    <a:pt x="614727" y="1683356"/>
                  </a:lnTo>
                  <a:lnTo>
                    <a:pt x="623074" y="1679600"/>
                  </a:lnTo>
                  <a:lnTo>
                    <a:pt x="632117" y="1675530"/>
                  </a:lnTo>
                  <a:lnTo>
                    <a:pt x="637160" y="1673261"/>
                  </a:lnTo>
                  <a:lnTo>
                    <a:pt x="659766" y="1663086"/>
                  </a:lnTo>
                  <a:lnTo>
                    <a:pt x="665679" y="1660425"/>
                  </a:lnTo>
                  <a:lnTo>
                    <a:pt x="669505" y="1658704"/>
                  </a:lnTo>
                  <a:lnTo>
                    <a:pt x="673157" y="1657060"/>
                  </a:lnTo>
                  <a:lnTo>
                    <a:pt x="674026" y="1656669"/>
                  </a:lnTo>
                  <a:lnTo>
                    <a:pt x="695589" y="1646964"/>
                  </a:lnTo>
                  <a:lnTo>
                    <a:pt x="700632" y="1644695"/>
                  </a:lnTo>
                  <a:lnTo>
                    <a:pt x="703241" y="1643521"/>
                  </a:lnTo>
                  <a:lnTo>
                    <a:pt x="737151" y="1628259"/>
                  </a:lnTo>
                  <a:lnTo>
                    <a:pt x="739933" y="1627007"/>
                  </a:lnTo>
                  <a:lnTo>
                    <a:pt x="749150" y="1622859"/>
                  </a:lnTo>
                  <a:lnTo>
                    <a:pt x="758018" y="1618868"/>
                  </a:lnTo>
                  <a:lnTo>
                    <a:pt x="758366" y="1618711"/>
                  </a:lnTo>
                  <a:lnTo>
                    <a:pt x="765496" y="1615503"/>
                  </a:lnTo>
                  <a:lnTo>
                    <a:pt x="775060" y="1611198"/>
                  </a:lnTo>
                  <a:lnTo>
                    <a:pt x="782538" y="1607833"/>
                  </a:lnTo>
                  <a:lnTo>
                    <a:pt x="783407" y="1607441"/>
                  </a:lnTo>
                  <a:lnTo>
                    <a:pt x="788624" y="1605094"/>
                  </a:lnTo>
                  <a:lnTo>
                    <a:pt x="796972" y="1601337"/>
                  </a:lnTo>
                  <a:lnTo>
                    <a:pt x="806014" y="1597267"/>
                  </a:lnTo>
                  <a:lnTo>
                    <a:pt x="811057" y="1594998"/>
                  </a:lnTo>
                  <a:lnTo>
                    <a:pt x="833664" y="1584823"/>
                  </a:lnTo>
                  <a:lnTo>
                    <a:pt x="839576" y="1582163"/>
                  </a:lnTo>
                  <a:lnTo>
                    <a:pt x="843402" y="1580441"/>
                  </a:lnTo>
                  <a:lnTo>
                    <a:pt x="847054" y="1578797"/>
                  </a:lnTo>
                  <a:lnTo>
                    <a:pt x="847923" y="1578406"/>
                  </a:lnTo>
                  <a:lnTo>
                    <a:pt x="869487" y="1568701"/>
                  </a:lnTo>
                  <a:lnTo>
                    <a:pt x="874530" y="1566432"/>
                  </a:lnTo>
                  <a:lnTo>
                    <a:pt x="877138" y="1565258"/>
                  </a:lnTo>
                  <a:lnTo>
                    <a:pt x="911048" y="1549996"/>
                  </a:lnTo>
                  <a:lnTo>
                    <a:pt x="913831" y="1548744"/>
                  </a:lnTo>
                  <a:lnTo>
                    <a:pt x="923047" y="1544596"/>
                  </a:lnTo>
                  <a:lnTo>
                    <a:pt x="931916" y="1540605"/>
                  </a:lnTo>
                  <a:lnTo>
                    <a:pt x="932264" y="1540448"/>
                  </a:lnTo>
                  <a:lnTo>
                    <a:pt x="939394" y="1537240"/>
                  </a:lnTo>
                  <a:lnTo>
                    <a:pt x="948958" y="1532935"/>
                  </a:lnTo>
                  <a:lnTo>
                    <a:pt x="956435" y="1529570"/>
                  </a:lnTo>
                  <a:lnTo>
                    <a:pt x="957305" y="1529179"/>
                  </a:lnTo>
                  <a:lnTo>
                    <a:pt x="962522" y="1526831"/>
                  </a:lnTo>
                  <a:lnTo>
                    <a:pt x="970869" y="1523074"/>
                  </a:lnTo>
                  <a:lnTo>
                    <a:pt x="979912" y="1519004"/>
                  </a:lnTo>
                  <a:lnTo>
                    <a:pt x="984955" y="1516735"/>
                  </a:lnTo>
                  <a:lnTo>
                    <a:pt x="1007561" y="1506561"/>
                  </a:lnTo>
                  <a:lnTo>
                    <a:pt x="1013474" y="1503900"/>
                  </a:lnTo>
                  <a:lnTo>
                    <a:pt x="1017300" y="1502178"/>
                  </a:lnTo>
                  <a:lnTo>
                    <a:pt x="1020951" y="1500534"/>
                  </a:lnTo>
                  <a:lnTo>
                    <a:pt x="1021821" y="1500143"/>
                  </a:lnTo>
                  <a:lnTo>
                    <a:pt x="1043384" y="1490438"/>
                  </a:lnTo>
                  <a:lnTo>
                    <a:pt x="1048427" y="1488169"/>
                  </a:lnTo>
                  <a:lnTo>
                    <a:pt x="1051036" y="1486995"/>
                  </a:lnTo>
                  <a:lnTo>
                    <a:pt x="1084946" y="1471734"/>
                  </a:lnTo>
                  <a:lnTo>
                    <a:pt x="1087728" y="1470481"/>
                  </a:lnTo>
                  <a:lnTo>
                    <a:pt x="1096945" y="1466333"/>
                  </a:lnTo>
                  <a:lnTo>
                    <a:pt x="1105813" y="1462342"/>
                  </a:lnTo>
                  <a:lnTo>
                    <a:pt x="1106161" y="1462185"/>
                  </a:lnTo>
                  <a:lnTo>
                    <a:pt x="1113291" y="1458977"/>
                  </a:lnTo>
                  <a:lnTo>
                    <a:pt x="1122855" y="1454672"/>
                  </a:lnTo>
                  <a:lnTo>
                    <a:pt x="1130333" y="1451307"/>
                  </a:lnTo>
                  <a:lnTo>
                    <a:pt x="1131202" y="1450916"/>
                  </a:lnTo>
                  <a:lnTo>
                    <a:pt x="1136419" y="1448568"/>
                  </a:lnTo>
                  <a:lnTo>
                    <a:pt x="1144766" y="1444811"/>
                  </a:lnTo>
                  <a:lnTo>
                    <a:pt x="1153809" y="1440741"/>
                  </a:lnTo>
                  <a:lnTo>
                    <a:pt x="1158852" y="1438472"/>
                  </a:lnTo>
                  <a:lnTo>
                    <a:pt x="1181459" y="1428298"/>
                  </a:lnTo>
                  <a:lnTo>
                    <a:pt x="1187371" y="1425637"/>
                  </a:lnTo>
                  <a:lnTo>
                    <a:pt x="1191197" y="1423915"/>
                  </a:lnTo>
                  <a:lnTo>
                    <a:pt x="1194849" y="1422271"/>
                  </a:lnTo>
                  <a:lnTo>
                    <a:pt x="1195718" y="1421880"/>
                  </a:lnTo>
                  <a:lnTo>
                    <a:pt x="1217282" y="1412175"/>
                  </a:lnTo>
                  <a:lnTo>
                    <a:pt x="1222325" y="1409906"/>
                  </a:lnTo>
                  <a:lnTo>
                    <a:pt x="1224933" y="1408732"/>
                  </a:lnTo>
                  <a:lnTo>
                    <a:pt x="1258843" y="1393471"/>
                  </a:lnTo>
                  <a:lnTo>
                    <a:pt x="1261625" y="1392218"/>
                  </a:lnTo>
                  <a:lnTo>
                    <a:pt x="1270842" y="1388071"/>
                  </a:lnTo>
                  <a:lnTo>
                    <a:pt x="1279711" y="1384079"/>
                  </a:lnTo>
                  <a:lnTo>
                    <a:pt x="1280059" y="1383923"/>
                  </a:lnTo>
                  <a:lnTo>
                    <a:pt x="1287188" y="1380714"/>
                  </a:lnTo>
                  <a:lnTo>
                    <a:pt x="1296753" y="1376409"/>
                  </a:lnTo>
                  <a:lnTo>
                    <a:pt x="1304230" y="1373044"/>
                  </a:lnTo>
                  <a:lnTo>
                    <a:pt x="1305100" y="1372653"/>
                  </a:lnTo>
                  <a:lnTo>
                    <a:pt x="1310317" y="1370305"/>
                  </a:lnTo>
                  <a:lnTo>
                    <a:pt x="1318664" y="1366548"/>
                  </a:lnTo>
                  <a:lnTo>
                    <a:pt x="1327707" y="1362479"/>
                  </a:lnTo>
                  <a:lnTo>
                    <a:pt x="1332750" y="1360209"/>
                  </a:lnTo>
                  <a:lnTo>
                    <a:pt x="1355356" y="1350035"/>
                  </a:lnTo>
                  <a:lnTo>
                    <a:pt x="1361269" y="1347374"/>
                  </a:lnTo>
                  <a:lnTo>
                    <a:pt x="1368746" y="1344008"/>
                  </a:lnTo>
                  <a:lnTo>
                    <a:pt x="1369616" y="1343617"/>
                  </a:lnTo>
                  <a:lnTo>
                    <a:pt x="1391179" y="1333913"/>
                  </a:lnTo>
                  <a:lnTo>
                    <a:pt x="1396222" y="1331643"/>
                  </a:lnTo>
                  <a:lnTo>
                    <a:pt x="1398831" y="1330469"/>
                  </a:lnTo>
                  <a:lnTo>
                    <a:pt x="1432741" y="1315208"/>
                  </a:lnTo>
                  <a:lnTo>
                    <a:pt x="1435523" y="1313956"/>
                  </a:lnTo>
                  <a:lnTo>
                    <a:pt x="1444739" y="1309808"/>
                  </a:lnTo>
                  <a:lnTo>
                    <a:pt x="1453608" y="1305816"/>
                  </a:lnTo>
                  <a:lnTo>
                    <a:pt x="1453956" y="1305660"/>
                  </a:lnTo>
                  <a:lnTo>
                    <a:pt x="1461086" y="1302451"/>
                  </a:lnTo>
                  <a:lnTo>
                    <a:pt x="1470650" y="1298146"/>
                  </a:lnTo>
                  <a:lnTo>
                    <a:pt x="1478128" y="1294781"/>
                  </a:lnTo>
                  <a:lnTo>
                    <a:pt x="1478997" y="1294390"/>
                  </a:lnTo>
                  <a:lnTo>
                    <a:pt x="1484214" y="1292042"/>
                  </a:lnTo>
                  <a:lnTo>
                    <a:pt x="1492561" y="1288285"/>
                  </a:lnTo>
                  <a:lnTo>
                    <a:pt x="1501604" y="1284216"/>
                  </a:lnTo>
                  <a:lnTo>
                    <a:pt x="1529254" y="1271772"/>
                  </a:lnTo>
                  <a:lnTo>
                    <a:pt x="1535166" y="1269111"/>
                  </a:lnTo>
                  <a:lnTo>
                    <a:pt x="1538992" y="1267389"/>
                  </a:lnTo>
                  <a:lnTo>
                    <a:pt x="1542644" y="1265746"/>
                  </a:lnTo>
                  <a:lnTo>
                    <a:pt x="1543513" y="1265354"/>
                  </a:lnTo>
                  <a:lnTo>
                    <a:pt x="1565077" y="1255650"/>
                  </a:lnTo>
                  <a:lnTo>
                    <a:pt x="1570120" y="1253380"/>
                  </a:lnTo>
                  <a:lnTo>
                    <a:pt x="1572728" y="1252206"/>
                  </a:lnTo>
                  <a:lnTo>
                    <a:pt x="1606638" y="1236945"/>
                  </a:lnTo>
                  <a:lnTo>
                    <a:pt x="1609420" y="1235693"/>
                  </a:lnTo>
                  <a:lnTo>
                    <a:pt x="1618637" y="1231545"/>
                  </a:lnTo>
                  <a:lnTo>
                    <a:pt x="1627506" y="1227553"/>
                  </a:lnTo>
                  <a:lnTo>
                    <a:pt x="1627854" y="1227397"/>
                  </a:lnTo>
                  <a:lnTo>
                    <a:pt x="1634983" y="1224188"/>
                  </a:lnTo>
                  <a:lnTo>
                    <a:pt x="1644548" y="1219884"/>
                  </a:lnTo>
                  <a:lnTo>
                    <a:pt x="1652025" y="1216518"/>
                  </a:lnTo>
                  <a:lnTo>
                    <a:pt x="1652895" y="1216127"/>
                  </a:lnTo>
                  <a:lnTo>
                    <a:pt x="1658112" y="1213779"/>
                  </a:lnTo>
                  <a:lnTo>
                    <a:pt x="1666459" y="1210022"/>
                  </a:lnTo>
                  <a:lnTo>
                    <a:pt x="1675501" y="1205953"/>
                  </a:lnTo>
                  <a:lnTo>
                    <a:pt x="1680544" y="1203683"/>
                  </a:lnTo>
                  <a:lnTo>
                    <a:pt x="1703151" y="1193509"/>
                  </a:lnTo>
                  <a:lnTo>
                    <a:pt x="1709064" y="1190848"/>
                  </a:lnTo>
                  <a:lnTo>
                    <a:pt x="1712889" y="1189126"/>
                  </a:lnTo>
                  <a:lnTo>
                    <a:pt x="1716541" y="1187483"/>
                  </a:lnTo>
                  <a:lnTo>
                    <a:pt x="1717411" y="1187091"/>
                  </a:lnTo>
                  <a:lnTo>
                    <a:pt x="1738974" y="1177387"/>
                  </a:lnTo>
                  <a:lnTo>
                    <a:pt x="1744017" y="1175117"/>
                  </a:lnTo>
                  <a:lnTo>
                    <a:pt x="1746625" y="1173943"/>
                  </a:lnTo>
                  <a:lnTo>
                    <a:pt x="1780535" y="1158682"/>
                  </a:lnTo>
                  <a:lnTo>
                    <a:pt x="1783318" y="1157430"/>
                  </a:lnTo>
                  <a:lnTo>
                    <a:pt x="1792534" y="1153282"/>
                  </a:lnTo>
                  <a:lnTo>
                    <a:pt x="1801403" y="1149290"/>
                  </a:lnTo>
                  <a:lnTo>
                    <a:pt x="1801751" y="1149134"/>
                  </a:lnTo>
                  <a:lnTo>
                    <a:pt x="1808881" y="1145925"/>
                  </a:lnTo>
                  <a:lnTo>
                    <a:pt x="1818445" y="1141621"/>
                  </a:lnTo>
                  <a:lnTo>
                    <a:pt x="1825923" y="1138255"/>
                  </a:lnTo>
                  <a:lnTo>
                    <a:pt x="1826792" y="1137864"/>
                  </a:lnTo>
                  <a:lnTo>
                    <a:pt x="1832009" y="1135516"/>
                  </a:lnTo>
                  <a:lnTo>
                    <a:pt x="1840356" y="1131759"/>
                  </a:lnTo>
                  <a:lnTo>
                    <a:pt x="1849399" y="1127690"/>
                  </a:lnTo>
                  <a:lnTo>
                    <a:pt x="1854442" y="1125420"/>
                  </a:lnTo>
                  <a:lnTo>
                    <a:pt x="1877049" y="1115246"/>
                  </a:lnTo>
                  <a:lnTo>
                    <a:pt x="1882961" y="1112585"/>
                  </a:lnTo>
                  <a:lnTo>
                    <a:pt x="1886787" y="1110863"/>
                  </a:lnTo>
                  <a:lnTo>
                    <a:pt x="1890439" y="1109220"/>
                  </a:lnTo>
                  <a:lnTo>
                    <a:pt x="1912871" y="1099124"/>
                  </a:lnTo>
                  <a:lnTo>
                    <a:pt x="1917914" y="1096854"/>
                  </a:lnTo>
                  <a:lnTo>
                    <a:pt x="1920523" y="1095680"/>
                  </a:lnTo>
                  <a:lnTo>
                    <a:pt x="1954433" y="1080419"/>
                  </a:lnTo>
                  <a:lnTo>
                    <a:pt x="1957215" y="1079167"/>
                  </a:lnTo>
                  <a:lnTo>
                    <a:pt x="1966432" y="1075019"/>
                  </a:lnTo>
                  <a:lnTo>
                    <a:pt x="1975301" y="1071027"/>
                  </a:lnTo>
                  <a:lnTo>
                    <a:pt x="1975648" y="1070871"/>
                  </a:lnTo>
                  <a:lnTo>
                    <a:pt x="1982778" y="1067662"/>
                  </a:lnTo>
                  <a:lnTo>
                    <a:pt x="1992343" y="1063358"/>
                  </a:lnTo>
                  <a:lnTo>
                    <a:pt x="1999820" y="1059992"/>
                  </a:lnTo>
                  <a:lnTo>
                    <a:pt x="2000690" y="1059601"/>
                  </a:lnTo>
                  <a:lnTo>
                    <a:pt x="2005907" y="1057253"/>
                  </a:lnTo>
                  <a:lnTo>
                    <a:pt x="2014254" y="1053497"/>
                  </a:lnTo>
                  <a:lnTo>
                    <a:pt x="2023296" y="1049427"/>
                  </a:lnTo>
                  <a:lnTo>
                    <a:pt x="2028339" y="1047157"/>
                  </a:lnTo>
                  <a:lnTo>
                    <a:pt x="2050946" y="1036983"/>
                  </a:lnTo>
                  <a:lnTo>
                    <a:pt x="2056859" y="1034322"/>
                  </a:lnTo>
                  <a:lnTo>
                    <a:pt x="2060684" y="1032600"/>
                  </a:lnTo>
                  <a:lnTo>
                    <a:pt x="2064336" y="1030957"/>
                  </a:lnTo>
                  <a:lnTo>
                    <a:pt x="2065206" y="1030566"/>
                  </a:lnTo>
                  <a:lnTo>
                    <a:pt x="2086769" y="1020861"/>
                  </a:lnTo>
                  <a:lnTo>
                    <a:pt x="2091812" y="1018591"/>
                  </a:lnTo>
                  <a:lnTo>
                    <a:pt x="2094420" y="1017417"/>
                  </a:lnTo>
                  <a:lnTo>
                    <a:pt x="2128330" y="1002156"/>
                  </a:lnTo>
                  <a:lnTo>
                    <a:pt x="2131113" y="1000904"/>
                  </a:lnTo>
                  <a:lnTo>
                    <a:pt x="2140329" y="996756"/>
                  </a:lnTo>
                  <a:lnTo>
                    <a:pt x="2149198" y="992765"/>
                  </a:lnTo>
                  <a:lnTo>
                    <a:pt x="2149546" y="992608"/>
                  </a:lnTo>
                  <a:lnTo>
                    <a:pt x="2156676" y="989399"/>
                  </a:lnTo>
                  <a:lnTo>
                    <a:pt x="2166240" y="985095"/>
                  </a:lnTo>
                  <a:lnTo>
                    <a:pt x="2173718" y="981729"/>
                  </a:lnTo>
                  <a:lnTo>
                    <a:pt x="2174587" y="981338"/>
                  </a:lnTo>
                  <a:lnTo>
                    <a:pt x="2179804" y="978990"/>
                  </a:lnTo>
                  <a:lnTo>
                    <a:pt x="2188151" y="975234"/>
                  </a:lnTo>
                  <a:lnTo>
                    <a:pt x="2197194" y="971164"/>
                  </a:lnTo>
                  <a:lnTo>
                    <a:pt x="2202237" y="968894"/>
                  </a:lnTo>
                  <a:lnTo>
                    <a:pt x="2224843" y="958720"/>
                  </a:lnTo>
                  <a:lnTo>
                    <a:pt x="2230756" y="956059"/>
                  </a:lnTo>
                  <a:lnTo>
                    <a:pt x="2234582" y="954337"/>
                  </a:lnTo>
                  <a:lnTo>
                    <a:pt x="2238234" y="952694"/>
                  </a:lnTo>
                  <a:lnTo>
                    <a:pt x="2239103" y="952303"/>
                  </a:lnTo>
                  <a:lnTo>
                    <a:pt x="2260666" y="942598"/>
                  </a:lnTo>
                  <a:lnTo>
                    <a:pt x="2265709" y="940328"/>
                  </a:lnTo>
                  <a:lnTo>
                    <a:pt x="2268318" y="939154"/>
                  </a:lnTo>
                  <a:lnTo>
                    <a:pt x="2302228" y="923893"/>
                  </a:lnTo>
                  <a:lnTo>
                    <a:pt x="2305010" y="922641"/>
                  </a:lnTo>
                  <a:lnTo>
                    <a:pt x="2314227" y="918493"/>
                  </a:lnTo>
                  <a:lnTo>
                    <a:pt x="2323095" y="914502"/>
                  </a:lnTo>
                  <a:lnTo>
                    <a:pt x="2323443" y="914345"/>
                  </a:lnTo>
                  <a:lnTo>
                    <a:pt x="2330573" y="911136"/>
                  </a:lnTo>
                  <a:lnTo>
                    <a:pt x="2340137" y="906832"/>
                  </a:lnTo>
                  <a:lnTo>
                    <a:pt x="2348485" y="903075"/>
                  </a:lnTo>
                  <a:lnTo>
                    <a:pt x="2353701" y="900727"/>
                  </a:lnTo>
                  <a:lnTo>
                    <a:pt x="2362049" y="896971"/>
                  </a:lnTo>
                  <a:lnTo>
                    <a:pt x="2371091" y="892901"/>
                  </a:lnTo>
                  <a:lnTo>
                    <a:pt x="2376134" y="890631"/>
                  </a:lnTo>
                  <a:lnTo>
                    <a:pt x="2398741" y="880457"/>
                  </a:lnTo>
                  <a:lnTo>
                    <a:pt x="2404653" y="877796"/>
                  </a:lnTo>
                  <a:lnTo>
                    <a:pt x="2408479" y="876075"/>
                  </a:lnTo>
                  <a:lnTo>
                    <a:pt x="2412131" y="874431"/>
                  </a:lnTo>
                  <a:lnTo>
                    <a:pt x="2413000" y="874040"/>
                  </a:lnTo>
                  <a:lnTo>
                    <a:pt x="2434564" y="864335"/>
                  </a:lnTo>
                  <a:lnTo>
                    <a:pt x="2439607" y="862065"/>
                  </a:lnTo>
                  <a:lnTo>
                    <a:pt x="2442215" y="860892"/>
                  </a:lnTo>
                  <a:lnTo>
                    <a:pt x="2476125" y="845630"/>
                  </a:lnTo>
                  <a:lnTo>
                    <a:pt x="2478908" y="844378"/>
                  </a:lnTo>
                  <a:lnTo>
                    <a:pt x="2488124" y="840230"/>
                  </a:lnTo>
                  <a:lnTo>
                    <a:pt x="2496993" y="836239"/>
                  </a:lnTo>
                  <a:lnTo>
                    <a:pt x="2497341" y="836082"/>
                  </a:lnTo>
                  <a:lnTo>
                    <a:pt x="2504471" y="832873"/>
                  </a:lnTo>
                  <a:lnTo>
                    <a:pt x="2514035" y="828569"/>
                  </a:lnTo>
                  <a:lnTo>
                    <a:pt x="2521512" y="825204"/>
                  </a:lnTo>
                  <a:lnTo>
                    <a:pt x="2522382" y="824812"/>
                  </a:lnTo>
                  <a:lnTo>
                    <a:pt x="2527599" y="822464"/>
                  </a:lnTo>
                  <a:lnTo>
                    <a:pt x="2535946" y="818708"/>
                  </a:lnTo>
                  <a:lnTo>
                    <a:pt x="2544989" y="814638"/>
                  </a:lnTo>
                  <a:lnTo>
                    <a:pt x="2550032" y="812369"/>
                  </a:lnTo>
                  <a:lnTo>
                    <a:pt x="2572638" y="802194"/>
                  </a:lnTo>
                  <a:lnTo>
                    <a:pt x="2582377" y="797812"/>
                  </a:lnTo>
                  <a:lnTo>
                    <a:pt x="2586028" y="796168"/>
                  </a:lnTo>
                  <a:lnTo>
                    <a:pt x="2586898" y="795777"/>
                  </a:lnTo>
                  <a:lnTo>
                    <a:pt x="2608461" y="786072"/>
                  </a:lnTo>
                  <a:lnTo>
                    <a:pt x="2613504" y="783803"/>
                  </a:lnTo>
                  <a:lnTo>
                    <a:pt x="2616113" y="782629"/>
                  </a:lnTo>
                  <a:lnTo>
                    <a:pt x="2650023" y="767367"/>
                  </a:lnTo>
                  <a:lnTo>
                    <a:pt x="2652805" y="766115"/>
                  </a:lnTo>
                  <a:lnTo>
                    <a:pt x="2662022" y="761967"/>
                  </a:lnTo>
                  <a:lnTo>
                    <a:pt x="2670890" y="757976"/>
                  </a:lnTo>
                  <a:lnTo>
                    <a:pt x="2671238" y="757819"/>
                  </a:lnTo>
                  <a:lnTo>
                    <a:pt x="2678368" y="754610"/>
                  </a:lnTo>
                  <a:lnTo>
                    <a:pt x="2687932" y="750306"/>
                  </a:lnTo>
                  <a:lnTo>
                    <a:pt x="2695410" y="746941"/>
                  </a:lnTo>
                  <a:lnTo>
                    <a:pt x="2696279" y="746549"/>
                  </a:lnTo>
                  <a:lnTo>
                    <a:pt x="2701496" y="744202"/>
                  </a:lnTo>
                  <a:lnTo>
                    <a:pt x="2709843" y="740445"/>
                  </a:lnTo>
                  <a:lnTo>
                    <a:pt x="2718886" y="736375"/>
                  </a:lnTo>
                  <a:lnTo>
                    <a:pt x="2723929" y="734106"/>
                  </a:lnTo>
                  <a:lnTo>
                    <a:pt x="2746536" y="723931"/>
                  </a:lnTo>
                  <a:lnTo>
                    <a:pt x="2752448" y="721270"/>
                  </a:lnTo>
                  <a:lnTo>
                    <a:pt x="2756274" y="719549"/>
                  </a:lnTo>
                  <a:lnTo>
                    <a:pt x="2759926" y="717905"/>
                  </a:lnTo>
                  <a:lnTo>
                    <a:pt x="2760795" y="717514"/>
                  </a:lnTo>
                  <a:lnTo>
                    <a:pt x="2782359" y="707809"/>
                  </a:lnTo>
                  <a:lnTo>
                    <a:pt x="2787402" y="705540"/>
                  </a:lnTo>
                  <a:lnTo>
                    <a:pt x="2790010" y="704366"/>
                  </a:lnTo>
                  <a:lnTo>
                    <a:pt x="2823920" y="689104"/>
                  </a:lnTo>
                  <a:lnTo>
                    <a:pt x="2826703" y="687852"/>
                  </a:lnTo>
                  <a:lnTo>
                    <a:pt x="2835919" y="683704"/>
                  </a:lnTo>
                  <a:lnTo>
                    <a:pt x="2844788" y="679713"/>
                  </a:lnTo>
                  <a:lnTo>
                    <a:pt x="2845136" y="679556"/>
                  </a:lnTo>
                  <a:lnTo>
                    <a:pt x="2852265" y="676348"/>
                  </a:lnTo>
                  <a:lnTo>
                    <a:pt x="2861830" y="672043"/>
                  </a:lnTo>
                  <a:lnTo>
                    <a:pt x="2869307" y="668678"/>
                  </a:lnTo>
                  <a:lnTo>
                    <a:pt x="2870177" y="668287"/>
                  </a:lnTo>
                  <a:lnTo>
                    <a:pt x="2875394" y="665939"/>
                  </a:lnTo>
                  <a:lnTo>
                    <a:pt x="2883741" y="662182"/>
                  </a:lnTo>
                  <a:lnTo>
                    <a:pt x="2892784" y="658112"/>
                  </a:lnTo>
                  <a:lnTo>
                    <a:pt x="2897827" y="655843"/>
                  </a:lnTo>
                  <a:lnTo>
                    <a:pt x="2920433" y="645669"/>
                  </a:lnTo>
                  <a:lnTo>
                    <a:pt x="2926346" y="643008"/>
                  </a:lnTo>
                  <a:lnTo>
                    <a:pt x="2930171" y="641286"/>
                  </a:lnTo>
                  <a:lnTo>
                    <a:pt x="2933823" y="639642"/>
                  </a:lnTo>
                  <a:lnTo>
                    <a:pt x="2934693" y="639251"/>
                  </a:lnTo>
                  <a:lnTo>
                    <a:pt x="2956256" y="629546"/>
                  </a:lnTo>
                  <a:lnTo>
                    <a:pt x="2961299" y="627277"/>
                  </a:lnTo>
                  <a:lnTo>
                    <a:pt x="2963908" y="626103"/>
                  </a:lnTo>
                  <a:lnTo>
                    <a:pt x="2997818" y="610842"/>
                  </a:lnTo>
                  <a:lnTo>
                    <a:pt x="3000600" y="609589"/>
                  </a:lnTo>
                  <a:lnTo>
                    <a:pt x="3009817" y="605441"/>
                  </a:lnTo>
                  <a:lnTo>
                    <a:pt x="3018685" y="601450"/>
                  </a:lnTo>
                  <a:lnTo>
                    <a:pt x="3019033" y="601293"/>
                  </a:lnTo>
                  <a:lnTo>
                    <a:pt x="3026163" y="598085"/>
                  </a:lnTo>
                  <a:lnTo>
                    <a:pt x="3035727" y="593780"/>
                  </a:lnTo>
                  <a:lnTo>
                    <a:pt x="3043205" y="590415"/>
                  </a:lnTo>
                  <a:lnTo>
                    <a:pt x="3044074" y="590024"/>
                  </a:lnTo>
                  <a:lnTo>
                    <a:pt x="3049291" y="587676"/>
                  </a:lnTo>
                  <a:lnTo>
                    <a:pt x="3057638" y="583919"/>
                  </a:lnTo>
                  <a:lnTo>
                    <a:pt x="3066681" y="579849"/>
                  </a:lnTo>
                  <a:lnTo>
                    <a:pt x="3071724" y="577580"/>
                  </a:lnTo>
                  <a:lnTo>
                    <a:pt x="3094331" y="567406"/>
                  </a:lnTo>
                  <a:lnTo>
                    <a:pt x="3100243" y="564745"/>
                  </a:lnTo>
                  <a:lnTo>
                    <a:pt x="3104069" y="563023"/>
                  </a:lnTo>
                  <a:lnTo>
                    <a:pt x="3108590" y="560988"/>
                  </a:lnTo>
                  <a:lnTo>
                    <a:pt x="3130154" y="551283"/>
                  </a:lnTo>
                  <a:lnTo>
                    <a:pt x="3135197" y="549014"/>
                  </a:lnTo>
                  <a:lnTo>
                    <a:pt x="3137805" y="547840"/>
                  </a:lnTo>
                  <a:lnTo>
                    <a:pt x="3171715" y="532579"/>
                  </a:lnTo>
                  <a:lnTo>
                    <a:pt x="3174497" y="531326"/>
                  </a:lnTo>
                  <a:lnTo>
                    <a:pt x="3183714" y="527178"/>
                  </a:lnTo>
                  <a:lnTo>
                    <a:pt x="3192583" y="523187"/>
                  </a:lnTo>
                  <a:lnTo>
                    <a:pt x="3192931" y="523031"/>
                  </a:lnTo>
                  <a:lnTo>
                    <a:pt x="3200060" y="519822"/>
                  </a:lnTo>
                  <a:lnTo>
                    <a:pt x="3209625" y="515517"/>
                  </a:lnTo>
                  <a:lnTo>
                    <a:pt x="3217102" y="512152"/>
                  </a:lnTo>
                  <a:lnTo>
                    <a:pt x="3217972" y="511761"/>
                  </a:lnTo>
                  <a:lnTo>
                    <a:pt x="3223189" y="509413"/>
                  </a:lnTo>
                  <a:lnTo>
                    <a:pt x="3231536" y="505656"/>
                  </a:lnTo>
                  <a:lnTo>
                    <a:pt x="3240578" y="501587"/>
                  </a:lnTo>
                  <a:lnTo>
                    <a:pt x="3245621" y="499317"/>
                  </a:lnTo>
                  <a:lnTo>
                    <a:pt x="3268228" y="489143"/>
                  </a:lnTo>
                  <a:lnTo>
                    <a:pt x="3274141" y="486482"/>
                  </a:lnTo>
                  <a:lnTo>
                    <a:pt x="3277966" y="484760"/>
                  </a:lnTo>
                  <a:lnTo>
                    <a:pt x="3281618" y="483116"/>
                  </a:lnTo>
                  <a:lnTo>
                    <a:pt x="3282488" y="482725"/>
                  </a:lnTo>
                  <a:lnTo>
                    <a:pt x="3304051" y="473021"/>
                  </a:lnTo>
                  <a:lnTo>
                    <a:pt x="3309094" y="470751"/>
                  </a:lnTo>
                  <a:lnTo>
                    <a:pt x="3311702" y="469577"/>
                  </a:lnTo>
                  <a:lnTo>
                    <a:pt x="3345612" y="454316"/>
                  </a:lnTo>
                  <a:lnTo>
                    <a:pt x="3348395" y="453063"/>
                  </a:lnTo>
                  <a:lnTo>
                    <a:pt x="3357611" y="448916"/>
                  </a:lnTo>
                  <a:lnTo>
                    <a:pt x="3366480" y="444924"/>
                  </a:lnTo>
                  <a:lnTo>
                    <a:pt x="3366828" y="444768"/>
                  </a:lnTo>
                  <a:lnTo>
                    <a:pt x="3373958" y="441559"/>
                  </a:lnTo>
                  <a:lnTo>
                    <a:pt x="3383522" y="437254"/>
                  </a:lnTo>
                  <a:lnTo>
                    <a:pt x="3391000" y="433889"/>
                  </a:lnTo>
                  <a:lnTo>
                    <a:pt x="3391869" y="433498"/>
                  </a:lnTo>
                  <a:lnTo>
                    <a:pt x="3397086" y="431150"/>
                  </a:lnTo>
                  <a:lnTo>
                    <a:pt x="3405433" y="427393"/>
                  </a:lnTo>
                  <a:lnTo>
                    <a:pt x="3414476" y="423324"/>
                  </a:lnTo>
                  <a:lnTo>
                    <a:pt x="3419519" y="421054"/>
                  </a:lnTo>
                  <a:lnTo>
                    <a:pt x="3442126" y="410880"/>
                  </a:lnTo>
                  <a:lnTo>
                    <a:pt x="3448038" y="408219"/>
                  </a:lnTo>
                  <a:lnTo>
                    <a:pt x="3451864" y="406497"/>
                  </a:lnTo>
                  <a:lnTo>
                    <a:pt x="3455516" y="404854"/>
                  </a:lnTo>
                  <a:lnTo>
                    <a:pt x="3456385" y="404462"/>
                  </a:lnTo>
                  <a:lnTo>
                    <a:pt x="3477948" y="394758"/>
                  </a:lnTo>
                  <a:lnTo>
                    <a:pt x="3482991" y="392488"/>
                  </a:lnTo>
                  <a:lnTo>
                    <a:pt x="3485600" y="391314"/>
                  </a:lnTo>
                  <a:lnTo>
                    <a:pt x="3519510" y="376053"/>
                  </a:lnTo>
                  <a:lnTo>
                    <a:pt x="3522292" y="374801"/>
                  </a:lnTo>
                  <a:lnTo>
                    <a:pt x="3531509" y="370653"/>
                  </a:lnTo>
                  <a:lnTo>
                    <a:pt x="3540378" y="366661"/>
                  </a:lnTo>
                  <a:lnTo>
                    <a:pt x="3540725" y="366505"/>
                  </a:lnTo>
                  <a:lnTo>
                    <a:pt x="3547855" y="363296"/>
                  </a:lnTo>
                  <a:lnTo>
                    <a:pt x="3557420" y="358991"/>
                  </a:lnTo>
                  <a:lnTo>
                    <a:pt x="3564897" y="355626"/>
                  </a:lnTo>
                  <a:lnTo>
                    <a:pt x="3565767" y="355235"/>
                  </a:lnTo>
                  <a:lnTo>
                    <a:pt x="3570984" y="352887"/>
                  </a:lnTo>
                  <a:lnTo>
                    <a:pt x="3579331" y="349130"/>
                  </a:lnTo>
                  <a:lnTo>
                    <a:pt x="3588373" y="345061"/>
                  </a:lnTo>
                  <a:lnTo>
                    <a:pt x="3593416" y="342791"/>
                  </a:lnTo>
                  <a:lnTo>
                    <a:pt x="3616023" y="332617"/>
                  </a:lnTo>
                  <a:lnTo>
                    <a:pt x="3621936" y="329956"/>
                  </a:lnTo>
                  <a:lnTo>
                    <a:pt x="3625761" y="328234"/>
                  </a:lnTo>
                  <a:lnTo>
                    <a:pt x="3629413" y="326591"/>
                  </a:lnTo>
                  <a:lnTo>
                    <a:pt x="3630283" y="326199"/>
                  </a:lnTo>
                  <a:lnTo>
                    <a:pt x="3651846" y="316495"/>
                  </a:lnTo>
                  <a:lnTo>
                    <a:pt x="3656889" y="314225"/>
                  </a:lnTo>
                  <a:lnTo>
                    <a:pt x="3659497" y="313051"/>
                  </a:lnTo>
                  <a:lnTo>
                    <a:pt x="3693407" y="297790"/>
                  </a:lnTo>
                  <a:lnTo>
                    <a:pt x="3696190" y="296538"/>
                  </a:lnTo>
                  <a:lnTo>
                    <a:pt x="3705406" y="292390"/>
                  </a:lnTo>
                  <a:lnTo>
                    <a:pt x="3714623" y="288242"/>
                  </a:lnTo>
                  <a:lnTo>
                    <a:pt x="3721753" y="285033"/>
                  </a:lnTo>
                  <a:lnTo>
                    <a:pt x="3731317" y="280729"/>
                  </a:lnTo>
                  <a:lnTo>
                    <a:pt x="3738795" y="277363"/>
                  </a:lnTo>
                  <a:lnTo>
                    <a:pt x="3739664" y="276972"/>
                  </a:lnTo>
                  <a:lnTo>
                    <a:pt x="3744881" y="274624"/>
                  </a:lnTo>
                  <a:lnTo>
                    <a:pt x="3753228" y="270867"/>
                  </a:lnTo>
                  <a:lnTo>
                    <a:pt x="3762271" y="266798"/>
                  </a:lnTo>
                  <a:lnTo>
                    <a:pt x="3767314" y="264528"/>
                  </a:lnTo>
                  <a:lnTo>
                    <a:pt x="3789920" y="254354"/>
                  </a:lnTo>
                  <a:lnTo>
                    <a:pt x="3795833" y="251693"/>
                  </a:lnTo>
                  <a:lnTo>
                    <a:pt x="3799659" y="249971"/>
                  </a:lnTo>
                  <a:lnTo>
                    <a:pt x="3803311" y="248328"/>
                  </a:lnTo>
                  <a:lnTo>
                    <a:pt x="3804180" y="247936"/>
                  </a:lnTo>
                  <a:lnTo>
                    <a:pt x="3825743" y="238232"/>
                  </a:lnTo>
                  <a:lnTo>
                    <a:pt x="3830786" y="235962"/>
                  </a:lnTo>
                  <a:lnTo>
                    <a:pt x="3833395" y="234788"/>
                  </a:lnTo>
                  <a:lnTo>
                    <a:pt x="3867305" y="219527"/>
                  </a:lnTo>
                  <a:lnTo>
                    <a:pt x="3870087" y="218275"/>
                  </a:lnTo>
                  <a:lnTo>
                    <a:pt x="3879304" y="214127"/>
                  </a:lnTo>
                  <a:lnTo>
                    <a:pt x="3888173" y="210135"/>
                  </a:lnTo>
                  <a:lnTo>
                    <a:pt x="3888520" y="209979"/>
                  </a:lnTo>
                  <a:lnTo>
                    <a:pt x="3895650" y="206770"/>
                  </a:lnTo>
                  <a:lnTo>
                    <a:pt x="3905214" y="202466"/>
                  </a:lnTo>
                  <a:lnTo>
                    <a:pt x="3912692" y="199100"/>
                  </a:lnTo>
                  <a:lnTo>
                    <a:pt x="3913562" y="198709"/>
                  </a:lnTo>
                  <a:lnTo>
                    <a:pt x="3918778" y="196361"/>
                  </a:lnTo>
                  <a:lnTo>
                    <a:pt x="3927126" y="192605"/>
                  </a:lnTo>
                  <a:lnTo>
                    <a:pt x="3936168" y="188535"/>
                  </a:lnTo>
                  <a:lnTo>
                    <a:pt x="3941211" y="186265"/>
                  </a:lnTo>
                  <a:lnTo>
                    <a:pt x="3963818" y="176091"/>
                  </a:lnTo>
                  <a:lnTo>
                    <a:pt x="3969730" y="173430"/>
                  </a:lnTo>
                  <a:lnTo>
                    <a:pt x="3973556" y="171708"/>
                  </a:lnTo>
                  <a:lnTo>
                    <a:pt x="3977208" y="170065"/>
                  </a:lnTo>
                  <a:lnTo>
                    <a:pt x="3978077" y="169673"/>
                  </a:lnTo>
                  <a:lnTo>
                    <a:pt x="4004684" y="157699"/>
                  </a:lnTo>
                  <a:lnTo>
                    <a:pt x="4007292" y="156525"/>
                  </a:lnTo>
                  <a:lnTo>
                    <a:pt x="4041202" y="141264"/>
                  </a:lnTo>
                  <a:lnTo>
                    <a:pt x="4043985" y="140012"/>
                  </a:lnTo>
                  <a:lnTo>
                    <a:pt x="4053201" y="135864"/>
                  </a:lnTo>
                  <a:lnTo>
                    <a:pt x="4062070" y="131873"/>
                  </a:lnTo>
                  <a:lnTo>
                    <a:pt x="4062418" y="131716"/>
                  </a:lnTo>
                  <a:lnTo>
                    <a:pt x="4086590" y="120837"/>
                  </a:lnTo>
                  <a:lnTo>
                    <a:pt x="4092676" y="118098"/>
                  </a:lnTo>
                  <a:lnTo>
                    <a:pt x="4101023" y="114342"/>
                  </a:lnTo>
                  <a:lnTo>
                    <a:pt x="4110066" y="110272"/>
                  </a:lnTo>
                  <a:lnTo>
                    <a:pt x="4151975" y="91411"/>
                  </a:lnTo>
                  <a:lnTo>
                    <a:pt x="4181190" y="78262"/>
                  </a:lnTo>
                  <a:lnTo>
                    <a:pt x="4261356" y="42183"/>
                  </a:lnTo>
                  <a:lnTo>
                    <a:pt x="4355087" y="0"/>
                  </a:lnTo>
                </a:path>
              </a:pathLst>
            </a:custGeom>
            <a:ln w="32521" cap="flat">
              <a:solidFill>
                <a:srgbClr val="C77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" name="pl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" name="pl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" name="pl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" name="pl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" name="pl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" name="pl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" name="pl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" name="pl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" name="pl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" name="pl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" name="pl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" name="pl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" name="pl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" name="pl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" name="pl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" name="pl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" name="pl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" name="pl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" name="pl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" name="pl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" name="pl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" name="pl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" name="pl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" name="pl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" name="pl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" name="pl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" name="pl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" name="pl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" name="pl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" name="pl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" name="pl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" name="pl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" name="pl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" name="pl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" name="pl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" name="pl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" name="pl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" name="pl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" name="pl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" name="pl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" name="pl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" name="pl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" name="pl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" name="pl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" name="pl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" name="pl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" name="pl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" name="pl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" name="pl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" name="pl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" name="pl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" name="pl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" name="pl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" name="pl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" name="pl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" name="pl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" name="pl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" name="pl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" name="pl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" name="pl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" name="pl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" name="pl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" name="pl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" name="pl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" name="pl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" name="pl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" name="pl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" name="pl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" name="pl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" name="pl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" name="pl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" name="pl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" name="pl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" name="pl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" name="pl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" name="pl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" name="pl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" name="pl1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" name="pl1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" name="pl1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" name="pl1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" name="pl1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" name="pl1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" name="pl1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" name="pl1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" name="pl1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" name="pl1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" name="pl1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" name="pl1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" name="pl1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" name="pl1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" name="pl1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" name="pl1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" name="pl1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" name="pl1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" name="pl1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" name="pl1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" name="pl1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" name="pl1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" name="pl1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" name="pl1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" name="pl1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" name="pl1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" name="pl1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" name="pl1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" name="pl1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" name="pl1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" name="pl1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" name="pl1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" name="pl1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" name="pl1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" name="pl1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" name="pl1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" name="pl1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" name="pl1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" name="pl1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" name="pl1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" name="pl1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" name="pl1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" name="pl1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" name="pl1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" name="pl1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" name="pl1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" name="pl1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" name="pl1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" name="pl1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" name="pl1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" name="pl1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" name="pl1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" name="pl1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" name="pl1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" name="pl1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" name="pl1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" name="pl1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" name="pl1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" name="pl1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" name="pl1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" name="pl1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" name="pl1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" name="pl1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" name="pl1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" name="pl1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" name="pl1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" name="pl1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" name="pl1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" name="pl1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" name="pl1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" name="pl1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" name="pl1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" name="pl1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" name="pl1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" name="pl1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" name="pl1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" name="pl1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" name="pl1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" name="pl1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" name="pl1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" name="pl1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" name="pl1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" name="pl1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" name="pl1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" name="pl1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" name="pl1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" name="pl1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" name="pl1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" name="pl1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" name="pl1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" name="pl1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" name="pl1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" name="pl1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" name="pl1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" name="pl1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" name="pl1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" name="pl1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" name="pl1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" name="pl1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" name="pl1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" name="pl2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" name="pl2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" name="pl2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" name="pl2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" name="pl2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" name="pl2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" name="pl2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" name="pl2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" name="pl2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" name="pl2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" name="pl2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" name="pl2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" name="pl2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" name="pl2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" name="pl2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" name="pl2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" name="pl2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" name="pl2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" name="pl2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" name="pl2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" name="pl2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" name="pl2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" name="pl2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" name="pl2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" name="pl2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" name="pl2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" name="pl2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" name="pl2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" name="pl2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" name="pl2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" name="pl2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" name="pl2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" name="pl2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" name="pl2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" name="pl2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" name="pl2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" name="pl2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" name="pl2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" name="pl2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" name="pl2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" name="pl2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" name="pl2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" name="pl2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" name="pl2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" name="pl2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" name="pl2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" name="pl2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" name="pl2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" name="pl2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" name="pl2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" name="pl2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" name="pl2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" name="pl2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" name="pl2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" name="pl2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" name="pl2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" name="pl2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" name="pl2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" name="pl2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" name="pl2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" name="pl2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" name="pl2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" name="pl2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" name="pl2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" name="pl2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" name="pl2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" name="pl2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" name="pl2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" name="pl2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" name="pl2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" name="pl2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" name="pl2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" name="pl2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4" name="pl2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5" name="pl2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6" name="pl2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7" name="pl2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8" name="pl2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9" name="pl2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0" name="pl2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1" name="pl2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2" name="pl2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3" name="pl2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4" name="pl2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5" name="pl2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6" name="pl2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7" name="pl2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8" name="pl2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9" name="pl2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0" name="pl2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1" name="pl2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2" name="pl2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3" name="pl2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4" name="pl2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5" name="pl2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6" name="pl2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7" name="pl2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8" name="pl2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9" name="pl2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0" name="pl2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1" name="pl3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2" name="pl3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3" name="pl3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4" name="pl3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5" name="pl3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6" name="pl3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7" name="pl3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8" name="pl3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9" name="pl3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0" name="pl3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1" name="pl3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2" name="pl3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3" name="pl3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4" name="pl3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5" name="pl3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6" name="pl3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7" name="pl3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8" name="pl3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9" name="pl3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0" name="pl3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1" name="pl3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2" name="pl3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3" name="pl3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4" name="pl3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5" name="pl3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6" name="pl3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7" name="pl3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8" name="pl3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9" name="pl3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0" name="pl3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1" name="pl3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2" name="pl3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3" name="pl3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4" name="pl3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5" name="pl3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6" name="pl3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7" name="pl3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8" name="pl3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9" name="pl3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0" name="pl3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1" name="pl3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2" name="pl3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3" name="pl3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4" name="pl3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5" name="pl3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6" name="pl3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7" name="pl3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8" name="pl3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9" name="pl3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0" name="pl3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1" name="pl3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2" name="pl3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3" name="pl3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4" name="pl3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5" name="pl3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6" name="pl3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7" name="pl3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8" name="pl3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9" name="pl3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0" name="pl3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1" name="pl3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2" name="pl3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3" name="pl3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4" name="pl3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5" name="pl3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6" name="pl3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7" name="pl3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8" name="pl3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9" name="pl3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0" name="pl3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1" name="pl3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2" name="pl3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3" name="pl3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4" name="pl3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5" name="pl3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6" name="pl3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7" name="pl3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8" name="pl3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9" name="pl3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0" name="pl3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1" name="pl3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2" name="pl3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3" name="pl3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4" name="pl3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5" name="pl3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6" name="pl3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7" name="pl3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8" name="pl3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9" name="pl3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0" name="pl3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1" name="pl3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2" name="pl3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3" name="pl3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4" name="pl3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5" name="pl3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6" name="pl3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7" name="pl3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8" name="pl3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9" name="pl3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0" name="pl3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1" name="pl4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2" name="pl4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3" name="pl4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4" name="pl4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5" name="pl4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6" name="pl4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7" name="pl4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8" name="pl4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9" name="pl4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0" name="pl4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1" name="pl4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2" name="pl4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3" name="pl4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4" name="pl4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5" name="pl4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6" name="pl4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7" name="pl4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8" name="pl4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9" name="pl4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0" name="pl4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1" name="pl4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2" name="pl4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3" name="pl4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4" name="pl4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5" name="pl4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6" name="pl4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7" name="pl4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8" name="pl4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9" name="pl4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0" name="pl4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1" name="pl4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2" name="pl4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3" name="pl4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4" name="pl4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5" name="pl4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6" name="pl4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7" name="pl4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8" name="pl4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9" name="pl4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0" name="pl4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1" name="pl4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2" name="pl4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3" name="pl4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4" name="pl4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5" name="pl4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6" name="pl4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7" name="pl4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8" name="pl4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9" name="pl4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0" name="pl4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1" name="pl4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2" name="pl4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3" name="pl4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4" name="pl4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5" name="pl4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6" name="pl4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7" name="pl4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8" name="pl4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9" name="pl4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0" name="pl4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1" name="pl4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2" name="pl4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3" name="pl4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4" name="pl4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5" name="pl4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6" name="pl4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7" name="pl4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8" name="pl4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9" name="pl4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0" name="pl4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1" name="pl4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2" name="pl4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3" name="pl4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4" name="pl4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5" name="pl4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6" name="pl4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7" name="pl4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8" name="pl4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9" name="pl4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0" name="pl4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1" name="pl4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2" name="pl4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3" name="pl4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4" name="pl4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5" name="pl4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6" name="pl4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7" name="pl4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8" name="pl4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9" name="pl4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0" name="pl4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1" name="pl4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2" name="pl4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3" name="pl4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4" name="pl4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5" name="pl4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6" name="pl4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7" name="pl4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8" name="pl4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9" name="pl4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0" name="pl4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1" name="pl5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2" name="pl5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3" name="pl5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4" name="pl5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5" name="pl5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6" name="pl5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7" name="pl5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8" name="pl5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9" name="pl5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0" name="pl5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1" name="pl5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2" name="pl5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3" name="pl5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4" name="pl5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5" name="pl5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6" name="pl5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7" name="pl5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8" name="pl5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9" name="pl5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0" name="pl5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1" name="pl5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2" name="pl5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3" name="pl5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4" name="pl5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5" name="pl5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6" name="pl5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7" name="pl5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8" name="pl5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9" name="pl5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0" name="pl5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1" name="pl5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2" name="pl5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3" name="pl5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4" name="pl5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5" name="pl5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6" name="pl5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7" name="pl5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8" name="pl5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9" name="pl5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0" name="pl5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1" name="pl5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2" name="pl5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3" name="pl5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4" name="pl5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5" name="pl5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6" name="pl5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7" name="pl5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8" name="pl5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9" name="pl5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0" name="pl5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1" name="pl5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2" name="pl5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3" name="pl5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4" name="pl5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5" name="pl5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6" name="pl5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7" name="pl5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8" name="pl5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9" name="pl5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0" name="pl5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1" name="pl5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2" name="pl5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3" name="pl5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4" name="pl5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5" name="pl5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6" name="pl5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7" name="pl5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8" name="pl5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9" name="pl5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0" name="pl5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1" name="pl5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2" name="pl5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3" name="pl5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4" name="pl5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5" name="pl5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6" name="pl5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7" name="pl5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8" name="pl5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9" name="pl5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0" name="pl5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1" name="pl5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2" name="pl5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3" name="pl5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4" name="pl5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5" name="pl5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6" name="pl5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7" name="pl5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8" name="pl5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9" name="pl5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0" name="pl5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1" name="pl5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2" name="pl5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3" name="pl5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4" name="pl5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5" name="pl5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6" name="pl5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7" name="pl5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8" name="pl5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9" name="pl5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0" name="pl5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1" name="pl6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2" name="pl6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3" name="pl6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4" name="pl6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5" name="pl6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6" name="pl6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7" name="pl6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8" name="pl6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9" name="pl6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0" name="pl6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1" name="pl6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2" name="pl6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3" name="pl6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4" name="pl6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5" name="pl6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6" name="pl6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7" name="pl6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8" name="pl6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9" name="pl6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0" name="pl6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1" name="pl6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2" name="pl6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3" name="pl6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4" name="pl6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5" name="pl6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6" name="pl6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7" name="pl6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8" name="pl6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9" name="pl6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0" name="pl6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1" name="pl6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2" name="pl6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3" name="pl6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4" name="pl6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5" name="pl6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6" name="pl6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7" name="pl6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8" name="pl6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9" name="pl6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0" name="pl6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1" name="pl6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2" name="pl6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3" name="pl6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4" name="pl6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5" name="pl6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6" name="pl6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7" name="pl6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8" name="pl6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9" name="pl6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0" name="pl6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1" name="pl6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2" name="pl6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3" name="pl6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4" name="pl6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5" name="pl6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6" name="pl6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7" name="pl6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8" name="pl6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9" name="pl6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0" name="pl6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1" name="pl6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2" name="pl6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3" name="pl6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4" name="pl6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5" name="pl6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6" name="pl6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7" name="pl6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8" name="pl6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9" name="pl6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0" name="pl6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1" name="pl6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2" name="pl6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3" name="pl6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4" name="pl6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5" name="pl6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6" name="pl6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7" name="pl6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8" name="pl6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9" name="pl6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0" name="pl6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1" name="pl6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2" name="pl6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3" name="pl6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4" name="pl6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5" name="pl6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6" name="pl6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7" name="pl6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8" name="pl6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9" name="pl6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0" name="pl6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1" name="pl6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2" name="pl6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3" name="pl6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4" name="pl6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5" name="pl6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6" name="pl6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7" name="pl6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8" name="pl6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9" name="pl6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0" name="pl6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1" name="pl7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2" name="pl7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3" name="pl7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4" name="pl7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5" name="pl7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6" name="pl7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7" name="pl7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8" name="pl7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9" name="pl7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0" name="pl7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1" name="pl7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2" name="pl7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3" name="pl7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4" name="pl7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5" name="pl7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6" name="pl7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7" name="pl7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8" name="pl7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9" name="pl7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0" name="pl7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1" name="pl7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2" name="pl7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3" name="pl7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4" name="pl7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5" name="pl7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6" name="pl7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7" name="pl7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8" name="pl7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9" name="pl7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0" name="pl7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1" name="pl7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2" name="pl7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3" name="pl7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4" name="pl7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5" name="pl7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6" name="pl7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7" name="pl7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8" name="pl7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9" name="pl7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0" name="pl7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1" name="pl7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2" name="pl7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3" name="pl7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4" name="pl7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5" name="pl7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6" name="pl7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7" name="pl7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8" name="pl7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9" name="pl7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0" name="pl7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1" name="pl7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2" name="pl7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3" name="pl7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4" name="pl7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5" name="pl7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6" name="pl7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7" name="pl7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8" name="pl7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9" name="pl7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0" name="pl7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1" name="pl7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2" name="pl7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3" name="pl7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4" name="pl7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5" name="pl7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6" name="pl7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7" name="pl7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8" name="pl7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9" name="pl7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0" name="pl7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1" name="pl7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2" name="pl7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3" name="pl7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4" name="pl7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5" name="pl7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6" name="pl7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7" name="pl7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8" name="pl7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9" name="pl7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0" name="pl7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1" name="pl7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2" name="pl7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3" name="pl7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4" name="pl7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5" name="pl7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6" name="pl7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7" name="pl7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8" name="pl7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9" name="pl7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0" name="pl7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1" name="pl7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2" name="pl7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3" name="pl7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4" name="pl7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5" name="pl7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6" name="pl7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7" name="pl7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8" name="pl7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9" name="pl7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0" name="pl7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1" name="pl8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2" name="pl8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3" name="pl8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4" name="pl8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5" name="pl8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6" name="pl8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7" name="pl8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8" name="pl8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9" name="pl8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0" name="pl8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1" name="pl8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2" name="pl8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3" name="pl8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4" name="pl8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5" name="pl8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6" name="pl8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7" name="pl8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8" name="pl8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9" name="pl8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0" name="pl8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1" name="pl8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2" name="pl8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3" name="pl8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4" name="pl8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5" name="pl8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6" name="pl8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7" name="pl8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8" name="pl8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9" name="pl8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0" name="pl8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1" name="pl8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2" name="pl8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3" name="pl8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4" name="pl8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5" name="pl8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6" name="pl8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7" name="pl8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8" name="pl8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9" name="pl8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0" name="pl8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1" name="pl8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2" name="pl8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3" name="pl8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4" name="pl8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5" name="pl8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6" name="pl8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7" name="pl8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8" name="pl8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9" name="pl8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0" name="pl8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1" name="pl8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2" name="pl8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3" name="pl8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4" name="pl8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5" name="pl8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6" name="pl8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7" name="pl8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8" name="pl8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9" name="pl8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0" name="pl8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1" name="pl8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2" name="pl8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3" name="pl8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4" name="pl8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5" name="pl8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6" name="pl8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7" name="pl8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8" name="pl8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9" name="pl8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0" name="pl8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1" name="pl8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2" name="pl8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3" name="pl8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4" name="pl8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5" name="pl8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6" name="pl8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7" name="pl8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8" name="pl8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9" name="pl8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0" name="pl8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1" name="pl8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2" name="pl8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3" name="pl8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4" name="pl8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5" name="pl8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6" name="pl8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7" name="pl8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8" name="pl8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9" name="pl8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0" name="pl8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1" name="pl8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2" name="pl8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3" name="pl8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4" name="pl8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5" name="pl8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6" name="pl8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7" name="pl8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8" name="pl8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9" name="pl8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0" name="pl8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1" name="pl9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2" name="pl9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3" name="pl9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4" name="pl9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5" name="pl9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6" name="pl9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7" name="pl9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8" name="pl9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9" name="pl9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0" name="pl9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1" name="pl9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2" name="pl9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3" name="pl9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4" name="pl9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5" name="pl9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6" name="pl9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7" name="pl9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8" name="pl9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9" name="pl9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0" name="pl9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1" name="pl9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2" name="pl9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3" name="pl9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4" name="pl9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5" name="pl9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6" name="pl9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7" name="pl9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8" name="pl9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9" name="pl9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0" name="pl9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1" name="pl9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2" name="pl9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3" name="pl9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4" name="pl9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5" name="pl9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6" name="pl9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7" name="pl9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8" name="pl9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9" name="pl9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0" name="pl9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1" name="pl9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2" name="pl9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3" name="pl9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4" name="pl9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5" name="pl9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6" name="pl9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7" name="pl9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8" name="pl9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9" name="pl9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0" name="pl9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1" name="pl9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2" name="pl9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3" name="pl9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4" name="pl9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5" name="pl9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6" name="pl9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7" name="pl9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8" name="pl9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9" name="pl9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0" name="pl9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1" name="pl9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2" name="pl9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3" name="pl9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4" name="pl9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5" name="pl9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6" name="pl9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7" name="pl9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8" name="pl9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9" name="pl9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0" name="pl9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1" name="pl9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2" name="pl9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3" name="pl9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4" name="pl9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5" name="pl9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6" name="pl9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7" name="pl9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8" name="pl9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9" name="pl9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0" name="pl9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1" name="pl9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2" name="pl9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3" name="pl9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4" name="pl9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5" name="pl9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6" name="pl9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7" name="pl9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8" name="pl9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9" name="pl9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0" name="pl9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1" name="pl9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2" name="pl9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3" name="pl9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4" name="pl9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5" name="pl9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6" name="pl9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7" name="pl9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8" name="pl9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9" name="pl9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0" name="pl9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1" name="pl10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2" name="pl10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3" name="pl10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4" name="pl10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5" name="pl10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6" name="pl10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7" name="pl10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8" name="pl10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9" name="pl10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0" name="pl10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1" name="pl10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2" name="pl10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3" name="pl10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4" name="pl10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5" name="pl10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6" name="pl10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7" name="pl10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8" name="pl10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9" name="pl10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0" name="pl10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1" name="pl10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2" name="pl10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3" name="pl10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4" name="pl10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5" name="pl10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6" name="pl10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7" name="pl10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8" name="pl10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9" name="pl10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0" name="pl10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1" name="pl10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2" name="pl10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3" name="pl10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4" name="pl10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5" name="pl10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6" name="pl10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7" name="pl10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8" name="pl10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9" name="pl10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0" name="pl10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1" name="pl10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2" name="pl10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3" name="pl10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4" name="pl10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5" name="pl10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6" name="pl10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7" name="pl10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8" name="pl10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9" name="pl10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0" name="pl10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1" name="pl10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2" name="pl10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3" name="pl10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4" name="pl10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5" name="pl10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6" name="pl10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7" name="pl10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8" name="pl10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9" name="pl10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0" name="pl10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1" name="pl10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2" name="pl10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3" name="pl10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4" name="pl10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5" name="pl10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6" name="pl10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7" name="pl10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8" name="pl10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9" name="pl10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0" name="pl10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1" name="pl10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2" name="pl10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3" name="pl10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4" name="pl10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5" name="pl10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6" name="pl10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7" name="pl10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8" name="pl10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9" name="pl10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0" name="pl10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1" name="pl10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2" name="pl10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3" name="pl10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4" name="pl10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5" name="pl10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6" name="pl10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7" name="pl10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8" name="pl10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9" name="pl10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0" name="pl10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1" name="pl10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2" name="pl10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3" name="pl10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4" name="pl10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5" name="pl10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6" name="pl10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7" name="pl10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8" name="pl10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9" name="pl10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0" name="pl10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1" name="pl11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2" name="pl11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3" name="pl11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4" name="pl11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5" name="pl11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6" name="pl11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7" name="pl11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8" name="pl11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9" name="pl11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0" name="pl11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1" name="pl11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2" name="pl11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3" name="pl11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4" name="pl11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5" name="pl11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6" name="pl11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7" name="pl11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8" name="pl11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9" name="pl11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0" name="pl11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1" name="pl11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2" name="pl11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3" name="pl11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4" name="pl11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5" name="pl11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6" name="pl11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7" name="pl11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8" name="pl11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9" name="pl11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0" name="pl11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1" name="pl11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2" name="pl11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3" name="pl11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4" name="pl11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5" name="pl11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6" name="pl11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7" name="pl11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8" name="pl11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9" name="pl11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0" name="pl11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1" name="pl11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2" name="pl11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3" name="pl11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4" name="pl11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5" name="pl11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6" name="pl11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7" name="pl11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8" name="pl11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9" name="pl11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0" name="pl11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1" name="pl11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2" name="pl11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3" name="pl11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4" name="pl11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5" name="pl11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6" name="pl11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7" name="pl11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8" name="pl11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9" name="pl11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0" name="pl11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1" name="pl11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2" name="pl11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3" name="pl11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4" name="pl11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5" name="pl11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6" name="pl11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7" name="pl11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8" name="pl11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9" name="pl11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0" name="pl11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1" name="pl11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2" name="pl11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3" name="pl11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4" name="pl11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5" name="pl11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6" name="pl11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7" name="pl11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8" name="pl11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9" name="pl11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0" name="pl11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1" name="pl11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2" name="pl11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3" name="pl11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4" name="pl11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5" name="pl11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6" name="pl11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7" name="pl11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8" name="pl11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9" name="pl11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0" name="pl11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1" name="pl11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2" name="pl11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3" name="pl11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4" name="pl11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5" name="pl11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6" name="pl11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7" name="pl11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8" name="pl11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9" name="pl11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0" name="pl11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1" name="pl12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2" name="pl12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3" name="pl12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4" name="pl12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5" name="pl12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6" name="pl12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7" name="pl12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8" name="pl12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9" name="pl12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0" name="pl12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1" name="pl12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2" name="pl12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3" name="pl12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4" name="pl12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5" name="pl12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6" name="pl12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7" name="pl12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8" name="pl12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9" name="pl12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0" name="pl12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1" name="pl12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2" name="pl12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3" name="pl12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4" name="pl12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5" name="pl12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6" name="pl12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7" name="pl12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8" name="pl12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9" name="pl12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0" name="pl12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1" name="pl12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2" name="pl12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3" name="pl12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4" name="pl12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5" name="pl12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6" name="pl12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7" name="pl12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8" name="pl12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9" name="pl12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0" name="pl12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1" name="pl12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2" name="pl12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3" name="pl12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4" name="pl12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5" name="pl12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6" name="pl12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7" name="pl12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8" name="pl12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9" name="pl12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0" name="pl12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1" name="pl12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2" name="pl12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3" name="pl12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4" name="pl12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5" name="pl12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6" name="pl12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7" name="pl12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8" name="pl12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9" name="pl12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0" name="pl12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1" name="pl12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2" name="pl12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3" name="pl12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4" name="pl12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5" name="pl12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6" name="pl12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7" name="pl12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8" name="pl12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9" name="pl12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0" name="pl12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1" name="pl12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2" name="pl12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3" name="pl12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4" name="pl12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5" name="pl12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6" name="pl12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7" name="pl12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8" name="pl12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9" name="pl12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0" name="pl12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1" name="pl12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2" name="pl12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3" name="pl12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4" name="pl12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5" name="pl12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6" name="pl12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7" name="pl12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8" name="pl12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9" name="pl12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0" name="pl12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1" name="pl12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2" name="pl12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3" name="pl12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4" name="pl12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5" name="pl12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6" name="pl12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7" name="pl12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8" name="pl12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9" name="pl12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0" name="pl12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1" name="pl13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2" name="pl13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3" name="pl13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4" name="pl13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5" name="pl13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6" name="pl13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7" name="pl13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8" name="pl13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9" name="pl13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0" name="pl13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1" name="pl13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2" name="pl13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3" name="pl13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4" name="pl13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5" name="pl13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6" name="pl13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7" name="pl13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8" name="pl13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9" name="pl13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0" name="pl13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1" name="pl13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2" name="pl13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3" name="pl13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4" name="pl13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5" name="pl13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6" name="pl13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7" name="pl13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8" name="pl13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9" name="pl13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0" name="pl13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1" name="pl13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2" name="pl13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3" name="pl13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4" name="pl13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5" name="pl13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6" name="pl13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7" name="pl13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8" name="pl13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9" name="pl13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0" name="pl13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1" name="pl13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2" name="pl13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3" name="pl13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4" name="pl13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5" name="pl13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6" name="pl13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7" name="pl13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8" name="pl13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9" name="pl13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0" name="pl13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1" name="pl13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2" name="pl13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3" name="pl13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4" name="pl13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5" name="pl13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6" name="pl13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7" name="pl13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8" name="pl13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9" name="pl13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0" name="pl13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1" name="pl13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2" name="pl13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3" name="pl13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4" name="pl13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5" name="pl13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6" name="pl13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7" name="pl13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8" name="pl13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9" name="pl13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0" name="pl13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1" name="pl13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2" name="pl13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3" name="pl13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4" name="pl13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5" name="pl13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6" name="pl13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7" name="pl13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8" name="pl13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9" name="pl13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0" name="pl13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1" name="pl13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2" name="pl13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3" name="pl13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4" name="pl13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5" name="pl13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6" name="pl13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7" name="pl13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8" name="pl13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9" name="pl13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0" name="pl13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1" name="pl13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2" name="pl13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3" name="pl13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4" name="pl13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5" name="pl13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6" name="pl13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7" name="pl13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8" name="pl13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9" name="pl13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0" name="pl13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1" name="pl14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2" name="pl14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3" name="pl14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4" name="pl14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5" name="pl14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6" name="pl14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7" name="pl14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8" name="pl14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9" name="pl14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0" name="pl14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1" name="pl14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2" name="pl14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3" name="pl14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4" name="pl14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5" name="pl14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6" name="pl14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7" name="pl14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8" name="pl14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9" name="pl14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0" name="pl14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1" name="pl14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2" name="pl14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3" name="pl14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4" name="pl14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5" name="pl14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6" name="pl14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7" name="pl14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8" name="pl14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9" name="pl14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0" name="pl14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1" name="pl14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2" name="pl14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3" name="pl14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4" name="pl14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5" name="pl14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6" name="pl14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7" name="pl14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8" name="pl14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9" name="pl14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0" name="pl14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1" name="pl14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2" name="pl14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3" name="pl14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4" name="pl14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5" name="pl14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6" name="pl14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7" name="pl14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8" name="pl14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9" name="pl14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0" name="pl14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1" name="pl14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2" name="pl14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3" name="pl14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4" name="pl14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5" name="pl14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6" name="pl14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7" name="pl14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8" name="pl14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9" name="pl14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0" name="pl14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1" name="pl14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2" name="pl14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3" name="pl14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4" name="pl14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5" name="pl14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6" name="pl14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7" name="pl14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8" name="pl14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9" name="pl14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0" name="pl14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1" name="pl14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2" name="pl14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3" name="pl14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4" name="pl14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5" name="pl14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6" name="pl14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7" name="pl14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8" name="pl14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9" name="pl14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0" name="pl14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1" name="pl14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2" name="pl14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3" name="pl14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4" name="pl14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5" name="pl14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6" name="pl14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7" name="pl14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8" name="pl14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9" name="pl14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0" name="pl14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1" name="pl14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2" name="pl14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3" name="pl14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4" name="pl14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5" name="pl14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6" name="pl14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7" name="pl14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8" name="pl14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9" name="pl14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0" name="pl14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1" name="pl15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2" name="pl15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3" name="pl15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4" name="pl15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5" name="pl15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6" name="pl15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7" name="pl15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8" name="pl15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9" name="pl15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0" name="pl15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1" name="pl15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2" name="pl15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3" name="pl15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4" name="pl15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5" name="pl15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6" name="pl15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7" name="pl15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8" name="pl15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9" name="pl15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0" name="pl15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1" name="pl15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2" name="pl15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3" name="pl15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4" name="pl15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5" name="pl15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6" name="pl15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7" name="pl15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8" name="pl15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9" name="pl15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0" name="pl15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1" name="pl15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2" name="pl15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3" name="pl15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4" name="pl15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5" name="pl15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6" name="pl15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7" name="pl15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8" name="pl15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9" name="pl15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0" name="pl15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1" name="pl15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2" name="pl15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3" name="pl15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4" name="pl15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5" name="pl15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6" name="pl15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7" name="pl15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8" name="pl15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9" name="pl15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0" name="pl15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1" name="pl15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2" name="pl15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3" name="pl15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4" name="pl15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5" name="pl15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6" name="pl15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7" name="pl15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8" name="pl15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9" name="pl15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0" name="pl15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1" name="pl15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2" name="pl15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3" name="pl15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4" name="pl15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5" name="pl15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6" name="pl15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7" name="pl15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8" name="pl15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9" name="pl15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0" name="pl15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1" name="pl15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2" name="pl15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3" name="pl15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4" name="pl15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5" name="pl15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6" name="pl15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7" name="pl15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8" name="pl15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9" name="pl15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0" name="pl15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1" name="pl15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2" name="pl15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3" name="pl15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4" name="pl15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5" name="pl15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6" name="pl15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7" name="pl15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8" name="pl15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9" name="pl15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0" name="pl15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1" name="pl15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2" name="pl15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3" name="pl15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4" name="pl15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5" name="pl15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6" name="pl15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7" name="pl15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8" name="pl15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9" name="pl15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0" name="pl15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1" name="pl16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2" name="pl16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3" name="pl16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4" name="pl16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5" name="pl16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6" name="pl16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7" name="pl16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8" name="pl16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9" name="pl16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0" name="pl16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1" name="pl16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2" name="pl16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3" name="pl16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4" name="pl16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5" name="pl16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6" name="pl16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7" name="pl16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8" name="pl16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9" name="pl16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0" name="pl16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1" name="pl16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2" name="pl16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3" name="pl16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4" name="pl16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5" name="pl16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6" name="pl16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7" name="pl16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8" name="pl16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9" name="pl16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0" name="pl16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1" name="pl16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2" name="pl16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3" name="pl16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4" name="pl16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5" name="pl16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6" name="pl16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7" name="pl16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8" name="pl16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9" name="pl16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0" name="pl16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1" name="pl16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2" name="pl16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3" name="pl16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4" name="pl16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5" name="pl16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6" name="pl16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7" name="pl16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8" name="pl16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9" name="pl16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0" name="pl16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1" name="pl16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2" name="pl16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3" name="pl16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4" name="pl16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5" name="pl16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6" name="pl16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7" name="pl16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8" name="pl16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9" name="pl16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0" name="pl16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1" name="pl16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2" name="pl16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3" name="pl16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4" name="pl16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5" name="pl16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6" name="pl16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7" name="pl16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8" name="pl16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9" name="pl16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0" name="pl16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1" name="pl16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2" name="pl16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3" name="pl16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4" name="pl16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5" name="pl16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6" name="pl16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7" name="pl16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8" name="pl16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9" name="pl16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0" name="pl16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1" name="pl16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2" name="pl16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3" name="pl16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4" name="pl16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5" name="pl16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6" name="pl16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7" name="pl16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8" name="pl16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9" name="pl16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0" name="pl16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1" name="pl16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2" name="pl16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3" name="pl16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4" name="pl16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5" name="pl16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6" name="pl16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7" name="pl16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8" name="pl16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9" name="pl16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0" name="pl16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1" name="pl17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2" name="pl17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3" name="pl17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4" name="pl17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5" name="pl17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6" name="pl17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7" name="pl17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8" name="pl17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9" name="pl17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0" name="pl17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1" name="pl17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2" name="pl17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3" name="pl17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4" name="pl17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5" name="pl17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6" name="pl17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7" name="pl17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8" name="pl17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9" name="pl17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0" name="pl17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1" name="pl17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2" name="pl17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3" name="pl17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4" name="pl17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5" name="pl17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6" name="pl17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7" name="pl17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8" name="pl17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9" name="pl17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0" name="pl17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1" name="pl17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2" name="pl17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3" name="pl17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4" name="pl17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5" name="pl17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6" name="pl17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7" name="pl17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8" name="pl17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9" name="pl17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0" name="pl17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1" name="pl17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2" name="pl17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3" name="pl17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4" name="pl17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5" name="pl17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6" name="pl17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7" name="pl17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8" name="pl17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9" name="pl17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0" name="pl17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1" name="pl17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2" name="pl17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3" name="pl17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4" name="pl17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5" name="pl17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6" name="pl17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7" name="pl17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8" name="pl17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9" name="pl17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0" name="pl17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1" name="pl17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2" name="pl17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3" name="pl17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4" name="pl17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5" name="pl17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6" name="pl17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7" name="pl17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8" name="pl17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9" name="pl17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0" name="pl17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1" name="pl17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2" name="pl17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3" name="pl17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4" name="pl17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5" name="pl17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6" name="pl17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7" name="pl17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8" name="pl17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9" name="pl17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0" name="pl17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1" name="pl17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2" name="pl17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3" name="pl17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4" name="pl17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5" name="pl17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6" name="pl17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7" name="pl17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8" name="pl17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9" name="pl17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0" name="pl17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1" name="pl17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2" name="pl17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3" name="pl17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4" name="pl17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5" name="pl17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6" name="pl17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7" name="pl17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8" name="pl17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9" name="pl17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0" name="pl17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1" name="pl18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2" name="pl18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3" name="pl18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4" name="pl18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5" name="pl18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6" name="pl18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7" name="pl18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8" name="pl18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9" name="pl18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0" name="pl18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1" name="pl18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2" name="pl18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3" name="pl18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4" name="pl18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5" name="pl18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6" name="pl18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7" name="pl18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8" name="pl18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9" name="pl18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0" name="pl18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1" name="pl18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2" name="pl18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3" name="pl18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4" name="pl18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5" name="pl18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6" name="pl18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7" name="pl18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8" name="pl18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9" name="pl18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0" name="pl18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1" name="pl18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2" name="pl18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3" name="pl18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4" name="pl18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5" name="pl18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6" name="pl18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7" name="pl18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8" name="pl18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9" name="pl18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0" name="pl18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1" name="pl18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2" name="pl18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3" name="pl18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4" name="pl18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5" name="pl18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6" name="pl18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7" name="pl18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8" name="pl18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9" name="pl18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0" name="pl18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1" name="pl18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2" name="pl18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3" name="pl18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4" name="pl18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5" name="pl18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6" name="pl18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7" name="pl18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8" name="pl18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9" name="pl18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0" name="pl18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1" name="pl18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2" name="pl18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3" name="pl18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4" name="pl18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5" name="pl18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6" name="pl18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7" name="pl18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8" name="pl18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9" name="pl18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0" name="pl18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1" name="pl18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2" name="pl18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3" name="pl18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4" name="pl18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5" name="pl18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6" name="pl18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7" name="pl18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8" name="pl18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9" name="pl18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0" name="pl18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1" name="pl18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2" name="pl18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3" name="pl18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4" name="pl18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5" name="pl18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6" name="pl18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7" name="pl18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8" name="pl18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9" name="pl18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0" name="pl18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1" name="pl18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2" name="pl18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3" name="pl18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4" name="pl18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5" name="pl18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6" name="pl18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7" name="pl18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8" name="pl18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9" name="pl18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0" name="pl18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1" name="pl19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2" name="pl19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3" name="pl19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4" name="pl19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5" name="pl19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6" name="pl19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7" name="pl19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8" name="pl19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9" name="pl19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0" name="pl19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1" name="pl19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2" name="pl19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3" name="pl19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4" name="pl19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5" name="pl19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6" name="pl19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7" name="pl19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8" name="pl19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9" name="pl19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0" name="pl19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1" name="pl19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2" name="pl19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3" name="pl1922"/>
            <p:cNvSpPr/>
            <p:nvPr/>
          </p:nvSpPr>
          <p:spPr>
            <a:xfrm>
              <a:off x="773555" y="1410558"/>
              <a:ext cx="0" cy="4605405"/>
            </a:xfrm>
            <a:custGeom>
              <a:avLst/>
              <a:pathLst>
                <a:path w="0" h="4605405">
                  <a:moveTo>
                    <a:pt x="0" y="4605405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4" name="tx1923"/>
            <p:cNvSpPr/>
            <p:nvPr/>
          </p:nvSpPr>
          <p:spPr>
            <a:xfrm>
              <a:off x="626081" y="5759128"/>
              <a:ext cx="73456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</a:t>
              </a:r>
            </a:p>
          </p:txBody>
        </p:sp>
        <p:sp>
          <p:nvSpPr>
            <p:cNvPr id="1925" name="tx1924"/>
            <p:cNvSpPr/>
            <p:nvPr/>
          </p:nvSpPr>
          <p:spPr>
            <a:xfrm>
              <a:off x="552624" y="4921782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1926" name="tx1925"/>
            <p:cNvSpPr/>
            <p:nvPr/>
          </p:nvSpPr>
          <p:spPr>
            <a:xfrm>
              <a:off x="552624" y="4084113"/>
              <a:ext cx="146913" cy="9519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1927" name="tx1926"/>
            <p:cNvSpPr/>
            <p:nvPr/>
          </p:nvSpPr>
          <p:spPr>
            <a:xfrm>
              <a:off x="552624" y="3246960"/>
              <a:ext cx="146913" cy="9499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1928" name="tx1927"/>
            <p:cNvSpPr/>
            <p:nvPr/>
          </p:nvSpPr>
          <p:spPr>
            <a:xfrm>
              <a:off x="552624" y="2409484"/>
              <a:ext cx="146913" cy="9512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1929" name="tx1928"/>
            <p:cNvSpPr/>
            <p:nvPr/>
          </p:nvSpPr>
          <p:spPr>
            <a:xfrm>
              <a:off x="552624" y="1572396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50</a:t>
              </a:r>
            </a:p>
          </p:txBody>
        </p:sp>
        <p:sp>
          <p:nvSpPr>
            <p:cNvPr id="1930" name="pl1929"/>
            <p:cNvSpPr/>
            <p:nvPr/>
          </p:nvSpPr>
          <p:spPr>
            <a:xfrm>
              <a:off x="732434" y="5806627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1" name="pl1930"/>
            <p:cNvSpPr/>
            <p:nvPr/>
          </p:nvSpPr>
          <p:spPr>
            <a:xfrm>
              <a:off x="732434" y="4969280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2" name="pl1931"/>
            <p:cNvSpPr/>
            <p:nvPr/>
          </p:nvSpPr>
          <p:spPr>
            <a:xfrm>
              <a:off x="732434" y="4131934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3" name="pl1932"/>
            <p:cNvSpPr/>
            <p:nvPr/>
          </p:nvSpPr>
          <p:spPr>
            <a:xfrm>
              <a:off x="732434" y="3294587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4" name="pl1933"/>
            <p:cNvSpPr/>
            <p:nvPr/>
          </p:nvSpPr>
          <p:spPr>
            <a:xfrm>
              <a:off x="732434" y="2457241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5" name="pl1934"/>
            <p:cNvSpPr/>
            <p:nvPr/>
          </p:nvSpPr>
          <p:spPr>
            <a:xfrm>
              <a:off x="732434" y="1619894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6" name="pl1935"/>
            <p:cNvSpPr/>
            <p:nvPr/>
          </p:nvSpPr>
          <p:spPr>
            <a:xfrm>
              <a:off x="773555" y="6015963"/>
              <a:ext cx="9564359" cy="0"/>
            </a:xfrm>
            <a:custGeom>
              <a:avLst/>
              <a:pathLst>
                <a:path w="9564359" h="0">
                  <a:moveTo>
                    <a:pt x="0" y="0"/>
                  </a:moveTo>
                  <a:lnTo>
                    <a:pt x="9564359" y="0"/>
                  </a:lnTo>
                </a:path>
              </a:pathLst>
            </a:custGeom>
            <a:ln w="16014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7" name="pl1936"/>
            <p:cNvSpPr/>
            <p:nvPr/>
          </p:nvSpPr>
          <p:spPr>
            <a:xfrm>
              <a:off x="1208299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8" name="pl1937"/>
            <p:cNvSpPr/>
            <p:nvPr/>
          </p:nvSpPr>
          <p:spPr>
            <a:xfrm>
              <a:off x="2947273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9" name="pl1938"/>
            <p:cNvSpPr/>
            <p:nvPr/>
          </p:nvSpPr>
          <p:spPr>
            <a:xfrm>
              <a:off x="4686248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0" name="pl1939"/>
            <p:cNvSpPr/>
            <p:nvPr/>
          </p:nvSpPr>
          <p:spPr>
            <a:xfrm>
              <a:off x="6425222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1" name="pl1940"/>
            <p:cNvSpPr/>
            <p:nvPr/>
          </p:nvSpPr>
          <p:spPr>
            <a:xfrm>
              <a:off x="8164197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2" name="pl1941"/>
            <p:cNvSpPr/>
            <p:nvPr/>
          </p:nvSpPr>
          <p:spPr>
            <a:xfrm>
              <a:off x="9903171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3" name="tx1942"/>
            <p:cNvSpPr/>
            <p:nvPr/>
          </p:nvSpPr>
          <p:spPr>
            <a:xfrm>
              <a:off x="1171570" y="6089852"/>
              <a:ext cx="73456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</a:t>
              </a:r>
            </a:p>
          </p:txBody>
        </p:sp>
        <p:sp>
          <p:nvSpPr>
            <p:cNvPr id="1944" name="tx1943"/>
            <p:cNvSpPr/>
            <p:nvPr/>
          </p:nvSpPr>
          <p:spPr>
            <a:xfrm>
              <a:off x="2873816" y="6089852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1945" name="tx1944"/>
            <p:cNvSpPr/>
            <p:nvPr/>
          </p:nvSpPr>
          <p:spPr>
            <a:xfrm>
              <a:off x="4612791" y="6089529"/>
              <a:ext cx="146913" cy="9519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1946" name="tx1945"/>
            <p:cNvSpPr/>
            <p:nvPr/>
          </p:nvSpPr>
          <p:spPr>
            <a:xfrm>
              <a:off x="6351765" y="6089723"/>
              <a:ext cx="146913" cy="9499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1947" name="tx1946"/>
            <p:cNvSpPr/>
            <p:nvPr/>
          </p:nvSpPr>
          <p:spPr>
            <a:xfrm>
              <a:off x="8090740" y="6089594"/>
              <a:ext cx="146913" cy="9512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1948" name="tx1947"/>
            <p:cNvSpPr/>
            <p:nvPr/>
          </p:nvSpPr>
          <p:spPr>
            <a:xfrm>
              <a:off x="9829714" y="6089852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50</a:t>
              </a:r>
            </a:p>
          </p:txBody>
        </p:sp>
        <p:sp>
          <p:nvSpPr>
            <p:cNvPr id="1949" name="tx1948"/>
            <p:cNvSpPr/>
            <p:nvPr/>
          </p:nvSpPr>
          <p:spPr>
            <a:xfrm>
              <a:off x="4982198" y="6217005"/>
              <a:ext cx="1147074" cy="15647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Objective mean</a:t>
              </a:r>
            </a:p>
          </p:txBody>
        </p:sp>
        <p:sp>
          <p:nvSpPr>
            <p:cNvPr id="1950" name="tx1949"/>
            <p:cNvSpPr/>
            <p:nvPr/>
          </p:nvSpPr>
          <p:spPr>
            <a:xfrm rot="-5400000">
              <a:off x="-346645" y="3635023"/>
              <a:ext cx="1486786" cy="15647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Subjective response</a:t>
              </a:r>
            </a:p>
          </p:txBody>
        </p:sp>
        <p:sp>
          <p:nvSpPr>
            <p:cNvPr id="1951" name="rc1950"/>
            <p:cNvSpPr/>
            <p:nvPr/>
          </p:nvSpPr>
          <p:spPr>
            <a:xfrm>
              <a:off x="10502398" y="3073515"/>
              <a:ext cx="1119680" cy="127949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52" name="tx1951"/>
            <p:cNvSpPr/>
            <p:nvPr/>
          </p:nvSpPr>
          <p:spPr>
            <a:xfrm>
              <a:off x="10584639" y="3138626"/>
              <a:ext cx="733921" cy="1538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Array size</a:t>
              </a:r>
            </a:p>
          </p:txBody>
        </p:sp>
        <p:sp>
          <p:nvSpPr>
            <p:cNvPr id="1953" name="rc1952"/>
            <p:cNvSpPr/>
            <p:nvPr/>
          </p:nvSpPr>
          <p:spPr>
            <a:xfrm>
              <a:off x="10584639" y="3392941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54" name="rc1953"/>
            <p:cNvSpPr/>
            <p:nvPr/>
          </p:nvSpPr>
          <p:spPr>
            <a:xfrm>
              <a:off x="10593639" y="3401941"/>
              <a:ext cx="201455" cy="201456"/>
            </a:xfrm>
            <a:prstGeom prst="rect">
              <a:avLst/>
            </a:prstGeom>
            <a:solidFill>
              <a:srgbClr val="F8766D">
                <a:alpha val="14901"/>
              </a:srgbClr>
            </a:solidFill>
          </p:spPr>
          <p:txBody>
            <a:bodyPr/>
            <a:lstStyle/>
            <a:p/>
          </p:txBody>
        </p:sp>
        <p:sp>
          <p:nvSpPr>
            <p:cNvPr id="1955" name="pl1954"/>
            <p:cNvSpPr/>
            <p:nvPr/>
          </p:nvSpPr>
          <p:spPr>
            <a:xfrm>
              <a:off x="10606585" y="3502669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6" name="rc1955"/>
            <p:cNvSpPr/>
            <p:nvPr/>
          </p:nvSpPr>
          <p:spPr>
            <a:xfrm>
              <a:off x="10584639" y="3612397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57" name="rc1956"/>
            <p:cNvSpPr/>
            <p:nvPr/>
          </p:nvSpPr>
          <p:spPr>
            <a:xfrm>
              <a:off x="10593639" y="3621397"/>
              <a:ext cx="201455" cy="201456"/>
            </a:xfrm>
            <a:prstGeom prst="rect">
              <a:avLst/>
            </a:prstGeom>
            <a:solidFill>
              <a:srgbClr val="7CAE00">
                <a:alpha val="14901"/>
              </a:srgbClr>
            </a:solidFill>
          </p:spPr>
          <p:txBody>
            <a:bodyPr/>
            <a:lstStyle/>
            <a:p/>
          </p:txBody>
        </p:sp>
        <p:sp>
          <p:nvSpPr>
            <p:cNvPr id="1958" name="pl1957"/>
            <p:cNvSpPr/>
            <p:nvPr/>
          </p:nvSpPr>
          <p:spPr>
            <a:xfrm>
              <a:off x="10606585" y="3722125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7CAE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9" name="rc1958"/>
            <p:cNvSpPr/>
            <p:nvPr/>
          </p:nvSpPr>
          <p:spPr>
            <a:xfrm>
              <a:off x="10584639" y="3831853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60" name="rc1959"/>
            <p:cNvSpPr/>
            <p:nvPr/>
          </p:nvSpPr>
          <p:spPr>
            <a:xfrm>
              <a:off x="10593639" y="3840853"/>
              <a:ext cx="201455" cy="201456"/>
            </a:xfrm>
            <a:prstGeom prst="rect">
              <a:avLst/>
            </a:prstGeom>
            <a:solidFill>
              <a:srgbClr val="00BFC4">
                <a:alpha val="14901"/>
              </a:srgbClr>
            </a:solidFill>
          </p:spPr>
          <p:txBody>
            <a:bodyPr/>
            <a:lstStyle/>
            <a:p/>
          </p:txBody>
        </p:sp>
        <p:sp>
          <p:nvSpPr>
            <p:cNvPr id="1961" name="pl1960"/>
            <p:cNvSpPr/>
            <p:nvPr/>
          </p:nvSpPr>
          <p:spPr>
            <a:xfrm>
              <a:off x="10606585" y="3941581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2" name="rc1961"/>
            <p:cNvSpPr/>
            <p:nvPr/>
          </p:nvSpPr>
          <p:spPr>
            <a:xfrm>
              <a:off x="10584639" y="4051309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963" name="rc1962"/>
            <p:cNvSpPr/>
            <p:nvPr/>
          </p:nvSpPr>
          <p:spPr>
            <a:xfrm>
              <a:off x="10593639" y="4060309"/>
              <a:ext cx="201455" cy="201456"/>
            </a:xfrm>
            <a:prstGeom prst="rect">
              <a:avLst/>
            </a:prstGeom>
            <a:solidFill>
              <a:srgbClr val="C77CFF">
                <a:alpha val="14901"/>
              </a:srgbClr>
            </a:solidFill>
          </p:spPr>
          <p:txBody>
            <a:bodyPr/>
            <a:lstStyle/>
            <a:p/>
          </p:txBody>
        </p:sp>
        <p:sp>
          <p:nvSpPr>
            <p:cNvPr id="1964" name="pl1963"/>
            <p:cNvSpPr/>
            <p:nvPr/>
          </p:nvSpPr>
          <p:spPr>
            <a:xfrm>
              <a:off x="10606585" y="4161037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C77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5" name="tx1964"/>
            <p:cNvSpPr/>
            <p:nvPr/>
          </p:nvSpPr>
          <p:spPr>
            <a:xfrm>
              <a:off x="10886337" y="3429825"/>
              <a:ext cx="580042" cy="1202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 squares</a:t>
              </a:r>
            </a:p>
          </p:txBody>
        </p:sp>
        <p:sp>
          <p:nvSpPr>
            <p:cNvPr id="1966" name="tx1965"/>
            <p:cNvSpPr/>
            <p:nvPr/>
          </p:nvSpPr>
          <p:spPr>
            <a:xfrm>
              <a:off x="10886337" y="3649216"/>
              <a:ext cx="580042" cy="1202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6 squares</a:t>
              </a:r>
            </a:p>
          </p:txBody>
        </p:sp>
        <p:sp>
          <p:nvSpPr>
            <p:cNvPr id="1967" name="tx1966"/>
            <p:cNvSpPr/>
            <p:nvPr/>
          </p:nvSpPr>
          <p:spPr>
            <a:xfrm>
              <a:off x="10886337" y="3868801"/>
              <a:ext cx="580042" cy="1201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8 squares</a:t>
              </a:r>
            </a:p>
          </p:txBody>
        </p:sp>
        <p:sp>
          <p:nvSpPr>
            <p:cNvPr id="1968" name="tx1967"/>
            <p:cNvSpPr/>
            <p:nvPr/>
          </p:nvSpPr>
          <p:spPr>
            <a:xfrm>
              <a:off x="10886337" y="4088193"/>
              <a:ext cx="653499" cy="1202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12 squares</a:t>
              </a:r>
            </a:p>
          </p:txBody>
        </p:sp>
        <p:sp>
          <p:nvSpPr>
            <p:cNvPr id="1969" name="tx1968"/>
            <p:cNvSpPr/>
            <p:nvPr/>
          </p:nvSpPr>
          <p:spPr>
            <a:xfrm>
              <a:off x="773555" y="1136452"/>
              <a:ext cx="2074068" cy="1553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Model-based regression line</a:t>
              </a:r>
            </a:p>
          </p:txBody>
        </p:sp>
        <p:sp>
          <p:nvSpPr>
            <p:cNvPr id="1970" name="tx1969"/>
            <p:cNvSpPr/>
            <p:nvPr/>
          </p:nvSpPr>
          <p:spPr>
            <a:xfrm>
              <a:off x="773555" y="863410"/>
              <a:ext cx="3182592" cy="18389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5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56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Experiment 1 - Experience condition</a:t>
              </a:r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p:ph/>
          </p:nvPr>
        </p:nvSpPr>
        <p:spPr>
          <a:xfrm>
            <a:off x="274320" y="182880"/>
            <a:ext cx="11430000" cy="457200"/>
          </a:xfrm>
        </p:spPr>
        <p:txBody>
          <a:bodyPr/>
          <a:lstStyle/>
          <a:p>
            <a:r>
              <a:rPr/>
              <a:t>Exp 1 - Average reverse Galton</a:t>
            </a:r>
          </a:p>
        </p:txBody>
      </p:sp>
      <p:grpSp xmlns:pic="http://schemas.openxmlformats.org/drawingml/2006/picture">
        <p:nvGrpSpPr>
          <p:cNvPr id="3" name=""/>
          <p:cNvGrpSpPr/>
          <p:nvPr/>
        </p:nvGrpSpPr>
        <p:grpSpPr>
          <a:xfrm>
            <a:off x="274320" y="822960"/>
            <a:ext cx="11430000" cy="5669280"/>
            <a:chOff x="274320" y="822960"/>
            <a:chExt cx="11430000" cy="5669280"/>
          </a:xfrm>
        </p:grpSpPr>
        <p:sp>
          <p:nvSpPr>
            <p:cNvPr id="4" name="rc3"/>
            <p:cNvSpPr/>
            <p:nvPr/>
          </p:nvSpPr>
          <p:spPr>
            <a:xfrm>
              <a:off x="274320" y="822960"/>
              <a:ext cx="1143000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4"/>
            <p:cNvSpPr/>
            <p:nvPr/>
          </p:nvSpPr>
          <p:spPr>
            <a:xfrm>
              <a:off x="274320" y="822960"/>
              <a:ext cx="1143000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7246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rc5"/>
            <p:cNvSpPr/>
            <p:nvPr/>
          </p:nvSpPr>
          <p:spPr>
            <a:xfrm>
              <a:off x="824706" y="1556978"/>
              <a:ext cx="10373511" cy="4405747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6"/>
            <p:cNvSpPr/>
            <p:nvPr/>
          </p:nvSpPr>
          <p:spPr>
            <a:xfrm>
              <a:off x="3483803" y="4464771"/>
              <a:ext cx="5055317" cy="1297692"/>
            </a:xfrm>
            <a:custGeom>
              <a:avLst/>
              <a:pathLst>
                <a:path w="5055317" h="1297692">
                  <a:moveTo>
                    <a:pt x="0" y="1297692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7"/>
            <p:cNvSpPr/>
            <p:nvPr/>
          </p:nvSpPr>
          <p:spPr>
            <a:xfrm>
              <a:off x="3483803" y="4320583"/>
              <a:ext cx="5055317" cy="1361776"/>
            </a:xfrm>
            <a:custGeom>
              <a:avLst/>
              <a:pathLst>
                <a:path w="5055317" h="1361776">
                  <a:moveTo>
                    <a:pt x="0" y="1361776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8"/>
            <p:cNvSpPr/>
            <p:nvPr/>
          </p:nvSpPr>
          <p:spPr>
            <a:xfrm>
              <a:off x="3483803" y="4347285"/>
              <a:ext cx="5055317" cy="1254970"/>
            </a:xfrm>
            <a:custGeom>
              <a:avLst/>
              <a:pathLst>
                <a:path w="5055317" h="1254970">
                  <a:moveTo>
                    <a:pt x="0" y="1254970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9"/>
            <p:cNvSpPr/>
            <p:nvPr/>
          </p:nvSpPr>
          <p:spPr>
            <a:xfrm>
              <a:off x="3483803" y="4480792"/>
              <a:ext cx="5055317" cy="1041358"/>
            </a:xfrm>
            <a:custGeom>
              <a:avLst/>
              <a:pathLst>
                <a:path w="5055317" h="1041358">
                  <a:moveTo>
                    <a:pt x="0" y="1041358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0"/>
            <p:cNvSpPr/>
            <p:nvPr/>
          </p:nvSpPr>
          <p:spPr>
            <a:xfrm>
              <a:off x="3483803" y="4520845"/>
              <a:ext cx="5055317" cy="841097"/>
            </a:xfrm>
            <a:custGeom>
              <a:avLst/>
              <a:pathLst>
                <a:path w="5055317" h="841097">
                  <a:moveTo>
                    <a:pt x="0" y="841097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1"/>
            <p:cNvSpPr/>
            <p:nvPr/>
          </p:nvSpPr>
          <p:spPr>
            <a:xfrm>
              <a:off x="3483803" y="4110309"/>
              <a:ext cx="5055317" cy="1171528"/>
            </a:xfrm>
            <a:custGeom>
              <a:avLst/>
              <a:pathLst>
                <a:path w="5055317" h="1171528">
                  <a:moveTo>
                    <a:pt x="0" y="1171528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2"/>
            <p:cNvSpPr/>
            <p:nvPr/>
          </p:nvSpPr>
          <p:spPr>
            <a:xfrm>
              <a:off x="3483803" y="4120322"/>
              <a:ext cx="5055317" cy="1081410"/>
            </a:xfrm>
            <a:custGeom>
              <a:avLst/>
              <a:pathLst>
                <a:path w="5055317" h="1081410">
                  <a:moveTo>
                    <a:pt x="0" y="1081410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3"/>
            <p:cNvSpPr/>
            <p:nvPr/>
          </p:nvSpPr>
          <p:spPr>
            <a:xfrm>
              <a:off x="3483803" y="4570910"/>
              <a:ext cx="5055317" cy="550718"/>
            </a:xfrm>
            <a:custGeom>
              <a:avLst/>
              <a:pathLst>
                <a:path w="5055317" h="550718">
                  <a:moveTo>
                    <a:pt x="0" y="550718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4"/>
            <p:cNvSpPr/>
            <p:nvPr/>
          </p:nvSpPr>
          <p:spPr>
            <a:xfrm>
              <a:off x="3483803" y="4316769"/>
              <a:ext cx="5055317" cy="724755"/>
            </a:xfrm>
            <a:custGeom>
              <a:avLst/>
              <a:pathLst>
                <a:path w="5055317" h="724755">
                  <a:moveTo>
                    <a:pt x="0" y="724755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5"/>
            <p:cNvSpPr/>
            <p:nvPr/>
          </p:nvSpPr>
          <p:spPr>
            <a:xfrm>
              <a:off x="3483803" y="4120322"/>
              <a:ext cx="5055317" cy="841097"/>
            </a:xfrm>
            <a:custGeom>
              <a:avLst/>
              <a:pathLst>
                <a:path w="5055317" h="841097">
                  <a:moveTo>
                    <a:pt x="0" y="841097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6"/>
            <p:cNvSpPr/>
            <p:nvPr/>
          </p:nvSpPr>
          <p:spPr>
            <a:xfrm>
              <a:off x="3483803" y="4298486"/>
              <a:ext cx="5055317" cy="582829"/>
            </a:xfrm>
            <a:custGeom>
              <a:avLst/>
              <a:pathLst>
                <a:path w="5055317" h="582829">
                  <a:moveTo>
                    <a:pt x="0" y="582829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7"/>
            <p:cNvSpPr/>
            <p:nvPr/>
          </p:nvSpPr>
          <p:spPr>
            <a:xfrm>
              <a:off x="3483803" y="4314576"/>
              <a:ext cx="5055317" cy="486634"/>
            </a:xfrm>
            <a:custGeom>
              <a:avLst/>
              <a:pathLst>
                <a:path w="5055317" h="486634">
                  <a:moveTo>
                    <a:pt x="0" y="486634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8"/>
            <p:cNvSpPr/>
            <p:nvPr/>
          </p:nvSpPr>
          <p:spPr>
            <a:xfrm>
              <a:off x="3483803" y="4238254"/>
              <a:ext cx="5055317" cy="482852"/>
            </a:xfrm>
            <a:custGeom>
              <a:avLst/>
              <a:pathLst>
                <a:path w="5055317" h="482852">
                  <a:moveTo>
                    <a:pt x="0" y="482852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19"/>
            <p:cNvSpPr/>
            <p:nvPr/>
          </p:nvSpPr>
          <p:spPr>
            <a:xfrm>
              <a:off x="3483803" y="4256971"/>
              <a:ext cx="5055317" cy="384030"/>
            </a:xfrm>
            <a:custGeom>
              <a:avLst/>
              <a:pathLst>
                <a:path w="5055317" h="384030">
                  <a:moveTo>
                    <a:pt x="0" y="384030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0"/>
            <p:cNvSpPr/>
            <p:nvPr/>
          </p:nvSpPr>
          <p:spPr>
            <a:xfrm>
              <a:off x="3483803" y="4217398"/>
              <a:ext cx="5055317" cy="343498"/>
            </a:xfrm>
            <a:custGeom>
              <a:avLst/>
              <a:pathLst>
                <a:path w="5055317" h="343498">
                  <a:moveTo>
                    <a:pt x="0" y="343498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1"/>
            <p:cNvSpPr/>
            <p:nvPr/>
          </p:nvSpPr>
          <p:spPr>
            <a:xfrm>
              <a:off x="3483803" y="4128961"/>
              <a:ext cx="5055317" cy="351831"/>
            </a:xfrm>
            <a:custGeom>
              <a:avLst/>
              <a:pathLst>
                <a:path w="5055317" h="351831">
                  <a:moveTo>
                    <a:pt x="0" y="351831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2"/>
            <p:cNvSpPr/>
            <p:nvPr/>
          </p:nvSpPr>
          <p:spPr>
            <a:xfrm>
              <a:off x="3483803" y="4072793"/>
              <a:ext cx="5055317" cy="327894"/>
            </a:xfrm>
            <a:custGeom>
              <a:avLst/>
              <a:pathLst>
                <a:path w="5055317" h="327894">
                  <a:moveTo>
                    <a:pt x="0" y="327894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3"/>
            <p:cNvSpPr/>
            <p:nvPr/>
          </p:nvSpPr>
          <p:spPr>
            <a:xfrm>
              <a:off x="3483803" y="4143285"/>
              <a:ext cx="5055317" cy="177297"/>
            </a:xfrm>
            <a:custGeom>
              <a:avLst/>
              <a:pathLst>
                <a:path w="5055317" h="177297">
                  <a:moveTo>
                    <a:pt x="0" y="177297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4"/>
            <p:cNvSpPr/>
            <p:nvPr/>
          </p:nvSpPr>
          <p:spPr>
            <a:xfrm>
              <a:off x="3483803" y="4078292"/>
              <a:ext cx="5055317" cy="162186"/>
            </a:xfrm>
            <a:custGeom>
              <a:avLst/>
              <a:pathLst>
                <a:path w="5055317" h="162186">
                  <a:moveTo>
                    <a:pt x="0" y="162186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5"/>
            <p:cNvSpPr/>
            <p:nvPr/>
          </p:nvSpPr>
          <p:spPr>
            <a:xfrm>
              <a:off x="3483803" y="3984803"/>
              <a:ext cx="5055317" cy="175571"/>
            </a:xfrm>
            <a:custGeom>
              <a:avLst/>
              <a:pathLst>
                <a:path w="5055317" h="175571">
                  <a:moveTo>
                    <a:pt x="0" y="175571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6"/>
            <p:cNvSpPr/>
            <p:nvPr/>
          </p:nvSpPr>
          <p:spPr>
            <a:xfrm>
              <a:off x="3483803" y="4013112"/>
              <a:ext cx="5055317" cy="67158"/>
            </a:xfrm>
            <a:custGeom>
              <a:avLst/>
              <a:pathLst>
                <a:path w="5055317" h="67158">
                  <a:moveTo>
                    <a:pt x="0" y="67158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7"/>
            <p:cNvSpPr/>
            <p:nvPr/>
          </p:nvSpPr>
          <p:spPr>
            <a:xfrm>
              <a:off x="3483803" y="3877118"/>
              <a:ext cx="5055317" cy="123047"/>
            </a:xfrm>
            <a:custGeom>
              <a:avLst/>
              <a:pathLst>
                <a:path w="5055317" h="123047">
                  <a:moveTo>
                    <a:pt x="0" y="123047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8"/>
            <p:cNvSpPr/>
            <p:nvPr/>
          </p:nvSpPr>
          <p:spPr>
            <a:xfrm>
              <a:off x="3483803" y="3782490"/>
              <a:ext cx="5055317" cy="137570"/>
            </a:xfrm>
            <a:custGeom>
              <a:avLst/>
              <a:pathLst>
                <a:path w="5055317" h="137570">
                  <a:moveTo>
                    <a:pt x="0" y="137570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29"/>
            <p:cNvSpPr/>
            <p:nvPr/>
          </p:nvSpPr>
          <p:spPr>
            <a:xfrm>
              <a:off x="3483803" y="3753176"/>
              <a:ext cx="5055317" cy="86779"/>
            </a:xfrm>
            <a:custGeom>
              <a:avLst/>
              <a:pathLst>
                <a:path w="5055317" h="86779">
                  <a:moveTo>
                    <a:pt x="0" y="86779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0"/>
            <p:cNvSpPr/>
            <p:nvPr/>
          </p:nvSpPr>
          <p:spPr>
            <a:xfrm>
              <a:off x="3483803" y="3647878"/>
              <a:ext cx="5055317" cy="111974"/>
            </a:xfrm>
            <a:custGeom>
              <a:avLst/>
              <a:pathLst>
                <a:path w="5055317" h="111974">
                  <a:moveTo>
                    <a:pt x="0" y="111974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1"/>
            <p:cNvSpPr/>
            <p:nvPr/>
          </p:nvSpPr>
          <p:spPr>
            <a:xfrm>
              <a:off x="3483803" y="3607232"/>
              <a:ext cx="5055317" cy="72515"/>
            </a:xfrm>
            <a:custGeom>
              <a:avLst/>
              <a:pathLst>
                <a:path w="5055317" h="72515">
                  <a:moveTo>
                    <a:pt x="0" y="72515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2"/>
            <p:cNvSpPr/>
            <p:nvPr/>
          </p:nvSpPr>
          <p:spPr>
            <a:xfrm>
              <a:off x="3483803" y="3599643"/>
              <a:ext cx="5055317" cy="14776"/>
            </a:xfrm>
            <a:custGeom>
              <a:avLst/>
              <a:pathLst>
                <a:path w="5055317" h="14776">
                  <a:moveTo>
                    <a:pt x="0" y="0"/>
                  </a:moveTo>
                  <a:lnTo>
                    <a:pt x="5055317" y="14776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3"/>
            <p:cNvSpPr/>
            <p:nvPr/>
          </p:nvSpPr>
          <p:spPr>
            <a:xfrm>
              <a:off x="3483803" y="3492564"/>
              <a:ext cx="5055317" cy="26973"/>
            </a:xfrm>
            <a:custGeom>
              <a:avLst/>
              <a:pathLst>
                <a:path w="5055317" h="26973">
                  <a:moveTo>
                    <a:pt x="0" y="26973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4"/>
            <p:cNvSpPr/>
            <p:nvPr/>
          </p:nvSpPr>
          <p:spPr>
            <a:xfrm>
              <a:off x="3483803" y="3439434"/>
              <a:ext cx="5055317" cy="69488"/>
            </a:xfrm>
            <a:custGeom>
              <a:avLst/>
              <a:pathLst>
                <a:path w="5055317" h="69488">
                  <a:moveTo>
                    <a:pt x="0" y="0"/>
                  </a:moveTo>
                  <a:lnTo>
                    <a:pt x="5055317" y="69488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5"/>
            <p:cNvSpPr/>
            <p:nvPr/>
          </p:nvSpPr>
          <p:spPr>
            <a:xfrm>
              <a:off x="3483803" y="3359329"/>
              <a:ext cx="5055317" cy="147426"/>
            </a:xfrm>
            <a:custGeom>
              <a:avLst/>
              <a:pathLst>
                <a:path w="5055317" h="147426">
                  <a:moveTo>
                    <a:pt x="0" y="0"/>
                  </a:moveTo>
                  <a:lnTo>
                    <a:pt x="5055317" y="147426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6"/>
            <p:cNvSpPr/>
            <p:nvPr/>
          </p:nvSpPr>
          <p:spPr>
            <a:xfrm>
              <a:off x="3483803" y="3279225"/>
              <a:ext cx="5055317" cy="159111"/>
            </a:xfrm>
            <a:custGeom>
              <a:avLst/>
              <a:pathLst>
                <a:path w="5055317" h="159111">
                  <a:moveTo>
                    <a:pt x="0" y="0"/>
                  </a:moveTo>
                  <a:lnTo>
                    <a:pt x="5055317" y="159111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7"/>
            <p:cNvSpPr/>
            <p:nvPr/>
          </p:nvSpPr>
          <p:spPr>
            <a:xfrm>
              <a:off x="3483803" y="3199120"/>
              <a:ext cx="5055317" cy="192715"/>
            </a:xfrm>
            <a:custGeom>
              <a:avLst/>
              <a:pathLst>
                <a:path w="5055317" h="192715">
                  <a:moveTo>
                    <a:pt x="0" y="0"/>
                  </a:moveTo>
                  <a:lnTo>
                    <a:pt x="5055317" y="192715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8"/>
            <p:cNvSpPr/>
            <p:nvPr/>
          </p:nvSpPr>
          <p:spPr>
            <a:xfrm>
              <a:off x="3483803" y="3119016"/>
              <a:ext cx="5055317" cy="206837"/>
            </a:xfrm>
            <a:custGeom>
              <a:avLst/>
              <a:pathLst>
                <a:path w="5055317" h="206837">
                  <a:moveTo>
                    <a:pt x="0" y="0"/>
                  </a:moveTo>
                  <a:lnTo>
                    <a:pt x="5055317" y="206837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39"/>
            <p:cNvSpPr/>
            <p:nvPr/>
          </p:nvSpPr>
          <p:spPr>
            <a:xfrm>
              <a:off x="3483803" y="3038911"/>
              <a:ext cx="5055317" cy="257566"/>
            </a:xfrm>
            <a:custGeom>
              <a:avLst/>
              <a:pathLst>
                <a:path w="5055317" h="257566">
                  <a:moveTo>
                    <a:pt x="0" y="0"/>
                  </a:moveTo>
                  <a:lnTo>
                    <a:pt x="5055317" y="257566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0"/>
            <p:cNvSpPr/>
            <p:nvPr/>
          </p:nvSpPr>
          <p:spPr>
            <a:xfrm>
              <a:off x="3483803" y="2958807"/>
              <a:ext cx="5055317" cy="339266"/>
            </a:xfrm>
            <a:custGeom>
              <a:avLst/>
              <a:pathLst>
                <a:path w="5055317" h="339266">
                  <a:moveTo>
                    <a:pt x="0" y="0"/>
                  </a:moveTo>
                  <a:lnTo>
                    <a:pt x="5055317" y="339266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1"/>
            <p:cNvSpPr/>
            <p:nvPr/>
          </p:nvSpPr>
          <p:spPr>
            <a:xfrm>
              <a:off x="3483803" y="2878702"/>
              <a:ext cx="5055317" cy="459546"/>
            </a:xfrm>
            <a:custGeom>
              <a:avLst/>
              <a:pathLst>
                <a:path w="5055317" h="459546">
                  <a:moveTo>
                    <a:pt x="0" y="0"/>
                  </a:moveTo>
                  <a:lnTo>
                    <a:pt x="5055317" y="459546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2"/>
            <p:cNvSpPr/>
            <p:nvPr/>
          </p:nvSpPr>
          <p:spPr>
            <a:xfrm>
              <a:off x="3483803" y="2798598"/>
              <a:ext cx="5055317" cy="447763"/>
            </a:xfrm>
            <a:custGeom>
              <a:avLst/>
              <a:pathLst>
                <a:path w="5055317" h="447763">
                  <a:moveTo>
                    <a:pt x="0" y="0"/>
                  </a:moveTo>
                  <a:lnTo>
                    <a:pt x="5055317" y="447763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3"/>
            <p:cNvSpPr/>
            <p:nvPr/>
          </p:nvSpPr>
          <p:spPr>
            <a:xfrm>
              <a:off x="3483803" y="2718493"/>
              <a:ext cx="5055317" cy="535243"/>
            </a:xfrm>
            <a:custGeom>
              <a:avLst/>
              <a:pathLst>
                <a:path w="5055317" h="535243">
                  <a:moveTo>
                    <a:pt x="0" y="0"/>
                  </a:moveTo>
                  <a:lnTo>
                    <a:pt x="5055317" y="535243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4"/>
            <p:cNvSpPr/>
            <p:nvPr/>
          </p:nvSpPr>
          <p:spPr>
            <a:xfrm>
              <a:off x="3483803" y="2638389"/>
              <a:ext cx="5055317" cy="524822"/>
            </a:xfrm>
            <a:custGeom>
              <a:avLst/>
              <a:pathLst>
                <a:path w="5055317" h="524822">
                  <a:moveTo>
                    <a:pt x="0" y="0"/>
                  </a:moveTo>
                  <a:lnTo>
                    <a:pt x="5055317" y="524822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5"/>
            <p:cNvSpPr/>
            <p:nvPr/>
          </p:nvSpPr>
          <p:spPr>
            <a:xfrm>
              <a:off x="3483803" y="2558284"/>
              <a:ext cx="5055317" cy="672877"/>
            </a:xfrm>
            <a:custGeom>
              <a:avLst/>
              <a:pathLst>
                <a:path w="5055317" h="672877">
                  <a:moveTo>
                    <a:pt x="0" y="0"/>
                  </a:moveTo>
                  <a:lnTo>
                    <a:pt x="5055317" y="672877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6"/>
            <p:cNvSpPr/>
            <p:nvPr/>
          </p:nvSpPr>
          <p:spPr>
            <a:xfrm>
              <a:off x="3483803" y="2478180"/>
              <a:ext cx="5055317" cy="809945"/>
            </a:xfrm>
            <a:custGeom>
              <a:avLst/>
              <a:pathLst>
                <a:path w="5055317" h="809945">
                  <a:moveTo>
                    <a:pt x="0" y="0"/>
                  </a:moveTo>
                  <a:lnTo>
                    <a:pt x="5055317" y="809945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7"/>
            <p:cNvSpPr/>
            <p:nvPr/>
          </p:nvSpPr>
          <p:spPr>
            <a:xfrm>
              <a:off x="3483803" y="2398075"/>
              <a:ext cx="5055317" cy="624815"/>
            </a:xfrm>
            <a:custGeom>
              <a:avLst/>
              <a:pathLst>
                <a:path w="5055317" h="624815">
                  <a:moveTo>
                    <a:pt x="0" y="0"/>
                  </a:moveTo>
                  <a:lnTo>
                    <a:pt x="5055317" y="624815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8"/>
            <p:cNvSpPr/>
            <p:nvPr/>
          </p:nvSpPr>
          <p:spPr>
            <a:xfrm>
              <a:off x="3483803" y="2317971"/>
              <a:ext cx="5055317" cy="774343"/>
            </a:xfrm>
            <a:custGeom>
              <a:avLst/>
              <a:pathLst>
                <a:path w="5055317" h="774343">
                  <a:moveTo>
                    <a:pt x="0" y="0"/>
                  </a:moveTo>
                  <a:lnTo>
                    <a:pt x="5055317" y="774343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49"/>
            <p:cNvSpPr/>
            <p:nvPr/>
          </p:nvSpPr>
          <p:spPr>
            <a:xfrm>
              <a:off x="3483803" y="2237866"/>
              <a:ext cx="5055317" cy="1201567"/>
            </a:xfrm>
            <a:custGeom>
              <a:avLst/>
              <a:pathLst>
                <a:path w="5055317" h="1201567">
                  <a:moveTo>
                    <a:pt x="0" y="0"/>
                  </a:moveTo>
                  <a:lnTo>
                    <a:pt x="5055317" y="1201567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0"/>
            <p:cNvSpPr/>
            <p:nvPr/>
          </p:nvSpPr>
          <p:spPr>
            <a:xfrm>
              <a:off x="3483803" y="2157762"/>
              <a:ext cx="5055317" cy="760992"/>
            </a:xfrm>
            <a:custGeom>
              <a:avLst/>
              <a:pathLst>
                <a:path w="5055317" h="760992">
                  <a:moveTo>
                    <a:pt x="0" y="0"/>
                  </a:moveTo>
                  <a:lnTo>
                    <a:pt x="5055317" y="760992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1"/>
            <p:cNvSpPr/>
            <p:nvPr/>
          </p:nvSpPr>
          <p:spPr>
            <a:xfrm>
              <a:off x="3483803" y="2077657"/>
              <a:ext cx="5055317" cy="881149"/>
            </a:xfrm>
            <a:custGeom>
              <a:avLst/>
              <a:pathLst>
                <a:path w="5055317" h="881149">
                  <a:moveTo>
                    <a:pt x="0" y="0"/>
                  </a:moveTo>
                  <a:lnTo>
                    <a:pt x="5055317" y="881149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2"/>
            <p:cNvSpPr/>
            <p:nvPr/>
          </p:nvSpPr>
          <p:spPr>
            <a:xfrm>
              <a:off x="3483803" y="1917448"/>
              <a:ext cx="5055317" cy="1269656"/>
            </a:xfrm>
            <a:custGeom>
              <a:avLst/>
              <a:pathLst>
                <a:path w="5055317" h="1269656">
                  <a:moveTo>
                    <a:pt x="0" y="0"/>
                  </a:moveTo>
                  <a:lnTo>
                    <a:pt x="5055317" y="1269656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t53"/>
            <p:cNvSpPr/>
            <p:nvPr/>
          </p:nvSpPr>
          <p:spPr>
            <a:xfrm>
              <a:off x="3463042" y="574170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t54"/>
            <p:cNvSpPr/>
            <p:nvPr/>
          </p:nvSpPr>
          <p:spPr>
            <a:xfrm>
              <a:off x="3463042" y="566159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t55"/>
            <p:cNvSpPr/>
            <p:nvPr/>
          </p:nvSpPr>
          <p:spPr>
            <a:xfrm>
              <a:off x="3463042" y="558149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t56"/>
            <p:cNvSpPr/>
            <p:nvPr/>
          </p:nvSpPr>
          <p:spPr>
            <a:xfrm>
              <a:off x="3463042" y="550139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t57"/>
            <p:cNvSpPr/>
            <p:nvPr/>
          </p:nvSpPr>
          <p:spPr>
            <a:xfrm>
              <a:off x="3463042" y="534118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t58"/>
            <p:cNvSpPr/>
            <p:nvPr/>
          </p:nvSpPr>
          <p:spPr>
            <a:xfrm>
              <a:off x="3463042" y="526107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t59"/>
            <p:cNvSpPr/>
            <p:nvPr/>
          </p:nvSpPr>
          <p:spPr>
            <a:xfrm>
              <a:off x="3463042" y="518097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t60"/>
            <p:cNvSpPr/>
            <p:nvPr/>
          </p:nvSpPr>
          <p:spPr>
            <a:xfrm>
              <a:off x="3463042" y="510086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t61"/>
            <p:cNvSpPr/>
            <p:nvPr/>
          </p:nvSpPr>
          <p:spPr>
            <a:xfrm>
              <a:off x="3463042" y="502076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t62"/>
            <p:cNvSpPr/>
            <p:nvPr/>
          </p:nvSpPr>
          <p:spPr>
            <a:xfrm>
              <a:off x="3463042" y="494065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t63"/>
            <p:cNvSpPr/>
            <p:nvPr/>
          </p:nvSpPr>
          <p:spPr>
            <a:xfrm>
              <a:off x="3463042" y="486055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t64"/>
            <p:cNvSpPr/>
            <p:nvPr/>
          </p:nvSpPr>
          <p:spPr>
            <a:xfrm>
              <a:off x="3463042" y="478045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t65"/>
            <p:cNvSpPr/>
            <p:nvPr/>
          </p:nvSpPr>
          <p:spPr>
            <a:xfrm>
              <a:off x="3463042" y="470034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t66"/>
            <p:cNvSpPr/>
            <p:nvPr/>
          </p:nvSpPr>
          <p:spPr>
            <a:xfrm>
              <a:off x="3463042" y="462024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t67"/>
            <p:cNvSpPr/>
            <p:nvPr/>
          </p:nvSpPr>
          <p:spPr>
            <a:xfrm>
              <a:off x="3463042" y="454013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t68"/>
            <p:cNvSpPr/>
            <p:nvPr/>
          </p:nvSpPr>
          <p:spPr>
            <a:xfrm>
              <a:off x="3463042" y="446003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t69"/>
            <p:cNvSpPr/>
            <p:nvPr/>
          </p:nvSpPr>
          <p:spPr>
            <a:xfrm>
              <a:off x="3463042" y="437992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t70"/>
            <p:cNvSpPr/>
            <p:nvPr/>
          </p:nvSpPr>
          <p:spPr>
            <a:xfrm>
              <a:off x="3463042" y="429982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t71"/>
            <p:cNvSpPr/>
            <p:nvPr/>
          </p:nvSpPr>
          <p:spPr>
            <a:xfrm>
              <a:off x="3463042" y="421971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t72"/>
            <p:cNvSpPr/>
            <p:nvPr/>
          </p:nvSpPr>
          <p:spPr>
            <a:xfrm>
              <a:off x="3463042" y="413961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t73"/>
            <p:cNvSpPr/>
            <p:nvPr/>
          </p:nvSpPr>
          <p:spPr>
            <a:xfrm>
              <a:off x="3463042" y="405950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t74"/>
            <p:cNvSpPr/>
            <p:nvPr/>
          </p:nvSpPr>
          <p:spPr>
            <a:xfrm>
              <a:off x="3463042" y="397940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t75"/>
            <p:cNvSpPr/>
            <p:nvPr/>
          </p:nvSpPr>
          <p:spPr>
            <a:xfrm>
              <a:off x="3463042" y="389930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t76"/>
            <p:cNvSpPr/>
            <p:nvPr/>
          </p:nvSpPr>
          <p:spPr>
            <a:xfrm>
              <a:off x="3463042" y="381919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t77"/>
            <p:cNvSpPr/>
            <p:nvPr/>
          </p:nvSpPr>
          <p:spPr>
            <a:xfrm>
              <a:off x="3463042" y="373909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t78"/>
            <p:cNvSpPr/>
            <p:nvPr/>
          </p:nvSpPr>
          <p:spPr>
            <a:xfrm>
              <a:off x="3463042" y="365898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t79"/>
            <p:cNvSpPr/>
            <p:nvPr/>
          </p:nvSpPr>
          <p:spPr>
            <a:xfrm>
              <a:off x="3463042" y="357888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t80"/>
            <p:cNvSpPr/>
            <p:nvPr/>
          </p:nvSpPr>
          <p:spPr>
            <a:xfrm>
              <a:off x="3463042" y="349877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t81"/>
            <p:cNvSpPr/>
            <p:nvPr/>
          </p:nvSpPr>
          <p:spPr>
            <a:xfrm>
              <a:off x="3463042" y="341867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t82"/>
            <p:cNvSpPr/>
            <p:nvPr/>
          </p:nvSpPr>
          <p:spPr>
            <a:xfrm>
              <a:off x="3463042" y="333856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t83"/>
            <p:cNvSpPr/>
            <p:nvPr/>
          </p:nvSpPr>
          <p:spPr>
            <a:xfrm>
              <a:off x="3463042" y="325846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t84"/>
            <p:cNvSpPr/>
            <p:nvPr/>
          </p:nvSpPr>
          <p:spPr>
            <a:xfrm>
              <a:off x="3463042" y="317836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t85"/>
            <p:cNvSpPr/>
            <p:nvPr/>
          </p:nvSpPr>
          <p:spPr>
            <a:xfrm>
              <a:off x="3463042" y="309825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t86"/>
            <p:cNvSpPr/>
            <p:nvPr/>
          </p:nvSpPr>
          <p:spPr>
            <a:xfrm>
              <a:off x="3463042" y="301815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t87"/>
            <p:cNvSpPr/>
            <p:nvPr/>
          </p:nvSpPr>
          <p:spPr>
            <a:xfrm>
              <a:off x="3463042" y="293804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t88"/>
            <p:cNvSpPr/>
            <p:nvPr/>
          </p:nvSpPr>
          <p:spPr>
            <a:xfrm>
              <a:off x="3463042" y="285794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t89"/>
            <p:cNvSpPr/>
            <p:nvPr/>
          </p:nvSpPr>
          <p:spPr>
            <a:xfrm>
              <a:off x="3463042" y="277783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t90"/>
            <p:cNvSpPr/>
            <p:nvPr/>
          </p:nvSpPr>
          <p:spPr>
            <a:xfrm>
              <a:off x="3463042" y="269773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t91"/>
            <p:cNvSpPr/>
            <p:nvPr/>
          </p:nvSpPr>
          <p:spPr>
            <a:xfrm>
              <a:off x="3463042" y="261762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t92"/>
            <p:cNvSpPr/>
            <p:nvPr/>
          </p:nvSpPr>
          <p:spPr>
            <a:xfrm>
              <a:off x="3463042" y="253752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t93"/>
            <p:cNvSpPr/>
            <p:nvPr/>
          </p:nvSpPr>
          <p:spPr>
            <a:xfrm>
              <a:off x="3463042" y="245741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t94"/>
            <p:cNvSpPr/>
            <p:nvPr/>
          </p:nvSpPr>
          <p:spPr>
            <a:xfrm>
              <a:off x="3463042" y="237731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t95"/>
            <p:cNvSpPr/>
            <p:nvPr/>
          </p:nvSpPr>
          <p:spPr>
            <a:xfrm>
              <a:off x="3463042" y="229721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t96"/>
            <p:cNvSpPr/>
            <p:nvPr/>
          </p:nvSpPr>
          <p:spPr>
            <a:xfrm>
              <a:off x="3463042" y="221710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t97"/>
            <p:cNvSpPr/>
            <p:nvPr/>
          </p:nvSpPr>
          <p:spPr>
            <a:xfrm>
              <a:off x="3463042" y="213700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t98"/>
            <p:cNvSpPr/>
            <p:nvPr/>
          </p:nvSpPr>
          <p:spPr>
            <a:xfrm>
              <a:off x="3463042" y="205689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t99"/>
            <p:cNvSpPr/>
            <p:nvPr/>
          </p:nvSpPr>
          <p:spPr>
            <a:xfrm>
              <a:off x="3463042" y="189668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t100"/>
            <p:cNvSpPr/>
            <p:nvPr/>
          </p:nvSpPr>
          <p:spPr>
            <a:xfrm>
              <a:off x="8514294" y="443994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t101"/>
            <p:cNvSpPr/>
            <p:nvPr/>
          </p:nvSpPr>
          <p:spPr>
            <a:xfrm>
              <a:off x="8514294" y="429575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t102"/>
            <p:cNvSpPr/>
            <p:nvPr/>
          </p:nvSpPr>
          <p:spPr>
            <a:xfrm>
              <a:off x="8514294" y="432245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t103"/>
            <p:cNvSpPr/>
            <p:nvPr/>
          </p:nvSpPr>
          <p:spPr>
            <a:xfrm>
              <a:off x="8514294" y="445596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t104"/>
            <p:cNvSpPr/>
            <p:nvPr/>
          </p:nvSpPr>
          <p:spPr>
            <a:xfrm>
              <a:off x="8514294" y="449601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t105"/>
            <p:cNvSpPr/>
            <p:nvPr/>
          </p:nvSpPr>
          <p:spPr>
            <a:xfrm>
              <a:off x="8514294" y="408548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t106"/>
            <p:cNvSpPr/>
            <p:nvPr/>
          </p:nvSpPr>
          <p:spPr>
            <a:xfrm>
              <a:off x="8514294" y="409549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t107"/>
            <p:cNvSpPr/>
            <p:nvPr/>
          </p:nvSpPr>
          <p:spPr>
            <a:xfrm>
              <a:off x="8514294" y="454608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t108"/>
            <p:cNvSpPr/>
            <p:nvPr/>
          </p:nvSpPr>
          <p:spPr>
            <a:xfrm>
              <a:off x="8514294" y="429194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t109"/>
            <p:cNvSpPr/>
            <p:nvPr/>
          </p:nvSpPr>
          <p:spPr>
            <a:xfrm>
              <a:off x="8514294" y="409549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t110"/>
            <p:cNvSpPr/>
            <p:nvPr/>
          </p:nvSpPr>
          <p:spPr>
            <a:xfrm>
              <a:off x="8514294" y="427366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t111"/>
            <p:cNvSpPr/>
            <p:nvPr/>
          </p:nvSpPr>
          <p:spPr>
            <a:xfrm>
              <a:off x="8514294" y="428975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t112"/>
            <p:cNvSpPr/>
            <p:nvPr/>
          </p:nvSpPr>
          <p:spPr>
            <a:xfrm>
              <a:off x="8514294" y="421342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t113"/>
            <p:cNvSpPr/>
            <p:nvPr/>
          </p:nvSpPr>
          <p:spPr>
            <a:xfrm>
              <a:off x="8514294" y="423214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t114"/>
            <p:cNvSpPr/>
            <p:nvPr/>
          </p:nvSpPr>
          <p:spPr>
            <a:xfrm>
              <a:off x="8514294" y="419257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t115"/>
            <p:cNvSpPr/>
            <p:nvPr/>
          </p:nvSpPr>
          <p:spPr>
            <a:xfrm>
              <a:off x="8514294" y="410413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t116"/>
            <p:cNvSpPr/>
            <p:nvPr/>
          </p:nvSpPr>
          <p:spPr>
            <a:xfrm>
              <a:off x="8514294" y="404796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t117"/>
            <p:cNvSpPr/>
            <p:nvPr/>
          </p:nvSpPr>
          <p:spPr>
            <a:xfrm>
              <a:off x="8514294" y="411845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t118"/>
            <p:cNvSpPr/>
            <p:nvPr/>
          </p:nvSpPr>
          <p:spPr>
            <a:xfrm>
              <a:off x="8514294" y="405346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t119"/>
            <p:cNvSpPr/>
            <p:nvPr/>
          </p:nvSpPr>
          <p:spPr>
            <a:xfrm>
              <a:off x="8514294" y="395997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t120"/>
            <p:cNvSpPr/>
            <p:nvPr/>
          </p:nvSpPr>
          <p:spPr>
            <a:xfrm>
              <a:off x="8514294" y="398828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t121"/>
            <p:cNvSpPr/>
            <p:nvPr/>
          </p:nvSpPr>
          <p:spPr>
            <a:xfrm>
              <a:off x="8514294" y="385229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t122"/>
            <p:cNvSpPr/>
            <p:nvPr/>
          </p:nvSpPr>
          <p:spPr>
            <a:xfrm>
              <a:off x="8514294" y="375766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t123"/>
            <p:cNvSpPr/>
            <p:nvPr/>
          </p:nvSpPr>
          <p:spPr>
            <a:xfrm>
              <a:off x="8514294" y="372835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t124"/>
            <p:cNvSpPr/>
            <p:nvPr/>
          </p:nvSpPr>
          <p:spPr>
            <a:xfrm>
              <a:off x="8514294" y="362305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t125"/>
            <p:cNvSpPr/>
            <p:nvPr/>
          </p:nvSpPr>
          <p:spPr>
            <a:xfrm>
              <a:off x="8514294" y="358240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t126"/>
            <p:cNvSpPr/>
            <p:nvPr/>
          </p:nvSpPr>
          <p:spPr>
            <a:xfrm>
              <a:off x="8514294" y="358959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t127"/>
            <p:cNvSpPr/>
            <p:nvPr/>
          </p:nvSpPr>
          <p:spPr>
            <a:xfrm>
              <a:off x="8514294" y="346773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t128"/>
            <p:cNvSpPr/>
            <p:nvPr/>
          </p:nvSpPr>
          <p:spPr>
            <a:xfrm>
              <a:off x="8514294" y="348409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t129"/>
            <p:cNvSpPr/>
            <p:nvPr/>
          </p:nvSpPr>
          <p:spPr>
            <a:xfrm>
              <a:off x="8514294" y="348193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t130"/>
            <p:cNvSpPr/>
            <p:nvPr/>
          </p:nvSpPr>
          <p:spPr>
            <a:xfrm>
              <a:off x="8514294" y="341351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t131"/>
            <p:cNvSpPr/>
            <p:nvPr/>
          </p:nvSpPr>
          <p:spPr>
            <a:xfrm>
              <a:off x="8514294" y="336701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t132"/>
            <p:cNvSpPr/>
            <p:nvPr/>
          </p:nvSpPr>
          <p:spPr>
            <a:xfrm>
              <a:off x="8514294" y="330102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t133"/>
            <p:cNvSpPr/>
            <p:nvPr/>
          </p:nvSpPr>
          <p:spPr>
            <a:xfrm>
              <a:off x="8514294" y="327165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t134"/>
            <p:cNvSpPr/>
            <p:nvPr/>
          </p:nvSpPr>
          <p:spPr>
            <a:xfrm>
              <a:off x="8514294" y="327324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t135"/>
            <p:cNvSpPr/>
            <p:nvPr/>
          </p:nvSpPr>
          <p:spPr>
            <a:xfrm>
              <a:off x="8514294" y="331342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t136"/>
            <p:cNvSpPr/>
            <p:nvPr/>
          </p:nvSpPr>
          <p:spPr>
            <a:xfrm>
              <a:off x="8514294" y="322153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t137"/>
            <p:cNvSpPr/>
            <p:nvPr/>
          </p:nvSpPr>
          <p:spPr>
            <a:xfrm>
              <a:off x="8514294" y="322891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t138"/>
            <p:cNvSpPr/>
            <p:nvPr/>
          </p:nvSpPr>
          <p:spPr>
            <a:xfrm>
              <a:off x="8514294" y="313838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t139"/>
            <p:cNvSpPr/>
            <p:nvPr/>
          </p:nvSpPr>
          <p:spPr>
            <a:xfrm>
              <a:off x="8514294" y="320633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t140"/>
            <p:cNvSpPr/>
            <p:nvPr/>
          </p:nvSpPr>
          <p:spPr>
            <a:xfrm>
              <a:off x="8514294" y="326329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t141"/>
            <p:cNvSpPr/>
            <p:nvPr/>
          </p:nvSpPr>
          <p:spPr>
            <a:xfrm>
              <a:off x="8514294" y="299806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t142"/>
            <p:cNvSpPr/>
            <p:nvPr/>
          </p:nvSpPr>
          <p:spPr>
            <a:xfrm>
              <a:off x="8514294" y="306748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t143"/>
            <p:cNvSpPr/>
            <p:nvPr/>
          </p:nvSpPr>
          <p:spPr>
            <a:xfrm>
              <a:off x="8514294" y="341460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t144"/>
            <p:cNvSpPr/>
            <p:nvPr/>
          </p:nvSpPr>
          <p:spPr>
            <a:xfrm>
              <a:off x="8514294" y="289392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t145"/>
            <p:cNvSpPr/>
            <p:nvPr/>
          </p:nvSpPr>
          <p:spPr>
            <a:xfrm>
              <a:off x="8514294" y="293398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t146"/>
            <p:cNvSpPr/>
            <p:nvPr/>
          </p:nvSpPr>
          <p:spPr>
            <a:xfrm>
              <a:off x="8514294" y="316227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l147"/>
            <p:cNvSpPr/>
            <p:nvPr/>
          </p:nvSpPr>
          <p:spPr>
            <a:xfrm>
              <a:off x="3483803" y="1556978"/>
              <a:ext cx="0" cy="4405747"/>
            </a:xfrm>
            <a:custGeom>
              <a:avLst/>
              <a:pathLst>
                <a:path w="0" h="4405747">
                  <a:moveTo>
                    <a:pt x="0" y="4405747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l148"/>
            <p:cNvSpPr/>
            <p:nvPr/>
          </p:nvSpPr>
          <p:spPr>
            <a:xfrm>
              <a:off x="8539120" y="1556978"/>
              <a:ext cx="0" cy="4405747"/>
            </a:xfrm>
            <a:custGeom>
              <a:avLst/>
              <a:pathLst>
                <a:path w="0" h="4405747">
                  <a:moveTo>
                    <a:pt x="0" y="4405747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l149"/>
            <p:cNvSpPr/>
            <p:nvPr/>
          </p:nvSpPr>
          <p:spPr>
            <a:xfrm>
              <a:off x="3407973" y="4961419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l150"/>
            <p:cNvSpPr/>
            <p:nvPr/>
          </p:nvSpPr>
          <p:spPr>
            <a:xfrm>
              <a:off x="3407973" y="4560897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l151"/>
            <p:cNvSpPr/>
            <p:nvPr/>
          </p:nvSpPr>
          <p:spPr>
            <a:xfrm>
              <a:off x="3407973" y="4160374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l152"/>
            <p:cNvSpPr/>
            <p:nvPr/>
          </p:nvSpPr>
          <p:spPr>
            <a:xfrm>
              <a:off x="3407973" y="3759852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l153"/>
            <p:cNvSpPr/>
            <p:nvPr/>
          </p:nvSpPr>
          <p:spPr>
            <a:xfrm>
              <a:off x="3407973" y="3359329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l154"/>
            <p:cNvSpPr/>
            <p:nvPr/>
          </p:nvSpPr>
          <p:spPr>
            <a:xfrm>
              <a:off x="3407973" y="2958807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l155"/>
            <p:cNvSpPr/>
            <p:nvPr/>
          </p:nvSpPr>
          <p:spPr>
            <a:xfrm>
              <a:off x="3407973" y="2558284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l156"/>
            <p:cNvSpPr/>
            <p:nvPr/>
          </p:nvSpPr>
          <p:spPr>
            <a:xfrm>
              <a:off x="8539120" y="4961419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l157"/>
            <p:cNvSpPr/>
            <p:nvPr/>
          </p:nvSpPr>
          <p:spPr>
            <a:xfrm>
              <a:off x="8539120" y="4560897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l158"/>
            <p:cNvSpPr/>
            <p:nvPr/>
          </p:nvSpPr>
          <p:spPr>
            <a:xfrm>
              <a:off x="8539120" y="4160374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l159"/>
            <p:cNvSpPr/>
            <p:nvPr/>
          </p:nvSpPr>
          <p:spPr>
            <a:xfrm>
              <a:off x="8539120" y="3759852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l160"/>
            <p:cNvSpPr/>
            <p:nvPr/>
          </p:nvSpPr>
          <p:spPr>
            <a:xfrm>
              <a:off x="8539120" y="3359329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l161"/>
            <p:cNvSpPr/>
            <p:nvPr/>
          </p:nvSpPr>
          <p:spPr>
            <a:xfrm>
              <a:off x="8539120" y="2958807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l162"/>
            <p:cNvSpPr/>
            <p:nvPr/>
          </p:nvSpPr>
          <p:spPr>
            <a:xfrm>
              <a:off x="8539120" y="2558284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tx163"/>
            <p:cNvSpPr/>
            <p:nvPr/>
          </p:nvSpPr>
          <p:spPr>
            <a:xfrm>
              <a:off x="3173068" y="4926333"/>
              <a:ext cx="108521" cy="70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165" name="tx164"/>
            <p:cNvSpPr/>
            <p:nvPr/>
          </p:nvSpPr>
          <p:spPr>
            <a:xfrm>
              <a:off x="3173068" y="4526240"/>
              <a:ext cx="108521" cy="69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15</a:t>
              </a:r>
            </a:p>
          </p:txBody>
        </p:sp>
        <p:sp>
          <p:nvSpPr>
            <p:cNvPr id="166" name="tx165"/>
            <p:cNvSpPr/>
            <p:nvPr/>
          </p:nvSpPr>
          <p:spPr>
            <a:xfrm>
              <a:off x="3173068" y="4125050"/>
              <a:ext cx="108521" cy="7031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167" name="tx166"/>
            <p:cNvSpPr/>
            <p:nvPr/>
          </p:nvSpPr>
          <p:spPr>
            <a:xfrm>
              <a:off x="3173068" y="3724671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25</a:t>
              </a:r>
            </a:p>
          </p:txBody>
        </p:sp>
        <p:sp>
          <p:nvSpPr>
            <p:cNvPr id="168" name="tx167"/>
            <p:cNvSpPr/>
            <p:nvPr/>
          </p:nvSpPr>
          <p:spPr>
            <a:xfrm>
              <a:off x="3173068" y="3324148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169" name="tx168"/>
            <p:cNvSpPr/>
            <p:nvPr/>
          </p:nvSpPr>
          <p:spPr>
            <a:xfrm>
              <a:off x="3173068" y="2923625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35</a:t>
              </a:r>
            </a:p>
          </p:txBody>
        </p:sp>
        <p:sp>
          <p:nvSpPr>
            <p:cNvPr id="170" name="tx169"/>
            <p:cNvSpPr/>
            <p:nvPr/>
          </p:nvSpPr>
          <p:spPr>
            <a:xfrm>
              <a:off x="3173068" y="2523008"/>
              <a:ext cx="108521" cy="7026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171" name="tx170"/>
            <p:cNvSpPr/>
            <p:nvPr/>
          </p:nvSpPr>
          <p:spPr>
            <a:xfrm>
              <a:off x="8741333" y="4926333"/>
              <a:ext cx="108521" cy="70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172" name="tx171"/>
            <p:cNvSpPr/>
            <p:nvPr/>
          </p:nvSpPr>
          <p:spPr>
            <a:xfrm>
              <a:off x="8741333" y="4526240"/>
              <a:ext cx="108521" cy="69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15</a:t>
              </a:r>
            </a:p>
          </p:txBody>
        </p:sp>
        <p:sp>
          <p:nvSpPr>
            <p:cNvPr id="173" name="tx172"/>
            <p:cNvSpPr/>
            <p:nvPr/>
          </p:nvSpPr>
          <p:spPr>
            <a:xfrm>
              <a:off x="8741333" y="4125050"/>
              <a:ext cx="108521" cy="7031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174" name="tx173"/>
            <p:cNvSpPr/>
            <p:nvPr/>
          </p:nvSpPr>
          <p:spPr>
            <a:xfrm>
              <a:off x="8741333" y="3724671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25</a:t>
              </a:r>
            </a:p>
          </p:txBody>
        </p:sp>
        <p:sp>
          <p:nvSpPr>
            <p:cNvPr id="175" name="tx174"/>
            <p:cNvSpPr/>
            <p:nvPr/>
          </p:nvSpPr>
          <p:spPr>
            <a:xfrm>
              <a:off x="8741333" y="3324148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176" name="tx175"/>
            <p:cNvSpPr/>
            <p:nvPr/>
          </p:nvSpPr>
          <p:spPr>
            <a:xfrm>
              <a:off x="8741333" y="2923625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35</a:t>
              </a:r>
            </a:p>
          </p:txBody>
        </p:sp>
        <p:sp>
          <p:nvSpPr>
            <p:cNvPr id="177" name="tx176"/>
            <p:cNvSpPr/>
            <p:nvPr/>
          </p:nvSpPr>
          <p:spPr>
            <a:xfrm>
              <a:off x="8741333" y="2523008"/>
              <a:ext cx="108521" cy="7026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178" name="pl177"/>
            <p:cNvSpPr/>
            <p:nvPr/>
          </p:nvSpPr>
          <p:spPr>
            <a:xfrm>
              <a:off x="824706" y="1556978"/>
              <a:ext cx="0" cy="4405747"/>
            </a:xfrm>
            <a:custGeom>
              <a:avLst/>
              <a:pathLst>
                <a:path w="0" h="4405747">
                  <a:moveTo>
                    <a:pt x="0" y="4405747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l178"/>
            <p:cNvSpPr/>
            <p:nvPr/>
          </p:nvSpPr>
          <p:spPr>
            <a:xfrm>
              <a:off x="824706" y="5962726"/>
              <a:ext cx="10373511" cy="0"/>
            </a:xfrm>
            <a:custGeom>
              <a:avLst/>
              <a:pathLst>
                <a:path w="10373511" h="0">
                  <a:moveTo>
                    <a:pt x="0" y="0"/>
                  </a:moveTo>
                  <a:lnTo>
                    <a:pt x="10373511" y="0"/>
                  </a:lnTo>
                </a:path>
              </a:pathLst>
            </a:custGeom>
            <a:ln w="17246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l179"/>
            <p:cNvSpPr/>
            <p:nvPr/>
          </p:nvSpPr>
          <p:spPr>
            <a:xfrm>
              <a:off x="3483803" y="5962726"/>
              <a:ext cx="0" cy="44283"/>
            </a:xfrm>
            <a:custGeom>
              <a:avLst/>
              <a:pathLst>
                <a:path w="0" h="44283">
                  <a:moveTo>
                    <a:pt x="0" y="44283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l180"/>
            <p:cNvSpPr/>
            <p:nvPr/>
          </p:nvSpPr>
          <p:spPr>
            <a:xfrm>
              <a:off x="8539120" y="5962726"/>
              <a:ext cx="0" cy="44283"/>
            </a:xfrm>
            <a:custGeom>
              <a:avLst/>
              <a:pathLst>
                <a:path w="0" h="44283">
                  <a:moveTo>
                    <a:pt x="0" y="44283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tx181"/>
            <p:cNvSpPr/>
            <p:nvPr/>
          </p:nvSpPr>
          <p:spPr>
            <a:xfrm>
              <a:off x="3163554" y="6012780"/>
              <a:ext cx="640496" cy="13168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Response</a:t>
              </a:r>
            </a:p>
          </p:txBody>
        </p:sp>
        <p:sp>
          <p:nvSpPr>
            <p:cNvPr id="183" name="tx182"/>
            <p:cNvSpPr/>
            <p:nvPr/>
          </p:nvSpPr>
          <p:spPr>
            <a:xfrm>
              <a:off x="8060762" y="6012086"/>
              <a:ext cx="956716" cy="1323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Mean objective</a:t>
              </a:r>
            </a:p>
          </p:txBody>
        </p:sp>
        <p:sp>
          <p:nvSpPr>
            <p:cNvPr id="184" name="tx183"/>
            <p:cNvSpPr/>
            <p:nvPr/>
          </p:nvSpPr>
          <p:spPr>
            <a:xfrm>
              <a:off x="824706" y="1261006"/>
              <a:ext cx="1956928" cy="168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Reverse Galton squeeze</a:t>
              </a:r>
            </a:p>
          </p:txBody>
        </p:sp>
        <p:sp>
          <p:nvSpPr>
            <p:cNvPr id="185" name="tx184"/>
            <p:cNvSpPr/>
            <p:nvPr/>
          </p:nvSpPr>
          <p:spPr>
            <a:xfrm>
              <a:off x="824706" y="965033"/>
              <a:ext cx="3154665" cy="20075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6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6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Experiment 1 - Average condition</a:t>
              </a:r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p:ph/>
          </p:nvPr>
        </p:nvSpPr>
        <p:spPr>
          <a:xfrm>
            <a:off x="274320" y="182880"/>
            <a:ext cx="11430000" cy="457200"/>
          </a:xfrm>
        </p:spPr>
        <p:txBody>
          <a:bodyPr/>
          <a:lstStyle/>
          <a:p>
            <a:r>
              <a:rPr/>
              <a:t>Exp 1 - Experience reverse Galton</a:t>
            </a:r>
          </a:p>
        </p:txBody>
      </p:sp>
      <p:grpSp xmlns:pic="http://schemas.openxmlformats.org/drawingml/2006/picture">
        <p:nvGrpSpPr>
          <p:cNvPr id="3" name=""/>
          <p:cNvGrpSpPr/>
          <p:nvPr/>
        </p:nvGrpSpPr>
        <p:grpSpPr>
          <a:xfrm>
            <a:off x="274320" y="822960"/>
            <a:ext cx="11430000" cy="5669280"/>
            <a:chOff x="274320" y="822960"/>
            <a:chExt cx="11430000" cy="5669280"/>
          </a:xfrm>
        </p:grpSpPr>
        <p:sp>
          <p:nvSpPr>
            <p:cNvPr id="4" name="rc3"/>
            <p:cNvSpPr/>
            <p:nvPr/>
          </p:nvSpPr>
          <p:spPr>
            <a:xfrm>
              <a:off x="274320" y="822960"/>
              <a:ext cx="1143000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4"/>
            <p:cNvSpPr/>
            <p:nvPr/>
          </p:nvSpPr>
          <p:spPr>
            <a:xfrm>
              <a:off x="274320" y="822960"/>
              <a:ext cx="1143000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7246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rc5"/>
            <p:cNvSpPr/>
            <p:nvPr/>
          </p:nvSpPr>
          <p:spPr>
            <a:xfrm>
              <a:off x="824706" y="1556978"/>
              <a:ext cx="10373511" cy="4405747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6"/>
            <p:cNvSpPr/>
            <p:nvPr/>
          </p:nvSpPr>
          <p:spPr>
            <a:xfrm>
              <a:off x="3483803" y="4240479"/>
              <a:ext cx="5055317" cy="1521985"/>
            </a:xfrm>
            <a:custGeom>
              <a:avLst/>
              <a:pathLst>
                <a:path w="5055317" h="1521985">
                  <a:moveTo>
                    <a:pt x="0" y="1521985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7"/>
            <p:cNvSpPr/>
            <p:nvPr/>
          </p:nvSpPr>
          <p:spPr>
            <a:xfrm>
              <a:off x="3483803" y="4400688"/>
              <a:ext cx="5055317" cy="1041358"/>
            </a:xfrm>
            <a:custGeom>
              <a:avLst/>
              <a:pathLst>
                <a:path w="5055317" h="1041358">
                  <a:moveTo>
                    <a:pt x="0" y="1041358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8"/>
            <p:cNvSpPr/>
            <p:nvPr/>
          </p:nvSpPr>
          <p:spPr>
            <a:xfrm>
              <a:off x="3483803" y="4133673"/>
              <a:ext cx="5055317" cy="1148164"/>
            </a:xfrm>
            <a:custGeom>
              <a:avLst/>
              <a:pathLst>
                <a:path w="5055317" h="1148164">
                  <a:moveTo>
                    <a:pt x="0" y="1148164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9"/>
            <p:cNvSpPr/>
            <p:nvPr/>
          </p:nvSpPr>
          <p:spPr>
            <a:xfrm>
              <a:off x="3483803" y="4538010"/>
              <a:ext cx="5055317" cy="663723"/>
            </a:xfrm>
            <a:custGeom>
              <a:avLst/>
              <a:pathLst>
                <a:path w="5055317" h="663723">
                  <a:moveTo>
                    <a:pt x="0" y="663723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0"/>
            <p:cNvSpPr/>
            <p:nvPr/>
          </p:nvSpPr>
          <p:spPr>
            <a:xfrm>
              <a:off x="3483803" y="4427389"/>
              <a:ext cx="5055317" cy="694239"/>
            </a:xfrm>
            <a:custGeom>
              <a:avLst/>
              <a:pathLst>
                <a:path w="5055317" h="694239">
                  <a:moveTo>
                    <a:pt x="0" y="694239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1"/>
            <p:cNvSpPr/>
            <p:nvPr/>
          </p:nvSpPr>
          <p:spPr>
            <a:xfrm>
              <a:off x="3483803" y="4386123"/>
              <a:ext cx="5055317" cy="655400"/>
            </a:xfrm>
            <a:custGeom>
              <a:avLst/>
              <a:pathLst>
                <a:path w="5055317" h="655400">
                  <a:moveTo>
                    <a:pt x="0" y="655400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2"/>
            <p:cNvSpPr/>
            <p:nvPr/>
          </p:nvSpPr>
          <p:spPr>
            <a:xfrm>
              <a:off x="3483803" y="4422254"/>
              <a:ext cx="5055317" cy="539164"/>
            </a:xfrm>
            <a:custGeom>
              <a:avLst/>
              <a:pathLst>
                <a:path w="5055317" h="539164">
                  <a:moveTo>
                    <a:pt x="0" y="539164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3"/>
            <p:cNvSpPr/>
            <p:nvPr/>
          </p:nvSpPr>
          <p:spPr>
            <a:xfrm>
              <a:off x="3483803" y="4283034"/>
              <a:ext cx="5055317" cy="598280"/>
            </a:xfrm>
            <a:custGeom>
              <a:avLst/>
              <a:pathLst>
                <a:path w="5055317" h="598280">
                  <a:moveTo>
                    <a:pt x="0" y="598280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4"/>
            <p:cNvSpPr/>
            <p:nvPr/>
          </p:nvSpPr>
          <p:spPr>
            <a:xfrm>
              <a:off x="3483803" y="4340610"/>
              <a:ext cx="5055317" cy="460600"/>
            </a:xfrm>
            <a:custGeom>
              <a:avLst/>
              <a:pathLst>
                <a:path w="5055317" h="460600">
                  <a:moveTo>
                    <a:pt x="0" y="460600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5"/>
            <p:cNvSpPr/>
            <p:nvPr/>
          </p:nvSpPr>
          <p:spPr>
            <a:xfrm>
              <a:off x="3483803" y="4289323"/>
              <a:ext cx="5055317" cy="431782"/>
            </a:xfrm>
            <a:custGeom>
              <a:avLst/>
              <a:pathLst>
                <a:path w="5055317" h="431782">
                  <a:moveTo>
                    <a:pt x="0" y="431782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6"/>
            <p:cNvSpPr/>
            <p:nvPr/>
          </p:nvSpPr>
          <p:spPr>
            <a:xfrm>
              <a:off x="3483803" y="4242050"/>
              <a:ext cx="5055317" cy="398951"/>
            </a:xfrm>
            <a:custGeom>
              <a:avLst/>
              <a:pathLst>
                <a:path w="5055317" h="398951">
                  <a:moveTo>
                    <a:pt x="0" y="398951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7"/>
            <p:cNvSpPr/>
            <p:nvPr/>
          </p:nvSpPr>
          <p:spPr>
            <a:xfrm>
              <a:off x="3483803" y="4178025"/>
              <a:ext cx="5055317" cy="382872"/>
            </a:xfrm>
            <a:custGeom>
              <a:avLst/>
              <a:pathLst>
                <a:path w="5055317" h="382872">
                  <a:moveTo>
                    <a:pt x="0" y="382872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8"/>
            <p:cNvSpPr/>
            <p:nvPr/>
          </p:nvSpPr>
          <p:spPr>
            <a:xfrm>
              <a:off x="3483803" y="4168162"/>
              <a:ext cx="5055317" cy="312630"/>
            </a:xfrm>
            <a:custGeom>
              <a:avLst/>
              <a:pathLst>
                <a:path w="5055317" h="312630">
                  <a:moveTo>
                    <a:pt x="0" y="312630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19"/>
            <p:cNvSpPr/>
            <p:nvPr/>
          </p:nvSpPr>
          <p:spPr>
            <a:xfrm>
              <a:off x="3483803" y="4041510"/>
              <a:ext cx="5055317" cy="359178"/>
            </a:xfrm>
            <a:custGeom>
              <a:avLst/>
              <a:pathLst>
                <a:path w="5055317" h="359178">
                  <a:moveTo>
                    <a:pt x="0" y="359178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0"/>
            <p:cNvSpPr/>
            <p:nvPr/>
          </p:nvSpPr>
          <p:spPr>
            <a:xfrm>
              <a:off x="3483803" y="4154913"/>
              <a:ext cx="5055317" cy="165670"/>
            </a:xfrm>
            <a:custGeom>
              <a:avLst/>
              <a:pathLst>
                <a:path w="5055317" h="165670">
                  <a:moveTo>
                    <a:pt x="0" y="165670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1"/>
            <p:cNvSpPr/>
            <p:nvPr/>
          </p:nvSpPr>
          <p:spPr>
            <a:xfrm>
              <a:off x="3483803" y="3990498"/>
              <a:ext cx="5055317" cy="249981"/>
            </a:xfrm>
            <a:custGeom>
              <a:avLst/>
              <a:pathLst>
                <a:path w="5055317" h="249981">
                  <a:moveTo>
                    <a:pt x="0" y="249981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2"/>
            <p:cNvSpPr/>
            <p:nvPr/>
          </p:nvSpPr>
          <p:spPr>
            <a:xfrm>
              <a:off x="3483803" y="3989675"/>
              <a:ext cx="5055317" cy="170698"/>
            </a:xfrm>
            <a:custGeom>
              <a:avLst/>
              <a:pathLst>
                <a:path w="5055317" h="170698">
                  <a:moveTo>
                    <a:pt x="0" y="170698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3"/>
            <p:cNvSpPr/>
            <p:nvPr/>
          </p:nvSpPr>
          <p:spPr>
            <a:xfrm>
              <a:off x="3483803" y="3998258"/>
              <a:ext cx="5055317" cy="82011"/>
            </a:xfrm>
            <a:custGeom>
              <a:avLst/>
              <a:pathLst>
                <a:path w="5055317" h="82011">
                  <a:moveTo>
                    <a:pt x="0" y="82011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4"/>
            <p:cNvSpPr/>
            <p:nvPr/>
          </p:nvSpPr>
          <p:spPr>
            <a:xfrm>
              <a:off x="3483803" y="3811081"/>
              <a:ext cx="5055317" cy="189083"/>
            </a:xfrm>
            <a:custGeom>
              <a:avLst/>
              <a:pathLst>
                <a:path w="5055317" h="189083">
                  <a:moveTo>
                    <a:pt x="0" y="189083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5"/>
            <p:cNvSpPr/>
            <p:nvPr/>
          </p:nvSpPr>
          <p:spPr>
            <a:xfrm>
              <a:off x="3483803" y="3785886"/>
              <a:ext cx="5055317" cy="134175"/>
            </a:xfrm>
            <a:custGeom>
              <a:avLst/>
              <a:pathLst>
                <a:path w="5055317" h="134175">
                  <a:moveTo>
                    <a:pt x="0" y="134175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6"/>
            <p:cNvSpPr/>
            <p:nvPr/>
          </p:nvSpPr>
          <p:spPr>
            <a:xfrm>
              <a:off x="3483803" y="3756155"/>
              <a:ext cx="5055317" cy="83801"/>
            </a:xfrm>
            <a:custGeom>
              <a:avLst/>
              <a:pathLst>
                <a:path w="5055317" h="83801">
                  <a:moveTo>
                    <a:pt x="0" y="83801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7"/>
            <p:cNvSpPr/>
            <p:nvPr/>
          </p:nvSpPr>
          <p:spPr>
            <a:xfrm>
              <a:off x="3483803" y="3646190"/>
              <a:ext cx="5055317" cy="113661"/>
            </a:xfrm>
            <a:custGeom>
              <a:avLst/>
              <a:pathLst>
                <a:path w="5055317" h="113661">
                  <a:moveTo>
                    <a:pt x="0" y="113661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8"/>
            <p:cNvSpPr/>
            <p:nvPr/>
          </p:nvSpPr>
          <p:spPr>
            <a:xfrm>
              <a:off x="3483803" y="3606685"/>
              <a:ext cx="5055317" cy="73062"/>
            </a:xfrm>
            <a:custGeom>
              <a:avLst/>
              <a:pathLst>
                <a:path w="5055317" h="73062">
                  <a:moveTo>
                    <a:pt x="0" y="73062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29"/>
            <p:cNvSpPr/>
            <p:nvPr/>
          </p:nvSpPr>
          <p:spPr>
            <a:xfrm>
              <a:off x="3483803" y="3599643"/>
              <a:ext cx="5055317" cy="45165"/>
            </a:xfrm>
            <a:custGeom>
              <a:avLst/>
              <a:pathLst>
                <a:path w="5055317" h="45165">
                  <a:moveTo>
                    <a:pt x="0" y="0"/>
                  </a:moveTo>
                  <a:lnTo>
                    <a:pt x="5055317" y="45165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0"/>
            <p:cNvSpPr/>
            <p:nvPr/>
          </p:nvSpPr>
          <p:spPr>
            <a:xfrm>
              <a:off x="3483803" y="3488655"/>
              <a:ext cx="5055317" cy="30883"/>
            </a:xfrm>
            <a:custGeom>
              <a:avLst/>
              <a:pathLst>
                <a:path w="5055317" h="30883">
                  <a:moveTo>
                    <a:pt x="0" y="30883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1"/>
            <p:cNvSpPr/>
            <p:nvPr/>
          </p:nvSpPr>
          <p:spPr>
            <a:xfrm>
              <a:off x="3483803" y="3439434"/>
              <a:ext cx="5055317" cy="91827"/>
            </a:xfrm>
            <a:custGeom>
              <a:avLst/>
              <a:pathLst>
                <a:path w="5055317" h="91827">
                  <a:moveTo>
                    <a:pt x="0" y="0"/>
                  </a:moveTo>
                  <a:lnTo>
                    <a:pt x="5055317" y="91827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2"/>
            <p:cNvSpPr/>
            <p:nvPr/>
          </p:nvSpPr>
          <p:spPr>
            <a:xfrm>
              <a:off x="3483803" y="3359329"/>
              <a:ext cx="5055317" cy="158803"/>
            </a:xfrm>
            <a:custGeom>
              <a:avLst/>
              <a:pathLst>
                <a:path w="5055317" h="158803">
                  <a:moveTo>
                    <a:pt x="0" y="0"/>
                  </a:moveTo>
                  <a:lnTo>
                    <a:pt x="5055317" y="158803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3"/>
            <p:cNvSpPr/>
            <p:nvPr/>
          </p:nvSpPr>
          <p:spPr>
            <a:xfrm>
              <a:off x="3483803" y="3279225"/>
              <a:ext cx="5055317" cy="135660"/>
            </a:xfrm>
            <a:custGeom>
              <a:avLst/>
              <a:pathLst>
                <a:path w="5055317" h="135660">
                  <a:moveTo>
                    <a:pt x="0" y="0"/>
                  </a:moveTo>
                  <a:lnTo>
                    <a:pt x="5055317" y="13566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4"/>
            <p:cNvSpPr/>
            <p:nvPr/>
          </p:nvSpPr>
          <p:spPr>
            <a:xfrm>
              <a:off x="3483803" y="3199120"/>
              <a:ext cx="5055317" cy="177280"/>
            </a:xfrm>
            <a:custGeom>
              <a:avLst/>
              <a:pathLst>
                <a:path w="5055317" h="177280">
                  <a:moveTo>
                    <a:pt x="0" y="0"/>
                  </a:moveTo>
                  <a:lnTo>
                    <a:pt x="5055317" y="17728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5"/>
            <p:cNvSpPr/>
            <p:nvPr/>
          </p:nvSpPr>
          <p:spPr>
            <a:xfrm>
              <a:off x="3483803" y="3119016"/>
              <a:ext cx="5055317" cy="186910"/>
            </a:xfrm>
            <a:custGeom>
              <a:avLst/>
              <a:pathLst>
                <a:path w="5055317" h="186910">
                  <a:moveTo>
                    <a:pt x="0" y="0"/>
                  </a:moveTo>
                  <a:lnTo>
                    <a:pt x="5055317" y="18691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6"/>
            <p:cNvSpPr/>
            <p:nvPr/>
          </p:nvSpPr>
          <p:spPr>
            <a:xfrm>
              <a:off x="3483803" y="3038911"/>
              <a:ext cx="5055317" cy="283899"/>
            </a:xfrm>
            <a:custGeom>
              <a:avLst/>
              <a:pathLst>
                <a:path w="5055317" h="283899">
                  <a:moveTo>
                    <a:pt x="0" y="0"/>
                  </a:moveTo>
                  <a:lnTo>
                    <a:pt x="5055317" y="283899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7"/>
            <p:cNvSpPr/>
            <p:nvPr/>
          </p:nvSpPr>
          <p:spPr>
            <a:xfrm>
              <a:off x="3483803" y="2958807"/>
              <a:ext cx="5055317" cy="295496"/>
            </a:xfrm>
            <a:custGeom>
              <a:avLst/>
              <a:pathLst>
                <a:path w="5055317" h="295496">
                  <a:moveTo>
                    <a:pt x="0" y="0"/>
                  </a:moveTo>
                  <a:lnTo>
                    <a:pt x="5055317" y="295496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8"/>
            <p:cNvSpPr/>
            <p:nvPr/>
          </p:nvSpPr>
          <p:spPr>
            <a:xfrm>
              <a:off x="3483803" y="2878702"/>
              <a:ext cx="5055317" cy="403383"/>
            </a:xfrm>
            <a:custGeom>
              <a:avLst/>
              <a:pathLst>
                <a:path w="5055317" h="403383">
                  <a:moveTo>
                    <a:pt x="0" y="0"/>
                  </a:moveTo>
                  <a:lnTo>
                    <a:pt x="5055317" y="403383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39"/>
            <p:cNvSpPr/>
            <p:nvPr/>
          </p:nvSpPr>
          <p:spPr>
            <a:xfrm>
              <a:off x="3483803" y="2798598"/>
              <a:ext cx="5055317" cy="433669"/>
            </a:xfrm>
            <a:custGeom>
              <a:avLst/>
              <a:pathLst>
                <a:path w="5055317" h="433669">
                  <a:moveTo>
                    <a:pt x="0" y="0"/>
                  </a:moveTo>
                  <a:lnTo>
                    <a:pt x="5055317" y="433669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0"/>
            <p:cNvSpPr/>
            <p:nvPr/>
          </p:nvSpPr>
          <p:spPr>
            <a:xfrm>
              <a:off x="3483803" y="2718493"/>
              <a:ext cx="5055317" cy="410535"/>
            </a:xfrm>
            <a:custGeom>
              <a:avLst/>
              <a:pathLst>
                <a:path w="5055317" h="410535">
                  <a:moveTo>
                    <a:pt x="0" y="0"/>
                  </a:moveTo>
                  <a:lnTo>
                    <a:pt x="5055317" y="410535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1"/>
            <p:cNvSpPr/>
            <p:nvPr/>
          </p:nvSpPr>
          <p:spPr>
            <a:xfrm>
              <a:off x="3483803" y="2638389"/>
              <a:ext cx="5055317" cy="524684"/>
            </a:xfrm>
            <a:custGeom>
              <a:avLst/>
              <a:pathLst>
                <a:path w="5055317" h="524684">
                  <a:moveTo>
                    <a:pt x="0" y="0"/>
                  </a:moveTo>
                  <a:lnTo>
                    <a:pt x="5055317" y="524684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2"/>
            <p:cNvSpPr/>
            <p:nvPr/>
          </p:nvSpPr>
          <p:spPr>
            <a:xfrm>
              <a:off x="3483803" y="2558284"/>
              <a:ext cx="5055317" cy="590243"/>
            </a:xfrm>
            <a:custGeom>
              <a:avLst/>
              <a:pathLst>
                <a:path w="5055317" h="590243">
                  <a:moveTo>
                    <a:pt x="0" y="0"/>
                  </a:moveTo>
                  <a:lnTo>
                    <a:pt x="5055317" y="590243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3"/>
            <p:cNvSpPr/>
            <p:nvPr/>
          </p:nvSpPr>
          <p:spPr>
            <a:xfrm>
              <a:off x="3483803" y="2478180"/>
              <a:ext cx="5055317" cy="614134"/>
            </a:xfrm>
            <a:custGeom>
              <a:avLst/>
              <a:pathLst>
                <a:path w="5055317" h="614134">
                  <a:moveTo>
                    <a:pt x="0" y="0"/>
                  </a:moveTo>
                  <a:lnTo>
                    <a:pt x="5055317" y="614134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4"/>
            <p:cNvSpPr/>
            <p:nvPr/>
          </p:nvSpPr>
          <p:spPr>
            <a:xfrm>
              <a:off x="3483803" y="2398075"/>
              <a:ext cx="5055317" cy="726280"/>
            </a:xfrm>
            <a:custGeom>
              <a:avLst/>
              <a:pathLst>
                <a:path w="5055317" h="726280">
                  <a:moveTo>
                    <a:pt x="0" y="0"/>
                  </a:moveTo>
                  <a:lnTo>
                    <a:pt x="5055317" y="72628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5"/>
            <p:cNvSpPr/>
            <p:nvPr/>
          </p:nvSpPr>
          <p:spPr>
            <a:xfrm>
              <a:off x="3483803" y="2317971"/>
              <a:ext cx="5055317" cy="801045"/>
            </a:xfrm>
            <a:custGeom>
              <a:avLst/>
              <a:pathLst>
                <a:path w="5055317" h="801045">
                  <a:moveTo>
                    <a:pt x="0" y="0"/>
                  </a:moveTo>
                  <a:lnTo>
                    <a:pt x="5055317" y="801045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6"/>
            <p:cNvSpPr/>
            <p:nvPr/>
          </p:nvSpPr>
          <p:spPr>
            <a:xfrm>
              <a:off x="3483803" y="2237866"/>
              <a:ext cx="5055317" cy="852020"/>
            </a:xfrm>
            <a:custGeom>
              <a:avLst/>
              <a:pathLst>
                <a:path w="5055317" h="852020">
                  <a:moveTo>
                    <a:pt x="0" y="0"/>
                  </a:moveTo>
                  <a:lnTo>
                    <a:pt x="5055317" y="85202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7"/>
            <p:cNvSpPr/>
            <p:nvPr/>
          </p:nvSpPr>
          <p:spPr>
            <a:xfrm>
              <a:off x="3483803" y="2157762"/>
              <a:ext cx="5055317" cy="897170"/>
            </a:xfrm>
            <a:custGeom>
              <a:avLst/>
              <a:pathLst>
                <a:path w="5055317" h="897170">
                  <a:moveTo>
                    <a:pt x="0" y="0"/>
                  </a:moveTo>
                  <a:lnTo>
                    <a:pt x="5055317" y="89717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8"/>
            <p:cNvSpPr/>
            <p:nvPr/>
          </p:nvSpPr>
          <p:spPr>
            <a:xfrm>
              <a:off x="3483803" y="2077657"/>
              <a:ext cx="5055317" cy="934552"/>
            </a:xfrm>
            <a:custGeom>
              <a:avLst/>
              <a:pathLst>
                <a:path w="5055317" h="934552">
                  <a:moveTo>
                    <a:pt x="0" y="0"/>
                  </a:moveTo>
                  <a:lnTo>
                    <a:pt x="5055317" y="934552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49"/>
            <p:cNvSpPr/>
            <p:nvPr/>
          </p:nvSpPr>
          <p:spPr>
            <a:xfrm>
              <a:off x="3483803" y="1917448"/>
              <a:ext cx="5055317" cy="1201567"/>
            </a:xfrm>
            <a:custGeom>
              <a:avLst/>
              <a:pathLst>
                <a:path w="5055317" h="1201567">
                  <a:moveTo>
                    <a:pt x="0" y="0"/>
                  </a:moveTo>
                  <a:lnTo>
                    <a:pt x="5055317" y="1201567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t50"/>
            <p:cNvSpPr/>
            <p:nvPr/>
          </p:nvSpPr>
          <p:spPr>
            <a:xfrm>
              <a:off x="3463042" y="574170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t51"/>
            <p:cNvSpPr/>
            <p:nvPr/>
          </p:nvSpPr>
          <p:spPr>
            <a:xfrm>
              <a:off x="3463042" y="542128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t52"/>
            <p:cNvSpPr/>
            <p:nvPr/>
          </p:nvSpPr>
          <p:spPr>
            <a:xfrm>
              <a:off x="3463042" y="526107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t53"/>
            <p:cNvSpPr/>
            <p:nvPr/>
          </p:nvSpPr>
          <p:spPr>
            <a:xfrm>
              <a:off x="3463042" y="518097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t54"/>
            <p:cNvSpPr/>
            <p:nvPr/>
          </p:nvSpPr>
          <p:spPr>
            <a:xfrm>
              <a:off x="3463042" y="510086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t55"/>
            <p:cNvSpPr/>
            <p:nvPr/>
          </p:nvSpPr>
          <p:spPr>
            <a:xfrm>
              <a:off x="3463042" y="502076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t56"/>
            <p:cNvSpPr/>
            <p:nvPr/>
          </p:nvSpPr>
          <p:spPr>
            <a:xfrm>
              <a:off x="3463042" y="494065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t57"/>
            <p:cNvSpPr/>
            <p:nvPr/>
          </p:nvSpPr>
          <p:spPr>
            <a:xfrm>
              <a:off x="3463042" y="486055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t58"/>
            <p:cNvSpPr/>
            <p:nvPr/>
          </p:nvSpPr>
          <p:spPr>
            <a:xfrm>
              <a:off x="3463042" y="478045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t59"/>
            <p:cNvSpPr/>
            <p:nvPr/>
          </p:nvSpPr>
          <p:spPr>
            <a:xfrm>
              <a:off x="3463042" y="470034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t60"/>
            <p:cNvSpPr/>
            <p:nvPr/>
          </p:nvSpPr>
          <p:spPr>
            <a:xfrm>
              <a:off x="3463042" y="462024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t61"/>
            <p:cNvSpPr/>
            <p:nvPr/>
          </p:nvSpPr>
          <p:spPr>
            <a:xfrm>
              <a:off x="3463042" y="454013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t62"/>
            <p:cNvSpPr/>
            <p:nvPr/>
          </p:nvSpPr>
          <p:spPr>
            <a:xfrm>
              <a:off x="3463042" y="446003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t63"/>
            <p:cNvSpPr/>
            <p:nvPr/>
          </p:nvSpPr>
          <p:spPr>
            <a:xfrm>
              <a:off x="3463042" y="437992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t64"/>
            <p:cNvSpPr/>
            <p:nvPr/>
          </p:nvSpPr>
          <p:spPr>
            <a:xfrm>
              <a:off x="3463042" y="429982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t65"/>
            <p:cNvSpPr/>
            <p:nvPr/>
          </p:nvSpPr>
          <p:spPr>
            <a:xfrm>
              <a:off x="3463042" y="421971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t66"/>
            <p:cNvSpPr/>
            <p:nvPr/>
          </p:nvSpPr>
          <p:spPr>
            <a:xfrm>
              <a:off x="3463042" y="413961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t67"/>
            <p:cNvSpPr/>
            <p:nvPr/>
          </p:nvSpPr>
          <p:spPr>
            <a:xfrm>
              <a:off x="3463042" y="405950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t68"/>
            <p:cNvSpPr/>
            <p:nvPr/>
          </p:nvSpPr>
          <p:spPr>
            <a:xfrm>
              <a:off x="3463042" y="397940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t69"/>
            <p:cNvSpPr/>
            <p:nvPr/>
          </p:nvSpPr>
          <p:spPr>
            <a:xfrm>
              <a:off x="3463042" y="389930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t70"/>
            <p:cNvSpPr/>
            <p:nvPr/>
          </p:nvSpPr>
          <p:spPr>
            <a:xfrm>
              <a:off x="3463042" y="381919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t71"/>
            <p:cNvSpPr/>
            <p:nvPr/>
          </p:nvSpPr>
          <p:spPr>
            <a:xfrm>
              <a:off x="3463042" y="373909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t72"/>
            <p:cNvSpPr/>
            <p:nvPr/>
          </p:nvSpPr>
          <p:spPr>
            <a:xfrm>
              <a:off x="3463042" y="365898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t73"/>
            <p:cNvSpPr/>
            <p:nvPr/>
          </p:nvSpPr>
          <p:spPr>
            <a:xfrm>
              <a:off x="3463042" y="357888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t74"/>
            <p:cNvSpPr/>
            <p:nvPr/>
          </p:nvSpPr>
          <p:spPr>
            <a:xfrm>
              <a:off x="3463042" y="349877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t75"/>
            <p:cNvSpPr/>
            <p:nvPr/>
          </p:nvSpPr>
          <p:spPr>
            <a:xfrm>
              <a:off x="3463042" y="341867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t76"/>
            <p:cNvSpPr/>
            <p:nvPr/>
          </p:nvSpPr>
          <p:spPr>
            <a:xfrm>
              <a:off x="3463042" y="333856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t77"/>
            <p:cNvSpPr/>
            <p:nvPr/>
          </p:nvSpPr>
          <p:spPr>
            <a:xfrm>
              <a:off x="3463042" y="325846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t78"/>
            <p:cNvSpPr/>
            <p:nvPr/>
          </p:nvSpPr>
          <p:spPr>
            <a:xfrm>
              <a:off x="3463042" y="317836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t79"/>
            <p:cNvSpPr/>
            <p:nvPr/>
          </p:nvSpPr>
          <p:spPr>
            <a:xfrm>
              <a:off x="3463042" y="309825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t80"/>
            <p:cNvSpPr/>
            <p:nvPr/>
          </p:nvSpPr>
          <p:spPr>
            <a:xfrm>
              <a:off x="3463042" y="301815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t81"/>
            <p:cNvSpPr/>
            <p:nvPr/>
          </p:nvSpPr>
          <p:spPr>
            <a:xfrm>
              <a:off x="3463042" y="293804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t82"/>
            <p:cNvSpPr/>
            <p:nvPr/>
          </p:nvSpPr>
          <p:spPr>
            <a:xfrm>
              <a:off x="3463042" y="285794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t83"/>
            <p:cNvSpPr/>
            <p:nvPr/>
          </p:nvSpPr>
          <p:spPr>
            <a:xfrm>
              <a:off x="3463042" y="277783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t84"/>
            <p:cNvSpPr/>
            <p:nvPr/>
          </p:nvSpPr>
          <p:spPr>
            <a:xfrm>
              <a:off x="3463042" y="269773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t85"/>
            <p:cNvSpPr/>
            <p:nvPr/>
          </p:nvSpPr>
          <p:spPr>
            <a:xfrm>
              <a:off x="3463042" y="261762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t86"/>
            <p:cNvSpPr/>
            <p:nvPr/>
          </p:nvSpPr>
          <p:spPr>
            <a:xfrm>
              <a:off x="3463042" y="253752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t87"/>
            <p:cNvSpPr/>
            <p:nvPr/>
          </p:nvSpPr>
          <p:spPr>
            <a:xfrm>
              <a:off x="3463042" y="245741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t88"/>
            <p:cNvSpPr/>
            <p:nvPr/>
          </p:nvSpPr>
          <p:spPr>
            <a:xfrm>
              <a:off x="3463042" y="237731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t89"/>
            <p:cNvSpPr/>
            <p:nvPr/>
          </p:nvSpPr>
          <p:spPr>
            <a:xfrm>
              <a:off x="3463042" y="229721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t90"/>
            <p:cNvSpPr/>
            <p:nvPr/>
          </p:nvSpPr>
          <p:spPr>
            <a:xfrm>
              <a:off x="3463042" y="221710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t91"/>
            <p:cNvSpPr/>
            <p:nvPr/>
          </p:nvSpPr>
          <p:spPr>
            <a:xfrm>
              <a:off x="3463042" y="213700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t92"/>
            <p:cNvSpPr/>
            <p:nvPr/>
          </p:nvSpPr>
          <p:spPr>
            <a:xfrm>
              <a:off x="3463042" y="205689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t93"/>
            <p:cNvSpPr/>
            <p:nvPr/>
          </p:nvSpPr>
          <p:spPr>
            <a:xfrm>
              <a:off x="3463042" y="189668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t94"/>
            <p:cNvSpPr/>
            <p:nvPr/>
          </p:nvSpPr>
          <p:spPr>
            <a:xfrm>
              <a:off x="8514294" y="421565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t95"/>
            <p:cNvSpPr/>
            <p:nvPr/>
          </p:nvSpPr>
          <p:spPr>
            <a:xfrm>
              <a:off x="8514294" y="437586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t96"/>
            <p:cNvSpPr/>
            <p:nvPr/>
          </p:nvSpPr>
          <p:spPr>
            <a:xfrm>
              <a:off x="8514294" y="410884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t97"/>
            <p:cNvSpPr/>
            <p:nvPr/>
          </p:nvSpPr>
          <p:spPr>
            <a:xfrm>
              <a:off x="8514294" y="451318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t98"/>
            <p:cNvSpPr/>
            <p:nvPr/>
          </p:nvSpPr>
          <p:spPr>
            <a:xfrm>
              <a:off x="8514294" y="440256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t99"/>
            <p:cNvSpPr/>
            <p:nvPr/>
          </p:nvSpPr>
          <p:spPr>
            <a:xfrm>
              <a:off x="8514294" y="436129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t100"/>
            <p:cNvSpPr/>
            <p:nvPr/>
          </p:nvSpPr>
          <p:spPr>
            <a:xfrm>
              <a:off x="8514294" y="439742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t101"/>
            <p:cNvSpPr/>
            <p:nvPr/>
          </p:nvSpPr>
          <p:spPr>
            <a:xfrm>
              <a:off x="8514294" y="425820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t102"/>
            <p:cNvSpPr/>
            <p:nvPr/>
          </p:nvSpPr>
          <p:spPr>
            <a:xfrm>
              <a:off x="8514294" y="431578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t103"/>
            <p:cNvSpPr/>
            <p:nvPr/>
          </p:nvSpPr>
          <p:spPr>
            <a:xfrm>
              <a:off x="8514294" y="426449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t104"/>
            <p:cNvSpPr/>
            <p:nvPr/>
          </p:nvSpPr>
          <p:spPr>
            <a:xfrm>
              <a:off x="8514294" y="421722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t105"/>
            <p:cNvSpPr/>
            <p:nvPr/>
          </p:nvSpPr>
          <p:spPr>
            <a:xfrm>
              <a:off x="8514294" y="415319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t106"/>
            <p:cNvSpPr/>
            <p:nvPr/>
          </p:nvSpPr>
          <p:spPr>
            <a:xfrm>
              <a:off x="8514294" y="414333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t107"/>
            <p:cNvSpPr/>
            <p:nvPr/>
          </p:nvSpPr>
          <p:spPr>
            <a:xfrm>
              <a:off x="8514294" y="401668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t108"/>
            <p:cNvSpPr/>
            <p:nvPr/>
          </p:nvSpPr>
          <p:spPr>
            <a:xfrm>
              <a:off x="8514294" y="413008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t109"/>
            <p:cNvSpPr/>
            <p:nvPr/>
          </p:nvSpPr>
          <p:spPr>
            <a:xfrm>
              <a:off x="8514294" y="396567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t110"/>
            <p:cNvSpPr/>
            <p:nvPr/>
          </p:nvSpPr>
          <p:spPr>
            <a:xfrm>
              <a:off x="8514294" y="396485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t111"/>
            <p:cNvSpPr/>
            <p:nvPr/>
          </p:nvSpPr>
          <p:spPr>
            <a:xfrm>
              <a:off x="8514294" y="397343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t112"/>
            <p:cNvSpPr/>
            <p:nvPr/>
          </p:nvSpPr>
          <p:spPr>
            <a:xfrm>
              <a:off x="8514294" y="378625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t113"/>
            <p:cNvSpPr/>
            <p:nvPr/>
          </p:nvSpPr>
          <p:spPr>
            <a:xfrm>
              <a:off x="8514294" y="376106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t114"/>
            <p:cNvSpPr/>
            <p:nvPr/>
          </p:nvSpPr>
          <p:spPr>
            <a:xfrm>
              <a:off x="8514294" y="373132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t115"/>
            <p:cNvSpPr/>
            <p:nvPr/>
          </p:nvSpPr>
          <p:spPr>
            <a:xfrm>
              <a:off x="8514294" y="362136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t116"/>
            <p:cNvSpPr/>
            <p:nvPr/>
          </p:nvSpPr>
          <p:spPr>
            <a:xfrm>
              <a:off x="8514294" y="358185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t117"/>
            <p:cNvSpPr/>
            <p:nvPr/>
          </p:nvSpPr>
          <p:spPr>
            <a:xfrm>
              <a:off x="8514294" y="361998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t118"/>
            <p:cNvSpPr/>
            <p:nvPr/>
          </p:nvSpPr>
          <p:spPr>
            <a:xfrm>
              <a:off x="8514294" y="346382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t119"/>
            <p:cNvSpPr/>
            <p:nvPr/>
          </p:nvSpPr>
          <p:spPr>
            <a:xfrm>
              <a:off x="8514294" y="350643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t120"/>
            <p:cNvSpPr/>
            <p:nvPr/>
          </p:nvSpPr>
          <p:spPr>
            <a:xfrm>
              <a:off x="8514294" y="349330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t121"/>
            <p:cNvSpPr/>
            <p:nvPr/>
          </p:nvSpPr>
          <p:spPr>
            <a:xfrm>
              <a:off x="8514294" y="339006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t122"/>
            <p:cNvSpPr/>
            <p:nvPr/>
          </p:nvSpPr>
          <p:spPr>
            <a:xfrm>
              <a:off x="8514294" y="335157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t123"/>
            <p:cNvSpPr/>
            <p:nvPr/>
          </p:nvSpPr>
          <p:spPr>
            <a:xfrm>
              <a:off x="8514294" y="328110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t124"/>
            <p:cNvSpPr/>
            <p:nvPr/>
          </p:nvSpPr>
          <p:spPr>
            <a:xfrm>
              <a:off x="8514294" y="329798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t125"/>
            <p:cNvSpPr/>
            <p:nvPr/>
          </p:nvSpPr>
          <p:spPr>
            <a:xfrm>
              <a:off x="8514294" y="322947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t126"/>
            <p:cNvSpPr/>
            <p:nvPr/>
          </p:nvSpPr>
          <p:spPr>
            <a:xfrm>
              <a:off x="8514294" y="325726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t127"/>
            <p:cNvSpPr/>
            <p:nvPr/>
          </p:nvSpPr>
          <p:spPr>
            <a:xfrm>
              <a:off x="8514294" y="320744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t128"/>
            <p:cNvSpPr/>
            <p:nvPr/>
          </p:nvSpPr>
          <p:spPr>
            <a:xfrm>
              <a:off x="8514294" y="310420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t129"/>
            <p:cNvSpPr/>
            <p:nvPr/>
          </p:nvSpPr>
          <p:spPr>
            <a:xfrm>
              <a:off x="8514294" y="313824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t130"/>
            <p:cNvSpPr/>
            <p:nvPr/>
          </p:nvSpPr>
          <p:spPr>
            <a:xfrm>
              <a:off x="8514294" y="312370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t131"/>
            <p:cNvSpPr/>
            <p:nvPr/>
          </p:nvSpPr>
          <p:spPr>
            <a:xfrm>
              <a:off x="8514294" y="306748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t132"/>
            <p:cNvSpPr/>
            <p:nvPr/>
          </p:nvSpPr>
          <p:spPr>
            <a:xfrm>
              <a:off x="8514294" y="309953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t133"/>
            <p:cNvSpPr/>
            <p:nvPr/>
          </p:nvSpPr>
          <p:spPr>
            <a:xfrm>
              <a:off x="8514294" y="309419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t134"/>
            <p:cNvSpPr/>
            <p:nvPr/>
          </p:nvSpPr>
          <p:spPr>
            <a:xfrm>
              <a:off x="8514294" y="306506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t135"/>
            <p:cNvSpPr/>
            <p:nvPr/>
          </p:nvSpPr>
          <p:spPr>
            <a:xfrm>
              <a:off x="8514294" y="303010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t136"/>
            <p:cNvSpPr/>
            <p:nvPr/>
          </p:nvSpPr>
          <p:spPr>
            <a:xfrm>
              <a:off x="8514294" y="298738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t137"/>
            <p:cNvSpPr/>
            <p:nvPr/>
          </p:nvSpPr>
          <p:spPr>
            <a:xfrm>
              <a:off x="8514294" y="309419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l138"/>
            <p:cNvSpPr/>
            <p:nvPr/>
          </p:nvSpPr>
          <p:spPr>
            <a:xfrm>
              <a:off x="3483803" y="1556978"/>
              <a:ext cx="0" cy="4405747"/>
            </a:xfrm>
            <a:custGeom>
              <a:avLst/>
              <a:pathLst>
                <a:path w="0" h="4405747">
                  <a:moveTo>
                    <a:pt x="0" y="4405747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l139"/>
            <p:cNvSpPr/>
            <p:nvPr/>
          </p:nvSpPr>
          <p:spPr>
            <a:xfrm>
              <a:off x="8539120" y="1556978"/>
              <a:ext cx="0" cy="4405747"/>
            </a:xfrm>
            <a:custGeom>
              <a:avLst/>
              <a:pathLst>
                <a:path w="0" h="4405747">
                  <a:moveTo>
                    <a:pt x="0" y="4405747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l140"/>
            <p:cNvSpPr/>
            <p:nvPr/>
          </p:nvSpPr>
          <p:spPr>
            <a:xfrm>
              <a:off x="3407973" y="4961419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l141"/>
            <p:cNvSpPr/>
            <p:nvPr/>
          </p:nvSpPr>
          <p:spPr>
            <a:xfrm>
              <a:off x="3407973" y="4560897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l142"/>
            <p:cNvSpPr/>
            <p:nvPr/>
          </p:nvSpPr>
          <p:spPr>
            <a:xfrm>
              <a:off x="3407973" y="4160374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l143"/>
            <p:cNvSpPr/>
            <p:nvPr/>
          </p:nvSpPr>
          <p:spPr>
            <a:xfrm>
              <a:off x="3407973" y="3759852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l144"/>
            <p:cNvSpPr/>
            <p:nvPr/>
          </p:nvSpPr>
          <p:spPr>
            <a:xfrm>
              <a:off x="3407973" y="3359329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l145"/>
            <p:cNvSpPr/>
            <p:nvPr/>
          </p:nvSpPr>
          <p:spPr>
            <a:xfrm>
              <a:off x="3407973" y="2958807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l146"/>
            <p:cNvSpPr/>
            <p:nvPr/>
          </p:nvSpPr>
          <p:spPr>
            <a:xfrm>
              <a:off x="3407973" y="2558284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l147"/>
            <p:cNvSpPr/>
            <p:nvPr/>
          </p:nvSpPr>
          <p:spPr>
            <a:xfrm>
              <a:off x="8539120" y="4961419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l148"/>
            <p:cNvSpPr/>
            <p:nvPr/>
          </p:nvSpPr>
          <p:spPr>
            <a:xfrm>
              <a:off x="8539120" y="4560897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l149"/>
            <p:cNvSpPr/>
            <p:nvPr/>
          </p:nvSpPr>
          <p:spPr>
            <a:xfrm>
              <a:off x="8539120" y="4160374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l150"/>
            <p:cNvSpPr/>
            <p:nvPr/>
          </p:nvSpPr>
          <p:spPr>
            <a:xfrm>
              <a:off x="8539120" y="3759852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l151"/>
            <p:cNvSpPr/>
            <p:nvPr/>
          </p:nvSpPr>
          <p:spPr>
            <a:xfrm>
              <a:off x="8539120" y="3359329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l152"/>
            <p:cNvSpPr/>
            <p:nvPr/>
          </p:nvSpPr>
          <p:spPr>
            <a:xfrm>
              <a:off x="8539120" y="2958807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l153"/>
            <p:cNvSpPr/>
            <p:nvPr/>
          </p:nvSpPr>
          <p:spPr>
            <a:xfrm>
              <a:off x="8539120" y="2558284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tx154"/>
            <p:cNvSpPr/>
            <p:nvPr/>
          </p:nvSpPr>
          <p:spPr>
            <a:xfrm>
              <a:off x="3173068" y="4926333"/>
              <a:ext cx="108521" cy="70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156" name="tx155"/>
            <p:cNvSpPr/>
            <p:nvPr/>
          </p:nvSpPr>
          <p:spPr>
            <a:xfrm>
              <a:off x="3173068" y="4526240"/>
              <a:ext cx="108521" cy="69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15</a:t>
              </a:r>
            </a:p>
          </p:txBody>
        </p:sp>
        <p:sp>
          <p:nvSpPr>
            <p:cNvPr id="157" name="tx156"/>
            <p:cNvSpPr/>
            <p:nvPr/>
          </p:nvSpPr>
          <p:spPr>
            <a:xfrm>
              <a:off x="3173068" y="4125050"/>
              <a:ext cx="108521" cy="7031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158" name="tx157"/>
            <p:cNvSpPr/>
            <p:nvPr/>
          </p:nvSpPr>
          <p:spPr>
            <a:xfrm>
              <a:off x="3173068" y="3724671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25</a:t>
              </a:r>
            </a:p>
          </p:txBody>
        </p:sp>
        <p:sp>
          <p:nvSpPr>
            <p:cNvPr id="159" name="tx158"/>
            <p:cNvSpPr/>
            <p:nvPr/>
          </p:nvSpPr>
          <p:spPr>
            <a:xfrm>
              <a:off x="3173068" y="3324148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160" name="tx159"/>
            <p:cNvSpPr/>
            <p:nvPr/>
          </p:nvSpPr>
          <p:spPr>
            <a:xfrm>
              <a:off x="3173068" y="2923625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35</a:t>
              </a:r>
            </a:p>
          </p:txBody>
        </p:sp>
        <p:sp>
          <p:nvSpPr>
            <p:cNvPr id="161" name="tx160"/>
            <p:cNvSpPr/>
            <p:nvPr/>
          </p:nvSpPr>
          <p:spPr>
            <a:xfrm>
              <a:off x="3173068" y="2523008"/>
              <a:ext cx="108521" cy="7026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162" name="tx161"/>
            <p:cNvSpPr/>
            <p:nvPr/>
          </p:nvSpPr>
          <p:spPr>
            <a:xfrm>
              <a:off x="8741333" y="4926333"/>
              <a:ext cx="108521" cy="70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163" name="tx162"/>
            <p:cNvSpPr/>
            <p:nvPr/>
          </p:nvSpPr>
          <p:spPr>
            <a:xfrm>
              <a:off x="8741333" y="4526240"/>
              <a:ext cx="108521" cy="69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15</a:t>
              </a:r>
            </a:p>
          </p:txBody>
        </p:sp>
        <p:sp>
          <p:nvSpPr>
            <p:cNvPr id="164" name="tx163"/>
            <p:cNvSpPr/>
            <p:nvPr/>
          </p:nvSpPr>
          <p:spPr>
            <a:xfrm>
              <a:off x="8741333" y="4125050"/>
              <a:ext cx="108521" cy="7031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165" name="tx164"/>
            <p:cNvSpPr/>
            <p:nvPr/>
          </p:nvSpPr>
          <p:spPr>
            <a:xfrm>
              <a:off x="8741333" y="3724671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25</a:t>
              </a:r>
            </a:p>
          </p:txBody>
        </p:sp>
        <p:sp>
          <p:nvSpPr>
            <p:cNvPr id="166" name="tx165"/>
            <p:cNvSpPr/>
            <p:nvPr/>
          </p:nvSpPr>
          <p:spPr>
            <a:xfrm>
              <a:off x="8741333" y="3324148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167" name="tx166"/>
            <p:cNvSpPr/>
            <p:nvPr/>
          </p:nvSpPr>
          <p:spPr>
            <a:xfrm>
              <a:off x="8741333" y="2923625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35</a:t>
              </a:r>
            </a:p>
          </p:txBody>
        </p:sp>
        <p:sp>
          <p:nvSpPr>
            <p:cNvPr id="168" name="tx167"/>
            <p:cNvSpPr/>
            <p:nvPr/>
          </p:nvSpPr>
          <p:spPr>
            <a:xfrm>
              <a:off x="8741333" y="2523008"/>
              <a:ext cx="108521" cy="7026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169" name="pl168"/>
            <p:cNvSpPr/>
            <p:nvPr/>
          </p:nvSpPr>
          <p:spPr>
            <a:xfrm>
              <a:off x="824706" y="1556978"/>
              <a:ext cx="0" cy="4405747"/>
            </a:xfrm>
            <a:custGeom>
              <a:avLst/>
              <a:pathLst>
                <a:path w="0" h="4405747">
                  <a:moveTo>
                    <a:pt x="0" y="4405747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l169"/>
            <p:cNvSpPr/>
            <p:nvPr/>
          </p:nvSpPr>
          <p:spPr>
            <a:xfrm>
              <a:off x="824706" y="5962726"/>
              <a:ext cx="10373511" cy="0"/>
            </a:xfrm>
            <a:custGeom>
              <a:avLst/>
              <a:pathLst>
                <a:path w="10373511" h="0">
                  <a:moveTo>
                    <a:pt x="0" y="0"/>
                  </a:moveTo>
                  <a:lnTo>
                    <a:pt x="10373511" y="0"/>
                  </a:lnTo>
                </a:path>
              </a:pathLst>
            </a:custGeom>
            <a:ln w="17246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l170"/>
            <p:cNvSpPr/>
            <p:nvPr/>
          </p:nvSpPr>
          <p:spPr>
            <a:xfrm>
              <a:off x="3483803" y="5962726"/>
              <a:ext cx="0" cy="44283"/>
            </a:xfrm>
            <a:custGeom>
              <a:avLst/>
              <a:pathLst>
                <a:path w="0" h="44283">
                  <a:moveTo>
                    <a:pt x="0" y="44283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l171"/>
            <p:cNvSpPr/>
            <p:nvPr/>
          </p:nvSpPr>
          <p:spPr>
            <a:xfrm>
              <a:off x="8539120" y="5962726"/>
              <a:ext cx="0" cy="44283"/>
            </a:xfrm>
            <a:custGeom>
              <a:avLst/>
              <a:pathLst>
                <a:path w="0" h="44283">
                  <a:moveTo>
                    <a:pt x="0" y="44283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tx172"/>
            <p:cNvSpPr/>
            <p:nvPr/>
          </p:nvSpPr>
          <p:spPr>
            <a:xfrm>
              <a:off x="3163554" y="6012780"/>
              <a:ext cx="640496" cy="13168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Response</a:t>
              </a:r>
            </a:p>
          </p:txBody>
        </p:sp>
        <p:sp>
          <p:nvSpPr>
            <p:cNvPr id="174" name="tx173"/>
            <p:cNvSpPr/>
            <p:nvPr/>
          </p:nvSpPr>
          <p:spPr>
            <a:xfrm>
              <a:off x="8060762" y="6012086"/>
              <a:ext cx="956716" cy="1323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Mean objective</a:t>
              </a:r>
            </a:p>
          </p:txBody>
        </p:sp>
        <p:sp>
          <p:nvSpPr>
            <p:cNvPr id="175" name="tx174"/>
            <p:cNvSpPr/>
            <p:nvPr/>
          </p:nvSpPr>
          <p:spPr>
            <a:xfrm>
              <a:off x="824706" y="1261006"/>
              <a:ext cx="1956928" cy="168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Reverse Galton squeeze</a:t>
              </a:r>
            </a:p>
          </p:txBody>
        </p:sp>
        <p:sp>
          <p:nvSpPr>
            <p:cNvPr id="176" name="tx175"/>
            <p:cNvSpPr/>
            <p:nvPr/>
          </p:nvSpPr>
          <p:spPr>
            <a:xfrm>
              <a:off x="824706" y="967742"/>
              <a:ext cx="3427407" cy="1980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6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6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Experiment 1 - Experience condition</a:t>
              </a:r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p:ph/>
          </p:nvPr>
        </p:nvSpPr>
        <p:spPr>
          <a:xfrm>
            <a:off x="274320" y="182880"/>
            <a:ext cx="11430000" cy="457200"/>
          </a:xfrm>
        </p:spPr>
        <p:txBody>
          <a:bodyPr/>
          <a:lstStyle/>
          <a:p>
            <a:r>
              <a:rPr/>
              <a:t>Exp 1 - Average reverse Galton responses 14-36</a:t>
            </a:r>
          </a:p>
        </p:txBody>
      </p:sp>
      <p:grpSp xmlns:pic="http://schemas.openxmlformats.org/drawingml/2006/picture">
        <p:nvGrpSpPr>
          <p:cNvPr id="3" name=""/>
          <p:cNvGrpSpPr/>
          <p:nvPr/>
        </p:nvGrpSpPr>
        <p:grpSpPr>
          <a:xfrm>
            <a:off x="274320" y="822960"/>
            <a:ext cx="11430000" cy="5669280"/>
            <a:chOff x="274320" y="822960"/>
            <a:chExt cx="11430000" cy="5669280"/>
          </a:xfrm>
        </p:grpSpPr>
        <p:sp>
          <p:nvSpPr>
            <p:cNvPr id="4" name="rc3"/>
            <p:cNvSpPr/>
            <p:nvPr/>
          </p:nvSpPr>
          <p:spPr>
            <a:xfrm>
              <a:off x="274320" y="822960"/>
              <a:ext cx="1143000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4"/>
            <p:cNvSpPr/>
            <p:nvPr/>
          </p:nvSpPr>
          <p:spPr>
            <a:xfrm>
              <a:off x="274320" y="822960"/>
              <a:ext cx="1143000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7246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rc5"/>
            <p:cNvSpPr/>
            <p:nvPr/>
          </p:nvSpPr>
          <p:spPr>
            <a:xfrm>
              <a:off x="824706" y="1556978"/>
              <a:ext cx="10373511" cy="4405747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6"/>
            <p:cNvSpPr/>
            <p:nvPr/>
          </p:nvSpPr>
          <p:spPr>
            <a:xfrm>
              <a:off x="3483803" y="4256971"/>
              <a:ext cx="5055317" cy="384030"/>
            </a:xfrm>
            <a:custGeom>
              <a:avLst/>
              <a:pathLst>
                <a:path w="5055317" h="384030">
                  <a:moveTo>
                    <a:pt x="0" y="384030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7"/>
            <p:cNvSpPr/>
            <p:nvPr/>
          </p:nvSpPr>
          <p:spPr>
            <a:xfrm>
              <a:off x="3483803" y="4217398"/>
              <a:ext cx="5055317" cy="343498"/>
            </a:xfrm>
            <a:custGeom>
              <a:avLst/>
              <a:pathLst>
                <a:path w="5055317" h="343498">
                  <a:moveTo>
                    <a:pt x="0" y="343498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8"/>
            <p:cNvSpPr/>
            <p:nvPr/>
          </p:nvSpPr>
          <p:spPr>
            <a:xfrm>
              <a:off x="3483803" y="4128961"/>
              <a:ext cx="5055317" cy="351831"/>
            </a:xfrm>
            <a:custGeom>
              <a:avLst/>
              <a:pathLst>
                <a:path w="5055317" h="351831">
                  <a:moveTo>
                    <a:pt x="0" y="351831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9"/>
            <p:cNvSpPr/>
            <p:nvPr/>
          </p:nvSpPr>
          <p:spPr>
            <a:xfrm>
              <a:off x="3483803" y="4072793"/>
              <a:ext cx="5055317" cy="327894"/>
            </a:xfrm>
            <a:custGeom>
              <a:avLst/>
              <a:pathLst>
                <a:path w="5055317" h="327894">
                  <a:moveTo>
                    <a:pt x="0" y="327894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0"/>
            <p:cNvSpPr/>
            <p:nvPr/>
          </p:nvSpPr>
          <p:spPr>
            <a:xfrm>
              <a:off x="3483803" y="4143285"/>
              <a:ext cx="5055317" cy="177297"/>
            </a:xfrm>
            <a:custGeom>
              <a:avLst/>
              <a:pathLst>
                <a:path w="5055317" h="177297">
                  <a:moveTo>
                    <a:pt x="0" y="177297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1"/>
            <p:cNvSpPr/>
            <p:nvPr/>
          </p:nvSpPr>
          <p:spPr>
            <a:xfrm>
              <a:off x="3483803" y="4078292"/>
              <a:ext cx="5055317" cy="162186"/>
            </a:xfrm>
            <a:custGeom>
              <a:avLst/>
              <a:pathLst>
                <a:path w="5055317" h="162186">
                  <a:moveTo>
                    <a:pt x="0" y="162186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2"/>
            <p:cNvSpPr/>
            <p:nvPr/>
          </p:nvSpPr>
          <p:spPr>
            <a:xfrm>
              <a:off x="3483803" y="3984803"/>
              <a:ext cx="5055317" cy="175571"/>
            </a:xfrm>
            <a:custGeom>
              <a:avLst/>
              <a:pathLst>
                <a:path w="5055317" h="175571">
                  <a:moveTo>
                    <a:pt x="0" y="175571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3"/>
            <p:cNvSpPr/>
            <p:nvPr/>
          </p:nvSpPr>
          <p:spPr>
            <a:xfrm>
              <a:off x="3483803" y="4013112"/>
              <a:ext cx="5055317" cy="67158"/>
            </a:xfrm>
            <a:custGeom>
              <a:avLst/>
              <a:pathLst>
                <a:path w="5055317" h="67158">
                  <a:moveTo>
                    <a:pt x="0" y="67158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4"/>
            <p:cNvSpPr/>
            <p:nvPr/>
          </p:nvSpPr>
          <p:spPr>
            <a:xfrm>
              <a:off x="3483803" y="3877118"/>
              <a:ext cx="5055317" cy="123047"/>
            </a:xfrm>
            <a:custGeom>
              <a:avLst/>
              <a:pathLst>
                <a:path w="5055317" h="123047">
                  <a:moveTo>
                    <a:pt x="0" y="123047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5"/>
            <p:cNvSpPr/>
            <p:nvPr/>
          </p:nvSpPr>
          <p:spPr>
            <a:xfrm>
              <a:off x="3483803" y="3782490"/>
              <a:ext cx="5055317" cy="137570"/>
            </a:xfrm>
            <a:custGeom>
              <a:avLst/>
              <a:pathLst>
                <a:path w="5055317" h="137570">
                  <a:moveTo>
                    <a:pt x="0" y="137570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6"/>
            <p:cNvSpPr/>
            <p:nvPr/>
          </p:nvSpPr>
          <p:spPr>
            <a:xfrm>
              <a:off x="3483803" y="3753176"/>
              <a:ext cx="5055317" cy="86779"/>
            </a:xfrm>
            <a:custGeom>
              <a:avLst/>
              <a:pathLst>
                <a:path w="5055317" h="86779">
                  <a:moveTo>
                    <a:pt x="0" y="86779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7"/>
            <p:cNvSpPr/>
            <p:nvPr/>
          </p:nvSpPr>
          <p:spPr>
            <a:xfrm>
              <a:off x="3483803" y="3647878"/>
              <a:ext cx="5055317" cy="111974"/>
            </a:xfrm>
            <a:custGeom>
              <a:avLst/>
              <a:pathLst>
                <a:path w="5055317" h="111974">
                  <a:moveTo>
                    <a:pt x="0" y="111974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8"/>
            <p:cNvSpPr/>
            <p:nvPr/>
          </p:nvSpPr>
          <p:spPr>
            <a:xfrm>
              <a:off x="3483803" y="3607232"/>
              <a:ext cx="5055317" cy="72515"/>
            </a:xfrm>
            <a:custGeom>
              <a:avLst/>
              <a:pathLst>
                <a:path w="5055317" h="72515">
                  <a:moveTo>
                    <a:pt x="0" y="72515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19"/>
            <p:cNvSpPr/>
            <p:nvPr/>
          </p:nvSpPr>
          <p:spPr>
            <a:xfrm>
              <a:off x="3483803" y="3599643"/>
              <a:ext cx="5055317" cy="14776"/>
            </a:xfrm>
            <a:custGeom>
              <a:avLst/>
              <a:pathLst>
                <a:path w="5055317" h="14776">
                  <a:moveTo>
                    <a:pt x="0" y="0"/>
                  </a:moveTo>
                  <a:lnTo>
                    <a:pt x="5055317" y="14776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0"/>
            <p:cNvSpPr/>
            <p:nvPr/>
          </p:nvSpPr>
          <p:spPr>
            <a:xfrm>
              <a:off x="3483803" y="3492564"/>
              <a:ext cx="5055317" cy="26973"/>
            </a:xfrm>
            <a:custGeom>
              <a:avLst/>
              <a:pathLst>
                <a:path w="5055317" h="26973">
                  <a:moveTo>
                    <a:pt x="0" y="26973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1"/>
            <p:cNvSpPr/>
            <p:nvPr/>
          </p:nvSpPr>
          <p:spPr>
            <a:xfrm>
              <a:off x="3483803" y="3439434"/>
              <a:ext cx="5055317" cy="69488"/>
            </a:xfrm>
            <a:custGeom>
              <a:avLst/>
              <a:pathLst>
                <a:path w="5055317" h="69488">
                  <a:moveTo>
                    <a:pt x="0" y="0"/>
                  </a:moveTo>
                  <a:lnTo>
                    <a:pt x="5055317" y="69488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2"/>
            <p:cNvSpPr/>
            <p:nvPr/>
          </p:nvSpPr>
          <p:spPr>
            <a:xfrm>
              <a:off x="3483803" y="3359329"/>
              <a:ext cx="5055317" cy="147426"/>
            </a:xfrm>
            <a:custGeom>
              <a:avLst/>
              <a:pathLst>
                <a:path w="5055317" h="147426">
                  <a:moveTo>
                    <a:pt x="0" y="0"/>
                  </a:moveTo>
                  <a:lnTo>
                    <a:pt x="5055317" y="147426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3"/>
            <p:cNvSpPr/>
            <p:nvPr/>
          </p:nvSpPr>
          <p:spPr>
            <a:xfrm>
              <a:off x="3483803" y="3279225"/>
              <a:ext cx="5055317" cy="159111"/>
            </a:xfrm>
            <a:custGeom>
              <a:avLst/>
              <a:pathLst>
                <a:path w="5055317" h="159111">
                  <a:moveTo>
                    <a:pt x="0" y="0"/>
                  </a:moveTo>
                  <a:lnTo>
                    <a:pt x="5055317" y="159111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4"/>
            <p:cNvSpPr/>
            <p:nvPr/>
          </p:nvSpPr>
          <p:spPr>
            <a:xfrm>
              <a:off x="3483803" y="3199120"/>
              <a:ext cx="5055317" cy="192715"/>
            </a:xfrm>
            <a:custGeom>
              <a:avLst/>
              <a:pathLst>
                <a:path w="5055317" h="192715">
                  <a:moveTo>
                    <a:pt x="0" y="0"/>
                  </a:moveTo>
                  <a:lnTo>
                    <a:pt x="5055317" y="192715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5"/>
            <p:cNvSpPr/>
            <p:nvPr/>
          </p:nvSpPr>
          <p:spPr>
            <a:xfrm>
              <a:off x="3483803" y="3119016"/>
              <a:ext cx="5055317" cy="206837"/>
            </a:xfrm>
            <a:custGeom>
              <a:avLst/>
              <a:pathLst>
                <a:path w="5055317" h="206837">
                  <a:moveTo>
                    <a:pt x="0" y="0"/>
                  </a:moveTo>
                  <a:lnTo>
                    <a:pt x="5055317" y="206837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6"/>
            <p:cNvSpPr/>
            <p:nvPr/>
          </p:nvSpPr>
          <p:spPr>
            <a:xfrm>
              <a:off x="3483803" y="3038911"/>
              <a:ext cx="5055317" cy="257566"/>
            </a:xfrm>
            <a:custGeom>
              <a:avLst/>
              <a:pathLst>
                <a:path w="5055317" h="257566">
                  <a:moveTo>
                    <a:pt x="0" y="0"/>
                  </a:moveTo>
                  <a:lnTo>
                    <a:pt x="5055317" y="257566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7"/>
            <p:cNvSpPr/>
            <p:nvPr/>
          </p:nvSpPr>
          <p:spPr>
            <a:xfrm>
              <a:off x="3483803" y="2958807"/>
              <a:ext cx="5055317" cy="339266"/>
            </a:xfrm>
            <a:custGeom>
              <a:avLst/>
              <a:pathLst>
                <a:path w="5055317" h="339266">
                  <a:moveTo>
                    <a:pt x="0" y="0"/>
                  </a:moveTo>
                  <a:lnTo>
                    <a:pt x="5055317" y="339266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8"/>
            <p:cNvSpPr/>
            <p:nvPr/>
          </p:nvSpPr>
          <p:spPr>
            <a:xfrm>
              <a:off x="3483803" y="2878702"/>
              <a:ext cx="5055317" cy="459546"/>
            </a:xfrm>
            <a:custGeom>
              <a:avLst/>
              <a:pathLst>
                <a:path w="5055317" h="459546">
                  <a:moveTo>
                    <a:pt x="0" y="0"/>
                  </a:moveTo>
                  <a:lnTo>
                    <a:pt x="5055317" y="459546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t29"/>
            <p:cNvSpPr/>
            <p:nvPr/>
          </p:nvSpPr>
          <p:spPr>
            <a:xfrm>
              <a:off x="3463042" y="462024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t30"/>
            <p:cNvSpPr/>
            <p:nvPr/>
          </p:nvSpPr>
          <p:spPr>
            <a:xfrm>
              <a:off x="3463042" y="454013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t31"/>
            <p:cNvSpPr/>
            <p:nvPr/>
          </p:nvSpPr>
          <p:spPr>
            <a:xfrm>
              <a:off x="3463042" y="446003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t32"/>
            <p:cNvSpPr/>
            <p:nvPr/>
          </p:nvSpPr>
          <p:spPr>
            <a:xfrm>
              <a:off x="3463042" y="437992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t33"/>
            <p:cNvSpPr/>
            <p:nvPr/>
          </p:nvSpPr>
          <p:spPr>
            <a:xfrm>
              <a:off x="3463042" y="429982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t34"/>
            <p:cNvSpPr/>
            <p:nvPr/>
          </p:nvSpPr>
          <p:spPr>
            <a:xfrm>
              <a:off x="3463042" y="421971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t35"/>
            <p:cNvSpPr/>
            <p:nvPr/>
          </p:nvSpPr>
          <p:spPr>
            <a:xfrm>
              <a:off x="3463042" y="413961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t36"/>
            <p:cNvSpPr/>
            <p:nvPr/>
          </p:nvSpPr>
          <p:spPr>
            <a:xfrm>
              <a:off x="3463042" y="405950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t37"/>
            <p:cNvSpPr/>
            <p:nvPr/>
          </p:nvSpPr>
          <p:spPr>
            <a:xfrm>
              <a:off x="3463042" y="397940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t38"/>
            <p:cNvSpPr/>
            <p:nvPr/>
          </p:nvSpPr>
          <p:spPr>
            <a:xfrm>
              <a:off x="3463042" y="389930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t39"/>
            <p:cNvSpPr/>
            <p:nvPr/>
          </p:nvSpPr>
          <p:spPr>
            <a:xfrm>
              <a:off x="3463042" y="381919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t40"/>
            <p:cNvSpPr/>
            <p:nvPr/>
          </p:nvSpPr>
          <p:spPr>
            <a:xfrm>
              <a:off x="3463042" y="373909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t41"/>
            <p:cNvSpPr/>
            <p:nvPr/>
          </p:nvSpPr>
          <p:spPr>
            <a:xfrm>
              <a:off x="3463042" y="365898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t42"/>
            <p:cNvSpPr/>
            <p:nvPr/>
          </p:nvSpPr>
          <p:spPr>
            <a:xfrm>
              <a:off x="3463042" y="357888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t43"/>
            <p:cNvSpPr/>
            <p:nvPr/>
          </p:nvSpPr>
          <p:spPr>
            <a:xfrm>
              <a:off x="3463042" y="349877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t44"/>
            <p:cNvSpPr/>
            <p:nvPr/>
          </p:nvSpPr>
          <p:spPr>
            <a:xfrm>
              <a:off x="3463042" y="341867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t45"/>
            <p:cNvSpPr/>
            <p:nvPr/>
          </p:nvSpPr>
          <p:spPr>
            <a:xfrm>
              <a:off x="3463042" y="333856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t46"/>
            <p:cNvSpPr/>
            <p:nvPr/>
          </p:nvSpPr>
          <p:spPr>
            <a:xfrm>
              <a:off x="3463042" y="325846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t47"/>
            <p:cNvSpPr/>
            <p:nvPr/>
          </p:nvSpPr>
          <p:spPr>
            <a:xfrm>
              <a:off x="3463042" y="317836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t48"/>
            <p:cNvSpPr/>
            <p:nvPr/>
          </p:nvSpPr>
          <p:spPr>
            <a:xfrm>
              <a:off x="3463042" y="309825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t49"/>
            <p:cNvSpPr/>
            <p:nvPr/>
          </p:nvSpPr>
          <p:spPr>
            <a:xfrm>
              <a:off x="3463042" y="301815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t50"/>
            <p:cNvSpPr/>
            <p:nvPr/>
          </p:nvSpPr>
          <p:spPr>
            <a:xfrm>
              <a:off x="3463042" y="293804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t51"/>
            <p:cNvSpPr/>
            <p:nvPr/>
          </p:nvSpPr>
          <p:spPr>
            <a:xfrm>
              <a:off x="3463042" y="285794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t52"/>
            <p:cNvSpPr/>
            <p:nvPr/>
          </p:nvSpPr>
          <p:spPr>
            <a:xfrm>
              <a:off x="8514294" y="423214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t53"/>
            <p:cNvSpPr/>
            <p:nvPr/>
          </p:nvSpPr>
          <p:spPr>
            <a:xfrm>
              <a:off x="8514294" y="419257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t54"/>
            <p:cNvSpPr/>
            <p:nvPr/>
          </p:nvSpPr>
          <p:spPr>
            <a:xfrm>
              <a:off x="8514294" y="410413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t55"/>
            <p:cNvSpPr/>
            <p:nvPr/>
          </p:nvSpPr>
          <p:spPr>
            <a:xfrm>
              <a:off x="8514294" y="404796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t56"/>
            <p:cNvSpPr/>
            <p:nvPr/>
          </p:nvSpPr>
          <p:spPr>
            <a:xfrm>
              <a:off x="8514294" y="411845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t57"/>
            <p:cNvSpPr/>
            <p:nvPr/>
          </p:nvSpPr>
          <p:spPr>
            <a:xfrm>
              <a:off x="8514294" y="405346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t58"/>
            <p:cNvSpPr/>
            <p:nvPr/>
          </p:nvSpPr>
          <p:spPr>
            <a:xfrm>
              <a:off x="8514294" y="395997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t59"/>
            <p:cNvSpPr/>
            <p:nvPr/>
          </p:nvSpPr>
          <p:spPr>
            <a:xfrm>
              <a:off x="8514294" y="398828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t60"/>
            <p:cNvSpPr/>
            <p:nvPr/>
          </p:nvSpPr>
          <p:spPr>
            <a:xfrm>
              <a:off x="8514294" y="385229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t61"/>
            <p:cNvSpPr/>
            <p:nvPr/>
          </p:nvSpPr>
          <p:spPr>
            <a:xfrm>
              <a:off x="8514294" y="375766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t62"/>
            <p:cNvSpPr/>
            <p:nvPr/>
          </p:nvSpPr>
          <p:spPr>
            <a:xfrm>
              <a:off x="8514294" y="372835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t63"/>
            <p:cNvSpPr/>
            <p:nvPr/>
          </p:nvSpPr>
          <p:spPr>
            <a:xfrm>
              <a:off x="8514294" y="362305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t64"/>
            <p:cNvSpPr/>
            <p:nvPr/>
          </p:nvSpPr>
          <p:spPr>
            <a:xfrm>
              <a:off x="8514294" y="358240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t65"/>
            <p:cNvSpPr/>
            <p:nvPr/>
          </p:nvSpPr>
          <p:spPr>
            <a:xfrm>
              <a:off x="8514294" y="358959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t66"/>
            <p:cNvSpPr/>
            <p:nvPr/>
          </p:nvSpPr>
          <p:spPr>
            <a:xfrm>
              <a:off x="8514294" y="346773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t67"/>
            <p:cNvSpPr/>
            <p:nvPr/>
          </p:nvSpPr>
          <p:spPr>
            <a:xfrm>
              <a:off x="8514294" y="348409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t68"/>
            <p:cNvSpPr/>
            <p:nvPr/>
          </p:nvSpPr>
          <p:spPr>
            <a:xfrm>
              <a:off x="8514294" y="348193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t69"/>
            <p:cNvSpPr/>
            <p:nvPr/>
          </p:nvSpPr>
          <p:spPr>
            <a:xfrm>
              <a:off x="8514294" y="341351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t70"/>
            <p:cNvSpPr/>
            <p:nvPr/>
          </p:nvSpPr>
          <p:spPr>
            <a:xfrm>
              <a:off x="8514294" y="336701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t71"/>
            <p:cNvSpPr/>
            <p:nvPr/>
          </p:nvSpPr>
          <p:spPr>
            <a:xfrm>
              <a:off x="8514294" y="330102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t72"/>
            <p:cNvSpPr/>
            <p:nvPr/>
          </p:nvSpPr>
          <p:spPr>
            <a:xfrm>
              <a:off x="8514294" y="327165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t73"/>
            <p:cNvSpPr/>
            <p:nvPr/>
          </p:nvSpPr>
          <p:spPr>
            <a:xfrm>
              <a:off x="8514294" y="327324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t74"/>
            <p:cNvSpPr/>
            <p:nvPr/>
          </p:nvSpPr>
          <p:spPr>
            <a:xfrm>
              <a:off x="8514294" y="331342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l75"/>
            <p:cNvSpPr/>
            <p:nvPr/>
          </p:nvSpPr>
          <p:spPr>
            <a:xfrm>
              <a:off x="3483803" y="1556978"/>
              <a:ext cx="0" cy="4405747"/>
            </a:xfrm>
            <a:custGeom>
              <a:avLst/>
              <a:pathLst>
                <a:path w="0" h="4405747">
                  <a:moveTo>
                    <a:pt x="0" y="4405747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l76"/>
            <p:cNvSpPr/>
            <p:nvPr/>
          </p:nvSpPr>
          <p:spPr>
            <a:xfrm>
              <a:off x="8539120" y="1556978"/>
              <a:ext cx="0" cy="4405747"/>
            </a:xfrm>
            <a:custGeom>
              <a:avLst/>
              <a:pathLst>
                <a:path w="0" h="4405747">
                  <a:moveTo>
                    <a:pt x="0" y="4405747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l77"/>
            <p:cNvSpPr/>
            <p:nvPr/>
          </p:nvSpPr>
          <p:spPr>
            <a:xfrm>
              <a:off x="3407973" y="4961419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8"/>
            <p:cNvSpPr/>
            <p:nvPr/>
          </p:nvSpPr>
          <p:spPr>
            <a:xfrm>
              <a:off x="3407973" y="4560897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79"/>
            <p:cNvSpPr/>
            <p:nvPr/>
          </p:nvSpPr>
          <p:spPr>
            <a:xfrm>
              <a:off x="3407973" y="4160374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0"/>
            <p:cNvSpPr/>
            <p:nvPr/>
          </p:nvSpPr>
          <p:spPr>
            <a:xfrm>
              <a:off x="3407973" y="3759852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1"/>
            <p:cNvSpPr/>
            <p:nvPr/>
          </p:nvSpPr>
          <p:spPr>
            <a:xfrm>
              <a:off x="3407973" y="3359329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2"/>
            <p:cNvSpPr/>
            <p:nvPr/>
          </p:nvSpPr>
          <p:spPr>
            <a:xfrm>
              <a:off x="3407973" y="2958807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3"/>
            <p:cNvSpPr/>
            <p:nvPr/>
          </p:nvSpPr>
          <p:spPr>
            <a:xfrm>
              <a:off x="3407973" y="2558284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4"/>
            <p:cNvSpPr/>
            <p:nvPr/>
          </p:nvSpPr>
          <p:spPr>
            <a:xfrm>
              <a:off x="8539120" y="4961419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5"/>
            <p:cNvSpPr/>
            <p:nvPr/>
          </p:nvSpPr>
          <p:spPr>
            <a:xfrm>
              <a:off x="8539120" y="4560897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6"/>
            <p:cNvSpPr/>
            <p:nvPr/>
          </p:nvSpPr>
          <p:spPr>
            <a:xfrm>
              <a:off x="8539120" y="4160374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7"/>
            <p:cNvSpPr/>
            <p:nvPr/>
          </p:nvSpPr>
          <p:spPr>
            <a:xfrm>
              <a:off x="8539120" y="3759852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8"/>
            <p:cNvSpPr/>
            <p:nvPr/>
          </p:nvSpPr>
          <p:spPr>
            <a:xfrm>
              <a:off x="8539120" y="3359329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89"/>
            <p:cNvSpPr/>
            <p:nvPr/>
          </p:nvSpPr>
          <p:spPr>
            <a:xfrm>
              <a:off x="8539120" y="2958807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0"/>
            <p:cNvSpPr/>
            <p:nvPr/>
          </p:nvSpPr>
          <p:spPr>
            <a:xfrm>
              <a:off x="8539120" y="2558284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tx91"/>
            <p:cNvSpPr/>
            <p:nvPr/>
          </p:nvSpPr>
          <p:spPr>
            <a:xfrm>
              <a:off x="3173068" y="4926333"/>
              <a:ext cx="108521" cy="70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93" name="tx92"/>
            <p:cNvSpPr/>
            <p:nvPr/>
          </p:nvSpPr>
          <p:spPr>
            <a:xfrm>
              <a:off x="3173068" y="4526240"/>
              <a:ext cx="108521" cy="69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15</a:t>
              </a:r>
            </a:p>
          </p:txBody>
        </p:sp>
        <p:sp>
          <p:nvSpPr>
            <p:cNvPr id="94" name="tx93"/>
            <p:cNvSpPr/>
            <p:nvPr/>
          </p:nvSpPr>
          <p:spPr>
            <a:xfrm>
              <a:off x="3173068" y="4125050"/>
              <a:ext cx="108521" cy="7031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95" name="tx94"/>
            <p:cNvSpPr/>
            <p:nvPr/>
          </p:nvSpPr>
          <p:spPr>
            <a:xfrm>
              <a:off x="3173068" y="3724671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25</a:t>
              </a:r>
            </a:p>
          </p:txBody>
        </p:sp>
        <p:sp>
          <p:nvSpPr>
            <p:cNvPr id="96" name="tx95"/>
            <p:cNvSpPr/>
            <p:nvPr/>
          </p:nvSpPr>
          <p:spPr>
            <a:xfrm>
              <a:off x="3173068" y="3324148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97" name="tx96"/>
            <p:cNvSpPr/>
            <p:nvPr/>
          </p:nvSpPr>
          <p:spPr>
            <a:xfrm>
              <a:off x="3173068" y="2923625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35</a:t>
              </a:r>
            </a:p>
          </p:txBody>
        </p:sp>
        <p:sp>
          <p:nvSpPr>
            <p:cNvPr id="98" name="tx97"/>
            <p:cNvSpPr/>
            <p:nvPr/>
          </p:nvSpPr>
          <p:spPr>
            <a:xfrm>
              <a:off x="3173068" y="2523008"/>
              <a:ext cx="108521" cy="7026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99" name="tx98"/>
            <p:cNvSpPr/>
            <p:nvPr/>
          </p:nvSpPr>
          <p:spPr>
            <a:xfrm>
              <a:off x="8741333" y="4926333"/>
              <a:ext cx="108521" cy="70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100" name="tx99"/>
            <p:cNvSpPr/>
            <p:nvPr/>
          </p:nvSpPr>
          <p:spPr>
            <a:xfrm>
              <a:off x="8741333" y="4526240"/>
              <a:ext cx="108521" cy="69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15</a:t>
              </a:r>
            </a:p>
          </p:txBody>
        </p:sp>
        <p:sp>
          <p:nvSpPr>
            <p:cNvPr id="101" name="tx100"/>
            <p:cNvSpPr/>
            <p:nvPr/>
          </p:nvSpPr>
          <p:spPr>
            <a:xfrm>
              <a:off x="8741333" y="4125050"/>
              <a:ext cx="108521" cy="7031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102" name="tx101"/>
            <p:cNvSpPr/>
            <p:nvPr/>
          </p:nvSpPr>
          <p:spPr>
            <a:xfrm>
              <a:off x="8741333" y="3724671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25</a:t>
              </a:r>
            </a:p>
          </p:txBody>
        </p:sp>
        <p:sp>
          <p:nvSpPr>
            <p:cNvPr id="103" name="tx102"/>
            <p:cNvSpPr/>
            <p:nvPr/>
          </p:nvSpPr>
          <p:spPr>
            <a:xfrm>
              <a:off x="8741333" y="3324148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104" name="tx103"/>
            <p:cNvSpPr/>
            <p:nvPr/>
          </p:nvSpPr>
          <p:spPr>
            <a:xfrm>
              <a:off x="8741333" y="2923625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35</a:t>
              </a:r>
            </a:p>
          </p:txBody>
        </p:sp>
        <p:sp>
          <p:nvSpPr>
            <p:cNvPr id="105" name="tx104"/>
            <p:cNvSpPr/>
            <p:nvPr/>
          </p:nvSpPr>
          <p:spPr>
            <a:xfrm>
              <a:off x="8741333" y="2523008"/>
              <a:ext cx="108521" cy="7026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106" name="pl105"/>
            <p:cNvSpPr/>
            <p:nvPr/>
          </p:nvSpPr>
          <p:spPr>
            <a:xfrm>
              <a:off x="824706" y="1556978"/>
              <a:ext cx="0" cy="4405747"/>
            </a:xfrm>
            <a:custGeom>
              <a:avLst/>
              <a:pathLst>
                <a:path w="0" h="4405747">
                  <a:moveTo>
                    <a:pt x="0" y="4405747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l106"/>
            <p:cNvSpPr/>
            <p:nvPr/>
          </p:nvSpPr>
          <p:spPr>
            <a:xfrm>
              <a:off x="824706" y="5962726"/>
              <a:ext cx="10373511" cy="0"/>
            </a:xfrm>
            <a:custGeom>
              <a:avLst/>
              <a:pathLst>
                <a:path w="10373511" h="0">
                  <a:moveTo>
                    <a:pt x="0" y="0"/>
                  </a:moveTo>
                  <a:lnTo>
                    <a:pt x="10373511" y="0"/>
                  </a:lnTo>
                </a:path>
              </a:pathLst>
            </a:custGeom>
            <a:ln w="17246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l107"/>
            <p:cNvSpPr/>
            <p:nvPr/>
          </p:nvSpPr>
          <p:spPr>
            <a:xfrm>
              <a:off x="3483803" y="5962726"/>
              <a:ext cx="0" cy="44283"/>
            </a:xfrm>
            <a:custGeom>
              <a:avLst/>
              <a:pathLst>
                <a:path w="0" h="44283">
                  <a:moveTo>
                    <a:pt x="0" y="44283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l108"/>
            <p:cNvSpPr/>
            <p:nvPr/>
          </p:nvSpPr>
          <p:spPr>
            <a:xfrm>
              <a:off x="8539120" y="5962726"/>
              <a:ext cx="0" cy="44283"/>
            </a:xfrm>
            <a:custGeom>
              <a:avLst/>
              <a:pathLst>
                <a:path w="0" h="44283">
                  <a:moveTo>
                    <a:pt x="0" y="44283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tx109"/>
            <p:cNvSpPr/>
            <p:nvPr/>
          </p:nvSpPr>
          <p:spPr>
            <a:xfrm>
              <a:off x="3163554" y="6012780"/>
              <a:ext cx="640496" cy="13168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Response</a:t>
              </a:r>
            </a:p>
          </p:txBody>
        </p:sp>
        <p:sp>
          <p:nvSpPr>
            <p:cNvPr id="111" name="tx110"/>
            <p:cNvSpPr/>
            <p:nvPr/>
          </p:nvSpPr>
          <p:spPr>
            <a:xfrm>
              <a:off x="8060762" y="6012086"/>
              <a:ext cx="956716" cy="1323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Mean objective</a:t>
              </a:r>
            </a:p>
          </p:txBody>
        </p:sp>
        <p:sp>
          <p:nvSpPr>
            <p:cNvPr id="112" name="tx111"/>
            <p:cNvSpPr/>
            <p:nvPr/>
          </p:nvSpPr>
          <p:spPr>
            <a:xfrm>
              <a:off x="824706" y="1261006"/>
              <a:ext cx="4398119" cy="168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Reverse Galton squeeze; responses restricted to 14–36</a:t>
              </a:r>
            </a:p>
          </p:txBody>
        </p:sp>
        <p:sp>
          <p:nvSpPr>
            <p:cNvPr id="113" name="tx112"/>
            <p:cNvSpPr/>
            <p:nvPr/>
          </p:nvSpPr>
          <p:spPr>
            <a:xfrm>
              <a:off x="824706" y="965033"/>
              <a:ext cx="3154665" cy="20075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6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6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Experiment 1 - Average condition</a:t>
              </a:r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p:ph/>
          </p:nvPr>
        </p:nvSpPr>
        <p:spPr>
          <a:xfrm>
            <a:off x="274320" y="182880"/>
            <a:ext cx="11430000" cy="457200"/>
          </a:xfrm>
        </p:spPr>
        <p:txBody>
          <a:bodyPr/>
          <a:lstStyle/>
          <a:p>
            <a:r>
              <a:rPr/>
              <a:t>Exp 1 - Experience reverse Galton responses 14-36</a:t>
            </a:r>
          </a:p>
        </p:txBody>
      </p:sp>
      <p:grpSp xmlns:pic="http://schemas.openxmlformats.org/drawingml/2006/picture">
        <p:nvGrpSpPr>
          <p:cNvPr id="3" name=""/>
          <p:cNvGrpSpPr/>
          <p:nvPr/>
        </p:nvGrpSpPr>
        <p:grpSpPr>
          <a:xfrm>
            <a:off x="274320" y="822960"/>
            <a:ext cx="11430000" cy="5669280"/>
            <a:chOff x="274320" y="822960"/>
            <a:chExt cx="11430000" cy="5669280"/>
          </a:xfrm>
        </p:grpSpPr>
        <p:sp>
          <p:nvSpPr>
            <p:cNvPr id="4" name="rc3"/>
            <p:cNvSpPr/>
            <p:nvPr/>
          </p:nvSpPr>
          <p:spPr>
            <a:xfrm>
              <a:off x="274320" y="822960"/>
              <a:ext cx="1143000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4"/>
            <p:cNvSpPr/>
            <p:nvPr/>
          </p:nvSpPr>
          <p:spPr>
            <a:xfrm>
              <a:off x="274320" y="822960"/>
              <a:ext cx="1143000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7246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rc5"/>
            <p:cNvSpPr/>
            <p:nvPr/>
          </p:nvSpPr>
          <p:spPr>
            <a:xfrm>
              <a:off x="824706" y="1556978"/>
              <a:ext cx="10373511" cy="4405747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6"/>
            <p:cNvSpPr/>
            <p:nvPr/>
          </p:nvSpPr>
          <p:spPr>
            <a:xfrm>
              <a:off x="3483803" y="4242050"/>
              <a:ext cx="5055317" cy="398951"/>
            </a:xfrm>
            <a:custGeom>
              <a:avLst/>
              <a:pathLst>
                <a:path w="5055317" h="398951">
                  <a:moveTo>
                    <a:pt x="0" y="398951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7"/>
            <p:cNvSpPr/>
            <p:nvPr/>
          </p:nvSpPr>
          <p:spPr>
            <a:xfrm>
              <a:off x="3483803" y="4178025"/>
              <a:ext cx="5055317" cy="382872"/>
            </a:xfrm>
            <a:custGeom>
              <a:avLst/>
              <a:pathLst>
                <a:path w="5055317" h="382872">
                  <a:moveTo>
                    <a:pt x="0" y="382872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8"/>
            <p:cNvSpPr/>
            <p:nvPr/>
          </p:nvSpPr>
          <p:spPr>
            <a:xfrm>
              <a:off x="3483803" y="4168162"/>
              <a:ext cx="5055317" cy="312630"/>
            </a:xfrm>
            <a:custGeom>
              <a:avLst/>
              <a:pathLst>
                <a:path w="5055317" h="312630">
                  <a:moveTo>
                    <a:pt x="0" y="312630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9"/>
            <p:cNvSpPr/>
            <p:nvPr/>
          </p:nvSpPr>
          <p:spPr>
            <a:xfrm>
              <a:off x="3483803" y="4041510"/>
              <a:ext cx="5055317" cy="359178"/>
            </a:xfrm>
            <a:custGeom>
              <a:avLst/>
              <a:pathLst>
                <a:path w="5055317" h="359178">
                  <a:moveTo>
                    <a:pt x="0" y="359178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0"/>
            <p:cNvSpPr/>
            <p:nvPr/>
          </p:nvSpPr>
          <p:spPr>
            <a:xfrm>
              <a:off x="3483803" y="4154913"/>
              <a:ext cx="5055317" cy="165670"/>
            </a:xfrm>
            <a:custGeom>
              <a:avLst/>
              <a:pathLst>
                <a:path w="5055317" h="165670">
                  <a:moveTo>
                    <a:pt x="0" y="165670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1"/>
            <p:cNvSpPr/>
            <p:nvPr/>
          </p:nvSpPr>
          <p:spPr>
            <a:xfrm>
              <a:off x="3483803" y="3990498"/>
              <a:ext cx="5055317" cy="249981"/>
            </a:xfrm>
            <a:custGeom>
              <a:avLst/>
              <a:pathLst>
                <a:path w="5055317" h="249981">
                  <a:moveTo>
                    <a:pt x="0" y="249981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2"/>
            <p:cNvSpPr/>
            <p:nvPr/>
          </p:nvSpPr>
          <p:spPr>
            <a:xfrm>
              <a:off x="3483803" y="3989675"/>
              <a:ext cx="5055317" cy="170698"/>
            </a:xfrm>
            <a:custGeom>
              <a:avLst/>
              <a:pathLst>
                <a:path w="5055317" h="170698">
                  <a:moveTo>
                    <a:pt x="0" y="170698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3"/>
            <p:cNvSpPr/>
            <p:nvPr/>
          </p:nvSpPr>
          <p:spPr>
            <a:xfrm>
              <a:off x="3483803" y="3998258"/>
              <a:ext cx="5055317" cy="82011"/>
            </a:xfrm>
            <a:custGeom>
              <a:avLst/>
              <a:pathLst>
                <a:path w="5055317" h="82011">
                  <a:moveTo>
                    <a:pt x="0" y="82011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4"/>
            <p:cNvSpPr/>
            <p:nvPr/>
          </p:nvSpPr>
          <p:spPr>
            <a:xfrm>
              <a:off x="3483803" y="3811081"/>
              <a:ext cx="5055317" cy="189083"/>
            </a:xfrm>
            <a:custGeom>
              <a:avLst/>
              <a:pathLst>
                <a:path w="5055317" h="189083">
                  <a:moveTo>
                    <a:pt x="0" y="189083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5"/>
            <p:cNvSpPr/>
            <p:nvPr/>
          </p:nvSpPr>
          <p:spPr>
            <a:xfrm>
              <a:off x="3483803" y="3785886"/>
              <a:ext cx="5055317" cy="134175"/>
            </a:xfrm>
            <a:custGeom>
              <a:avLst/>
              <a:pathLst>
                <a:path w="5055317" h="134175">
                  <a:moveTo>
                    <a:pt x="0" y="134175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6"/>
            <p:cNvSpPr/>
            <p:nvPr/>
          </p:nvSpPr>
          <p:spPr>
            <a:xfrm>
              <a:off x="3483803" y="3756155"/>
              <a:ext cx="5055317" cy="83801"/>
            </a:xfrm>
            <a:custGeom>
              <a:avLst/>
              <a:pathLst>
                <a:path w="5055317" h="83801">
                  <a:moveTo>
                    <a:pt x="0" y="83801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7"/>
            <p:cNvSpPr/>
            <p:nvPr/>
          </p:nvSpPr>
          <p:spPr>
            <a:xfrm>
              <a:off x="3483803" y="3646190"/>
              <a:ext cx="5055317" cy="113661"/>
            </a:xfrm>
            <a:custGeom>
              <a:avLst/>
              <a:pathLst>
                <a:path w="5055317" h="113661">
                  <a:moveTo>
                    <a:pt x="0" y="113661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8"/>
            <p:cNvSpPr/>
            <p:nvPr/>
          </p:nvSpPr>
          <p:spPr>
            <a:xfrm>
              <a:off x="3483803" y="3606685"/>
              <a:ext cx="5055317" cy="73062"/>
            </a:xfrm>
            <a:custGeom>
              <a:avLst/>
              <a:pathLst>
                <a:path w="5055317" h="73062">
                  <a:moveTo>
                    <a:pt x="0" y="73062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19"/>
            <p:cNvSpPr/>
            <p:nvPr/>
          </p:nvSpPr>
          <p:spPr>
            <a:xfrm>
              <a:off x="3483803" y="3599643"/>
              <a:ext cx="5055317" cy="45165"/>
            </a:xfrm>
            <a:custGeom>
              <a:avLst/>
              <a:pathLst>
                <a:path w="5055317" h="45165">
                  <a:moveTo>
                    <a:pt x="0" y="0"/>
                  </a:moveTo>
                  <a:lnTo>
                    <a:pt x="5055317" y="45165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0"/>
            <p:cNvSpPr/>
            <p:nvPr/>
          </p:nvSpPr>
          <p:spPr>
            <a:xfrm>
              <a:off x="3483803" y="3488655"/>
              <a:ext cx="5055317" cy="30883"/>
            </a:xfrm>
            <a:custGeom>
              <a:avLst/>
              <a:pathLst>
                <a:path w="5055317" h="30883">
                  <a:moveTo>
                    <a:pt x="0" y="30883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1"/>
            <p:cNvSpPr/>
            <p:nvPr/>
          </p:nvSpPr>
          <p:spPr>
            <a:xfrm>
              <a:off x="3483803" y="3439434"/>
              <a:ext cx="5055317" cy="91827"/>
            </a:xfrm>
            <a:custGeom>
              <a:avLst/>
              <a:pathLst>
                <a:path w="5055317" h="91827">
                  <a:moveTo>
                    <a:pt x="0" y="0"/>
                  </a:moveTo>
                  <a:lnTo>
                    <a:pt x="5055317" y="91827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2"/>
            <p:cNvSpPr/>
            <p:nvPr/>
          </p:nvSpPr>
          <p:spPr>
            <a:xfrm>
              <a:off x="3483803" y="3359329"/>
              <a:ext cx="5055317" cy="158803"/>
            </a:xfrm>
            <a:custGeom>
              <a:avLst/>
              <a:pathLst>
                <a:path w="5055317" h="158803">
                  <a:moveTo>
                    <a:pt x="0" y="0"/>
                  </a:moveTo>
                  <a:lnTo>
                    <a:pt x="5055317" y="158803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3"/>
            <p:cNvSpPr/>
            <p:nvPr/>
          </p:nvSpPr>
          <p:spPr>
            <a:xfrm>
              <a:off x="3483803" y="3279225"/>
              <a:ext cx="5055317" cy="135660"/>
            </a:xfrm>
            <a:custGeom>
              <a:avLst/>
              <a:pathLst>
                <a:path w="5055317" h="135660">
                  <a:moveTo>
                    <a:pt x="0" y="0"/>
                  </a:moveTo>
                  <a:lnTo>
                    <a:pt x="5055317" y="13566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4"/>
            <p:cNvSpPr/>
            <p:nvPr/>
          </p:nvSpPr>
          <p:spPr>
            <a:xfrm>
              <a:off x="3483803" y="3199120"/>
              <a:ext cx="5055317" cy="177280"/>
            </a:xfrm>
            <a:custGeom>
              <a:avLst/>
              <a:pathLst>
                <a:path w="5055317" h="177280">
                  <a:moveTo>
                    <a:pt x="0" y="0"/>
                  </a:moveTo>
                  <a:lnTo>
                    <a:pt x="5055317" y="17728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5"/>
            <p:cNvSpPr/>
            <p:nvPr/>
          </p:nvSpPr>
          <p:spPr>
            <a:xfrm>
              <a:off x="3483803" y="3119016"/>
              <a:ext cx="5055317" cy="186910"/>
            </a:xfrm>
            <a:custGeom>
              <a:avLst/>
              <a:pathLst>
                <a:path w="5055317" h="186910">
                  <a:moveTo>
                    <a:pt x="0" y="0"/>
                  </a:moveTo>
                  <a:lnTo>
                    <a:pt x="5055317" y="18691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6"/>
            <p:cNvSpPr/>
            <p:nvPr/>
          </p:nvSpPr>
          <p:spPr>
            <a:xfrm>
              <a:off x="3483803" y="3038911"/>
              <a:ext cx="5055317" cy="283899"/>
            </a:xfrm>
            <a:custGeom>
              <a:avLst/>
              <a:pathLst>
                <a:path w="5055317" h="283899">
                  <a:moveTo>
                    <a:pt x="0" y="0"/>
                  </a:moveTo>
                  <a:lnTo>
                    <a:pt x="5055317" y="283899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7"/>
            <p:cNvSpPr/>
            <p:nvPr/>
          </p:nvSpPr>
          <p:spPr>
            <a:xfrm>
              <a:off x="3483803" y="2958807"/>
              <a:ext cx="5055317" cy="295496"/>
            </a:xfrm>
            <a:custGeom>
              <a:avLst/>
              <a:pathLst>
                <a:path w="5055317" h="295496">
                  <a:moveTo>
                    <a:pt x="0" y="0"/>
                  </a:moveTo>
                  <a:lnTo>
                    <a:pt x="5055317" y="295496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8"/>
            <p:cNvSpPr/>
            <p:nvPr/>
          </p:nvSpPr>
          <p:spPr>
            <a:xfrm>
              <a:off x="3483803" y="2878702"/>
              <a:ext cx="5055317" cy="403383"/>
            </a:xfrm>
            <a:custGeom>
              <a:avLst/>
              <a:pathLst>
                <a:path w="5055317" h="403383">
                  <a:moveTo>
                    <a:pt x="0" y="0"/>
                  </a:moveTo>
                  <a:lnTo>
                    <a:pt x="5055317" y="403383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t29"/>
            <p:cNvSpPr/>
            <p:nvPr/>
          </p:nvSpPr>
          <p:spPr>
            <a:xfrm>
              <a:off x="3463042" y="462024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t30"/>
            <p:cNvSpPr/>
            <p:nvPr/>
          </p:nvSpPr>
          <p:spPr>
            <a:xfrm>
              <a:off x="3463042" y="454013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t31"/>
            <p:cNvSpPr/>
            <p:nvPr/>
          </p:nvSpPr>
          <p:spPr>
            <a:xfrm>
              <a:off x="3463042" y="446003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t32"/>
            <p:cNvSpPr/>
            <p:nvPr/>
          </p:nvSpPr>
          <p:spPr>
            <a:xfrm>
              <a:off x="3463042" y="437992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t33"/>
            <p:cNvSpPr/>
            <p:nvPr/>
          </p:nvSpPr>
          <p:spPr>
            <a:xfrm>
              <a:off x="3463042" y="429982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t34"/>
            <p:cNvSpPr/>
            <p:nvPr/>
          </p:nvSpPr>
          <p:spPr>
            <a:xfrm>
              <a:off x="3463042" y="421971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t35"/>
            <p:cNvSpPr/>
            <p:nvPr/>
          </p:nvSpPr>
          <p:spPr>
            <a:xfrm>
              <a:off x="3463042" y="413961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t36"/>
            <p:cNvSpPr/>
            <p:nvPr/>
          </p:nvSpPr>
          <p:spPr>
            <a:xfrm>
              <a:off x="3463042" y="405950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t37"/>
            <p:cNvSpPr/>
            <p:nvPr/>
          </p:nvSpPr>
          <p:spPr>
            <a:xfrm>
              <a:off x="3463042" y="397940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t38"/>
            <p:cNvSpPr/>
            <p:nvPr/>
          </p:nvSpPr>
          <p:spPr>
            <a:xfrm>
              <a:off x="3463042" y="389930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t39"/>
            <p:cNvSpPr/>
            <p:nvPr/>
          </p:nvSpPr>
          <p:spPr>
            <a:xfrm>
              <a:off x="3463042" y="381919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t40"/>
            <p:cNvSpPr/>
            <p:nvPr/>
          </p:nvSpPr>
          <p:spPr>
            <a:xfrm>
              <a:off x="3463042" y="373909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t41"/>
            <p:cNvSpPr/>
            <p:nvPr/>
          </p:nvSpPr>
          <p:spPr>
            <a:xfrm>
              <a:off x="3463042" y="365898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t42"/>
            <p:cNvSpPr/>
            <p:nvPr/>
          </p:nvSpPr>
          <p:spPr>
            <a:xfrm>
              <a:off x="3463042" y="357888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t43"/>
            <p:cNvSpPr/>
            <p:nvPr/>
          </p:nvSpPr>
          <p:spPr>
            <a:xfrm>
              <a:off x="3463042" y="349877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t44"/>
            <p:cNvSpPr/>
            <p:nvPr/>
          </p:nvSpPr>
          <p:spPr>
            <a:xfrm>
              <a:off x="3463042" y="341867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t45"/>
            <p:cNvSpPr/>
            <p:nvPr/>
          </p:nvSpPr>
          <p:spPr>
            <a:xfrm>
              <a:off x="3463042" y="333856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t46"/>
            <p:cNvSpPr/>
            <p:nvPr/>
          </p:nvSpPr>
          <p:spPr>
            <a:xfrm>
              <a:off x="3463042" y="325846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t47"/>
            <p:cNvSpPr/>
            <p:nvPr/>
          </p:nvSpPr>
          <p:spPr>
            <a:xfrm>
              <a:off x="3463042" y="317836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t48"/>
            <p:cNvSpPr/>
            <p:nvPr/>
          </p:nvSpPr>
          <p:spPr>
            <a:xfrm>
              <a:off x="3463042" y="309825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t49"/>
            <p:cNvSpPr/>
            <p:nvPr/>
          </p:nvSpPr>
          <p:spPr>
            <a:xfrm>
              <a:off x="3463042" y="301815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t50"/>
            <p:cNvSpPr/>
            <p:nvPr/>
          </p:nvSpPr>
          <p:spPr>
            <a:xfrm>
              <a:off x="3463042" y="293804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t51"/>
            <p:cNvSpPr/>
            <p:nvPr/>
          </p:nvSpPr>
          <p:spPr>
            <a:xfrm>
              <a:off x="3463042" y="285794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t52"/>
            <p:cNvSpPr/>
            <p:nvPr/>
          </p:nvSpPr>
          <p:spPr>
            <a:xfrm>
              <a:off x="8514294" y="421722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t53"/>
            <p:cNvSpPr/>
            <p:nvPr/>
          </p:nvSpPr>
          <p:spPr>
            <a:xfrm>
              <a:off x="8514294" y="415319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t54"/>
            <p:cNvSpPr/>
            <p:nvPr/>
          </p:nvSpPr>
          <p:spPr>
            <a:xfrm>
              <a:off x="8514294" y="414333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t55"/>
            <p:cNvSpPr/>
            <p:nvPr/>
          </p:nvSpPr>
          <p:spPr>
            <a:xfrm>
              <a:off x="8514294" y="401668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t56"/>
            <p:cNvSpPr/>
            <p:nvPr/>
          </p:nvSpPr>
          <p:spPr>
            <a:xfrm>
              <a:off x="8514294" y="413008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t57"/>
            <p:cNvSpPr/>
            <p:nvPr/>
          </p:nvSpPr>
          <p:spPr>
            <a:xfrm>
              <a:off x="8514294" y="396567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t58"/>
            <p:cNvSpPr/>
            <p:nvPr/>
          </p:nvSpPr>
          <p:spPr>
            <a:xfrm>
              <a:off x="8514294" y="396485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t59"/>
            <p:cNvSpPr/>
            <p:nvPr/>
          </p:nvSpPr>
          <p:spPr>
            <a:xfrm>
              <a:off x="8514294" y="397343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t60"/>
            <p:cNvSpPr/>
            <p:nvPr/>
          </p:nvSpPr>
          <p:spPr>
            <a:xfrm>
              <a:off x="8514294" y="378625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t61"/>
            <p:cNvSpPr/>
            <p:nvPr/>
          </p:nvSpPr>
          <p:spPr>
            <a:xfrm>
              <a:off x="8514294" y="376106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t62"/>
            <p:cNvSpPr/>
            <p:nvPr/>
          </p:nvSpPr>
          <p:spPr>
            <a:xfrm>
              <a:off x="8514294" y="373132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t63"/>
            <p:cNvSpPr/>
            <p:nvPr/>
          </p:nvSpPr>
          <p:spPr>
            <a:xfrm>
              <a:off x="8514294" y="362136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t64"/>
            <p:cNvSpPr/>
            <p:nvPr/>
          </p:nvSpPr>
          <p:spPr>
            <a:xfrm>
              <a:off x="8514294" y="358185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t65"/>
            <p:cNvSpPr/>
            <p:nvPr/>
          </p:nvSpPr>
          <p:spPr>
            <a:xfrm>
              <a:off x="8514294" y="361998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t66"/>
            <p:cNvSpPr/>
            <p:nvPr/>
          </p:nvSpPr>
          <p:spPr>
            <a:xfrm>
              <a:off x="8514294" y="346382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t67"/>
            <p:cNvSpPr/>
            <p:nvPr/>
          </p:nvSpPr>
          <p:spPr>
            <a:xfrm>
              <a:off x="8514294" y="350643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t68"/>
            <p:cNvSpPr/>
            <p:nvPr/>
          </p:nvSpPr>
          <p:spPr>
            <a:xfrm>
              <a:off x="8514294" y="349330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t69"/>
            <p:cNvSpPr/>
            <p:nvPr/>
          </p:nvSpPr>
          <p:spPr>
            <a:xfrm>
              <a:off x="8514294" y="339006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t70"/>
            <p:cNvSpPr/>
            <p:nvPr/>
          </p:nvSpPr>
          <p:spPr>
            <a:xfrm>
              <a:off x="8514294" y="335157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t71"/>
            <p:cNvSpPr/>
            <p:nvPr/>
          </p:nvSpPr>
          <p:spPr>
            <a:xfrm>
              <a:off x="8514294" y="328110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t72"/>
            <p:cNvSpPr/>
            <p:nvPr/>
          </p:nvSpPr>
          <p:spPr>
            <a:xfrm>
              <a:off x="8514294" y="329798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t73"/>
            <p:cNvSpPr/>
            <p:nvPr/>
          </p:nvSpPr>
          <p:spPr>
            <a:xfrm>
              <a:off x="8514294" y="322947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t74"/>
            <p:cNvSpPr/>
            <p:nvPr/>
          </p:nvSpPr>
          <p:spPr>
            <a:xfrm>
              <a:off x="8514294" y="325726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l75"/>
            <p:cNvSpPr/>
            <p:nvPr/>
          </p:nvSpPr>
          <p:spPr>
            <a:xfrm>
              <a:off x="3483803" y="1556978"/>
              <a:ext cx="0" cy="4405747"/>
            </a:xfrm>
            <a:custGeom>
              <a:avLst/>
              <a:pathLst>
                <a:path w="0" h="4405747">
                  <a:moveTo>
                    <a:pt x="0" y="4405747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l76"/>
            <p:cNvSpPr/>
            <p:nvPr/>
          </p:nvSpPr>
          <p:spPr>
            <a:xfrm>
              <a:off x="8539120" y="1556978"/>
              <a:ext cx="0" cy="4405747"/>
            </a:xfrm>
            <a:custGeom>
              <a:avLst/>
              <a:pathLst>
                <a:path w="0" h="4405747">
                  <a:moveTo>
                    <a:pt x="0" y="4405747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l77"/>
            <p:cNvSpPr/>
            <p:nvPr/>
          </p:nvSpPr>
          <p:spPr>
            <a:xfrm>
              <a:off x="3407973" y="4961419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8"/>
            <p:cNvSpPr/>
            <p:nvPr/>
          </p:nvSpPr>
          <p:spPr>
            <a:xfrm>
              <a:off x="3407973" y="4560897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79"/>
            <p:cNvSpPr/>
            <p:nvPr/>
          </p:nvSpPr>
          <p:spPr>
            <a:xfrm>
              <a:off x="3407973" y="4160374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0"/>
            <p:cNvSpPr/>
            <p:nvPr/>
          </p:nvSpPr>
          <p:spPr>
            <a:xfrm>
              <a:off x="3407973" y="3759852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1"/>
            <p:cNvSpPr/>
            <p:nvPr/>
          </p:nvSpPr>
          <p:spPr>
            <a:xfrm>
              <a:off x="3407973" y="3359329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2"/>
            <p:cNvSpPr/>
            <p:nvPr/>
          </p:nvSpPr>
          <p:spPr>
            <a:xfrm>
              <a:off x="3407973" y="2958807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3"/>
            <p:cNvSpPr/>
            <p:nvPr/>
          </p:nvSpPr>
          <p:spPr>
            <a:xfrm>
              <a:off x="3407973" y="2558284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4"/>
            <p:cNvSpPr/>
            <p:nvPr/>
          </p:nvSpPr>
          <p:spPr>
            <a:xfrm>
              <a:off x="8539120" y="4961419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5"/>
            <p:cNvSpPr/>
            <p:nvPr/>
          </p:nvSpPr>
          <p:spPr>
            <a:xfrm>
              <a:off x="8539120" y="4560897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6"/>
            <p:cNvSpPr/>
            <p:nvPr/>
          </p:nvSpPr>
          <p:spPr>
            <a:xfrm>
              <a:off x="8539120" y="4160374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7"/>
            <p:cNvSpPr/>
            <p:nvPr/>
          </p:nvSpPr>
          <p:spPr>
            <a:xfrm>
              <a:off x="8539120" y="3759852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8"/>
            <p:cNvSpPr/>
            <p:nvPr/>
          </p:nvSpPr>
          <p:spPr>
            <a:xfrm>
              <a:off x="8539120" y="3359329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89"/>
            <p:cNvSpPr/>
            <p:nvPr/>
          </p:nvSpPr>
          <p:spPr>
            <a:xfrm>
              <a:off x="8539120" y="2958807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0"/>
            <p:cNvSpPr/>
            <p:nvPr/>
          </p:nvSpPr>
          <p:spPr>
            <a:xfrm>
              <a:off x="8539120" y="2558284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tx91"/>
            <p:cNvSpPr/>
            <p:nvPr/>
          </p:nvSpPr>
          <p:spPr>
            <a:xfrm>
              <a:off x="3173068" y="4926333"/>
              <a:ext cx="108521" cy="70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93" name="tx92"/>
            <p:cNvSpPr/>
            <p:nvPr/>
          </p:nvSpPr>
          <p:spPr>
            <a:xfrm>
              <a:off x="3173068" y="4526240"/>
              <a:ext cx="108521" cy="69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15</a:t>
              </a:r>
            </a:p>
          </p:txBody>
        </p:sp>
        <p:sp>
          <p:nvSpPr>
            <p:cNvPr id="94" name="tx93"/>
            <p:cNvSpPr/>
            <p:nvPr/>
          </p:nvSpPr>
          <p:spPr>
            <a:xfrm>
              <a:off x="3173068" y="4125050"/>
              <a:ext cx="108521" cy="7031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95" name="tx94"/>
            <p:cNvSpPr/>
            <p:nvPr/>
          </p:nvSpPr>
          <p:spPr>
            <a:xfrm>
              <a:off x="3173068" y="3724671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25</a:t>
              </a:r>
            </a:p>
          </p:txBody>
        </p:sp>
        <p:sp>
          <p:nvSpPr>
            <p:cNvPr id="96" name="tx95"/>
            <p:cNvSpPr/>
            <p:nvPr/>
          </p:nvSpPr>
          <p:spPr>
            <a:xfrm>
              <a:off x="3173068" y="3324148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97" name="tx96"/>
            <p:cNvSpPr/>
            <p:nvPr/>
          </p:nvSpPr>
          <p:spPr>
            <a:xfrm>
              <a:off x="3173068" y="2923625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35</a:t>
              </a:r>
            </a:p>
          </p:txBody>
        </p:sp>
        <p:sp>
          <p:nvSpPr>
            <p:cNvPr id="98" name="tx97"/>
            <p:cNvSpPr/>
            <p:nvPr/>
          </p:nvSpPr>
          <p:spPr>
            <a:xfrm>
              <a:off x="3173068" y="2523008"/>
              <a:ext cx="108521" cy="7026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99" name="tx98"/>
            <p:cNvSpPr/>
            <p:nvPr/>
          </p:nvSpPr>
          <p:spPr>
            <a:xfrm>
              <a:off x="8741333" y="4926333"/>
              <a:ext cx="108521" cy="70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100" name="tx99"/>
            <p:cNvSpPr/>
            <p:nvPr/>
          </p:nvSpPr>
          <p:spPr>
            <a:xfrm>
              <a:off x="8741333" y="4526240"/>
              <a:ext cx="108521" cy="69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15</a:t>
              </a:r>
            </a:p>
          </p:txBody>
        </p:sp>
        <p:sp>
          <p:nvSpPr>
            <p:cNvPr id="101" name="tx100"/>
            <p:cNvSpPr/>
            <p:nvPr/>
          </p:nvSpPr>
          <p:spPr>
            <a:xfrm>
              <a:off x="8741333" y="4125050"/>
              <a:ext cx="108521" cy="7031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102" name="tx101"/>
            <p:cNvSpPr/>
            <p:nvPr/>
          </p:nvSpPr>
          <p:spPr>
            <a:xfrm>
              <a:off x="8741333" y="3724671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25</a:t>
              </a:r>
            </a:p>
          </p:txBody>
        </p:sp>
        <p:sp>
          <p:nvSpPr>
            <p:cNvPr id="103" name="tx102"/>
            <p:cNvSpPr/>
            <p:nvPr/>
          </p:nvSpPr>
          <p:spPr>
            <a:xfrm>
              <a:off x="8741333" y="3324148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104" name="tx103"/>
            <p:cNvSpPr/>
            <p:nvPr/>
          </p:nvSpPr>
          <p:spPr>
            <a:xfrm>
              <a:off x="8741333" y="2923625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35</a:t>
              </a:r>
            </a:p>
          </p:txBody>
        </p:sp>
        <p:sp>
          <p:nvSpPr>
            <p:cNvPr id="105" name="tx104"/>
            <p:cNvSpPr/>
            <p:nvPr/>
          </p:nvSpPr>
          <p:spPr>
            <a:xfrm>
              <a:off x="8741333" y="2523008"/>
              <a:ext cx="108521" cy="7026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106" name="pl105"/>
            <p:cNvSpPr/>
            <p:nvPr/>
          </p:nvSpPr>
          <p:spPr>
            <a:xfrm>
              <a:off x="824706" y="1556978"/>
              <a:ext cx="0" cy="4405747"/>
            </a:xfrm>
            <a:custGeom>
              <a:avLst/>
              <a:pathLst>
                <a:path w="0" h="4405747">
                  <a:moveTo>
                    <a:pt x="0" y="4405747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l106"/>
            <p:cNvSpPr/>
            <p:nvPr/>
          </p:nvSpPr>
          <p:spPr>
            <a:xfrm>
              <a:off x="824706" y="5962726"/>
              <a:ext cx="10373511" cy="0"/>
            </a:xfrm>
            <a:custGeom>
              <a:avLst/>
              <a:pathLst>
                <a:path w="10373511" h="0">
                  <a:moveTo>
                    <a:pt x="0" y="0"/>
                  </a:moveTo>
                  <a:lnTo>
                    <a:pt x="10373511" y="0"/>
                  </a:lnTo>
                </a:path>
              </a:pathLst>
            </a:custGeom>
            <a:ln w="17246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l107"/>
            <p:cNvSpPr/>
            <p:nvPr/>
          </p:nvSpPr>
          <p:spPr>
            <a:xfrm>
              <a:off x="3483803" y="5962726"/>
              <a:ext cx="0" cy="44283"/>
            </a:xfrm>
            <a:custGeom>
              <a:avLst/>
              <a:pathLst>
                <a:path w="0" h="44283">
                  <a:moveTo>
                    <a:pt x="0" y="44283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l108"/>
            <p:cNvSpPr/>
            <p:nvPr/>
          </p:nvSpPr>
          <p:spPr>
            <a:xfrm>
              <a:off x="8539120" y="5962726"/>
              <a:ext cx="0" cy="44283"/>
            </a:xfrm>
            <a:custGeom>
              <a:avLst/>
              <a:pathLst>
                <a:path w="0" h="44283">
                  <a:moveTo>
                    <a:pt x="0" y="44283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tx109"/>
            <p:cNvSpPr/>
            <p:nvPr/>
          </p:nvSpPr>
          <p:spPr>
            <a:xfrm>
              <a:off x="3163554" y="6012780"/>
              <a:ext cx="640496" cy="13168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Response</a:t>
              </a:r>
            </a:p>
          </p:txBody>
        </p:sp>
        <p:sp>
          <p:nvSpPr>
            <p:cNvPr id="111" name="tx110"/>
            <p:cNvSpPr/>
            <p:nvPr/>
          </p:nvSpPr>
          <p:spPr>
            <a:xfrm>
              <a:off x="8060762" y="6012086"/>
              <a:ext cx="956716" cy="1323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Mean objective</a:t>
              </a:r>
            </a:p>
          </p:txBody>
        </p:sp>
        <p:sp>
          <p:nvSpPr>
            <p:cNvPr id="112" name="tx111"/>
            <p:cNvSpPr/>
            <p:nvPr/>
          </p:nvSpPr>
          <p:spPr>
            <a:xfrm>
              <a:off x="824706" y="1261006"/>
              <a:ext cx="4398119" cy="168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Reverse Galton squeeze; responses restricted to 14–36</a:t>
              </a:r>
            </a:p>
          </p:txBody>
        </p:sp>
        <p:sp>
          <p:nvSpPr>
            <p:cNvPr id="113" name="tx112"/>
            <p:cNvSpPr/>
            <p:nvPr/>
          </p:nvSpPr>
          <p:spPr>
            <a:xfrm>
              <a:off x="824706" y="967742"/>
              <a:ext cx="3427407" cy="1980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6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6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Experiment 1 - Experience condition</a:t>
              </a:r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p:ph/>
          </p:nvPr>
        </p:nvSpPr>
        <p:spPr>
          <a:xfrm>
            <a:off x="274320" y="182880"/>
            <a:ext cx="11430000" cy="457200"/>
          </a:xfrm>
        </p:spPr>
        <p:txBody>
          <a:bodyPr/>
          <a:lstStyle/>
          <a:p>
            <a:r>
              <a:rPr/>
              <a:t>Exp 1 - Fisher z correlations</a:t>
            </a:r>
          </a:p>
        </p:txBody>
      </p:sp>
      <p:grpSp xmlns:pic="http://schemas.openxmlformats.org/drawingml/2006/picture">
        <p:nvGrpSpPr>
          <p:cNvPr id="3" name=""/>
          <p:cNvGrpSpPr/>
          <p:nvPr/>
        </p:nvGrpSpPr>
        <p:grpSpPr>
          <a:xfrm>
            <a:off x="274320" y="822960"/>
            <a:ext cx="11430000" cy="5669280"/>
            <a:chOff x="274320" y="822960"/>
            <a:chExt cx="11430000" cy="5669280"/>
          </a:xfrm>
        </p:grpSpPr>
        <p:sp>
          <p:nvSpPr>
            <p:cNvPr id="4" name="rc3"/>
            <p:cNvSpPr/>
            <p:nvPr/>
          </p:nvSpPr>
          <p:spPr>
            <a:xfrm>
              <a:off x="274320" y="822960"/>
              <a:ext cx="1143000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4"/>
            <p:cNvSpPr/>
            <p:nvPr/>
          </p:nvSpPr>
          <p:spPr>
            <a:xfrm>
              <a:off x="11704320" y="822960"/>
              <a:ext cx="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6014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rc5"/>
            <p:cNvSpPr/>
            <p:nvPr/>
          </p:nvSpPr>
          <p:spPr>
            <a:xfrm>
              <a:off x="810251" y="1666098"/>
              <a:ext cx="5364792" cy="434986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6"/>
            <p:cNvSpPr/>
            <p:nvPr/>
          </p:nvSpPr>
          <p:spPr>
            <a:xfrm>
              <a:off x="1576650" y="3217627"/>
              <a:ext cx="3831994" cy="157333"/>
            </a:xfrm>
            <a:custGeom>
              <a:avLst/>
              <a:pathLst>
                <a:path w="3831994" h="157333">
                  <a:moveTo>
                    <a:pt x="0" y="157333"/>
                  </a:moveTo>
                  <a:lnTo>
                    <a:pt x="1277331" y="0"/>
                  </a:lnTo>
                  <a:lnTo>
                    <a:pt x="2554663" y="27649"/>
                  </a:lnTo>
                  <a:lnTo>
                    <a:pt x="3831994" y="23095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7"/>
            <p:cNvSpPr/>
            <p:nvPr/>
          </p:nvSpPr>
          <p:spPr>
            <a:xfrm>
              <a:off x="1576650" y="3660280"/>
              <a:ext cx="3831994" cy="1603745"/>
            </a:xfrm>
            <a:custGeom>
              <a:avLst/>
              <a:pathLst>
                <a:path w="3831994" h="1603745">
                  <a:moveTo>
                    <a:pt x="0" y="702587"/>
                  </a:moveTo>
                  <a:lnTo>
                    <a:pt x="1277331" y="0"/>
                  </a:lnTo>
                  <a:lnTo>
                    <a:pt x="2554663" y="669922"/>
                  </a:lnTo>
                  <a:lnTo>
                    <a:pt x="3831994" y="1603745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8"/>
            <p:cNvSpPr/>
            <p:nvPr/>
          </p:nvSpPr>
          <p:spPr>
            <a:xfrm>
              <a:off x="1576650" y="3790884"/>
              <a:ext cx="3831994" cy="1222442"/>
            </a:xfrm>
            <a:custGeom>
              <a:avLst/>
              <a:pathLst>
                <a:path w="3831994" h="1222442">
                  <a:moveTo>
                    <a:pt x="0" y="0"/>
                  </a:moveTo>
                  <a:lnTo>
                    <a:pt x="1277331" y="88455"/>
                  </a:lnTo>
                  <a:lnTo>
                    <a:pt x="2554663" y="64809"/>
                  </a:lnTo>
                  <a:lnTo>
                    <a:pt x="3831994" y="1222442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9"/>
            <p:cNvSpPr/>
            <p:nvPr/>
          </p:nvSpPr>
          <p:spPr>
            <a:xfrm>
              <a:off x="1576650" y="2920233"/>
              <a:ext cx="3831994" cy="730062"/>
            </a:xfrm>
            <a:custGeom>
              <a:avLst/>
              <a:pathLst>
                <a:path w="3831994" h="730062">
                  <a:moveTo>
                    <a:pt x="0" y="730062"/>
                  </a:moveTo>
                  <a:lnTo>
                    <a:pt x="1277331" y="433949"/>
                  </a:lnTo>
                  <a:lnTo>
                    <a:pt x="2554663" y="693782"/>
                  </a:lnTo>
                  <a:lnTo>
                    <a:pt x="3831994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0"/>
            <p:cNvSpPr/>
            <p:nvPr/>
          </p:nvSpPr>
          <p:spPr>
            <a:xfrm>
              <a:off x="1576650" y="3647729"/>
              <a:ext cx="3831994" cy="495337"/>
            </a:xfrm>
            <a:custGeom>
              <a:avLst/>
              <a:pathLst>
                <a:path w="3831994" h="495337">
                  <a:moveTo>
                    <a:pt x="0" y="0"/>
                  </a:moveTo>
                  <a:lnTo>
                    <a:pt x="1277331" y="150287"/>
                  </a:lnTo>
                  <a:lnTo>
                    <a:pt x="2554663" y="495337"/>
                  </a:lnTo>
                  <a:lnTo>
                    <a:pt x="3831994" y="302754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1"/>
            <p:cNvSpPr/>
            <p:nvPr/>
          </p:nvSpPr>
          <p:spPr>
            <a:xfrm>
              <a:off x="1576650" y="2101631"/>
              <a:ext cx="3831994" cy="1456264"/>
            </a:xfrm>
            <a:custGeom>
              <a:avLst/>
              <a:pathLst>
                <a:path w="3831994" h="1456264">
                  <a:moveTo>
                    <a:pt x="0" y="1201382"/>
                  </a:moveTo>
                  <a:lnTo>
                    <a:pt x="1277331" y="1456264"/>
                  </a:lnTo>
                  <a:lnTo>
                    <a:pt x="2554663" y="277240"/>
                  </a:lnTo>
                  <a:lnTo>
                    <a:pt x="3831994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2"/>
            <p:cNvSpPr/>
            <p:nvPr/>
          </p:nvSpPr>
          <p:spPr>
            <a:xfrm>
              <a:off x="1576650" y="4468778"/>
              <a:ext cx="3831994" cy="1282544"/>
            </a:xfrm>
            <a:custGeom>
              <a:avLst/>
              <a:pathLst>
                <a:path w="3831994" h="1282544">
                  <a:moveTo>
                    <a:pt x="0" y="833804"/>
                  </a:moveTo>
                  <a:lnTo>
                    <a:pt x="1277331" y="615427"/>
                  </a:lnTo>
                  <a:lnTo>
                    <a:pt x="2554663" y="0"/>
                  </a:lnTo>
                  <a:lnTo>
                    <a:pt x="3831994" y="1282544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3"/>
            <p:cNvSpPr/>
            <p:nvPr/>
          </p:nvSpPr>
          <p:spPr>
            <a:xfrm>
              <a:off x="1576650" y="4001097"/>
              <a:ext cx="3831994" cy="382510"/>
            </a:xfrm>
            <a:custGeom>
              <a:avLst/>
              <a:pathLst>
                <a:path w="3831994" h="382510">
                  <a:moveTo>
                    <a:pt x="0" y="4947"/>
                  </a:moveTo>
                  <a:lnTo>
                    <a:pt x="1277331" y="0"/>
                  </a:lnTo>
                  <a:lnTo>
                    <a:pt x="2554663" y="188003"/>
                  </a:lnTo>
                  <a:lnTo>
                    <a:pt x="3831994" y="38251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4"/>
            <p:cNvSpPr/>
            <p:nvPr/>
          </p:nvSpPr>
          <p:spPr>
            <a:xfrm>
              <a:off x="1576650" y="3029626"/>
              <a:ext cx="3831994" cy="1288746"/>
            </a:xfrm>
            <a:custGeom>
              <a:avLst/>
              <a:pathLst>
                <a:path w="3831994" h="1288746">
                  <a:moveTo>
                    <a:pt x="0" y="976938"/>
                  </a:moveTo>
                  <a:lnTo>
                    <a:pt x="1277331" y="1231896"/>
                  </a:lnTo>
                  <a:lnTo>
                    <a:pt x="2554663" y="1288746"/>
                  </a:lnTo>
                  <a:lnTo>
                    <a:pt x="3831994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5"/>
            <p:cNvSpPr/>
            <p:nvPr/>
          </p:nvSpPr>
          <p:spPr>
            <a:xfrm>
              <a:off x="1576650" y="3364961"/>
              <a:ext cx="3831994" cy="857483"/>
            </a:xfrm>
            <a:custGeom>
              <a:avLst/>
              <a:pathLst>
                <a:path w="3831994" h="857483">
                  <a:moveTo>
                    <a:pt x="0" y="29664"/>
                  </a:moveTo>
                  <a:lnTo>
                    <a:pt x="1277331" y="0"/>
                  </a:lnTo>
                  <a:lnTo>
                    <a:pt x="2554663" y="857483"/>
                  </a:lnTo>
                  <a:lnTo>
                    <a:pt x="3831994" y="126509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6"/>
            <p:cNvSpPr/>
            <p:nvPr/>
          </p:nvSpPr>
          <p:spPr>
            <a:xfrm>
              <a:off x="1576650" y="3357244"/>
              <a:ext cx="3831994" cy="1335168"/>
            </a:xfrm>
            <a:custGeom>
              <a:avLst/>
              <a:pathLst>
                <a:path w="3831994" h="1335168">
                  <a:moveTo>
                    <a:pt x="0" y="0"/>
                  </a:moveTo>
                  <a:lnTo>
                    <a:pt x="1277331" y="549258"/>
                  </a:lnTo>
                  <a:lnTo>
                    <a:pt x="2554663" y="1335168"/>
                  </a:lnTo>
                  <a:lnTo>
                    <a:pt x="3831994" y="452296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7"/>
            <p:cNvSpPr/>
            <p:nvPr/>
          </p:nvSpPr>
          <p:spPr>
            <a:xfrm>
              <a:off x="1576650" y="3606308"/>
              <a:ext cx="3831994" cy="700884"/>
            </a:xfrm>
            <a:custGeom>
              <a:avLst/>
              <a:pathLst>
                <a:path w="3831994" h="700884">
                  <a:moveTo>
                    <a:pt x="0" y="0"/>
                  </a:moveTo>
                  <a:lnTo>
                    <a:pt x="1277331" y="254971"/>
                  </a:lnTo>
                  <a:lnTo>
                    <a:pt x="2554663" y="385448"/>
                  </a:lnTo>
                  <a:lnTo>
                    <a:pt x="3831994" y="700884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8"/>
            <p:cNvSpPr/>
            <p:nvPr/>
          </p:nvSpPr>
          <p:spPr>
            <a:xfrm>
              <a:off x="1576650" y="3813590"/>
              <a:ext cx="3831994" cy="620729"/>
            </a:xfrm>
            <a:custGeom>
              <a:avLst/>
              <a:pathLst>
                <a:path w="3831994" h="620729">
                  <a:moveTo>
                    <a:pt x="0" y="620729"/>
                  </a:moveTo>
                  <a:lnTo>
                    <a:pt x="1277331" y="258386"/>
                  </a:lnTo>
                  <a:lnTo>
                    <a:pt x="2554663" y="254523"/>
                  </a:lnTo>
                  <a:lnTo>
                    <a:pt x="3831994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19"/>
            <p:cNvSpPr/>
            <p:nvPr/>
          </p:nvSpPr>
          <p:spPr>
            <a:xfrm>
              <a:off x="1576650" y="3046301"/>
              <a:ext cx="3831994" cy="1667386"/>
            </a:xfrm>
            <a:custGeom>
              <a:avLst/>
              <a:pathLst>
                <a:path w="3831994" h="1667386">
                  <a:moveTo>
                    <a:pt x="0" y="427509"/>
                  </a:moveTo>
                  <a:lnTo>
                    <a:pt x="1277331" y="0"/>
                  </a:lnTo>
                  <a:lnTo>
                    <a:pt x="2554663" y="1667386"/>
                  </a:lnTo>
                  <a:lnTo>
                    <a:pt x="3831994" y="949704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0"/>
            <p:cNvSpPr/>
            <p:nvPr/>
          </p:nvSpPr>
          <p:spPr>
            <a:xfrm>
              <a:off x="1576650" y="3774555"/>
              <a:ext cx="3831994" cy="740834"/>
            </a:xfrm>
            <a:custGeom>
              <a:avLst/>
              <a:pathLst>
                <a:path w="3831994" h="740834">
                  <a:moveTo>
                    <a:pt x="0" y="205384"/>
                  </a:moveTo>
                  <a:lnTo>
                    <a:pt x="1277331" y="0"/>
                  </a:lnTo>
                  <a:lnTo>
                    <a:pt x="2554663" y="740834"/>
                  </a:lnTo>
                  <a:lnTo>
                    <a:pt x="3831994" y="81496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1"/>
            <p:cNvSpPr/>
            <p:nvPr/>
          </p:nvSpPr>
          <p:spPr>
            <a:xfrm>
              <a:off x="1576650" y="3786671"/>
              <a:ext cx="3831994" cy="937492"/>
            </a:xfrm>
            <a:custGeom>
              <a:avLst/>
              <a:pathLst>
                <a:path w="3831994" h="937492">
                  <a:moveTo>
                    <a:pt x="0" y="0"/>
                  </a:moveTo>
                  <a:lnTo>
                    <a:pt x="1277331" y="937492"/>
                  </a:lnTo>
                  <a:lnTo>
                    <a:pt x="2554663" y="313720"/>
                  </a:lnTo>
                  <a:lnTo>
                    <a:pt x="3831994" y="506086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2"/>
            <p:cNvSpPr/>
            <p:nvPr/>
          </p:nvSpPr>
          <p:spPr>
            <a:xfrm>
              <a:off x="1576650" y="2860513"/>
              <a:ext cx="3831994" cy="1408091"/>
            </a:xfrm>
            <a:custGeom>
              <a:avLst/>
              <a:pathLst>
                <a:path w="3831994" h="1408091">
                  <a:moveTo>
                    <a:pt x="0" y="0"/>
                  </a:moveTo>
                  <a:lnTo>
                    <a:pt x="1277331" y="958614"/>
                  </a:lnTo>
                  <a:lnTo>
                    <a:pt x="2554663" y="1408091"/>
                  </a:lnTo>
                  <a:lnTo>
                    <a:pt x="3831994" y="623287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3"/>
            <p:cNvSpPr/>
            <p:nvPr/>
          </p:nvSpPr>
          <p:spPr>
            <a:xfrm>
              <a:off x="1576650" y="3347303"/>
              <a:ext cx="3831994" cy="2282575"/>
            </a:xfrm>
            <a:custGeom>
              <a:avLst/>
              <a:pathLst>
                <a:path w="3831994" h="2282575">
                  <a:moveTo>
                    <a:pt x="0" y="0"/>
                  </a:moveTo>
                  <a:lnTo>
                    <a:pt x="1277331" y="2282149"/>
                  </a:lnTo>
                  <a:lnTo>
                    <a:pt x="2554663" y="2282575"/>
                  </a:lnTo>
                  <a:lnTo>
                    <a:pt x="3831994" y="1850278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4"/>
            <p:cNvSpPr/>
            <p:nvPr/>
          </p:nvSpPr>
          <p:spPr>
            <a:xfrm>
              <a:off x="1576650" y="2644847"/>
              <a:ext cx="3831994" cy="422671"/>
            </a:xfrm>
            <a:custGeom>
              <a:avLst/>
              <a:pathLst>
                <a:path w="3831994" h="422671">
                  <a:moveTo>
                    <a:pt x="0" y="0"/>
                  </a:moveTo>
                  <a:lnTo>
                    <a:pt x="1277331" y="369961"/>
                  </a:lnTo>
                  <a:lnTo>
                    <a:pt x="2554663" y="422671"/>
                  </a:lnTo>
                  <a:lnTo>
                    <a:pt x="3831994" y="313209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5"/>
            <p:cNvSpPr/>
            <p:nvPr/>
          </p:nvSpPr>
          <p:spPr>
            <a:xfrm>
              <a:off x="1576650" y="3929745"/>
              <a:ext cx="3831994" cy="1143920"/>
            </a:xfrm>
            <a:custGeom>
              <a:avLst/>
              <a:pathLst>
                <a:path w="3831994" h="1143920">
                  <a:moveTo>
                    <a:pt x="0" y="0"/>
                  </a:moveTo>
                  <a:lnTo>
                    <a:pt x="1277331" y="298824"/>
                  </a:lnTo>
                  <a:lnTo>
                    <a:pt x="2554663" y="1143920"/>
                  </a:lnTo>
                  <a:lnTo>
                    <a:pt x="3831994" y="336316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6"/>
            <p:cNvSpPr/>
            <p:nvPr/>
          </p:nvSpPr>
          <p:spPr>
            <a:xfrm>
              <a:off x="1576650" y="3899181"/>
              <a:ext cx="3831994" cy="693162"/>
            </a:xfrm>
            <a:custGeom>
              <a:avLst/>
              <a:pathLst>
                <a:path w="3831994" h="693162">
                  <a:moveTo>
                    <a:pt x="0" y="0"/>
                  </a:moveTo>
                  <a:lnTo>
                    <a:pt x="1277331" y="512218"/>
                  </a:lnTo>
                  <a:lnTo>
                    <a:pt x="2554663" y="482880"/>
                  </a:lnTo>
                  <a:lnTo>
                    <a:pt x="3831994" y="693162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7"/>
            <p:cNvSpPr/>
            <p:nvPr/>
          </p:nvSpPr>
          <p:spPr>
            <a:xfrm>
              <a:off x="1576650" y="3707114"/>
              <a:ext cx="3831994" cy="1139579"/>
            </a:xfrm>
            <a:custGeom>
              <a:avLst/>
              <a:pathLst>
                <a:path w="3831994" h="1139579">
                  <a:moveTo>
                    <a:pt x="0" y="1005472"/>
                  </a:moveTo>
                  <a:lnTo>
                    <a:pt x="1277331" y="0"/>
                  </a:lnTo>
                  <a:lnTo>
                    <a:pt x="2554663" y="198925"/>
                  </a:lnTo>
                  <a:lnTo>
                    <a:pt x="3831994" y="1139579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8"/>
            <p:cNvSpPr/>
            <p:nvPr/>
          </p:nvSpPr>
          <p:spPr>
            <a:xfrm>
              <a:off x="1576650" y="2525430"/>
              <a:ext cx="3831994" cy="1473918"/>
            </a:xfrm>
            <a:custGeom>
              <a:avLst/>
              <a:pathLst>
                <a:path w="3831994" h="1473918">
                  <a:moveTo>
                    <a:pt x="0" y="1173271"/>
                  </a:moveTo>
                  <a:lnTo>
                    <a:pt x="1277331" y="1105080"/>
                  </a:lnTo>
                  <a:lnTo>
                    <a:pt x="2554663" y="0"/>
                  </a:lnTo>
                  <a:lnTo>
                    <a:pt x="3831994" y="1473918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t29"/>
            <p:cNvSpPr/>
            <p:nvPr/>
          </p:nvSpPr>
          <p:spPr>
            <a:xfrm>
              <a:off x="1555889" y="335420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t30"/>
            <p:cNvSpPr/>
            <p:nvPr/>
          </p:nvSpPr>
          <p:spPr>
            <a:xfrm>
              <a:off x="2833221" y="319686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t31"/>
            <p:cNvSpPr/>
            <p:nvPr/>
          </p:nvSpPr>
          <p:spPr>
            <a:xfrm>
              <a:off x="4110552" y="322451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t32"/>
            <p:cNvSpPr/>
            <p:nvPr/>
          </p:nvSpPr>
          <p:spPr>
            <a:xfrm>
              <a:off x="5387884" y="321996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t33"/>
            <p:cNvSpPr/>
            <p:nvPr/>
          </p:nvSpPr>
          <p:spPr>
            <a:xfrm>
              <a:off x="1555889" y="434210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t34"/>
            <p:cNvSpPr/>
            <p:nvPr/>
          </p:nvSpPr>
          <p:spPr>
            <a:xfrm>
              <a:off x="2833221" y="363952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t35"/>
            <p:cNvSpPr/>
            <p:nvPr/>
          </p:nvSpPr>
          <p:spPr>
            <a:xfrm>
              <a:off x="4110552" y="430944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t36"/>
            <p:cNvSpPr/>
            <p:nvPr/>
          </p:nvSpPr>
          <p:spPr>
            <a:xfrm>
              <a:off x="5387884" y="524326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t37"/>
            <p:cNvSpPr/>
            <p:nvPr/>
          </p:nvSpPr>
          <p:spPr>
            <a:xfrm>
              <a:off x="1555889" y="377012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t38"/>
            <p:cNvSpPr/>
            <p:nvPr/>
          </p:nvSpPr>
          <p:spPr>
            <a:xfrm>
              <a:off x="2833221" y="385857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t39"/>
            <p:cNvSpPr/>
            <p:nvPr/>
          </p:nvSpPr>
          <p:spPr>
            <a:xfrm>
              <a:off x="4110552" y="383493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t40"/>
            <p:cNvSpPr/>
            <p:nvPr/>
          </p:nvSpPr>
          <p:spPr>
            <a:xfrm>
              <a:off x="5387884" y="499256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t41"/>
            <p:cNvSpPr/>
            <p:nvPr/>
          </p:nvSpPr>
          <p:spPr>
            <a:xfrm>
              <a:off x="1555889" y="362953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t42"/>
            <p:cNvSpPr/>
            <p:nvPr/>
          </p:nvSpPr>
          <p:spPr>
            <a:xfrm>
              <a:off x="2833221" y="333342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t43"/>
            <p:cNvSpPr/>
            <p:nvPr/>
          </p:nvSpPr>
          <p:spPr>
            <a:xfrm>
              <a:off x="4110552" y="359325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t44"/>
            <p:cNvSpPr/>
            <p:nvPr/>
          </p:nvSpPr>
          <p:spPr>
            <a:xfrm>
              <a:off x="5387884" y="289947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t45"/>
            <p:cNvSpPr/>
            <p:nvPr/>
          </p:nvSpPr>
          <p:spPr>
            <a:xfrm>
              <a:off x="1555889" y="362696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t46"/>
            <p:cNvSpPr/>
            <p:nvPr/>
          </p:nvSpPr>
          <p:spPr>
            <a:xfrm>
              <a:off x="2833221" y="377725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t47"/>
            <p:cNvSpPr/>
            <p:nvPr/>
          </p:nvSpPr>
          <p:spPr>
            <a:xfrm>
              <a:off x="4110552" y="412230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t48"/>
            <p:cNvSpPr/>
            <p:nvPr/>
          </p:nvSpPr>
          <p:spPr>
            <a:xfrm>
              <a:off x="5387884" y="392972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t49"/>
            <p:cNvSpPr/>
            <p:nvPr/>
          </p:nvSpPr>
          <p:spPr>
            <a:xfrm>
              <a:off x="1555889" y="328225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t50"/>
            <p:cNvSpPr/>
            <p:nvPr/>
          </p:nvSpPr>
          <p:spPr>
            <a:xfrm>
              <a:off x="2833221" y="353713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t51"/>
            <p:cNvSpPr/>
            <p:nvPr/>
          </p:nvSpPr>
          <p:spPr>
            <a:xfrm>
              <a:off x="4110552" y="235811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t52"/>
            <p:cNvSpPr/>
            <p:nvPr/>
          </p:nvSpPr>
          <p:spPr>
            <a:xfrm>
              <a:off x="5387884" y="208087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t53"/>
            <p:cNvSpPr/>
            <p:nvPr/>
          </p:nvSpPr>
          <p:spPr>
            <a:xfrm>
              <a:off x="1555889" y="528182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t54"/>
            <p:cNvSpPr/>
            <p:nvPr/>
          </p:nvSpPr>
          <p:spPr>
            <a:xfrm>
              <a:off x="2833221" y="506344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t55"/>
            <p:cNvSpPr/>
            <p:nvPr/>
          </p:nvSpPr>
          <p:spPr>
            <a:xfrm>
              <a:off x="4110552" y="444801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t56"/>
            <p:cNvSpPr/>
            <p:nvPr/>
          </p:nvSpPr>
          <p:spPr>
            <a:xfrm>
              <a:off x="5387884" y="573056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t57"/>
            <p:cNvSpPr/>
            <p:nvPr/>
          </p:nvSpPr>
          <p:spPr>
            <a:xfrm>
              <a:off x="1555889" y="398528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t58"/>
            <p:cNvSpPr/>
            <p:nvPr/>
          </p:nvSpPr>
          <p:spPr>
            <a:xfrm>
              <a:off x="2833221" y="398033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t59"/>
            <p:cNvSpPr/>
            <p:nvPr/>
          </p:nvSpPr>
          <p:spPr>
            <a:xfrm>
              <a:off x="4110552" y="416834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t60"/>
            <p:cNvSpPr/>
            <p:nvPr/>
          </p:nvSpPr>
          <p:spPr>
            <a:xfrm>
              <a:off x="5387884" y="436284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t61"/>
            <p:cNvSpPr/>
            <p:nvPr/>
          </p:nvSpPr>
          <p:spPr>
            <a:xfrm>
              <a:off x="1555889" y="398580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t62"/>
            <p:cNvSpPr/>
            <p:nvPr/>
          </p:nvSpPr>
          <p:spPr>
            <a:xfrm>
              <a:off x="2833221" y="424076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t63"/>
            <p:cNvSpPr/>
            <p:nvPr/>
          </p:nvSpPr>
          <p:spPr>
            <a:xfrm>
              <a:off x="4110552" y="429761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t64"/>
            <p:cNvSpPr/>
            <p:nvPr/>
          </p:nvSpPr>
          <p:spPr>
            <a:xfrm>
              <a:off x="5387884" y="300886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t65"/>
            <p:cNvSpPr/>
            <p:nvPr/>
          </p:nvSpPr>
          <p:spPr>
            <a:xfrm>
              <a:off x="1555889" y="337386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t66"/>
            <p:cNvSpPr/>
            <p:nvPr/>
          </p:nvSpPr>
          <p:spPr>
            <a:xfrm>
              <a:off x="2833221" y="334420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t67"/>
            <p:cNvSpPr/>
            <p:nvPr/>
          </p:nvSpPr>
          <p:spPr>
            <a:xfrm>
              <a:off x="4110552" y="420168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t68"/>
            <p:cNvSpPr/>
            <p:nvPr/>
          </p:nvSpPr>
          <p:spPr>
            <a:xfrm>
              <a:off x="5387884" y="347070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t69"/>
            <p:cNvSpPr/>
            <p:nvPr/>
          </p:nvSpPr>
          <p:spPr>
            <a:xfrm>
              <a:off x="1555889" y="333648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t70"/>
            <p:cNvSpPr/>
            <p:nvPr/>
          </p:nvSpPr>
          <p:spPr>
            <a:xfrm>
              <a:off x="2833221" y="388574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t71"/>
            <p:cNvSpPr/>
            <p:nvPr/>
          </p:nvSpPr>
          <p:spPr>
            <a:xfrm>
              <a:off x="4110552" y="467165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t72"/>
            <p:cNvSpPr/>
            <p:nvPr/>
          </p:nvSpPr>
          <p:spPr>
            <a:xfrm>
              <a:off x="5387884" y="378878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t73"/>
            <p:cNvSpPr/>
            <p:nvPr/>
          </p:nvSpPr>
          <p:spPr>
            <a:xfrm>
              <a:off x="1555889" y="358554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t74"/>
            <p:cNvSpPr/>
            <p:nvPr/>
          </p:nvSpPr>
          <p:spPr>
            <a:xfrm>
              <a:off x="2833221" y="384051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t75"/>
            <p:cNvSpPr/>
            <p:nvPr/>
          </p:nvSpPr>
          <p:spPr>
            <a:xfrm>
              <a:off x="4110552" y="397099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t76"/>
            <p:cNvSpPr/>
            <p:nvPr/>
          </p:nvSpPr>
          <p:spPr>
            <a:xfrm>
              <a:off x="5387884" y="428643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t77"/>
            <p:cNvSpPr/>
            <p:nvPr/>
          </p:nvSpPr>
          <p:spPr>
            <a:xfrm>
              <a:off x="1555889" y="441355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t78"/>
            <p:cNvSpPr/>
            <p:nvPr/>
          </p:nvSpPr>
          <p:spPr>
            <a:xfrm>
              <a:off x="2833221" y="405121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t79"/>
            <p:cNvSpPr/>
            <p:nvPr/>
          </p:nvSpPr>
          <p:spPr>
            <a:xfrm>
              <a:off x="4110552" y="404735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t80"/>
            <p:cNvSpPr/>
            <p:nvPr/>
          </p:nvSpPr>
          <p:spPr>
            <a:xfrm>
              <a:off x="5387884" y="379282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t81"/>
            <p:cNvSpPr/>
            <p:nvPr/>
          </p:nvSpPr>
          <p:spPr>
            <a:xfrm>
              <a:off x="1555889" y="345304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t82"/>
            <p:cNvSpPr/>
            <p:nvPr/>
          </p:nvSpPr>
          <p:spPr>
            <a:xfrm>
              <a:off x="2833221" y="302554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t83"/>
            <p:cNvSpPr/>
            <p:nvPr/>
          </p:nvSpPr>
          <p:spPr>
            <a:xfrm>
              <a:off x="4110552" y="469292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t84"/>
            <p:cNvSpPr/>
            <p:nvPr/>
          </p:nvSpPr>
          <p:spPr>
            <a:xfrm>
              <a:off x="5387884" y="397524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t85"/>
            <p:cNvSpPr/>
            <p:nvPr/>
          </p:nvSpPr>
          <p:spPr>
            <a:xfrm>
              <a:off x="1555889" y="395917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t86"/>
            <p:cNvSpPr/>
            <p:nvPr/>
          </p:nvSpPr>
          <p:spPr>
            <a:xfrm>
              <a:off x="2833221" y="375379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t87"/>
            <p:cNvSpPr/>
            <p:nvPr/>
          </p:nvSpPr>
          <p:spPr>
            <a:xfrm>
              <a:off x="4110552" y="449462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t88"/>
            <p:cNvSpPr/>
            <p:nvPr/>
          </p:nvSpPr>
          <p:spPr>
            <a:xfrm>
              <a:off x="5387884" y="383529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t89"/>
            <p:cNvSpPr/>
            <p:nvPr/>
          </p:nvSpPr>
          <p:spPr>
            <a:xfrm>
              <a:off x="1555889" y="376591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t90"/>
            <p:cNvSpPr/>
            <p:nvPr/>
          </p:nvSpPr>
          <p:spPr>
            <a:xfrm>
              <a:off x="2833221" y="470340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t91"/>
            <p:cNvSpPr/>
            <p:nvPr/>
          </p:nvSpPr>
          <p:spPr>
            <a:xfrm>
              <a:off x="4110552" y="407963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t92"/>
            <p:cNvSpPr/>
            <p:nvPr/>
          </p:nvSpPr>
          <p:spPr>
            <a:xfrm>
              <a:off x="5387884" y="427199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t93"/>
            <p:cNvSpPr/>
            <p:nvPr/>
          </p:nvSpPr>
          <p:spPr>
            <a:xfrm>
              <a:off x="1555889" y="283975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t94"/>
            <p:cNvSpPr/>
            <p:nvPr/>
          </p:nvSpPr>
          <p:spPr>
            <a:xfrm>
              <a:off x="2833221" y="379836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t95"/>
            <p:cNvSpPr/>
            <p:nvPr/>
          </p:nvSpPr>
          <p:spPr>
            <a:xfrm>
              <a:off x="4110552" y="424784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t96"/>
            <p:cNvSpPr/>
            <p:nvPr/>
          </p:nvSpPr>
          <p:spPr>
            <a:xfrm>
              <a:off x="5387884" y="346304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t97"/>
            <p:cNvSpPr/>
            <p:nvPr/>
          </p:nvSpPr>
          <p:spPr>
            <a:xfrm>
              <a:off x="1555889" y="332654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t98"/>
            <p:cNvSpPr/>
            <p:nvPr/>
          </p:nvSpPr>
          <p:spPr>
            <a:xfrm>
              <a:off x="2833221" y="560869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t99"/>
            <p:cNvSpPr/>
            <p:nvPr/>
          </p:nvSpPr>
          <p:spPr>
            <a:xfrm>
              <a:off x="4110552" y="560911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t100"/>
            <p:cNvSpPr/>
            <p:nvPr/>
          </p:nvSpPr>
          <p:spPr>
            <a:xfrm>
              <a:off x="5387884" y="517682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t101"/>
            <p:cNvSpPr/>
            <p:nvPr/>
          </p:nvSpPr>
          <p:spPr>
            <a:xfrm>
              <a:off x="1555889" y="262408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t102"/>
            <p:cNvSpPr/>
            <p:nvPr/>
          </p:nvSpPr>
          <p:spPr>
            <a:xfrm>
              <a:off x="2833221" y="299404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t103"/>
            <p:cNvSpPr/>
            <p:nvPr/>
          </p:nvSpPr>
          <p:spPr>
            <a:xfrm>
              <a:off x="4110552" y="304675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t104"/>
            <p:cNvSpPr/>
            <p:nvPr/>
          </p:nvSpPr>
          <p:spPr>
            <a:xfrm>
              <a:off x="5387884" y="293729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t105"/>
            <p:cNvSpPr/>
            <p:nvPr/>
          </p:nvSpPr>
          <p:spPr>
            <a:xfrm>
              <a:off x="1555889" y="390898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t106"/>
            <p:cNvSpPr/>
            <p:nvPr/>
          </p:nvSpPr>
          <p:spPr>
            <a:xfrm>
              <a:off x="2833221" y="420780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t107"/>
            <p:cNvSpPr/>
            <p:nvPr/>
          </p:nvSpPr>
          <p:spPr>
            <a:xfrm>
              <a:off x="4110552" y="505290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t108"/>
            <p:cNvSpPr/>
            <p:nvPr/>
          </p:nvSpPr>
          <p:spPr>
            <a:xfrm>
              <a:off x="5387884" y="424530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t109"/>
            <p:cNvSpPr/>
            <p:nvPr/>
          </p:nvSpPr>
          <p:spPr>
            <a:xfrm>
              <a:off x="1555889" y="387842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t110"/>
            <p:cNvSpPr/>
            <p:nvPr/>
          </p:nvSpPr>
          <p:spPr>
            <a:xfrm>
              <a:off x="2833221" y="439063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t111"/>
            <p:cNvSpPr/>
            <p:nvPr/>
          </p:nvSpPr>
          <p:spPr>
            <a:xfrm>
              <a:off x="4110552" y="436130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t112"/>
            <p:cNvSpPr/>
            <p:nvPr/>
          </p:nvSpPr>
          <p:spPr>
            <a:xfrm>
              <a:off x="5387884" y="457158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t113"/>
            <p:cNvSpPr/>
            <p:nvPr/>
          </p:nvSpPr>
          <p:spPr>
            <a:xfrm>
              <a:off x="1555889" y="469182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t114"/>
            <p:cNvSpPr/>
            <p:nvPr/>
          </p:nvSpPr>
          <p:spPr>
            <a:xfrm>
              <a:off x="2833221" y="368635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t115"/>
            <p:cNvSpPr/>
            <p:nvPr/>
          </p:nvSpPr>
          <p:spPr>
            <a:xfrm>
              <a:off x="4110552" y="388527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t116"/>
            <p:cNvSpPr/>
            <p:nvPr/>
          </p:nvSpPr>
          <p:spPr>
            <a:xfrm>
              <a:off x="5387884" y="482593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t117"/>
            <p:cNvSpPr/>
            <p:nvPr/>
          </p:nvSpPr>
          <p:spPr>
            <a:xfrm>
              <a:off x="1555889" y="367794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t118"/>
            <p:cNvSpPr/>
            <p:nvPr/>
          </p:nvSpPr>
          <p:spPr>
            <a:xfrm>
              <a:off x="2833221" y="360975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t119"/>
            <p:cNvSpPr/>
            <p:nvPr/>
          </p:nvSpPr>
          <p:spPr>
            <a:xfrm>
              <a:off x="4110552" y="250466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t120"/>
            <p:cNvSpPr/>
            <p:nvPr/>
          </p:nvSpPr>
          <p:spPr>
            <a:xfrm>
              <a:off x="5387884" y="397858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l121"/>
            <p:cNvSpPr/>
            <p:nvPr/>
          </p:nvSpPr>
          <p:spPr>
            <a:xfrm>
              <a:off x="1576650" y="3763945"/>
              <a:ext cx="3831994" cy="310001"/>
            </a:xfrm>
            <a:custGeom>
              <a:avLst/>
              <a:pathLst>
                <a:path w="3831994" h="310001">
                  <a:moveTo>
                    <a:pt x="0" y="0"/>
                  </a:moveTo>
                  <a:lnTo>
                    <a:pt x="1277331" y="149310"/>
                  </a:lnTo>
                  <a:lnTo>
                    <a:pt x="2554663" y="310001"/>
                  </a:lnTo>
                  <a:lnTo>
                    <a:pt x="3831994" y="260640"/>
                  </a:lnTo>
                </a:path>
              </a:pathLst>
            </a:custGeom>
            <a:ln w="3252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t122"/>
            <p:cNvSpPr/>
            <p:nvPr/>
          </p:nvSpPr>
          <p:spPr>
            <a:xfrm>
              <a:off x="1531498" y="3718793"/>
              <a:ext cx="90303" cy="90303"/>
            </a:xfrm>
            <a:prstGeom prst="ellipse">
              <a:avLst/>
            </a:prstGeom>
            <a:solidFill>
              <a:srgbClr val="00000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t123"/>
            <p:cNvSpPr/>
            <p:nvPr/>
          </p:nvSpPr>
          <p:spPr>
            <a:xfrm>
              <a:off x="2808830" y="3868104"/>
              <a:ext cx="90303" cy="90303"/>
            </a:xfrm>
            <a:prstGeom prst="ellipse">
              <a:avLst/>
            </a:prstGeom>
            <a:solidFill>
              <a:srgbClr val="00000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t124"/>
            <p:cNvSpPr/>
            <p:nvPr/>
          </p:nvSpPr>
          <p:spPr>
            <a:xfrm>
              <a:off x="4086161" y="4028795"/>
              <a:ext cx="90303" cy="90303"/>
            </a:xfrm>
            <a:prstGeom prst="ellipse">
              <a:avLst/>
            </a:prstGeom>
            <a:solidFill>
              <a:srgbClr val="00000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t125"/>
            <p:cNvSpPr/>
            <p:nvPr/>
          </p:nvSpPr>
          <p:spPr>
            <a:xfrm>
              <a:off x="5363493" y="3979434"/>
              <a:ext cx="90303" cy="90303"/>
            </a:xfrm>
            <a:prstGeom prst="ellipse">
              <a:avLst/>
            </a:prstGeom>
            <a:solidFill>
              <a:srgbClr val="00000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l126"/>
            <p:cNvSpPr/>
            <p:nvPr/>
          </p:nvSpPr>
          <p:spPr>
            <a:xfrm>
              <a:off x="1512783" y="3643554"/>
              <a:ext cx="127733" cy="0"/>
            </a:xfrm>
            <a:custGeom>
              <a:avLst/>
              <a:pathLst>
                <a:path w="127733" h="0">
                  <a:moveTo>
                    <a:pt x="0" y="0"/>
                  </a:moveTo>
                  <a:lnTo>
                    <a:pt x="127733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l127"/>
            <p:cNvSpPr/>
            <p:nvPr/>
          </p:nvSpPr>
          <p:spPr>
            <a:xfrm>
              <a:off x="1576650" y="3643554"/>
              <a:ext cx="0" cy="240782"/>
            </a:xfrm>
            <a:custGeom>
              <a:avLst/>
              <a:pathLst>
                <a:path w="0" h="240782">
                  <a:moveTo>
                    <a:pt x="0" y="0"/>
                  </a:moveTo>
                  <a:lnTo>
                    <a:pt x="0" y="240782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l128"/>
            <p:cNvSpPr/>
            <p:nvPr/>
          </p:nvSpPr>
          <p:spPr>
            <a:xfrm>
              <a:off x="1512783" y="3884337"/>
              <a:ext cx="127733" cy="0"/>
            </a:xfrm>
            <a:custGeom>
              <a:avLst/>
              <a:pathLst>
                <a:path w="127733" h="0">
                  <a:moveTo>
                    <a:pt x="0" y="0"/>
                  </a:moveTo>
                  <a:lnTo>
                    <a:pt x="127733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l129"/>
            <p:cNvSpPr/>
            <p:nvPr/>
          </p:nvSpPr>
          <p:spPr>
            <a:xfrm>
              <a:off x="2790115" y="3783726"/>
              <a:ext cx="127733" cy="0"/>
            </a:xfrm>
            <a:custGeom>
              <a:avLst/>
              <a:pathLst>
                <a:path w="127733" h="0">
                  <a:moveTo>
                    <a:pt x="0" y="0"/>
                  </a:moveTo>
                  <a:lnTo>
                    <a:pt x="127733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l130"/>
            <p:cNvSpPr/>
            <p:nvPr/>
          </p:nvSpPr>
          <p:spPr>
            <a:xfrm>
              <a:off x="2853982" y="3783726"/>
              <a:ext cx="0" cy="259060"/>
            </a:xfrm>
            <a:custGeom>
              <a:avLst/>
              <a:pathLst>
                <a:path w="0" h="259060">
                  <a:moveTo>
                    <a:pt x="0" y="0"/>
                  </a:moveTo>
                  <a:lnTo>
                    <a:pt x="0" y="25906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l131"/>
            <p:cNvSpPr/>
            <p:nvPr/>
          </p:nvSpPr>
          <p:spPr>
            <a:xfrm>
              <a:off x="2790115" y="4042786"/>
              <a:ext cx="127733" cy="0"/>
            </a:xfrm>
            <a:custGeom>
              <a:avLst/>
              <a:pathLst>
                <a:path w="127733" h="0">
                  <a:moveTo>
                    <a:pt x="0" y="0"/>
                  </a:moveTo>
                  <a:lnTo>
                    <a:pt x="127733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l132"/>
            <p:cNvSpPr/>
            <p:nvPr/>
          </p:nvSpPr>
          <p:spPr>
            <a:xfrm>
              <a:off x="4067447" y="3919137"/>
              <a:ext cx="127733" cy="0"/>
            </a:xfrm>
            <a:custGeom>
              <a:avLst/>
              <a:pathLst>
                <a:path w="127733" h="0">
                  <a:moveTo>
                    <a:pt x="0" y="0"/>
                  </a:moveTo>
                  <a:lnTo>
                    <a:pt x="127733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l133"/>
            <p:cNvSpPr/>
            <p:nvPr/>
          </p:nvSpPr>
          <p:spPr>
            <a:xfrm>
              <a:off x="4131313" y="3919137"/>
              <a:ext cx="0" cy="309619"/>
            </a:xfrm>
            <a:custGeom>
              <a:avLst/>
              <a:pathLst>
                <a:path w="0" h="309619">
                  <a:moveTo>
                    <a:pt x="0" y="0"/>
                  </a:moveTo>
                  <a:lnTo>
                    <a:pt x="0" y="309619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l134"/>
            <p:cNvSpPr/>
            <p:nvPr/>
          </p:nvSpPr>
          <p:spPr>
            <a:xfrm>
              <a:off x="4067447" y="4228756"/>
              <a:ext cx="127733" cy="0"/>
            </a:xfrm>
            <a:custGeom>
              <a:avLst/>
              <a:pathLst>
                <a:path w="127733" h="0">
                  <a:moveTo>
                    <a:pt x="0" y="0"/>
                  </a:moveTo>
                  <a:lnTo>
                    <a:pt x="127733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l135"/>
            <p:cNvSpPr/>
            <p:nvPr/>
          </p:nvSpPr>
          <p:spPr>
            <a:xfrm>
              <a:off x="5344778" y="3843621"/>
              <a:ext cx="127733" cy="0"/>
            </a:xfrm>
            <a:custGeom>
              <a:avLst/>
              <a:pathLst>
                <a:path w="127733" h="0">
                  <a:moveTo>
                    <a:pt x="0" y="0"/>
                  </a:moveTo>
                  <a:lnTo>
                    <a:pt x="127733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l136"/>
            <p:cNvSpPr/>
            <p:nvPr/>
          </p:nvSpPr>
          <p:spPr>
            <a:xfrm>
              <a:off x="5408645" y="3843621"/>
              <a:ext cx="0" cy="361928"/>
            </a:xfrm>
            <a:custGeom>
              <a:avLst/>
              <a:pathLst>
                <a:path w="0" h="361928">
                  <a:moveTo>
                    <a:pt x="0" y="0"/>
                  </a:moveTo>
                  <a:lnTo>
                    <a:pt x="0" y="361928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l137"/>
            <p:cNvSpPr/>
            <p:nvPr/>
          </p:nvSpPr>
          <p:spPr>
            <a:xfrm>
              <a:off x="5344778" y="4205550"/>
              <a:ext cx="127733" cy="0"/>
            </a:xfrm>
            <a:custGeom>
              <a:avLst/>
              <a:pathLst>
                <a:path w="127733" h="0">
                  <a:moveTo>
                    <a:pt x="0" y="0"/>
                  </a:moveTo>
                  <a:lnTo>
                    <a:pt x="127733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rc138"/>
            <p:cNvSpPr/>
            <p:nvPr/>
          </p:nvSpPr>
          <p:spPr>
            <a:xfrm>
              <a:off x="6257285" y="1666098"/>
              <a:ext cx="5364792" cy="434986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0" name="pl139"/>
            <p:cNvSpPr/>
            <p:nvPr/>
          </p:nvSpPr>
          <p:spPr>
            <a:xfrm>
              <a:off x="7023684" y="3805617"/>
              <a:ext cx="3831994" cy="521526"/>
            </a:xfrm>
            <a:custGeom>
              <a:avLst/>
              <a:pathLst>
                <a:path w="3831994" h="521526">
                  <a:moveTo>
                    <a:pt x="0" y="202266"/>
                  </a:moveTo>
                  <a:lnTo>
                    <a:pt x="1277331" y="0"/>
                  </a:lnTo>
                  <a:lnTo>
                    <a:pt x="2554663" y="93577"/>
                  </a:lnTo>
                  <a:lnTo>
                    <a:pt x="3831994" y="521526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l140"/>
            <p:cNvSpPr/>
            <p:nvPr/>
          </p:nvSpPr>
          <p:spPr>
            <a:xfrm>
              <a:off x="7023684" y="3849940"/>
              <a:ext cx="3831994" cy="466590"/>
            </a:xfrm>
            <a:custGeom>
              <a:avLst/>
              <a:pathLst>
                <a:path w="3831994" h="466590">
                  <a:moveTo>
                    <a:pt x="0" y="0"/>
                  </a:moveTo>
                  <a:lnTo>
                    <a:pt x="1277331" y="20224"/>
                  </a:lnTo>
                  <a:lnTo>
                    <a:pt x="2554663" y="466590"/>
                  </a:lnTo>
                  <a:lnTo>
                    <a:pt x="3831994" y="13047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l141"/>
            <p:cNvSpPr/>
            <p:nvPr/>
          </p:nvSpPr>
          <p:spPr>
            <a:xfrm>
              <a:off x="7023684" y="2382124"/>
              <a:ext cx="3831994" cy="920950"/>
            </a:xfrm>
            <a:custGeom>
              <a:avLst/>
              <a:pathLst>
                <a:path w="3831994" h="920950">
                  <a:moveTo>
                    <a:pt x="0" y="724157"/>
                  </a:moveTo>
                  <a:lnTo>
                    <a:pt x="1277331" y="0"/>
                  </a:lnTo>
                  <a:lnTo>
                    <a:pt x="2554663" y="920950"/>
                  </a:lnTo>
                  <a:lnTo>
                    <a:pt x="3831994" y="219544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l142"/>
            <p:cNvSpPr/>
            <p:nvPr/>
          </p:nvSpPr>
          <p:spPr>
            <a:xfrm>
              <a:off x="7023684" y="3273919"/>
              <a:ext cx="3831994" cy="573741"/>
            </a:xfrm>
            <a:custGeom>
              <a:avLst/>
              <a:pathLst>
                <a:path w="3831994" h="573741">
                  <a:moveTo>
                    <a:pt x="0" y="0"/>
                  </a:moveTo>
                  <a:lnTo>
                    <a:pt x="1277331" y="573741"/>
                  </a:lnTo>
                  <a:lnTo>
                    <a:pt x="2554663" y="378108"/>
                  </a:lnTo>
                  <a:lnTo>
                    <a:pt x="3831994" y="55948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l143"/>
            <p:cNvSpPr/>
            <p:nvPr/>
          </p:nvSpPr>
          <p:spPr>
            <a:xfrm>
              <a:off x="7023684" y="1863819"/>
              <a:ext cx="3831994" cy="1701841"/>
            </a:xfrm>
            <a:custGeom>
              <a:avLst/>
              <a:pathLst>
                <a:path w="3831994" h="1701841">
                  <a:moveTo>
                    <a:pt x="0" y="0"/>
                  </a:moveTo>
                  <a:lnTo>
                    <a:pt x="1277331" y="1701841"/>
                  </a:lnTo>
                  <a:lnTo>
                    <a:pt x="2554663" y="1693200"/>
                  </a:lnTo>
                  <a:lnTo>
                    <a:pt x="3831994" y="1085205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l144"/>
            <p:cNvSpPr/>
            <p:nvPr/>
          </p:nvSpPr>
          <p:spPr>
            <a:xfrm>
              <a:off x="7023684" y="3302688"/>
              <a:ext cx="3831994" cy="477212"/>
            </a:xfrm>
            <a:custGeom>
              <a:avLst/>
              <a:pathLst>
                <a:path w="3831994" h="477212">
                  <a:moveTo>
                    <a:pt x="0" y="477212"/>
                  </a:moveTo>
                  <a:lnTo>
                    <a:pt x="1277331" y="58430"/>
                  </a:lnTo>
                  <a:lnTo>
                    <a:pt x="2554663" y="380087"/>
                  </a:lnTo>
                  <a:lnTo>
                    <a:pt x="3831994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l145"/>
            <p:cNvSpPr/>
            <p:nvPr/>
          </p:nvSpPr>
          <p:spPr>
            <a:xfrm>
              <a:off x="7023684" y="3804336"/>
              <a:ext cx="3831994" cy="936712"/>
            </a:xfrm>
            <a:custGeom>
              <a:avLst/>
              <a:pathLst>
                <a:path w="3831994" h="936712">
                  <a:moveTo>
                    <a:pt x="0" y="396748"/>
                  </a:moveTo>
                  <a:lnTo>
                    <a:pt x="1277331" y="936712"/>
                  </a:lnTo>
                  <a:lnTo>
                    <a:pt x="2554663" y="806629"/>
                  </a:lnTo>
                  <a:lnTo>
                    <a:pt x="3831994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l146"/>
            <p:cNvSpPr/>
            <p:nvPr/>
          </p:nvSpPr>
          <p:spPr>
            <a:xfrm>
              <a:off x="7023684" y="3161157"/>
              <a:ext cx="3831994" cy="552228"/>
            </a:xfrm>
            <a:custGeom>
              <a:avLst/>
              <a:pathLst>
                <a:path w="3831994" h="552228">
                  <a:moveTo>
                    <a:pt x="0" y="552228"/>
                  </a:moveTo>
                  <a:lnTo>
                    <a:pt x="1277331" y="0"/>
                  </a:lnTo>
                  <a:lnTo>
                    <a:pt x="2554663" y="498262"/>
                  </a:lnTo>
                  <a:lnTo>
                    <a:pt x="3831994" y="104767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l147"/>
            <p:cNvSpPr/>
            <p:nvPr/>
          </p:nvSpPr>
          <p:spPr>
            <a:xfrm>
              <a:off x="7023684" y="4092578"/>
              <a:ext cx="3831994" cy="856488"/>
            </a:xfrm>
            <a:custGeom>
              <a:avLst/>
              <a:pathLst>
                <a:path w="3831994" h="856488">
                  <a:moveTo>
                    <a:pt x="0" y="75649"/>
                  </a:moveTo>
                  <a:lnTo>
                    <a:pt x="1277331" y="444078"/>
                  </a:lnTo>
                  <a:lnTo>
                    <a:pt x="2554663" y="856488"/>
                  </a:lnTo>
                  <a:lnTo>
                    <a:pt x="3831994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l148"/>
            <p:cNvSpPr/>
            <p:nvPr/>
          </p:nvSpPr>
          <p:spPr>
            <a:xfrm>
              <a:off x="7023684" y="2898963"/>
              <a:ext cx="3831994" cy="1539864"/>
            </a:xfrm>
            <a:custGeom>
              <a:avLst/>
              <a:pathLst>
                <a:path w="3831994" h="1539864">
                  <a:moveTo>
                    <a:pt x="0" y="936930"/>
                  </a:moveTo>
                  <a:lnTo>
                    <a:pt x="1277331" y="245937"/>
                  </a:lnTo>
                  <a:lnTo>
                    <a:pt x="2554663" y="1539864"/>
                  </a:lnTo>
                  <a:lnTo>
                    <a:pt x="3831994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l149"/>
            <p:cNvSpPr/>
            <p:nvPr/>
          </p:nvSpPr>
          <p:spPr>
            <a:xfrm>
              <a:off x="7023684" y="2204374"/>
              <a:ext cx="3831994" cy="1914327"/>
            </a:xfrm>
            <a:custGeom>
              <a:avLst/>
              <a:pathLst>
                <a:path w="3831994" h="1914327">
                  <a:moveTo>
                    <a:pt x="0" y="0"/>
                  </a:moveTo>
                  <a:lnTo>
                    <a:pt x="1277331" y="495627"/>
                  </a:lnTo>
                  <a:lnTo>
                    <a:pt x="2554663" y="335814"/>
                  </a:lnTo>
                  <a:lnTo>
                    <a:pt x="3831994" y="1914327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l150"/>
            <p:cNvSpPr/>
            <p:nvPr/>
          </p:nvSpPr>
          <p:spPr>
            <a:xfrm>
              <a:off x="7023684" y="2449427"/>
              <a:ext cx="3831994" cy="773508"/>
            </a:xfrm>
            <a:custGeom>
              <a:avLst/>
              <a:pathLst>
                <a:path w="3831994" h="773508">
                  <a:moveTo>
                    <a:pt x="0" y="82749"/>
                  </a:moveTo>
                  <a:lnTo>
                    <a:pt x="1277331" y="0"/>
                  </a:lnTo>
                  <a:lnTo>
                    <a:pt x="2554663" y="773508"/>
                  </a:lnTo>
                  <a:lnTo>
                    <a:pt x="3831994" y="273042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l151"/>
            <p:cNvSpPr/>
            <p:nvPr/>
          </p:nvSpPr>
          <p:spPr>
            <a:xfrm>
              <a:off x="7023684" y="3349158"/>
              <a:ext cx="3831994" cy="869186"/>
            </a:xfrm>
            <a:custGeom>
              <a:avLst/>
              <a:pathLst>
                <a:path w="3831994" h="869186">
                  <a:moveTo>
                    <a:pt x="0" y="0"/>
                  </a:moveTo>
                  <a:lnTo>
                    <a:pt x="1277331" y="478161"/>
                  </a:lnTo>
                  <a:lnTo>
                    <a:pt x="2554663" y="352032"/>
                  </a:lnTo>
                  <a:lnTo>
                    <a:pt x="3831994" y="869186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l152"/>
            <p:cNvSpPr/>
            <p:nvPr/>
          </p:nvSpPr>
          <p:spPr>
            <a:xfrm>
              <a:off x="7023684" y="3098292"/>
              <a:ext cx="3831994" cy="1204211"/>
            </a:xfrm>
            <a:custGeom>
              <a:avLst/>
              <a:pathLst>
                <a:path w="3831994" h="1204211">
                  <a:moveTo>
                    <a:pt x="0" y="14640"/>
                  </a:moveTo>
                  <a:lnTo>
                    <a:pt x="1277331" y="0"/>
                  </a:lnTo>
                  <a:lnTo>
                    <a:pt x="2554663" y="1204211"/>
                  </a:lnTo>
                  <a:lnTo>
                    <a:pt x="3831994" y="363925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l153"/>
            <p:cNvSpPr/>
            <p:nvPr/>
          </p:nvSpPr>
          <p:spPr>
            <a:xfrm>
              <a:off x="7023684" y="3899014"/>
              <a:ext cx="3831994" cy="1198006"/>
            </a:xfrm>
            <a:custGeom>
              <a:avLst/>
              <a:pathLst>
                <a:path w="3831994" h="1198006">
                  <a:moveTo>
                    <a:pt x="0" y="770278"/>
                  </a:moveTo>
                  <a:lnTo>
                    <a:pt x="1277331" y="1198006"/>
                  </a:lnTo>
                  <a:lnTo>
                    <a:pt x="2554663" y="911088"/>
                  </a:lnTo>
                  <a:lnTo>
                    <a:pt x="3831994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l154"/>
            <p:cNvSpPr/>
            <p:nvPr/>
          </p:nvSpPr>
          <p:spPr>
            <a:xfrm>
              <a:off x="7023684" y="3728233"/>
              <a:ext cx="3831994" cy="1176947"/>
            </a:xfrm>
            <a:custGeom>
              <a:avLst/>
              <a:pathLst>
                <a:path w="3831994" h="1176947">
                  <a:moveTo>
                    <a:pt x="0" y="0"/>
                  </a:moveTo>
                  <a:lnTo>
                    <a:pt x="1277331" y="1176947"/>
                  </a:lnTo>
                  <a:lnTo>
                    <a:pt x="2554663" y="526731"/>
                  </a:lnTo>
                  <a:lnTo>
                    <a:pt x="3831994" y="366123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l155"/>
            <p:cNvSpPr/>
            <p:nvPr/>
          </p:nvSpPr>
          <p:spPr>
            <a:xfrm>
              <a:off x="7023684" y="4651070"/>
              <a:ext cx="3831994" cy="1167172"/>
            </a:xfrm>
            <a:custGeom>
              <a:avLst/>
              <a:pathLst>
                <a:path w="3831994" h="1167172">
                  <a:moveTo>
                    <a:pt x="0" y="0"/>
                  </a:moveTo>
                  <a:lnTo>
                    <a:pt x="1277331" y="442652"/>
                  </a:lnTo>
                  <a:lnTo>
                    <a:pt x="2554663" y="1167172"/>
                  </a:lnTo>
                  <a:lnTo>
                    <a:pt x="3831994" y="384967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l156"/>
            <p:cNvSpPr/>
            <p:nvPr/>
          </p:nvSpPr>
          <p:spPr>
            <a:xfrm>
              <a:off x="7023684" y="2846071"/>
              <a:ext cx="3831994" cy="540877"/>
            </a:xfrm>
            <a:custGeom>
              <a:avLst/>
              <a:pathLst>
                <a:path w="3831994" h="540877">
                  <a:moveTo>
                    <a:pt x="0" y="229463"/>
                  </a:moveTo>
                  <a:lnTo>
                    <a:pt x="1277331" y="540877"/>
                  </a:lnTo>
                  <a:lnTo>
                    <a:pt x="2554663" y="20004"/>
                  </a:lnTo>
                  <a:lnTo>
                    <a:pt x="3831994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l157"/>
            <p:cNvSpPr/>
            <p:nvPr/>
          </p:nvSpPr>
          <p:spPr>
            <a:xfrm>
              <a:off x="7023684" y="3806234"/>
              <a:ext cx="3831994" cy="825778"/>
            </a:xfrm>
            <a:custGeom>
              <a:avLst/>
              <a:pathLst>
                <a:path w="3831994" h="825778">
                  <a:moveTo>
                    <a:pt x="0" y="0"/>
                  </a:moveTo>
                  <a:lnTo>
                    <a:pt x="1277331" y="210226"/>
                  </a:lnTo>
                  <a:lnTo>
                    <a:pt x="2554663" y="825778"/>
                  </a:lnTo>
                  <a:lnTo>
                    <a:pt x="3831994" y="344456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l158"/>
            <p:cNvSpPr/>
            <p:nvPr/>
          </p:nvSpPr>
          <p:spPr>
            <a:xfrm>
              <a:off x="7023684" y="3398513"/>
              <a:ext cx="3831994" cy="1124468"/>
            </a:xfrm>
            <a:custGeom>
              <a:avLst/>
              <a:pathLst>
                <a:path w="3831994" h="1124468">
                  <a:moveTo>
                    <a:pt x="0" y="264276"/>
                  </a:moveTo>
                  <a:lnTo>
                    <a:pt x="1277331" y="1124468"/>
                  </a:lnTo>
                  <a:lnTo>
                    <a:pt x="2554663" y="729059"/>
                  </a:lnTo>
                  <a:lnTo>
                    <a:pt x="3831994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l159"/>
            <p:cNvSpPr/>
            <p:nvPr/>
          </p:nvSpPr>
          <p:spPr>
            <a:xfrm>
              <a:off x="7023684" y="3942224"/>
              <a:ext cx="3831994" cy="1342515"/>
            </a:xfrm>
            <a:custGeom>
              <a:avLst/>
              <a:pathLst>
                <a:path w="3831994" h="1342515">
                  <a:moveTo>
                    <a:pt x="0" y="0"/>
                  </a:moveTo>
                  <a:lnTo>
                    <a:pt x="1277331" y="1021599"/>
                  </a:lnTo>
                  <a:lnTo>
                    <a:pt x="2554663" y="1342515"/>
                  </a:lnTo>
                  <a:lnTo>
                    <a:pt x="3831994" y="1019494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t160"/>
            <p:cNvSpPr/>
            <p:nvPr/>
          </p:nvSpPr>
          <p:spPr>
            <a:xfrm>
              <a:off x="7002923" y="398712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t161"/>
            <p:cNvSpPr/>
            <p:nvPr/>
          </p:nvSpPr>
          <p:spPr>
            <a:xfrm>
              <a:off x="8280255" y="378485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t162"/>
            <p:cNvSpPr/>
            <p:nvPr/>
          </p:nvSpPr>
          <p:spPr>
            <a:xfrm>
              <a:off x="9557587" y="387843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t163"/>
            <p:cNvSpPr/>
            <p:nvPr/>
          </p:nvSpPr>
          <p:spPr>
            <a:xfrm>
              <a:off x="10834918" y="430638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t164"/>
            <p:cNvSpPr/>
            <p:nvPr/>
          </p:nvSpPr>
          <p:spPr>
            <a:xfrm>
              <a:off x="7002923" y="382917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t165"/>
            <p:cNvSpPr/>
            <p:nvPr/>
          </p:nvSpPr>
          <p:spPr>
            <a:xfrm>
              <a:off x="8280255" y="384940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t166"/>
            <p:cNvSpPr/>
            <p:nvPr/>
          </p:nvSpPr>
          <p:spPr>
            <a:xfrm>
              <a:off x="9557587" y="429576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t167"/>
            <p:cNvSpPr/>
            <p:nvPr/>
          </p:nvSpPr>
          <p:spPr>
            <a:xfrm>
              <a:off x="10834918" y="384222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t168"/>
            <p:cNvSpPr/>
            <p:nvPr/>
          </p:nvSpPr>
          <p:spPr>
            <a:xfrm>
              <a:off x="7002923" y="308552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t169"/>
            <p:cNvSpPr/>
            <p:nvPr/>
          </p:nvSpPr>
          <p:spPr>
            <a:xfrm>
              <a:off x="8280255" y="236136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t170"/>
            <p:cNvSpPr/>
            <p:nvPr/>
          </p:nvSpPr>
          <p:spPr>
            <a:xfrm>
              <a:off x="9557587" y="328231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t171"/>
            <p:cNvSpPr/>
            <p:nvPr/>
          </p:nvSpPr>
          <p:spPr>
            <a:xfrm>
              <a:off x="10834918" y="258090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t172"/>
            <p:cNvSpPr/>
            <p:nvPr/>
          </p:nvSpPr>
          <p:spPr>
            <a:xfrm>
              <a:off x="7002923" y="325315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t173"/>
            <p:cNvSpPr/>
            <p:nvPr/>
          </p:nvSpPr>
          <p:spPr>
            <a:xfrm>
              <a:off x="8280255" y="382690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t174"/>
            <p:cNvSpPr/>
            <p:nvPr/>
          </p:nvSpPr>
          <p:spPr>
            <a:xfrm>
              <a:off x="9557587" y="363126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t175"/>
            <p:cNvSpPr/>
            <p:nvPr/>
          </p:nvSpPr>
          <p:spPr>
            <a:xfrm>
              <a:off x="10834918" y="381263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t176"/>
            <p:cNvSpPr/>
            <p:nvPr/>
          </p:nvSpPr>
          <p:spPr>
            <a:xfrm>
              <a:off x="7002923" y="184305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t177"/>
            <p:cNvSpPr/>
            <p:nvPr/>
          </p:nvSpPr>
          <p:spPr>
            <a:xfrm>
              <a:off x="8280255" y="354490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t178"/>
            <p:cNvSpPr/>
            <p:nvPr/>
          </p:nvSpPr>
          <p:spPr>
            <a:xfrm>
              <a:off x="9557587" y="353625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t179"/>
            <p:cNvSpPr/>
            <p:nvPr/>
          </p:nvSpPr>
          <p:spPr>
            <a:xfrm>
              <a:off x="10834918" y="292826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t180"/>
            <p:cNvSpPr/>
            <p:nvPr/>
          </p:nvSpPr>
          <p:spPr>
            <a:xfrm>
              <a:off x="7002923" y="375914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t181"/>
            <p:cNvSpPr/>
            <p:nvPr/>
          </p:nvSpPr>
          <p:spPr>
            <a:xfrm>
              <a:off x="8280255" y="334035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t182"/>
            <p:cNvSpPr/>
            <p:nvPr/>
          </p:nvSpPr>
          <p:spPr>
            <a:xfrm>
              <a:off x="9557587" y="366201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t183"/>
            <p:cNvSpPr/>
            <p:nvPr/>
          </p:nvSpPr>
          <p:spPr>
            <a:xfrm>
              <a:off x="10834918" y="328192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t184"/>
            <p:cNvSpPr/>
            <p:nvPr/>
          </p:nvSpPr>
          <p:spPr>
            <a:xfrm>
              <a:off x="7002923" y="418032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t185"/>
            <p:cNvSpPr/>
            <p:nvPr/>
          </p:nvSpPr>
          <p:spPr>
            <a:xfrm>
              <a:off x="8280255" y="472028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t186"/>
            <p:cNvSpPr/>
            <p:nvPr/>
          </p:nvSpPr>
          <p:spPr>
            <a:xfrm>
              <a:off x="9557587" y="459020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t187"/>
            <p:cNvSpPr/>
            <p:nvPr/>
          </p:nvSpPr>
          <p:spPr>
            <a:xfrm>
              <a:off x="10834918" y="378357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t188"/>
            <p:cNvSpPr/>
            <p:nvPr/>
          </p:nvSpPr>
          <p:spPr>
            <a:xfrm>
              <a:off x="7002923" y="369262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t189"/>
            <p:cNvSpPr/>
            <p:nvPr/>
          </p:nvSpPr>
          <p:spPr>
            <a:xfrm>
              <a:off x="8280255" y="314039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t190"/>
            <p:cNvSpPr/>
            <p:nvPr/>
          </p:nvSpPr>
          <p:spPr>
            <a:xfrm>
              <a:off x="9557587" y="363865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t191"/>
            <p:cNvSpPr/>
            <p:nvPr/>
          </p:nvSpPr>
          <p:spPr>
            <a:xfrm>
              <a:off x="10834918" y="324516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t192"/>
            <p:cNvSpPr/>
            <p:nvPr/>
          </p:nvSpPr>
          <p:spPr>
            <a:xfrm>
              <a:off x="7002923" y="414746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t193"/>
            <p:cNvSpPr/>
            <p:nvPr/>
          </p:nvSpPr>
          <p:spPr>
            <a:xfrm>
              <a:off x="8280255" y="451589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t194"/>
            <p:cNvSpPr/>
            <p:nvPr/>
          </p:nvSpPr>
          <p:spPr>
            <a:xfrm>
              <a:off x="9557587" y="492830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t195"/>
            <p:cNvSpPr/>
            <p:nvPr/>
          </p:nvSpPr>
          <p:spPr>
            <a:xfrm>
              <a:off x="10834918" y="407181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t196"/>
            <p:cNvSpPr/>
            <p:nvPr/>
          </p:nvSpPr>
          <p:spPr>
            <a:xfrm>
              <a:off x="7002923" y="381513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t197"/>
            <p:cNvSpPr/>
            <p:nvPr/>
          </p:nvSpPr>
          <p:spPr>
            <a:xfrm>
              <a:off x="8280255" y="312414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t198"/>
            <p:cNvSpPr/>
            <p:nvPr/>
          </p:nvSpPr>
          <p:spPr>
            <a:xfrm>
              <a:off x="9557587" y="441806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t199"/>
            <p:cNvSpPr/>
            <p:nvPr/>
          </p:nvSpPr>
          <p:spPr>
            <a:xfrm>
              <a:off x="10834918" y="287820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t200"/>
            <p:cNvSpPr/>
            <p:nvPr/>
          </p:nvSpPr>
          <p:spPr>
            <a:xfrm>
              <a:off x="7002923" y="218361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t201"/>
            <p:cNvSpPr/>
            <p:nvPr/>
          </p:nvSpPr>
          <p:spPr>
            <a:xfrm>
              <a:off x="8280255" y="267924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t202"/>
            <p:cNvSpPr/>
            <p:nvPr/>
          </p:nvSpPr>
          <p:spPr>
            <a:xfrm>
              <a:off x="9557587" y="251942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t203"/>
            <p:cNvSpPr/>
            <p:nvPr/>
          </p:nvSpPr>
          <p:spPr>
            <a:xfrm>
              <a:off x="10834918" y="409794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t204"/>
            <p:cNvSpPr/>
            <p:nvPr/>
          </p:nvSpPr>
          <p:spPr>
            <a:xfrm>
              <a:off x="7002923" y="251141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" name="pt205"/>
            <p:cNvSpPr/>
            <p:nvPr/>
          </p:nvSpPr>
          <p:spPr>
            <a:xfrm>
              <a:off x="8280255" y="242866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" name="pt206"/>
            <p:cNvSpPr/>
            <p:nvPr/>
          </p:nvSpPr>
          <p:spPr>
            <a:xfrm>
              <a:off x="9557587" y="320217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t207"/>
            <p:cNvSpPr/>
            <p:nvPr/>
          </p:nvSpPr>
          <p:spPr>
            <a:xfrm>
              <a:off x="10834918" y="270170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t208"/>
            <p:cNvSpPr/>
            <p:nvPr/>
          </p:nvSpPr>
          <p:spPr>
            <a:xfrm>
              <a:off x="7002923" y="332839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t209"/>
            <p:cNvSpPr/>
            <p:nvPr/>
          </p:nvSpPr>
          <p:spPr>
            <a:xfrm>
              <a:off x="8280255" y="380655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t210"/>
            <p:cNvSpPr/>
            <p:nvPr/>
          </p:nvSpPr>
          <p:spPr>
            <a:xfrm>
              <a:off x="9557587" y="368043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t211"/>
            <p:cNvSpPr/>
            <p:nvPr/>
          </p:nvSpPr>
          <p:spPr>
            <a:xfrm>
              <a:off x="10834918" y="419758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t212"/>
            <p:cNvSpPr/>
            <p:nvPr/>
          </p:nvSpPr>
          <p:spPr>
            <a:xfrm>
              <a:off x="7002923" y="309217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t213"/>
            <p:cNvSpPr/>
            <p:nvPr/>
          </p:nvSpPr>
          <p:spPr>
            <a:xfrm>
              <a:off x="8280255" y="307753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t214"/>
            <p:cNvSpPr/>
            <p:nvPr/>
          </p:nvSpPr>
          <p:spPr>
            <a:xfrm>
              <a:off x="9557587" y="428174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t215"/>
            <p:cNvSpPr/>
            <p:nvPr/>
          </p:nvSpPr>
          <p:spPr>
            <a:xfrm>
              <a:off x="10834918" y="344145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t216"/>
            <p:cNvSpPr/>
            <p:nvPr/>
          </p:nvSpPr>
          <p:spPr>
            <a:xfrm>
              <a:off x="7002923" y="464853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t217"/>
            <p:cNvSpPr/>
            <p:nvPr/>
          </p:nvSpPr>
          <p:spPr>
            <a:xfrm>
              <a:off x="8280255" y="507626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t218"/>
            <p:cNvSpPr/>
            <p:nvPr/>
          </p:nvSpPr>
          <p:spPr>
            <a:xfrm>
              <a:off x="9557587" y="478934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t219"/>
            <p:cNvSpPr/>
            <p:nvPr/>
          </p:nvSpPr>
          <p:spPr>
            <a:xfrm>
              <a:off x="10834918" y="387825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t220"/>
            <p:cNvSpPr/>
            <p:nvPr/>
          </p:nvSpPr>
          <p:spPr>
            <a:xfrm>
              <a:off x="7002923" y="370747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t221"/>
            <p:cNvSpPr/>
            <p:nvPr/>
          </p:nvSpPr>
          <p:spPr>
            <a:xfrm>
              <a:off x="8280255" y="488442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pt222"/>
            <p:cNvSpPr/>
            <p:nvPr/>
          </p:nvSpPr>
          <p:spPr>
            <a:xfrm>
              <a:off x="9557587" y="423420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" name="pt223"/>
            <p:cNvSpPr/>
            <p:nvPr/>
          </p:nvSpPr>
          <p:spPr>
            <a:xfrm>
              <a:off x="10834918" y="407359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t224"/>
            <p:cNvSpPr/>
            <p:nvPr/>
          </p:nvSpPr>
          <p:spPr>
            <a:xfrm>
              <a:off x="7002923" y="463030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t225"/>
            <p:cNvSpPr/>
            <p:nvPr/>
          </p:nvSpPr>
          <p:spPr>
            <a:xfrm>
              <a:off x="8280255" y="507296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t226"/>
            <p:cNvSpPr/>
            <p:nvPr/>
          </p:nvSpPr>
          <p:spPr>
            <a:xfrm>
              <a:off x="9557587" y="579748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t227"/>
            <p:cNvSpPr/>
            <p:nvPr/>
          </p:nvSpPr>
          <p:spPr>
            <a:xfrm>
              <a:off x="10834918" y="501527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t228"/>
            <p:cNvSpPr/>
            <p:nvPr/>
          </p:nvSpPr>
          <p:spPr>
            <a:xfrm>
              <a:off x="7002923" y="305477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t229"/>
            <p:cNvSpPr/>
            <p:nvPr/>
          </p:nvSpPr>
          <p:spPr>
            <a:xfrm>
              <a:off x="8280255" y="336618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t230"/>
            <p:cNvSpPr/>
            <p:nvPr/>
          </p:nvSpPr>
          <p:spPr>
            <a:xfrm>
              <a:off x="9557587" y="284531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pt231"/>
            <p:cNvSpPr/>
            <p:nvPr/>
          </p:nvSpPr>
          <p:spPr>
            <a:xfrm>
              <a:off x="10834918" y="282531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" name="pt232"/>
            <p:cNvSpPr/>
            <p:nvPr/>
          </p:nvSpPr>
          <p:spPr>
            <a:xfrm>
              <a:off x="7002923" y="378547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" name="pt233"/>
            <p:cNvSpPr/>
            <p:nvPr/>
          </p:nvSpPr>
          <p:spPr>
            <a:xfrm>
              <a:off x="8280255" y="399570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" name="pt234"/>
            <p:cNvSpPr/>
            <p:nvPr/>
          </p:nvSpPr>
          <p:spPr>
            <a:xfrm>
              <a:off x="9557587" y="461125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pt235"/>
            <p:cNvSpPr/>
            <p:nvPr/>
          </p:nvSpPr>
          <p:spPr>
            <a:xfrm>
              <a:off x="10834918" y="412993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t236"/>
            <p:cNvSpPr/>
            <p:nvPr/>
          </p:nvSpPr>
          <p:spPr>
            <a:xfrm>
              <a:off x="7002923" y="364202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t237"/>
            <p:cNvSpPr/>
            <p:nvPr/>
          </p:nvSpPr>
          <p:spPr>
            <a:xfrm>
              <a:off x="8280255" y="450222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t238"/>
            <p:cNvSpPr/>
            <p:nvPr/>
          </p:nvSpPr>
          <p:spPr>
            <a:xfrm>
              <a:off x="9557587" y="410681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t239"/>
            <p:cNvSpPr/>
            <p:nvPr/>
          </p:nvSpPr>
          <p:spPr>
            <a:xfrm>
              <a:off x="10834918" y="337775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t240"/>
            <p:cNvSpPr/>
            <p:nvPr/>
          </p:nvSpPr>
          <p:spPr>
            <a:xfrm>
              <a:off x="7002923" y="392146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t241"/>
            <p:cNvSpPr/>
            <p:nvPr/>
          </p:nvSpPr>
          <p:spPr>
            <a:xfrm>
              <a:off x="8280255" y="494306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pt242"/>
            <p:cNvSpPr/>
            <p:nvPr/>
          </p:nvSpPr>
          <p:spPr>
            <a:xfrm>
              <a:off x="9557587" y="526397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" name="pt243"/>
            <p:cNvSpPr/>
            <p:nvPr/>
          </p:nvSpPr>
          <p:spPr>
            <a:xfrm>
              <a:off x="10834918" y="494095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" name="pl244"/>
            <p:cNvSpPr/>
            <p:nvPr/>
          </p:nvSpPr>
          <p:spPr>
            <a:xfrm>
              <a:off x="7023684" y="3549255"/>
              <a:ext cx="3831994" cy="528336"/>
            </a:xfrm>
            <a:custGeom>
              <a:avLst/>
              <a:pathLst>
                <a:path w="3831994" h="528336">
                  <a:moveTo>
                    <a:pt x="0" y="0"/>
                  </a:moveTo>
                  <a:lnTo>
                    <a:pt x="1277331" y="282996"/>
                  </a:lnTo>
                  <a:lnTo>
                    <a:pt x="2554663" y="528336"/>
                  </a:lnTo>
                  <a:lnTo>
                    <a:pt x="3831994" y="157737"/>
                  </a:lnTo>
                </a:path>
              </a:pathLst>
            </a:custGeom>
            <a:ln w="3252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t245"/>
            <p:cNvSpPr/>
            <p:nvPr/>
          </p:nvSpPr>
          <p:spPr>
            <a:xfrm>
              <a:off x="6978532" y="3504103"/>
              <a:ext cx="90303" cy="90303"/>
            </a:xfrm>
            <a:prstGeom prst="ellipse">
              <a:avLst/>
            </a:prstGeom>
            <a:solidFill>
              <a:srgbClr val="00000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t246"/>
            <p:cNvSpPr/>
            <p:nvPr/>
          </p:nvSpPr>
          <p:spPr>
            <a:xfrm>
              <a:off x="8255864" y="3787100"/>
              <a:ext cx="90303" cy="90303"/>
            </a:xfrm>
            <a:prstGeom prst="ellipse">
              <a:avLst/>
            </a:prstGeom>
            <a:solidFill>
              <a:srgbClr val="00000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t247"/>
            <p:cNvSpPr/>
            <p:nvPr/>
          </p:nvSpPr>
          <p:spPr>
            <a:xfrm>
              <a:off x="9533196" y="4032440"/>
              <a:ext cx="90303" cy="90303"/>
            </a:xfrm>
            <a:prstGeom prst="ellipse">
              <a:avLst/>
            </a:prstGeom>
            <a:solidFill>
              <a:srgbClr val="00000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t248"/>
            <p:cNvSpPr/>
            <p:nvPr/>
          </p:nvSpPr>
          <p:spPr>
            <a:xfrm>
              <a:off x="10810527" y="3661841"/>
              <a:ext cx="90303" cy="90303"/>
            </a:xfrm>
            <a:prstGeom prst="ellipse">
              <a:avLst/>
            </a:prstGeom>
            <a:solidFill>
              <a:srgbClr val="00000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l249"/>
            <p:cNvSpPr/>
            <p:nvPr/>
          </p:nvSpPr>
          <p:spPr>
            <a:xfrm>
              <a:off x="6959818" y="3391778"/>
              <a:ext cx="127733" cy="0"/>
            </a:xfrm>
            <a:custGeom>
              <a:avLst/>
              <a:pathLst>
                <a:path w="127733" h="0">
                  <a:moveTo>
                    <a:pt x="0" y="0"/>
                  </a:moveTo>
                  <a:lnTo>
                    <a:pt x="127733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l250"/>
            <p:cNvSpPr/>
            <p:nvPr/>
          </p:nvSpPr>
          <p:spPr>
            <a:xfrm>
              <a:off x="7023684" y="3391778"/>
              <a:ext cx="0" cy="314954"/>
            </a:xfrm>
            <a:custGeom>
              <a:avLst/>
              <a:pathLst>
                <a:path w="0" h="314954">
                  <a:moveTo>
                    <a:pt x="0" y="0"/>
                  </a:moveTo>
                  <a:lnTo>
                    <a:pt x="0" y="314954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l251"/>
            <p:cNvSpPr/>
            <p:nvPr/>
          </p:nvSpPr>
          <p:spPr>
            <a:xfrm>
              <a:off x="6959818" y="3706732"/>
              <a:ext cx="127733" cy="0"/>
            </a:xfrm>
            <a:custGeom>
              <a:avLst/>
              <a:pathLst>
                <a:path w="127733" h="0">
                  <a:moveTo>
                    <a:pt x="0" y="0"/>
                  </a:moveTo>
                  <a:lnTo>
                    <a:pt x="127733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l252"/>
            <p:cNvSpPr/>
            <p:nvPr/>
          </p:nvSpPr>
          <p:spPr>
            <a:xfrm>
              <a:off x="8237149" y="3645118"/>
              <a:ext cx="127733" cy="0"/>
            </a:xfrm>
            <a:custGeom>
              <a:avLst/>
              <a:pathLst>
                <a:path w="127733" h="0">
                  <a:moveTo>
                    <a:pt x="0" y="0"/>
                  </a:moveTo>
                  <a:lnTo>
                    <a:pt x="127733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l253"/>
            <p:cNvSpPr/>
            <p:nvPr/>
          </p:nvSpPr>
          <p:spPr>
            <a:xfrm>
              <a:off x="8301016" y="3645118"/>
              <a:ext cx="0" cy="374267"/>
            </a:xfrm>
            <a:custGeom>
              <a:avLst/>
              <a:pathLst>
                <a:path w="0" h="374267">
                  <a:moveTo>
                    <a:pt x="0" y="0"/>
                  </a:moveTo>
                  <a:lnTo>
                    <a:pt x="0" y="374267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l254"/>
            <p:cNvSpPr/>
            <p:nvPr/>
          </p:nvSpPr>
          <p:spPr>
            <a:xfrm>
              <a:off x="8237149" y="4019386"/>
              <a:ext cx="127733" cy="0"/>
            </a:xfrm>
            <a:custGeom>
              <a:avLst/>
              <a:pathLst>
                <a:path w="127733" h="0">
                  <a:moveTo>
                    <a:pt x="0" y="0"/>
                  </a:moveTo>
                  <a:lnTo>
                    <a:pt x="127733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l255"/>
            <p:cNvSpPr/>
            <p:nvPr/>
          </p:nvSpPr>
          <p:spPr>
            <a:xfrm>
              <a:off x="9514481" y="3903255"/>
              <a:ext cx="127733" cy="0"/>
            </a:xfrm>
            <a:custGeom>
              <a:avLst/>
              <a:pathLst>
                <a:path w="127733" h="0">
                  <a:moveTo>
                    <a:pt x="0" y="0"/>
                  </a:moveTo>
                  <a:lnTo>
                    <a:pt x="127733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l256"/>
            <p:cNvSpPr/>
            <p:nvPr/>
          </p:nvSpPr>
          <p:spPr>
            <a:xfrm>
              <a:off x="9578347" y="3903255"/>
              <a:ext cx="0" cy="348672"/>
            </a:xfrm>
            <a:custGeom>
              <a:avLst/>
              <a:pathLst>
                <a:path w="0" h="348672">
                  <a:moveTo>
                    <a:pt x="0" y="0"/>
                  </a:moveTo>
                  <a:lnTo>
                    <a:pt x="0" y="348672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l257"/>
            <p:cNvSpPr/>
            <p:nvPr/>
          </p:nvSpPr>
          <p:spPr>
            <a:xfrm>
              <a:off x="9514481" y="4251928"/>
              <a:ext cx="127733" cy="0"/>
            </a:xfrm>
            <a:custGeom>
              <a:avLst/>
              <a:pathLst>
                <a:path w="127733" h="0">
                  <a:moveTo>
                    <a:pt x="0" y="0"/>
                  </a:moveTo>
                  <a:lnTo>
                    <a:pt x="127733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l258"/>
            <p:cNvSpPr/>
            <p:nvPr/>
          </p:nvSpPr>
          <p:spPr>
            <a:xfrm>
              <a:off x="10791812" y="3557301"/>
              <a:ext cx="127733" cy="0"/>
            </a:xfrm>
            <a:custGeom>
              <a:avLst/>
              <a:pathLst>
                <a:path w="127733" h="0">
                  <a:moveTo>
                    <a:pt x="0" y="0"/>
                  </a:moveTo>
                  <a:lnTo>
                    <a:pt x="127733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l259"/>
            <p:cNvSpPr/>
            <p:nvPr/>
          </p:nvSpPr>
          <p:spPr>
            <a:xfrm>
              <a:off x="10855679" y="3557301"/>
              <a:ext cx="0" cy="299384"/>
            </a:xfrm>
            <a:custGeom>
              <a:avLst/>
              <a:pathLst>
                <a:path w="0" h="299384">
                  <a:moveTo>
                    <a:pt x="0" y="0"/>
                  </a:moveTo>
                  <a:lnTo>
                    <a:pt x="0" y="299384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l260"/>
            <p:cNvSpPr/>
            <p:nvPr/>
          </p:nvSpPr>
          <p:spPr>
            <a:xfrm>
              <a:off x="10791812" y="3856685"/>
              <a:ext cx="127733" cy="0"/>
            </a:xfrm>
            <a:custGeom>
              <a:avLst/>
              <a:pathLst>
                <a:path w="127733" h="0">
                  <a:moveTo>
                    <a:pt x="0" y="0"/>
                  </a:moveTo>
                  <a:lnTo>
                    <a:pt x="127733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rc261"/>
            <p:cNvSpPr/>
            <p:nvPr/>
          </p:nvSpPr>
          <p:spPr>
            <a:xfrm>
              <a:off x="810251" y="1410558"/>
              <a:ext cx="5364792" cy="25554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32028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tx262"/>
            <p:cNvSpPr/>
            <p:nvPr/>
          </p:nvSpPr>
          <p:spPr>
            <a:xfrm>
              <a:off x="3253994" y="1485735"/>
              <a:ext cx="477306" cy="9996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1A1A1A">
                      <a:alpha val="100000"/>
                    </a:srgbClr>
                  </a:solidFill>
                  <a:latin typeface="Helvetica"/>
                  <a:cs typeface="Helvetica"/>
                </a:rPr>
                <a:t>average</a:t>
              </a:r>
            </a:p>
          </p:txBody>
        </p:sp>
        <p:sp>
          <p:nvSpPr>
            <p:cNvPr id="264" name="rc263"/>
            <p:cNvSpPr/>
            <p:nvPr/>
          </p:nvSpPr>
          <p:spPr>
            <a:xfrm>
              <a:off x="6257285" y="1410558"/>
              <a:ext cx="5364792" cy="25554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32028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tx264"/>
            <p:cNvSpPr/>
            <p:nvPr/>
          </p:nvSpPr>
          <p:spPr>
            <a:xfrm>
              <a:off x="8616608" y="1463420"/>
              <a:ext cx="646147" cy="1222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1A1A1A">
                      <a:alpha val="100000"/>
                    </a:srgbClr>
                  </a:solidFill>
                  <a:latin typeface="Helvetica"/>
                  <a:cs typeface="Helvetica"/>
                </a:rPr>
                <a:t>experience</a:t>
              </a:r>
            </a:p>
          </p:txBody>
        </p:sp>
        <p:sp>
          <p:nvSpPr>
            <p:cNvPr id="266" name="pl265"/>
            <p:cNvSpPr/>
            <p:nvPr/>
          </p:nvSpPr>
          <p:spPr>
            <a:xfrm>
              <a:off x="810251" y="6015963"/>
              <a:ext cx="5364792" cy="0"/>
            </a:xfrm>
            <a:custGeom>
              <a:avLst/>
              <a:pathLst>
                <a:path w="5364792" h="0">
                  <a:moveTo>
                    <a:pt x="0" y="0"/>
                  </a:moveTo>
                  <a:lnTo>
                    <a:pt x="5364792" y="0"/>
                  </a:lnTo>
                </a:path>
              </a:pathLst>
            </a:custGeom>
            <a:ln w="16014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l266"/>
            <p:cNvSpPr/>
            <p:nvPr/>
          </p:nvSpPr>
          <p:spPr>
            <a:xfrm>
              <a:off x="1576650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l267"/>
            <p:cNvSpPr/>
            <p:nvPr/>
          </p:nvSpPr>
          <p:spPr>
            <a:xfrm>
              <a:off x="2853982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l268"/>
            <p:cNvSpPr/>
            <p:nvPr/>
          </p:nvSpPr>
          <p:spPr>
            <a:xfrm>
              <a:off x="4131313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l269"/>
            <p:cNvSpPr/>
            <p:nvPr/>
          </p:nvSpPr>
          <p:spPr>
            <a:xfrm>
              <a:off x="5408645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tx270"/>
            <p:cNvSpPr/>
            <p:nvPr/>
          </p:nvSpPr>
          <p:spPr>
            <a:xfrm>
              <a:off x="1286629" y="6064506"/>
              <a:ext cx="580042" cy="1202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 squares</a:t>
              </a:r>
            </a:p>
          </p:txBody>
        </p:sp>
        <p:sp>
          <p:nvSpPr>
            <p:cNvPr id="272" name="tx271"/>
            <p:cNvSpPr/>
            <p:nvPr/>
          </p:nvSpPr>
          <p:spPr>
            <a:xfrm>
              <a:off x="2563960" y="6064442"/>
              <a:ext cx="580042" cy="1202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6 squares</a:t>
              </a:r>
            </a:p>
          </p:txBody>
        </p:sp>
        <p:sp>
          <p:nvSpPr>
            <p:cNvPr id="273" name="tx272"/>
            <p:cNvSpPr/>
            <p:nvPr/>
          </p:nvSpPr>
          <p:spPr>
            <a:xfrm>
              <a:off x="3841292" y="6064571"/>
              <a:ext cx="580042" cy="1201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8 squares</a:t>
              </a:r>
            </a:p>
          </p:txBody>
        </p:sp>
        <p:sp>
          <p:nvSpPr>
            <p:cNvPr id="274" name="tx273"/>
            <p:cNvSpPr/>
            <p:nvPr/>
          </p:nvSpPr>
          <p:spPr>
            <a:xfrm>
              <a:off x="5081895" y="6064506"/>
              <a:ext cx="653499" cy="1202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12 squares</a:t>
              </a:r>
            </a:p>
          </p:txBody>
        </p:sp>
        <p:sp>
          <p:nvSpPr>
            <p:cNvPr id="275" name="pl274"/>
            <p:cNvSpPr/>
            <p:nvPr/>
          </p:nvSpPr>
          <p:spPr>
            <a:xfrm>
              <a:off x="6257285" y="6015963"/>
              <a:ext cx="5364792" cy="0"/>
            </a:xfrm>
            <a:custGeom>
              <a:avLst/>
              <a:pathLst>
                <a:path w="5364792" h="0">
                  <a:moveTo>
                    <a:pt x="0" y="0"/>
                  </a:moveTo>
                  <a:lnTo>
                    <a:pt x="5364792" y="0"/>
                  </a:lnTo>
                </a:path>
              </a:pathLst>
            </a:custGeom>
            <a:ln w="16014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l275"/>
            <p:cNvSpPr/>
            <p:nvPr/>
          </p:nvSpPr>
          <p:spPr>
            <a:xfrm>
              <a:off x="7023684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l276"/>
            <p:cNvSpPr/>
            <p:nvPr/>
          </p:nvSpPr>
          <p:spPr>
            <a:xfrm>
              <a:off x="8301016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l277"/>
            <p:cNvSpPr/>
            <p:nvPr/>
          </p:nvSpPr>
          <p:spPr>
            <a:xfrm>
              <a:off x="9578347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pl278"/>
            <p:cNvSpPr/>
            <p:nvPr/>
          </p:nvSpPr>
          <p:spPr>
            <a:xfrm>
              <a:off x="10855679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" name="tx279"/>
            <p:cNvSpPr/>
            <p:nvPr/>
          </p:nvSpPr>
          <p:spPr>
            <a:xfrm>
              <a:off x="6733663" y="6064506"/>
              <a:ext cx="580042" cy="1202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 squares</a:t>
              </a:r>
            </a:p>
          </p:txBody>
        </p:sp>
        <p:sp>
          <p:nvSpPr>
            <p:cNvPr id="281" name="tx280"/>
            <p:cNvSpPr/>
            <p:nvPr/>
          </p:nvSpPr>
          <p:spPr>
            <a:xfrm>
              <a:off x="8010994" y="6064442"/>
              <a:ext cx="580042" cy="1202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6 squares</a:t>
              </a:r>
            </a:p>
          </p:txBody>
        </p:sp>
        <p:sp>
          <p:nvSpPr>
            <p:cNvPr id="282" name="tx281"/>
            <p:cNvSpPr/>
            <p:nvPr/>
          </p:nvSpPr>
          <p:spPr>
            <a:xfrm>
              <a:off x="9288326" y="6064571"/>
              <a:ext cx="580042" cy="1201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8 squares</a:t>
              </a:r>
            </a:p>
          </p:txBody>
        </p:sp>
        <p:sp>
          <p:nvSpPr>
            <p:cNvPr id="283" name="tx282"/>
            <p:cNvSpPr/>
            <p:nvPr/>
          </p:nvSpPr>
          <p:spPr>
            <a:xfrm>
              <a:off x="10528929" y="6064506"/>
              <a:ext cx="653499" cy="1202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12 squares</a:t>
              </a:r>
            </a:p>
          </p:txBody>
        </p:sp>
        <p:sp>
          <p:nvSpPr>
            <p:cNvPr id="284" name="pl283"/>
            <p:cNvSpPr/>
            <p:nvPr/>
          </p:nvSpPr>
          <p:spPr>
            <a:xfrm>
              <a:off x="810251" y="1666098"/>
              <a:ext cx="0" cy="4349864"/>
            </a:xfrm>
            <a:custGeom>
              <a:avLst/>
              <a:pathLst>
                <a:path w="0" h="4349864">
                  <a:moveTo>
                    <a:pt x="0" y="4349864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tx284"/>
            <p:cNvSpPr/>
            <p:nvPr/>
          </p:nvSpPr>
          <p:spPr>
            <a:xfrm>
              <a:off x="552624" y="5959390"/>
              <a:ext cx="183609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0.0</a:t>
              </a:r>
            </a:p>
          </p:txBody>
        </p:sp>
        <p:sp>
          <p:nvSpPr>
            <p:cNvPr id="286" name="tx285"/>
            <p:cNvSpPr/>
            <p:nvPr/>
          </p:nvSpPr>
          <p:spPr>
            <a:xfrm>
              <a:off x="552624" y="4885798"/>
              <a:ext cx="183609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0.5</a:t>
              </a:r>
            </a:p>
          </p:txBody>
        </p:sp>
        <p:sp>
          <p:nvSpPr>
            <p:cNvPr id="287" name="tx286"/>
            <p:cNvSpPr/>
            <p:nvPr/>
          </p:nvSpPr>
          <p:spPr>
            <a:xfrm>
              <a:off x="552624" y="3812205"/>
              <a:ext cx="183609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1.0</a:t>
              </a:r>
            </a:p>
          </p:txBody>
        </p:sp>
        <p:sp>
          <p:nvSpPr>
            <p:cNvPr id="288" name="tx287"/>
            <p:cNvSpPr/>
            <p:nvPr/>
          </p:nvSpPr>
          <p:spPr>
            <a:xfrm>
              <a:off x="552624" y="2739193"/>
              <a:ext cx="183609" cy="9428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1.5</a:t>
              </a:r>
            </a:p>
          </p:txBody>
        </p:sp>
        <p:sp>
          <p:nvSpPr>
            <p:cNvPr id="289" name="tx288"/>
            <p:cNvSpPr/>
            <p:nvPr/>
          </p:nvSpPr>
          <p:spPr>
            <a:xfrm>
              <a:off x="552624" y="1664697"/>
              <a:ext cx="183609" cy="9519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2.0</a:t>
              </a:r>
            </a:p>
          </p:txBody>
        </p:sp>
        <p:sp>
          <p:nvSpPr>
            <p:cNvPr id="290" name="pl289"/>
            <p:cNvSpPr/>
            <p:nvPr/>
          </p:nvSpPr>
          <p:spPr>
            <a:xfrm>
              <a:off x="769130" y="6006889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l290"/>
            <p:cNvSpPr/>
            <p:nvPr/>
          </p:nvSpPr>
          <p:spPr>
            <a:xfrm>
              <a:off x="769130" y="4933296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pl291"/>
            <p:cNvSpPr/>
            <p:nvPr/>
          </p:nvSpPr>
          <p:spPr>
            <a:xfrm>
              <a:off x="769130" y="3859703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" name="pl292"/>
            <p:cNvSpPr/>
            <p:nvPr/>
          </p:nvSpPr>
          <p:spPr>
            <a:xfrm>
              <a:off x="769130" y="2786111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" name="pl293"/>
            <p:cNvSpPr/>
            <p:nvPr/>
          </p:nvSpPr>
          <p:spPr>
            <a:xfrm>
              <a:off x="769130" y="1712518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" name="tx294"/>
            <p:cNvSpPr/>
            <p:nvPr/>
          </p:nvSpPr>
          <p:spPr>
            <a:xfrm>
              <a:off x="5849204" y="6219665"/>
              <a:ext cx="733921" cy="1538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Array size</a:t>
              </a:r>
            </a:p>
          </p:txBody>
        </p:sp>
        <p:sp>
          <p:nvSpPr>
            <p:cNvPr id="296" name="tx295"/>
            <p:cNvSpPr/>
            <p:nvPr/>
          </p:nvSpPr>
          <p:spPr>
            <a:xfrm rot="-5400000">
              <a:off x="-756573" y="3779320"/>
              <a:ext cx="2339695" cy="12342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Fisher z-transformed correlation</a:t>
              </a:r>
            </a:p>
          </p:txBody>
        </p:sp>
        <p:sp>
          <p:nvSpPr>
            <p:cNvPr id="297" name="tx296"/>
            <p:cNvSpPr/>
            <p:nvPr/>
          </p:nvSpPr>
          <p:spPr>
            <a:xfrm>
              <a:off x="810251" y="1133630"/>
              <a:ext cx="4211823" cy="15816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Single-subject Pearson correlations, Fisher z-transformed</a:t>
              </a:r>
            </a:p>
          </p:txBody>
        </p:sp>
        <p:sp>
          <p:nvSpPr>
            <p:cNvPr id="298" name="tx297"/>
            <p:cNvSpPr/>
            <p:nvPr/>
          </p:nvSpPr>
          <p:spPr>
            <a:xfrm>
              <a:off x="810251" y="863894"/>
              <a:ext cx="3336503" cy="18341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5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56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Experiment 1 - participant correlations</a:t>
              </a:r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p:ph/>
          </p:nvPr>
        </p:nvSpPr>
        <p:spPr>
          <a:xfrm>
            <a:off x="274320" y="182880"/>
            <a:ext cx="11430000" cy="457200"/>
          </a:xfrm>
        </p:spPr>
        <p:txBody>
          <a:bodyPr/>
          <a:lstStyle/>
          <a:p>
            <a:r>
              <a:rPr/>
              <a:t>Exp 1 - Mean Pearson correlations</a:t>
            </a:r>
          </a:p>
        </p:txBody>
      </p:sp>
      <p:grpSp xmlns:pic="http://schemas.openxmlformats.org/drawingml/2006/picture">
        <p:nvGrpSpPr>
          <p:cNvPr id="3" name=""/>
          <p:cNvGrpSpPr/>
          <p:nvPr/>
        </p:nvGrpSpPr>
        <p:grpSpPr>
          <a:xfrm>
            <a:off x="274320" y="822960"/>
            <a:ext cx="11430000" cy="5669280"/>
            <a:chOff x="274320" y="822960"/>
            <a:chExt cx="11430000" cy="5669280"/>
          </a:xfrm>
        </p:grpSpPr>
        <p:sp>
          <p:nvSpPr>
            <p:cNvPr id="4" name="rc3"/>
            <p:cNvSpPr/>
            <p:nvPr/>
          </p:nvSpPr>
          <p:spPr>
            <a:xfrm>
              <a:off x="274320" y="822960"/>
              <a:ext cx="1143000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4"/>
            <p:cNvSpPr/>
            <p:nvPr/>
          </p:nvSpPr>
          <p:spPr>
            <a:xfrm>
              <a:off x="11704320" y="822960"/>
              <a:ext cx="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6014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rc5"/>
            <p:cNvSpPr/>
            <p:nvPr/>
          </p:nvSpPr>
          <p:spPr>
            <a:xfrm>
              <a:off x="883708" y="1173374"/>
              <a:ext cx="9461559" cy="484258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6"/>
            <p:cNvSpPr/>
            <p:nvPr/>
          </p:nvSpPr>
          <p:spPr>
            <a:xfrm>
              <a:off x="2235359" y="2363343"/>
              <a:ext cx="6758256" cy="278630"/>
            </a:xfrm>
            <a:custGeom>
              <a:avLst/>
              <a:pathLst>
                <a:path w="6758256" h="278630">
                  <a:moveTo>
                    <a:pt x="0" y="0"/>
                  </a:moveTo>
                  <a:lnTo>
                    <a:pt x="2252752" y="126690"/>
                  </a:lnTo>
                  <a:lnTo>
                    <a:pt x="4505504" y="278630"/>
                  </a:lnTo>
                  <a:lnTo>
                    <a:pt x="6758256" y="230174"/>
                  </a:lnTo>
                </a:path>
              </a:pathLst>
            </a:custGeom>
            <a:ln w="32521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7"/>
            <p:cNvSpPr/>
            <p:nvPr/>
          </p:nvSpPr>
          <p:spPr>
            <a:xfrm>
              <a:off x="2235359" y="2203736"/>
              <a:ext cx="6758256" cy="441880"/>
            </a:xfrm>
            <a:custGeom>
              <a:avLst/>
              <a:pathLst>
                <a:path w="6758256" h="441880">
                  <a:moveTo>
                    <a:pt x="0" y="0"/>
                  </a:moveTo>
                  <a:lnTo>
                    <a:pt x="2252752" y="215893"/>
                  </a:lnTo>
                  <a:lnTo>
                    <a:pt x="4505504" y="441880"/>
                  </a:lnTo>
                  <a:lnTo>
                    <a:pt x="6758256" y="114763"/>
                  </a:lnTo>
                </a:path>
              </a:pathLst>
            </a:custGeom>
            <a:ln w="32521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t8"/>
            <p:cNvSpPr/>
            <p:nvPr/>
          </p:nvSpPr>
          <p:spPr>
            <a:xfrm>
              <a:off x="2190207" y="2318191"/>
              <a:ext cx="90303" cy="90303"/>
            </a:xfrm>
            <a:prstGeom prst="ellipse">
              <a:avLst/>
            </a:prstGeom>
            <a:solidFill>
              <a:srgbClr val="F8766D">
                <a:alpha val="100000"/>
              </a:srgbClr>
            </a:solidFill>
            <a:ln w="9000" cap="rnd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t9"/>
            <p:cNvSpPr/>
            <p:nvPr/>
          </p:nvSpPr>
          <p:spPr>
            <a:xfrm>
              <a:off x="4442959" y="2444882"/>
              <a:ext cx="90303" cy="90303"/>
            </a:xfrm>
            <a:prstGeom prst="ellipse">
              <a:avLst/>
            </a:prstGeom>
            <a:solidFill>
              <a:srgbClr val="F8766D">
                <a:alpha val="100000"/>
              </a:srgbClr>
            </a:solidFill>
            <a:ln w="9000" cap="rnd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t10"/>
            <p:cNvSpPr/>
            <p:nvPr/>
          </p:nvSpPr>
          <p:spPr>
            <a:xfrm>
              <a:off x="6695711" y="2596822"/>
              <a:ext cx="90303" cy="90303"/>
            </a:xfrm>
            <a:prstGeom prst="ellipse">
              <a:avLst/>
            </a:prstGeom>
            <a:solidFill>
              <a:srgbClr val="F8766D">
                <a:alpha val="100000"/>
              </a:srgbClr>
            </a:solidFill>
            <a:ln w="9000" cap="rnd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t11"/>
            <p:cNvSpPr/>
            <p:nvPr/>
          </p:nvSpPr>
          <p:spPr>
            <a:xfrm>
              <a:off x="8948464" y="2548366"/>
              <a:ext cx="90303" cy="90303"/>
            </a:xfrm>
            <a:prstGeom prst="ellipse">
              <a:avLst/>
            </a:prstGeom>
            <a:solidFill>
              <a:srgbClr val="F8766D">
                <a:alpha val="100000"/>
              </a:srgbClr>
            </a:solidFill>
            <a:ln w="9000" cap="rnd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t12"/>
            <p:cNvSpPr/>
            <p:nvPr/>
          </p:nvSpPr>
          <p:spPr>
            <a:xfrm>
              <a:off x="2190207" y="2158584"/>
              <a:ext cx="90303" cy="90303"/>
            </a:xfrm>
            <a:prstGeom prst="ellipse">
              <a:avLst/>
            </a:prstGeom>
            <a:solidFill>
              <a:srgbClr val="00BFC4">
                <a:alpha val="100000"/>
              </a:srgbClr>
            </a:solidFill>
            <a:ln w="9000" cap="rnd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t13"/>
            <p:cNvSpPr/>
            <p:nvPr/>
          </p:nvSpPr>
          <p:spPr>
            <a:xfrm>
              <a:off x="4442959" y="2374478"/>
              <a:ext cx="90303" cy="90303"/>
            </a:xfrm>
            <a:prstGeom prst="ellipse">
              <a:avLst/>
            </a:prstGeom>
            <a:solidFill>
              <a:srgbClr val="00BFC4">
                <a:alpha val="100000"/>
              </a:srgbClr>
            </a:solidFill>
            <a:ln w="9000" cap="rnd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t14"/>
            <p:cNvSpPr/>
            <p:nvPr/>
          </p:nvSpPr>
          <p:spPr>
            <a:xfrm>
              <a:off x="6695711" y="2600465"/>
              <a:ext cx="90303" cy="90303"/>
            </a:xfrm>
            <a:prstGeom prst="ellipse">
              <a:avLst/>
            </a:prstGeom>
            <a:solidFill>
              <a:srgbClr val="00BFC4">
                <a:alpha val="100000"/>
              </a:srgbClr>
            </a:solidFill>
            <a:ln w="9000" cap="rnd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t15"/>
            <p:cNvSpPr/>
            <p:nvPr/>
          </p:nvSpPr>
          <p:spPr>
            <a:xfrm>
              <a:off x="8948464" y="2273348"/>
              <a:ext cx="90303" cy="90303"/>
            </a:xfrm>
            <a:prstGeom prst="ellipse">
              <a:avLst/>
            </a:prstGeom>
            <a:solidFill>
              <a:srgbClr val="00BFC4">
                <a:alpha val="100000"/>
              </a:srgbClr>
            </a:solidFill>
            <a:ln w="9000" cap="rnd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6"/>
            <p:cNvSpPr/>
            <p:nvPr/>
          </p:nvSpPr>
          <p:spPr>
            <a:xfrm>
              <a:off x="2122721" y="2189273"/>
              <a:ext cx="225275" cy="0"/>
            </a:xfrm>
            <a:custGeom>
              <a:avLst/>
              <a:pathLst>
                <a:path w="225275" h="0">
                  <a:moveTo>
                    <a:pt x="0" y="0"/>
                  </a:moveTo>
                  <a:lnTo>
                    <a:pt x="225275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7"/>
            <p:cNvSpPr/>
            <p:nvPr/>
          </p:nvSpPr>
          <p:spPr>
            <a:xfrm>
              <a:off x="2235359" y="2189273"/>
              <a:ext cx="0" cy="380623"/>
            </a:xfrm>
            <a:custGeom>
              <a:avLst/>
              <a:pathLst>
                <a:path w="0" h="380623">
                  <a:moveTo>
                    <a:pt x="0" y="0"/>
                  </a:moveTo>
                  <a:lnTo>
                    <a:pt x="0" y="380623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8"/>
            <p:cNvSpPr/>
            <p:nvPr/>
          </p:nvSpPr>
          <p:spPr>
            <a:xfrm>
              <a:off x="2122721" y="2569896"/>
              <a:ext cx="225275" cy="0"/>
            </a:xfrm>
            <a:custGeom>
              <a:avLst/>
              <a:pathLst>
                <a:path w="225275" h="0">
                  <a:moveTo>
                    <a:pt x="0" y="0"/>
                  </a:moveTo>
                  <a:lnTo>
                    <a:pt x="225275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19"/>
            <p:cNvSpPr/>
            <p:nvPr/>
          </p:nvSpPr>
          <p:spPr>
            <a:xfrm>
              <a:off x="4375474" y="2282422"/>
              <a:ext cx="225275" cy="0"/>
            </a:xfrm>
            <a:custGeom>
              <a:avLst/>
              <a:pathLst>
                <a:path w="225275" h="0">
                  <a:moveTo>
                    <a:pt x="0" y="0"/>
                  </a:moveTo>
                  <a:lnTo>
                    <a:pt x="225275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0"/>
            <p:cNvSpPr/>
            <p:nvPr/>
          </p:nvSpPr>
          <p:spPr>
            <a:xfrm>
              <a:off x="4488111" y="2282422"/>
              <a:ext cx="0" cy="455477"/>
            </a:xfrm>
            <a:custGeom>
              <a:avLst/>
              <a:pathLst>
                <a:path w="0" h="455477">
                  <a:moveTo>
                    <a:pt x="0" y="0"/>
                  </a:moveTo>
                  <a:lnTo>
                    <a:pt x="0" y="455477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1"/>
            <p:cNvSpPr/>
            <p:nvPr/>
          </p:nvSpPr>
          <p:spPr>
            <a:xfrm>
              <a:off x="4375474" y="2737899"/>
              <a:ext cx="225275" cy="0"/>
            </a:xfrm>
            <a:custGeom>
              <a:avLst/>
              <a:pathLst>
                <a:path w="225275" h="0">
                  <a:moveTo>
                    <a:pt x="0" y="0"/>
                  </a:moveTo>
                  <a:lnTo>
                    <a:pt x="225275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2"/>
            <p:cNvSpPr/>
            <p:nvPr/>
          </p:nvSpPr>
          <p:spPr>
            <a:xfrm>
              <a:off x="6628226" y="2368641"/>
              <a:ext cx="225275" cy="0"/>
            </a:xfrm>
            <a:custGeom>
              <a:avLst/>
              <a:pathLst>
                <a:path w="225275" h="0">
                  <a:moveTo>
                    <a:pt x="0" y="0"/>
                  </a:moveTo>
                  <a:lnTo>
                    <a:pt x="225275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3"/>
            <p:cNvSpPr/>
            <p:nvPr/>
          </p:nvSpPr>
          <p:spPr>
            <a:xfrm>
              <a:off x="6740863" y="2368641"/>
              <a:ext cx="0" cy="607792"/>
            </a:xfrm>
            <a:custGeom>
              <a:avLst/>
              <a:pathLst>
                <a:path w="0" h="607792">
                  <a:moveTo>
                    <a:pt x="0" y="0"/>
                  </a:moveTo>
                  <a:lnTo>
                    <a:pt x="0" y="607792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4"/>
            <p:cNvSpPr/>
            <p:nvPr/>
          </p:nvSpPr>
          <p:spPr>
            <a:xfrm>
              <a:off x="6628226" y="2976433"/>
              <a:ext cx="225275" cy="0"/>
            </a:xfrm>
            <a:custGeom>
              <a:avLst/>
              <a:pathLst>
                <a:path w="225275" h="0">
                  <a:moveTo>
                    <a:pt x="0" y="0"/>
                  </a:moveTo>
                  <a:lnTo>
                    <a:pt x="225275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5"/>
            <p:cNvSpPr/>
            <p:nvPr/>
          </p:nvSpPr>
          <p:spPr>
            <a:xfrm>
              <a:off x="8880978" y="2290282"/>
              <a:ext cx="225275" cy="0"/>
            </a:xfrm>
            <a:custGeom>
              <a:avLst/>
              <a:pathLst>
                <a:path w="225275" h="0">
                  <a:moveTo>
                    <a:pt x="0" y="0"/>
                  </a:moveTo>
                  <a:lnTo>
                    <a:pt x="225275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6"/>
            <p:cNvSpPr/>
            <p:nvPr/>
          </p:nvSpPr>
          <p:spPr>
            <a:xfrm>
              <a:off x="8993615" y="2290282"/>
              <a:ext cx="0" cy="688452"/>
            </a:xfrm>
            <a:custGeom>
              <a:avLst/>
              <a:pathLst>
                <a:path w="0" h="688452">
                  <a:moveTo>
                    <a:pt x="0" y="0"/>
                  </a:moveTo>
                  <a:lnTo>
                    <a:pt x="0" y="688452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7"/>
            <p:cNvSpPr/>
            <p:nvPr/>
          </p:nvSpPr>
          <p:spPr>
            <a:xfrm>
              <a:off x="8880978" y="2978734"/>
              <a:ext cx="225275" cy="0"/>
            </a:xfrm>
            <a:custGeom>
              <a:avLst/>
              <a:pathLst>
                <a:path w="225275" h="0">
                  <a:moveTo>
                    <a:pt x="0" y="0"/>
                  </a:moveTo>
                  <a:lnTo>
                    <a:pt x="225275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8"/>
            <p:cNvSpPr/>
            <p:nvPr/>
          </p:nvSpPr>
          <p:spPr>
            <a:xfrm>
              <a:off x="2122721" y="2015591"/>
              <a:ext cx="225275" cy="0"/>
            </a:xfrm>
            <a:custGeom>
              <a:avLst/>
              <a:pathLst>
                <a:path w="225275" h="0">
                  <a:moveTo>
                    <a:pt x="0" y="0"/>
                  </a:moveTo>
                  <a:lnTo>
                    <a:pt x="225275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29"/>
            <p:cNvSpPr/>
            <p:nvPr/>
          </p:nvSpPr>
          <p:spPr>
            <a:xfrm>
              <a:off x="2235359" y="2015591"/>
              <a:ext cx="0" cy="425904"/>
            </a:xfrm>
            <a:custGeom>
              <a:avLst/>
              <a:pathLst>
                <a:path w="0" h="425904">
                  <a:moveTo>
                    <a:pt x="0" y="0"/>
                  </a:moveTo>
                  <a:lnTo>
                    <a:pt x="0" y="425904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0"/>
            <p:cNvSpPr/>
            <p:nvPr/>
          </p:nvSpPr>
          <p:spPr>
            <a:xfrm>
              <a:off x="2122721" y="2441496"/>
              <a:ext cx="225275" cy="0"/>
            </a:xfrm>
            <a:custGeom>
              <a:avLst/>
              <a:pathLst>
                <a:path w="225275" h="0">
                  <a:moveTo>
                    <a:pt x="0" y="0"/>
                  </a:moveTo>
                  <a:lnTo>
                    <a:pt x="225275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1"/>
            <p:cNvSpPr/>
            <p:nvPr/>
          </p:nvSpPr>
          <p:spPr>
            <a:xfrm>
              <a:off x="4375474" y="2148121"/>
              <a:ext cx="225275" cy="0"/>
            </a:xfrm>
            <a:custGeom>
              <a:avLst/>
              <a:pathLst>
                <a:path w="225275" h="0">
                  <a:moveTo>
                    <a:pt x="0" y="0"/>
                  </a:moveTo>
                  <a:lnTo>
                    <a:pt x="225275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2"/>
            <p:cNvSpPr/>
            <p:nvPr/>
          </p:nvSpPr>
          <p:spPr>
            <a:xfrm>
              <a:off x="4488111" y="2148121"/>
              <a:ext cx="0" cy="623975"/>
            </a:xfrm>
            <a:custGeom>
              <a:avLst/>
              <a:pathLst>
                <a:path w="0" h="623975">
                  <a:moveTo>
                    <a:pt x="0" y="0"/>
                  </a:moveTo>
                  <a:lnTo>
                    <a:pt x="0" y="623975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3"/>
            <p:cNvSpPr/>
            <p:nvPr/>
          </p:nvSpPr>
          <p:spPr>
            <a:xfrm>
              <a:off x="4375474" y="2772096"/>
              <a:ext cx="225275" cy="0"/>
            </a:xfrm>
            <a:custGeom>
              <a:avLst/>
              <a:pathLst>
                <a:path w="225275" h="0">
                  <a:moveTo>
                    <a:pt x="0" y="0"/>
                  </a:moveTo>
                  <a:lnTo>
                    <a:pt x="225275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4"/>
            <p:cNvSpPr/>
            <p:nvPr/>
          </p:nvSpPr>
          <p:spPr>
            <a:xfrm>
              <a:off x="6628226" y="2341021"/>
              <a:ext cx="225275" cy="0"/>
            </a:xfrm>
            <a:custGeom>
              <a:avLst/>
              <a:pathLst>
                <a:path w="225275" h="0">
                  <a:moveTo>
                    <a:pt x="0" y="0"/>
                  </a:moveTo>
                  <a:lnTo>
                    <a:pt x="225275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5"/>
            <p:cNvSpPr/>
            <p:nvPr/>
          </p:nvSpPr>
          <p:spPr>
            <a:xfrm>
              <a:off x="6740863" y="2341021"/>
              <a:ext cx="0" cy="686739"/>
            </a:xfrm>
            <a:custGeom>
              <a:avLst/>
              <a:pathLst>
                <a:path w="0" h="686739">
                  <a:moveTo>
                    <a:pt x="0" y="0"/>
                  </a:moveTo>
                  <a:lnTo>
                    <a:pt x="0" y="686739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6"/>
            <p:cNvSpPr/>
            <p:nvPr/>
          </p:nvSpPr>
          <p:spPr>
            <a:xfrm>
              <a:off x="6628226" y="3027761"/>
              <a:ext cx="225275" cy="0"/>
            </a:xfrm>
            <a:custGeom>
              <a:avLst/>
              <a:pathLst>
                <a:path w="225275" h="0">
                  <a:moveTo>
                    <a:pt x="0" y="0"/>
                  </a:moveTo>
                  <a:lnTo>
                    <a:pt x="225275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7"/>
            <p:cNvSpPr/>
            <p:nvPr/>
          </p:nvSpPr>
          <p:spPr>
            <a:xfrm>
              <a:off x="8880978" y="2115445"/>
              <a:ext cx="225275" cy="0"/>
            </a:xfrm>
            <a:custGeom>
              <a:avLst/>
              <a:pathLst>
                <a:path w="225275" h="0">
                  <a:moveTo>
                    <a:pt x="0" y="0"/>
                  </a:moveTo>
                  <a:lnTo>
                    <a:pt x="225275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8"/>
            <p:cNvSpPr/>
            <p:nvPr/>
          </p:nvSpPr>
          <p:spPr>
            <a:xfrm>
              <a:off x="8993615" y="2115445"/>
              <a:ext cx="0" cy="454904"/>
            </a:xfrm>
            <a:custGeom>
              <a:avLst/>
              <a:pathLst>
                <a:path w="0" h="454904">
                  <a:moveTo>
                    <a:pt x="0" y="0"/>
                  </a:moveTo>
                  <a:lnTo>
                    <a:pt x="0" y="454904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39"/>
            <p:cNvSpPr/>
            <p:nvPr/>
          </p:nvSpPr>
          <p:spPr>
            <a:xfrm>
              <a:off x="8880978" y="2570349"/>
              <a:ext cx="225275" cy="0"/>
            </a:xfrm>
            <a:custGeom>
              <a:avLst/>
              <a:pathLst>
                <a:path w="225275" h="0">
                  <a:moveTo>
                    <a:pt x="0" y="0"/>
                  </a:moveTo>
                  <a:lnTo>
                    <a:pt x="225275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0"/>
            <p:cNvSpPr/>
            <p:nvPr/>
          </p:nvSpPr>
          <p:spPr>
            <a:xfrm>
              <a:off x="883708" y="1173374"/>
              <a:ext cx="0" cy="4842589"/>
            </a:xfrm>
            <a:custGeom>
              <a:avLst/>
              <a:pathLst>
                <a:path w="0" h="4842589">
                  <a:moveTo>
                    <a:pt x="0" y="4842589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tx41"/>
            <p:cNvSpPr/>
            <p:nvPr/>
          </p:nvSpPr>
          <p:spPr>
            <a:xfrm>
              <a:off x="552624" y="5748347"/>
              <a:ext cx="257065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0.00</a:t>
              </a:r>
            </a:p>
          </p:txBody>
        </p:sp>
        <p:sp>
          <p:nvSpPr>
            <p:cNvPr id="43" name="tx42"/>
            <p:cNvSpPr/>
            <p:nvPr/>
          </p:nvSpPr>
          <p:spPr>
            <a:xfrm>
              <a:off x="552624" y="4647436"/>
              <a:ext cx="257065" cy="9519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0.25</a:t>
              </a:r>
            </a:p>
          </p:txBody>
        </p:sp>
        <p:sp>
          <p:nvSpPr>
            <p:cNvPr id="44" name="tx43"/>
            <p:cNvSpPr/>
            <p:nvPr/>
          </p:nvSpPr>
          <p:spPr>
            <a:xfrm>
              <a:off x="552624" y="3547170"/>
              <a:ext cx="257065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0.50</a:t>
              </a:r>
            </a:p>
          </p:txBody>
        </p:sp>
        <p:sp>
          <p:nvSpPr>
            <p:cNvPr id="45" name="tx44"/>
            <p:cNvSpPr/>
            <p:nvPr/>
          </p:nvSpPr>
          <p:spPr>
            <a:xfrm>
              <a:off x="552624" y="2446581"/>
              <a:ext cx="257065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0.75</a:t>
              </a:r>
            </a:p>
          </p:txBody>
        </p:sp>
        <p:sp>
          <p:nvSpPr>
            <p:cNvPr id="46" name="tx45"/>
            <p:cNvSpPr/>
            <p:nvPr/>
          </p:nvSpPr>
          <p:spPr>
            <a:xfrm>
              <a:off x="552624" y="1345993"/>
              <a:ext cx="257065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1.00</a:t>
              </a:r>
            </a:p>
          </p:txBody>
        </p:sp>
        <p:sp>
          <p:nvSpPr>
            <p:cNvPr id="47" name="pl46"/>
            <p:cNvSpPr/>
            <p:nvPr/>
          </p:nvSpPr>
          <p:spPr>
            <a:xfrm>
              <a:off x="842587" y="5795846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7"/>
            <p:cNvSpPr/>
            <p:nvPr/>
          </p:nvSpPr>
          <p:spPr>
            <a:xfrm>
              <a:off x="842587" y="4695257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8"/>
            <p:cNvSpPr/>
            <p:nvPr/>
          </p:nvSpPr>
          <p:spPr>
            <a:xfrm>
              <a:off x="842587" y="3594668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49"/>
            <p:cNvSpPr/>
            <p:nvPr/>
          </p:nvSpPr>
          <p:spPr>
            <a:xfrm>
              <a:off x="842587" y="2494080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0"/>
            <p:cNvSpPr/>
            <p:nvPr/>
          </p:nvSpPr>
          <p:spPr>
            <a:xfrm>
              <a:off x="842587" y="1393491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1"/>
            <p:cNvSpPr/>
            <p:nvPr/>
          </p:nvSpPr>
          <p:spPr>
            <a:xfrm>
              <a:off x="883708" y="6015963"/>
              <a:ext cx="9461559" cy="0"/>
            </a:xfrm>
            <a:custGeom>
              <a:avLst/>
              <a:pathLst>
                <a:path w="9461559" h="0">
                  <a:moveTo>
                    <a:pt x="0" y="0"/>
                  </a:moveTo>
                  <a:lnTo>
                    <a:pt x="9461559" y="0"/>
                  </a:lnTo>
                </a:path>
              </a:pathLst>
            </a:custGeom>
            <a:ln w="16014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2"/>
            <p:cNvSpPr/>
            <p:nvPr/>
          </p:nvSpPr>
          <p:spPr>
            <a:xfrm>
              <a:off x="2235359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3"/>
            <p:cNvSpPr/>
            <p:nvPr/>
          </p:nvSpPr>
          <p:spPr>
            <a:xfrm>
              <a:off x="4488111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4"/>
            <p:cNvSpPr/>
            <p:nvPr/>
          </p:nvSpPr>
          <p:spPr>
            <a:xfrm>
              <a:off x="6740863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5"/>
            <p:cNvSpPr/>
            <p:nvPr/>
          </p:nvSpPr>
          <p:spPr>
            <a:xfrm>
              <a:off x="8993615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tx56"/>
            <p:cNvSpPr/>
            <p:nvPr/>
          </p:nvSpPr>
          <p:spPr>
            <a:xfrm>
              <a:off x="1945338" y="6064506"/>
              <a:ext cx="580042" cy="1202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 squares</a:t>
              </a:r>
            </a:p>
          </p:txBody>
        </p:sp>
        <p:sp>
          <p:nvSpPr>
            <p:cNvPr id="58" name="tx57"/>
            <p:cNvSpPr/>
            <p:nvPr/>
          </p:nvSpPr>
          <p:spPr>
            <a:xfrm>
              <a:off x="4198090" y="6064442"/>
              <a:ext cx="580042" cy="1202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6 squares</a:t>
              </a:r>
            </a:p>
          </p:txBody>
        </p:sp>
        <p:sp>
          <p:nvSpPr>
            <p:cNvPr id="59" name="tx58"/>
            <p:cNvSpPr/>
            <p:nvPr/>
          </p:nvSpPr>
          <p:spPr>
            <a:xfrm>
              <a:off x="6450842" y="6064571"/>
              <a:ext cx="580042" cy="1201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8 squares</a:t>
              </a:r>
            </a:p>
          </p:txBody>
        </p:sp>
        <p:sp>
          <p:nvSpPr>
            <p:cNvPr id="60" name="tx59"/>
            <p:cNvSpPr/>
            <p:nvPr/>
          </p:nvSpPr>
          <p:spPr>
            <a:xfrm>
              <a:off x="8666866" y="6064506"/>
              <a:ext cx="653499" cy="1202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12 squares</a:t>
              </a:r>
            </a:p>
          </p:txBody>
        </p:sp>
        <p:sp>
          <p:nvSpPr>
            <p:cNvPr id="61" name="tx60"/>
            <p:cNvSpPr/>
            <p:nvPr/>
          </p:nvSpPr>
          <p:spPr>
            <a:xfrm>
              <a:off x="5247527" y="6219665"/>
              <a:ext cx="733921" cy="1538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Array size</a:t>
              </a:r>
            </a:p>
          </p:txBody>
        </p:sp>
        <p:sp>
          <p:nvSpPr>
            <p:cNvPr id="62" name="tx61"/>
            <p:cNvSpPr/>
            <p:nvPr/>
          </p:nvSpPr>
          <p:spPr>
            <a:xfrm rot="-5400000">
              <a:off x="-531133" y="3533804"/>
              <a:ext cx="1890507" cy="1217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Mean Pearson correlation</a:t>
              </a:r>
            </a:p>
          </p:txBody>
        </p:sp>
        <p:sp>
          <p:nvSpPr>
            <p:cNvPr id="63" name="rc62"/>
            <p:cNvSpPr/>
            <p:nvPr/>
          </p:nvSpPr>
          <p:spPr>
            <a:xfrm>
              <a:off x="10509750" y="3174379"/>
              <a:ext cx="1112328" cy="84057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" name="tx63"/>
            <p:cNvSpPr/>
            <p:nvPr/>
          </p:nvSpPr>
          <p:spPr>
            <a:xfrm>
              <a:off x="10591991" y="3268511"/>
              <a:ext cx="697563" cy="12479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Condition</a:t>
              </a:r>
            </a:p>
          </p:txBody>
        </p:sp>
        <p:sp>
          <p:nvSpPr>
            <p:cNvPr id="65" name="rc64"/>
            <p:cNvSpPr/>
            <p:nvPr/>
          </p:nvSpPr>
          <p:spPr>
            <a:xfrm>
              <a:off x="10591991" y="3493804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6" name="pl65"/>
            <p:cNvSpPr/>
            <p:nvPr/>
          </p:nvSpPr>
          <p:spPr>
            <a:xfrm>
              <a:off x="10613937" y="3603532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t66"/>
            <p:cNvSpPr/>
            <p:nvPr/>
          </p:nvSpPr>
          <p:spPr>
            <a:xfrm>
              <a:off x="10656568" y="3558381"/>
              <a:ext cx="90303" cy="90303"/>
            </a:xfrm>
            <a:prstGeom prst="ellipse">
              <a:avLst/>
            </a:prstGeom>
            <a:solidFill>
              <a:srgbClr val="F8766D">
                <a:alpha val="100000"/>
              </a:srgbClr>
            </a:solidFill>
            <a:ln w="9000" cap="rnd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7"/>
            <p:cNvSpPr/>
            <p:nvPr/>
          </p:nvSpPr>
          <p:spPr>
            <a:xfrm>
              <a:off x="10613937" y="3603532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rc68"/>
            <p:cNvSpPr/>
            <p:nvPr/>
          </p:nvSpPr>
          <p:spPr>
            <a:xfrm>
              <a:off x="10591991" y="371326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0" name="pl69"/>
            <p:cNvSpPr/>
            <p:nvPr/>
          </p:nvSpPr>
          <p:spPr>
            <a:xfrm>
              <a:off x="10613937" y="3822988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t70"/>
            <p:cNvSpPr/>
            <p:nvPr/>
          </p:nvSpPr>
          <p:spPr>
            <a:xfrm>
              <a:off x="10656568" y="3777837"/>
              <a:ext cx="90303" cy="90303"/>
            </a:xfrm>
            <a:prstGeom prst="ellipse">
              <a:avLst/>
            </a:prstGeom>
            <a:solidFill>
              <a:srgbClr val="00BFC4">
                <a:alpha val="100000"/>
              </a:srgbClr>
            </a:solidFill>
            <a:ln w="9000" cap="rnd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l71"/>
            <p:cNvSpPr/>
            <p:nvPr/>
          </p:nvSpPr>
          <p:spPr>
            <a:xfrm>
              <a:off x="10613937" y="3822988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tx72"/>
            <p:cNvSpPr/>
            <p:nvPr/>
          </p:nvSpPr>
          <p:spPr>
            <a:xfrm>
              <a:off x="10893689" y="3550939"/>
              <a:ext cx="477306" cy="9996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average</a:t>
              </a:r>
            </a:p>
          </p:txBody>
        </p:sp>
        <p:sp>
          <p:nvSpPr>
            <p:cNvPr id="74" name="tx73"/>
            <p:cNvSpPr/>
            <p:nvPr/>
          </p:nvSpPr>
          <p:spPr>
            <a:xfrm>
              <a:off x="10893689" y="3748081"/>
              <a:ext cx="646147" cy="1222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experience</a:t>
              </a:r>
            </a:p>
          </p:txBody>
        </p:sp>
        <p:sp>
          <p:nvSpPr>
            <p:cNvPr id="75" name="tx74"/>
            <p:cNvSpPr/>
            <p:nvPr/>
          </p:nvSpPr>
          <p:spPr>
            <a:xfrm>
              <a:off x="883708" y="860895"/>
              <a:ext cx="3886847" cy="18641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5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56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Experiment 1 - descriptive tracking accuracy</a:t>
              </a:r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p:ph/>
          </p:nvPr>
        </p:nvSpPr>
        <p:spPr>
          <a:xfrm>
            <a:off x="274320" y="182880"/>
            <a:ext cx="11430000" cy="457200"/>
          </a:xfrm>
        </p:spPr>
        <p:txBody>
          <a:bodyPr/>
          <a:lstStyle/>
          <a:p>
            <a:r>
              <a:rPr/>
              <a:t>Exp 1 - Beta slopes</a:t>
            </a:r>
          </a:p>
        </p:txBody>
      </p:sp>
      <p:grpSp xmlns:pic="http://schemas.openxmlformats.org/drawingml/2006/picture">
        <p:nvGrpSpPr>
          <p:cNvPr id="3" name=""/>
          <p:cNvGrpSpPr/>
          <p:nvPr/>
        </p:nvGrpSpPr>
        <p:grpSpPr>
          <a:xfrm>
            <a:off x="274320" y="822960"/>
            <a:ext cx="11430000" cy="5669280"/>
            <a:chOff x="274320" y="822960"/>
            <a:chExt cx="11430000" cy="5669280"/>
          </a:xfrm>
        </p:grpSpPr>
        <p:sp>
          <p:nvSpPr>
            <p:cNvPr id="4" name="rc3"/>
            <p:cNvSpPr/>
            <p:nvPr/>
          </p:nvSpPr>
          <p:spPr>
            <a:xfrm>
              <a:off x="274320" y="822960"/>
              <a:ext cx="1143000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4"/>
            <p:cNvSpPr/>
            <p:nvPr/>
          </p:nvSpPr>
          <p:spPr>
            <a:xfrm>
              <a:off x="11704320" y="822960"/>
              <a:ext cx="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6014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rc5"/>
            <p:cNvSpPr/>
            <p:nvPr/>
          </p:nvSpPr>
          <p:spPr>
            <a:xfrm>
              <a:off x="810251" y="1410558"/>
              <a:ext cx="9535015" cy="460540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6"/>
            <p:cNvSpPr/>
            <p:nvPr/>
          </p:nvSpPr>
          <p:spPr>
            <a:xfrm>
              <a:off x="1037275" y="1619894"/>
              <a:ext cx="9080967" cy="0"/>
            </a:xfrm>
            <a:custGeom>
              <a:avLst/>
              <a:pathLst>
                <a:path w="9080967" h="0">
                  <a:moveTo>
                    <a:pt x="0" y="0"/>
                  </a:moveTo>
                  <a:lnTo>
                    <a:pt x="9080967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" name="pl7"/>
            <p:cNvSpPr/>
            <p:nvPr/>
          </p:nvSpPr>
          <p:spPr>
            <a:xfrm>
              <a:off x="2172396" y="4306753"/>
              <a:ext cx="6810725" cy="222085"/>
            </a:xfrm>
            <a:custGeom>
              <a:avLst/>
              <a:pathLst>
                <a:path w="6810725" h="222085">
                  <a:moveTo>
                    <a:pt x="0" y="146823"/>
                  </a:moveTo>
                  <a:lnTo>
                    <a:pt x="2270241" y="0"/>
                  </a:lnTo>
                  <a:lnTo>
                    <a:pt x="4540483" y="222085"/>
                  </a:lnTo>
                  <a:lnTo>
                    <a:pt x="6810725" y="79063"/>
                  </a:lnTo>
                </a:path>
              </a:pathLst>
            </a:custGeom>
            <a:ln w="32521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8"/>
            <p:cNvSpPr/>
            <p:nvPr/>
          </p:nvSpPr>
          <p:spPr>
            <a:xfrm>
              <a:off x="2172396" y="3888454"/>
              <a:ext cx="6810725" cy="988891"/>
            </a:xfrm>
            <a:custGeom>
              <a:avLst/>
              <a:pathLst>
                <a:path w="6810725" h="988891">
                  <a:moveTo>
                    <a:pt x="0" y="0"/>
                  </a:moveTo>
                  <a:lnTo>
                    <a:pt x="2270241" y="780027"/>
                  </a:lnTo>
                  <a:lnTo>
                    <a:pt x="4540483" y="988891"/>
                  </a:lnTo>
                  <a:lnTo>
                    <a:pt x="6810725" y="712401"/>
                  </a:lnTo>
                </a:path>
              </a:pathLst>
            </a:custGeom>
            <a:ln w="32521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t9"/>
            <p:cNvSpPr/>
            <p:nvPr/>
          </p:nvSpPr>
          <p:spPr>
            <a:xfrm>
              <a:off x="2127244" y="4408425"/>
              <a:ext cx="90303" cy="90303"/>
            </a:xfrm>
            <a:prstGeom prst="ellipse">
              <a:avLst/>
            </a:prstGeom>
            <a:solidFill>
              <a:srgbClr val="F8766D">
                <a:alpha val="100000"/>
              </a:srgbClr>
            </a:solidFill>
            <a:ln w="9000" cap="rnd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t10"/>
            <p:cNvSpPr/>
            <p:nvPr/>
          </p:nvSpPr>
          <p:spPr>
            <a:xfrm>
              <a:off x="4397486" y="4261601"/>
              <a:ext cx="90303" cy="90303"/>
            </a:xfrm>
            <a:prstGeom prst="ellipse">
              <a:avLst/>
            </a:prstGeom>
            <a:solidFill>
              <a:srgbClr val="F8766D">
                <a:alpha val="100000"/>
              </a:srgbClr>
            </a:solidFill>
            <a:ln w="9000" cap="rnd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t11"/>
            <p:cNvSpPr/>
            <p:nvPr/>
          </p:nvSpPr>
          <p:spPr>
            <a:xfrm>
              <a:off x="6667728" y="4483687"/>
              <a:ext cx="90303" cy="90303"/>
            </a:xfrm>
            <a:prstGeom prst="ellipse">
              <a:avLst/>
            </a:prstGeom>
            <a:solidFill>
              <a:srgbClr val="F8766D">
                <a:alpha val="100000"/>
              </a:srgbClr>
            </a:solidFill>
            <a:ln w="9000" cap="rnd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t12"/>
            <p:cNvSpPr/>
            <p:nvPr/>
          </p:nvSpPr>
          <p:spPr>
            <a:xfrm>
              <a:off x="8937970" y="4340665"/>
              <a:ext cx="90303" cy="90303"/>
            </a:xfrm>
            <a:prstGeom prst="ellipse">
              <a:avLst/>
            </a:prstGeom>
            <a:solidFill>
              <a:srgbClr val="F8766D">
                <a:alpha val="100000"/>
              </a:srgbClr>
            </a:solidFill>
            <a:ln w="9000" cap="rnd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t13"/>
            <p:cNvSpPr/>
            <p:nvPr/>
          </p:nvSpPr>
          <p:spPr>
            <a:xfrm>
              <a:off x="2127244" y="3843302"/>
              <a:ext cx="90303" cy="90303"/>
            </a:xfrm>
            <a:prstGeom prst="ellipse">
              <a:avLst/>
            </a:prstGeom>
            <a:solidFill>
              <a:srgbClr val="00BFC4">
                <a:alpha val="100000"/>
              </a:srgbClr>
            </a:solidFill>
            <a:ln w="9000" cap="rnd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t14"/>
            <p:cNvSpPr/>
            <p:nvPr/>
          </p:nvSpPr>
          <p:spPr>
            <a:xfrm>
              <a:off x="4397486" y="4623330"/>
              <a:ext cx="90303" cy="90303"/>
            </a:xfrm>
            <a:prstGeom prst="ellipse">
              <a:avLst/>
            </a:prstGeom>
            <a:solidFill>
              <a:srgbClr val="00BFC4">
                <a:alpha val="100000"/>
              </a:srgbClr>
            </a:solidFill>
            <a:ln w="9000" cap="rnd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t15"/>
            <p:cNvSpPr/>
            <p:nvPr/>
          </p:nvSpPr>
          <p:spPr>
            <a:xfrm>
              <a:off x="6667728" y="4832194"/>
              <a:ext cx="90303" cy="90303"/>
            </a:xfrm>
            <a:prstGeom prst="ellipse">
              <a:avLst/>
            </a:prstGeom>
            <a:solidFill>
              <a:srgbClr val="00BFC4">
                <a:alpha val="100000"/>
              </a:srgbClr>
            </a:solidFill>
            <a:ln w="9000" cap="rnd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t16"/>
            <p:cNvSpPr/>
            <p:nvPr/>
          </p:nvSpPr>
          <p:spPr>
            <a:xfrm>
              <a:off x="8937970" y="4555704"/>
              <a:ext cx="90303" cy="90303"/>
            </a:xfrm>
            <a:prstGeom prst="ellipse">
              <a:avLst/>
            </a:prstGeom>
            <a:solidFill>
              <a:srgbClr val="00BFC4">
                <a:alpha val="100000"/>
              </a:srgbClr>
            </a:solidFill>
            <a:ln w="9000" cap="rnd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7"/>
            <p:cNvSpPr/>
            <p:nvPr/>
          </p:nvSpPr>
          <p:spPr>
            <a:xfrm>
              <a:off x="2058884" y="3697278"/>
              <a:ext cx="227024" cy="0"/>
            </a:xfrm>
            <a:custGeom>
              <a:avLst/>
              <a:pathLst>
                <a:path w="227024" h="0">
                  <a:moveTo>
                    <a:pt x="0" y="0"/>
                  </a:moveTo>
                  <a:lnTo>
                    <a:pt x="22702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8"/>
            <p:cNvSpPr/>
            <p:nvPr/>
          </p:nvSpPr>
          <p:spPr>
            <a:xfrm>
              <a:off x="2172396" y="3697278"/>
              <a:ext cx="0" cy="1512598"/>
            </a:xfrm>
            <a:custGeom>
              <a:avLst/>
              <a:pathLst>
                <a:path w="0" h="1512598">
                  <a:moveTo>
                    <a:pt x="0" y="0"/>
                  </a:moveTo>
                  <a:lnTo>
                    <a:pt x="0" y="1512598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19"/>
            <p:cNvSpPr/>
            <p:nvPr/>
          </p:nvSpPr>
          <p:spPr>
            <a:xfrm>
              <a:off x="2058884" y="5209876"/>
              <a:ext cx="227024" cy="0"/>
            </a:xfrm>
            <a:custGeom>
              <a:avLst/>
              <a:pathLst>
                <a:path w="227024" h="0">
                  <a:moveTo>
                    <a:pt x="0" y="0"/>
                  </a:moveTo>
                  <a:lnTo>
                    <a:pt x="22702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0"/>
            <p:cNvSpPr/>
            <p:nvPr/>
          </p:nvSpPr>
          <p:spPr>
            <a:xfrm>
              <a:off x="4329126" y="3491243"/>
              <a:ext cx="227024" cy="0"/>
            </a:xfrm>
            <a:custGeom>
              <a:avLst/>
              <a:pathLst>
                <a:path w="227024" h="0">
                  <a:moveTo>
                    <a:pt x="0" y="0"/>
                  </a:moveTo>
                  <a:lnTo>
                    <a:pt x="22702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1"/>
            <p:cNvSpPr/>
            <p:nvPr/>
          </p:nvSpPr>
          <p:spPr>
            <a:xfrm>
              <a:off x="4442638" y="3491243"/>
              <a:ext cx="0" cy="1631019"/>
            </a:xfrm>
            <a:custGeom>
              <a:avLst/>
              <a:pathLst>
                <a:path w="0" h="1631019">
                  <a:moveTo>
                    <a:pt x="0" y="0"/>
                  </a:moveTo>
                  <a:lnTo>
                    <a:pt x="0" y="1631019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2"/>
            <p:cNvSpPr/>
            <p:nvPr/>
          </p:nvSpPr>
          <p:spPr>
            <a:xfrm>
              <a:off x="4329126" y="5122263"/>
              <a:ext cx="227024" cy="0"/>
            </a:xfrm>
            <a:custGeom>
              <a:avLst/>
              <a:pathLst>
                <a:path w="227024" h="0">
                  <a:moveTo>
                    <a:pt x="0" y="0"/>
                  </a:moveTo>
                  <a:lnTo>
                    <a:pt x="22702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3"/>
            <p:cNvSpPr/>
            <p:nvPr/>
          </p:nvSpPr>
          <p:spPr>
            <a:xfrm>
              <a:off x="6599368" y="3701733"/>
              <a:ext cx="227024" cy="0"/>
            </a:xfrm>
            <a:custGeom>
              <a:avLst/>
              <a:pathLst>
                <a:path w="227024" h="0">
                  <a:moveTo>
                    <a:pt x="0" y="0"/>
                  </a:moveTo>
                  <a:lnTo>
                    <a:pt x="22702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4"/>
            <p:cNvSpPr/>
            <p:nvPr/>
          </p:nvSpPr>
          <p:spPr>
            <a:xfrm>
              <a:off x="6712880" y="3701733"/>
              <a:ext cx="0" cy="1654212"/>
            </a:xfrm>
            <a:custGeom>
              <a:avLst/>
              <a:pathLst>
                <a:path w="0" h="1654212">
                  <a:moveTo>
                    <a:pt x="0" y="0"/>
                  </a:moveTo>
                  <a:lnTo>
                    <a:pt x="0" y="1654212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5"/>
            <p:cNvSpPr/>
            <p:nvPr/>
          </p:nvSpPr>
          <p:spPr>
            <a:xfrm>
              <a:off x="6599368" y="5355945"/>
              <a:ext cx="227024" cy="0"/>
            </a:xfrm>
            <a:custGeom>
              <a:avLst/>
              <a:pathLst>
                <a:path w="227024" h="0">
                  <a:moveTo>
                    <a:pt x="0" y="0"/>
                  </a:moveTo>
                  <a:lnTo>
                    <a:pt x="22702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6"/>
            <p:cNvSpPr/>
            <p:nvPr/>
          </p:nvSpPr>
          <p:spPr>
            <a:xfrm>
              <a:off x="8869610" y="3598990"/>
              <a:ext cx="227024" cy="0"/>
            </a:xfrm>
            <a:custGeom>
              <a:avLst/>
              <a:pathLst>
                <a:path w="227024" h="0">
                  <a:moveTo>
                    <a:pt x="0" y="0"/>
                  </a:moveTo>
                  <a:lnTo>
                    <a:pt x="22702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7"/>
            <p:cNvSpPr/>
            <p:nvPr/>
          </p:nvSpPr>
          <p:spPr>
            <a:xfrm>
              <a:off x="8983122" y="3598990"/>
              <a:ext cx="0" cy="1573654"/>
            </a:xfrm>
            <a:custGeom>
              <a:avLst/>
              <a:pathLst>
                <a:path w="0" h="1573654">
                  <a:moveTo>
                    <a:pt x="0" y="0"/>
                  </a:moveTo>
                  <a:lnTo>
                    <a:pt x="0" y="1573654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8"/>
            <p:cNvSpPr/>
            <p:nvPr/>
          </p:nvSpPr>
          <p:spPr>
            <a:xfrm>
              <a:off x="8869610" y="5172644"/>
              <a:ext cx="227024" cy="0"/>
            </a:xfrm>
            <a:custGeom>
              <a:avLst/>
              <a:pathLst>
                <a:path w="227024" h="0">
                  <a:moveTo>
                    <a:pt x="0" y="0"/>
                  </a:moveTo>
                  <a:lnTo>
                    <a:pt x="22702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29"/>
            <p:cNvSpPr/>
            <p:nvPr/>
          </p:nvSpPr>
          <p:spPr>
            <a:xfrm>
              <a:off x="2058884" y="3214657"/>
              <a:ext cx="227024" cy="0"/>
            </a:xfrm>
            <a:custGeom>
              <a:avLst/>
              <a:pathLst>
                <a:path w="227024" h="0">
                  <a:moveTo>
                    <a:pt x="0" y="0"/>
                  </a:moveTo>
                  <a:lnTo>
                    <a:pt x="22702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0"/>
            <p:cNvSpPr/>
            <p:nvPr/>
          </p:nvSpPr>
          <p:spPr>
            <a:xfrm>
              <a:off x="2172396" y="3214657"/>
              <a:ext cx="0" cy="1347594"/>
            </a:xfrm>
            <a:custGeom>
              <a:avLst/>
              <a:pathLst>
                <a:path w="0" h="1347594">
                  <a:moveTo>
                    <a:pt x="0" y="0"/>
                  </a:moveTo>
                  <a:lnTo>
                    <a:pt x="0" y="1347594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1"/>
            <p:cNvSpPr/>
            <p:nvPr/>
          </p:nvSpPr>
          <p:spPr>
            <a:xfrm>
              <a:off x="2058884" y="4562251"/>
              <a:ext cx="227024" cy="0"/>
            </a:xfrm>
            <a:custGeom>
              <a:avLst/>
              <a:pathLst>
                <a:path w="227024" h="0">
                  <a:moveTo>
                    <a:pt x="0" y="0"/>
                  </a:moveTo>
                  <a:lnTo>
                    <a:pt x="22702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2"/>
            <p:cNvSpPr/>
            <p:nvPr/>
          </p:nvSpPr>
          <p:spPr>
            <a:xfrm>
              <a:off x="4329126" y="4044397"/>
              <a:ext cx="227024" cy="0"/>
            </a:xfrm>
            <a:custGeom>
              <a:avLst/>
              <a:pathLst>
                <a:path w="227024" h="0">
                  <a:moveTo>
                    <a:pt x="0" y="0"/>
                  </a:moveTo>
                  <a:lnTo>
                    <a:pt x="22702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3"/>
            <p:cNvSpPr/>
            <p:nvPr/>
          </p:nvSpPr>
          <p:spPr>
            <a:xfrm>
              <a:off x="4442638" y="4044397"/>
              <a:ext cx="0" cy="1248170"/>
            </a:xfrm>
            <a:custGeom>
              <a:avLst/>
              <a:pathLst>
                <a:path w="0" h="1248170">
                  <a:moveTo>
                    <a:pt x="0" y="0"/>
                  </a:moveTo>
                  <a:lnTo>
                    <a:pt x="0" y="124817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4"/>
            <p:cNvSpPr/>
            <p:nvPr/>
          </p:nvSpPr>
          <p:spPr>
            <a:xfrm>
              <a:off x="4329126" y="5292567"/>
              <a:ext cx="227024" cy="0"/>
            </a:xfrm>
            <a:custGeom>
              <a:avLst/>
              <a:pathLst>
                <a:path w="227024" h="0">
                  <a:moveTo>
                    <a:pt x="0" y="0"/>
                  </a:moveTo>
                  <a:lnTo>
                    <a:pt x="22702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5"/>
            <p:cNvSpPr/>
            <p:nvPr/>
          </p:nvSpPr>
          <p:spPr>
            <a:xfrm>
              <a:off x="6599368" y="3948065"/>
              <a:ext cx="227024" cy="0"/>
            </a:xfrm>
            <a:custGeom>
              <a:avLst/>
              <a:pathLst>
                <a:path w="227024" h="0">
                  <a:moveTo>
                    <a:pt x="0" y="0"/>
                  </a:moveTo>
                  <a:lnTo>
                    <a:pt x="22702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6"/>
            <p:cNvSpPr/>
            <p:nvPr/>
          </p:nvSpPr>
          <p:spPr>
            <a:xfrm>
              <a:off x="6712880" y="3948065"/>
              <a:ext cx="0" cy="1858561"/>
            </a:xfrm>
            <a:custGeom>
              <a:avLst/>
              <a:pathLst>
                <a:path w="0" h="1858561">
                  <a:moveTo>
                    <a:pt x="0" y="0"/>
                  </a:moveTo>
                  <a:lnTo>
                    <a:pt x="0" y="1858561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7"/>
            <p:cNvSpPr/>
            <p:nvPr/>
          </p:nvSpPr>
          <p:spPr>
            <a:xfrm>
              <a:off x="6599368" y="5806627"/>
              <a:ext cx="227024" cy="0"/>
            </a:xfrm>
            <a:custGeom>
              <a:avLst/>
              <a:pathLst>
                <a:path w="227024" h="0">
                  <a:moveTo>
                    <a:pt x="0" y="0"/>
                  </a:moveTo>
                  <a:lnTo>
                    <a:pt x="22702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8"/>
            <p:cNvSpPr/>
            <p:nvPr/>
          </p:nvSpPr>
          <p:spPr>
            <a:xfrm>
              <a:off x="8869610" y="4012067"/>
              <a:ext cx="227024" cy="0"/>
            </a:xfrm>
            <a:custGeom>
              <a:avLst/>
              <a:pathLst>
                <a:path w="227024" h="0">
                  <a:moveTo>
                    <a:pt x="0" y="0"/>
                  </a:moveTo>
                  <a:lnTo>
                    <a:pt x="22702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39"/>
            <p:cNvSpPr/>
            <p:nvPr/>
          </p:nvSpPr>
          <p:spPr>
            <a:xfrm>
              <a:off x="8983122" y="4012067"/>
              <a:ext cx="0" cy="1177576"/>
            </a:xfrm>
            <a:custGeom>
              <a:avLst/>
              <a:pathLst>
                <a:path w="0" h="1177576">
                  <a:moveTo>
                    <a:pt x="0" y="0"/>
                  </a:moveTo>
                  <a:lnTo>
                    <a:pt x="0" y="1177576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0"/>
            <p:cNvSpPr/>
            <p:nvPr/>
          </p:nvSpPr>
          <p:spPr>
            <a:xfrm>
              <a:off x="8869610" y="5189644"/>
              <a:ext cx="227024" cy="0"/>
            </a:xfrm>
            <a:custGeom>
              <a:avLst/>
              <a:pathLst>
                <a:path w="227024" h="0">
                  <a:moveTo>
                    <a:pt x="0" y="0"/>
                  </a:moveTo>
                  <a:lnTo>
                    <a:pt x="22702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1"/>
            <p:cNvSpPr/>
            <p:nvPr/>
          </p:nvSpPr>
          <p:spPr>
            <a:xfrm>
              <a:off x="810251" y="1410558"/>
              <a:ext cx="0" cy="4605405"/>
            </a:xfrm>
            <a:custGeom>
              <a:avLst/>
              <a:pathLst>
                <a:path w="0" h="4605405">
                  <a:moveTo>
                    <a:pt x="0" y="4605405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tx42"/>
            <p:cNvSpPr/>
            <p:nvPr/>
          </p:nvSpPr>
          <p:spPr>
            <a:xfrm>
              <a:off x="552624" y="5877007"/>
              <a:ext cx="183609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0.5</a:t>
              </a:r>
            </a:p>
          </p:txBody>
        </p:sp>
        <p:sp>
          <p:nvSpPr>
            <p:cNvPr id="44" name="tx43"/>
            <p:cNvSpPr/>
            <p:nvPr/>
          </p:nvSpPr>
          <p:spPr>
            <a:xfrm>
              <a:off x="552624" y="5015698"/>
              <a:ext cx="183609" cy="9525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0.6</a:t>
              </a:r>
            </a:p>
          </p:txBody>
        </p:sp>
        <p:sp>
          <p:nvSpPr>
            <p:cNvPr id="45" name="tx44"/>
            <p:cNvSpPr/>
            <p:nvPr/>
          </p:nvSpPr>
          <p:spPr>
            <a:xfrm>
              <a:off x="552624" y="4155163"/>
              <a:ext cx="183609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0.7</a:t>
              </a:r>
            </a:p>
          </p:txBody>
        </p:sp>
        <p:sp>
          <p:nvSpPr>
            <p:cNvPr id="46" name="tx45"/>
            <p:cNvSpPr/>
            <p:nvPr/>
          </p:nvSpPr>
          <p:spPr>
            <a:xfrm>
              <a:off x="552624" y="3293854"/>
              <a:ext cx="183609" cy="9525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0.8</a:t>
              </a:r>
            </a:p>
          </p:txBody>
        </p:sp>
        <p:sp>
          <p:nvSpPr>
            <p:cNvPr id="47" name="tx46"/>
            <p:cNvSpPr/>
            <p:nvPr/>
          </p:nvSpPr>
          <p:spPr>
            <a:xfrm>
              <a:off x="552624" y="2433125"/>
              <a:ext cx="183609" cy="9506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0.9</a:t>
              </a:r>
            </a:p>
          </p:txBody>
        </p:sp>
        <p:sp>
          <p:nvSpPr>
            <p:cNvPr id="48" name="tx47"/>
            <p:cNvSpPr/>
            <p:nvPr/>
          </p:nvSpPr>
          <p:spPr>
            <a:xfrm>
              <a:off x="552624" y="1572396"/>
              <a:ext cx="183609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1.0</a:t>
              </a:r>
            </a:p>
          </p:txBody>
        </p:sp>
        <p:sp>
          <p:nvSpPr>
            <p:cNvPr id="49" name="pl48"/>
            <p:cNvSpPr/>
            <p:nvPr/>
          </p:nvSpPr>
          <p:spPr>
            <a:xfrm>
              <a:off x="769130" y="5924506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49"/>
            <p:cNvSpPr/>
            <p:nvPr/>
          </p:nvSpPr>
          <p:spPr>
            <a:xfrm>
              <a:off x="769130" y="5063584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0"/>
            <p:cNvSpPr/>
            <p:nvPr/>
          </p:nvSpPr>
          <p:spPr>
            <a:xfrm>
              <a:off x="769130" y="4202661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1"/>
            <p:cNvSpPr/>
            <p:nvPr/>
          </p:nvSpPr>
          <p:spPr>
            <a:xfrm>
              <a:off x="769130" y="3341739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2"/>
            <p:cNvSpPr/>
            <p:nvPr/>
          </p:nvSpPr>
          <p:spPr>
            <a:xfrm>
              <a:off x="769130" y="2480817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3"/>
            <p:cNvSpPr/>
            <p:nvPr/>
          </p:nvSpPr>
          <p:spPr>
            <a:xfrm>
              <a:off x="769130" y="1619894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4"/>
            <p:cNvSpPr/>
            <p:nvPr/>
          </p:nvSpPr>
          <p:spPr>
            <a:xfrm>
              <a:off x="810251" y="6015963"/>
              <a:ext cx="9535015" cy="0"/>
            </a:xfrm>
            <a:custGeom>
              <a:avLst/>
              <a:pathLst>
                <a:path w="9535015" h="0">
                  <a:moveTo>
                    <a:pt x="0" y="0"/>
                  </a:moveTo>
                  <a:lnTo>
                    <a:pt x="9535015" y="0"/>
                  </a:lnTo>
                </a:path>
              </a:pathLst>
            </a:custGeom>
            <a:ln w="16014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5"/>
            <p:cNvSpPr/>
            <p:nvPr/>
          </p:nvSpPr>
          <p:spPr>
            <a:xfrm>
              <a:off x="2172396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6"/>
            <p:cNvSpPr/>
            <p:nvPr/>
          </p:nvSpPr>
          <p:spPr>
            <a:xfrm>
              <a:off x="4442638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7"/>
            <p:cNvSpPr/>
            <p:nvPr/>
          </p:nvSpPr>
          <p:spPr>
            <a:xfrm>
              <a:off x="6712880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8"/>
            <p:cNvSpPr/>
            <p:nvPr/>
          </p:nvSpPr>
          <p:spPr>
            <a:xfrm>
              <a:off x="8983122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tx59"/>
            <p:cNvSpPr/>
            <p:nvPr/>
          </p:nvSpPr>
          <p:spPr>
            <a:xfrm>
              <a:off x="1882375" y="6064506"/>
              <a:ext cx="580042" cy="1202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 squares</a:t>
              </a:r>
            </a:p>
          </p:txBody>
        </p:sp>
        <p:sp>
          <p:nvSpPr>
            <p:cNvPr id="61" name="tx60"/>
            <p:cNvSpPr/>
            <p:nvPr/>
          </p:nvSpPr>
          <p:spPr>
            <a:xfrm>
              <a:off x="4152617" y="6064442"/>
              <a:ext cx="580042" cy="1202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6 squares</a:t>
              </a:r>
            </a:p>
          </p:txBody>
        </p:sp>
        <p:sp>
          <p:nvSpPr>
            <p:cNvPr id="62" name="tx61"/>
            <p:cNvSpPr/>
            <p:nvPr/>
          </p:nvSpPr>
          <p:spPr>
            <a:xfrm>
              <a:off x="6422858" y="6064571"/>
              <a:ext cx="580042" cy="1201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8 squares</a:t>
              </a:r>
            </a:p>
          </p:txBody>
        </p:sp>
        <p:sp>
          <p:nvSpPr>
            <p:cNvPr id="63" name="tx62"/>
            <p:cNvSpPr/>
            <p:nvPr/>
          </p:nvSpPr>
          <p:spPr>
            <a:xfrm>
              <a:off x="8656372" y="6064506"/>
              <a:ext cx="653499" cy="1202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12 squares</a:t>
              </a:r>
            </a:p>
          </p:txBody>
        </p:sp>
        <p:sp>
          <p:nvSpPr>
            <p:cNvPr id="64" name="tx63"/>
            <p:cNvSpPr/>
            <p:nvPr/>
          </p:nvSpPr>
          <p:spPr>
            <a:xfrm>
              <a:off x="5210798" y="6219665"/>
              <a:ext cx="733921" cy="1538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Array size</a:t>
              </a:r>
            </a:p>
          </p:txBody>
        </p:sp>
        <p:sp>
          <p:nvSpPr>
            <p:cNvPr id="65" name="tx64"/>
            <p:cNvSpPr/>
            <p:nvPr/>
          </p:nvSpPr>
          <p:spPr>
            <a:xfrm rot="-5400000">
              <a:off x="-497556" y="3635588"/>
              <a:ext cx="1789738" cy="1553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Average participant beta</a:t>
              </a:r>
            </a:p>
          </p:txBody>
        </p:sp>
        <p:sp>
          <p:nvSpPr>
            <p:cNvPr id="66" name="rc65"/>
            <p:cNvSpPr/>
            <p:nvPr/>
          </p:nvSpPr>
          <p:spPr>
            <a:xfrm>
              <a:off x="10509750" y="3292971"/>
              <a:ext cx="1112328" cy="84057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7" name="tx66"/>
            <p:cNvSpPr/>
            <p:nvPr/>
          </p:nvSpPr>
          <p:spPr>
            <a:xfrm>
              <a:off x="10591991" y="3387103"/>
              <a:ext cx="697563" cy="12479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Condition</a:t>
              </a:r>
            </a:p>
          </p:txBody>
        </p:sp>
        <p:sp>
          <p:nvSpPr>
            <p:cNvPr id="68" name="rc67"/>
            <p:cNvSpPr/>
            <p:nvPr/>
          </p:nvSpPr>
          <p:spPr>
            <a:xfrm>
              <a:off x="10591991" y="3612397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9" name="pl68"/>
            <p:cNvSpPr/>
            <p:nvPr/>
          </p:nvSpPr>
          <p:spPr>
            <a:xfrm>
              <a:off x="10613937" y="3722125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t69"/>
            <p:cNvSpPr/>
            <p:nvPr/>
          </p:nvSpPr>
          <p:spPr>
            <a:xfrm>
              <a:off x="10656568" y="3676973"/>
              <a:ext cx="90303" cy="90303"/>
            </a:xfrm>
            <a:prstGeom prst="ellipse">
              <a:avLst/>
            </a:prstGeom>
            <a:solidFill>
              <a:srgbClr val="F8766D">
                <a:alpha val="100000"/>
              </a:srgbClr>
            </a:solidFill>
            <a:ln w="9000" cap="rnd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l70"/>
            <p:cNvSpPr/>
            <p:nvPr/>
          </p:nvSpPr>
          <p:spPr>
            <a:xfrm>
              <a:off x="10613937" y="3722125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rc71"/>
            <p:cNvSpPr/>
            <p:nvPr/>
          </p:nvSpPr>
          <p:spPr>
            <a:xfrm>
              <a:off x="10591991" y="3831853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3" name="pl72"/>
            <p:cNvSpPr/>
            <p:nvPr/>
          </p:nvSpPr>
          <p:spPr>
            <a:xfrm>
              <a:off x="10613937" y="3941581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t73"/>
            <p:cNvSpPr/>
            <p:nvPr/>
          </p:nvSpPr>
          <p:spPr>
            <a:xfrm>
              <a:off x="10656568" y="3896429"/>
              <a:ext cx="90303" cy="90303"/>
            </a:xfrm>
            <a:prstGeom prst="ellipse">
              <a:avLst/>
            </a:prstGeom>
            <a:solidFill>
              <a:srgbClr val="00BFC4">
                <a:alpha val="100000"/>
              </a:srgbClr>
            </a:solidFill>
            <a:ln w="9000" cap="rnd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l74"/>
            <p:cNvSpPr/>
            <p:nvPr/>
          </p:nvSpPr>
          <p:spPr>
            <a:xfrm>
              <a:off x="10613937" y="3941581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tx75"/>
            <p:cNvSpPr/>
            <p:nvPr/>
          </p:nvSpPr>
          <p:spPr>
            <a:xfrm>
              <a:off x="10893689" y="3669531"/>
              <a:ext cx="477306" cy="9996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average</a:t>
              </a:r>
            </a:p>
          </p:txBody>
        </p:sp>
        <p:sp>
          <p:nvSpPr>
            <p:cNvPr id="77" name="tx76"/>
            <p:cNvSpPr/>
            <p:nvPr/>
          </p:nvSpPr>
          <p:spPr>
            <a:xfrm>
              <a:off x="10893689" y="3866673"/>
              <a:ext cx="646147" cy="1222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experience</a:t>
              </a:r>
            </a:p>
          </p:txBody>
        </p:sp>
        <p:sp>
          <p:nvSpPr>
            <p:cNvPr id="78" name="tx77"/>
            <p:cNvSpPr/>
            <p:nvPr/>
          </p:nvSpPr>
          <p:spPr>
            <a:xfrm>
              <a:off x="810251" y="1136452"/>
              <a:ext cx="3620430" cy="1553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regression: objective mean ~ subjective response</a:t>
              </a:r>
            </a:p>
          </p:txBody>
        </p:sp>
        <p:sp>
          <p:nvSpPr>
            <p:cNvPr id="79" name="tx78"/>
            <p:cNvSpPr/>
            <p:nvPr/>
          </p:nvSpPr>
          <p:spPr>
            <a:xfrm>
              <a:off x="810251" y="863410"/>
              <a:ext cx="3325765" cy="18389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5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56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Experiment 1 - participant beta slopes</a:t>
              </a:r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p:ph/>
          </p:nvPr>
        </p:nvSpPr>
        <p:spPr>
          <a:xfrm>
            <a:off x="274320" y="182880"/>
            <a:ext cx="11430000" cy="457200"/>
          </a:xfrm>
        </p:spPr>
        <p:txBody>
          <a:bodyPr/>
          <a:lstStyle/>
          <a:p>
            <a:r>
              <a:rPr/>
              <a:t>Exp 2 - Average participant regression</a:t>
            </a:r>
          </a:p>
        </p:txBody>
      </p:sp>
      <p:grpSp xmlns:pic="http://schemas.openxmlformats.org/drawingml/2006/picture">
        <p:nvGrpSpPr>
          <p:cNvPr id="3" name=""/>
          <p:cNvGrpSpPr/>
          <p:nvPr/>
        </p:nvGrpSpPr>
        <p:grpSpPr>
          <a:xfrm>
            <a:off x="274320" y="822960"/>
            <a:ext cx="11430000" cy="5669280"/>
            <a:chOff x="274320" y="822960"/>
            <a:chExt cx="11430000" cy="5669280"/>
          </a:xfrm>
        </p:grpSpPr>
        <p:sp>
          <p:nvSpPr>
            <p:cNvPr id="4" name="rc3"/>
            <p:cNvSpPr/>
            <p:nvPr/>
          </p:nvSpPr>
          <p:spPr>
            <a:xfrm>
              <a:off x="274320" y="822960"/>
              <a:ext cx="1143000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4"/>
            <p:cNvSpPr/>
            <p:nvPr/>
          </p:nvSpPr>
          <p:spPr>
            <a:xfrm>
              <a:off x="11704319" y="822960"/>
              <a:ext cx="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6014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rc5"/>
            <p:cNvSpPr/>
            <p:nvPr/>
          </p:nvSpPr>
          <p:spPr>
            <a:xfrm>
              <a:off x="773555" y="1410558"/>
              <a:ext cx="9564359" cy="460540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6"/>
            <p:cNvSpPr/>
            <p:nvPr/>
          </p:nvSpPr>
          <p:spPr>
            <a:xfrm>
              <a:off x="1208299" y="1826041"/>
              <a:ext cx="8694872" cy="3270120"/>
            </a:xfrm>
            <a:custGeom>
              <a:avLst/>
              <a:pathLst>
                <a:path w="8694872" h="3270120">
                  <a:moveTo>
                    <a:pt x="0" y="3270120"/>
                  </a:moveTo>
                  <a:lnTo>
                    <a:pt x="43692" y="3253687"/>
                  </a:lnTo>
                  <a:lnTo>
                    <a:pt x="87385" y="3237254"/>
                  </a:lnTo>
                  <a:lnTo>
                    <a:pt x="131078" y="3220822"/>
                  </a:lnTo>
                  <a:lnTo>
                    <a:pt x="174771" y="3204389"/>
                  </a:lnTo>
                  <a:lnTo>
                    <a:pt x="218464" y="3187956"/>
                  </a:lnTo>
                  <a:lnTo>
                    <a:pt x="262156" y="3171523"/>
                  </a:lnTo>
                  <a:lnTo>
                    <a:pt x="305849" y="3155091"/>
                  </a:lnTo>
                  <a:lnTo>
                    <a:pt x="349542" y="3138658"/>
                  </a:lnTo>
                  <a:lnTo>
                    <a:pt x="393235" y="3122225"/>
                  </a:lnTo>
                  <a:lnTo>
                    <a:pt x="436928" y="3105792"/>
                  </a:lnTo>
                  <a:lnTo>
                    <a:pt x="480621" y="3089360"/>
                  </a:lnTo>
                  <a:lnTo>
                    <a:pt x="524313" y="3072927"/>
                  </a:lnTo>
                  <a:lnTo>
                    <a:pt x="568006" y="3056494"/>
                  </a:lnTo>
                  <a:lnTo>
                    <a:pt x="611699" y="3040061"/>
                  </a:lnTo>
                  <a:lnTo>
                    <a:pt x="655392" y="3023628"/>
                  </a:lnTo>
                  <a:lnTo>
                    <a:pt x="699085" y="3007196"/>
                  </a:lnTo>
                  <a:lnTo>
                    <a:pt x="742778" y="2990763"/>
                  </a:lnTo>
                  <a:lnTo>
                    <a:pt x="786470" y="2974330"/>
                  </a:lnTo>
                  <a:lnTo>
                    <a:pt x="830163" y="2957897"/>
                  </a:lnTo>
                  <a:lnTo>
                    <a:pt x="873856" y="2941465"/>
                  </a:lnTo>
                  <a:lnTo>
                    <a:pt x="917549" y="2925032"/>
                  </a:lnTo>
                  <a:lnTo>
                    <a:pt x="961242" y="2908599"/>
                  </a:lnTo>
                  <a:lnTo>
                    <a:pt x="1004934" y="2892166"/>
                  </a:lnTo>
                  <a:lnTo>
                    <a:pt x="1048627" y="2875734"/>
                  </a:lnTo>
                  <a:lnTo>
                    <a:pt x="1092320" y="2859301"/>
                  </a:lnTo>
                  <a:lnTo>
                    <a:pt x="1136013" y="2842868"/>
                  </a:lnTo>
                  <a:lnTo>
                    <a:pt x="1179706" y="2826435"/>
                  </a:lnTo>
                  <a:lnTo>
                    <a:pt x="1223399" y="2810003"/>
                  </a:lnTo>
                  <a:lnTo>
                    <a:pt x="1267091" y="2793570"/>
                  </a:lnTo>
                  <a:lnTo>
                    <a:pt x="1310784" y="2777137"/>
                  </a:lnTo>
                  <a:lnTo>
                    <a:pt x="1354477" y="2760704"/>
                  </a:lnTo>
                  <a:lnTo>
                    <a:pt x="1398170" y="2744271"/>
                  </a:lnTo>
                  <a:lnTo>
                    <a:pt x="1441863" y="2727839"/>
                  </a:lnTo>
                  <a:lnTo>
                    <a:pt x="1485556" y="2711406"/>
                  </a:lnTo>
                  <a:lnTo>
                    <a:pt x="1529248" y="2694973"/>
                  </a:lnTo>
                  <a:lnTo>
                    <a:pt x="1572941" y="2678540"/>
                  </a:lnTo>
                  <a:lnTo>
                    <a:pt x="1616634" y="2662108"/>
                  </a:lnTo>
                  <a:lnTo>
                    <a:pt x="1660327" y="2645675"/>
                  </a:lnTo>
                  <a:lnTo>
                    <a:pt x="1704020" y="2629242"/>
                  </a:lnTo>
                  <a:lnTo>
                    <a:pt x="1747713" y="2612809"/>
                  </a:lnTo>
                  <a:lnTo>
                    <a:pt x="1791405" y="2596377"/>
                  </a:lnTo>
                  <a:lnTo>
                    <a:pt x="1835098" y="2579944"/>
                  </a:lnTo>
                  <a:lnTo>
                    <a:pt x="1878791" y="2563511"/>
                  </a:lnTo>
                  <a:lnTo>
                    <a:pt x="1922484" y="2547078"/>
                  </a:lnTo>
                  <a:lnTo>
                    <a:pt x="1966177" y="2530645"/>
                  </a:lnTo>
                  <a:lnTo>
                    <a:pt x="2009869" y="2514213"/>
                  </a:lnTo>
                  <a:lnTo>
                    <a:pt x="2053562" y="2497780"/>
                  </a:lnTo>
                  <a:lnTo>
                    <a:pt x="2097255" y="2481347"/>
                  </a:lnTo>
                  <a:lnTo>
                    <a:pt x="2140948" y="2464914"/>
                  </a:lnTo>
                  <a:lnTo>
                    <a:pt x="2184641" y="2448482"/>
                  </a:lnTo>
                  <a:lnTo>
                    <a:pt x="2228334" y="2432049"/>
                  </a:lnTo>
                  <a:lnTo>
                    <a:pt x="2272026" y="2415616"/>
                  </a:lnTo>
                  <a:lnTo>
                    <a:pt x="2315719" y="2399183"/>
                  </a:lnTo>
                  <a:lnTo>
                    <a:pt x="2359412" y="2382751"/>
                  </a:lnTo>
                  <a:lnTo>
                    <a:pt x="2403105" y="2366318"/>
                  </a:lnTo>
                  <a:lnTo>
                    <a:pt x="2446798" y="2349885"/>
                  </a:lnTo>
                  <a:lnTo>
                    <a:pt x="2490491" y="2333452"/>
                  </a:lnTo>
                  <a:lnTo>
                    <a:pt x="2534183" y="2317020"/>
                  </a:lnTo>
                  <a:lnTo>
                    <a:pt x="2577876" y="2300587"/>
                  </a:lnTo>
                  <a:lnTo>
                    <a:pt x="2621569" y="2284154"/>
                  </a:lnTo>
                  <a:lnTo>
                    <a:pt x="2665262" y="2267721"/>
                  </a:lnTo>
                  <a:lnTo>
                    <a:pt x="2708955" y="2251288"/>
                  </a:lnTo>
                  <a:lnTo>
                    <a:pt x="2752648" y="2234856"/>
                  </a:lnTo>
                  <a:lnTo>
                    <a:pt x="2796340" y="2218423"/>
                  </a:lnTo>
                  <a:lnTo>
                    <a:pt x="2840033" y="2201990"/>
                  </a:lnTo>
                  <a:lnTo>
                    <a:pt x="2883726" y="2185557"/>
                  </a:lnTo>
                  <a:lnTo>
                    <a:pt x="2927419" y="2169125"/>
                  </a:lnTo>
                  <a:lnTo>
                    <a:pt x="2971112" y="2152692"/>
                  </a:lnTo>
                  <a:lnTo>
                    <a:pt x="3014804" y="2136259"/>
                  </a:lnTo>
                  <a:lnTo>
                    <a:pt x="3058497" y="2119826"/>
                  </a:lnTo>
                  <a:lnTo>
                    <a:pt x="3102190" y="2103394"/>
                  </a:lnTo>
                  <a:lnTo>
                    <a:pt x="3145883" y="2086961"/>
                  </a:lnTo>
                  <a:lnTo>
                    <a:pt x="3189576" y="2070528"/>
                  </a:lnTo>
                  <a:lnTo>
                    <a:pt x="3233269" y="2054095"/>
                  </a:lnTo>
                  <a:lnTo>
                    <a:pt x="3276961" y="2037663"/>
                  </a:lnTo>
                  <a:lnTo>
                    <a:pt x="3320654" y="2021230"/>
                  </a:lnTo>
                  <a:lnTo>
                    <a:pt x="3364347" y="2004797"/>
                  </a:lnTo>
                  <a:lnTo>
                    <a:pt x="3408040" y="1988364"/>
                  </a:lnTo>
                  <a:lnTo>
                    <a:pt x="3451733" y="1971931"/>
                  </a:lnTo>
                  <a:lnTo>
                    <a:pt x="3495426" y="1955499"/>
                  </a:lnTo>
                  <a:lnTo>
                    <a:pt x="3539118" y="1939066"/>
                  </a:lnTo>
                  <a:lnTo>
                    <a:pt x="3582811" y="1922633"/>
                  </a:lnTo>
                  <a:lnTo>
                    <a:pt x="3626504" y="1906200"/>
                  </a:lnTo>
                  <a:lnTo>
                    <a:pt x="3670197" y="1889768"/>
                  </a:lnTo>
                  <a:lnTo>
                    <a:pt x="3713890" y="1873335"/>
                  </a:lnTo>
                  <a:lnTo>
                    <a:pt x="3757583" y="1856902"/>
                  </a:lnTo>
                  <a:lnTo>
                    <a:pt x="3801275" y="1840469"/>
                  </a:lnTo>
                  <a:lnTo>
                    <a:pt x="3844968" y="1824037"/>
                  </a:lnTo>
                  <a:lnTo>
                    <a:pt x="3888661" y="1807604"/>
                  </a:lnTo>
                  <a:lnTo>
                    <a:pt x="3932354" y="1791171"/>
                  </a:lnTo>
                  <a:lnTo>
                    <a:pt x="3976047" y="1774738"/>
                  </a:lnTo>
                  <a:lnTo>
                    <a:pt x="4019739" y="1758305"/>
                  </a:lnTo>
                  <a:lnTo>
                    <a:pt x="4063432" y="1741873"/>
                  </a:lnTo>
                  <a:lnTo>
                    <a:pt x="4107125" y="1725440"/>
                  </a:lnTo>
                  <a:lnTo>
                    <a:pt x="4150818" y="1709007"/>
                  </a:lnTo>
                  <a:lnTo>
                    <a:pt x="4194511" y="1692574"/>
                  </a:lnTo>
                  <a:lnTo>
                    <a:pt x="4238204" y="1676142"/>
                  </a:lnTo>
                  <a:lnTo>
                    <a:pt x="4281896" y="1659709"/>
                  </a:lnTo>
                  <a:lnTo>
                    <a:pt x="4325589" y="1643276"/>
                  </a:lnTo>
                  <a:lnTo>
                    <a:pt x="4369282" y="1626843"/>
                  </a:lnTo>
                  <a:lnTo>
                    <a:pt x="4412975" y="1610411"/>
                  </a:lnTo>
                  <a:lnTo>
                    <a:pt x="4456668" y="1593978"/>
                  </a:lnTo>
                  <a:lnTo>
                    <a:pt x="4500361" y="1577545"/>
                  </a:lnTo>
                  <a:lnTo>
                    <a:pt x="4544053" y="1561112"/>
                  </a:lnTo>
                  <a:lnTo>
                    <a:pt x="4587746" y="1544680"/>
                  </a:lnTo>
                  <a:lnTo>
                    <a:pt x="4631439" y="1528247"/>
                  </a:lnTo>
                  <a:lnTo>
                    <a:pt x="4675132" y="1511814"/>
                  </a:lnTo>
                  <a:lnTo>
                    <a:pt x="4718825" y="1495381"/>
                  </a:lnTo>
                  <a:lnTo>
                    <a:pt x="4762518" y="1478948"/>
                  </a:lnTo>
                  <a:lnTo>
                    <a:pt x="4806210" y="1462516"/>
                  </a:lnTo>
                  <a:lnTo>
                    <a:pt x="4849903" y="1446083"/>
                  </a:lnTo>
                  <a:lnTo>
                    <a:pt x="4893596" y="1429650"/>
                  </a:lnTo>
                  <a:lnTo>
                    <a:pt x="4937289" y="1413217"/>
                  </a:lnTo>
                  <a:lnTo>
                    <a:pt x="4980982" y="1396785"/>
                  </a:lnTo>
                  <a:lnTo>
                    <a:pt x="5024674" y="1380352"/>
                  </a:lnTo>
                  <a:lnTo>
                    <a:pt x="5068367" y="1363919"/>
                  </a:lnTo>
                  <a:lnTo>
                    <a:pt x="5112060" y="1347486"/>
                  </a:lnTo>
                  <a:lnTo>
                    <a:pt x="5155753" y="1331054"/>
                  </a:lnTo>
                  <a:lnTo>
                    <a:pt x="5199446" y="1314621"/>
                  </a:lnTo>
                  <a:lnTo>
                    <a:pt x="5243139" y="1298188"/>
                  </a:lnTo>
                  <a:lnTo>
                    <a:pt x="5286831" y="1281755"/>
                  </a:lnTo>
                  <a:lnTo>
                    <a:pt x="5330524" y="1265322"/>
                  </a:lnTo>
                  <a:lnTo>
                    <a:pt x="5374217" y="1248890"/>
                  </a:lnTo>
                  <a:lnTo>
                    <a:pt x="5417910" y="1232457"/>
                  </a:lnTo>
                  <a:lnTo>
                    <a:pt x="5461603" y="1216024"/>
                  </a:lnTo>
                  <a:lnTo>
                    <a:pt x="5505296" y="1199591"/>
                  </a:lnTo>
                  <a:lnTo>
                    <a:pt x="5548988" y="1183159"/>
                  </a:lnTo>
                  <a:lnTo>
                    <a:pt x="5592681" y="1166726"/>
                  </a:lnTo>
                  <a:lnTo>
                    <a:pt x="5636374" y="1150293"/>
                  </a:lnTo>
                  <a:lnTo>
                    <a:pt x="5680067" y="1133860"/>
                  </a:lnTo>
                  <a:lnTo>
                    <a:pt x="5723760" y="1117428"/>
                  </a:lnTo>
                  <a:lnTo>
                    <a:pt x="5767453" y="1100995"/>
                  </a:lnTo>
                  <a:lnTo>
                    <a:pt x="5811145" y="1084562"/>
                  </a:lnTo>
                  <a:lnTo>
                    <a:pt x="5854838" y="1068129"/>
                  </a:lnTo>
                  <a:lnTo>
                    <a:pt x="5898531" y="1051697"/>
                  </a:lnTo>
                  <a:lnTo>
                    <a:pt x="5942224" y="1035264"/>
                  </a:lnTo>
                  <a:lnTo>
                    <a:pt x="5985917" y="1018831"/>
                  </a:lnTo>
                  <a:lnTo>
                    <a:pt x="6029609" y="1002398"/>
                  </a:lnTo>
                  <a:lnTo>
                    <a:pt x="6073302" y="985965"/>
                  </a:lnTo>
                  <a:lnTo>
                    <a:pt x="6116995" y="969533"/>
                  </a:lnTo>
                  <a:lnTo>
                    <a:pt x="6160688" y="953100"/>
                  </a:lnTo>
                  <a:lnTo>
                    <a:pt x="6204381" y="936667"/>
                  </a:lnTo>
                  <a:lnTo>
                    <a:pt x="6248074" y="920234"/>
                  </a:lnTo>
                  <a:lnTo>
                    <a:pt x="6291766" y="903802"/>
                  </a:lnTo>
                  <a:lnTo>
                    <a:pt x="6335459" y="887369"/>
                  </a:lnTo>
                  <a:lnTo>
                    <a:pt x="6379152" y="870936"/>
                  </a:lnTo>
                  <a:lnTo>
                    <a:pt x="6422845" y="854503"/>
                  </a:lnTo>
                  <a:lnTo>
                    <a:pt x="6466538" y="838071"/>
                  </a:lnTo>
                  <a:lnTo>
                    <a:pt x="6510231" y="821638"/>
                  </a:lnTo>
                  <a:lnTo>
                    <a:pt x="6553923" y="805205"/>
                  </a:lnTo>
                  <a:lnTo>
                    <a:pt x="6597616" y="788772"/>
                  </a:lnTo>
                  <a:lnTo>
                    <a:pt x="6641309" y="772340"/>
                  </a:lnTo>
                  <a:lnTo>
                    <a:pt x="6685002" y="755907"/>
                  </a:lnTo>
                  <a:lnTo>
                    <a:pt x="6728695" y="739474"/>
                  </a:lnTo>
                  <a:lnTo>
                    <a:pt x="6772388" y="723041"/>
                  </a:lnTo>
                  <a:lnTo>
                    <a:pt x="6816080" y="706608"/>
                  </a:lnTo>
                  <a:lnTo>
                    <a:pt x="6859773" y="690176"/>
                  </a:lnTo>
                  <a:lnTo>
                    <a:pt x="6903466" y="673743"/>
                  </a:lnTo>
                  <a:lnTo>
                    <a:pt x="6947159" y="657310"/>
                  </a:lnTo>
                  <a:lnTo>
                    <a:pt x="6990852" y="640877"/>
                  </a:lnTo>
                  <a:lnTo>
                    <a:pt x="7034544" y="624445"/>
                  </a:lnTo>
                  <a:lnTo>
                    <a:pt x="7078237" y="608012"/>
                  </a:lnTo>
                  <a:lnTo>
                    <a:pt x="7121930" y="591579"/>
                  </a:lnTo>
                  <a:lnTo>
                    <a:pt x="7165623" y="575146"/>
                  </a:lnTo>
                  <a:lnTo>
                    <a:pt x="7209316" y="558714"/>
                  </a:lnTo>
                  <a:lnTo>
                    <a:pt x="7253009" y="542281"/>
                  </a:lnTo>
                  <a:lnTo>
                    <a:pt x="7296701" y="525848"/>
                  </a:lnTo>
                  <a:lnTo>
                    <a:pt x="7340394" y="509415"/>
                  </a:lnTo>
                  <a:lnTo>
                    <a:pt x="7384087" y="492982"/>
                  </a:lnTo>
                  <a:lnTo>
                    <a:pt x="7427780" y="476550"/>
                  </a:lnTo>
                  <a:lnTo>
                    <a:pt x="7471473" y="460117"/>
                  </a:lnTo>
                  <a:lnTo>
                    <a:pt x="7515166" y="443684"/>
                  </a:lnTo>
                  <a:lnTo>
                    <a:pt x="7558858" y="427251"/>
                  </a:lnTo>
                  <a:lnTo>
                    <a:pt x="7602551" y="410819"/>
                  </a:lnTo>
                  <a:lnTo>
                    <a:pt x="7646244" y="394386"/>
                  </a:lnTo>
                  <a:lnTo>
                    <a:pt x="7689937" y="377953"/>
                  </a:lnTo>
                  <a:lnTo>
                    <a:pt x="7733630" y="361520"/>
                  </a:lnTo>
                  <a:lnTo>
                    <a:pt x="7777323" y="345088"/>
                  </a:lnTo>
                  <a:lnTo>
                    <a:pt x="7821015" y="328655"/>
                  </a:lnTo>
                  <a:lnTo>
                    <a:pt x="7864708" y="312222"/>
                  </a:lnTo>
                  <a:lnTo>
                    <a:pt x="7908401" y="295789"/>
                  </a:lnTo>
                  <a:lnTo>
                    <a:pt x="7952094" y="279357"/>
                  </a:lnTo>
                  <a:lnTo>
                    <a:pt x="7995787" y="262924"/>
                  </a:lnTo>
                  <a:lnTo>
                    <a:pt x="8039479" y="246491"/>
                  </a:lnTo>
                  <a:lnTo>
                    <a:pt x="8083172" y="230058"/>
                  </a:lnTo>
                  <a:lnTo>
                    <a:pt x="8126865" y="213625"/>
                  </a:lnTo>
                  <a:lnTo>
                    <a:pt x="8170558" y="197193"/>
                  </a:lnTo>
                  <a:lnTo>
                    <a:pt x="8214251" y="180760"/>
                  </a:lnTo>
                  <a:lnTo>
                    <a:pt x="8257944" y="164327"/>
                  </a:lnTo>
                  <a:lnTo>
                    <a:pt x="8301636" y="147894"/>
                  </a:lnTo>
                  <a:lnTo>
                    <a:pt x="8345329" y="131462"/>
                  </a:lnTo>
                  <a:lnTo>
                    <a:pt x="8389022" y="115029"/>
                  </a:lnTo>
                  <a:lnTo>
                    <a:pt x="8432715" y="98596"/>
                  </a:lnTo>
                  <a:lnTo>
                    <a:pt x="8476408" y="82163"/>
                  </a:lnTo>
                  <a:lnTo>
                    <a:pt x="8520101" y="65731"/>
                  </a:lnTo>
                  <a:lnTo>
                    <a:pt x="8563793" y="49298"/>
                  </a:lnTo>
                  <a:lnTo>
                    <a:pt x="8607486" y="32865"/>
                  </a:lnTo>
                  <a:lnTo>
                    <a:pt x="8651179" y="16432"/>
                  </a:lnTo>
                  <a:lnTo>
                    <a:pt x="8694872" y="0"/>
                  </a:lnTo>
                </a:path>
              </a:pathLst>
            </a:custGeom>
            <a:ln w="32521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7"/>
            <p:cNvSpPr/>
            <p:nvPr/>
          </p:nvSpPr>
          <p:spPr>
            <a:xfrm>
              <a:off x="1208299" y="1939761"/>
              <a:ext cx="8694872" cy="3287440"/>
            </a:xfrm>
            <a:custGeom>
              <a:avLst/>
              <a:pathLst>
                <a:path w="8694872" h="3287440">
                  <a:moveTo>
                    <a:pt x="0" y="3287440"/>
                  </a:moveTo>
                  <a:lnTo>
                    <a:pt x="43692" y="3270920"/>
                  </a:lnTo>
                  <a:lnTo>
                    <a:pt x="87385" y="3254400"/>
                  </a:lnTo>
                  <a:lnTo>
                    <a:pt x="131078" y="3237881"/>
                  </a:lnTo>
                  <a:lnTo>
                    <a:pt x="174771" y="3221361"/>
                  </a:lnTo>
                  <a:lnTo>
                    <a:pt x="218464" y="3204841"/>
                  </a:lnTo>
                  <a:lnTo>
                    <a:pt x="262156" y="3188321"/>
                  </a:lnTo>
                  <a:lnTo>
                    <a:pt x="305849" y="3171801"/>
                  </a:lnTo>
                  <a:lnTo>
                    <a:pt x="349542" y="3155282"/>
                  </a:lnTo>
                  <a:lnTo>
                    <a:pt x="393235" y="3138762"/>
                  </a:lnTo>
                  <a:lnTo>
                    <a:pt x="436928" y="3122242"/>
                  </a:lnTo>
                  <a:lnTo>
                    <a:pt x="480621" y="3105722"/>
                  </a:lnTo>
                  <a:lnTo>
                    <a:pt x="524313" y="3089202"/>
                  </a:lnTo>
                  <a:lnTo>
                    <a:pt x="568006" y="3072683"/>
                  </a:lnTo>
                  <a:lnTo>
                    <a:pt x="611699" y="3056163"/>
                  </a:lnTo>
                  <a:lnTo>
                    <a:pt x="655392" y="3039643"/>
                  </a:lnTo>
                  <a:lnTo>
                    <a:pt x="699085" y="3023123"/>
                  </a:lnTo>
                  <a:lnTo>
                    <a:pt x="742778" y="3006603"/>
                  </a:lnTo>
                  <a:lnTo>
                    <a:pt x="786470" y="2990084"/>
                  </a:lnTo>
                  <a:lnTo>
                    <a:pt x="830163" y="2973564"/>
                  </a:lnTo>
                  <a:lnTo>
                    <a:pt x="873856" y="2957044"/>
                  </a:lnTo>
                  <a:lnTo>
                    <a:pt x="917549" y="2940524"/>
                  </a:lnTo>
                  <a:lnTo>
                    <a:pt x="961242" y="2924004"/>
                  </a:lnTo>
                  <a:lnTo>
                    <a:pt x="1004934" y="2907485"/>
                  </a:lnTo>
                  <a:lnTo>
                    <a:pt x="1048627" y="2890965"/>
                  </a:lnTo>
                  <a:lnTo>
                    <a:pt x="1092320" y="2874445"/>
                  </a:lnTo>
                  <a:lnTo>
                    <a:pt x="1136013" y="2857925"/>
                  </a:lnTo>
                  <a:lnTo>
                    <a:pt x="1179706" y="2841405"/>
                  </a:lnTo>
                  <a:lnTo>
                    <a:pt x="1223399" y="2824886"/>
                  </a:lnTo>
                  <a:lnTo>
                    <a:pt x="1267091" y="2808366"/>
                  </a:lnTo>
                  <a:lnTo>
                    <a:pt x="1310784" y="2791846"/>
                  </a:lnTo>
                  <a:lnTo>
                    <a:pt x="1354477" y="2775326"/>
                  </a:lnTo>
                  <a:lnTo>
                    <a:pt x="1398170" y="2758806"/>
                  </a:lnTo>
                  <a:lnTo>
                    <a:pt x="1441863" y="2742287"/>
                  </a:lnTo>
                  <a:lnTo>
                    <a:pt x="1485556" y="2725767"/>
                  </a:lnTo>
                  <a:lnTo>
                    <a:pt x="1529248" y="2709247"/>
                  </a:lnTo>
                  <a:lnTo>
                    <a:pt x="1572941" y="2692727"/>
                  </a:lnTo>
                  <a:lnTo>
                    <a:pt x="1616634" y="2676207"/>
                  </a:lnTo>
                  <a:lnTo>
                    <a:pt x="1660327" y="2659688"/>
                  </a:lnTo>
                  <a:lnTo>
                    <a:pt x="1704020" y="2643168"/>
                  </a:lnTo>
                  <a:lnTo>
                    <a:pt x="1747713" y="2626648"/>
                  </a:lnTo>
                  <a:lnTo>
                    <a:pt x="1791405" y="2610128"/>
                  </a:lnTo>
                  <a:lnTo>
                    <a:pt x="1835098" y="2593608"/>
                  </a:lnTo>
                  <a:lnTo>
                    <a:pt x="1878791" y="2577089"/>
                  </a:lnTo>
                  <a:lnTo>
                    <a:pt x="1922484" y="2560569"/>
                  </a:lnTo>
                  <a:lnTo>
                    <a:pt x="1966177" y="2544049"/>
                  </a:lnTo>
                  <a:lnTo>
                    <a:pt x="2009869" y="2527529"/>
                  </a:lnTo>
                  <a:lnTo>
                    <a:pt x="2053562" y="2511009"/>
                  </a:lnTo>
                  <a:lnTo>
                    <a:pt x="2097255" y="2494490"/>
                  </a:lnTo>
                  <a:lnTo>
                    <a:pt x="2140948" y="2477970"/>
                  </a:lnTo>
                  <a:lnTo>
                    <a:pt x="2184641" y="2461450"/>
                  </a:lnTo>
                  <a:lnTo>
                    <a:pt x="2228334" y="2444930"/>
                  </a:lnTo>
                  <a:lnTo>
                    <a:pt x="2272026" y="2428410"/>
                  </a:lnTo>
                  <a:lnTo>
                    <a:pt x="2315719" y="2411891"/>
                  </a:lnTo>
                  <a:lnTo>
                    <a:pt x="2359412" y="2395371"/>
                  </a:lnTo>
                  <a:lnTo>
                    <a:pt x="2403105" y="2378851"/>
                  </a:lnTo>
                  <a:lnTo>
                    <a:pt x="2446798" y="2362331"/>
                  </a:lnTo>
                  <a:lnTo>
                    <a:pt x="2490491" y="2345811"/>
                  </a:lnTo>
                  <a:lnTo>
                    <a:pt x="2534183" y="2329292"/>
                  </a:lnTo>
                  <a:lnTo>
                    <a:pt x="2577876" y="2312772"/>
                  </a:lnTo>
                  <a:lnTo>
                    <a:pt x="2621569" y="2296252"/>
                  </a:lnTo>
                  <a:lnTo>
                    <a:pt x="2665262" y="2279732"/>
                  </a:lnTo>
                  <a:lnTo>
                    <a:pt x="2708955" y="2263212"/>
                  </a:lnTo>
                  <a:lnTo>
                    <a:pt x="2752648" y="2246693"/>
                  </a:lnTo>
                  <a:lnTo>
                    <a:pt x="2796340" y="2230173"/>
                  </a:lnTo>
                  <a:lnTo>
                    <a:pt x="2840033" y="2213653"/>
                  </a:lnTo>
                  <a:lnTo>
                    <a:pt x="2883726" y="2197133"/>
                  </a:lnTo>
                  <a:lnTo>
                    <a:pt x="2927419" y="2180613"/>
                  </a:lnTo>
                  <a:lnTo>
                    <a:pt x="2971112" y="2164093"/>
                  </a:lnTo>
                  <a:lnTo>
                    <a:pt x="3014804" y="2147574"/>
                  </a:lnTo>
                  <a:lnTo>
                    <a:pt x="3058497" y="2131054"/>
                  </a:lnTo>
                  <a:lnTo>
                    <a:pt x="3102190" y="2114534"/>
                  </a:lnTo>
                  <a:lnTo>
                    <a:pt x="3145883" y="2098014"/>
                  </a:lnTo>
                  <a:lnTo>
                    <a:pt x="3189576" y="2081494"/>
                  </a:lnTo>
                  <a:lnTo>
                    <a:pt x="3233269" y="2064975"/>
                  </a:lnTo>
                  <a:lnTo>
                    <a:pt x="3276961" y="2048455"/>
                  </a:lnTo>
                  <a:lnTo>
                    <a:pt x="3320654" y="2031935"/>
                  </a:lnTo>
                  <a:lnTo>
                    <a:pt x="3364347" y="2015415"/>
                  </a:lnTo>
                  <a:lnTo>
                    <a:pt x="3408040" y="1998895"/>
                  </a:lnTo>
                  <a:lnTo>
                    <a:pt x="3451733" y="1982376"/>
                  </a:lnTo>
                  <a:lnTo>
                    <a:pt x="3495426" y="1965856"/>
                  </a:lnTo>
                  <a:lnTo>
                    <a:pt x="3539118" y="1949336"/>
                  </a:lnTo>
                  <a:lnTo>
                    <a:pt x="3582811" y="1932816"/>
                  </a:lnTo>
                  <a:lnTo>
                    <a:pt x="3626504" y="1916296"/>
                  </a:lnTo>
                  <a:lnTo>
                    <a:pt x="3670197" y="1899777"/>
                  </a:lnTo>
                  <a:lnTo>
                    <a:pt x="3713890" y="1883257"/>
                  </a:lnTo>
                  <a:lnTo>
                    <a:pt x="3757583" y="1866737"/>
                  </a:lnTo>
                  <a:lnTo>
                    <a:pt x="3801275" y="1850217"/>
                  </a:lnTo>
                  <a:lnTo>
                    <a:pt x="3844968" y="1833697"/>
                  </a:lnTo>
                  <a:lnTo>
                    <a:pt x="3888661" y="1817178"/>
                  </a:lnTo>
                  <a:lnTo>
                    <a:pt x="3932354" y="1800658"/>
                  </a:lnTo>
                  <a:lnTo>
                    <a:pt x="3976047" y="1784138"/>
                  </a:lnTo>
                  <a:lnTo>
                    <a:pt x="4019739" y="1767618"/>
                  </a:lnTo>
                  <a:lnTo>
                    <a:pt x="4063432" y="1751098"/>
                  </a:lnTo>
                  <a:lnTo>
                    <a:pt x="4107125" y="1734579"/>
                  </a:lnTo>
                  <a:lnTo>
                    <a:pt x="4150818" y="1718059"/>
                  </a:lnTo>
                  <a:lnTo>
                    <a:pt x="4194511" y="1701539"/>
                  </a:lnTo>
                  <a:lnTo>
                    <a:pt x="4238204" y="1685019"/>
                  </a:lnTo>
                  <a:lnTo>
                    <a:pt x="4281896" y="1668499"/>
                  </a:lnTo>
                  <a:lnTo>
                    <a:pt x="4325589" y="1651980"/>
                  </a:lnTo>
                  <a:lnTo>
                    <a:pt x="4369282" y="1635460"/>
                  </a:lnTo>
                  <a:lnTo>
                    <a:pt x="4412975" y="1618940"/>
                  </a:lnTo>
                  <a:lnTo>
                    <a:pt x="4456668" y="1602420"/>
                  </a:lnTo>
                  <a:lnTo>
                    <a:pt x="4500361" y="1585900"/>
                  </a:lnTo>
                  <a:lnTo>
                    <a:pt x="4544053" y="1569381"/>
                  </a:lnTo>
                  <a:lnTo>
                    <a:pt x="4587746" y="1552861"/>
                  </a:lnTo>
                  <a:lnTo>
                    <a:pt x="4631439" y="1536341"/>
                  </a:lnTo>
                  <a:lnTo>
                    <a:pt x="4675132" y="1519821"/>
                  </a:lnTo>
                  <a:lnTo>
                    <a:pt x="4718825" y="1503301"/>
                  </a:lnTo>
                  <a:lnTo>
                    <a:pt x="4762518" y="1486782"/>
                  </a:lnTo>
                  <a:lnTo>
                    <a:pt x="4806210" y="1470262"/>
                  </a:lnTo>
                  <a:lnTo>
                    <a:pt x="4849903" y="1453742"/>
                  </a:lnTo>
                  <a:lnTo>
                    <a:pt x="4893596" y="1437222"/>
                  </a:lnTo>
                  <a:lnTo>
                    <a:pt x="4937289" y="1420702"/>
                  </a:lnTo>
                  <a:lnTo>
                    <a:pt x="4980982" y="1404183"/>
                  </a:lnTo>
                  <a:lnTo>
                    <a:pt x="5024674" y="1387663"/>
                  </a:lnTo>
                  <a:lnTo>
                    <a:pt x="5068367" y="1371143"/>
                  </a:lnTo>
                  <a:lnTo>
                    <a:pt x="5112060" y="1354623"/>
                  </a:lnTo>
                  <a:lnTo>
                    <a:pt x="5155753" y="1338103"/>
                  </a:lnTo>
                  <a:lnTo>
                    <a:pt x="5199446" y="1321584"/>
                  </a:lnTo>
                  <a:lnTo>
                    <a:pt x="5243139" y="1305064"/>
                  </a:lnTo>
                  <a:lnTo>
                    <a:pt x="5286831" y="1288544"/>
                  </a:lnTo>
                  <a:lnTo>
                    <a:pt x="5330524" y="1272024"/>
                  </a:lnTo>
                  <a:lnTo>
                    <a:pt x="5374217" y="1255504"/>
                  </a:lnTo>
                  <a:lnTo>
                    <a:pt x="5417910" y="1238985"/>
                  </a:lnTo>
                  <a:lnTo>
                    <a:pt x="5461603" y="1222465"/>
                  </a:lnTo>
                  <a:lnTo>
                    <a:pt x="5505296" y="1205945"/>
                  </a:lnTo>
                  <a:lnTo>
                    <a:pt x="5548988" y="1189425"/>
                  </a:lnTo>
                  <a:lnTo>
                    <a:pt x="5592681" y="1172905"/>
                  </a:lnTo>
                  <a:lnTo>
                    <a:pt x="5636374" y="1156386"/>
                  </a:lnTo>
                  <a:lnTo>
                    <a:pt x="5680067" y="1139866"/>
                  </a:lnTo>
                  <a:lnTo>
                    <a:pt x="5723760" y="1123346"/>
                  </a:lnTo>
                  <a:lnTo>
                    <a:pt x="5767453" y="1106826"/>
                  </a:lnTo>
                  <a:lnTo>
                    <a:pt x="5811145" y="1090306"/>
                  </a:lnTo>
                  <a:lnTo>
                    <a:pt x="5854838" y="1073787"/>
                  </a:lnTo>
                  <a:lnTo>
                    <a:pt x="5898531" y="1057267"/>
                  </a:lnTo>
                  <a:lnTo>
                    <a:pt x="5942224" y="1040747"/>
                  </a:lnTo>
                  <a:lnTo>
                    <a:pt x="5985917" y="1024227"/>
                  </a:lnTo>
                  <a:lnTo>
                    <a:pt x="6029609" y="1007707"/>
                  </a:lnTo>
                  <a:lnTo>
                    <a:pt x="6073302" y="991188"/>
                  </a:lnTo>
                  <a:lnTo>
                    <a:pt x="6116995" y="974668"/>
                  </a:lnTo>
                  <a:lnTo>
                    <a:pt x="6160688" y="958148"/>
                  </a:lnTo>
                  <a:lnTo>
                    <a:pt x="6204381" y="941628"/>
                  </a:lnTo>
                  <a:lnTo>
                    <a:pt x="6248074" y="925108"/>
                  </a:lnTo>
                  <a:lnTo>
                    <a:pt x="6291766" y="908589"/>
                  </a:lnTo>
                  <a:lnTo>
                    <a:pt x="6335459" y="892069"/>
                  </a:lnTo>
                  <a:lnTo>
                    <a:pt x="6379152" y="875549"/>
                  </a:lnTo>
                  <a:lnTo>
                    <a:pt x="6422845" y="859029"/>
                  </a:lnTo>
                  <a:lnTo>
                    <a:pt x="6466538" y="842509"/>
                  </a:lnTo>
                  <a:lnTo>
                    <a:pt x="6510231" y="825990"/>
                  </a:lnTo>
                  <a:lnTo>
                    <a:pt x="6553923" y="809470"/>
                  </a:lnTo>
                  <a:lnTo>
                    <a:pt x="6597616" y="792950"/>
                  </a:lnTo>
                  <a:lnTo>
                    <a:pt x="6641309" y="776430"/>
                  </a:lnTo>
                  <a:lnTo>
                    <a:pt x="6685002" y="759910"/>
                  </a:lnTo>
                  <a:lnTo>
                    <a:pt x="6728695" y="743391"/>
                  </a:lnTo>
                  <a:lnTo>
                    <a:pt x="6772388" y="726871"/>
                  </a:lnTo>
                  <a:lnTo>
                    <a:pt x="6816080" y="710351"/>
                  </a:lnTo>
                  <a:lnTo>
                    <a:pt x="6859773" y="693831"/>
                  </a:lnTo>
                  <a:lnTo>
                    <a:pt x="6903466" y="677311"/>
                  </a:lnTo>
                  <a:lnTo>
                    <a:pt x="6947159" y="660792"/>
                  </a:lnTo>
                  <a:lnTo>
                    <a:pt x="6990852" y="644272"/>
                  </a:lnTo>
                  <a:lnTo>
                    <a:pt x="7034544" y="627752"/>
                  </a:lnTo>
                  <a:lnTo>
                    <a:pt x="7078237" y="611232"/>
                  </a:lnTo>
                  <a:lnTo>
                    <a:pt x="7121930" y="594712"/>
                  </a:lnTo>
                  <a:lnTo>
                    <a:pt x="7165623" y="578193"/>
                  </a:lnTo>
                  <a:lnTo>
                    <a:pt x="7209316" y="561673"/>
                  </a:lnTo>
                  <a:lnTo>
                    <a:pt x="7253009" y="545153"/>
                  </a:lnTo>
                  <a:lnTo>
                    <a:pt x="7296701" y="528633"/>
                  </a:lnTo>
                  <a:lnTo>
                    <a:pt x="7340394" y="512113"/>
                  </a:lnTo>
                  <a:lnTo>
                    <a:pt x="7384087" y="495594"/>
                  </a:lnTo>
                  <a:lnTo>
                    <a:pt x="7427780" y="479074"/>
                  </a:lnTo>
                  <a:lnTo>
                    <a:pt x="7471473" y="462554"/>
                  </a:lnTo>
                  <a:lnTo>
                    <a:pt x="7515166" y="446034"/>
                  </a:lnTo>
                  <a:lnTo>
                    <a:pt x="7558858" y="429514"/>
                  </a:lnTo>
                  <a:lnTo>
                    <a:pt x="7602551" y="412995"/>
                  </a:lnTo>
                  <a:lnTo>
                    <a:pt x="7646244" y="396475"/>
                  </a:lnTo>
                  <a:lnTo>
                    <a:pt x="7689937" y="379955"/>
                  </a:lnTo>
                  <a:lnTo>
                    <a:pt x="7733630" y="363435"/>
                  </a:lnTo>
                  <a:lnTo>
                    <a:pt x="7777323" y="346915"/>
                  </a:lnTo>
                  <a:lnTo>
                    <a:pt x="7821015" y="330396"/>
                  </a:lnTo>
                  <a:lnTo>
                    <a:pt x="7864708" y="313876"/>
                  </a:lnTo>
                  <a:lnTo>
                    <a:pt x="7908401" y="297356"/>
                  </a:lnTo>
                  <a:lnTo>
                    <a:pt x="7952094" y="280836"/>
                  </a:lnTo>
                  <a:lnTo>
                    <a:pt x="7995787" y="264316"/>
                  </a:lnTo>
                  <a:lnTo>
                    <a:pt x="8039479" y="247797"/>
                  </a:lnTo>
                  <a:lnTo>
                    <a:pt x="8083172" y="231277"/>
                  </a:lnTo>
                  <a:lnTo>
                    <a:pt x="8126865" y="214757"/>
                  </a:lnTo>
                  <a:lnTo>
                    <a:pt x="8170558" y="198237"/>
                  </a:lnTo>
                  <a:lnTo>
                    <a:pt x="8214251" y="181717"/>
                  </a:lnTo>
                  <a:lnTo>
                    <a:pt x="8257944" y="165198"/>
                  </a:lnTo>
                  <a:lnTo>
                    <a:pt x="8301636" y="148678"/>
                  </a:lnTo>
                  <a:lnTo>
                    <a:pt x="8345329" y="132158"/>
                  </a:lnTo>
                  <a:lnTo>
                    <a:pt x="8389022" y="115638"/>
                  </a:lnTo>
                  <a:lnTo>
                    <a:pt x="8432715" y="99118"/>
                  </a:lnTo>
                  <a:lnTo>
                    <a:pt x="8476408" y="82599"/>
                  </a:lnTo>
                  <a:lnTo>
                    <a:pt x="8520101" y="66079"/>
                  </a:lnTo>
                  <a:lnTo>
                    <a:pt x="8563793" y="49559"/>
                  </a:lnTo>
                  <a:lnTo>
                    <a:pt x="8607486" y="33039"/>
                  </a:lnTo>
                  <a:lnTo>
                    <a:pt x="8651179" y="16519"/>
                  </a:lnTo>
                  <a:lnTo>
                    <a:pt x="8694872" y="0"/>
                  </a:lnTo>
                </a:path>
              </a:pathLst>
            </a:custGeom>
            <a:ln w="32521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8"/>
            <p:cNvSpPr/>
            <p:nvPr/>
          </p:nvSpPr>
          <p:spPr>
            <a:xfrm>
              <a:off x="1208299" y="1823652"/>
              <a:ext cx="8694872" cy="3301299"/>
            </a:xfrm>
            <a:custGeom>
              <a:avLst/>
              <a:pathLst>
                <a:path w="8694872" h="3301299">
                  <a:moveTo>
                    <a:pt x="0" y="3301299"/>
                  </a:moveTo>
                  <a:lnTo>
                    <a:pt x="43692" y="3284710"/>
                  </a:lnTo>
                  <a:lnTo>
                    <a:pt x="87385" y="3268120"/>
                  </a:lnTo>
                  <a:lnTo>
                    <a:pt x="131078" y="3251531"/>
                  </a:lnTo>
                  <a:lnTo>
                    <a:pt x="174771" y="3234941"/>
                  </a:lnTo>
                  <a:lnTo>
                    <a:pt x="218464" y="3218352"/>
                  </a:lnTo>
                  <a:lnTo>
                    <a:pt x="262156" y="3201762"/>
                  </a:lnTo>
                  <a:lnTo>
                    <a:pt x="305849" y="3185173"/>
                  </a:lnTo>
                  <a:lnTo>
                    <a:pt x="349542" y="3168583"/>
                  </a:lnTo>
                  <a:lnTo>
                    <a:pt x="393235" y="3151994"/>
                  </a:lnTo>
                  <a:lnTo>
                    <a:pt x="436928" y="3135405"/>
                  </a:lnTo>
                  <a:lnTo>
                    <a:pt x="480621" y="3118815"/>
                  </a:lnTo>
                  <a:lnTo>
                    <a:pt x="524313" y="3102226"/>
                  </a:lnTo>
                  <a:lnTo>
                    <a:pt x="568006" y="3085636"/>
                  </a:lnTo>
                  <a:lnTo>
                    <a:pt x="611699" y="3069047"/>
                  </a:lnTo>
                  <a:lnTo>
                    <a:pt x="655392" y="3052457"/>
                  </a:lnTo>
                  <a:lnTo>
                    <a:pt x="699085" y="3035868"/>
                  </a:lnTo>
                  <a:lnTo>
                    <a:pt x="742778" y="3019278"/>
                  </a:lnTo>
                  <a:lnTo>
                    <a:pt x="786470" y="3002689"/>
                  </a:lnTo>
                  <a:lnTo>
                    <a:pt x="830163" y="2986100"/>
                  </a:lnTo>
                  <a:lnTo>
                    <a:pt x="873856" y="2969510"/>
                  </a:lnTo>
                  <a:lnTo>
                    <a:pt x="917549" y="2952921"/>
                  </a:lnTo>
                  <a:lnTo>
                    <a:pt x="961242" y="2936331"/>
                  </a:lnTo>
                  <a:lnTo>
                    <a:pt x="1004934" y="2919742"/>
                  </a:lnTo>
                  <a:lnTo>
                    <a:pt x="1048627" y="2903152"/>
                  </a:lnTo>
                  <a:lnTo>
                    <a:pt x="1092320" y="2886563"/>
                  </a:lnTo>
                  <a:lnTo>
                    <a:pt x="1136013" y="2869973"/>
                  </a:lnTo>
                  <a:lnTo>
                    <a:pt x="1179706" y="2853384"/>
                  </a:lnTo>
                  <a:lnTo>
                    <a:pt x="1223399" y="2836795"/>
                  </a:lnTo>
                  <a:lnTo>
                    <a:pt x="1267091" y="2820205"/>
                  </a:lnTo>
                  <a:lnTo>
                    <a:pt x="1310784" y="2803616"/>
                  </a:lnTo>
                  <a:lnTo>
                    <a:pt x="1354477" y="2787026"/>
                  </a:lnTo>
                  <a:lnTo>
                    <a:pt x="1398170" y="2770437"/>
                  </a:lnTo>
                  <a:lnTo>
                    <a:pt x="1441863" y="2753847"/>
                  </a:lnTo>
                  <a:lnTo>
                    <a:pt x="1485556" y="2737258"/>
                  </a:lnTo>
                  <a:lnTo>
                    <a:pt x="1529248" y="2720668"/>
                  </a:lnTo>
                  <a:lnTo>
                    <a:pt x="1572941" y="2704079"/>
                  </a:lnTo>
                  <a:lnTo>
                    <a:pt x="1616634" y="2687490"/>
                  </a:lnTo>
                  <a:lnTo>
                    <a:pt x="1660327" y="2670900"/>
                  </a:lnTo>
                  <a:lnTo>
                    <a:pt x="1704020" y="2654311"/>
                  </a:lnTo>
                  <a:lnTo>
                    <a:pt x="1747713" y="2637721"/>
                  </a:lnTo>
                  <a:lnTo>
                    <a:pt x="1791405" y="2621132"/>
                  </a:lnTo>
                  <a:lnTo>
                    <a:pt x="1835098" y="2604542"/>
                  </a:lnTo>
                  <a:lnTo>
                    <a:pt x="1878791" y="2587953"/>
                  </a:lnTo>
                  <a:lnTo>
                    <a:pt x="1922484" y="2571363"/>
                  </a:lnTo>
                  <a:lnTo>
                    <a:pt x="1966177" y="2554774"/>
                  </a:lnTo>
                  <a:lnTo>
                    <a:pt x="2009869" y="2538185"/>
                  </a:lnTo>
                  <a:lnTo>
                    <a:pt x="2053562" y="2521595"/>
                  </a:lnTo>
                  <a:lnTo>
                    <a:pt x="2097255" y="2505006"/>
                  </a:lnTo>
                  <a:lnTo>
                    <a:pt x="2140948" y="2488416"/>
                  </a:lnTo>
                  <a:lnTo>
                    <a:pt x="2184641" y="2471827"/>
                  </a:lnTo>
                  <a:lnTo>
                    <a:pt x="2228334" y="2455237"/>
                  </a:lnTo>
                  <a:lnTo>
                    <a:pt x="2272026" y="2438648"/>
                  </a:lnTo>
                  <a:lnTo>
                    <a:pt x="2315719" y="2422058"/>
                  </a:lnTo>
                  <a:lnTo>
                    <a:pt x="2359412" y="2405469"/>
                  </a:lnTo>
                  <a:lnTo>
                    <a:pt x="2403105" y="2388880"/>
                  </a:lnTo>
                  <a:lnTo>
                    <a:pt x="2446798" y="2372290"/>
                  </a:lnTo>
                  <a:lnTo>
                    <a:pt x="2490491" y="2355701"/>
                  </a:lnTo>
                  <a:lnTo>
                    <a:pt x="2534183" y="2339111"/>
                  </a:lnTo>
                  <a:lnTo>
                    <a:pt x="2577876" y="2322522"/>
                  </a:lnTo>
                  <a:lnTo>
                    <a:pt x="2621569" y="2305932"/>
                  </a:lnTo>
                  <a:lnTo>
                    <a:pt x="2665262" y="2289343"/>
                  </a:lnTo>
                  <a:lnTo>
                    <a:pt x="2708955" y="2272753"/>
                  </a:lnTo>
                  <a:lnTo>
                    <a:pt x="2752648" y="2256164"/>
                  </a:lnTo>
                  <a:lnTo>
                    <a:pt x="2796340" y="2239575"/>
                  </a:lnTo>
                  <a:lnTo>
                    <a:pt x="2840033" y="2222985"/>
                  </a:lnTo>
                  <a:lnTo>
                    <a:pt x="2883726" y="2206396"/>
                  </a:lnTo>
                  <a:lnTo>
                    <a:pt x="2927419" y="2189806"/>
                  </a:lnTo>
                  <a:lnTo>
                    <a:pt x="2971112" y="2173217"/>
                  </a:lnTo>
                  <a:lnTo>
                    <a:pt x="3014804" y="2156627"/>
                  </a:lnTo>
                  <a:lnTo>
                    <a:pt x="3058497" y="2140038"/>
                  </a:lnTo>
                  <a:lnTo>
                    <a:pt x="3102190" y="2123448"/>
                  </a:lnTo>
                  <a:lnTo>
                    <a:pt x="3145883" y="2106859"/>
                  </a:lnTo>
                  <a:lnTo>
                    <a:pt x="3189576" y="2090270"/>
                  </a:lnTo>
                  <a:lnTo>
                    <a:pt x="3233269" y="2073680"/>
                  </a:lnTo>
                  <a:lnTo>
                    <a:pt x="3276961" y="2057091"/>
                  </a:lnTo>
                  <a:lnTo>
                    <a:pt x="3320654" y="2040501"/>
                  </a:lnTo>
                  <a:lnTo>
                    <a:pt x="3364347" y="2023912"/>
                  </a:lnTo>
                  <a:lnTo>
                    <a:pt x="3408040" y="2007322"/>
                  </a:lnTo>
                  <a:lnTo>
                    <a:pt x="3451733" y="1990733"/>
                  </a:lnTo>
                  <a:lnTo>
                    <a:pt x="3495426" y="1974143"/>
                  </a:lnTo>
                  <a:lnTo>
                    <a:pt x="3539118" y="1957554"/>
                  </a:lnTo>
                  <a:lnTo>
                    <a:pt x="3582811" y="1940965"/>
                  </a:lnTo>
                  <a:lnTo>
                    <a:pt x="3626504" y="1924375"/>
                  </a:lnTo>
                  <a:lnTo>
                    <a:pt x="3670197" y="1907786"/>
                  </a:lnTo>
                  <a:lnTo>
                    <a:pt x="3713890" y="1891196"/>
                  </a:lnTo>
                  <a:lnTo>
                    <a:pt x="3757583" y="1874607"/>
                  </a:lnTo>
                  <a:lnTo>
                    <a:pt x="3801275" y="1858017"/>
                  </a:lnTo>
                  <a:lnTo>
                    <a:pt x="3844968" y="1841428"/>
                  </a:lnTo>
                  <a:lnTo>
                    <a:pt x="3888661" y="1824838"/>
                  </a:lnTo>
                  <a:lnTo>
                    <a:pt x="3932354" y="1808249"/>
                  </a:lnTo>
                  <a:lnTo>
                    <a:pt x="3976047" y="1791660"/>
                  </a:lnTo>
                  <a:lnTo>
                    <a:pt x="4019739" y="1775070"/>
                  </a:lnTo>
                  <a:lnTo>
                    <a:pt x="4063432" y="1758481"/>
                  </a:lnTo>
                  <a:lnTo>
                    <a:pt x="4107125" y="1741891"/>
                  </a:lnTo>
                  <a:lnTo>
                    <a:pt x="4150818" y="1725302"/>
                  </a:lnTo>
                  <a:lnTo>
                    <a:pt x="4194511" y="1708712"/>
                  </a:lnTo>
                  <a:lnTo>
                    <a:pt x="4238204" y="1692123"/>
                  </a:lnTo>
                  <a:lnTo>
                    <a:pt x="4281896" y="1675533"/>
                  </a:lnTo>
                  <a:lnTo>
                    <a:pt x="4325589" y="1658944"/>
                  </a:lnTo>
                  <a:lnTo>
                    <a:pt x="4369282" y="1642355"/>
                  </a:lnTo>
                  <a:lnTo>
                    <a:pt x="4412975" y="1625765"/>
                  </a:lnTo>
                  <a:lnTo>
                    <a:pt x="4456668" y="1609176"/>
                  </a:lnTo>
                  <a:lnTo>
                    <a:pt x="4500361" y="1592586"/>
                  </a:lnTo>
                  <a:lnTo>
                    <a:pt x="4544053" y="1575997"/>
                  </a:lnTo>
                  <a:lnTo>
                    <a:pt x="4587746" y="1559407"/>
                  </a:lnTo>
                  <a:lnTo>
                    <a:pt x="4631439" y="1542818"/>
                  </a:lnTo>
                  <a:lnTo>
                    <a:pt x="4675132" y="1526228"/>
                  </a:lnTo>
                  <a:lnTo>
                    <a:pt x="4718825" y="1509639"/>
                  </a:lnTo>
                  <a:lnTo>
                    <a:pt x="4762518" y="1493050"/>
                  </a:lnTo>
                  <a:lnTo>
                    <a:pt x="4806210" y="1476460"/>
                  </a:lnTo>
                  <a:lnTo>
                    <a:pt x="4849903" y="1459871"/>
                  </a:lnTo>
                  <a:lnTo>
                    <a:pt x="4893596" y="1443281"/>
                  </a:lnTo>
                  <a:lnTo>
                    <a:pt x="4937289" y="1426692"/>
                  </a:lnTo>
                  <a:lnTo>
                    <a:pt x="4980982" y="1410102"/>
                  </a:lnTo>
                  <a:lnTo>
                    <a:pt x="5024674" y="1393513"/>
                  </a:lnTo>
                  <a:lnTo>
                    <a:pt x="5068367" y="1376923"/>
                  </a:lnTo>
                  <a:lnTo>
                    <a:pt x="5112060" y="1360334"/>
                  </a:lnTo>
                  <a:lnTo>
                    <a:pt x="5155753" y="1343745"/>
                  </a:lnTo>
                  <a:lnTo>
                    <a:pt x="5199446" y="1327155"/>
                  </a:lnTo>
                  <a:lnTo>
                    <a:pt x="5243139" y="1310566"/>
                  </a:lnTo>
                  <a:lnTo>
                    <a:pt x="5286831" y="1293976"/>
                  </a:lnTo>
                  <a:lnTo>
                    <a:pt x="5330524" y="1277387"/>
                  </a:lnTo>
                  <a:lnTo>
                    <a:pt x="5374217" y="1260797"/>
                  </a:lnTo>
                  <a:lnTo>
                    <a:pt x="5417910" y="1244208"/>
                  </a:lnTo>
                  <a:lnTo>
                    <a:pt x="5461603" y="1227618"/>
                  </a:lnTo>
                  <a:lnTo>
                    <a:pt x="5505296" y="1211029"/>
                  </a:lnTo>
                  <a:lnTo>
                    <a:pt x="5548988" y="1194440"/>
                  </a:lnTo>
                  <a:lnTo>
                    <a:pt x="5592681" y="1177850"/>
                  </a:lnTo>
                  <a:lnTo>
                    <a:pt x="5636374" y="1161261"/>
                  </a:lnTo>
                  <a:lnTo>
                    <a:pt x="5680067" y="1144671"/>
                  </a:lnTo>
                  <a:lnTo>
                    <a:pt x="5723760" y="1128082"/>
                  </a:lnTo>
                  <a:lnTo>
                    <a:pt x="5767453" y="1111492"/>
                  </a:lnTo>
                  <a:lnTo>
                    <a:pt x="5811145" y="1094903"/>
                  </a:lnTo>
                  <a:lnTo>
                    <a:pt x="5854838" y="1078313"/>
                  </a:lnTo>
                  <a:lnTo>
                    <a:pt x="5898531" y="1061724"/>
                  </a:lnTo>
                  <a:lnTo>
                    <a:pt x="5942224" y="1045135"/>
                  </a:lnTo>
                  <a:lnTo>
                    <a:pt x="5985917" y="1028545"/>
                  </a:lnTo>
                  <a:lnTo>
                    <a:pt x="6029609" y="1011956"/>
                  </a:lnTo>
                  <a:lnTo>
                    <a:pt x="6073302" y="995366"/>
                  </a:lnTo>
                  <a:lnTo>
                    <a:pt x="6116995" y="978777"/>
                  </a:lnTo>
                  <a:lnTo>
                    <a:pt x="6160688" y="962187"/>
                  </a:lnTo>
                  <a:lnTo>
                    <a:pt x="6204381" y="945598"/>
                  </a:lnTo>
                  <a:lnTo>
                    <a:pt x="6248074" y="929008"/>
                  </a:lnTo>
                  <a:lnTo>
                    <a:pt x="6291766" y="912419"/>
                  </a:lnTo>
                  <a:lnTo>
                    <a:pt x="6335459" y="895830"/>
                  </a:lnTo>
                  <a:lnTo>
                    <a:pt x="6379152" y="879240"/>
                  </a:lnTo>
                  <a:lnTo>
                    <a:pt x="6422845" y="862651"/>
                  </a:lnTo>
                  <a:lnTo>
                    <a:pt x="6466538" y="846061"/>
                  </a:lnTo>
                  <a:lnTo>
                    <a:pt x="6510231" y="829472"/>
                  </a:lnTo>
                  <a:lnTo>
                    <a:pt x="6553923" y="812882"/>
                  </a:lnTo>
                  <a:lnTo>
                    <a:pt x="6597616" y="796293"/>
                  </a:lnTo>
                  <a:lnTo>
                    <a:pt x="6641309" y="779703"/>
                  </a:lnTo>
                  <a:lnTo>
                    <a:pt x="6685002" y="763114"/>
                  </a:lnTo>
                  <a:lnTo>
                    <a:pt x="6728695" y="746525"/>
                  </a:lnTo>
                  <a:lnTo>
                    <a:pt x="6772388" y="729935"/>
                  </a:lnTo>
                  <a:lnTo>
                    <a:pt x="6816080" y="713346"/>
                  </a:lnTo>
                  <a:lnTo>
                    <a:pt x="6859773" y="696756"/>
                  </a:lnTo>
                  <a:lnTo>
                    <a:pt x="6903466" y="680167"/>
                  </a:lnTo>
                  <a:lnTo>
                    <a:pt x="6947159" y="663577"/>
                  </a:lnTo>
                  <a:lnTo>
                    <a:pt x="6990852" y="646988"/>
                  </a:lnTo>
                  <a:lnTo>
                    <a:pt x="7034544" y="630398"/>
                  </a:lnTo>
                  <a:lnTo>
                    <a:pt x="7078237" y="613809"/>
                  </a:lnTo>
                  <a:lnTo>
                    <a:pt x="7121930" y="597220"/>
                  </a:lnTo>
                  <a:lnTo>
                    <a:pt x="7165623" y="580630"/>
                  </a:lnTo>
                  <a:lnTo>
                    <a:pt x="7209316" y="564041"/>
                  </a:lnTo>
                  <a:lnTo>
                    <a:pt x="7253009" y="547451"/>
                  </a:lnTo>
                  <a:lnTo>
                    <a:pt x="7296701" y="530862"/>
                  </a:lnTo>
                  <a:lnTo>
                    <a:pt x="7340394" y="514272"/>
                  </a:lnTo>
                  <a:lnTo>
                    <a:pt x="7384087" y="497683"/>
                  </a:lnTo>
                  <a:lnTo>
                    <a:pt x="7427780" y="481093"/>
                  </a:lnTo>
                  <a:lnTo>
                    <a:pt x="7471473" y="464504"/>
                  </a:lnTo>
                  <a:lnTo>
                    <a:pt x="7515166" y="447915"/>
                  </a:lnTo>
                  <a:lnTo>
                    <a:pt x="7558858" y="431325"/>
                  </a:lnTo>
                  <a:lnTo>
                    <a:pt x="7602551" y="414736"/>
                  </a:lnTo>
                  <a:lnTo>
                    <a:pt x="7646244" y="398146"/>
                  </a:lnTo>
                  <a:lnTo>
                    <a:pt x="7689937" y="381557"/>
                  </a:lnTo>
                  <a:lnTo>
                    <a:pt x="7733630" y="364967"/>
                  </a:lnTo>
                  <a:lnTo>
                    <a:pt x="7777323" y="348378"/>
                  </a:lnTo>
                  <a:lnTo>
                    <a:pt x="7821015" y="331788"/>
                  </a:lnTo>
                  <a:lnTo>
                    <a:pt x="7864708" y="315199"/>
                  </a:lnTo>
                  <a:lnTo>
                    <a:pt x="7908401" y="298610"/>
                  </a:lnTo>
                  <a:lnTo>
                    <a:pt x="7952094" y="282020"/>
                  </a:lnTo>
                  <a:lnTo>
                    <a:pt x="7995787" y="265431"/>
                  </a:lnTo>
                  <a:lnTo>
                    <a:pt x="8039479" y="248841"/>
                  </a:lnTo>
                  <a:lnTo>
                    <a:pt x="8083172" y="232252"/>
                  </a:lnTo>
                  <a:lnTo>
                    <a:pt x="8126865" y="215662"/>
                  </a:lnTo>
                  <a:lnTo>
                    <a:pt x="8170558" y="199073"/>
                  </a:lnTo>
                  <a:lnTo>
                    <a:pt x="8214251" y="182483"/>
                  </a:lnTo>
                  <a:lnTo>
                    <a:pt x="8257944" y="165894"/>
                  </a:lnTo>
                  <a:lnTo>
                    <a:pt x="8301636" y="149305"/>
                  </a:lnTo>
                  <a:lnTo>
                    <a:pt x="8345329" y="132715"/>
                  </a:lnTo>
                  <a:lnTo>
                    <a:pt x="8389022" y="116126"/>
                  </a:lnTo>
                  <a:lnTo>
                    <a:pt x="8432715" y="99536"/>
                  </a:lnTo>
                  <a:lnTo>
                    <a:pt x="8476408" y="82947"/>
                  </a:lnTo>
                  <a:lnTo>
                    <a:pt x="8520101" y="66357"/>
                  </a:lnTo>
                  <a:lnTo>
                    <a:pt x="8563793" y="49768"/>
                  </a:lnTo>
                  <a:lnTo>
                    <a:pt x="8607486" y="33178"/>
                  </a:lnTo>
                  <a:lnTo>
                    <a:pt x="8651179" y="16589"/>
                  </a:lnTo>
                  <a:lnTo>
                    <a:pt x="8694872" y="0"/>
                  </a:lnTo>
                </a:path>
              </a:pathLst>
            </a:custGeom>
            <a:ln w="32521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" name="pl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" name="pl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" name="pl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" name="pl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" name="pl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" name="pl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" name="pl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" name="pl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" name="pl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" name="pl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" name="pl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" name="pl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" name="pl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" name="pl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" name="pl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" name="pl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" name="pl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" name="pl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" name="pl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" name="pl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" name="pl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" name="pl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" name="pl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" name="pl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" name="pl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" name="pl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" name="pl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" name="pl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" name="pl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" name="pl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" name="pl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" name="pl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" name="pl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" name="pl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" name="pl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" name="pl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" name="pl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" name="pl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" name="pl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" name="pl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" name="pl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" name="pl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" name="pl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" name="pl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" name="pl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" name="pl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" name="pl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" name="pl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" name="pl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" name="pl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" name="pl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" name="pl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" name="pl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" name="pl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" name="pl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" name="pl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" name="pl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" name="pl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" name="pl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" name="pl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" name="pl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" name="pl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" name="pl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" name="pl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" name="pl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" name="pl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" name="pl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" name="pl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" name="pl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" name="pl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" name="pl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" name="pl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" name="pl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" name="pl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" name="pl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" name="pl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" name="pl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" name="pl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" name="pl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" name="pl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" name="pl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" name="pl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" name="pl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" name="pl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" name="pl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" name="pl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" name="pl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" name="pl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" name="pl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" name="pl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" name="pl1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" name="pl1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" name="pl1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" name="pl1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" name="pl1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" name="pl1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" name="pl1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" name="pl1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" name="pl1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" name="pl1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" name="pl1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" name="pl1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" name="pl1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" name="pl1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" name="pl1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" name="pl1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" name="pl1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" name="pl1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" name="pl1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" name="pl1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" name="pl1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" name="pl1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" name="pl1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" name="pl1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" name="pl1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" name="pl1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" name="pl1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" name="pl1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" name="pl1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" name="pl1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" name="pl1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" name="pl1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" name="pl1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" name="pl1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" name="pl1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" name="pl1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" name="pl1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" name="pl1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" name="pl1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" name="pl1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" name="pl1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" name="pl1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" name="pl1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" name="pl1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" name="pl1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" name="pl1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" name="pl1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" name="pl1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" name="pl1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" name="pl1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" name="pl1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" name="pl1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" name="pl1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" name="pl1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" name="pl1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" name="pl1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" name="pl1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" name="pl1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" name="pl1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" name="pl1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" name="pl1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" name="pl1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" name="pl1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" name="pl1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" name="pl1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" name="pl1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" name="pl1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" name="pl1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" name="pl1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" name="pl1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" name="pl1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" name="pl1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" name="pl1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" name="pl1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" name="pl1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" name="pl1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" name="pl1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" name="pl1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" name="pl1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" name="pl1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" name="pl1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" name="pl1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" name="pl1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" name="pl1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" name="pl1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" name="pl1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" name="pl1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" name="pl1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" name="pl1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" name="pl1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" name="pl1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" name="pl1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" name="pl1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" name="pl1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" name="pl1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" name="pl1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" name="pl1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" name="pl1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" name="pl1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" name="pl1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" name="pl2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" name="pl2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" name="pl2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" name="pl2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" name="pl2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" name="pl2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" name="pl2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" name="pl2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" name="pl2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" name="pl2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" name="pl2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" name="pl2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" name="pl2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" name="pl2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" name="pl2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" name="pl2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" name="pl2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" name="pl2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" name="pl2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" name="pl2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" name="pl2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" name="pl2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" name="pl2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" name="pl2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" name="pl2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" name="pl2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" name="pl2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" name="pl2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" name="pl2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" name="pl2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" name="pl2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" name="pl2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" name="pl2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" name="pl2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" name="pl2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" name="pl2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" name="pl2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" name="pl2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" name="pl2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" name="pl2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" name="pl2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" name="pl2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" name="pl2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" name="pl2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" name="pl2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" name="pl2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" name="pl2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" name="pl2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" name="pl2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" name="pl2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" name="pl2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" name="pl2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" name="pl2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" name="pl2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" name="pl2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" name="pl2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" name="pl2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" name="pl2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" name="pl2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" name="pl2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" name="pl2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" name="pl2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" name="pl2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" name="pl2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" name="pl2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" name="pl2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" name="pl2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" name="pl2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" name="pl2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" name="pl2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" name="pl2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" name="pl2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" name="pl2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4" name="pl2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5" name="pl2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6" name="pl2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7" name="pl2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8" name="pl2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9" name="pl2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0" name="pl2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1" name="pl2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2" name="pl2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3" name="pl2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4" name="pl2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5" name="pl2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6" name="pl2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7" name="pl2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8" name="pl2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9" name="pl2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0" name="pl2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1" name="pl2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2" name="pl2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3" name="pl2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4" name="pl2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5" name="pl2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6" name="pl2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7" name="pl2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8" name="pl2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9" name="pl2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0" name="pl2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1" name="pl3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2" name="pl3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3" name="pl3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4" name="pl3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5" name="pl3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6" name="pl3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7" name="pl3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8" name="pl3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9" name="pl3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0" name="pl3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1" name="pl3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2" name="pl3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3" name="pl3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4" name="pl3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5" name="pl3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6" name="pl3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7" name="pl3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8" name="pl3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9" name="pl3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0" name="pl3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1" name="pl3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2" name="pl3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3" name="pl3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4" name="pl3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5" name="pl3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6" name="pl3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7" name="pl3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8" name="pl3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9" name="pl3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0" name="pl3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1" name="pl3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2" name="pl3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3" name="pl3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4" name="pl3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5" name="pl3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6" name="pl3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7" name="pl3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8" name="pl3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9" name="pl3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0" name="pl3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1" name="pl3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2" name="pl3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3" name="pl3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4" name="pl3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5" name="pl3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6" name="pl3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7" name="pl3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8" name="pl3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9" name="pl3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0" name="pl3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1" name="pl3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2" name="pl3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3" name="pl3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4" name="pl3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5" name="pl3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6" name="pl3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7" name="pl3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8" name="pl3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9" name="pl3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0" name="pl3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1" name="pl3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2" name="pl3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3" name="pl3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4" name="pl3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5" name="pl3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6" name="pl3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7" name="pl3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8" name="pl3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9" name="pl3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0" name="pl3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1" name="pl3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2" name="pl3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3" name="pl3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4" name="pl3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5" name="pl3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6" name="pl3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7" name="pl3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8" name="pl3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9" name="pl3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0" name="pl3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1" name="pl3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2" name="pl3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3" name="pl3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4" name="pl3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5" name="pl3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6" name="pl3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7" name="pl3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8" name="pl3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9" name="pl3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0" name="pl3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1" name="pl3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2" name="pl3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3" name="pl3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4" name="pl3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5" name="pl3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6" name="pl3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7" name="pl3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8" name="pl3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9" name="pl3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0" name="pl3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1" name="pl4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2" name="pl4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3" name="pl4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4" name="pl4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5" name="pl4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6" name="pl4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7" name="pl4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8" name="pl4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9" name="pl4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0" name="pl4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1" name="pl4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2" name="pl4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3" name="pl4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4" name="pl4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5" name="pl4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6" name="pl4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7" name="pl4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8" name="pl4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9" name="pl4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0" name="pl4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1" name="pl4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2" name="pl4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3" name="pl4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4" name="pl4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5" name="pl4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6" name="pl4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7" name="pl4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8" name="pl4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9" name="pl4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0" name="pl4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1" name="pl4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2" name="pl4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3" name="pl4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4" name="pl4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5" name="pl4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6" name="pl4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7" name="pl4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8" name="pl4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9" name="pl4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0" name="pl4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1" name="pl4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2" name="pl4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3" name="pl4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4" name="pl4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5" name="pl4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6" name="pl4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7" name="pl4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8" name="pl4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9" name="pl4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0" name="pl4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1" name="pl4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2" name="pl4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3" name="pl4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4" name="pl4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5" name="pl4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6" name="pl4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7" name="pl4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8" name="pl4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9" name="pl4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0" name="pl4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1" name="pl4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2" name="pl4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3" name="pl4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4" name="pl4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5" name="pl4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6" name="pl4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7" name="pl4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8" name="pl4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9" name="pl4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0" name="pl4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1" name="pl4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2" name="pl4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3" name="pl4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4" name="pl4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5" name="pl4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6" name="pl4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7" name="pl4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8" name="pl4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9" name="pl4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0" name="pl4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1" name="pl4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2" name="pl4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3" name="pl4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4" name="pl4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5" name="pl4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6" name="pl4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7" name="pl4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8" name="pl4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9" name="pl4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0" name="pl4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1" name="pl4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2" name="pl4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3" name="pl4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4" name="pl4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5" name="pl4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6" name="pl4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7" name="pl4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8" name="pl4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9" name="pl4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0" name="pl4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1" name="pl5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2" name="pl5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3" name="pl5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4" name="pl5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5" name="pl5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6" name="pl5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7" name="pl5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8" name="pl5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9" name="pl5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0" name="pl5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1" name="pl5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2" name="pl5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3" name="pl5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4" name="pl5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5" name="pl5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6" name="pl5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7" name="pl5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8" name="pl5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9" name="pl5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0" name="pl5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1" name="pl5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2" name="pl5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3" name="pl5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4" name="pl5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5" name="pl5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6" name="pl5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7" name="pl5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8" name="pl5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9" name="pl5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0" name="pl5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1" name="pl5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2" name="pl5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3" name="pl5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4" name="pl5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5" name="pl5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6" name="pl5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7" name="pl5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8" name="pl5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9" name="pl5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0" name="pl5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1" name="pl5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2" name="pl5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3" name="pl5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4" name="pl5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5" name="pl5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6" name="pl5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7" name="pl5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8" name="pl5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9" name="pl5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0" name="pl5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1" name="pl5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2" name="pl5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3" name="pl5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4" name="pl5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5" name="pl5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6" name="pl5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7" name="pl5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8" name="pl5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9" name="pl5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0" name="pl5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1" name="pl5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2" name="pl5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3" name="pl5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4" name="pl5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5" name="pl5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6" name="pl5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7" name="pl5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8" name="pl5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9" name="pl5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0" name="pl5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1" name="pl5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2" name="pl5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3" name="pl5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4" name="pl5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5" name="pl5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6" name="pl5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7" name="pl5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8" name="pl5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9" name="pl5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0" name="pl5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1" name="pl5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2" name="pl5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3" name="pl5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4" name="pl5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5" name="pl5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6" name="pl5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7" name="pl5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8" name="pl5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9" name="pl5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0" name="pl5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1" name="pl5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2" name="pl5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3" name="pl5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4" name="pl5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5" name="pl5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6" name="pl5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7" name="pl5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8" name="pl5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9" name="pl5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0" name="pl5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1" name="pl6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2" name="pl6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3" name="pl6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4" name="pl6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5" name="pl6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6" name="pl6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7" name="pl6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8" name="pl6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9" name="pl6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0" name="pl609"/>
            <p:cNvSpPr/>
            <p:nvPr/>
          </p:nvSpPr>
          <p:spPr>
            <a:xfrm>
              <a:off x="773555" y="1410558"/>
              <a:ext cx="0" cy="4605405"/>
            </a:xfrm>
            <a:custGeom>
              <a:avLst/>
              <a:pathLst>
                <a:path w="0" h="4605405">
                  <a:moveTo>
                    <a:pt x="0" y="4605405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" name="tx610"/>
            <p:cNvSpPr/>
            <p:nvPr/>
          </p:nvSpPr>
          <p:spPr>
            <a:xfrm>
              <a:off x="626081" y="5759128"/>
              <a:ext cx="73456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</a:t>
              </a:r>
            </a:p>
          </p:txBody>
        </p:sp>
        <p:sp>
          <p:nvSpPr>
            <p:cNvPr id="612" name="tx611"/>
            <p:cNvSpPr/>
            <p:nvPr/>
          </p:nvSpPr>
          <p:spPr>
            <a:xfrm>
              <a:off x="552624" y="4921782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613" name="tx612"/>
            <p:cNvSpPr/>
            <p:nvPr/>
          </p:nvSpPr>
          <p:spPr>
            <a:xfrm>
              <a:off x="552624" y="4084113"/>
              <a:ext cx="146913" cy="9519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614" name="tx613"/>
            <p:cNvSpPr/>
            <p:nvPr/>
          </p:nvSpPr>
          <p:spPr>
            <a:xfrm>
              <a:off x="552624" y="3246960"/>
              <a:ext cx="146913" cy="9499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615" name="tx614"/>
            <p:cNvSpPr/>
            <p:nvPr/>
          </p:nvSpPr>
          <p:spPr>
            <a:xfrm>
              <a:off x="552624" y="2409484"/>
              <a:ext cx="146913" cy="9512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616" name="tx615"/>
            <p:cNvSpPr/>
            <p:nvPr/>
          </p:nvSpPr>
          <p:spPr>
            <a:xfrm>
              <a:off x="552624" y="1572396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50</a:t>
              </a:r>
            </a:p>
          </p:txBody>
        </p:sp>
        <p:sp>
          <p:nvSpPr>
            <p:cNvPr id="617" name="pl616"/>
            <p:cNvSpPr/>
            <p:nvPr/>
          </p:nvSpPr>
          <p:spPr>
            <a:xfrm>
              <a:off x="732434" y="5806627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" name="pl617"/>
            <p:cNvSpPr/>
            <p:nvPr/>
          </p:nvSpPr>
          <p:spPr>
            <a:xfrm>
              <a:off x="732434" y="4969280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" name="pl618"/>
            <p:cNvSpPr/>
            <p:nvPr/>
          </p:nvSpPr>
          <p:spPr>
            <a:xfrm>
              <a:off x="732434" y="4131934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" name="pl619"/>
            <p:cNvSpPr/>
            <p:nvPr/>
          </p:nvSpPr>
          <p:spPr>
            <a:xfrm>
              <a:off x="732434" y="3294587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" name="pl620"/>
            <p:cNvSpPr/>
            <p:nvPr/>
          </p:nvSpPr>
          <p:spPr>
            <a:xfrm>
              <a:off x="732434" y="2457241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" name="pl621"/>
            <p:cNvSpPr/>
            <p:nvPr/>
          </p:nvSpPr>
          <p:spPr>
            <a:xfrm>
              <a:off x="732434" y="1619894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" name="pl622"/>
            <p:cNvSpPr/>
            <p:nvPr/>
          </p:nvSpPr>
          <p:spPr>
            <a:xfrm>
              <a:off x="773555" y="6015963"/>
              <a:ext cx="9564359" cy="0"/>
            </a:xfrm>
            <a:custGeom>
              <a:avLst/>
              <a:pathLst>
                <a:path w="9564359" h="0">
                  <a:moveTo>
                    <a:pt x="0" y="0"/>
                  </a:moveTo>
                  <a:lnTo>
                    <a:pt x="9564359" y="0"/>
                  </a:lnTo>
                </a:path>
              </a:pathLst>
            </a:custGeom>
            <a:ln w="16014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" name="pl623"/>
            <p:cNvSpPr/>
            <p:nvPr/>
          </p:nvSpPr>
          <p:spPr>
            <a:xfrm>
              <a:off x="1208299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" name="pl624"/>
            <p:cNvSpPr/>
            <p:nvPr/>
          </p:nvSpPr>
          <p:spPr>
            <a:xfrm>
              <a:off x="2947273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" name="pl625"/>
            <p:cNvSpPr/>
            <p:nvPr/>
          </p:nvSpPr>
          <p:spPr>
            <a:xfrm>
              <a:off x="4686248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" name="pl626"/>
            <p:cNvSpPr/>
            <p:nvPr/>
          </p:nvSpPr>
          <p:spPr>
            <a:xfrm>
              <a:off x="6425222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" name="pl627"/>
            <p:cNvSpPr/>
            <p:nvPr/>
          </p:nvSpPr>
          <p:spPr>
            <a:xfrm>
              <a:off x="8164197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" name="pl628"/>
            <p:cNvSpPr/>
            <p:nvPr/>
          </p:nvSpPr>
          <p:spPr>
            <a:xfrm>
              <a:off x="9903171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" name="tx629"/>
            <p:cNvSpPr/>
            <p:nvPr/>
          </p:nvSpPr>
          <p:spPr>
            <a:xfrm>
              <a:off x="1171570" y="6089852"/>
              <a:ext cx="73456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</a:t>
              </a:r>
            </a:p>
          </p:txBody>
        </p:sp>
        <p:sp>
          <p:nvSpPr>
            <p:cNvPr id="631" name="tx630"/>
            <p:cNvSpPr/>
            <p:nvPr/>
          </p:nvSpPr>
          <p:spPr>
            <a:xfrm>
              <a:off x="2873816" y="6089852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632" name="tx631"/>
            <p:cNvSpPr/>
            <p:nvPr/>
          </p:nvSpPr>
          <p:spPr>
            <a:xfrm>
              <a:off x="4612791" y="6089529"/>
              <a:ext cx="146913" cy="9519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633" name="tx632"/>
            <p:cNvSpPr/>
            <p:nvPr/>
          </p:nvSpPr>
          <p:spPr>
            <a:xfrm>
              <a:off x="6351765" y="6089723"/>
              <a:ext cx="146913" cy="9499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634" name="tx633"/>
            <p:cNvSpPr/>
            <p:nvPr/>
          </p:nvSpPr>
          <p:spPr>
            <a:xfrm>
              <a:off x="8090740" y="6089594"/>
              <a:ext cx="146913" cy="9512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635" name="tx634"/>
            <p:cNvSpPr/>
            <p:nvPr/>
          </p:nvSpPr>
          <p:spPr>
            <a:xfrm>
              <a:off x="9829714" y="6089852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50</a:t>
              </a:r>
            </a:p>
          </p:txBody>
        </p:sp>
        <p:sp>
          <p:nvSpPr>
            <p:cNvPr id="636" name="tx635"/>
            <p:cNvSpPr/>
            <p:nvPr/>
          </p:nvSpPr>
          <p:spPr>
            <a:xfrm>
              <a:off x="4812341" y="6217005"/>
              <a:ext cx="1486786" cy="15647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Subjective response</a:t>
              </a:r>
            </a:p>
          </p:txBody>
        </p:sp>
        <p:sp>
          <p:nvSpPr>
            <p:cNvPr id="637" name="tx636"/>
            <p:cNvSpPr/>
            <p:nvPr/>
          </p:nvSpPr>
          <p:spPr>
            <a:xfrm rot="-5400000">
              <a:off x="-176788" y="3635023"/>
              <a:ext cx="1147074" cy="15647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Objective mean</a:t>
              </a:r>
            </a:p>
          </p:txBody>
        </p:sp>
        <p:sp>
          <p:nvSpPr>
            <p:cNvPr id="638" name="rc637"/>
            <p:cNvSpPr/>
            <p:nvPr/>
          </p:nvSpPr>
          <p:spPr>
            <a:xfrm>
              <a:off x="10502398" y="3183243"/>
              <a:ext cx="1119680" cy="106003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9" name="tx638"/>
            <p:cNvSpPr/>
            <p:nvPr/>
          </p:nvSpPr>
          <p:spPr>
            <a:xfrm>
              <a:off x="10584639" y="3248354"/>
              <a:ext cx="733921" cy="1538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Array size</a:t>
              </a:r>
            </a:p>
          </p:txBody>
        </p:sp>
        <p:sp>
          <p:nvSpPr>
            <p:cNvPr id="640" name="rc639"/>
            <p:cNvSpPr/>
            <p:nvPr/>
          </p:nvSpPr>
          <p:spPr>
            <a:xfrm>
              <a:off x="10584639" y="3502669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1" name="pl640"/>
            <p:cNvSpPr/>
            <p:nvPr/>
          </p:nvSpPr>
          <p:spPr>
            <a:xfrm>
              <a:off x="10606585" y="3612397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" name="rc641"/>
            <p:cNvSpPr/>
            <p:nvPr/>
          </p:nvSpPr>
          <p:spPr>
            <a:xfrm>
              <a:off x="10584639" y="3722125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3" name="pl642"/>
            <p:cNvSpPr/>
            <p:nvPr/>
          </p:nvSpPr>
          <p:spPr>
            <a:xfrm>
              <a:off x="10606585" y="3831853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" name="rc643"/>
            <p:cNvSpPr/>
            <p:nvPr/>
          </p:nvSpPr>
          <p:spPr>
            <a:xfrm>
              <a:off x="10584639" y="3941581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5" name="pl644"/>
            <p:cNvSpPr/>
            <p:nvPr/>
          </p:nvSpPr>
          <p:spPr>
            <a:xfrm>
              <a:off x="10606585" y="4051309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" name="tx645"/>
            <p:cNvSpPr/>
            <p:nvPr/>
          </p:nvSpPr>
          <p:spPr>
            <a:xfrm>
              <a:off x="10886337" y="3539553"/>
              <a:ext cx="580042" cy="1202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 squares</a:t>
              </a:r>
            </a:p>
          </p:txBody>
        </p:sp>
        <p:sp>
          <p:nvSpPr>
            <p:cNvPr id="647" name="tx646"/>
            <p:cNvSpPr/>
            <p:nvPr/>
          </p:nvSpPr>
          <p:spPr>
            <a:xfrm>
              <a:off x="10886337" y="3759331"/>
              <a:ext cx="653499" cy="11989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 squares</a:t>
              </a:r>
            </a:p>
          </p:txBody>
        </p:sp>
        <p:sp>
          <p:nvSpPr>
            <p:cNvPr id="648" name="tx647"/>
            <p:cNvSpPr/>
            <p:nvPr/>
          </p:nvSpPr>
          <p:spPr>
            <a:xfrm>
              <a:off x="10886337" y="3978465"/>
              <a:ext cx="653499" cy="1202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 squares</a:t>
              </a:r>
            </a:p>
          </p:txBody>
        </p:sp>
        <p:sp>
          <p:nvSpPr>
            <p:cNvPr id="649" name="tx648"/>
            <p:cNvSpPr/>
            <p:nvPr/>
          </p:nvSpPr>
          <p:spPr>
            <a:xfrm>
              <a:off x="773555" y="1136855"/>
              <a:ext cx="2542120" cy="1549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Average participant regression line</a:t>
              </a:r>
            </a:p>
          </p:txBody>
        </p:sp>
        <p:sp>
          <p:nvSpPr>
            <p:cNvPr id="650" name="tx649"/>
            <p:cNvSpPr/>
            <p:nvPr/>
          </p:nvSpPr>
          <p:spPr>
            <a:xfrm>
              <a:off x="773555" y="860895"/>
              <a:ext cx="2929331" cy="18641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5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56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Experiment 2 - Average condition</a:t>
              </a:r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p:ph/>
          </p:nvPr>
        </p:nvSpPr>
        <p:spPr>
          <a:xfrm>
            <a:off x="274320" y="182880"/>
            <a:ext cx="11430000" cy="457200"/>
          </a:xfrm>
        </p:spPr>
        <p:txBody>
          <a:bodyPr/>
          <a:lstStyle/>
          <a:p>
            <a:r>
              <a:rPr/>
              <a:t>Exp 2 - Experience participant regression</a:t>
            </a:r>
          </a:p>
        </p:txBody>
      </p:sp>
      <p:grpSp xmlns:pic="http://schemas.openxmlformats.org/drawingml/2006/picture">
        <p:nvGrpSpPr>
          <p:cNvPr id="3" name=""/>
          <p:cNvGrpSpPr/>
          <p:nvPr/>
        </p:nvGrpSpPr>
        <p:grpSpPr>
          <a:xfrm>
            <a:off x="274320" y="822960"/>
            <a:ext cx="11430000" cy="5669280"/>
            <a:chOff x="274320" y="822960"/>
            <a:chExt cx="11430000" cy="5669280"/>
          </a:xfrm>
        </p:grpSpPr>
        <p:sp>
          <p:nvSpPr>
            <p:cNvPr id="4" name="rc3"/>
            <p:cNvSpPr/>
            <p:nvPr/>
          </p:nvSpPr>
          <p:spPr>
            <a:xfrm>
              <a:off x="274320" y="822960"/>
              <a:ext cx="1143000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4"/>
            <p:cNvSpPr/>
            <p:nvPr/>
          </p:nvSpPr>
          <p:spPr>
            <a:xfrm>
              <a:off x="11704319" y="822960"/>
              <a:ext cx="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6014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rc5"/>
            <p:cNvSpPr/>
            <p:nvPr/>
          </p:nvSpPr>
          <p:spPr>
            <a:xfrm>
              <a:off x="773555" y="1410558"/>
              <a:ext cx="9564359" cy="460540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6"/>
            <p:cNvSpPr/>
            <p:nvPr/>
          </p:nvSpPr>
          <p:spPr>
            <a:xfrm>
              <a:off x="1208299" y="2088503"/>
              <a:ext cx="8694872" cy="2920138"/>
            </a:xfrm>
            <a:custGeom>
              <a:avLst/>
              <a:pathLst>
                <a:path w="8694872" h="2920138">
                  <a:moveTo>
                    <a:pt x="0" y="2920138"/>
                  </a:moveTo>
                  <a:lnTo>
                    <a:pt x="43692" y="2905464"/>
                  </a:lnTo>
                  <a:lnTo>
                    <a:pt x="87385" y="2890790"/>
                  </a:lnTo>
                  <a:lnTo>
                    <a:pt x="131078" y="2876116"/>
                  </a:lnTo>
                  <a:lnTo>
                    <a:pt x="174771" y="2861442"/>
                  </a:lnTo>
                  <a:lnTo>
                    <a:pt x="218464" y="2846768"/>
                  </a:lnTo>
                  <a:lnTo>
                    <a:pt x="262156" y="2832094"/>
                  </a:lnTo>
                  <a:lnTo>
                    <a:pt x="305849" y="2817420"/>
                  </a:lnTo>
                  <a:lnTo>
                    <a:pt x="349542" y="2802746"/>
                  </a:lnTo>
                  <a:lnTo>
                    <a:pt x="393235" y="2788072"/>
                  </a:lnTo>
                  <a:lnTo>
                    <a:pt x="436928" y="2773397"/>
                  </a:lnTo>
                  <a:lnTo>
                    <a:pt x="480621" y="2758723"/>
                  </a:lnTo>
                  <a:lnTo>
                    <a:pt x="524313" y="2744049"/>
                  </a:lnTo>
                  <a:lnTo>
                    <a:pt x="568006" y="2729375"/>
                  </a:lnTo>
                  <a:lnTo>
                    <a:pt x="611699" y="2714701"/>
                  </a:lnTo>
                  <a:lnTo>
                    <a:pt x="655392" y="2700027"/>
                  </a:lnTo>
                  <a:lnTo>
                    <a:pt x="699085" y="2685353"/>
                  </a:lnTo>
                  <a:lnTo>
                    <a:pt x="742778" y="2670679"/>
                  </a:lnTo>
                  <a:lnTo>
                    <a:pt x="786470" y="2656005"/>
                  </a:lnTo>
                  <a:lnTo>
                    <a:pt x="830163" y="2641331"/>
                  </a:lnTo>
                  <a:lnTo>
                    <a:pt x="873856" y="2626657"/>
                  </a:lnTo>
                  <a:lnTo>
                    <a:pt x="917549" y="2611983"/>
                  </a:lnTo>
                  <a:lnTo>
                    <a:pt x="961242" y="2597309"/>
                  </a:lnTo>
                  <a:lnTo>
                    <a:pt x="1004934" y="2582635"/>
                  </a:lnTo>
                  <a:lnTo>
                    <a:pt x="1048627" y="2567961"/>
                  </a:lnTo>
                  <a:lnTo>
                    <a:pt x="1092320" y="2553287"/>
                  </a:lnTo>
                  <a:lnTo>
                    <a:pt x="1136013" y="2538612"/>
                  </a:lnTo>
                  <a:lnTo>
                    <a:pt x="1179706" y="2523938"/>
                  </a:lnTo>
                  <a:lnTo>
                    <a:pt x="1223399" y="2509264"/>
                  </a:lnTo>
                  <a:lnTo>
                    <a:pt x="1267091" y="2494590"/>
                  </a:lnTo>
                  <a:lnTo>
                    <a:pt x="1310784" y="2479916"/>
                  </a:lnTo>
                  <a:lnTo>
                    <a:pt x="1354477" y="2465242"/>
                  </a:lnTo>
                  <a:lnTo>
                    <a:pt x="1398170" y="2450568"/>
                  </a:lnTo>
                  <a:lnTo>
                    <a:pt x="1441863" y="2435894"/>
                  </a:lnTo>
                  <a:lnTo>
                    <a:pt x="1485556" y="2421220"/>
                  </a:lnTo>
                  <a:lnTo>
                    <a:pt x="1529248" y="2406546"/>
                  </a:lnTo>
                  <a:lnTo>
                    <a:pt x="1572941" y="2391872"/>
                  </a:lnTo>
                  <a:lnTo>
                    <a:pt x="1616634" y="2377198"/>
                  </a:lnTo>
                  <a:lnTo>
                    <a:pt x="1660327" y="2362524"/>
                  </a:lnTo>
                  <a:lnTo>
                    <a:pt x="1704020" y="2347850"/>
                  </a:lnTo>
                  <a:lnTo>
                    <a:pt x="1747713" y="2333176"/>
                  </a:lnTo>
                  <a:lnTo>
                    <a:pt x="1791405" y="2318502"/>
                  </a:lnTo>
                  <a:lnTo>
                    <a:pt x="1835098" y="2303827"/>
                  </a:lnTo>
                  <a:lnTo>
                    <a:pt x="1878791" y="2289153"/>
                  </a:lnTo>
                  <a:lnTo>
                    <a:pt x="1922484" y="2274479"/>
                  </a:lnTo>
                  <a:lnTo>
                    <a:pt x="1966177" y="2259805"/>
                  </a:lnTo>
                  <a:lnTo>
                    <a:pt x="2009869" y="2245131"/>
                  </a:lnTo>
                  <a:lnTo>
                    <a:pt x="2053562" y="2230457"/>
                  </a:lnTo>
                  <a:lnTo>
                    <a:pt x="2097255" y="2215783"/>
                  </a:lnTo>
                  <a:lnTo>
                    <a:pt x="2140948" y="2201109"/>
                  </a:lnTo>
                  <a:lnTo>
                    <a:pt x="2184641" y="2186435"/>
                  </a:lnTo>
                  <a:lnTo>
                    <a:pt x="2228334" y="2171761"/>
                  </a:lnTo>
                  <a:lnTo>
                    <a:pt x="2272026" y="2157087"/>
                  </a:lnTo>
                  <a:lnTo>
                    <a:pt x="2315719" y="2142413"/>
                  </a:lnTo>
                  <a:lnTo>
                    <a:pt x="2359412" y="2127739"/>
                  </a:lnTo>
                  <a:lnTo>
                    <a:pt x="2403105" y="2113065"/>
                  </a:lnTo>
                  <a:lnTo>
                    <a:pt x="2446798" y="2098391"/>
                  </a:lnTo>
                  <a:lnTo>
                    <a:pt x="2490491" y="2083716"/>
                  </a:lnTo>
                  <a:lnTo>
                    <a:pt x="2534183" y="2069042"/>
                  </a:lnTo>
                  <a:lnTo>
                    <a:pt x="2577876" y="2054368"/>
                  </a:lnTo>
                  <a:lnTo>
                    <a:pt x="2621569" y="2039694"/>
                  </a:lnTo>
                  <a:lnTo>
                    <a:pt x="2665262" y="2025020"/>
                  </a:lnTo>
                  <a:lnTo>
                    <a:pt x="2708955" y="2010346"/>
                  </a:lnTo>
                  <a:lnTo>
                    <a:pt x="2752648" y="1995672"/>
                  </a:lnTo>
                  <a:lnTo>
                    <a:pt x="2796340" y="1980998"/>
                  </a:lnTo>
                  <a:lnTo>
                    <a:pt x="2840033" y="1966324"/>
                  </a:lnTo>
                  <a:lnTo>
                    <a:pt x="2883726" y="1951650"/>
                  </a:lnTo>
                  <a:lnTo>
                    <a:pt x="2927419" y="1936976"/>
                  </a:lnTo>
                  <a:lnTo>
                    <a:pt x="2971112" y="1922302"/>
                  </a:lnTo>
                  <a:lnTo>
                    <a:pt x="3014804" y="1907628"/>
                  </a:lnTo>
                  <a:lnTo>
                    <a:pt x="3058497" y="1892954"/>
                  </a:lnTo>
                  <a:lnTo>
                    <a:pt x="3102190" y="1878280"/>
                  </a:lnTo>
                  <a:lnTo>
                    <a:pt x="3145883" y="1863606"/>
                  </a:lnTo>
                  <a:lnTo>
                    <a:pt x="3189576" y="1848931"/>
                  </a:lnTo>
                  <a:lnTo>
                    <a:pt x="3233269" y="1834257"/>
                  </a:lnTo>
                  <a:lnTo>
                    <a:pt x="3276961" y="1819583"/>
                  </a:lnTo>
                  <a:lnTo>
                    <a:pt x="3320654" y="1804909"/>
                  </a:lnTo>
                  <a:lnTo>
                    <a:pt x="3364347" y="1790235"/>
                  </a:lnTo>
                  <a:lnTo>
                    <a:pt x="3408040" y="1775561"/>
                  </a:lnTo>
                  <a:lnTo>
                    <a:pt x="3451733" y="1760887"/>
                  </a:lnTo>
                  <a:lnTo>
                    <a:pt x="3495426" y="1746213"/>
                  </a:lnTo>
                  <a:lnTo>
                    <a:pt x="3539118" y="1731539"/>
                  </a:lnTo>
                  <a:lnTo>
                    <a:pt x="3582811" y="1716865"/>
                  </a:lnTo>
                  <a:lnTo>
                    <a:pt x="3626504" y="1702191"/>
                  </a:lnTo>
                  <a:lnTo>
                    <a:pt x="3670197" y="1687517"/>
                  </a:lnTo>
                  <a:lnTo>
                    <a:pt x="3713890" y="1672843"/>
                  </a:lnTo>
                  <a:lnTo>
                    <a:pt x="3757583" y="1658169"/>
                  </a:lnTo>
                  <a:lnTo>
                    <a:pt x="3801275" y="1643495"/>
                  </a:lnTo>
                  <a:lnTo>
                    <a:pt x="3844968" y="1628821"/>
                  </a:lnTo>
                  <a:lnTo>
                    <a:pt x="3888661" y="1614146"/>
                  </a:lnTo>
                  <a:lnTo>
                    <a:pt x="3932354" y="1599472"/>
                  </a:lnTo>
                  <a:lnTo>
                    <a:pt x="3976047" y="1584798"/>
                  </a:lnTo>
                  <a:lnTo>
                    <a:pt x="4019739" y="1570124"/>
                  </a:lnTo>
                  <a:lnTo>
                    <a:pt x="4063432" y="1555450"/>
                  </a:lnTo>
                  <a:lnTo>
                    <a:pt x="4107125" y="1540776"/>
                  </a:lnTo>
                  <a:lnTo>
                    <a:pt x="4150818" y="1526102"/>
                  </a:lnTo>
                  <a:lnTo>
                    <a:pt x="4194511" y="1511428"/>
                  </a:lnTo>
                  <a:lnTo>
                    <a:pt x="4238204" y="1496754"/>
                  </a:lnTo>
                  <a:lnTo>
                    <a:pt x="4281896" y="1482080"/>
                  </a:lnTo>
                  <a:lnTo>
                    <a:pt x="4325589" y="1467406"/>
                  </a:lnTo>
                  <a:lnTo>
                    <a:pt x="4369282" y="1452732"/>
                  </a:lnTo>
                  <a:lnTo>
                    <a:pt x="4412975" y="1438058"/>
                  </a:lnTo>
                  <a:lnTo>
                    <a:pt x="4456668" y="1423384"/>
                  </a:lnTo>
                  <a:lnTo>
                    <a:pt x="4500361" y="1408710"/>
                  </a:lnTo>
                  <a:lnTo>
                    <a:pt x="4544053" y="1394036"/>
                  </a:lnTo>
                  <a:lnTo>
                    <a:pt x="4587746" y="1379361"/>
                  </a:lnTo>
                  <a:lnTo>
                    <a:pt x="4631439" y="1364687"/>
                  </a:lnTo>
                  <a:lnTo>
                    <a:pt x="4675132" y="1350013"/>
                  </a:lnTo>
                  <a:lnTo>
                    <a:pt x="4718825" y="1335339"/>
                  </a:lnTo>
                  <a:lnTo>
                    <a:pt x="4762518" y="1320665"/>
                  </a:lnTo>
                  <a:lnTo>
                    <a:pt x="4806210" y="1305991"/>
                  </a:lnTo>
                  <a:lnTo>
                    <a:pt x="4849903" y="1291317"/>
                  </a:lnTo>
                  <a:lnTo>
                    <a:pt x="4893596" y="1276643"/>
                  </a:lnTo>
                  <a:lnTo>
                    <a:pt x="4937289" y="1261969"/>
                  </a:lnTo>
                  <a:lnTo>
                    <a:pt x="4980982" y="1247295"/>
                  </a:lnTo>
                  <a:lnTo>
                    <a:pt x="5024674" y="1232621"/>
                  </a:lnTo>
                  <a:lnTo>
                    <a:pt x="5068367" y="1217947"/>
                  </a:lnTo>
                  <a:lnTo>
                    <a:pt x="5112060" y="1203273"/>
                  </a:lnTo>
                  <a:lnTo>
                    <a:pt x="5155753" y="1188599"/>
                  </a:lnTo>
                  <a:lnTo>
                    <a:pt x="5199446" y="1173925"/>
                  </a:lnTo>
                  <a:lnTo>
                    <a:pt x="5243139" y="1159251"/>
                  </a:lnTo>
                  <a:lnTo>
                    <a:pt x="5286831" y="1144576"/>
                  </a:lnTo>
                  <a:lnTo>
                    <a:pt x="5330524" y="1129902"/>
                  </a:lnTo>
                  <a:lnTo>
                    <a:pt x="5374217" y="1115228"/>
                  </a:lnTo>
                  <a:lnTo>
                    <a:pt x="5417910" y="1100554"/>
                  </a:lnTo>
                  <a:lnTo>
                    <a:pt x="5461603" y="1085880"/>
                  </a:lnTo>
                  <a:lnTo>
                    <a:pt x="5505296" y="1071206"/>
                  </a:lnTo>
                  <a:lnTo>
                    <a:pt x="5548988" y="1056532"/>
                  </a:lnTo>
                  <a:lnTo>
                    <a:pt x="5592681" y="1041858"/>
                  </a:lnTo>
                  <a:lnTo>
                    <a:pt x="5636374" y="1027184"/>
                  </a:lnTo>
                  <a:lnTo>
                    <a:pt x="5680067" y="1012510"/>
                  </a:lnTo>
                  <a:lnTo>
                    <a:pt x="5723760" y="997836"/>
                  </a:lnTo>
                  <a:lnTo>
                    <a:pt x="5767453" y="983162"/>
                  </a:lnTo>
                  <a:lnTo>
                    <a:pt x="5811145" y="968488"/>
                  </a:lnTo>
                  <a:lnTo>
                    <a:pt x="5854838" y="953814"/>
                  </a:lnTo>
                  <a:lnTo>
                    <a:pt x="5898531" y="939140"/>
                  </a:lnTo>
                  <a:lnTo>
                    <a:pt x="5942224" y="924465"/>
                  </a:lnTo>
                  <a:lnTo>
                    <a:pt x="5985917" y="909791"/>
                  </a:lnTo>
                  <a:lnTo>
                    <a:pt x="6029609" y="895117"/>
                  </a:lnTo>
                  <a:lnTo>
                    <a:pt x="6073302" y="880443"/>
                  </a:lnTo>
                  <a:lnTo>
                    <a:pt x="6116995" y="865769"/>
                  </a:lnTo>
                  <a:lnTo>
                    <a:pt x="6160688" y="851095"/>
                  </a:lnTo>
                  <a:lnTo>
                    <a:pt x="6204381" y="836421"/>
                  </a:lnTo>
                  <a:lnTo>
                    <a:pt x="6248074" y="821747"/>
                  </a:lnTo>
                  <a:lnTo>
                    <a:pt x="6291766" y="807073"/>
                  </a:lnTo>
                  <a:lnTo>
                    <a:pt x="6335459" y="792399"/>
                  </a:lnTo>
                  <a:lnTo>
                    <a:pt x="6379152" y="777725"/>
                  </a:lnTo>
                  <a:lnTo>
                    <a:pt x="6422845" y="763051"/>
                  </a:lnTo>
                  <a:lnTo>
                    <a:pt x="6466538" y="748377"/>
                  </a:lnTo>
                  <a:lnTo>
                    <a:pt x="6510231" y="733703"/>
                  </a:lnTo>
                  <a:lnTo>
                    <a:pt x="6553923" y="719029"/>
                  </a:lnTo>
                  <a:lnTo>
                    <a:pt x="6597616" y="704355"/>
                  </a:lnTo>
                  <a:lnTo>
                    <a:pt x="6641309" y="689680"/>
                  </a:lnTo>
                  <a:lnTo>
                    <a:pt x="6685002" y="675006"/>
                  </a:lnTo>
                  <a:lnTo>
                    <a:pt x="6728695" y="660332"/>
                  </a:lnTo>
                  <a:lnTo>
                    <a:pt x="6772388" y="645658"/>
                  </a:lnTo>
                  <a:lnTo>
                    <a:pt x="6816080" y="630984"/>
                  </a:lnTo>
                  <a:lnTo>
                    <a:pt x="6859773" y="616310"/>
                  </a:lnTo>
                  <a:lnTo>
                    <a:pt x="6903466" y="601636"/>
                  </a:lnTo>
                  <a:lnTo>
                    <a:pt x="6947159" y="586962"/>
                  </a:lnTo>
                  <a:lnTo>
                    <a:pt x="6990852" y="572288"/>
                  </a:lnTo>
                  <a:lnTo>
                    <a:pt x="7034544" y="557614"/>
                  </a:lnTo>
                  <a:lnTo>
                    <a:pt x="7078237" y="542940"/>
                  </a:lnTo>
                  <a:lnTo>
                    <a:pt x="7121930" y="528266"/>
                  </a:lnTo>
                  <a:lnTo>
                    <a:pt x="7165623" y="513592"/>
                  </a:lnTo>
                  <a:lnTo>
                    <a:pt x="7209316" y="498918"/>
                  </a:lnTo>
                  <a:lnTo>
                    <a:pt x="7253009" y="484244"/>
                  </a:lnTo>
                  <a:lnTo>
                    <a:pt x="7296701" y="469570"/>
                  </a:lnTo>
                  <a:lnTo>
                    <a:pt x="7340394" y="454895"/>
                  </a:lnTo>
                  <a:lnTo>
                    <a:pt x="7384087" y="440221"/>
                  </a:lnTo>
                  <a:lnTo>
                    <a:pt x="7427780" y="425547"/>
                  </a:lnTo>
                  <a:lnTo>
                    <a:pt x="7471473" y="410873"/>
                  </a:lnTo>
                  <a:lnTo>
                    <a:pt x="7515166" y="396199"/>
                  </a:lnTo>
                  <a:lnTo>
                    <a:pt x="7558858" y="381525"/>
                  </a:lnTo>
                  <a:lnTo>
                    <a:pt x="7602551" y="366851"/>
                  </a:lnTo>
                  <a:lnTo>
                    <a:pt x="7646244" y="352177"/>
                  </a:lnTo>
                  <a:lnTo>
                    <a:pt x="7689937" y="337503"/>
                  </a:lnTo>
                  <a:lnTo>
                    <a:pt x="7733630" y="322829"/>
                  </a:lnTo>
                  <a:lnTo>
                    <a:pt x="7777323" y="308155"/>
                  </a:lnTo>
                  <a:lnTo>
                    <a:pt x="7821015" y="293481"/>
                  </a:lnTo>
                  <a:lnTo>
                    <a:pt x="7864708" y="278807"/>
                  </a:lnTo>
                  <a:lnTo>
                    <a:pt x="7908401" y="264133"/>
                  </a:lnTo>
                  <a:lnTo>
                    <a:pt x="7952094" y="249459"/>
                  </a:lnTo>
                  <a:lnTo>
                    <a:pt x="7995787" y="234785"/>
                  </a:lnTo>
                  <a:lnTo>
                    <a:pt x="8039479" y="220110"/>
                  </a:lnTo>
                  <a:lnTo>
                    <a:pt x="8083172" y="205436"/>
                  </a:lnTo>
                  <a:lnTo>
                    <a:pt x="8126865" y="190762"/>
                  </a:lnTo>
                  <a:lnTo>
                    <a:pt x="8170558" y="176088"/>
                  </a:lnTo>
                  <a:lnTo>
                    <a:pt x="8214251" y="161414"/>
                  </a:lnTo>
                  <a:lnTo>
                    <a:pt x="8257944" y="146740"/>
                  </a:lnTo>
                  <a:lnTo>
                    <a:pt x="8301636" y="132066"/>
                  </a:lnTo>
                  <a:lnTo>
                    <a:pt x="8345329" y="117392"/>
                  </a:lnTo>
                  <a:lnTo>
                    <a:pt x="8389022" y="102718"/>
                  </a:lnTo>
                  <a:lnTo>
                    <a:pt x="8432715" y="88044"/>
                  </a:lnTo>
                  <a:lnTo>
                    <a:pt x="8476408" y="73370"/>
                  </a:lnTo>
                  <a:lnTo>
                    <a:pt x="8520101" y="58696"/>
                  </a:lnTo>
                  <a:lnTo>
                    <a:pt x="8563793" y="44022"/>
                  </a:lnTo>
                  <a:lnTo>
                    <a:pt x="8607486" y="29348"/>
                  </a:lnTo>
                  <a:lnTo>
                    <a:pt x="8651179" y="14674"/>
                  </a:lnTo>
                  <a:lnTo>
                    <a:pt x="8694872" y="0"/>
                  </a:lnTo>
                </a:path>
              </a:pathLst>
            </a:custGeom>
            <a:ln w="32521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7"/>
            <p:cNvSpPr/>
            <p:nvPr/>
          </p:nvSpPr>
          <p:spPr>
            <a:xfrm>
              <a:off x="1208299" y="2218541"/>
              <a:ext cx="8694872" cy="2953232"/>
            </a:xfrm>
            <a:custGeom>
              <a:avLst/>
              <a:pathLst>
                <a:path w="8694872" h="2953232">
                  <a:moveTo>
                    <a:pt x="0" y="2953232"/>
                  </a:moveTo>
                  <a:lnTo>
                    <a:pt x="43692" y="2938391"/>
                  </a:lnTo>
                  <a:lnTo>
                    <a:pt x="87385" y="2923551"/>
                  </a:lnTo>
                  <a:lnTo>
                    <a:pt x="131078" y="2908710"/>
                  </a:lnTo>
                  <a:lnTo>
                    <a:pt x="174771" y="2893870"/>
                  </a:lnTo>
                  <a:lnTo>
                    <a:pt x="218464" y="2879030"/>
                  </a:lnTo>
                  <a:lnTo>
                    <a:pt x="262156" y="2864189"/>
                  </a:lnTo>
                  <a:lnTo>
                    <a:pt x="305849" y="2849349"/>
                  </a:lnTo>
                  <a:lnTo>
                    <a:pt x="349542" y="2834509"/>
                  </a:lnTo>
                  <a:lnTo>
                    <a:pt x="393235" y="2819668"/>
                  </a:lnTo>
                  <a:lnTo>
                    <a:pt x="436928" y="2804828"/>
                  </a:lnTo>
                  <a:lnTo>
                    <a:pt x="480621" y="2789988"/>
                  </a:lnTo>
                  <a:lnTo>
                    <a:pt x="524313" y="2775147"/>
                  </a:lnTo>
                  <a:lnTo>
                    <a:pt x="568006" y="2760307"/>
                  </a:lnTo>
                  <a:lnTo>
                    <a:pt x="611699" y="2745466"/>
                  </a:lnTo>
                  <a:lnTo>
                    <a:pt x="655392" y="2730626"/>
                  </a:lnTo>
                  <a:lnTo>
                    <a:pt x="699085" y="2715786"/>
                  </a:lnTo>
                  <a:lnTo>
                    <a:pt x="742778" y="2700945"/>
                  </a:lnTo>
                  <a:lnTo>
                    <a:pt x="786470" y="2686105"/>
                  </a:lnTo>
                  <a:lnTo>
                    <a:pt x="830163" y="2671265"/>
                  </a:lnTo>
                  <a:lnTo>
                    <a:pt x="873856" y="2656424"/>
                  </a:lnTo>
                  <a:lnTo>
                    <a:pt x="917549" y="2641584"/>
                  </a:lnTo>
                  <a:lnTo>
                    <a:pt x="961242" y="2626744"/>
                  </a:lnTo>
                  <a:lnTo>
                    <a:pt x="1004934" y="2611903"/>
                  </a:lnTo>
                  <a:lnTo>
                    <a:pt x="1048627" y="2597063"/>
                  </a:lnTo>
                  <a:lnTo>
                    <a:pt x="1092320" y="2582222"/>
                  </a:lnTo>
                  <a:lnTo>
                    <a:pt x="1136013" y="2567382"/>
                  </a:lnTo>
                  <a:lnTo>
                    <a:pt x="1179706" y="2552542"/>
                  </a:lnTo>
                  <a:lnTo>
                    <a:pt x="1223399" y="2537701"/>
                  </a:lnTo>
                  <a:lnTo>
                    <a:pt x="1267091" y="2522861"/>
                  </a:lnTo>
                  <a:lnTo>
                    <a:pt x="1310784" y="2508021"/>
                  </a:lnTo>
                  <a:lnTo>
                    <a:pt x="1354477" y="2493180"/>
                  </a:lnTo>
                  <a:lnTo>
                    <a:pt x="1398170" y="2478340"/>
                  </a:lnTo>
                  <a:lnTo>
                    <a:pt x="1441863" y="2463500"/>
                  </a:lnTo>
                  <a:lnTo>
                    <a:pt x="1485556" y="2448659"/>
                  </a:lnTo>
                  <a:lnTo>
                    <a:pt x="1529248" y="2433819"/>
                  </a:lnTo>
                  <a:lnTo>
                    <a:pt x="1572941" y="2418979"/>
                  </a:lnTo>
                  <a:lnTo>
                    <a:pt x="1616634" y="2404138"/>
                  </a:lnTo>
                  <a:lnTo>
                    <a:pt x="1660327" y="2389298"/>
                  </a:lnTo>
                  <a:lnTo>
                    <a:pt x="1704020" y="2374457"/>
                  </a:lnTo>
                  <a:lnTo>
                    <a:pt x="1747713" y="2359617"/>
                  </a:lnTo>
                  <a:lnTo>
                    <a:pt x="1791405" y="2344777"/>
                  </a:lnTo>
                  <a:lnTo>
                    <a:pt x="1835098" y="2329936"/>
                  </a:lnTo>
                  <a:lnTo>
                    <a:pt x="1878791" y="2315096"/>
                  </a:lnTo>
                  <a:lnTo>
                    <a:pt x="1922484" y="2300256"/>
                  </a:lnTo>
                  <a:lnTo>
                    <a:pt x="1966177" y="2285415"/>
                  </a:lnTo>
                  <a:lnTo>
                    <a:pt x="2009869" y="2270575"/>
                  </a:lnTo>
                  <a:lnTo>
                    <a:pt x="2053562" y="2255735"/>
                  </a:lnTo>
                  <a:lnTo>
                    <a:pt x="2097255" y="2240894"/>
                  </a:lnTo>
                  <a:lnTo>
                    <a:pt x="2140948" y="2226054"/>
                  </a:lnTo>
                  <a:lnTo>
                    <a:pt x="2184641" y="2211213"/>
                  </a:lnTo>
                  <a:lnTo>
                    <a:pt x="2228334" y="2196373"/>
                  </a:lnTo>
                  <a:lnTo>
                    <a:pt x="2272026" y="2181533"/>
                  </a:lnTo>
                  <a:lnTo>
                    <a:pt x="2315719" y="2166692"/>
                  </a:lnTo>
                  <a:lnTo>
                    <a:pt x="2359412" y="2151852"/>
                  </a:lnTo>
                  <a:lnTo>
                    <a:pt x="2403105" y="2137012"/>
                  </a:lnTo>
                  <a:lnTo>
                    <a:pt x="2446798" y="2122171"/>
                  </a:lnTo>
                  <a:lnTo>
                    <a:pt x="2490491" y="2107331"/>
                  </a:lnTo>
                  <a:lnTo>
                    <a:pt x="2534183" y="2092491"/>
                  </a:lnTo>
                  <a:lnTo>
                    <a:pt x="2577876" y="2077650"/>
                  </a:lnTo>
                  <a:lnTo>
                    <a:pt x="2621569" y="2062810"/>
                  </a:lnTo>
                  <a:lnTo>
                    <a:pt x="2665262" y="2047969"/>
                  </a:lnTo>
                  <a:lnTo>
                    <a:pt x="2708955" y="2033129"/>
                  </a:lnTo>
                  <a:lnTo>
                    <a:pt x="2752648" y="2018289"/>
                  </a:lnTo>
                  <a:lnTo>
                    <a:pt x="2796340" y="2003448"/>
                  </a:lnTo>
                  <a:lnTo>
                    <a:pt x="2840033" y="1988608"/>
                  </a:lnTo>
                  <a:lnTo>
                    <a:pt x="2883726" y="1973768"/>
                  </a:lnTo>
                  <a:lnTo>
                    <a:pt x="2927419" y="1958927"/>
                  </a:lnTo>
                  <a:lnTo>
                    <a:pt x="2971112" y="1944087"/>
                  </a:lnTo>
                  <a:lnTo>
                    <a:pt x="3014804" y="1929247"/>
                  </a:lnTo>
                  <a:lnTo>
                    <a:pt x="3058497" y="1914406"/>
                  </a:lnTo>
                  <a:lnTo>
                    <a:pt x="3102190" y="1899566"/>
                  </a:lnTo>
                  <a:lnTo>
                    <a:pt x="3145883" y="1884725"/>
                  </a:lnTo>
                  <a:lnTo>
                    <a:pt x="3189576" y="1869885"/>
                  </a:lnTo>
                  <a:lnTo>
                    <a:pt x="3233269" y="1855045"/>
                  </a:lnTo>
                  <a:lnTo>
                    <a:pt x="3276961" y="1840204"/>
                  </a:lnTo>
                  <a:lnTo>
                    <a:pt x="3320654" y="1825364"/>
                  </a:lnTo>
                  <a:lnTo>
                    <a:pt x="3364347" y="1810524"/>
                  </a:lnTo>
                  <a:lnTo>
                    <a:pt x="3408040" y="1795683"/>
                  </a:lnTo>
                  <a:lnTo>
                    <a:pt x="3451733" y="1780843"/>
                  </a:lnTo>
                  <a:lnTo>
                    <a:pt x="3495426" y="1766003"/>
                  </a:lnTo>
                  <a:lnTo>
                    <a:pt x="3539118" y="1751162"/>
                  </a:lnTo>
                  <a:lnTo>
                    <a:pt x="3582811" y="1736322"/>
                  </a:lnTo>
                  <a:lnTo>
                    <a:pt x="3626504" y="1721481"/>
                  </a:lnTo>
                  <a:lnTo>
                    <a:pt x="3670197" y="1706641"/>
                  </a:lnTo>
                  <a:lnTo>
                    <a:pt x="3713890" y="1691801"/>
                  </a:lnTo>
                  <a:lnTo>
                    <a:pt x="3757583" y="1676960"/>
                  </a:lnTo>
                  <a:lnTo>
                    <a:pt x="3801275" y="1662120"/>
                  </a:lnTo>
                  <a:lnTo>
                    <a:pt x="3844968" y="1647280"/>
                  </a:lnTo>
                  <a:lnTo>
                    <a:pt x="3888661" y="1632439"/>
                  </a:lnTo>
                  <a:lnTo>
                    <a:pt x="3932354" y="1617599"/>
                  </a:lnTo>
                  <a:lnTo>
                    <a:pt x="3976047" y="1602759"/>
                  </a:lnTo>
                  <a:lnTo>
                    <a:pt x="4019739" y="1587918"/>
                  </a:lnTo>
                  <a:lnTo>
                    <a:pt x="4063432" y="1573078"/>
                  </a:lnTo>
                  <a:lnTo>
                    <a:pt x="4107125" y="1558238"/>
                  </a:lnTo>
                  <a:lnTo>
                    <a:pt x="4150818" y="1543397"/>
                  </a:lnTo>
                  <a:lnTo>
                    <a:pt x="4194511" y="1528557"/>
                  </a:lnTo>
                  <a:lnTo>
                    <a:pt x="4238204" y="1513716"/>
                  </a:lnTo>
                  <a:lnTo>
                    <a:pt x="4281896" y="1498876"/>
                  </a:lnTo>
                  <a:lnTo>
                    <a:pt x="4325589" y="1484036"/>
                  </a:lnTo>
                  <a:lnTo>
                    <a:pt x="4369282" y="1469195"/>
                  </a:lnTo>
                  <a:lnTo>
                    <a:pt x="4412975" y="1454355"/>
                  </a:lnTo>
                  <a:lnTo>
                    <a:pt x="4456668" y="1439515"/>
                  </a:lnTo>
                  <a:lnTo>
                    <a:pt x="4500361" y="1424674"/>
                  </a:lnTo>
                  <a:lnTo>
                    <a:pt x="4544053" y="1409834"/>
                  </a:lnTo>
                  <a:lnTo>
                    <a:pt x="4587746" y="1394994"/>
                  </a:lnTo>
                  <a:lnTo>
                    <a:pt x="4631439" y="1380153"/>
                  </a:lnTo>
                  <a:lnTo>
                    <a:pt x="4675132" y="1365313"/>
                  </a:lnTo>
                  <a:lnTo>
                    <a:pt x="4718825" y="1350472"/>
                  </a:lnTo>
                  <a:lnTo>
                    <a:pt x="4762518" y="1335632"/>
                  </a:lnTo>
                  <a:lnTo>
                    <a:pt x="4806210" y="1320792"/>
                  </a:lnTo>
                  <a:lnTo>
                    <a:pt x="4849903" y="1305951"/>
                  </a:lnTo>
                  <a:lnTo>
                    <a:pt x="4893596" y="1291111"/>
                  </a:lnTo>
                  <a:lnTo>
                    <a:pt x="4937289" y="1276271"/>
                  </a:lnTo>
                  <a:lnTo>
                    <a:pt x="4980982" y="1261430"/>
                  </a:lnTo>
                  <a:lnTo>
                    <a:pt x="5024674" y="1246590"/>
                  </a:lnTo>
                  <a:lnTo>
                    <a:pt x="5068367" y="1231750"/>
                  </a:lnTo>
                  <a:lnTo>
                    <a:pt x="5112060" y="1216909"/>
                  </a:lnTo>
                  <a:lnTo>
                    <a:pt x="5155753" y="1202069"/>
                  </a:lnTo>
                  <a:lnTo>
                    <a:pt x="5199446" y="1187228"/>
                  </a:lnTo>
                  <a:lnTo>
                    <a:pt x="5243139" y="1172388"/>
                  </a:lnTo>
                  <a:lnTo>
                    <a:pt x="5286831" y="1157548"/>
                  </a:lnTo>
                  <a:lnTo>
                    <a:pt x="5330524" y="1142707"/>
                  </a:lnTo>
                  <a:lnTo>
                    <a:pt x="5374217" y="1127867"/>
                  </a:lnTo>
                  <a:lnTo>
                    <a:pt x="5417910" y="1113027"/>
                  </a:lnTo>
                  <a:lnTo>
                    <a:pt x="5461603" y="1098186"/>
                  </a:lnTo>
                  <a:lnTo>
                    <a:pt x="5505296" y="1083346"/>
                  </a:lnTo>
                  <a:lnTo>
                    <a:pt x="5548988" y="1068506"/>
                  </a:lnTo>
                  <a:lnTo>
                    <a:pt x="5592681" y="1053665"/>
                  </a:lnTo>
                  <a:lnTo>
                    <a:pt x="5636374" y="1038825"/>
                  </a:lnTo>
                  <a:lnTo>
                    <a:pt x="5680067" y="1023984"/>
                  </a:lnTo>
                  <a:lnTo>
                    <a:pt x="5723760" y="1009144"/>
                  </a:lnTo>
                  <a:lnTo>
                    <a:pt x="5767453" y="994304"/>
                  </a:lnTo>
                  <a:lnTo>
                    <a:pt x="5811145" y="979463"/>
                  </a:lnTo>
                  <a:lnTo>
                    <a:pt x="5854838" y="964623"/>
                  </a:lnTo>
                  <a:lnTo>
                    <a:pt x="5898531" y="949783"/>
                  </a:lnTo>
                  <a:lnTo>
                    <a:pt x="5942224" y="934942"/>
                  </a:lnTo>
                  <a:lnTo>
                    <a:pt x="5985917" y="920102"/>
                  </a:lnTo>
                  <a:lnTo>
                    <a:pt x="6029609" y="905262"/>
                  </a:lnTo>
                  <a:lnTo>
                    <a:pt x="6073302" y="890421"/>
                  </a:lnTo>
                  <a:lnTo>
                    <a:pt x="6116995" y="875581"/>
                  </a:lnTo>
                  <a:lnTo>
                    <a:pt x="6160688" y="860740"/>
                  </a:lnTo>
                  <a:lnTo>
                    <a:pt x="6204381" y="845900"/>
                  </a:lnTo>
                  <a:lnTo>
                    <a:pt x="6248074" y="831060"/>
                  </a:lnTo>
                  <a:lnTo>
                    <a:pt x="6291766" y="816219"/>
                  </a:lnTo>
                  <a:lnTo>
                    <a:pt x="6335459" y="801379"/>
                  </a:lnTo>
                  <a:lnTo>
                    <a:pt x="6379152" y="786539"/>
                  </a:lnTo>
                  <a:lnTo>
                    <a:pt x="6422845" y="771698"/>
                  </a:lnTo>
                  <a:lnTo>
                    <a:pt x="6466538" y="756858"/>
                  </a:lnTo>
                  <a:lnTo>
                    <a:pt x="6510231" y="742018"/>
                  </a:lnTo>
                  <a:lnTo>
                    <a:pt x="6553923" y="727177"/>
                  </a:lnTo>
                  <a:lnTo>
                    <a:pt x="6597616" y="712337"/>
                  </a:lnTo>
                  <a:lnTo>
                    <a:pt x="6641309" y="697497"/>
                  </a:lnTo>
                  <a:lnTo>
                    <a:pt x="6685002" y="682656"/>
                  </a:lnTo>
                  <a:lnTo>
                    <a:pt x="6728695" y="667816"/>
                  </a:lnTo>
                  <a:lnTo>
                    <a:pt x="6772388" y="652975"/>
                  </a:lnTo>
                  <a:lnTo>
                    <a:pt x="6816080" y="638135"/>
                  </a:lnTo>
                  <a:lnTo>
                    <a:pt x="6859773" y="623295"/>
                  </a:lnTo>
                  <a:lnTo>
                    <a:pt x="6903466" y="608454"/>
                  </a:lnTo>
                  <a:lnTo>
                    <a:pt x="6947159" y="593614"/>
                  </a:lnTo>
                  <a:lnTo>
                    <a:pt x="6990852" y="578774"/>
                  </a:lnTo>
                  <a:lnTo>
                    <a:pt x="7034544" y="563933"/>
                  </a:lnTo>
                  <a:lnTo>
                    <a:pt x="7078237" y="549093"/>
                  </a:lnTo>
                  <a:lnTo>
                    <a:pt x="7121930" y="534253"/>
                  </a:lnTo>
                  <a:lnTo>
                    <a:pt x="7165623" y="519412"/>
                  </a:lnTo>
                  <a:lnTo>
                    <a:pt x="7209316" y="504572"/>
                  </a:lnTo>
                  <a:lnTo>
                    <a:pt x="7253009" y="489731"/>
                  </a:lnTo>
                  <a:lnTo>
                    <a:pt x="7296701" y="474891"/>
                  </a:lnTo>
                  <a:lnTo>
                    <a:pt x="7340394" y="460051"/>
                  </a:lnTo>
                  <a:lnTo>
                    <a:pt x="7384087" y="445210"/>
                  </a:lnTo>
                  <a:lnTo>
                    <a:pt x="7427780" y="430370"/>
                  </a:lnTo>
                  <a:lnTo>
                    <a:pt x="7471473" y="415530"/>
                  </a:lnTo>
                  <a:lnTo>
                    <a:pt x="7515166" y="400689"/>
                  </a:lnTo>
                  <a:lnTo>
                    <a:pt x="7558858" y="385849"/>
                  </a:lnTo>
                  <a:lnTo>
                    <a:pt x="7602551" y="371009"/>
                  </a:lnTo>
                  <a:lnTo>
                    <a:pt x="7646244" y="356168"/>
                  </a:lnTo>
                  <a:lnTo>
                    <a:pt x="7689937" y="341328"/>
                  </a:lnTo>
                  <a:lnTo>
                    <a:pt x="7733630" y="326487"/>
                  </a:lnTo>
                  <a:lnTo>
                    <a:pt x="7777323" y="311647"/>
                  </a:lnTo>
                  <a:lnTo>
                    <a:pt x="7821015" y="296807"/>
                  </a:lnTo>
                  <a:lnTo>
                    <a:pt x="7864708" y="281966"/>
                  </a:lnTo>
                  <a:lnTo>
                    <a:pt x="7908401" y="267126"/>
                  </a:lnTo>
                  <a:lnTo>
                    <a:pt x="7952094" y="252286"/>
                  </a:lnTo>
                  <a:lnTo>
                    <a:pt x="7995787" y="237445"/>
                  </a:lnTo>
                  <a:lnTo>
                    <a:pt x="8039479" y="222605"/>
                  </a:lnTo>
                  <a:lnTo>
                    <a:pt x="8083172" y="207765"/>
                  </a:lnTo>
                  <a:lnTo>
                    <a:pt x="8126865" y="192924"/>
                  </a:lnTo>
                  <a:lnTo>
                    <a:pt x="8170558" y="178084"/>
                  </a:lnTo>
                  <a:lnTo>
                    <a:pt x="8214251" y="163243"/>
                  </a:lnTo>
                  <a:lnTo>
                    <a:pt x="8257944" y="148403"/>
                  </a:lnTo>
                  <a:lnTo>
                    <a:pt x="8301636" y="133563"/>
                  </a:lnTo>
                  <a:lnTo>
                    <a:pt x="8345329" y="118722"/>
                  </a:lnTo>
                  <a:lnTo>
                    <a:pt x="8389022" y="103882"/>
                  </a:lnTo>
                  <a:lnTo>
                    <a:pt x="8432715" y="89042"/>
                  </a:lnTo>
                  <a:lnTo>
                    <a:pt x="8476408" y="74201"/>
                  </a:lnTo>
                  <a:lnTo>
                    <a:pt x="8520101" y="59361"/>
                  </a:lnTo>
                  <a:lnTo>
                    <a:pt x="8563793" y="44521"/>
                  </a:lnTo>
                  <a:lnTo>
                    <a:pt x="8607486" y="29680"/>
                  </a:lnTo>
                  <a:lnTo>
                    <a:pt x="8651179" y="14840"/>
                  </a:lnTo>
                  <a:lnTo>
                    <a:pt x="8694872" y="0"/>
                  </a:lnTo>
                </a:path>
              </a:pathLst>
            </a:custGeom>
            <a:ln w="32521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8"/>
            <p:cNvSpPr/>
            <p:nvPr/>
          </p:nvSpPr>
          <p:spPr>
            <a:xfrm>
              <a:off x="1208299" y="2148282"/>
              <a:ext cx="8694872" cy="2908966"/>
            </a:xfrm>
            <a:custGeom>
              <a:avLst/>
              <a:pathLst>
                <a:path w="8694872" h="2908966">
                  <a:moveTo>
                    <a:pt x="0" y="2908966"/>
                  </a:moveTo>
                  <a:lnTo>
                    <a:pt x="43692" y="2894348"/>
                  </a:lnTo>
                  <a:lnTo>
                    <a:pt x="87385" y="2879730"/>
                  </a:lnTo>
                  <a:lnTo>
                    <a:pt x="131078" y="2865112"/>
                  </a:lnTo>
                  <a:lnTo>
                    <a:pt x="174771" y="2850494"/>
                  </a:lnTo>
                  <a:lnTo>
                    <a:pt x="218464" y="2835876"/>
                  </a:lnTo>
                  <a:lnTo>
                    <a:pt x="262156" y="2821258"/>
                  </a:lnTo>
                  <a:lnTo>
                    <a:pt x="305849" y="2806640"/>
                  </a:lnTo>
                  <a:lnTo>
                    <a:pt x="349542" y="2792023"/>
                  </a:lnTo>
                  <a:lnTo>
                    <a:pt x="393235" y="2777405"/>
                  </a:lnTo>
                  <a:lnTo>
                    <a:pt x="436928" y="2762787"/>
                  </a:lnTo>
                  <a:lnTo>
                    <a:pt x="480621" y="2748169"/>
                  </a:lnTo>
                  <a:lnTo>
                    <a:pt x="524313" y="2733551"/>
                  </a:lnTo>
                  <a:lnTo>
                    <a:pt x="568006" y="2718933"/>
                  </a:lnTo>
                  <a:lnTo>
                    <a:pt x="611699" y="2704315"/>
                  </a:lnTo>
                  <a:lnTo>
                    <a:pt x="655392" y="2689697"/>
                  </a:lnTo>
                  <a:lnTo>
                    <a:pt x="699085" y="2675079"/>
                  </a:lnTo>
                  <a:lnTo>
                    <a:pt x="742778" y="2660461"/>
                  </a:lnTo>
                  <a:lnTo>
                    <a:pt x="786470" y="2645843"/>
                  </a:lnTo>
                  <a:lnTo>
                    <a:pt x="830163" y="2631225"/>
                  </a:lnTo>
                  <a:lnTo>
                    <a:pt x="873856" y="2616608"/>
                  </a:lnTo>
                  <a:lnTo>
                    <a:pt x="917549" y="2601990"/>
                  </a:lnTo>
                  <a:lnTo>
                    <a:pt x="961242" y="2587372"/>
                  </a:lnTo>
                  <a:lnTo>
                    <a:pt x="1004934" y="2572754"/>
                  </a:lnTo>
                  <a:lnTo>
                    <a:pt x="1048627" y="2558136"/>
                  </a:lnTo>
                  <a:lnTo>
                    <a:pt x="1092320" y="2543518"/>
                  </a:lnTo>
                  <a:lnTo>
                    <a:pt x="1136013" y="2528900"/>
                  </a:lnTo>
                  <a:lnTo>
                    <a:pt x="1179706" y="2514282"/>
                  </a:lnTo>
                  <a:lnTo>
                    <a:pt x="1223399" y="2499664"/>
                  </a:lnTo>
                  <a:lnTo>
                    <a:pt x="1267091" y="2485046"/>
                  </a:lnTo>
                  <a:lnTo>
                    <a:pt x="1310784" y="2470428"/>
                  </a:lnTo>
                  <a:lnTo>
                    <a:pt x="1354477" y="2455810"/>
                  </a:lnTo>
                  <a:lnTo>
                    <a:pt x="1398170" y="2441192"/>
                  </a:lnTo>
                  <a:lnTo>
                    <a:pt x="1441863" y="2426575"/>
                  </a:lnTo>
                  <a:lnTo>
                    <a:pt x="1485556" y="2411957"/>
                  </a:lnTo>
                  <a:lnTo>
                    <a:pt x="1529248" y="2397339"/>
                  </a:lnTo>
                  <a:lnTo>
                    <a:pt x="1572941" y="2382721"/>
                  </a:lnTo>
                  <a:lnTo>
                    <a:pt x="1616634" y="2368103"/>
                  </a:lnTo>
                  <a:lnTo>
                    <a:pt x="1660327" y="2353485"/>
                  </a:lnTo>
                  <a:lnTo>
                    <a:pt x="1704020" y="2338867"/>
                  </a:lnTo>
                  <a:lnTo>
                    <a:pt x="1747713" y="2324249"/>
                  </a:lnTo>
                  <a:lnTo>
                    <a:pt x="1791405" y="2309631"/>
                  </a:lnTo>
                  <a:lnTo>
                    <a:pt x="1835098" y="2295013"/>
                  </a:lnTo>
                  <a:lnTo>
                    <a:pt x="1878791" y="2280395"/>
                  </a:lnTo>
                  <a:lnTo>
                    <a:pt x="1922484" y="2265777"/>
                  </a:lnTo>
                  <a:lnTo>
                    <a:pt x="1966177" y="2251159"/>
                  </a:lnTo>
                  <a:lnTo>
                    <a:pt x="2009869" y="2236542"/>
                  </a:lnTo>
                  <a:lnTo>
                    <a:pt x="2053562" y="2221924"/>
                  </a:lnTo>
                  <a:lnTo>
                    <a:pt x="2097255" y="2207306"/>
                  </a:lnTo>
                  <a:lnTo>
                    <a:pt x="2140948" y="2192688"/>
                  </a:lnTo>
                  <a:lnTo>
                    <a:pt x="2184641" y="2178070"/>
                  </a:lnTo>
                  <a:lnTo>
                    <a:pt x="2228334" y="2163452"/>
                  </a:lnTo>
                  <a:lnTo>
                    <a:pt x="2272026" y="2148834"/>
                  </a:lnTo>
                  <a:lnTo>
                    <a:pt x="2315719" y="2134216"/>
                  </a:lnTo>
                  <a:lnTo>
                    <a:pt x="2359412" y="2119598"/>
                  </a:lnTo>
                  <a:lnTo>
                    <a:pt x="2403105" y="2104980"/>
                  </a:lnTo>
                  <a:lnTo>
                    <a:pt x="2446798" y="2090362"/>
                  </a:lnTo>
                  <a:lnTo>
                    <a:pt x="2490491" y="2075744"/>
                  </a:lnTo>
                  <a:lnTo>
                    <a:pt x="2534183" y="2061126"/>
                  </a:lnTo>
                  <a:lnTo>
                    <a:pt x="2577876" y="2046509"/>
                  </a:lnTo>
                  <a:lnTo>
                    <a:pt x="2621569" y="2031891"/>
                  </a:lnTo>
                  <a:lnTo>
                    <a:pt x="2665262" y="2017273"/>
                  </a:lnTo>
                  <a:lnTo>
                    <a:pt x="2708955" y="2002655"/>
                  </a:lnTo>
                  <a:lnTo>
                    <a:pt x="2752648" y="1988037"/>
                  </a:lnTo>
                  <a:lnTo>
                    <a:pt x="2796340" y="1973419"/>
                  </a:lnTo>
                  <a:lnTo>
                    <a:pt x="2840033" y="1958801"/>
                  </a:lnTo>
                  <a:lnTo>
                    <a:pt x="2883726" y="1944183"/>
                  </a:lnTo>
                  <a:lnTo>
                    <a:pt x="2927419" y="1929565"/>
                  </a:lnTo>
                  <a:lnTo>
                    <a:pt x="2971112" y="1914947"/>
                  </a:lnTo>
                  <a:lnTo>
                    <a:pt x="3014804" y="1900329"/>
                  </a:lnTo>
                  <a:lnTo>
                    <a:pt x="3058497" y="1885711"/>
                  </a:lnTo>
                  <a:lnTo>
                    <a:pt x="3102190" y="1871093"/>
                  </a:lnTo>
                  <a:lnTo>
                    <a:pt x="3145883" y="1856476"/>
                  </a:lnTo>
                  <a:lnTo>
                    <a:pt x="3189576" y="1841858"/>
                  </a:lnTo>
                  <a:lnTo>
                    <a:pt x="3233269" y="1827240"/>
                  </a:lnTo>
                  <a:lnTo>
                    <a:pt x="3276961" y="1812622"/>
                  </a:lnTo>
                  <a:lnTo>
                    <a:pt x="3320654" y="1798004"/>
                  </a:lnTo>
                  <a:lnTo>
                    <a:pt x="3364347" y="1783386"/>
                  </a:lnTo>
                  <a:lnTo>
                    <a:pt x="3408040" y="1768768"/>
                  </a:lnTo>
                  <a:lnTo>
                    <a:pt x="3451733" y="1754150"/>
                  </a:lnTo>
                  <a:lnTo>
                    <a:pt x="3495426" y="1739532"/>
                  </a:lnTo>
                  <a:lnTo>
                    <a:pt x="3539118" y="1724914"/>
                  </a:lnTo>
                  <a:lnTo>
                    <a:pt x="3582811" y="1710296"/>
                  </a:lnTo>
                  <a:lnTo>
                    <a:pt x="3626504" y="1695678"/>
                  </a:lnTo>
                  <a:lnTo>
                    <a:pt x="3670197" y="1681061"/>
                  </a:lnTo>
                  <a:lnTo>
                    <a:pt x="3713890" y="1666443"/>
                  </a:lnTo>
                  <a:lnTo>
                    <a:pt x="3757583" y="1651825"/>
                  </a:lnTo>
                  <a:lnTo>
                    <a:pt x="3801275" y="1637207"/>
                  </a:lnTo>
                  <a:lnTo>
                    <a:pt x="3844968" y="1622589"/>
                  </a:lnTo>
                  <a:lnTo>
                    <a:pt x="3888661" y="1607971"/>
                  </a:lnTo>
                  <a:lnTo>
                    <a:pt x="3932354" y="1593353"/>
                  </a:lnTo>
                  <a:lnTo>
                    <a:pt x="3976047" y="1578735"/>
                  </a:lnTo>
                  <a:lnTo>
                    <a:pt x="4019739" y="1564117"/>
                  </a:lnTo>
                  <a:lnTo>
                    <a:pt x="4063432" y="1549499"/>
                  </a:lnTo>
                  <a:lnTo>
                    <a:pt x="4107125" y="1534881"/>
                  </a:lnTo>
                  <a:lnTo>
                    <a:pt x="4150818" y="1520263"/>
                  </a:lnTo>
                  <a:lnTo>
                    <a:pt x="4194511" y="1505645"/>
                  </a:lnTo>
                  <a:lnTo>
                    <a:pt x="4238204" y="1491028"/>
                  </a:lnTo>
                  <a:lnTo>
                    <a:pt x="4281896" y="1476410"/>
                  </a:lnTo>
                  <a:lnTo>
                    <a:pt x="4325589" y="1461792"/>
                  </a:lnTo>
                  <a:lnTo>
                    <a:pt x="4369282" y="1447174"/>
                  </a:lnTo>
                  <a:lnTo>
                    <a:pt x="4412975" y="1432556"/>
                  </a:lnTo>
                  <a:lnTo>
                    <a:pt x="4456668" y="1417938"/>
                  </a:lnTo>
                  <a:lnTo>
                    <a:pt x="4500361" y="1403320"/>
                  </a:lnTo>
                  <a:lnTo>
                    <a:pt x="4544053" y="1388702"/>
                  </a:lnTo>
                  <a:lnTo>
                    <a:pt x="4587746" y="1374084"/>
                  </a:lnTo>
                  <a:lnTo>
                    <a:pt x="4631439" y="1359466"/>
                  </a:lnTo>
                  <a:lnTo>
                    <a:pt x="4675132" y="1344848"/>
                  </a:lnTo>
                  <a:lnTo>
                    <a:pt x="4718825" y="1330230"/>
                  </a:lnTo>
                  <a:lnTo>
                    <a:pt x="4762518" y="1315612"/>
                  </a:lnTo>
                  <a:lnTo>
                    <a:pt x="4806210" y="1300995"/>
                  </a:lnTo>
                  <a:lnTo>
                    <a:pt x="4849903" y="1286377"/>
                  </a:lnTo>
                  <a:lnTo>
                    <a:pt x="4893596" y="1271759"/>
                  </a:lnTo>
                  <a:lnTo>
                    <a:pt x="4937289" y="1257141"/>
                  </a:lnTo>
                  <a:lnTo>
                    <a:pt x="4980982" y="1242523"/>
                  </a:lnTo>
                  <a:lnTo>
                    <a:pt x="5024674" y="1227905"/>
                  </a:lnTo>
                  <a:lnTo>
                    <a:pt x="5068367" y="1213287"/>
                  </a:lnTo>
                  <a:lnTo>
                    <a:pt x="5112060" y="1198669"/>
                  </a:lnTo>
                  <a:lnTo>
                    <a:pt x="5155753" y="1184051"/>
                  </a:lnTo>
                  <a:lnTo>
                    <a:pt x="5199446" y="1169433"/>
                  </a:lnTo>
                  <a:lnTo>
                    <a:pt x="5243139" y="1154815"/>
                  </a:lnTo>
                  <a:lnTo>
                    <a:pt x="5286831" y="1140197"/>
                  </a:lnTo>
                  <a:lnTo>
                    <a:pt x="5330524" y="1125579"/>
                  </a:lnTo>
                  <a:lnTo>
                    <a:pt x="5374217" y="1110962"/>
                  </a:lnTo>
                  <a:lnTo>
                    <a:pt x="5417910" y="1096344"/>
                  </a:lnTo>
                  <a:lnTo>
                    <a:pt x="5461603" y="1081726"/>
                  </a:lnTo>
                  <a:lnTo>
                    <a:pt x="5505296" y="1067108"/>
                  </a:lnTo>
                  <a:lnTo>
                    <a:pt x="5548988" y="1052490"/>
                  </a:lnTo>
                  <a:lnTo>
                    <a:pt x="5592681" y="1037872"/>
                  </a:lnTo>
                  <a:lnTo>
                    <a:pt x="5636374" y="1023254"/>
                  </a:lnTo>
                  <a:lnTo>
                    <a:pt x="5680067" y="1008636"/>
                  </a:lnTo>
                  <a:lnTo>
                    <a:pt x="5723760" y="994018"/>
                  </a:lnTo>
                  <a:lnTo>
                    <a:pt x="5767453" y="979400"/>
                  </a:lnTo>
                  <a:lnTo>
                    <a:pt x="5811145" y="964782"/>
                  </a:lnTo>
                  <a:lnTo>
                    <a:pt x="5854838" y="950164"/>
                  </a:lnTo>
                  <a:lnTo>
                    <a:pt x="5898531" y="935546"/>
                  </a:lnTo>
                  <a:lnTo>
                    <a:pt x="5942224" y="920929"/>
                  </a:lnTo>
                  <a:lnTo>
                    <a:pt x="5985917" y="906311"/>
                  </a:lnTo>
                  <a:lnTo>
                    <a:pt x="6029609" y="891693"/>
                  </a:lnTo>
                  <a:lnTo>
                    <a:pt x="6073302" y="877075"/>
                  </a:lnTo>
                  <a:lnTo>
                    <a:pt x="6116995" y="862457"/>
                  </a:lnTo>
                  <a:lnTo>
                    <a:pt x="6160688" y="847839"/>
                  </a:lnTo>
                  <a:lnTo>
                    <a:pt x="6204381" y="833221"/>
                  </a:lnTo>
                  <a:lnTo>
                    <a:pt x="6248074" y="818603"/>
                  </a:lnTo>
                  <a:lnTo>
                    <a:pt x="6291766" y="803985"/>
                  </a:lnTo>
                  <a:lnTo>
                    <a:pt x="6335459" y="789367"/>
                  </a:lnTo>
                  <a:lnTo>
                    <a:pt x="6379152" y="774749"/>
                  </a:lnTo>
                  <a:lnTo>
                    <a:pt x="6422845" y="760131"/>
                  </a:lnTo>
                  <a:lnTo>
                    <a:pt x="6466538" y="745514"/>
                  </a:lnTo>
                  <a:lnTo>
                    <a:pt x="6510231" y="730896"/>
                  </a:lnTo>
                  <a:lnTo>
                    <a:pt x="6553923" y="716278"/>
                  </a:lnTo>
                  <a:lnTo>
                    <a:pt x="6597616" y="701660"/>
                  </a:lnTo>
                  <a:lnTo>
                    <a:pt x="6641309" y="687042"/>
                  </a:lnTo>
                  <a:lnTo>
                    <a:pt x="6685002" y="672424"/>
                  </a:lnTo>
                  <a:lnTo>
                    <a:pt x="6728695" y="657806"/>
                  </a:lnTo>
                  <a:lnTo>
                    <a:pt x="6772388" y="643188"/>
                  </a:lnTo>
                  <a:lnTo>
                    <a:pt x="6816080" y="628570"/>
                  </a:lnTo>
                  <a:lnTo>
                    <a:pt x="6859773" y="613952"/>
                  </a:lnTo>
                  <a:lnTo>
                    <a:pt x="6903466" y="599334"/>
                  </a:lnTo>
                  <a:lnTo>
                    <a:pt x="6947159" y="584716"/>
                  </a:lnTo>
                  <a:lnTo>
                    <a:pt x="6990852" y="570098"/>
                  </a:lnTo>
                  <a:lnTo>
                    <a:pt x="7034544" y="555481"/>
                  </a:lnTo>
                  <a:lnTo>
                    <a:pt x="7078237" y="540863"/>
                  </a:lnTo>
                  <a:lnTo>
                    <a:pt x="7121930" y="526245"/>
                  </a:lnTo>
                  <a:lnTo>
                    <a:pt x="7165623" y="511627"/>
                  </a:lnTo>
                  <a:lnTo>
                    <a:pt x="7209316" y="497009"/>
                  </a:lnTo>
                  <a:lnTo>
                    <a:pt x="7253009" y="482391"/>
                  </a:lnTo>
                  <a:lnTo>
                    <a:pt x="7296701" y="467773"/>
                  </a:lnTo>
                  <a:lnTo>
                    <a:pt x="7340394" y="453155"/>
                  </a:lnTo>
                  <a:lnTo>
                    <a:pt x="7384087" y="438537"/>
                  </a:lnTo>
                  <a:lnTo>
                    <a:pt x="7427780" y="423919"/>
                  </a:lnTo>
                  <a:lnTo>
                    <a:pt x="7471473" y="409301"/>
                  </a:lnTo>
                  <a:lnTo>
                    <a:pt x="7515166" y="394683"/>
                  </a:lnTo>
                  <a:lnTo>
                    <a:pt x="7558858" y="380065"/>
                  </a:lnTo>
                  <a:lnTo>
                    <a:pt x="7602551" y="365448"/>
                  </a:lnTo>
                  <a:lnTo>
                    <a:pt x="7646244" y="350830"/>
                  </a:lnTo>
                  <a:lnTo>
                    <a:pt x="7689937" y="336212"/>
                  </a:lnTo>
                  <a:lnTo>
                    <a:pt x="7733630" y="321594"/>
                  </a:lnTo>
                  <a:lnTo>
                    <a:pt x="7777323" y="306976"/>
                  </a:lnTo>
                  <a:lnTo>
                    <a:pt x="7821015" y="292358"/>
                  </a:lnTo>
                  <a:lnTo>
                    <a:pt x="7864708" y="277740"/>
                  </a:lnTo>
                  <a:lnTo>
                    <a:pt x="7908401" y="263122"/>
                  </a:lnTo>
                  <a:lnTo>
                    <a:pt x="7952094" y="248504"/>
                  </a:lnTo>
                  <a:lnTo>
                    <a:pt x="7995787" y="233886"/>
                  </a:lnTo>
                  <a:lnTo>
                    <a:pt x="8039479" y="219268"/>
                  </a:lnTo>
                  <a:lnTo>
                    <a:pt x="8083172" y="204650"/>
                  </a:lnTo>
                  <a:lnTo>
                    <a:pt x="8126865" y="190032"/>
                  </a:lnTo>
                  <a:lnTo>
                    <a:pt x="8170558" y="175415"/>
                  </a:lnTo>
                  <a:lnTo>
                    <a:pt x="8214251" y="160797"/>
                  </a:lnTo>
                  <a:lnTo>
                    <a:pt x="8257944" y="146179"/>
                  </a:lnTo>
                  <a:lnTo>
                    <a:pt x="8301636" y="131561"/>
                  </a:lnTo>
                  <a:lnTo>
                    <a:pt x="8345329" y="116943"/>
                  </a:lnTo>
                  <a:lnTo>
                    <a:pt x="8389022" y="102325"/>
                  </a:lnTo>
                  <a:lnTo>
                    <a:pt x="8432715" y="87707"/>
                  </a:lnTo>
                  <a:lnTo>
                    <a:pt x="8476408" y="73089"/>
                  </a:lnTo>
                  <a:lnTo>
                    <a:pt x="8520101" y="58471"/>
                  </a:lnTo>
                  <a:lnTo>
                    <a:pt x="8563793" y="43853"/>
                  </a:lnTo>
                  <a:lnTo>
                    <a:pt x="8607486" y="29235"/>
                  </a:lnTo>
                  <a:lnTo>
                    <a:pt x="8651179" y="14617"/>
                  </a:lnTo>
                  <a:lnTo>
                    <a:pt x="8694872" y="0"/>
                  </a:lnTo>
                </a:path>
              </a:pathLst>
            </a:custGeom>
            <a:ln w="32521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" name="pl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" name="pl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" name="pl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" name="pl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" name="pl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" name="pl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" name="pl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" name="pl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" name="pl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" name="pl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" name="pl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" name="pl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" name="pl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" name="pl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" name="pl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" name="pl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" name="pl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" name="pl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" name="pl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" name="pl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" name="pl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" name="pl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" name="pl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" name="pl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" name="pl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" name="pl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" name="pl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" name="pl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" name="pl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" name="pl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" name="pl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" name="pl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" name="pl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" name="pl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" name="pl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" name="pl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" name="pl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" name="pl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" name="pl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" name="pl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" name="pl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" name="pl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" name="pl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" name="pl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" name="pl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" name="pl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" name="pl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" name="pl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" name="pl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" name="pl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" name="pl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" name="pl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" name="pl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" name="pl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" name="pl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" name="pl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" name="pl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" name="pl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" name="pl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" name="pl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" name="pl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" name="pl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" name="pl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" name="pl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" name="pl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" name="pl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" name="pl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" name="pl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" name="pl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" name="pl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" name="pl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" name="pl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" name="pl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" name="pl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" name="pl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" name="pl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" name="pl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" name="pl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" name="pl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" name="pl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" name="pl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" name="pl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" name="pl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" name="pl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" name="pl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" name="pl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" name="pl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" name="pl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" name="pl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" name="pl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" name="pl1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" name="pl1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" name="pl1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" name="pl1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" name="pl1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" name="pl1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" name="pl1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" name="pl1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" name="pl1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" name="pl1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" name="pl1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" name="pl1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" name="pl1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" name="pl1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" name="pl1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" name="pl1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" name="pl1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" name="pl1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" name="pl1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" name="pl1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" name="pl1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" name="pl1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" name="pl1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" name="pl1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" name="pl1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" name="pl1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" name="pl1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" name="pl1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" name="pl1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" name="pl1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" name="pl1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" name="pl1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" name="pl1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" name="pl1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" name="pl1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" name="pl1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" name="pl1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" name="pl1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" name="pl1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" name="pl1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" name="pl1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" name="pl1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" name="pl1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" name="pl1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" name="pl1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" name="pl1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" name="pl1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" name="pl1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" name="pl1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" name="pl1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" name="pl1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" name="pl1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" name="pl1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" name="pl1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" name="pl1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" name="pl1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" name="pl1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" name="pl1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" name="pl1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" name="pl1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" name="pl1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" name="pl1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" name="pl1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" name="pl1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" name="pl1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" name="pl1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" name="pl1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" name="pl1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" name="pl1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" name="pl1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" name="pl1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" name="pl1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" name="pl1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" name="pl1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" name="pl1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" name="pl1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" name="pl1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" name="pl1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" name="pl1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" name="pl1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" name="pl1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" name="pl1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" name="pl1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" name="pl1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" name="pl1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" name="pl1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" name="pl1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" name="pl1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" name="pl1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" name="pl1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" name="pl1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" name="pl1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" name="pl1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" name="pl1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" name="pl1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" name="pl1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" name="pl1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" name="pl1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" name="pl1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" name="pl1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" name="pl2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" name="pl2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" name="pl2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" name="pl2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" name="pl2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" name="pl2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" name="pl2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" name="pl2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" name="pl2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" name="pl2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" name="pl2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" name="pl2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" name="pl2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" name="pl2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" name="pl2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" name="pl2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" name="pl2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" name="pl2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" name="pl2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" name="pl2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" name="pl2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" name="pl2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" name="pl2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" name="pl2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" name="pl2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" name="pl2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" name="pl2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" name="pl2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" name="pl2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" name="pl2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" name="pl2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" name="pl2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" name="pl2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" name="pl2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" name="pl2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" name="pl2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" name="pl2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" name="pl2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" name="pl2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" name="pl2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" name="pl2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" name="pl2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" name="pl2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" name="pl2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" name="pl2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" name="pl2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" name="pl2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" name="pl2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" name="pl2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" name="pl2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" name="pl2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" name="pl2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" name="pl2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" name="pl2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" name="pl2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" name="pl2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" name="pl2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" name="pl2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" name="pl2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" name="pl2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" name="pl2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" name="pl2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" name="pl2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" name="pl2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" name="pl2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" name="pl2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" name="pl2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" name="pl2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" name="pl2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" name="pl2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" name="pl2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" name="pl2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" name="pl2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4" name="pl2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5" name="pl2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6" name="pl2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7" name="pl2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8" name="pl2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9" name="pl2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0" name="pl2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1" name="pl2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2" name="pl2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3" name="pl2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4" name="pl2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5" name="pl2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6" name="pl2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7" name="pl2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8" name="pl2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9" name="pl2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0" name="pl2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1" name="pl2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2" name="pl2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3" name="pl2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4" name="pl2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5" name="pl2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6" name="pl2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7" name="pl2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8" name="pl2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9" name="pl2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0" name="pl2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1" name="pl3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2" name="pl3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3" name="pl3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4" name="pl3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5" name="pl3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6" name="pl3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7" name="pl3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8" name="pl3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9" name="pl3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0" name="pl3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1" name="pl3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2" name="pl3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3" name="pl3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4" name="pl3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5" name="pl3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6" name="pl3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7" name="pl3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8" name="pl3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9" name="pl3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0" name="pl3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1" name="pl3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2" name="pl3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3" name="pl3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4" name="pl3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5" name="pl3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6" name="pl3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7" name="pl3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8" name="pl3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9" name="pl3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0" name="pl3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1" name="pl3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2" name="pl3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3" name="pl3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4" name="pl3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5" name="pl3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6" name="pl3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7" name="pl3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8" name="pl3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9" name="pl3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0" name="pl3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1" name="pl3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2" name="pl3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3" name="pl3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4" name="pl3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5" name="pl3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6" name="pl3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7" name="pl3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8" name="pl3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9" name="pl3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0" name="pl3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1" name="pl3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2" name="pl3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3" name="pl3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4" name="pl3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5" name="pl3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6" name="pl3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7" name="pl3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8" name="pl3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9" name="pl3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0" name="pl3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1" name="pl3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2" name="pl3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3" name="pl3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4" name="pl3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5" name="pl3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6" name="pl3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7" name="pl3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8" name="pl3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9" name="pl3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0" name="pl3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1" name="pl3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2" name="pl3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3" name="pl3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4" name="pl3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5" name="pl3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6" name="pl3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7" name="pl3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8" name="pl3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9" name="pl3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0" name="pl3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1" name="pl3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2" name="pl3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3" name="pl3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4" name="pl3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5" name="pl3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6" name="pl3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7" name="pl3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8" name="pl3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9" name="pl3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0" name="pl3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1" name="pl3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2" name="pl3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3" name="pl3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4" name="pl3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5" name="pl3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6" name="pl3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7" name="pl3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8" name="pl3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9" name="pl3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0" name="pl3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1" name="pl4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2" name="pl4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3" name="pl4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4" name="pl4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5" name="pl4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6" name="pl4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7" name="pl4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8" name="pl4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9" name="pl4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0" name="pl4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1" name="pl4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2" name="pl4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3" name="pl4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4" name="pl4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5" name="pl4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6" name="pl4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7" name="pl4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8" name="pl4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9" name="pl4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0" name="pl4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1" name="pl4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2" name="pl4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3" name="pl4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4" name="pl4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5" name="pl4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6" name="pl4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7" name="pl4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8" name="pl4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9" name="pl4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0" name="pl4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1" name="pl4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2" name="pl4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3" name="pl4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4" name="pl4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5" name="pl4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6" name="pl4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7" name="pl4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8" name="pl4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9" name="pl4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0" name="pl4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1" name="pl4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2" name="pl4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3" name="pl4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4" name="pl4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5" name="pl4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6" name="pl4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7" name="pl4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8" name="pl4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9" name="pl4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0" name="pl4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1" name="pl4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2" name="pl4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3" name="pl4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4" name="pl4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5" name="pl4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6" name="pl4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7" name="pl4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8" name="pl4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9" name="pl4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0" name="pl4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1" name="pl4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2" name="pl4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3" name="pl4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4" name="pl4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5" name="pl4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6" name="pl4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7" name="pl4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8" name="pl4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9" name="pl4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0" name="pl4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1" name="pl4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2" name="pl4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3" name="pl4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4" name="pl4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5" name="pl4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6" name="pl4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7" name="pl4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8" name="pl4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9" name="pl4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0" name="pl4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1" name="pl4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2" name="pl4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3" name="pl4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4" name="pl4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5" name="pl4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6" name="pl4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7" name="pl4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8" name="pl4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9" name="pl4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0" name="pl4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1" name="pl4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2" name="pl4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3" name="pl4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4" name="pl4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5" name="pl4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6" name="pl4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7" name="pl4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8" name="pl4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9" name="pl4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0" name="pl4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1" name="pl5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2" name="pl5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3" name="pl5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4" name="pl5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5" name="pl5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6" name="pl5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7" name="pl5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8" name="pl5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9" name="pl5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0" name="pl5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1" name="pl5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2" name="pl5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3" name="pl5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4" name="pl5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5" name="pl5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6" name="pl5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7" name="pl5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8" name="pl5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9" name="pl5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0" name="pl5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1" name="pl5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2" name="pl5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3" name="pl5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4" name="pl5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5" name="pl5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6" name="pl5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7" name="pl5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8" name="pl5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9" name="pl5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0" name="pl5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1" name="pl5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2" name="pl5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3" name="pl5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4" name="pl5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5" name="pl5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6" name="pl5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7" name="pl5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8" name="pl5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9" name="pl5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0" name="pl5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1" name="pl5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2" name="pl5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3" name="pl5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4" name="pl5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5" name="pl5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6" name="pl5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7" name="pl5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8" name="pl5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9" name="pl5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0" name="pl5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1" name="pl5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2" name="pl5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3" name="pl5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4" name="pl5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5" name="pl5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6" name="pl5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7" name="pl5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8" name="pl5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9" name="pl5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0" name="pl5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1" name="pl5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2" name="pl5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3" name="pl5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4" name="pl5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5" name="pl5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6" name="pl5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7" name="pl5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8" name="pl5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9" name="pl5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0" name="pl5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1" name="pl5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2" name="pl5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3" name="pl5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4" name="pl5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5" name="pl5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6" name="pl5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7" name="pl5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8" name="pl5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9" name="pl5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0" name="pl5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1" name="pl5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2" name="pl5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3" name="pl5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4" name="pl5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5" name="pl5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6" name="pl5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7" name="pl5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8" name="pl5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9" name="pl5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0" name="pl5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1" name="pl5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2" name="pl5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3" name="pl5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4" name="pl5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5" name="pl5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6" name="pl5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7" name="pl5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8" name="pl5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9" name="pl5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0" name="pl5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1" name="pl6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2" name="pl6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3" name="pl6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4" name="pl6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5" name="pl6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6" name="pl6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7" name="pl6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8" name="pl6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9" name="pl6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0" name="pl609"/>
            <p:cNvSpPr/>
            <p:nvPr/>
          </p:nvSpPr>
          <p:spPr>
            <a:xfrm>
              <a:off x="773555" y="1410558"/>
              <a:ext cx="0" cy="4605405"/>
            </a:xfrm>
            <a:custGeom>
              <a:avLst/>
              <a:pathLst>
                <a:path w="0" h="4605405">
                  <a:moveTo>
                    <a:pt x="0" y="4605405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" name="tx610"/>
            <p:cNvSpPr/>
            <p:nvPr/>
          </p:nvSpPr>
          <p:spPr>
            <a:xfrm>
              <a:off x="626081" y="5759128"/>
              <a:ext cx="73456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</a:t>
              </a:r>
            </a:p>
          </p:txBody>
        </p:sp>
        <p:sp>
          <p:nvSpPr>
            <p:cNvPr id="612" name="tx611"/>
            <p:cNvSpPr/>
            <p:nvPr/>
          </p:nvSpPr>
          <p:spPr>
            <a:xfrm>
              <a:off x="552624" y="4921782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613" name="tx612"/>
            <p:cNvSpPr/>
            <p:nvPr/>
          </p:nvSpPr>
          <p:spPr>
            <a:xfrm>
              <a:off x="552624" y="4084113"/>
              <a:ext cx="146913" cy="9519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614" name="tx613"/>
            <p:cNvSpPr/>
            <p:nvPr/>
          </p:nvSpPr>
          <p:spPr>
            <a:xfrm>
              <a:off x="552624" y="3246960"/>
              <a:ext cx="146913" cy="9499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615" name="tx614"/>
            <p:cNvSpPr/>
            <p:nvPr/>
          </p:nvSpPr>
          <p:spPr>
            <a:xfrm>
              <a:off x="552624" y="2409484"/>
              <a:ext cx="146913" cy="9512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616" name="tx615"/>
            <p:cNvSpPr/>
            <p:nvPr/>
          </p:nvSpPr>
          <p:spPr>
            <a:xfrm>
              <a:off x="552624" y="1572396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50</a:t>
              </a:r>
            </a:p>
          </p:txBody>
        </p:sp>
        <p:sp>
          <p:nvSpPr>
            <p:cNvPr id="617" name="pl616"/>
            <p:cNvSpPr/>
            <p:nvPr/>
          </p:nvSpPr>
          <p:spPr>
            <a:xfrm>
              <a:off x="732434" y="5806627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" name="pl617"/>
            <p:cNvSpPr/>
            <p:nvPr/>
          </p:nvSpPr>
          <p:spPr>
            <a:xfrm>
              <a:off x="732434" y="4969280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" name="pl618"/>
            <p:cNvSpPr/>
            <p:nvPr/>
          </p:nvSpPr>
          <p:spPr>
            <a:xfrm>
              <a:off x="732434" y="4131934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" name="pl619"/>
            <p:cNvSpPr/>
            <p:nvPr/>
          </p:nvSpPr>
          <p:spPr>
            <a:xfrm>
              <a:off x="732434" y="3294587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" name="pl620"/>
            <p:cNvSpPr/>
            <p:nvPr/>
          </p:nvSpPr>
          <p:spPr>
            <a:xfrm>
              <a:off x="732434" y="2457241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" name="pl621"/>
            <p:cNvSpPr/>
            <p:nvPr/>
          </p:nvSpPr>
          <p:spPr>
            <a:xfrm>
              <a:off x="732434" y="1619894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" name="pl622"/>
            <p:cNvSpPr/>
            <p:nvPr/>
          </p:nvSpPr>
          <p:spPr>
            <a:xfrm>
              <a:off x="773555" y="6015963"/>
              <a:ext cx="9564359" cy="0"/>
            </a:xfrm>
            <a:custGeom>
              <a:avLst/>
              <a:pathLst>
                <a:path w="9564359" h="0">
                  <a:moveTo>
                    <a:pt x="0" y="0"/>
                  </a:moveTo>
                  <a:lnTo>
                    <a:pt x="9564359" y="0"/>
                  </a:lnTo>
                </a:path>
              </a:pathLst>
            </a:custGeom>
            <a:ln w="16014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" name="pl623"/>
            <p:cNvSpPr/>
            <p:nvPr/>
          </p:nvSpPr>
          <p:spPr>
            <a:xfrm>
              <a:off x="1208299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" name="pl624"/>
            <p:cNvSpPr/>
            <p:nvPr/>
          </p:nvSpPr>
          <p:spPr>
            <a:xfrm>
              <a:off x="2947273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" name="pl625"/>
            <p:cNvSpPr/>
            <p:nvPr/>
          </p:nvSpPr>
          <p:spPr>
            <a:xfrm>
              <a:off x="4686248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" name="pl626"/>
            <p:cNvSpPr/>
            <p:nvPr/>
          </p:nvSpPr>
          <p:spPr>
            <a:xfrm>
              <a:off x="6425222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" name="pl627"/>
            <p:cNvSpPr/>
            <p:nvPr/>
          </p:nvSpPr>
          <p:spPr>
            <a:xfrm>
              <a:off x="8164197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" name="pl628"/>
            <p:cNvSpPr/>
            <p:nvPr/>
          </p:nvSpPr>
          <p:spPr>
            <a:xfrm>
              <a:off x="9903171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" name="tx629"/>
            <p:cNvSpPr/>
            <p:nvPr/>
          </p:nvSpPr>
          <p:spPr>
            <a:xfrm>
              <a:off x="1171570" y="6089852"/>
              <a:ext cx="73456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</a:t>
              </a:r>
            </a:p>
          </p:txBody>
        </p:sp>
        <p:sp>
          <p:nvSpPr>
            <p:cNvPr id="631" name="tx630"/>
            <p:cNvSpPr/>
            <p:nvPr/>
          </p:nvSpPr>
          <p:spPr>
            <a:xfrm>
              <a:off x="2873816" y="6089852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632" name="tx631"/>
            <p:cNvSpPr/>
            <p:nvPr/>
          </p:nvSpPr>
          <p:spPr>
            <a:xfrm>
              <a:off x="4612791" y="6089529"/>
              <a:ext cx="146913" cy="9519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633" name="tx632"/>
            <p:cNvSpPr/>
            <p:nvPr/>
          </p:nvSpPr>
          <p:spPr>
            <a:xfrm>
              <a:off x="6351765" y="6089723"/>
              <a:ext cx="146913" cy="9499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634" name="tx633"/>
            <p:cNvSpPr/>
            <p:nvPr/>
          </p:nvSpPr>
          <p:spPr>
            <a:xfrm>
              <a:off x="8090740" y="6089594"/>
              <a:ext cx="146913" cy="9512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635" name="tx634"/>
            <p:cNvSpPr/>
            <p:nvPr/>
          </p:nvSpPr>
          <p:spPr>
            <a:xfrm>
              <a:off x="9829714" y="6089852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50</a:t>
              </a:r>
            </a:p>
          </p:txBody>
        </p:sp>
        <p:sp>
          <p:nvSpPr>
            <p:cNvPr id="636" name="tx635"/>
            <p:cNvSpPr/>
            <p:nvPr/>
          </p:nvSpPr>
          <p:spPr>
            <a:xfrm>
              <a:off x="4812341" y="6217005"/>
              <a:ext cx="1486786" cy="15647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Subjective response</a:t>
              </a:r>
            </a:p>
          </p:txBody>
        </p:sp>
        <p:sp>
          <p:nvSpPr>
            <p:cNvPr id="637" name="tx636"/>
            <p:cNvSpPr/>
            <p:nvPr/>
          </p:nvSpPr>
          <p:spPr>
            <a:xfrm rot="-5400000">
              <a:off x="-176788" y="3635023"/>
              <a:ext cx="1147074" cy="15647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Objective mean</a:t>
              </a:r>
            </a:p>
          </p:txBody>
        </p:sp>
        <p:sp>
          <p:nvSpPr>
            <p:cNvPr id="638" name="rc637"/>
            <p:cNvSpPr/>
            <p:nvPr/>
          </p:nvSpPr>
          <p:spPr>
            <a:xfrm>
              <a:off x="10502398" y="3183243"/>
              <a:ext cx="1119680" cy="106003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9" name="tx638"/>
            <p:cNvSpPr/>
            <p:nvPr/>
          </p:nvSpPr>
          <p:spPr>
            <a:xfrm>
              <a:off x="10584639" y="3248354"/>
              <a:ext cx="733921" cy="1538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Array size</a:t>
              </a:r>
            </a:p>
          </p:txBody>
        </p:sp>
        <p:sp>
          <p:nvSpPr>
            <p:cNvPr id="640" name="rc639"/>
            <p:cNvSpPr/>
            <p:nvPr/>
          </p:nvSpPr>
          <p:spPr>
            <a:xfrm>
              <a:off x="10584639" y="3502669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1" name="pl640"/>
            <p:cNvSpPr/>
            <p:nvPr/>
          </p:nvSpPr>
          <p:spPr>
            <a:xfrm>
              <a:off x="10606585" y="3612397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" name="rc641"/>
            <p:cNvSpPr/>
            <p:nvPr/>
          </p:nvSpPr>
          <p:spPr>
            <a:xfrm>
              <a:off x="10584639" y="3722125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3" name="pl642"/>
            <p:cNvSpPr/>
            <p:nvPr/>
          </p:nvSpPr>
          <p:spPr>
            <a:xfrm>
              <a:off x="10606585" y="3831853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" name="rc643"/>
            <p:cNvSpPr/>
            <p:nvPr/>
          </p:nvSpPr>
          <p:spPr>
            <a:xfrm>
              <a:off x="10584639" y="3941581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5" name="pl644"/>
            <p:cNvSpPr/>
            <p:nvPr/>
          </p:nvSpPr>
          <p:spPr>
            <a:xfrm>
              <a:off x="10606585" y="4051309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" name="tx645"/>
            <p:cNvSpPr/>
            <p:nvPr/>
          </p:nvSpPr>
          <p:spPr>
            <a:xfrm>
              <a:off x="10886337" y="3539553"/>
              <a:ext cx="580042" cy="1202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 squares</a:t>
              </a:r>
            </a:p>
          </p:txBody>
        </p:sp>
        <p:sp>
          <p:nvSpPr>
            <p:cNvPr id="647" name="tx646"/>
            <p:cNvSpPr/>
            <p:nvPr/>
          </p:nvSpPr>
          <p:spPr>
            <a:xfrm>
              <a:off x="10886337" y="3759331"/>
              <a:ext cx="653499" cy="11989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 squares</a:t>
              </a:r>
            </a:p>
          </p:txBody>
        </p:sp>
        <p:sp>
          <p:nvSpPr>
            <p:cNvPr id="648" name="tx647"/>
            <p:cNvSpPr/>
            <p:nvPr/>
          </p:nvSpPr>
          <p:spPr>
            <a:xfrm>
              <a:off x="10886337" y="3978465"/>
              <a:ext cx="653499" cy="1202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 squares</a:t>
              </a:r>
            </a:p>
          </p:txBody>
        </p:sp>
        <p:sp>
          <p:nvSpPr>
            <p:cNvPr id="649" name="tx648"/>
            <p:cNvSpPr/>
            <p:nvPr/>
          </p:nvSpPr>
          <p:spPr>
            <a:xfrm>
              <a:off x="773555" y="1136855"/>
              <a:ext cx="2542120" cy="1549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Average participant regression line</a:t>
              </a:r>
            </a:p>
          </p:txBody>
        </p:sp>
        <p:sp>
          <p:nvSpPr>
            <p:cNvPr id="650" name="tx649"/>
            <p:cNvSpPr/>
            <p:nvPr/>
          </p:nvSpPr>
          <p:spPr>
            <a:xfrm>
              <a:off x="773555" y="863410"/>
              <a:ext cx="3182592" cy="18389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5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56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Experiment 2 - Experience condition</a:t>
              </a:r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p:ph/>
          </p:nvPr>
        </p:nvSpPr>
        <p:spPr>
          <a:xfrm>
            <a:off x="274320" y="182880"/>
            <a:ext cx="11430000" cy="457200"/>
          </a:xfrm>
        </p:spPr>
        <p:txBody>
          <a:bodyPr/>
          <a:lstStyle/>
          <a:p>
            <a:r>
              <a:rPr/>
              <a:t>Exp 2 - Average model regression</a:t>
            </a:r>
          </a:p>
        </p:txBody>
      </p:sp>
      <p:grpSp xmlns:pic="http://schemas.openxmlformats.org/drawingml/2006/picture">
        <p:nvGrpSpPr>
          <p:cNvPr id="3" name=""/>
          <p:cNvGrpSpPr/>
          <p:nvPr/>
        </p:nvGrpSpPr>
        <p:grpSpPr>
          <a:xfrm>
            <a:off x="274320" y="822960"/>
            <a:ext cx="11430000" cy="5669280"/>
            <a:chOff x="274320" y="822960"/>
            <a:chExt cx="11430000" cy="5669280"/>
          </a:xfrm>
        </p:grpSpPr>
        <p:sp>
          <p:nvSpPr>
            <p:cNvPr id="4" name="rc3"/>
            <p:cNvSpPr/>
            <p:nvPr/>
          </p:nvSpPr>
          <p:spPr>
            <a:xfrm>
              <a:off x="274320" y="822960"/>
              <a:ext cx="1143000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4"/>
            <p:cNvSpPr/>
            <p:nvPr/>
          </p:nvSpPr>
          <p:spPr>
            <a:xfrm>
              <a:off x="11704319" y="822960"/>
              <a:ext cx="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6014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rc5"/>
            <p:cNvSpPr/>
            <p:nvPr/>
          </p:nvSpPr>
          <p:spPr>
            <a:xfrm>
              <a:off x="773555" y="1410558"/>
              <a:ext cx="9564359" cy="460540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g6"/>
            <p:cNvSpPr/>
            <p:nvPr/>
          </p:nvSpPr>
          <p:spPr>
            <a:xfrm>
              <a:off x="3269760" y="3047986"/>
              <a:ext cx="4515247" cy="1916527"/>
            </a:xfrm>
            <a:custGeom>
              <a:avLst/>
              <a:pathLst>
                <a:path w="4515247" h="1916527">
                  <a:moveTo>
                    <a:pt x="0" y="1802327"/>
                  </a:moveTo>
                  <a:lnTo>
                    <a:pt x="77210" y="1773245"/>
                  </a:lnTo>
                  <a:lnTo>
                    <a:pt x="145899" y="1747341"/>
                  </a:lnTo>
                  <a:lnTo>
                    <a:pt x="166072" y="1739728"/>
                  </a:lnTo>
                  <a:lnTo>
                    <a:pt x="168332" y="1738874"/>
                  </a:lnTo>
                  <a:lnTo>
                    <a:pt x="173897" y="1736774"/>
                  </a:lnTo>
                  <a:lnTo>
                    <a:pt x="182244" y="1733622"/>
                  </a:lnTo>
                  <a:lnTo>
                    <a:pt x="192330" y="1729813"/>
                  </a:lnTo>
                  <a:lnTo>
                    <a:pt x="197373" y="1727908"/>
                  </a:lnTo>
                  <a:lnTo>
                    <a:pt x="210937" y="1722785"/>
                  </a:lnTo>
                  <a:lnTo>
                    <a:pt x="214589" y="1721405"/>
                  </a:lnTo>
                  <a:lnTo>
                    <a:pt x="216850" y="1720551"/>
                  </a:lnTo>
                  <a:lnTo>
                    <a:pt x="222936" y="1718251"/>
                  </a:lnTo>
                  <a:lnTo>
                    <a:pt x="235804" y="1713388"/>
                  </a:lnTo>
                  <a:lnTo>
                    <a:pt x="238935" y="1712205"/>
                  </a:lnTo>
                  <a:lnTo>
                    <a:pt x="248325" y="1708655"/>
                  </a:lnTo>
                  <a:lnTo>
                    <a:pt x="251107" y="1707603"/>
                  </a:lnTo>
                  <a:lnTo>
                    <a:pt x="258237" y="1704907"/>
                  </a:lnTo>
                  <a:lnTo>
                    <a:pt x="259628" y="1704381"/>
                  </a:lnTo>
                  <a:lnTo>
                    <a:pt x="260846" y="1703921"/>
                  </a:lnTo>
                  <a:lnTo>
                    <a:pt x="268149" y="1701158"/>
                  </a:lnTo>
                  <a:lnTo>
                    <a:pt x="286061" y="1694383"/>
                  </a:lnTo>
                  <a:lnTo>
                    <a:pt x="288495" y="1693462"/>
                  </a:lnTo>
                  <a:lnTo>
                    <a:pt x="297886" y="1689908"/>
                  </a:lnTo>
                  <a:lnTo>
                    <a:pt x="305363" y="1687078"/>
                  </a:lnTo>
                  <a:lnTo>
                    <a:pt x="311450" y="1684775"/>
                  </a:lnTo>
                  <a:lnTo>
                    <a:pt x="319797" y="1681615"/>
                  </a:lnTo>
                  <a:lnTo>
                    <a:pt x="321362" y="1681022"/>
                  </a:lnTo>
                  <a:lnTo>
                    <a:pt x="333709" y="1676347"/>
                  </a:lnTo>
                  <a:lnTo>
                    <a:pt x="339969" y="1673976"/>
                  </a:lnTo>
                  <a:lnTo>
                    <a:pt x="342230" y="1673120"/>
                  </a:lnTo>
                  <a:lnTo>
                    <a:pt x="343621" y="1672593"/>
                  </a:lnTo>
                  <a:lnTo>
                    <a:pt x="344316" y="1672329"/>
                  </a:lnTo>
                  <a:lnTo>
                    <a:pt x="347794" y="1671012"/>
                  </a:lnTo>
                  <a:lnTo>
                    <a:pt x="348142" y="1670880"/>
                  </a:lnTo>
                  <a:lnTo>
                    <a:pt x="351446" y="1669628"/>
                  </a:lnTo>
                  <a:lnTo>
                    <a:pt x="355098" y="1668245"/>
                  </a:lnTo>
                  <a:lnTo>
                    <a:pt x="356141" y="1667849"/>
                  </a:lnTo>
                  <a:lnTo>
                    <a:pt x="357359" y="1667388"/>
                  </a:lnTo>
                  <a:lnTo>
                    <a:pt x="358402" y="1666993"/>
                  </a:lnTo>
                  <a:lnTo>
                    <a:pt x="358924" y="1666795"/>
                  </a:lnTo>
                  <a:lnTo>
                    <a:pt x="359098" y="1666729"/>
                  </a:lnTo>
                  <a:lnTo>
                    <a:pt x="360489" y="1666202"/>
                  </a:lnTo>
                  <a:lnTo>
                    <a:pt x="362402" y="1665477"/>
                  </a:lnTo>
                  <a:lnTo>
                    <a:pt x="364662" y="1664620"/>
                  </a:lnTo>
                  <a:lnTo>
                    <a:pt x="366228" y="1664027"/>
                  </a:lnTo>
                  <a:lnTo>
                    <a:pt x="371271" y="1662116"/>
                  </a:lnTo>
                  <a:lnTo>
                    <a:pt x="371792" y="1661918"/>
                  </a:lnTo>
                  <a:lnTo>
                    <a:pt x="373357" y="1661325"/>
                  </a:lnTo>
                  <a:lnTo>
                    <a:pt x="379096" y="1659150"/>
                  </a:lnTo>
                  <a:lnTo>
                    <a:pt x="384835" y="1656974"/>
                  </a:lnTo>
                  <a:lnTo>
                    <a:pt x="388486" y="1655590"/>
                  </a:lnTo>
                  <a:lnTo>
                    <a:pt x="390573" y="1654799"/>
                  </a:lnTo>
                  <a:lnTo>
                    <a:pt x="390747" y="1654733"/>
                  </a:lnTo>
                  <a:lnTo>
                    <a:pt x="392312" y="1654139"/>
                  </a:lnTo>
                  <a:lnTo>
                    <a:pt x="395790" y="1652820"/>
                  </a:lnTo>
                  <a:lnTo>
                    <a:pt x="396833" y="1652425"/>
                  </a:lnTo>
                  <a:lnTo>
                    <a:pt x="397703" y="1652095"/>
                  </a:lnTo>
                  <a:lnTo>
                    <a:pt x="398051" y="1651963"/>
                  </a:lnTo>
                  <a:lnTo>
                    <a:pt x="399094" y="1651567"/>
                  </a:lnTo>
                  <a:lnTo>
                    <a:pt x="405354" y="1649193"/>
                  </a:lnTo>
                  <a:lnTo>
                    <a:pt x="409702" y="1647544"/>
                  </a:lnTo>
                  <a:lnTo>
                    <a:pt x="411267" y="1646950"/>
                  </a:lnTo>
                  <a:lnTo>
                    <a:pt x="412484" y="1646489"/>
                  </a:lnTo>
                  <a:lnTo>
                    <a:pt x="412832" y="1646357"/>
                  </a:lnTo>
                  <a:lnTo>
                    <a:pt x="415788" y="1645235"/>
                  </a:lnTo>
                  <a:lnTo>
                    <a:pt x="418397" y="1644246"/>
                  </a:lnTo>
                  <a:lnTo>
                    <a:pt x="422223" y="1642794"/>
                  </a:lnTo>
                  <a:lnTo>
                    <a:pt x="425005" y="1641738"/>
                  </a:lnTo>
                  <a:lnTo>
                    <a:pt x="429178" y="1640155"/>
                  </a:lnTo>
                  <a:lnTo>
                    <a:pt x="432135" y="1639033"/>
                  </a:lnTo>
                  <a:lnTo>
                    <a:pt x="433178" y="1638637"/>
                  </a:lnTo>
                  <a:lnTo>
                    <a:pt x="433526" y="1638505"/>
                  </a:lnTo>
                  <a:lnTo>
                    <a:pt x="436482" y="1637383"/>
                  </a:lnTo>
                  <a:lnTo>
                    <a:pt x="438395" y="1636657"/>
                  </a:lnTo>
                  <a:lnTo>
                    <a:pt x="440830" y="1635732"/>
                  </a:lnTo>
                  <a:lnTo>
                    <a:pt x="442047" y="1635270"/>
                  </a:lnTo>
                  <a:lnTo>
                    <a:pt x="445873" y="1633818"/>
                  </a:lnTo>
                  <a:lnTo>
                    <a:pt x="454741" y="1630451"/>
                  </a:lnTo>
                  <a:lnTo>
                    <a:pt x="458741" y="1628932"/>
                  </a:lnTo>
                  <a:lnTo>
                    <a:pt x="459089" y="1628800"/>
                  </a:lnTo>
                  <a:lnTo>
                    <a:pt x="459958" y="1628470"/>
                  </a:lnTo>
                  <a:lnTo>
                    <a:pt x="461697" y="1627809"/>
                  </a:lnTo>
                  <a:lnTo>
                    <a:pt x="462393" y="1627545"/>
                  </a:lnTo>
                  <a:lnTo>
                    <a:pt x="478044" y="1621600"/>
                  </a:lnTo>
                  <a:lnTo>
                    <a:pt x="479261" y="1621138"/>
                  </a:lnTo>
                  <a:lnTo>
                    <a:pt x="485347" y="1618825"/>
                  </a:lnTo>
                  <a:lnTo>
                    <a:pt x="487608" y="1617966"/>
                  </a:lnTo>
                  <a:lnTo>
                    <a:pt x="489521" y="1617239"/>
                  </a:lnTo>
                  <a:lnTo>
                    <a:pt x="493173" y="1615852"/>
                  </a:lnTo>
                  <a:lnTo>
                    <a:pt x="493694" y="1615653"/>
                  </a:lnTo>
                  <a:lnTo>
                    <a:pt x="494564" y="1615323"/>
                  </a:lnTo>
                  <a:lnTo>
                    <a:pt x="495086" y="1615125"/>
                  </a:lnTo>
                  <a:lnTo>
                    <a:pt x="495259" y="1615058"/>
                  </a:lnTo>
                  <a:lnTo>
                    <a:pt x="497520" y="1614199"/>
                  </a:lnTo>
                  <a:lnTo>
                    <a:pt x="507606" y="1610365"/>
                  </a:lnTo>
                  <a:lnTo>
                    <a:pt x="508650" y="1609968"/>
                  </a:lnTo>
                  <a:lnTo>
                    <a:pt x="510041" y="1609440"/>
                  </a:lnTo>
                  <a:lnTo>
                    <a:pt x="513866" y="1607985"/>
                  </a:lnTo>
                  <a:lnTo>
                    <a:pt x="516127" y="1607125"/>
                  </a:lnTo>
                  <a:lnTo>
                    <a:pt x="517518" y="1606596"/>
                  </a:lnTo>
                  <a:lnTo>
                    <a:pt x="518214" y="1606332"/>
                  </a:lnTo>
                  <a:lnTo>
                    <a:pt x="521692" y="1605009"/>
                  </a:lnTo>
                  <a:lnTo>
                    <a:pt x="522040" y="1604877"/>
                  </a:lnTo>
                  <a:lnTo>
                    <a:pt x="525344" y="1603620"/>
                  </a:lnTo>
                  <a:lnTo>
                    <a:pt x="527430" y="1602827"/>
                  </a:lnTo>
                  <a:lnTo>
                    <a:pt x="528996" y="1602231"/>
                  </a:lnTo>
                  <a:lnTo>
                    <a:pt x="530039" y="1601834"/>
                  </a:lnTo>
                  <a:lnTo>
                    <a:pt x="531256" y="1601371"/>
                  </a:lnTo>
                  <a:lnTo>
                    <a:pt x="532300" y="1600974"/>
                  </a:lnTo>
                  <a:lnTo>
                    <a:pt x="532821" y="1600776"/>
                  </a:lnTo>
                  <a:lnTo>
                    <a:pt x="532995" y="1600710"/>
                  </a:lnTo>
                  <a:lnTo>
                    <a:pt x="534386" y="1600181"/>
                  </a:lnTo>
                  <a:lnTo>
                    <a:pt x="536299" y="1599453"/>
                  </a:lnTo>
                  <a:lnTo>
                    <a:pt x="538560" y="1598593"/>
                  </a:lnTo>
                  <a:lnTo>
                    <a:pt x="540125" y="1597997"/>
                  </a:lnTo>
                  <a:lnTo>
                    <a:pt x="543951" y="1596542"/>
                  </a:lnTo>
                  <a:lnTo>
                    <a:pt x="545168" y="1596078"/>
                  </a:lnTo>
                  <a:lnTo>
                    <a:pt x="545690" y="1595880"/>
                  </a:lnTo>
                  <a:lnTo>
                    <a:pt x="547255" y="1595284"/>
                  </a:lnTo>
                  <a:lnTo>
                    <a:pt x="552993" y="1593100"/>
                  </a:lnTo>
                  <a:lnTo>
                    <a:pt x="558732" y="1590916"/>
                  </a:lnTo>
                  <a:lnTo>
                    <a:pt x="562384" y="1589526"/>
                  </a:lnTo>
                  <a:lnTo>
                    <a:pt x="562558" y="1589460"/>
                  </a:lnTo>
                  <a:lnTo>
                    <a:pt x="564471" y="1588732"/>
                  </a:lnTo>
                  <a:lnTo>
                    <a:pt x="564645" y="1588665"/>
                  </a:lnTo>
                  <a:lnTo>
                    <a:pt x="566210" y="1588070"/>
                  </a:lnTo>
                  <a:lnTo>
                    <a:pt x="569688" y="1586745"/>
                  </a:lnTo>
                  <a:lnTo>
                    <a:pt x="570731" y="1586348"/>
                  </a:lnTo>
                  <a:lnTo>
                    <a:pt x="571600" y="1586017"/>
                  </a:lnTo>
                  <a:lnTo>
                    <a:pt x="571948" y="1585885"/>
                  </a:lnTo>
                  <a:lnTo>
                    <a:pt x="572992" y="1585487"/>
                  </a:lnTo>
                  <a:lnTo>
                    <a:pt x="579252" y="1583103"/>
                  </a:lnTo>
                  <a:lnTo>
                    <a:pt x="583599" y="1581447"/>
                  </a:lnTo>
                  <a:lnTo>
                    <a:pt x="585164" y="1580851"/>
                  </a:lnTo>
                  <a:lnTo>
                    <a:pt x="586382" y="1580388"/>
                  </a:lnTo>
                  <a:lnTo>
                    <a:pt x="586729" y="1580255"/>
                  </a:lnTo>
                  <a:lnTo>
                    <a:pt x="589686" y="1579129"/>
                  </a:lnTo>
                  <a:lnTo>
                    <a:pt x="592294" y="1578135"/>
                  </a:lnTo>
                  <a:lnTo>
                    <a:pt x="596120" y="1576678"/>
                  </a:lnTo>
                  <a:lnTo>
                    <a:pt x="598902" y="1575618"/>
                  </a:lnTo>
                  <a:lnTo>
                    <a:pt x="606032" y="1572901"/>
                  </a:lnTo>
                  <a:lnTo>
                    <a:pt x="606728" y="1572636"/>
                  </a:lnTo>
                  <a:lnTo>
                    <a:pt x="607075" y="1572503"/>
                  </a:lnTo>
                  <a:lnTo>
                    <a:pt x="607249" y="1572437"/>
                  </a:lnTo>
                  <a:lnTo>
                    <a:pt x="607423" y="1572371"/>
                  </a:lnTo>
                  <a:lnTo>
                    <a:pt x="608641" y="1571907"/>
                  </a:lnTo>
                  <a:lnTo>
                    <a:pt x="610380" y="1571244"/>
                  </a:lnTo>
                  <a:lnTo>
                    <a:pt x="610553" y="1571178"/>
                  </a:lnTo>
                  <a:lnTo>
                    <a:pt x="612292" y="1570515"/>
                  </a:lnTo>
                  <a:lnTo>
                    <a:pt x="614727" y="1569587"/>
                  </a:lnTo>
                  <a:lnTo>
                    <a:pt x="615944" y="1569123"/>
                  </a:lnTo>
                  <a:lnTo>
                    <a:pt x="619770" y="1567664"/>
                  </a:lnTo>
                  <a:lnTo>
                    <a:pt x="628639" y="1564283"/>
                  </a:lnTo>
                  <a:lnTo>
                    <a:pt x="632638" y="1562757"/>
                  </a:lnTo>
                  <a:lnTo>
                    <a:pt x="632986" y="1562625"/>
                  </a:lnTo>
                  <a:lnTo>
                    <a:pt x="635595" y="1561630"/>
                  </a:lnTo>
                  <a:lnTo>
                    <a:pt x="636290" y="1561365"/>
                  </a:lnTo>
                  <a:lnTo>
                    <a:pt x="644637" y="1558181"/>
                  </a:lnTo>
                  <a:lnTo>
                    <a:pt x="645681" y="1557783"/>
                  </a:lnTo>
                  <a:lnTo>
                    <a:pt x="651941" y="1555394"/>
                  </a:lnTo>
                  <a:lnTo>
                    <a:pt x="653158" y="1554930"/>
                  </a:lnTo>
                  <a:lnTo>
                    <a:pt x="659245" y="1552607"/>
                  </a:lnTo>
                  <a:lnTo>
                    <a:pt x="661505" y="1551744"/>
                  </a:lnTo>
                  <a:lnTo>
                    <a:pt x="663418" y="1551014"/>
                  </a:lnTo>
                  <a:lnTo>
                    <a:pt x="667070" y="1549621"/>
                  </a:lnTo>
                  <a:lnTo>
                    <a:pt x="667592" y="1549421"/>
                  </a:lnTo>
                  <a:lnTo>
                    <a:pt x="668461" y="1549089"/>
                  </a:lnTo>
                  <a:lnTo>
                    <a:pt x="668983" y="1548890"/>
                  </a:lnTo>
                  <a:lnTo>
                    <a:pt x="669157" y="1548824"/>
                  </a:lnTo>
                  <a:lnTo>
                    <a:pt x="671418" y="1547961"/>
                  </a:lnTo>
                  <a:lnTo>
                    <a:pt x="681504" y="1544110"/>
                  </a:lnTo>
                  <a:lnTo>
                    <a:pt x="682547" y="1543712"/>
                  </a:lnTo>
                  <a:lnTo>
                    <a:pt x="683938" y="1543180"/>
                  </a:lnTo>
                  <a:lnTo>
                    <a:pt x="687764" y="1541719"/>
                  </a:lnTo>
                  <a:lnTo>
                    <a:pt x="689503" y="1541055"/>
                  </a:lnTo>
                  <a:lnTo>
                    <a:pt x="690025" y="1540856"/>
                  </a:lnTo>
                  <a:lnTo>
                    <a:pt x="691416" y="1540324"/>
                  </a:lnTo>
                  <a:lnTo>
                    <a:pt x="692111" y="1540059"/>
                  </a:lnTo>
                  <a:lnTo>
                    <a:pt x="695589" y="1538730"/>
                  </a:lnTo>
                  <a:lnTo>
                    <a:pt x="695937" y="1538597"/>
                  </a:lnTo>
                  <a:lnTo>
                    <a:pt x="699241" y="1537335"/>
                  </a:lnTo>
                  <a:lnTo>
                    <a:pt x="701328" y="1536538"/>
                  </a:lnTo>
                  <a:lnTo>
                    <a:pt x="702893" y="1535940"/>
                  </a:lnTo>
                  <a:lnTo>
                    <a:pt x="703936" y="1535541"/>
                  </a:lnTo>
                  <a:lnTo>
                    <a:pt x="705154" y="1535076"/>
                  </a:lnTo>
                  <a:lnTo>
                    <a:pt x="706197" y="1534677"/>
                  </a:lnTo>
                  <a:lnTo>
                    <a:pt x="706719" y="1534478"/>
                  </a:lnTo>
                  <a:lnTo>
                    <a:pt x="706893" y="1534412"/>
                  </a:lnTo>
                  <a:lnTo>
                    <a:pt x="708284" y="1533880"/>
                  </a:lnTo>
                  <a:lnTo>
                    <a:pt x="710197" y="1533149"/>
                  </a:lnTo>
                  <a:lnTo>
                    <a:pt x="712457" y="1532285"/>
                  </a:lnTo>
                  <a:lnTo>
                    <a:pt x="714022" y="1531687"/>
                  </a:lnTo>
                  <a:lnTo>
                    <a:pt x="717848" y="1530225"/>
                  </a:lnTo>
                  <a:lnTo>
                    <a:pt x="719065" y="1529759"/>
                  </a:lnTo>
                  <a:lnTo>
                    <a:pt x="719587" y="1529560"/>
                  </a:lnTo>
                  <a:lnTo>
                    <a:pt x="721152" y="1528962"/>
                  </a:lnTo>
                  <a:lnTo>
                    <a:pt x="726891" y="1526768"/>
                  </a:lnTo>
                  <a:lnTo>
                    <a:pt x="732629" y="1524574"/>
                  </a:lnTo>
                  <a:lnTo>
                    <a:pt x="736281" y="1523177"/>
                  </a:lnTo>
                  <a:lnTo>
                    <a:pt x="736455" y="1523111"/>
                  </a:lnTo>
                  <a:lnTo>
                    <a:pt x="738368" y="1522379"/>
                  </a:lnTo>
                  <a:lnTo>
                    <a:pt x="738542" y="1522312"/>
                  </a:lnTo>
                  <a:lnTo>
                    <a:pt x="740107" y="1521714"/>
                  </a:lnTo>
                  <a:lnTo>
                    <a:pt x="743585" y="1520384"/>
                  </a:lnTo>
                  <a:lnTo>
                    <a:pt x="744628" y="1519985"/>
                  </a:lnTo>
                  <a:lnTo>
                    <a:pt x="745498" y="1519652"/>
                  </a:lnTo>
                  <a:lnTo>
                    <a:pt x="745846" y="1519519"/>
                  </a:lnTo>
                  <a:lnTo>
                    <a:pt x="746889" y="1519120"/>
                  </a:lnTo>
                  <a:lnTo>
                    <a:pt x="753149" y="1516725"/>
                  </a:lnTo>
                  <a:lnTo>
                    <a:pt x="757497" y="1515061"/>
                  </a:lnTo>
                  <a:lnTo>
                    <a:pt x="759062" y="1514462"/>
                  </a:lnTo>
                  <a:lnTo>
                    <a:pt x="760279" y="1513996"/>
                  </a:lnTo>
                  <a:lnTo>
                    <a:pt x="760627" y="1513863"/>
                  </a:lnTo>
                  <a:lnTo>
                    <a:pt x="763583" y="1512732"/>
                  </a:lnTo>
                  <a:lnTo>
                    <a:pt x="766192" y="1511734"/>
                  </a:lnTo>
                  <a:lnTo>
                    <a:pt x="770017" y="1510269"/>
                  </a:lnTo>
                  <a:lnTo>
                    <a:pt x="772800" y="1509204"/>
                  </a:lnTo>
                  <a:lnTo>
                    <a:pt x="776973" y="1507606"/>
                  </a:lnTo>
                  <a:lnTo>
                    <a:pt x="780625" y="1506208"/>
                  </a:lnTo>
                  <a:lnTo>
                    <a:pt x="780973" y="1506075"/>
                  </a:lnTo>
                  <a:lnTo>
                    <a:pt x="781147" y="1506008"/>
                  </a:lnTo>
                  <a:lnTo>
                    <a:pt x="781321" y="1505942"/>
                  </a:lnTo>
                  <a:lnTo>
                    <a:pt x="782538" y="1505475"/>
                  </a:lnTo>
                  <a:lnTo>
                    <a:pt x="784277" y="1504810"/>
                  </a:lnTo>
                  <a:lnTo>
                    <a:pt x="784451" y="1504743"/>
                  </a:lnTo>
                  <a:lnTo>
                    <a:pt x="786190" y="1504077"/>
                  </a:lnTo>
                  <a:lnTo>
                    <a:pt x="788624" y="1503145"/>
                  </a:lnTo>
                  <a:lnTo>
                    <a:pt x="789842" y="1502678"/>
                  </a:lnTo>
                  <a:lnTo>
                    <a:pt x="793667" y="1501213"/>
                  </a:lnTo>
                  <a:lnTo>
                    <a:pt x="802536" y="1497815"/>
                  </a:lnTo>
                  <a:lnTo>
                    <a:pt x="806536" y="1496283"/>
                  </a:lnTo>
                  <a:lnTo>
                    <a:pt x="806884" y="1496149"/>
                  </a:lnTo>
                  <a:lnTo>
                    <a:pt x="807753" y="1495816"/>
                  </a:lnTo>
                  <a:lnTo>
                    <a:pt x="809492" y="1495150"/>
                  </a:lnTo>
                  <a:lnTo>
                    <a:pt x="810188" y="1494883"/>
                  </a:lnTo>
                  <a:lnTo>
                    <a:pt x="818535" y="1491684"/>
                  </a:lnTo>
                  <a:lnTo>
                    <a:pt x="819578" y="1491284"/>
                  </a:lnTo>
                  <a:lnTo>
                    <a:pt x="825838" y="1488884"/>
                  </a:lnTo>
                  <a:lnTo>
                    <a:pt x="827056" y="1488417"/>
                  </a:lnTo>
                  <a:lnTo>
                    <a:pt x="833142" y="1486083"/>
                  </a:lnTo>
                  <a:lnTo>
                    <a:pt x="835403" y="1485216"/>
                  </a:lnTo>
                  <a:lnTo>
                    <a:pt x="837316" y="1484482"/>
                  </a:lnTo>
                  <a:lnTo>
                    <a:pt x="840968" y="1483082"/>
                  </a:lnTo>
                  <a:lnTo>
                    <a:pt x="841489" y="1482882"/>
                  </a:lnTo>
                  <a:lnTo>
                    <a:pt x="842359" y="1482548"/>
                  </a:lnTo>
                  <a:lnTo>
                    <a:pt x="842880" y="1482348"/>
                  </a:lnTo>
                  <a:lnTo>
                    <a:pt x="843054" y="1482281"/>
                  </a:lnTo>
                  <a:lnTo>
                    <a:pt x="845315" y="1481414"/>
                  </a:lnTo>
                  <a:lnTo>
                    <a:pt x="856444" y="1477144"/>
                  </a:lnTo>
                  <a:lnTo>
                    <a:pt x="857836" y="1476610"/>
                  </a:lnTo>
                  <a:lnTo>
                    <a:pt x="861661" y="1475141"/>
                  </a:lnTo>
                  <a:lnTo>
                    <a:pt x="863400" y="1474474"/>
                  </a:lnTo>
                  <a:lnTo>
                    <a:pt x="863922" y="1474274"/>
                  </a:lnTo>
                  <a:lnTo>
                    <a:pt x="865313" y="1473740"/>
                  </a:lnTo>
                  <a:lnTo>
                    <a:pt x="866009" y="1473473"/>
                  </a:lnTo>
                  <a:lnTo>
                    <a:pt x="869487" y="1472137"/>
                  </a:lnTo>
                  <a:lnTo>
                    <a:pt x="869835" y="1472004"/>
                  </a:lnTo>
                  <a:lnTo>
                    <a:pt x="873139" y="1470735"/>
                  </a:lnTo>
                  <a:lnTo>
                    <a:pt x="875225" y="1469934"/>
                  </a:lnTo>
                  <a:lnTo>
                    <a:pt x="876790" y="1469333"/>
                  </a:lnTo>
                  <a:lnTo>
                    <a:pt x="877834" y="1468932"/>
                  </a:lnTo>
                  <a:lnTo>
                    <a:pt x="879051" y="1468465"/>
                  </a:lnTo>
                  <a:lnTo>
                    <a:pt x="880094" y="1468064"/>
                  </a:lnTo>
                  <a:lnTo>
                    <a:pt x="880616" y="1467864"/>
                  </a:lnTo>
                  <a:lnTo>
                    <a:pt x="880790" y="1467797"/>
                  </a:lnTo>
                  <a:lnTo>
                    <a:pt x="882181" y="1467263"/>
                  </a:lnTo>
                  <a:lnTo>
                    <a:pt x="884094" y="1466528"/>
                  </a:lnTo>
                  <a:lnTo>
                    <a:pt x="886355" y="1465660"/>
                  </a:lnTo>
                  <a:lnTo>
                    <a:pt x="887920" y="1465059"/>
                  </a:lnTo>
                  <a:lnTo>
                    <a:pt x="891746" y="1463589"/>
                  </a:lnTo>
                  <a:lnTo>
                    <a:pt x="892963" y="1463121"/>
                  </a:lnTo>
                  <a:lnTo>
                    <a:pt x="893485" y="1462921"/>
                  </a:lnTo>
                  <a:lnTo>
                    <a:pt x="895050" y="1462319"/>
                  </a:lnTo>
                  <a:lnTo>
                    <a:pt x="900788" y="1460114"/>
                  </a:lnTo>
                  <a:lnTo>
                    <a:pt x="906527" y="1457909"/>
                  </a:lnTo>
                  <a:lnTo>
                    <a:pt x="910179" y="1456505"/>
                  </a:lnTo>
                  <a:lnTo>
                    <a:pt x="910353" y="1456438"/>
                  </a:lnTo>
                  <a:lnTo>
                    <a:pt x="912266" y="1455703"/>
                  </a:lnTo>
                  <a:lnTo>
                    <a:pt x="912439" y="1455636"/>
                  </a:lnTo>
                  <a:lnTo>
                    <a:pt x="914004" y="1455035"/>
                  </a:lnTo>
                  <a:lnTo>
                    <a:pt x="917482" y="1453697"/>
                  </a:lnTo>
                  <a:lnTo>
                    <a:pt x="918526" y="1453296"/>
                  </a:lnTo>
                  <a:lnTo>
                    <a:pt x="919395" y="1452962"/>
                  </a:lnTo>
                  <a:lnTo>
                    <a:pt x="919743" y="1452828"/>
                  </a:lnTo>
                  <a:lnTo>
                    <a:pt x="920786" y="1452427"/>
                  </a:lnTo>
                  <a:lnTo>
                    <a:pt x="927047" y="1450019"/>
                  </a:lnTo>
                  <a:lnTo>
                    <a:pt x="931394" y="1448347"/>
                  </a:lnTo>
                  <a:lnTo>
                    <a:pt x="932959" y="1447745"/>
                  </a:lnTo>
                  <a:lnTo>
                    <a:pt x="934177" y="1447277"/>
                  </a:lnTo>
                  <a:lnTo>
                    <a:pt x="937481" y="1446006"/>
                  </a:lnTo>
                  <a:lnTo>
                    <a:pt x="940089" y="1445002"/>
                  </a:lnTo>
                  <a:lnTo>
                    <a:pt x="943915" y="1443530"/>
                  </a:lnTo>
                  <a:lnTo>
                    <a:pt x="946697" y="1442460"/>
                  </a:lnTo>
                  <a:lnTo>
                    <a:pt x="950871" y="1440853"/>
                  </a:lnTo>
                  <a:lnTo>
                    <a:pt x="953827" y="1439715"/>
                  </a:lnTo>
                  <a:lnTo>
                    <a:pt x="954523" y="1439448"/>
                  </a:lnTo>
                  <a:lnTo>
                    <a:pt x="954870" y="1439314"/>
                  </a:lnTo>
                  <a:lnTo>
                    <a:pt x="955044" y="1439247"/>
                  </a:lnTo>
                  <a:lnTo>
                    <a:pt x="955218" y="1439180"/>
                  </a:lnTo>
                  <a:lnTo>
                    <a:pt x="956435" y="1438711"/>
                  </a:lnTo>
                  <a:lnTo>
                    <a:pt x="958174" y="1438042"/>
                  </a:lnTo>
                  <a:lnTo>
                    <a:pt x="958348" y="1437975"/>
                  </a:lnTo>
                  <a:lnTo>
                    <a:pt x="960087" y="1437305"/>
                  </a:lnTo>
                  <a:lnTo>
                    <a:pt x="962522" y="1436368"/>
                  </a:lnTo>
                  <a:lnTo>
                    <a:pt x="963739" y="1435899"/>
                  </a:lnTo>
                  <a:lnTo>
                    <a:pt x="967565" y="1434426"/>
                  </a:lnTo>
                  <a:lnTo>
                    <a:pt x="976434" y="1431010"/>
                  </a:lnTo>
                  <a:lnTo>
                    <a:pt x="980433" y="1429470"/>
                  </a:lnTo>
                  <a:lnTo>
                    <a:pt x="980781" y="1429336"/>
                  </a:lnTo>
                  <a:lnTo>
                    <a:pt x="981651" y="1429001"/>
                  </a:lnTo>
                  <a:lnTo>
                    <a:pt x="983390" y="1428331"/>
                  </a:lnTo>
                  <a:lnTo>
                    <a:pt x="984085" y="1428063"/>
                  </a:lnTo>
                  <a:lnTo>
                    <a:pt x="992432" y="1424846"/>
                  </a:lnTo>
                  <a:lnTo>
                    <a:pt x="993476" y="1424444"/>
                  </a:lnTo>
                  <a:lnTo>
                    <a:pt x="999736" y="1422031"/>
                  </a:lnTo>
                  <a:lnTo>
                    <a:pt x="1000953" y="1421562"/>
                  </a:lnTo>
                  <a:lnTo>
                    <a:pt x="1007040" y="1419215"/>
                  </a:lnTo>
                  <a:lnTo>
                    <a:pt x="1009300" y="1418343"/>
                  </a:lnTo>
                  <a:lnTo>
                    <a:pt x="1011213" y="1417606"/>
                  </a:lnTo>
                  <a:lnTo>
                    <a:pt x="1014865" y="1416197"/>
                  </a:lnTo>
                  <a:lnTo>
                    <a:pt x="1015387" y="1415996"/>
                  </a:lnTo>
                  <a:lnTo>
                    <a:pt x="1016256" y="1415661"/>
                  </a:lnTo>
                  <a:lnTo>
                    <a:pt x="1016778" y="1415460"/>
                  </a:lnTo>
                  <a:lnTo>
                    <a:pt x="1016952" y="1415393"/>
                  </a:lnTo>
                  <a:lnTo>
                    <a:pt x="1019212" y="1414521"/>
                  </a:lnTo>
                  <a:lnTo>
                    <a:pt x="1029298" y="1410629"/>
                  </a:lnTo>
                  <a:lnTo>
                    <a:pt x="1030342" y="1410227"/>
                  </a:lnTo>
                  <a:lnTo>
                    <a:pt x="1031733" y="1409690"/>
                  </a:lnTo>
                  <a:lnTo>
                    <a:pt x="1035559" y="1408214"/>
                  </a:lnTo>
                  <a:lnTo>
                    <a:pt x="1037298" y="1407542"/>
                  </a:lnTo>
                  <a:lnTo>
                    <a:pt x="1037819" y="1407341"/>
                  </a:lnTo>
                  <a:lnTo>
                    <a:pt x="1039211" y="1406804"/>
                  </a:lnTo>
                  <a:lnTo>
                    <a:pt x="1039906" y="1406536"/>
                  </a:lnTo>
                  <a:lnTo>
                    <a:pt x="1043384" y="1405193"/>
                  </a:lnTo>
                  <a:lnTo>
                    <a:pt x="1043732" y="1405059"/>
                  </a:lnTo>
                  <a:lnTo>
                    <a:pt x="1047036" y="1403783"/>
                  </a:lnTo>
                  <a:lnTo>
                    <a:pt x="1049123" y="1402977"/>
                  </a:lnTo>
                  <a:lnTo>
                    <a:pt x="1050688" y="1402373"/>
                  </a:lnTo>
                  <a:lnTo>
                    <a:pt x="1051731" y="1401970"/>
                  </a:lnTo>
                  <a:lnTo>
                    <a:pt x="1052949" y="1401500"/>
                  </a:lnTo>
                  <a:lnTo>
                    <a:pt x="1053992" y="1401097"/>
                  </a:lnTo>
                  <a:lnTo>
                    <a:pt x="1054514" y="1400896"/>
                  </a:lnTo>
                  <a:lnTo>
                    <a:pt x="1054688" y="1400829"/>
                  </a:lnTo>
                  <a:lnTo>
                    <a:pt x="1056079" y="1400291"/>
                  </a:lnTo>
                  <a:lnTo>
                    <a:pt x="1060252" y="1398679"/>
                  </a:lnTo>
                  <a:lnTo>
                    <a:pt x="1061817" y="1398075"/>
                  </a:lnTo>
                  <a:lnTo>
                    <a:pt x="1065643" y="1396597"/>
                  </a:lnTo>
                  <a:lnTo>
                    <a:pt x="1066860" y="1396127"/>
                  </a:lnTo>
                  <a:lnTo>
                    <a:pt x="1067382" y="1395925"/>
                  </a:lnTo>
                  <a:lnTo>
                    <a:pt x="1068947" y="1395320"/>
                  </a:lnTo>
                  <a:lnTo>
                    <a:pt x="1074686" y="1393103"/>
                  </a:lnTo>
                  <a:lnTo>
                    <a:pt x="1080424" y="1390885"/>
                  </a:lnTo>
                  <a:lnTo>
                    <a:pt x="1084076" y="1389474"/>
                  </a:lnTo>
                  <a:lnTo>
                    <a:pt x="1084250" y="1389406"/>
                  </a:lnTo>
                  <a:lnTo>
                    <a:pt x="1086163" y="1388667"/>
                  </a:lnTo>
                  <a:lnTo>
                    <a:pt x="1086337" y="1388600"/>
                  </a:lnTo>
                  <a:lnTo>
                    <a:pt x="1087902" y="1387995"/>
                  </a:lnTo>
                  <a:lnTo>
                    <a:pt x="1091380" y="1386650"/>
                  </a:lnTo>
                  <a:lnTo>
                    <a:pt x="1092423" y="1386246"/>
                  </a:lnTo>
                  <a:lnTo>
                    <a:pt x="1093293" y="1385910"/>
                  </a:lnTo>
                  <a:lnTo>
                    <a:pt x="1093641" y="1385776"/>
                  </a:lnTo>
                  <a:lnTo>
                    <a:pt x="1094684" y="1385372"/>
                  </a:lnTo>
                  <a:lnTo>
                    <a:pt x="1100944" y="1382951"/>
                  </a:lnTo>
                  <a:lnTo>
                    <a:pt x="1105292" y="1381269"/>
                  </a:lnTo>
                  <a:lnTo>
                    <a:pt x="1106857" y="1380664"/>
                  </a:lnTo>
                  <a:lnTo>
                    <a:pt x="1108074" y="1380193"/>
                  </a:lnTo>
                  <a:lnTo>
                    <a:pt x="1108422" y="1380058"/>
                  </a:lnTo>
                  <a:lnTo>
                    <a:pt x="1111378" y="1378915"/>
                  </a:lnTo>
                  <a:lnTo>
                    <a:pt x="1113987" y="1377905"/>
                  </a:lnTo>
                  <a:lnTo>
                    <a:pt x="1117812" y="1376425"/>
                  </a:lnTo>
                  <a:lnTo>
                    <a:pt x="1120595" y="1375348"/>
                  </a:lnTo>
                  <a:lnTo>
                    <a:pt x="1124768" y="1373732"/>
                  </a:lnTo>
                  <a:lnTo>
                    <a:pt x="1127724" y="1372588"/>
                  </a:lnTo>
                  <a:lnTo>
                    <a:pt x="1128420" y="1372319"/>
                  </a:lnTo>
                  <a:lnTo>
                    <a:pt x="1128768" y="1372184"/>
                  </a:lnTo>
                  <a:lnTo>
                    <a:pt x="1128942" y="1372117"/>
                  </a:lnTo>
                  <a:lnTo>
                    <a:pt x="1129116" y="1372049"/>
                  </a:lnTo>
                  <a:lnTo>
                    <a:pt x="1130333" y="1371578"/>
                  </a:lnTo>
                  <a:lnTo>
                    <a:pt x="1132072" y="1370905"/>
                  </a:lnTo>
                  <a:lnTo>
                    <a:pt x="1132246" y="1370837"/>
                  </a:lnTo>
                  <a:lnTo>
                    <a:pt x="1133985" y="1370164"/>
                  </a:lnTo>
                  <a:lnTo>
                    <a:pt x="1136419" y="1369221"/>
                  </a:lnTo>
                  <a:lnTo>
                    <a:pt x="1137637" y="1368750"/>
                  </a:lnTo>
                  <a:lnTo>
                    <a:pt x="1141462" y="1367268"/>
                  </a:lnTo>
                  <a:lnTo>
                    <a:pt x="1150331" y="1363833"/>
                  </a:lnTo>
                  <a:lnTo>
                    <a:pt x="1154331" y="1362283"/>
                  </a:lnTo>
                  <a:lnTo>
                    <a:pt x="1154679" y="1362148"/>
                  </a:lnTo>
                  <a:lnTo>
                    <a:pt x="1155548" y="1361811"/>
                  </a:lnTo>
                  <a:lnTo>
                    <a:pt x="1157287" y="1361137"/>
                  </a:lnTo>
                  <a:lnTo>
                    <a:pt x="1157983" y="1360868"/>
                  </a:lnTo>
                  <a:lnTo>
                    <a:pt x="1166330" y="1357632"/>
                  </a:lnTo>
                  <a:lnTo>
                    <a:pt x="1167373" y="1357228"/>
                  </a:lnTo>
                  <a:lnTo>
                    <a:pt x="1173633" y="1354801"/>
                  </a:lnTo>
                  <a:lnTo>
                    <a:pt x="1174851" y="1354329"/>
                  </a:lnTo>
                  <a:lnTo>
                    <a:pt x="1180937" y="1351968"/>
                  </a:lnTo>
                  <a:lnTo>
                    <a:pt x="1183198" y="1351091"/>
                  </a:lnTo>
                  <a:lnTo>
                    <a:pt x="1185111" y="1350349"/>
                  </a:lnTo>
                  <a:lnTo>
                    <a:pt x="1188762" y="1348933"/>
                  </a:lnTo>
                  <a:lnTo>
                    <a:pt x="1189284" y="1348730"/>
                  </a:lnTo>
                  <a:lnTo>
                    <a:pt x="1190154" y="1348393"/>
                  </a:lnTo>
                  <a:lnTo>
                    <a:pt x="1190675" y="1348191"/>
                  </a:lnTo>
                  <a:lnTo>
                    <a:pt x="1190849" y="1348123"/>
                  </a:lnTo>
                  <a:lnTo>
                    <a:pt x="1193110" y="1347246"/>
                  </a:lnTo>
                  <a:lnTo>
                    <a:pt x="1203196" y="1343332"/>
                  </a:lnTo>
                  <a:lnTo>
                    <a:pt x="1204239" y="1342927"/>
                  </a:lnTo>
                  <a:lnTo>
                    <a:pt x="1205631" y="1342387"/>
                  </a:lnTo>
                  <a:lnTo>
                    <a:pt x="1209456" y="1340902"/>
                  </a:lnTo>
                  <a:lnTo>
                    <a:pt x="1211195" y="1340226"/>
                  </a:lnTo>
                  <a:lnTo>
                    <a:pt x="1211717" y="1340024"/>
                  </a:lnTo>
                  <a:lnTo>
                    <a:pt x="1213108" y="1339484"/>
                  </a:lnTo>
                  <a:lnTo>
                    <a:pt x="1213804" y="1339214"/>
                  </a:lnTo>
                  <a:lnTo>
                    <a:pt x="1217282" y="1337863"/>
                  </a:lnTo>
                  <a:lnTo>
                    <a:pt x="1217629" y="1337728"/>
                  </a:lnTo>
                  <a:lnTo>
                    <a:pt x="1220933" y="1336445"/>
                  </a:lnTo>
                  <a:lnTo>
                    <a:pt x="1223020" y="1335634"/>
                  </a:lnTo>
                  <a:lnTo>
                    <a:pt x="1224585" y="1335026"/>
                  </a:lnTo>
                  <a:lnTo>
                    <a:pt x="1225629" y="1334621"/>
                  </a:lnTo>
                  <a:lnTo>
                    <a:pt x="1226846" y="1334148"/>
                  </a:lnTo>
                  <a:lnTo>
                    <a:pt x="1227889" y="1333743"/>
                  </a:lnTo>
                  <a:lnTo>
                    <a:pt x="1228411" y="1333540"/>
                  </a:lnTo>
                  <a:lnTo>
                    <a:pt x="1228585" y="1333472"/>
                  </a:lnTo>
                  <a:lnTo>
                    <a:pt x="1229976" y="1332932"/>
                  </a:lnTo>
                  <a:lnTo>
                    <a:pt x="1231889" y="1332189"/>
                  </a:lnTo>
                  <a:lnTo>
                    <a:pt x="1234150" y="1331310"/>
                  </a:lnTo>
                  <a:lnTo>
                    <a:pt x="1235715" y="1330702"/>
                  </a:lnTo>
                  <a:lnTo>
                    <a:pt x="1239541" y="1329215"/>
                  </a:lnTo>
                  <a:lnTo>
                    <a:pt x="1240758" y="1328742"/>
                  </a:lnTo>
                  <a:lnTo>
                    <a:pt x="1241279" y="1328539"/>
                  </a:lnTo>
                  <a:lnTo>
                    <a:pt x="1242845" y="1327931"/>
                  </a:lnTo>
                  <a:lnTo>
                    <a:pt x="1248583" y="1325700"/>
                  </a:lnTo>
                  <a:lnTo>
                    <a:pt x="1254322" y="1323469"/>
                  </a:lnTo>
                  <a:lnTo>
                    <a:pt x="1257974" y="1322049"/>
                  </a:lnTo>
                  <a:lnTo>
                    <a:pt x="1258148" y="1321981"/>
                  </a:lnTo>
                  <a:lnTo>
                    <a:pt x="1260060" y="1321237"/>
                  </a:lnTo>
                  <a:lnTo>
                    <a:pt x="1260234" y="1321170"/>
                  </a:lnTo>
                  <a:lnTo>
                    <a:pt x="1261799" y="1320561"/>
                  </a:lnTo>
                  <a:lnTo>
                    <a:pt x="1265277" y="1319208"/>
                  </a:lnTo>
                  <a:lnTo>
                    <a:pt x="1266321" y="1318802"/>
                  </a:lnTo>
                  <a:lnTo>
                    <a:pt x="1267190" y="1318464"/>
                  </a:lnTo>
                  <a:lnTo>
                    <a:pt x="1267538" y="1318329"/>
                  </a:lnTo>
                  <a:lnTo>
                    <a:pt x="1268581" y="1317923"/>
                  </a:lnTo>
                  <a:lnTo>
                    <a:pt x="1274842" y="1315487"/>
                  </a:lnTo>
                  <a:lnTo>
                    <a:pt x="1279189" y="1313795"/>
                  </a:lnTo>
                  <a:lnTo>
                    <a:pt x="1280754" y="1313186"/>
                  </a:lnTo>
                  <a:lnTo>
                    <a:pt x="1281971" y="1312712"/>
                  </a:lnTo>
                  <a:lnTo>
                    <a:pt x="1282319" y="1312577"/>
                  </a:lnTo>
                  <a:lnTo>
                    <a:pt x="1285276" y="1311426"/>
                  </a:lnTo>
                  <a:lnTo>
                    <a:pt x="1287884" y="1310410"/>
                  </a:lnTo>
                  <a:lnTo>
                    <a:pt x="1291710" y="1308921"/>
                  </a:lnTo>
                  <a:lnTo>
                    <a:pt x="1294492" y="1307837"/>
                  </a:lnTo>
                  <a:lnTo>
                    <a:pt x="1298666" y="1306212"/>
                  </a:lnTo>
                  <a:lnTo>
                    <a:pt x="1301622" y="1305060"/>
                  </a:lnTo>
                  <a:lnTo>
                    <a:pt x="1302317" y="1304789"/>
                  </a:lnTo>
                  <a:lnTo>
                    <a:pt x="1302665" y="1304654"/>
                  </a:lnTo>
                  <a:lnTo>
                    <a:pt x="1302839" y="1304586"/>
                  </a:lnTo>
                  <a:lnTo>
                    <a:pt x="1303013" y="1304519"/>
                  </a:lnTo>
                  <a:lnTo>
                    <a:pt x="1304230" y="1304044"/>
                  </a:lnTo>
                  <a:lnTo>
                    <a:pt x="1305969" y="1303367"/>
                  </a:lnTo>
                  <a:lnTo>
                    <a:pt x="1306143" y="1303299"/>
                  </a:lnTo>
                  <a:lnTo>
                    <a:pt x="1307882" y="1302622"/>
                  </a:lnTo>
                  <a:lnTo>
                    <a:pt x="1310317" y="1301673"/>
                  </a:lnTo>
                  <a:lnTo>
                    <a:pt x="1311534" y="1301199"/>
                  </a:lnTo>
                  <a:lnTo>
                    <a:pt x="1315360" y="1299708"/>
                  </a:lnTo>
                  <a:lnTo>
                    <a:pt x="1324229" y="1296251"/>
                  </a:lnTo>
                  <a:lnTo>
                    <a:pt x="1328228" y="1294692"/>
                  </a:lnTo>
                  <a:lnTo>
                    <a:pt x="1328576" y="1294556"/>
                  </a:lnTo>
                  <a:lnTo>
                    <a:pt x="1329445" y="1294217"/>
                  </a:lnTo>
                  <a:lnTo>
                    <a:pt x="1331184" y="1293539"/>
                  </a:lnTo>
                  <a:lnTo>
                    <a:pt x="1331880" y="1293268"/>
                  </a:lnTo>
                  <a:lnTo>
                    <a:pt x="1340227" y="1290012"/>
                  </a:lnTo>
                  <a:lnTo>
                    <a:pt x="1341271" y="1289605"/>
                  </a:lnTo>
                  <a:lnTo>
                    <a:pt x="1348748" y="1286688"/>
                  </a:lnTo>
                  <a:lnTo>
                    <a:pt x="1354835" y="1284313"/>
                  </a:lnTo>
                  <a:lnTo>
                    <a:pt x="1357095" y="1283431"/>
                  </a:lnTo>
                  <a:lnTo>
                    <a:pt x="1359008" y="1282684"/>
                  </a:lnTo>
                  <a:lnTo>
                    <a:pt x="1362660" y="1281259"/>
                  </a:lnTo>
                  <a:lnTo>
                    <a:pt x="1363182" y="1281055"/>
                  </a:lnTo>
                  <a:lnTo>
                    <a:pt x="1364051" y="1280716"/>
                  </a:lnTo>
                  <a:lnTo>
                    <a:pt x="1364573" y="1280512"/>
                  </a:lnTo>
                  <a:lnTo>
                    <a:pt x="1364747" y="1280444"/>
                  </a:lnTo>
                  <a:lnTo>
                    <a:pt x="1367007" y="1279561"/>
                  </a:lnTo>
                  <a:lnTo>
                    <a:pt x="1377093" y="1275623"/>
                  </a:lnTo>
                  <a:lnTo>
                    <a:pt x="1378137" y="1275215"/>
                  </a:lnTo>
                  <a:lnTo>
                    <a:pt x="1379528" y="1274672"/>
                  </a:lnTo>
                  <a:lnTo>
                    <a:pt x="1383354" y="1273177"/>
                  </a:lnTo>
                  <a:lnTo>
                    <a:pt x="1385093" y="1272498"/>
                  </a:lnTo>
                  <a:lnTo>
                    <a:pt x="1385614" y="1272294"/>
                  </a:lnTo>
                  <a:lnTo>
                    <a:pt x="1387006" y="1271750"/>
                  </a:lnTo>
                  <a:lnTo>
                    <a:pt x="1387701" y="1271479"/>
                  </a:lnTo>
                  <a:lnTo>
                    <a:pt x="1391179" y="1270120"/>
                  </a:lnTo>
                  <a:lnTo>
                    <a:pt x="1391527" y="1269984"/>
                  </a:lnTo>
                  <a:lnTo>
                    <a:pt x="1394831" y="1268692"/>
                  </a:lnTo>
                  <a:lnTo>
                    <a:pt x="1396918" y="1267877"/>
                  </a:lnTo>
                  <a:lnTo>
                    <a:pt x="1398483" y="1267265"/>
                  </a:lnTo>
                  <a:lnTo>
                    <a:pt x="1399526" y="1266857"/>
                  </a:lnTo>
                  <a:lnTo>
                    <a:pt x="1400743" y="1266381"/>
                  </a:lnTo>
                  <a:lnTo>
                    <a:pt x="1401787" y="1265973"/>
                  </a:lnTo>
                  <a:lnTo>
                    <a:pt x="1402309" y="1265769"/>
                  </a:lnTo>
                  <a:lnTo>
                    <a:pt x="1402482" y="1265701"/>
                  </a:lnTo>
                  <a:lnTo>
                    <a:pt x="1403874" y="1265158"/>
                  </a:lnTo>
                  <a:lnTo>
                    <a:pt x="1405786" y="1264410"/>
                  </a:lnTo>
                  <a:lnTo>
                    <a:pt x="1408047" y="1263526"/>
                  </a:lnTo>
                  <a:lnTo>
                    <a:pt x="1409612" y="1262914"/>
                  </a:lnTo>
                  <a:lnTo>
                    <a:pt x="1413438" y="1261418"/>
                  </a:lnTo>
                  <a:lnTo>
                    <a:pt x="1414655" y="1260941"/>
                  </a:lnTo>
                  <a:lnTo>
                    <a:pt x="1415177" y="1260737"/>
                  </a:lnTo>
                  <a:lnTo>
                    <a:pt x="1416742" y="1260125"/>
                  </a:lnTo>
                  <a:lnTo>
                    <a:pt x="1422481" y="1257880"/>
                  </a:lnTo>
                  <a:lnTo>
                    <a:pt x="1428219" y="1255635"/>
                  </a:lnTo>
                  <a:lnTo>
                    <a:pt x="1431871" y="1254206"/>
                  </a:lnTo>
                  <a:lnTo>
                    <a:pt x="1432045" y="1254138"/>
                  </a:lnTo>
                  <a:lnTo>
                    <a:pt x="1433958" y="1253389"/>
                  </a:lnTo>
                  <a:lnTo>
                    <a:pt x="1434132" y="1253321"/>
                  </a:lnTo>
                  <a:lnTo>
                    <a:pt x="1435697" y="1252708"/>
                  </a:lnTo>
                  <a:lnTo>
                    <a:pt x="1439175" y="1251347"/>
                  </a:lnTo>
                  <a:lnTo>
                    <a:pt x="1440218" y="1250939"/>
                  </a:lnTo>
                  <a:lnTo>
                    <a:pt x="1441088" y="1250598"/>
                  </a:lnTo>
                  <a:lnTo>
                    <a:pt x="1441435" y="1250462"/>
                  </a:lnTo>
                  <a:lnTo>
                    <a:pt x="1442479" y="1250053"/>
                  </a:lnTo>
                  <a:lnTo>
                    <a:pt x="1448739" y="1247602"/>
                  </a:lnTo>
                  <a:lnTo>
                    <a:pt x="1453087" y="1245899"/>
                  </a:lnTo>
                  <a:lnTo>
                    <a:pt x="1455869" y="1244810"/>
                  </a:lnTo>
                  <a:lnTo>
                    <a:pt x="1456217" y="1244673"/>
                  </a:lnTo>
                  <a:lnTo>
                    <a:pt x="1459173" y="1243515"/>
                  </a:lnTo>
                  <a:lnTo>
                    <a:pt x="1461781" y="1242493"/>
                  </a:lnTo>
                  <a:lnTo>
                    <a:pt x="1465607" y="1240994"/>
                  </a:lnTo>
                  <a:lnTo>
                    <a:pt x="1468390" y="1239904"/>
                  </a:lnTo>
                  <a:lnTo>
                    <a:pt x="1472563" y="1238268"/>
                  </a:lnTo>
                  <a:lnTo>
                    <a:pt x="1475519" y="1237109"/>
                  </a:lnTo>
                  <a:lnTo>
                    <a:pt x="1476215" y="1236837"/>
                  </a:lnTo>
                  <a:lnTo>
                    <a:pt x="1476563" y="1236700"/>
                  </a:lnTo>
                  <a:lnTo>
                    <a:pt x="1476737" y="1236632"/>
                  </a:lnTo>
                  <a:lnTo>
                    <a:pt x="1476911" y="1236564"/>
                  </a:lnTo>
                  <a:lnTo>
                    <a:pt x="1478128" y="1236087"/>
                  </a:lnTo>
                  <a:lnTo>
                    <a:pt x="1479867" y="1235405"/>
                  </a:lnTo>
                  <a:lnTo>
                    <a:pt x="1480041" y="1235337"/>
                  </a:lnTo>
                  <a:lnTo>
                    <a:pt x="1481780" y="1234655"/>
                  </a:lnTo>
                  <a:lnTo>
                    <a:pt x="1484214" y="1233701"/>
                  </a:lnTo>
                  <a:lnTo>
                    <a:pt x="1485431" y="1233223"/>
                  </a:lnTo>
                  <a:lnTo>
                    <a:pt x="1489257" y="1231723"/>
                  </a:lnTo>
                  <a:lnTo>
                    <a:pt x="1498126" y="1228244"/>
                  </a:lnTo>
                  <a:lnTo>
                    <a:pt x="1502126" y="1226675"/>
                  </a:lnTo>
                  <a:lnTo>
                    <a:pt x="1502473" y="1226538"/>
                  </a:lnTo>
                  <a:lnTo>
                    <a:pt x="1503343" y="1226197"/>
                  </a:lnTo>
                  <a:lnTo>
                    <a:pt x="1505082" y="1225515"/>
                  </a:lnTo>
                  <a:lnTo>
                    <a:pt x="1505777" y="1225242"/>
                  </a:lnTo>
                  <a:lnTo>
                    <a:pt x="1514125" y="1221966"/>
                  </a:lnTo>
                  <a:lnTo>
                    <a:pt x="1515168" y="1221556"/>
                  </a:lnTo>
                  <a:lnTo>
                    <a:pt x="1521428" y="1219098"/>
                  </a:lnTo>
                  <a:lnTo>
                    <a:pt x="1522646" y="1218620"/>
                  </a:lnTo>
                  <a:lnTo>
                    <a:pt x="1528732" y="1216230"/>
                  </a:lnTo>
                  <a:lnTo>
                    <a:pt x="1530993" y="1215342"/>
                  </a:lnTo>
                  <a:lnTo>
                    <a:pt x="1532905" y="1214590"/>
                  </a:lnTo>
                  <a:lnTo>
                    <a:pt x="1536557" y="1213156"/>
                  </a:lnTo>
                  <a:lnTo>
                    <a:pt x="1537079" y="1212951"/>
                  </a:lnTo>
                  <a:lnTo>
                    <a:pt x="1537949" y="1212609"/>
                  </a:lnTo>
                  <a:lnTo>
                    <a:pt x="1538470" y="1212404"/>
                  </a:lnTo>
                  <a:lnTo>
                    <a:pt x="1538644" y="1212336"/>
                  </a:lnTo>
                  <a:lnTo>
                    <a:pt x="1540905" y="1211448"/>
                  </a:lnTo>
                  <a:lnTo>
                    <a:pt x="1550991" y="1207484"/>
                  </a:lnTo>
                  <a:lnTo>
                    <a:pt x="1552034" y="1207073"/>
                  </a:lnTo>
                  <a:lnTo>
                    <a:pt x="1553425" y="1206527"/>
                  </a:lnTo>
                  <a:lnTo>
                    <a:pt x="1557251" y="1205022"/>
                  </a:lnTo>
                  <a:lnTo>
                    <a:pt x="1558990" y="1204339"/>
                  </a:lnTo>
                  <a:lnTo>
                    <a:pt x="1559512" y="1204134"/>
                  </a:lnTo>
                  <a:lnTo>
                    <a:pt x="1560903" y="1203587"/>
                  </a:lnTo>
                  <a:lnTo>
                    <a:pt x="1561599" y="1203313"/>
                  </a:lnTo>
                  <a:lnTo>
                    <a:pt x="1565077" y="1201945"/>
                  </a:lnTo>
                  <a:lnTo>
                    <a:pt x="1565424" y="1201808"/>
                  </a:lnTo>
                  <a:lnTo>
                    <a:pt x="1568728" y="1200509"/>
                  </a:lnTo>
                  <a:lnTo>
                    <a:pt x="1570815" y="1199688"/>
                  </a:lnTo>
                  <a:lnTo>
                    <a:pt x="1572380" y="1199072"/>
                  </a:lnTo>
                  <a:lnTo>
                    <a:pt x="1573424" y="1198662"/>
                  </a:lnTo>
                  <a:lnTo>
                    <a:pt x="1574641" y="1198183"/>
                  </a:lnTo>
                  <a:lnTo>
                    <a:pt x="1575684" y="1197772"/>
                  </a:lnTo>
                  <a:lnTo>
                    <a:pt x="1576206" y="1197567"/>
                  </a:lnTo>
                  <a:lnTo>
                    <a:pt x="1576380" y="1197499"/>
                  </a:lnTo>
                  <a:lnTo>
                    <a:pt x="1577771" y="1196951"/>
                  </a:lnTo>
                  <a:lnTo>
                    <a:pt x="1579684" y="1196199"/>
                  </a:lnTo>
                  <a:lnTo>
                    <a:pt x="1581945" y="1195309"/>
                  </a:lnTo>
                  <a:lnTo>
                    <a:pt x="1583510" y="1194693"/>
                  </a:lnTo>
                  <a:lnTo>
                    <a:pt x="1587335" y="1193187"/>
                  </a:lnTo>
                  <a:lnTo>
                    <a:pt x="1588553" y="1192708"/>
                  </a:lnTo>
                  <a:lnTo>
                    <a:pt x="1589074" y="1192503"/>
                  </a:lnTo>
                  <a:lnTo>
                    <a:pt x="1590639" y="1191887"/>
                  </a:lnTo>
                  <a:lnTo>
                    <a:pt x="1596378" y="1189627"/>
                  </a:lnTo>
                  <a:lnTo>
                    <a:pt x="1602117" y="1187368"/>
                  </a:lnTo>
                  <a:lnTo>
                    <a:pt x="1605769" y="1185929"/>
                  </a:lnTo>
                  <a:lnTo>
                    <a:pt x="1605942" y="1185861"/>
                  </a:lnTo>
                  <a:lnTo>
                    <a:pt x="1608029" y="1185039"/>
                  </a:lnTo>
                  <a:lnTo>
                    <a:pt x="1609594" y="1184422"/>
                  </a:lnTo>
                  <a:lnTo>
                    <a:pt x="1613072" y="1183052"/>
                  </a:lnTo>
                  <a:lnTo>
                    <a:pt x="1614116" y="1182641"/>
                  </a:lnTo>
                  <a:lnTo>
                    <a:pt x="1614985" y="1182299"/>
                  </a:lnTo>
                  <a:lnTo>
                    <a:pt x="1615333" y="1182161"/>
                  </a:lnTo>
                  <a:lnTo>
                    <a:pt x="1616376" y="1181750"/>
                  </a:lnTo>
                  <a:lnTo>
                    <a:pt x="1622637" y="1179283"/>
                  </a:lnTo>
                  <a:lnTo>
                    <a:pt x="1626984" y="1177570"/>
                  </a:lnTo>
                  <a:lnTo>
                    <a:pt x="1628549" y="1176953"/>
                  </a:lnTo>
                  <a:lnTo>
                    <a:pt x="1629766" y="1176473"/>
                  </a:lnTo>
                  <a:lnTo>
                    <a:pt x="1630114" y="1176336"/>
                  </a:lnTo>
                  <a:lnTo>
                    <a:pt x="1633070" y="1175170"/>
                  </a:lnTo>
                  <a:lnTo>
                    <a:pt x="1635679" y="1174142"/>
                  </a:lnTo>
                  <a:lnTo>
                    <a:pt x="1639505" y="1172633"/>
                  </a:lnTo>
                  <a:lnTo>
                    <a:pt x="1642287" y="1171536"/>
                  </a:lnTo>
                  <a:lnTo>
                    <a:pt x="1646461" y="1169890"/>
                  </a:lnTo>
                  <a:lnTo>
                    <a:pt x="1649417" y="1168723"/>
                  </a:lnTo>
                  <a:lnTo>
                    <a:pt x="1650112" y="1168449"/>
                  </a:lnTo>
                  <a:lnTo>
                    <a:pt x="1650460" y="1168312"/>
                  </a:lnTo>
                  <a:lnTo>
                    <a:pt x="1650634" y="1168243"/>
                  </a:lnTo>
                  <a:lnTo>
                    <a:pt x="1650808" y="1168175"/>
                  </a:lnTo>
                  <a:lnTo>
                    <a:pt x="1652025" y="1167694"/>
                  </a:lnTo>
                  <a:lnTo>
                    <a:pt x="1653764" y="1167008"/>
                  </a:lnTo>
                  <a:lnTo>
                    <a:pt x="1653938" y="1166940"/>
                  </a:lnTo>
                  <a:lnTo>
                    <a:pt x="1655677" y="1166253"/>
                  </a:lnTo>
                  <a:lnTo>
                    <a:pt x="1658112" y="1165293"/>
                  </a:lnTo>
                  <a:lnTo>
                    <a:pt x="1659329" y="1164812"/>
                  </a:lnTo>
                  <a:lnTo>
                    <a:pt x="1663155" y="1163302"/>
                  </a:lnTo>
                  <a:lnTo>
                    <a:pt x="1672023" y="1159801"/>
                  </a:lnTo>
                  <a:lnTo>
                    <a:pt x="1676023" y="1158222"/>
                  </a:lnTo>
                  <a:lnTo>
                    <a:pt x="1676371" y="1158084"/>
                  </a:lnTo>
                  <a:lnTo>
                    <a:pt x="1677240" y="1157741"/>
                  </a:lnTo>
                  <a:lnTo>
                    <a:pt x="1678979" y="1157054"/>
                  </a:lnTo>
                  <a:lnTo>
                    <a:pt x="1679675" y="1156780"/>
                  </a:lnTo>
                  <a:lnTo>
                    <a:pt x="1688022" y="1153483"/>
                  </a:lnTo>
                  <a:lnTo>
                    <a:pt x="1689065" y="1153070"/>
                  </a:lnTo>
                  <a:lnTo>
                    <a:pt x="1695326" y="1150597"/>
                  </a:lnTo>
                  <a:lnTo>
                    <a:pt x="1696543" y="1150116"/>
                  </a:lnTo>
                  <a:lnTo>
                    <a:pt x="1702629" y="1147710"/>
                  </a:lnTo>
                  <a:lnTo>
                    <a:pt x="1704890" y="1146817"/>
                  </a:lnTo>
                  <a:lnTo>
                    <a:pt x="1706803" y="1146060"/>
                  </a:lnTo>
                  <a:lnTo>
                    <a:pt x="1710455" y="1144617"/>
                  </a:lnTo>
                  <a:lnTo>
                    <a:pt x="1710976" y="1144410"/>
                  </a:lnTo>
                  <a:lnTo>
                    <a:pt x="1711846" y="1144066"/>
                  </a:lnTo>
                  <a:lnTo>
                    <a:pt x="1712368" y="1143860"/>
                  </a:lnTo>
                  <a:lnTo>
                    <a:pt x="1712542" y="1143791"/>
                  </a:lnTo>
                  <a:lnTo>
                    <a:pt x="1714802" y="1142897"/>
                  </a:lnTo>
                  <a:lnTo>
                    <a:pt x="1724888" y="1138908"/>
                  </a:lnTo>
                  <a:lnTo>
                    <a:pt x="1725932" y="1138495"/>
                  </a:lnTo>
                  <a:lnTo>
                    <a:pt x="1727323" y="1137945"/>
                  </a:lnTo>
                  <a:lnTo>
                    <a:pt x="1731149" y="1136431"/>
                  </a:lnTo>
                  <a:lnTo>
                    <a:pt x="1732888" y="1135743"/>
                  </a:lnTo>
                  <a:lnTo>
                    <a:pt x="1733409" y="1135537"/>
                  </a:lnTo>
                  <a:lnTo>
                    <a:pt x="1734800" y="1134986"/>
                  </a:lnTo>
                  <a:lnTo>
                    <a:pt x="1735496" y="1134711"/>
                  </a:lnTo>
                  <a:lnTo>
                    <a:pt x="1738974" y="1133335"/>
                  </a:lnTo>
                  <a:lnTo>
                    <a:pt x="1739322" y="1133197"/>
                  </a:lnTo>
                  <a:lnTo>
                    <a:pt x="1742626" y="1131889"/>
                  </a:lnTo>
                  <a:lnTo>
                    <a:pt x="1744713" y="1131063"/>
                  </a:lnTo>
                  <a:lnTo>
                    <a:pt x="1746278" y="1130444"/>
                  </a:lnTo>
                  <a:lnTo>
                    <a:pt x="1747321" y="1130030"/>
                  </a:lnTo>
                  <a:lnTo>
                    <a:pt x="1748538" y="1129549"/>
                  </a:lnTo>
                  <a:lnTo>
                    <a:pt x="1749582" y="1129135"/>
                  </a:lnTo>
                  <a:lnTo>
                    <a:pt x="1750103" y="1128929"/>
                  </a:lnTo>
                  <a:lnTo>
                    <a:pt x="1750277" y="1128860"/>
                  </a:lnTo>
                  <a:lnTo>
                    <a:pt x="1751668" y="1128309"/>
                  </a:lnTo>
                  <a:lnTo>
                    <a:pt x="1753581" y="1127552"/>
                  </a:lnTo>
                  <a:lnTo>
                    <a:pt x="1755842" y="1126656"/>
                  </a:lnTo>
                  <a:lnTo>
                    <a:pt x="1757407" y="1126037"/>
                  </a:lnTo>
                  <a:lnTo>
                    <a:pt x="1761233" y="1124521"/>
                  </a:lnTo>
                  <a:lnTo>
                    <a:pt x="1762450" y="1124039"/>
                  </a:lnTo>
                  <a:lnTo>
                    <a:pt x="1762972" y="1123832"/>
                  </a:lnTo>
                  <a:lnTo>
                    <a:pt x="1770276" y="1120939"/>
                  </a:lnTo>
                  <a:lnTo>
                    <a:pt x="1776014" y="1118665"/>
                  </a:lnTo>
                  <a:lnTo>
                    <a:pt x="1779666" y="1117217"/>
                  </a:lnTo>
                  <a:lnTo>
                    <a:pt x="1779840" y="1117149"/>
                  </a:lnTo>
                  <a:lnTo>
                    <a:pt x="1781753" y="1116390"/>
                  </a:lnTo>
                  <a:lnTo>
                    <a:pt x="1781927" y="1116321"/>
                  </a:lnTo>
                  <a:lnTo>
                    <a:pt x="1783492" y="1115701"/>
                  </a:lnTo>
                  <a:lnTo>
                    <a:pt x="1786970" y="1114322"/>
                  </a:lnTo>
                  <a:lnTo>
                    <a:pt x="1788013" y="1113908"/>
                  </a:lnTo>
                  <a:lnTo>
                    <a:pt x="1788883" y="1113564"/>
                  </a:lnTo>
                  <a:lnTo>
                    <a:pt x="1789230" y="1113426"/>
                  </a:lnTo>
                  <a:lnTo>
                    <a:pt x="1790274" y="1113012"/>
                  </a:lnTo>
                  <a:lnTo>
                    <a:pt x="1796534" y="1110530"/>
                  </a:lnTo>
                  <a:lnTo>
                    <a:pt x="1800881" y="1108805"/>
                  </a:lnTo>
                  <a:lnTo>
                    <a:pt x="1802447" y="1108184"/>
                  </a:lnTo>
                  <a:lnTo>
                    <a:pt x="1803664" y="1107701"/>
                  </a:lnTo>
                  <a:lnTo>
                    <a:pt x="1804012" y="1107563"/>
                  </a:lnTo>
                  <a:lnTo>
                    <a:pt x="1806968" y="1106391"/>
                  </a:lnTo>
                  <a:lnTo>
                    <a:pt x="1809576" y="1105356"/>
                  </a:lnTo>
                  <a:lnTo>
                    <a:pt x="1813402" y="1103838"/>
                  </a:lnTo>
                  <a:lnTo>
                    <a:pt x="1816184" y="1102733"/>
                  </a:lnTo>
                  <a:lnTo>
                    <a:pt x="1820358" y="1101077"/>
                  </a:lnTo>
                  <a:lnTo>
                    <a:pt x="1823314" y="1099903"/>
                  </a:lnTo>
                  <a:lnTo>
                    <a:pt x="1824010" y="1099627"/>
                  </a:lnTo>
                  <a:lnTo>
                    <a:pt x="1824358" y="1099489"/>
                  </a:lnTo>
                  <a:lnTo>
                    <a:pt x="1824532" y="1099420"/>
                  </a:lnTo>
                  <a:lnTo>
                    <a:pt x="1824705" y="1099351"/>
                  </a:lnTo>
                  <a:lnTo>
                    <a:pt x="1825923" y="1098868"/>
                  </a:lnTo>
                  <a:lnTo>
                    <a:pt x="1827662" y="1098177"/>
                  </a:lnTo>
                  <a:lnTo>
                    <a:pt x="1827836" y="1098108"/>
                  </a:lnTo>
                  <a:lnTo>
                    <a:pt x="1829575" y="1097418"/>
                  </a:lnTo>
                  <a:lnTo>
                    <a:pt x="1832009" y="1096451"/>
                  </a:lnTo>
                  <a:lnTo>
                    <a:pt x="1833226" y="1095968"/>
                  </a:lnTo>
                  <a:lnTo>
                    <a:pt x="1837052" y="1094448"/>
                  </a:lnTo>
                  <a:lnTo>
                    <a:pt x="1845921" y="1090926"/>
                  </a:lnTo>
                  <a:lnTo>
                    <a:pt x="1849921" y="1089336"/>
                  </a:lnTo>
                  <a:lnTo>
                    <a:pt x="1850268" y="1089198"/>
                  </a:lnTo>
                  <a:lnTo>
                    <a:pt x="1851138" y="1088853"/>
                  </a:lnTo>
                  <a:lnTo>
                    <a:pt x="1852877" y="1088162"/>
                  </a:lnTo>
                  <a:lnTo>
                    <a:pt x="1853572" y="1087885"/>
                  </a:lnTo>
                  <a:lnTo>
                    <a:pt x="1861919" y="1084568"/>
                  </a:lnTo>
                  <a:lnTo>
                    <a:pt x="1862963" y="1084153"/>
                  </a:lnTo>
                  <a:lnTo>
                    <a:pt x="1869223" y="1081664"/>
                  </a:lnTo>
                  <a:lnTo>
                    <a:pt x="1870440" y="1081180"/>
                  </a:lnTo>
                  <a:lnTo>
                    <a:pt x="1876527" y="1078760"/>
                  </a:lnTo>
                  <a:lnTo>
                    <a:pt x="1878788" y="1077860"/>
                  </a:lnTo>
                  <a:lnTo>
                    <a:pt x="1880700" y="1077100"/>
                  </a:lnTo>
                  <a:lnTo>
                    <a:pt x="1884352" y="1075647"/>
                  </a:lnTo>
                  <a:lnTo>
                    <a:pt x="1884874" y="1075439"/>
                  </a:lnTo>
                  <a:lnTo>
                    <a:pt x="1885743" y="1075093"/>
                  </a:lnTo>
                  <a:lnTo>
                    <a:pt x="1886265" y="1074886"/>
                  </a:lnTo>
                  <a:lnTo>
                    <a:pt x="1886439" y="1074817"/>
                  </a:lnTo>
                  <a:lnTo>
                    <a:pt x="1888700" y="1073917"/>
                  </a:lnTo>
                  <a:lnTo>
                    <a:pt x="1898786" y="1069904"/>
                  </a:lnTo>
                  <a:lnTo>
                    <a:pt x="1899829" y="1069488"/>
                  </a:lnTo>
                  <a:lnTo>
                    <a:pt x="1901220" y="1068935"/>
                  </a:lnTo>
                  <a:lnTo>
                    <a:pt x="1905046" y="1067412"/>
                  </a:lnTo>
                  <a:lnTo>
                    <a:pt x="1906785" y="1066719"/>
                  </a:lnTo>
                  <a:lnTo>
                    <a:pt x="1907307" y="1066512"/>
                  </a:lnTo>
                  <a:lnTo>
                    <a:pt x="1908698" y="1065958"/>
                  </a:lnTo>
                  <a:lnTo>
                    <a:pt x="1909393" y="1065681"/>
                  </a:lnTo>
                  <a:lnTo>
                    <a:pt x="1912871" y="1064296"/>
                  </a:lnTo>
                  <a:lnTo>
                    <a:pt x="1913219" y="1064157"/>
                  </a:lnTo>
                  <a:lnTo>
                    <a:pt x="1916523" y="1062842"/>
                  </a:lnTo>
                  <a:lnTo>
                    <a:pt x="1918610" y="1062011"/>
                  </a:lnTo>
                  <a:lnTo>
                    <a:pt x="1920175" y="1061387"/>
                  </a:lnTo>
                  <a:lnTo>
                    <a:pt x="1921218" y="1060972"/>
                  </a:lnTo>
                  <a:lnTo>
                    <a:pt x="1922436" y="1060487"/>
                  </a:lnTo>
                  <a:lnTo>
                    <a:pt x="1923479" y="1060071"/>
                  </a:lnTo>
                  <a:lnTo>
                    <a:pt x="1924001" y="1059863"/>
                  </a:lnTo>
                  <a:lnTo>
                    <a:pt x="1924175" y="1059794"/>
                  </a:lnTo>
                  <a:lnTo>
                    <a:pt x="1925566" y="1059240"/>
                  </a:lnTo>
                  <a:lnTo>
                    <a:pt x="1927479" y="1058478"/>
                  </a:lnTo>
                  <a:lnTo>
                    <a:pt x="1929739" y="1057577"/>
                  </a:lnTo>
                  <a:lnTo>
                    <a:pt x="1931305" y="1056953"/>
                  </a:lnTo>
                  <a:lnTo>
                    <a:pt x="1935130" y="1055429"/>
                  </a:lnTo>
                  <a:lnTo>
                    <a:pt x="1936348" y="1054944"/>
                  </a:lnTo>
                  <a:lnTo>
                    <a:pt x="1936869" y="1054736"/>
                  </a:lnTo>
                  <a:lnTo>
                    <a:pt x="1938434" y="1054112"/>
                  </a:lnTo>
                  <a:lnTo>
                    <a:pt x="1944173" y="1051825"/>
                  </a:lnTo>
                  <a:lnTo>
                    <a:pt x="1949912" y="1049537"/>
                  </a:lnTo>
                  <a:lnTo>
                    <a:pt x="1953563" y="1048081"/>
                  </a:lnTo>
                  <a:lnTo>
                    <a:pt x="1953737" y="1048012"/>
                  </a:lnTo>
                  <a:lnTo>
                    <a:pt x="1955650" y="1047249"/>
                  </a:lnTo>
                  <a:lnTo>
                    <a:pt x="1955824" y="1047180"/>
                  </a:lnTo>
                  <a:lnTo>
                    <a:pt x="1957389" y="1046555"/>
                  </a:lnTo>
                  <a:lnTo>
                    <a:pt x="1960867" y="1045168"/>
                  </a:lnTo>
                  <a:lnTo>
                    <a:pt x="1961910" y="1044752"/>
                  </a:lnTo>
                  <a:lnTo>
                    <a:pt x="1962780" y="1044405"/>
                  </a:lnTo>
                  <a:lnTo>
                    <a:pt x="1963128" y="1044267"/>
                  </a:lnTo>
                  <a:lnTo>
                    <a:pt x="1964171" y="1043850"/>
                  </a:lnTo>
                  <a:lnTo>
                    <a:pt x="1970431" y="1041353"/>
                  </a:lnTo>
                  <a:lnTo>
                    <a:pt x="1974779" y="1039618"/>
                  </a:lnTo>
                  <a:lnTo>
                    <a:pt x="1977561" y="1038508"/>
                  </a:lnTo>
                  <a:lnTo>
                    <a:pt x="1977909" y="1038369"/>
                  </a:lnTo>
                  <a:lnTo>
                    <a:pt x="1980865" y="1037189"/>
                  </a:lnTo>
                  <a:lnTo>
                    <a:pt x="1983474" y="1036148"/>
                  </a:lnTo>
                  <a:lnTo>
                    <a:pt x="1987300" y="1034621"/>
                  </a:lnTo>
                  <a:lnTo>
                    <a:pt x="1990082" y="1033510"/>
                  </a:lnTo>
                  <a:lnTo>
                    <a:pt x="1994255" y="1031844"/>
                  </a:lnTo>
                  <a:lnTo>
                    <a:pt x="1997212" y="1030664"/>
                  </a:lnTo>
                  <a:lnTo>
                    <a:pt x="1997907" y="1030386"/>
                  </a:lnTo>
                  <a:lnTo>
                    <a:pt x="1998255" y="1030247"/>
                  </a:lnTo>
                  <a:lnTo>
                    <a:pt x="1998429" y="1030177"/>
                  </a:lnTo>
                  <a:lnTo>
                    <a:pt x="1998603" y="1030108"/>
                  </a:lnTo>
                  <a:lnTo>
                    <a:pt x="1999820" y="1029622"/>
                  </a:lnTo>
                  <a:lnTo>
                    <a:pt x="2001559" y="1028927"/>
                  </a:lnTo>
                  <a:lnTo>
                    <a:pt x="2001733" y="1028858"/>
                  </a:lnTo>
                  <a:lnTo>
                    <a:pt x="2003472" y="1028163"/>
                  </a:lnTo>
                  <a:lnTo>
                    <a:pt x="2005907" y="1027191"/>
                  </a:lnTo>
                  <a:lnTo>
                    <a:pt x="2007124" y="1026705"/>
                  </a:lnTo>
                  <a:lnTo>
                    <a:pt x="2010950" y="1025176"/>
                  </a:lnTo>
                  <a:lnTo>
                    <a:pt x="2019818" y="1021633"/>
                  </a:lnTo>
                  <a:lnTo>
                    <a:pt x="2023818" y="1020034"/>
                  </a:lnTo>
                  <a:lnTo>
                    <a:pt x="2026774" y="1018853"/>
                  </a:lnTo>
                  <a:lnTo>
                    <a:pt x="2027470" y="1018575"/>
                  </a:lnTo>
                  <a:lnTo>
                    <a:pt x="2035817" y="1015238"/>
                  </a:lnTo>
                  <a:lnTo>
                    <a:pt x="2036860" y="1014821"/>
                  </a:lnTo>
                  <a:lnTo>
                    <a:pt x="2043121" y="1012317"/>
                  </a:lnTo>
                  <a:lnTo>
                    <a:pt x="2044338" y="1011830"/>
                  </a:lnTo>
                  <a:lnTo>
                    <a:pt x="2050424" y="1009396"/>
                  </a:lnTo>
                  <a:lnTo>
                    <a:pt x="2052685" y="1008492"/>
                  </a:lnTo>
                  <a:lnTo>
                    <a:pt x="2054598" y="1007726"/>
                  </a:lnTo>
                  <a:lnTo>
                    <a:pt x="2058250" y="1006265"/>
                  </a:lnTo>
                  <a:lnTo>
                    <a:pt x="2058771" y="1006056"/>
                  </a:lnTo>
                  <a:lnTo>
                    <a:pt x="2059641" y="1005709"/>
                  </a:lnTo>
                  <a:lnTo>
                    <a:pt x="2060163" y="1005500"/>
                  </a:lnTo>
                  <a:lnTo>
                    <a:pt x="2060336" y="1005430"/>
                  </a:lnTo>
                  <a:lnTo>
                    <a:pt x="2062597" y="1004526"/>
                  </a:lnTo>
                  <a:lnTo>
                    <a:pt x="2072683" y="1000489"/>
                  </a:lnTo>
                  <a:lnTo>
                    <a:pt x="2073727" y="1000071"/>
                  </a:lnTo>
                  <a:lnTo>
                    <a:pt x="2075118" y="999514"/>
                  </a:lnTo>
                  <a:lnTo>
                    <a:pt x="2078943" y="997983"/>
                  </a:lnTo>
                  <a:lnTo>
                    <a:pt x="2080682" y="997286"/>
                  </a:lnTo>
                  <a:lnTo>
                    <a:pt x="2081204" y="997077"/>
                  </a:lnTo>
                  <a:lnTo>
                    <a:pt x="2082595" y="996520"/>
                  </a:lnTo>
                  <a:lnTo>
                    <a:pt x="2083291" y="996242"/>
                  </a:lnTo>
                  <a:lnTo>
                    <a:pt x="2086769" y="994849"/>
                  </a:lnTo>
                  <a:lnTo>
                    <a:pt x="2087117" y="994710"/>
                  </a:lnTo>
                  <a:lnTo>
                    <a:pt x="2090421" y="993387"/>
                  </a:lnTo>
                  <a:lnTo>
                    <a:pt x="2092507" y="992551"/>
                  </a:lnTo>
                  <a:lnTo>
                    <a:pt x="2094073" y="991924"/>
                  </a:lnTo>
                  <a:lnTo>
                    <a:pt x="2095116" y="991506"/>
                  </a:lnTo>
                  <a:lnTo>
                    <a:pt x="2096333" y="991018"/>
                  </a:lnTo>
                  <a:lnTo>
                    <a:pt x="2097377" y="990600"/>
                  </a:lnTo>
                  <a:lnTo>
                    <a:pt x="2097898" y="990391"/>
                  </a:lnTo>
                  <a:lnTo>
                    <a:pt x="2098072" y="990322"/>
                  </a:lnTo>
                  <a:lnTo>
                    <a:pt x="2099463" y="989764"/>
                  </a:lnTo>
                  <a:lnTo>
                    <a:pt x="2101376" y="988998"/>
                  </a:lnTo>
                  <a:lnTo>
                    <a:pt x="2103637" y="988092"/>
                  </a:lnTo>
                  <a:lnTo>
                    <a:pt x="2105202" y="987465"/>
                  </a:lnTo>
                  <a:lnTo>
                    <a:pt x="2109028" y="985932"/>
                  </a:lnTo>
                  <a:lnTo>
                    <a:pt x="2110245" y="985444"/>
                  </a:lnTo>
                  <a:lnTo>
                    <a:pt x="2110767" y="985235"/>
                  </a:lnTo>
                  <a:lnTo>
                    <a:pt x="2112332" y="984608"/>
                  </a:lnTo>
                  <a:lnTo>
                    <a:pt x="2118070" y="982307"/>
                  </a:lnTo>
                  <a:lnTo>
                    <a:pt x="2123809" y="980007"/>
                  </a:lnTo>
                  <a:lnTo>
                    <a:pt x="2127461" y="978543"/>
                  </a:lnTo>
                  <a:lnTo>
                    <a:pt x="2127635" y="978473"/>
                  </a:lnTo>
                  <a:lnTo>
                    <a:pt x="2129548" y="977706"/>
                  </a:lnTo>
                  <a:lnTo>
                    <a:pt x="2129722" y="977636"/>
                  </a:lnTo>
                  <a:lnTo>
                    <a:pt x="2131287" y="977008"/>
                  </a:lnTo>
                  <a:lnTo>
                    <a:pt x="2134765" y="975614"/>
                  </a:lnTo>
                  <a:lnTo>
                    <a:pt x="2135808" y="975195"/>
                  </a:lnTo>
                  <a:lnTo>
                    <a:pt x="2136677" y="974846"/>
                  </a:lnTo>
                  <a:lnTo>
                    <a:pt x="2137025" y="974707"/>
                  </a:lnTo>
                  <a:lnTo>
                    <a:pt x="2138069" y="974288"/>
                  </a:lnTo>
                  <a:lnTo>
                    <a:pt x="2144329" y="971777"/>
                  </a:lnTo>
                  <a:lnTo>
                    <a:pt x="2148676" y="970033"/>
                  </a:lnTo>
                  <a:lnTo>
                    <a:pt x="2150241" y="969405"/>
                  </a:lnTo>
                  <a:lnTo>
                    <a:pt x="2151459" y="968916"/>
                  </a:lnTo>
                  <a:lnTo>
                    <a:pt x="2151807" y="968777"/>
                  </a:lnTo>
                  <a:lnTo>
                    <a:pt x="2154763" y="967590"/>
                  </a:lnTo>
                  <a:lnTo>
                    <a:pt x="2157371" y="966544"/>
                  </a:lnTo>
                  <a:lnTo>
                    <a:pt x="2161197" y="965008"/>
                  </a:lnTo>
                  <a:lnTo>
                    <a:pt x="2163979" y="963891"/>
                  </a:lnTo>
                  <a:lnTo>
                    <a:pt x="2168153" y="962216"/>
                  </a:lnTo>
                  <a:lnTo>
                    <a:pt x="2171109" y="961029"/>
                  </a:lnTo>
                  <a:lnTo>
                    <a:pt x="2171805" y="960750"/>
                  </a:lnTo>
                  <a:lnTo>
                    <a:pt x="2172153" y="960610"/>
                  </a:lnTo>
                  <a:lnTo>
                    <a:pt x="2172326" y="960540"/>
                  </a:lnTo>
                  <a:lnTo>
                    <a:pt x="2172500" y="960470"/>
                  </a:lnTo>
                  <a:lnTo>
                    <a:pt x="2173718" y="959981"/>
                  </a:lnTo>
                  <a:lnTo>
                    <a:pt x="2175457" y="959283"/>
                  </a:lnTo>
                  <a:lnTo>
                    <a:pt x="2175630" y="959213"/>
                  </a:lnTo>
                  <a:lnTo>
                    <a:pt x="2177369" y="958515"/>
                  </a:lnTo>
                  <a:lnTo>
                    <a:pt x="2179804" y="957537"/>
                  </a:lnTo>
                  <a:lnTo>
                    <a:pt x="2181021" y="957048"/>
                  </a:lnTo>
                  <a:lnTo>
                    <a:pt x="2184847" y="955512"/>
                  </a:lnTo>
                  <a:lnTo>
                    <a:pt x="2193716" y="951949"/>
                  </a:lnTo>
                  <a:lnTo>
                    <a:pt x="2197715" y="950342"/>
                  </a:lnTo>
                  <a:lnTo>
                    <a:pt x="2198063" y="950202"/>
                  </a:lnTo>
                  <a:lnTo>
                    <a:pt x="2198933" y="949853"/>
                  </a:lnTo>
                  <a:lnTo>
                    <a:pt x="2200672" y="949154"/>
                  </a:lnTo>
                  <a:lnTo>
                    <a:pt x="2201367" y="948874"/>
                  </a:lnTo>
                  <a:lnTo>
                    <a:pt x="2209714" y="945520"/>
                  </a:lnTo>
                  <a:lnTo>
                    <a:pt x="2210758" y="945100"/>
                  </a:lnTo>
                  <a:lnTo>
                    <a:pt x="2217018" y="942583"/>
                  </a:lnTo>
                  <a:lnTo>
                    <a:pt x="2224322" y="939647"/>
                  </a:lnTo>
                  <a:lnTo>
                    <a:pt x="2226582" y="938737"/>
                  </a:lnTo>
                  <a:lnTo>
                    <a:pt x="2228495" y="937968"/>
                  </a:lnTo>
                  <a:lnTo>
                    <a:pt x="2232147" y="936499"/>
                  </a:lnTo>
                  <a:lnTo>
                    <a:pt x="2232669" y="936289"/>
                  </a:lnTo>
                  <a:lnTo>
                    <a:pt x="2233538" y="935940"/>
                  </a:lnTo>
                  <a:lnTo>
                    <a:pt x="2234060" y="935730"/>
                  </a:lnTo>
                  <a:lnTo>
                    <a:pt x="2234234" y="935660"/>
                  </a:lnTo>
                  <a:lnTo>
                    <a:pt x="2236495" y="934751"/>
                  </a:lnTo>
                  <a:lnTo>
                    <a:pt x="2246581" y="930693"/>
                  </a:lnTo>
                  <a:lnTo>
                    <a:pt x="2247624" y="930273"/>
                  </a:lnTo>
                  <a:lnTo>
                    <a:pt x="2249015" y="929713"/>
                  </a:lnTo>
                  <a:lnTo>
                    <a:pt x="2252841" y="928173"/>
                  </a:lnTo>
                  <a:lnTo>
                    <a:pt x="2254580" y="927473"/>
                  </a:lnTo>
                  <a:lnTo>
                    <a:pt x="2255102" y="927263"/>
                  </a:lnTo>
                  <a:lnTo>
                    <a:pt x="2256493" y="926703"/>
                  </a:lnTo>
                  <a:lnTo>
                    <a:pt x="2257188" y="926423"/>
                  </a:lnTo>
                  <a:lnTo>
                    <a:pt x="2260666" y="925023"/>
                  </a:lnTo>
                  <a:lnTo>
                    <a:pt x="2261014" y="924883"/>
                  </a:lnTo>
                  <a:lnTo>
                    <a:pt x="2264318" y="923553"/>
                  </a:lnTo>
                  <a:lnTo>
                    <a:pt x="2266405" y="922713"/>
                  </a:lnTo>
                  <a:lnTo>
                    <a:pt x="2267970" y="922083"/>
                  </a:lnTo>
                  <a:lnTo>
                    <a:pt x="2269013" y="921663"/>
                  </a:lnTo>
                  <a:lnTo>
                    <a:pt x="2270231" y="921173"/>
                  </a:lnTo>
                  <a:lnTo>
                    <a:pt x="2271274" y="920753"/>
                  </a:lnTo>
                  <a:lnTo>
                    <a:pt x="2271796" y="920542"/>
                  </a:lnTo>
                  <a:lnTo>
                    <a:pt x="2271970" y="920472"/>
                  </a:lnTo>
                  <a:lnTo>
                    <a:pt x="2273361" y="919912"/>
                  </a:lnTo>
                  <a:lnTo>
                    <a:pt x="2275274" y="919142"/>
                  </a:lnTo>
                  <a:lnTo>
                    <a:pt x="2277534" y="918231"/>
                  </a:lnTo>
                  <a:lnTo>
                    <a:pt x="2279099" y="917601"/>
                  </a:lnTo>
                  <a:lnTo>
                    <a:pt x="2282925" y="916060"/>
                  </a:lnTo>
                  <a:lnTo>
                    <a:pt x="2284142" y="915570"/>
                  </a:lnTo>
                  <a:lnTo>
                    <a:pt x="2284664" y="915360"/>
                  </a:lnTo>
                  <a:lnTo>
                    <a:pt x="2286229" y="914729"/>
                  </a:lnTo>
                  <a:lnTo>
                    <a:pt x="2291968" y="912417"/>
                  </a:lnTo>
                  <a:lnTo>
                    <a:pt x="2297706" y="910105"/>
                  </a:lnTo>
                  <a:lnTo>
                    <a:pt x="2301358" y="908633"/>
                  </a:lnTo>
                  <a:lnTo>
                    <a:pt x="2301532" y="908563"/>
                  </a:lnTo>
                  <a:lnTo>
                    <a:pt x="2303445" y="907792"/>
                  </a:lnTo>
                  <a:lnTo>
                    <a:pt x="2303619" y="907722"/>
                  </a:lnTo>
                  <a:lnTo>
                    <a:pt x="2308662" y="905689"/>
                  </a:lnTo>
                  <a:lnTo>
                    <a:pt x="2309705" y="905269"/>
                  </a:lnTo>
                  <a:lnTo>
                    <a:pt x="2310575" y="904918"/>
                  </a:lnTo>
                  <a:lnTo>
                    <a:pt x="2310923" y="904778"/>
                  </a:lnTo>
                  <a:lnTo>
                    <a:pt x="2311966" y="904358"/>
                  </a:lnTo>
                  <a:lnTo>
                    <a:pt x="2318226" y="901834"/>
                  </a:lnTo>
                  <a:lnTo>
                    <a:pt x="2322574" y="900081"/>
                  </a:lnTo>
                  <a:lnTo>
                    <a:pt x="2324139" y="899449"/>
                  </a:lnTo>
                  <a:lnTo>
                    <a:pt x="2325356" y="898959"/>
                  </a:lnTo>
                  <a:lnTo>
                    <a:pt x="2325704" y="898818"/>
                  </a:lnTo>
                  <a:lnTo>
                    <a:pt x="2328660" y="897626"/>
                  </a:lnTo>
                  <a:lnTo>
                    <a:pt x="2331269" y="896574"/>
                  </a:lnTo>
                  <a:lnTo>
                    <a:pt x="2335094" y="895031"/>
                  </a:lnTo>
                  <a:lnTo>
                    <a:pt x="2337877" y="893908"/>
                  </a:lnTo>
                  <a:lnTo>
                    <a:pt x="2342050" y="892225"/>
                  </a:lnTo>
                  <a:lnTo>
                    <a:pt x="2345007" y="891032"/>
                  </a:lnTo>
                  <a:lnTo>
                    <a:pt x="2345702" y="890751"/>
                  </a:lnTo>
                  <a:lnTo>
                    <a:pt x="2346050" y="890611"/>
                  </a:lnTo>
                  <a:lnTo>
                    <a:pt x="2346224" y="890541"/>
                  </a:lnTo>
                  <a:lnTo>
                    <a:pt x="2346398" y="890471"/>
                  </a:lnTo>
                  <a:lnTo>
                    <a:pt x="2347615" y="889979"/>
                  </a:lnTo>
                  <a:lnTo>
                    <a:pt x="2349354" y="889278"/>
                  </a:lnTo>
                  <a:lnTo>
                    <a:pt x="2349528" y="889207"/>
                  </a:lnTo>
                  <a:lnTo>
                    <a:pt x="2353701" y="887523"/>
                  </a:lnTo>
                  <a:lnTo>
                    <a:pt x="2354919" y="887032"/>
                  </a:lnTo>
                  <a:lnTo>
                    <a:pt x="2358744" y="885488"/>
                  </a:lnTo>
                  <a:lnTo>
                    <a:pt x="2367613" y="881908"/>
                  </a:lnTo>
                  <a:lnTo>
                    <a:pt x="2371613" y="880293"/>
                  </a:lnTo>
                  <a:lnTo>
                    <a:pt x="2371961" y="880152"/>
                  </a:lnTo>
                  <a:lnTo>
                    <a:pt x="2372830" y="879801"/>
                  </a:lnTo>
                  <a:lnTo>
                    <a:pt x="2374569" y="879099"/>
                  </a:lnTo>
                  <a:lnTo>
                    <a:pt x="2375265" y="878818"/>
                  </a:lnTo>
                  <a:lnTo>
                    <a:pt x="2383612" y="875447"/>
                  </a:lnTo>
                  <a:lnTo>
                    <a:pt x="2384655" y="875026"/>
                  </a:lnTo>
                  <a:lnTo>
                    <a:pt x="2390916" y="872497"/>
                  </a:lnTo>
                  <a:lnTo>
                    <a:pt x="2392133" y="872005"/>
                  </a:lnTo>
                  <a:lnTo>
                    <a:pt x="2398219" y="869546"/>
                  </a:lnTo>
                  <a:lnTo>
                    <a:pt x="2400480" y="868633"/>
                  </a:lnTo>
                  <a:lnTo>
                    <a:pt x="2402393" y="867860"/>
                  </a:lnTo>
                  <a:lnTo>
                    <a:pt x="2406045" y="866384"/>
                  </a:lnTo>
                  <a:lnTo>
                    <a:pt x="2406566" y="866173"/>
                  </a:lnTo>
                  <a:lnTo>
                    <a:pt x="2407436" y="865822"/>
                  </a:lnTo>
                  <a:lnTo>
                    <a:pt x="2407957" y="865611"/>
                  </a:lnTo>
                  <a:lnTo>
                    <a:pt x="2408131" y="865540"/>
                  </a:lnTo>
                  <a:lnTo>
                    <a:pt x="2410392" y="864627"/>
                  </a:lnTo>
                  <a:lnTo>
                    <a:pt x="2420478" y="860550"/>
                  </a:lnTo>
                  <a:lnTo>
                    <a:pt x="2421521" y="860128"/>
                  </a:lnTo>
                  <a:lnTo>
                    <a:pt x="2422913" y="859565"/>
                  </a:lnTo>
                  <a:lnTo>
                    <a:pt x="2426738" y="858019"/>
                  </a:lnTo>
                  <a:lnTo>
                    <a:pt x="2428477" y="857315"/>
                  </a:lnTo>
                  <a:lnTo>
                    <a:pt x="2428999" y="857104"/>
                  </a:lnTo>
                  <a:lnTo>
                    <a:pt x="2430390" y="856542"/>
                  </a:lnTo>
                  <a:lnTo>
                    <a:pt x="2431086" y="856261"/>
                  </a:lnTo>
                  <a:lnTo>
                    <a:pt x="2434564" y="854854"/>
                  </a:lnTo>
                  <a:lnTo>
                    <a:pt x="2434912" y="854713"/>
                  </a:lnTo>
                  <a:lnTo>
                    <a:pt x="2438216" y="853377"/>
                  </a:lnTo>
                  <a:lnTo>
                    <a:pt x="2440302" y="852533"/>
                  </a:lnTo>
                  <a:lnTo>
                    <a:pt x="2441867" y="851900"/>
                  </a:lnTo>
                  <a:lnTo>
                    <a:pt x="2442911" y="851478"/>
                  </a:lnTo>
                  <a:lnTo>
                    <a:pt x="2444128" y="850986"/>
                  </a:lnTo>
                  <a:lnTo>
                    <a:pt x="2445172" y="850564"/>
                  </a:lnTo>
                  <a:lnTo>
                    <a:pt x="2445693" y="850352"/>
                  </a:lnTo>
                  <a:lnTo>
                    <a:pt x="2445867" y="850282"/>
                  </a:lnTo>
                  <a:lnTo>
                    <a:pt x="2447258" y="849719"/>
                  </a:lnTo>
                  <a:lnTo>
                    <a:pt x="2449171" y="848945"/>
                  </a:lnTo>
                  <a:lnTo>
                    <a:pt x="2451432" y="848031"/>
                  </a:lnTo>
                  <a:lnTo>
                    <a:pt x="2452997" y="847398"/>
                  </a:lnTo>
                  <a:lnTo>
                    <a:pt x="2456823" y="845850"/>
                  </a:lnTo>
                  <a:lnTo>
                    <a:pt x="2458040" y="845357"/>
                  </a:lnTo>
                  <a:lnTo>
                    <a:pt x="2458562" y="845146"/>
                  </a:lnTo>
                  <a:lnTo>
                    <a:pt x="2460127" y="844513"/>
                  </a:lnTo>
                  <a:lnTo>
                    <a:pt x="2465865" y="842190"/>
                  </a:lnTo>
                  <a:lnTo>
                    <a:pt x="2471604" y="839867"/>
                  </a:lnTo>
                  <a:lnTo>
                    <a:pt x="2475256" y="838389"/>
                  </a:lnTo>
                  <a:lnTo>
                    <a:pt x="2475430" y="838319"/>
                  </a:lnTo>
                  <a:lnTo>
                    <a:pt x="2477343" y="837544"/>
                  </a:lnTo>
                  <a:lnTo>
                    <a:pt x="2477516" y="837474"/>
                  </a:lnTo>
                  <a:lnTo>
                    <a:pt x="2479082" y="836840"/>
                  </a:lnTo>
                  <a:lnTo>
                    <a:pt x="2482559" y="835432"/>
                  </a:lnTo>
                  <a:lnTo>
                    <a:pt x="2483603" y="835009"/>
                  </a:lnTo>
                  <a:lnTo>
                    <a:pt x="2484472" y="834657"/>
                  </a:lnTo>
                  <a:lnTo>
                    <a:pt x="2484820" y="834517"/>
                  </a:lnTo>
                  <a:lnTo>
                    <a:pt x="2485864" y="834094"/>
                  </a:lnTo>
                  <a:lnTo>
                    <a:pt x="2492124" y="831559"/>
                  </a:lnTo>
                  <a:lnTo>
                    <a:pt x="2496471" y="829798"/>
                  </a:lnTo>
                  <a:lnTo>
                    <a:pt x="2498036" y="829164"/>
                  </a:lnTo>
                  <a:lnTo>
                    <a:pt x="2499254" y="828671"/>
                  </a:lnTo>
                  <a:lnTo>
                    <a:pt x="2499601" y="828530"/>
                  </a:lnTo>
                  <a:lnTo>
                    <a:pt x="2502558" y="827333"/>
                  </a:lnTo>
                  <a:lnTo>
                    <a:pt x="2505166" y="826276"/>
                  </a:lnTo>
                  <a:lnTo>
                    <a:pt x="2508992" y="824726"/>
                  </a:lnTo>
                  <a:lnTo>
                    <a:pt x="2511774" y="823599"/>
                  </a:lnTo>
                  <a:lnTo>
                    <a:pt x="2515948" y="821908"/>
                  </a:lnTo>
                  <a:lnTo>
                    <a:pt x="2518904" y="820710"/>
                  </a:lnTo>
                  <a:lnTo>
                    <a:pt x="2519600" y="820428"/>
                  </a:lnTo>
                  <a:lnTo>
                    <a:pt x="2519947" y="820287"/>
                  </a:lnTo>
                  <a:lnTo>
                    <a:pt x="2520121" y="820216"/>
                  </a:lnTo>
                  <a:lnTo>
                    <a:pt x="2520295" y="820146"/>
                  </a:lnTo>
                  <a:lnTo>
                    <a:pt x="2521512" y="819652"/>
                  </a:lnTo>
                  <a:lnTo>
                    <a:pt x="2523251" y="818948"/>
                  </a:lnTo>
                  <a:lnTo>
                    <a:pt x="2523425" y="818877"/>
                  </a:lnTo>
                  <a:lnTo>
                    <a:pt x="2525164" y="818172"/>
                  </a:lnTo>
                  <a:lnTo>
                    <a:pt x="2527599" y="817186"/>
                  </a:lnTo>
                  <a:lnTo>
                    <a:pt x="2528816" y="816692"/>
                  </a:lnTo>
                  <a:lnTo>
                    <a:pt x="2532642" y="815141"/>
                  </a:lnTo>
                  <a:lnTo>
                    <a:pt x="2541511" y="811546"/>
                  </a:lnTo>
                  <a:lnTo>
                    <a:pt x="2545510" y="809924"/>
                  </a:lnTo>
                  <a:lnTo>
                    <a:pt x="2545858" y="809783"/>
                  </a:lnTo>
                  <a:lnTo>
                    <a:pt x="2546728" y="809430"/>
                  </a:lnTo>
                  <a:lnTo>
                    <a:pt x="2548467" y="808725"/>
                  </a:lnTo>
                  <a:lnTo>
                    <a:pt x="2549162" y="808443"/>
                  </a:lnTo>
                  <a:lnTo>
                    <a:pt x="2557509" y="805058"/>
                  </a:lnTo>
                  <a:lnTo>
                    <a:pt x="2558553" y="804634"/>
                  </a:lnTo>
                  <a:lnTo>
                    <a:pt x="2564813" y="802095"/>
                  </a:lnTo>
                  <a:lnTo>
                    <a:pt x="2566030" y="801601"/>
                  </a:lnTo>
                  <a:lnTo>
                    <a:pt x="2572117" y="799132"/>
                  </a:lnTo>
                  <a:lnTo>
                    <a:pt x="2574377" y="798214"/>
                  </a:lnTo>
                  <a:lnTo>
                    <a:pt x="2576290" y="797438"/>
                  </a:lnTo>
                  <a:lnTo>
                    <a:pt x="2579942" y="795956"/>
                  </a:lnTo>
                  <a:lnTo>
                    <a:pt x="2580464" y="795745"/>
                  </a:lnTo>
                  <a:lnTo>
                    <a:pt x="2581333" y="795392"/>
                  </a:lnTo>
                  <a:lnTo>
                    <a:pt x="2581855" y="795180"/>
                  </a:lnTo>
                  <a:lnTo>
                    <a:pt x="2582029" y="795109"/>
                  </a:lnTo>
                  <a:lnTo>
                    <a:pt x="2584289" y="794192"/>
                  </a:lnTo>
                  <a:lnTo>
                    <a:pt x="2594376" y="790098"/>
                  </a:lnTo>
                  <a:lnTo>
                    <a:pt x="2595419" y="789674"/>
                  </a:lnTo>
                  <a:lnTo>
                    <a:pt x="2600636" y="787556"/>
                  </a:lnTo>
                  <a:lnTo>
                    <a:pt x="2602375" y="786850"/>
                  </a:lnTo>
                  <a:lnTo>
                    <a:pt x="2602896" y="786639"/>
                  </a:lnTo>
                  <a:lnTo>
                    <a:pt x="2604288" y="786074"/>
                  </a:lnTo>
                  <a:lnTo>
                    <a:pt x="2604983" y="785791"/>
                  </a:lnTo>
                  <a:lnTo>
                    <a:pt x="2608461" y="784379"/>
                  </a:lnTo>
                  <a:lnTo>
                    <a:pt x="2608809" y="784238"/>
                  </a:lnTo>
                  <a:lnTo>
                    <a:pt x="2612113" y="782896"/>
                  </a:lnTo>
                  <a:lnTo>
                    <a:pt x="2614200" y="782048"/>
                  </a:lnTo>
                  <a:lnTo>
                    <a:pt x="2615765" y="781413"/>
                  </a:lnTo>
                  <a:lnTo>
                    <a:pt x="2616808" y="780989"/>
                  </a:lnTo>
                  <a:lnTo>
                    <a:pt x="2618026" y="780495"/>
                  </a:lnTo>
                  <a:lnTo>
                    <a:pt x="2619069" y="780071"/>
                  </a:lnTo>
                  <a:lnTo>
                    <a:pt x="2619591" y="779859"/>
                  </a:lnTo>
                  <a:lnTo>
                    <a:pt x="2619765" y="779788"/>
                  </a:lnTo>
                  <a:lnTo>
                    <a:pt x="2621156" y="779223"/>
                  </a:lnTo>
                  <a:lnTo>
                    <a:pt x="2623069" y="778446"/>
                  </a:lnTo>
                  <a:lnTo>
                    <a:pt x="2625329" y="777528"/>
                  </a:lnTo>
                  <a:lnTo>
                    <a:pt x="2626894" y="776892"/>
                  </a:lnTo>
                  <a:lnTo>
                    <a:pt x="2630720" y="775338"/>
                  </a:lnTo>
                  <a:lnTo>
                    <a:pt x="2631937" y="774843"/>
                  </a:lnTo>
                  <a:lnTo>
                    <a:pt x="2632459" y="774631"/>
                  </a:lnTo>
                  <a:lnTo>
                    <a:pt x="2634024" y="773996"/>
                  </a:lnTo>
                  <a:lnTo>
                    <a:pt x="2639763" y="771664"/>
                  </a:lnTo>
                  <a:lnTo>
                    <a:pt x="2645501" y="769332"/>
                  </a:lnTo>
                  <a:lnTo>
                    <a:pt x="2649153" y="767848"/>
                  </a:lnTo>
                  <a:lnTo>
                    <a:pt x="2649327" y="767777"/>
                  </a:lnTo>
                  <a:lnTo>
                    <a:pt x="2651240" y="767000"/>
                  </a:lnTo>
                  <a:lnTo>
                    <a:pt x="2651414" y="766929"/>
                  </a:lnTo>
                  <a:lnTo>
                    <a:pt x="2652979" y="766293"/>
                  </a:lnTo>
                  <a:lnTo>
                    <a:pt x="2656457" y="764879"/>
                  </a:lnTo>
                  <a:lnTo>
                    <a:pt x="2657500" y="764455"/>
                  </a:lnTo>
                  <a:lnTo>
                    <a:pt x="2658370" y="764101"/>
                  </a:lnTo>
                  <a:lnTo>
                    <a:pt x="2658718" y="763960"/>
                  </a:lnTo>
                  <a:lnTo>
                    <a:pt x="2659761" y="763536"/>
                  </a:lnTo>
                  <a:lnTo>
                    <a:pt x="2666021" y="760991"/>
                  </a:lnTo>
                  <a:lnTo>
                    <a:pt x="2670369" y="759223"/>
                  </a:lnTo>
                  <a:lnTo>
                    <a:pt x="2671934" y="758587"/>
                  </a:lnTo>
                  <a:lnTo>
                    <a:pt x="2673151" y="758092"/>
                  </a:lnTo>
                  <a:lnTo>
                    <a:pt x="2673499" y="757950"/>
                  </a:lnTo>
                  <a:lnTo>
                    <a:pt x="2676455" y="756748"/>
                  </a:lnTo>
                  <a:lnTo>
                    <a:pt x="2679064" y="755687"/>
                  </a:lnTo>
                  <a:lnTo>
                    <a:pt x="2682889" y="754131"/>
                  </a:lnTo>
                  <a:lnTo>
                    <a:pt x="2685672" y="753000"/>
                  </a:lnTo>
                  <a:lnTo>
                    <a:pt x="2689845" y="751302"/>
                  </a:lnTo>
                  <a:lnTo>
                    <a:pt x="2692801" y="750100"/>
                  </a:lnTo>
                  <a:lnTo>
                    <a:pt x="2693845" y="749675"/>
                  </a:lnTo>
                  <a:lnTo>
                    <a:pt x="2694019" y="749604"/>
                  </a:lnTo>
                  <a:lnTo>
                    <a:pt x="2694193" y="749534"/>
                  </a:lnTo>
                  <a:lnTo>
                    <a:pt x="2695410" y="749038"/>
                  </a:lnTo>
                  <a:lnTo>
                    <a:pt x="2697149" y="748331"/>
                  </a:lnTo>
                  <a:lnTo>
                    <a:pt x="2697323" y="748260"/>
                  </a:lnTo>
                  <a:lnTo>
                    <a:pt x="2699062" y="747553"/>
                  </a:lnTo>
                  <a:lnTo>
                    <a:pt x="2701496" y="746562"/>
                  </a:lnTo>
                  <a:lnTo>
                    <a:pt x="2702714" y="746067"/>
                  </a:lnTo>
                  <a:lnTo>
                    <a:pt x="2706539" y="744510"/>
                  </a:lnTo>
                  <a:lnTo>
                    <a:pt x="2715408" y="740901"/>
                  </a:lnTo>
                  <a:lnTo>
                    <a:pt x="2719408" y="739273"/>
                  </a:lnTo>
                  <a:lnTo>
                    <a:pt x="2719756" y="739132"/>
                  </a:lnTo>
                  <a:lnTo>
                    <a:pt x="2720625" y="738778"/>
                  </a:lnTo>
                  <a:lnTo>
                    <a:pt x="2722364" y="738070"/>
                  </a:lnTo>
                  <a:lnTo>
                    <a:pt x="2723060" y="737787"/>
                  </a:lnTo>
                  <a:lnTo>
                    <a:pt x="2731407" y="734389"/>
                  </a:lnTo>
                  <a:lnTo>
                    <a:pt x="2732450" y="733964"/>
                  </a:lnTo>
                  <a:lnTo>
                    <a:pt x="2738710" y="731415"/>
                  </a:lnTo>
                  <a:lnTo>
                    <a:pt x="2739928" y="730920"/>
                  </a:lnTo>
                  <a:lnTo>
                    <a:pt x="2746014" y="728441"/>
                  </a:lnTo>
                  <a:lnTo>
                    <a:pt x="2748275" y="727520"/>
                  </a:lnTo>
                  <a:lnTo>
                    <a:pt x="2750188" y="726741"/>
                  </a:lnTo>
                  <a:lnTo>
                    <a:pt x="2753839" y="725254"/>
                  </a:lnTo>
                  <a:lnTo>
                    <a:pt x="2754361" y="725042"/>
                  </a:lnTo>
                  <a:lnTo>
                    <a:pt x="2755231" y="724688"/>
                  </a:lnTo>
                  <a:lnTo>
                    <a:pt x="2755752" y="724475"/>
                  </a:lnTo>
                  <a:lnTo>
                    <a:pt x="2755926" y="724404"/>
                  </a:lnTo>
                  <a:lnTo>
                    <a:pt x="2758187" y="723483"/>
                  </a:lnTo>
                  <a:lnTo>
                    <a:pt x="2768273" y="719375"/>
                  </a:lnTo>
                  <a:lnTo>
                    <a:pt x="2769316" y="718950"/>
                  </a:lnTo>
                  <a:lnTo>
                    <a:pt x="2770708" y="718383"/>
                  </a:lnTo>
                  <a:lnTo>
                    <a:pt x="2774533" y="716824"/>
                  </a:lnTo>
                  <a:lnTo>
                    <a:pt x="2776272" y="716115"/>
                  </a:lnTo>
                  <a:lnTo>
                    <a:pt x="2776794" y="715903"/>
                  </a:lnTo>
                  <a:lnTo>
                    <a:pt x="2778185" y="715336"/>
                  </a:lnTo>
                  <a:lnTo>
                    <a:pt x="2778881" y="715053"/>
                  </a:lnTo>
                  <a:lnTo>
                    <a:pt x="2782359" y="713635"/>
                  </a:lnTo>
                  <a:lnTo>
                    <a:pt x="2782706" y="713494"/>
                  </a:lnTo>
                  <a:lnTo>
                    <a:pt x="2786011" y="712147"/>
                  </a:lnTo>
                  <a:lnTo>
                    <a:pt x="2788097" y="711297"/>
                  </a:lnTo>
                  <a:lnTo>
                    <a:pt x="2789662" y="710659"/>
                  </a:lnTo>
                  <a:lnTo>
                    <a:pt x="2791923" y="709737"/>
                  </a:lnTo>
                  <a:lnTo>
                    <a:pt x="2792966" y="709312"/>
                  </a:lnTo>
                  <a:lnTo>
                    <a:pt x="2793488" y="709099"/>
                  </a:lnTo>
                  <a:lnTo>
                    <a:pt x="2793662" y="709028"/>
                  </a:lnTo>
                  <a:lnTo>
                    <a:pt x="2795053" y="708461"/>
                  </a:lnTo>
                  <a:lnTo>
                    <a:pt x="2796966" y="707682"/>
                  </a:lnTo>
                  <a:lnTo>
                    <a:pt x="2799227" y="706760"/>
                  </a:lnTo>
                  <a:lnTo>
                    <a:pt x="2800792" y="706122"/>
                  </a:lnTo>
                  <a:lnTo>
                    <a:pt x="2804618" y="704563"/>
                  </a:lnTo>
                  <a:lnTo>
                    <a:pt x="2805835" y="704066"/>
                  </a:lnTo>
                  <a:lnTo>
                    <a:pt x="2806357" y="703854"/>
                  </a:lnTo>
                  <a:lnTo>
                    <a:pt x="2807922" y="703215"/>
                  </a:lnTo>
                  <a:lnTo>
                    <a:pt x="2813660" y="700876"/>
                  </a:lnTo>
                  <a:lnTo>
                    <a:pt x="2819399" y="698536"/>
                  </a:lnTo>
                  <a:lnTo>
                    <a:pt x="2823051" y="697046"/>
                  </a:lnTo>
                  <a:lnTo>
                    <a:pt x="2823225" y="696975"/>
                  </a:lnTo>
                  <a:lnTo>
                    <a:pt x="2825137" y="696195"/>
                  </a:lnTo>
                  <a:lnTo>
                    <a:pt x="2825311" y="696124"/>
                  </a:lnTo>
                  <a:lnTo>
                    <a:pt x="2826876" y="695486"/>
                  </a:lnTo>
                  <a:lnTo>
                    <a:pt x="2830354" y="694068"/>
                  </a:lnTo>
                  <a:lnTo>
                    <a:pt x="2831398" y="693642"/>
                  </a:lnTo>
                  <a:lnTo>
                    <a:pt x="2832267" y="693287"/>
                  </a:lnTo>
                  <a:lnTo>
                    <a:pt x="2832615" y="693145"/>
                  </a:lnTo>
                  <a:lnTo>
                    <a:pt x="2833658" y="692720"/>
                  </a:lnTo>
                  <a:lnTo>
                    <a:pt x="2839919" y="690166"/>
                  </a:lnTo>
                  <a:lnTo>
                    <a:pt x="2844266" y="688392"/>
                  </a:lnTo>
                  <a:lnTo>
                    <a:pt x="2845831" y="687754"/>
                  </a:lnTo>
                  <a:lnTo>
                    <a:pt x="2847049" y="687257"/>
                  </a:lnTo>
                  <a:lnTo>
                    <a:pt x="2847396" y="687115"/>
                  </a:lnTo>
                  <a:lnTo>
                    <a:pt x="2850353" y="685909"/>
                  </a:lnTo>
                  <a:lnTo>
                    <a:pt x="2852961" y="684845"/>
                  </a:lnTo>
                  <a:lnTo>
                    <a:pt x="2856787" y="683284"/>
                  </a:lnTo>
                  <a:lnTo>
                    <a:pt x="2859569" y="682148"/>
                  </a:lnTo>
                  <a:lnTo>
                    <a:pt x="2863743" y="680445"/>
                  </a:lnTo>
                  <a:lnTo>
                    <a:pt x="2866699" y="679238"/>
                  </a:lnTo>
                  <a:lnTo>
                    <a:pt x="2867395" y="678955"/>
                  </a:lnTo>
                  <a:lnTo>
                    <a:pt x="2867742" y="678813"/>
                  </a:lnTo>
                  <a:lnTo>
                    <a:pt x="2867916" y="678742"/>
                  </a:lnTo>
                  <a:lnTo>
                    <a:pt x="2868090" y="678671"/>
                  </a:lnTo>
                  <a:lnTo>
                    <a:pt x="2869307" y="678174"/>
                  </a:lnTo>
                  <a:lnTo>
                    <a:pt x="2871046" y="677464"/>
                  </a:lnTo>
                  <a:lnTo>
                    <a:pt x="2871220" y="677393"/>
                  </a:lnTo>
                  <a:lnTo>
                    <a:pt x="2872959" y="676683"/>
                  </a:lnTo>
                  <a:lnTo>
                    <a:pt x="2875394" y="675689"/>
                  </a:lnTo>
                  <a:lnTo>
                    <a:pt x="2876611" y="675193"/>
                  </a:lnTo>
                  <a:lnTo>
                    <a:pt x="2880437" y="673631"/>
                  </a:lnTo>
                  <a:lnTo>
                    <a:pt x="2889306" y="670010"/>
                  </a:lnTo>
                  <a:lnTo>
                    <a:pt x="2893305" y="668377"/>
                  </a:lnTo>
                  <a:lnTo>
                    <a:pt x="2893653" y="668235"/>
                  </a:lnTo>
                  <a:lnTo>
                    <a:pt x="2894523" y="667880"/>
                  </a:lnTo>
                  <a:lnTo>
                    <a:pt x="2896261" y="667170"/>
                  </a:lnTo>
                  <a:lnTo>
                    <a:pt x="2896957" y="666886"/>
                  </a:lnTo>
                  <a:lnTo>
                    <a:pt x="2905304" y="663477"/>
                  </a:lnTo>
                  <a:lnTo>
                    <a:pt x="2906348" y="663051"/>
                  </a:lnTo>
                  <a:lnTo>
                    <a:pt x="2912608" y="660494"/>
                  </a:lnTo>
                  <a:lnTo>
                    <a:pt x="2913825" y="659996"/>
                  </a:lnTo>
                  <a:lnTo>
                    <a:pt x="2919912" y="657510"/>
                  </a:lnTo>
                  <a:lnTo>
                    <a:pt x="2922172" y="656587"/>
                  </a:lnTo>
                  <a:lnTo>
                    <a:pt x="2924085" y="655805"/>
                  </a:lnTo>
                  <a:lnTo>
                    <a:pt x="2927737" y="654313"/>
                  </a:lnTo>
                  <a:lnTo>
                    <a:pt x="2928259" y="654100"/>
                  </a:lnTo>
                  <a:lnTo>
                    <a:pt x="2929128" y="653745"/>
                  </a:lnTo>
                  <a:lnTo>
                    <a:pt x="2929650" y="653532"/>
                  </a:lnTo>
                  <a:lnTo>
                    <a:pt x="2929824" y="653460"/>
                  </a:lnTo>
                  <a:lnTo>
                    <a:pt x="2932084" y="652537"/>
                  </a:lnTo>
                  <a:lnTo>
                    <a:pt x="2942170" y="648415"/>
                  </a:lnTo>
                  <a:lnTo>
                    <a:pt x="2943214" y="647989"/>
                  </a:lnTo>
                  <a:lnTo>
                    <a:pt x="2944605" y="647420"/>
                  </a:lnTo>
                  <a:lnTo>
                    <a:pt x="2948431" y="645857"/>
                  </a:lnTo>
                  <a:lnTo>
                    <a:pt x="2950170" y="645146"/>
                  </a:lnTo>
                  <a:lnTo>
                    <a:pt x="2950691" y="644933"/>
                  </a:lnTo>
                  <a:lnTo>
                    <a:pt x="2952083" y="644364"/>
                  </a:lnTo>
                  <a:lnTo>
                    <a:pt x="2952778" y="644080"/>
                  </a:lnTo>
                  <a:lnTo>
                    <a:pt x="2956256" y="642658"/>
                  </a:lnTo>
                  <a:lnTo>
                    <a:pt x="2956604" y="642516"/>
                  </a:lnTo>
                  <a:lnTo>
                    <a:pt x="2959908" y="641165"/>
                  </a:lnTo>
                  <a:lnTo>
                    <a:pt x="2961995" y="640312"/>
                  </a:lnTo>
                  <a:lnTo>
                    <a:pt x="2963560" y="639673"/>
                  </a:lnTo>
                  <a:lnTo>
                    <a:pt x="2964603" y="639246"/>
                  </a:lnTo>
                  <a:lnTo>
                    <a:pt x="2965820" y="638748"/>
                  </a:lnTo>
                  <a:lnTo>
                    <a:pt x="2966864" y="638322"/>
                  </a:lnTo>
                  <a:lnTo>
                    <a:pt x="2967386" y="638109"/>
                  </a:lnTo>
                  <a:lnTo>
                    <a:pt x="2967559" y="638037"/>
                  </a:lnTo>
                  <a:lnTo>
                    <a:pt x="2968951" y="637469"/>
                  </a:lnTo>
                  <a:lnTo>
                    <a:pt x="2970863" y="636687"/>
                  </a:lnTo>
                  <a:lnTo>
                    <a:pt x="2973124" y="635762"/>
                  </a:lnTo>
                  <a:lnTo>
                    <a:pt x="2974689" y="635122"/>
                  </a:lnTo>
                  <a:lnTo>
                    <a:pt x="2978515" y="633558"/>
                  </a:lnTo>
                  <a:lnTo>
                    <a:pt x="2979732" y="633060"/>
                  </a:lnTo>
                  <a:lnTo>
                    <a:pt x="2980254" y="632847"/>
                  </a:lnTo>
                  <a:lnTo>
                    <a:pt x="2981819" y="632207"/>
                  </a:lnTo>
                  <a:lnTo>
                    <a:pt x="2987558" y="629860"/>
                  </a:lnTo>
                  <a:lnTo>
                    <a:pt x="2993296" y="627513"/>
                  </a:lnTo>
                  <a:lnTo>
                    <a:pt x="2996948" y="626019"/>
                  </a:lnTo>
                  <a:lnTo>
                    <a:pt x="2997122" y="625948"/>
                  </a:lnTo>
                  <a:lnTo>
                    <a:pt x="2999035" y="625166"/>
                  </a:lnTo>
                  <a:lnTo>
                    <a:pt x="2999209" y="625095"/>
                  </a:lnTo>
                  <a:lnTo>
                    <a:pt x="3000774" y="624455"/>
                  </a:lnTo>
                  <a:lnTo>
                    <a:pt x="3004252" y="623032"/>
                  </a:lnTo>
                  <a:lnTo>
                    <a:pt x="3005295" y="622605"/>
                  </a:lnTo>
                  <a:lnTo>
                    <a:pt x="3006165" y="622249"/>
                  </a:lnTo>
                  <a:lnTo>
                    <a:pt x="3006512" y="622107"/>
                  </a:lnTo>
                  <a:lnTo>
                    <a:pt x="3007556" y="621680"/>
                  </a:lnTo>
                  <a:lnTo>
                    <a:pt x="3013816" y="619119"/>
                  </a:lnTo>
                  <a:lnTo>
                    <a:pt x="3018164" y="617340"/>
                  </a:lnTo>
                  <a:lnTo>
                    <a:pt x="3019729" y="616700"/>
                  </a:lnTo>
                  <a:lnTo>
                    <a:pt x="3020946" y="616202"/>
                  </a:lnTo>
                  <a:lnTo>
                    <a:pt x="3021294" y="616059"/>
                  </a:lnTo>
                  <a:lnTo>
                    <a:pt x="3024250" y="614850"/>
                  </a:lnTo>
                  <a:lnTo>
                    <a:pt x="3026858" y="613782"/>
                  </a:lnTo>
                  <a:lnTo>
                    <a:pt x="3030684" y="612217"/>
                  </a:lnTo>
                  <a:lnTo>
                    <a:pt x="3033467" y="611078"/>
                  </a:lnTo>
                  <a:lnTo>
                    <a:pt x="3037640" y="609370"/>
                  </a:lnTo>
                  <a:lnTo>
                    <a:pt x="3040596" y="608160"/>
                  </a:lnTo>
                  <a:lnTo>
                    <a:pt x="3041292" y="607875"/>
                  </a:lnTo>
                  <a:lnTo>
                    <a:pt x="3041640" y="607733"/>
                  </a:lnTo>
                  <a:lnTo>
                    <a:pt x="3041814" y="607662"/>
                  </a:lnTo>
                  <a:lnTo>
                    <a:pt x="3041988" y="607591"/>
                  </a:lnTo>
                  <a:lnTo>
                    <a:pt x="3043205" y="607092"/>
                  </a:lnTo>
                  <a:lnTo>
                    <a:pt x="3044944" y="606381"/>
                  </a:lnTo>
                  <a:lnTo>
                    <a:pt x="3045118" y="606309"/>
                  </a:lnTo>
                  <a:lnTo>
                    <a:pt x="3046857" y="605598"/>
                  </a:lnTo>
                  <a:lnTo>
                    <a:pt x="3049291" y="604601"/>
                  </a:lnTo>
                  <a:lnTo>
                    <a:pt x="3050509" y="604103"/>
                  </a:lnTo>
                  <a:lnTo>
                    <a:pt x="3054334" y="602536"/>
                  </a:lnTo>
                  <a:lnTo>
                    <a:pt x="3063203" y="598905"/>
                  </a:lnTo>
                  <a:lnTo>
                    <a:pt x="3067203" y="597268"/>
                  </a:lnTo>
                  <a:lnTo>
                    <a:pt x="3067550" y="597125"/>
                  </a:lnTo>
                  <a:lnTo>
                    <a:pt x="3068420" y="596769"/>
                  </a:lnTo>
                  <a:lnTo>
                    <a:pt x="3070159" y="596057"/>
                  </a:lnTo>
                  <a:lnTo>
                    <a:pt x="3070855" y="595772"/>
                  </a:lnTo>
                  <a:lnTo>
                    <a:pt x="3079202" y="592354"/>
                  </a:lnTo>
                  <a:lnTo>
                    <a:pt x="3080245" y="591927"/>
                  </a:lnTo>
                  <a:lnTo>
                    <a:pt x="3086505" y="589363"/>
                  </a:lnTo>
                  <a:lnTo>
                    <a:pt x="3087723" y="588864"/>
                  </a:lnTo>
                  <a:lnTo>
                    <a:pt x="3093809" y="586371"/>
                  </a:lnTo>
                  <a:lnTo>
                    <a:pt x="3096070" y="585445"/>
                  </a:lnTo>
                  <a:lnTo>
                    <a:pt x="3097983" y="584662"/>
                  </a:lnTo>
                  <a:lnTo>
                    <a:pt x="3101634" y="583166"/>
                  </a:lnTo>
                  <a:lnTo>
                    <a:pt x="3102156" y="582952"/>
                  </a:lnTo>
                  <a:lnTo>
                    <a:pt x="3103026" y="582596"/>
                  </a:lnTo>
                  <a:lnTo>
                    <a:pt x="3103547" y="582382"/>
                  </a:lnTo>
                  <a:lnTo>
                    <a:pt x="3103721" y="582311"/>
                  </a:lnTo>
                  <a:lnTo>
                    <a:pt x="3105982" y="581385"/>
                  </a:lnTo>
                  <a:lnTo>
                    <a:pt x="3116068" y="577252"/>
                  </a:lnTo>
                  <a:lnTo>
                    <a:pt x="3117111" y="576825"/>
                  </a:lnTo>
                  <a:lnTo>
                    <a:pt x="3118502" y="576254"/>
                  </a:lnTo>
                  <a:lnTo>
                    <a:pt x="3122328" y="574687"/>
                  </a:lnTo>
                  <a:lnTo>
                    <a:pt x="3124067" y="573974"/>
                  </a:lnTo>
                  <a:lnTo>
                    <a:pt x="3124589" y="573760"/>
                  </a:lnTo>
                  <a:lnTo>
                    <a:pt x="3125980" y="573190"/>
                  </a:lnTo>
                  <a:lnTo>
                    <a:pt x="3126676" y="572905"/>
                  </a:lnTo>
                  <a:lnTo>
                    <a:pt x="3130154" y="571480"/>
                  </a:lnTo>
                  <a:lnTo>
                    <a:pt x="3130501" y="571337"/>
                  </a:lnTo>
                  <a:lnTo>
                    <a:pt x="3133805" y="569983"/>
                  </a:lnTo>
                  <a:lnTo>
                    <a:pt x="3135892" y="569128"/>
                  </a:lnTo>
                  <a:lnTo>
                    <a:pt x="3137457" y="568486"/>
                  </a:lnTo>
                  <a:lnTo>
                    <a:pt x="3138501" y="568059"/>
                  </a:lnTo>
                  <a:lnTo>
                    <a:pt x="3139718" y="567560"/>
                  </a:lnTo>
                  <a:lnTo>
                    <a:pt x="3140761" y="567132"/>
                  </a:lnTo>
                  <a:lnTo>
                    <a:pt x="3141283" y="566918"/>
                  </a:lnTo>
                  <a:lnTo>
                    <a:pt x="3141457" y="566847"/>
                  </a:lnTo>
                  <a:lnTo>
                    <a:pt x="3142848" y="566277"/>
                  </a:lnTo>
                  <a:lnTo>
                    <a:pt x="3144761" y="565493"/>
                  </a:lnTo>
                  <a:lnTo>
                    <a:pt x="3147022" y="564566"/>
                  </a:lnTo>
                  <a:lnTo>
                    <a:pt x="3148587" y="563924"/>
                  </a:lnTo>
                  <a:lnTo>
                    <a:pt x="3152412" y="562356"/>
                  </a:lnTo>
                  <a:lnTo>
                    <a:pt x="3153630" y="561857"/>
                  </a:lnTo>
                  <a:lnTo>
                    <a:pt x="3154151" y="561643"/>
                  </a:lnTo>
                  <a:lnTo>
                    <a:pt x="3155716" y="561001"/>
                  </a:lnTo>
                  <a:lnTo>
                    <a:pt x="3161455" y="558649"/>
                  </a:lnTo>
                  <a:lnTo>
                    <a:pt x="3167194" y="556296"/>
                  </a:lnTo>
                  <a:lnTo>
                    <a:pt x="3170846" y="554798"/>
                  </a:lnTo>
                  <a:lnTo>
                    <a:pt x="3171019" y="554727"/>
                  </a:lnTo>
                  <a:lnTo>
                    <a:pt x="3172932" y="553942"/>
                  </a:lnTo>
                  <a:lnTo>
                    <a:pt x="3173106" y="553871"/>
                  </a:lnTo>
                  <a:lnTo>
                    <a:pt x="3174671" y="553229"/>
                  </a:lnTo>
                  <a:lnTo>
                    <a:pt x="3178149" y="551803"/>
                  </a:lnTo>
                  <a:lnTo>
                    <a:pt x="3179193" y="551375"/>
                  </a:lnTo>
                  <a:lnTo>
                    <a:pt x="3180062" y="551018"/>
                  </a:lnTo>
                  <a:lnTo>
                    <a:pt x="3180410" y="550876"/>
                  </a:lnTo>
                  <a:lnTo>
                    <a:pt x="3181453" y="550448"/>
                  </a:lnTo>
                  <a:lnTo>
                    <a:pt x="3187714" y="547880"/>
                  </a:lnTo>
                  <a:lnTo>
                    <a:pt x="3192061" y="546097"/>
                  </a:lnTo>
                  <a:lnTo>
                    <a:pt x="3193626" y="545455"/>
                  </a:lnTo>
                  <a:lnTo>
                    <a:pt x="3194843" y="544956"/>
                  </a:lnTo>
                  <a:lnTo>
                    <a:pt x="3195191" y="544813"/>
                  </a:lnTo>
                  <a:lnTo>
                    <a:pt x="3198147" y="543600"/>
                  </a:lnTo>
                  <a:lnTo>
                    <a:pt x="3200756" y="542530"/>
                  </a:lnTo>
                  <a:lnTo>
                    <a:pt x="3204582" y="540961"/>
                  </a:lnTo>
                  <a:lnTo>
                    <a:pt x="3207364" y="539819"/>
                  </a:lnTo>
                  <a:lnTo>
                    <a:pt x="3211538" y="538107"/>
                  </a:lnTo>
                  <a:lnTo>
                    <a:pt x="3214494" y="536894"/>
                  </a:lnTo>
                  <a:lnTo>
                    <a:pt x="3215189" y="536609"/>
                  </a:lnTo>
                  <a:lnTo>
                    <a:pt x="3215537" y="536466"/>
                  </a:lnTo>
                  <a:lnTo>
                    <a:pt x="3215711" y="536395"/>
                  </a:lnTo>
                  <a:lnTo>
                    <a:pt x="3215885" y="536323"/>
                  </a:lnTo>
                  <a:lnTo>
                    <a:pt x="3217102" y="535824"/>
                  </a:lnTo>
                  <a:lnTo>
                    <a:pt x="3218841" y="535110"/>
                  </a:lnTo>
                  <a:lnTo>
                    <a:pt x="3219015" y="535039"/>
                  </a:lnTo>
                  <a:lnTo>
                    <a:pt x="3220754" y="534326"/>
                  </a:lnTo>
                  <a:lnTo>
                    <a:pt x="3223189" y="533327"/>
                  </a:lnTo>
                  <a:lnTo>
                    <a:pt x="3224406" y="532827"/>
                  </a:lnTo>
                  <a:lnTo>
                    <a:pt x="3228232" y="531257"/>
                  </a:lnTo>
                  <a:lnTo>
                    <a:pt x="3237100" y="527617"/>
                  </a:lnTo>
                  <a:lnTo>
                    <a:pt x="3241100" y="525976"/>
                  </a:lnTo>
                  <a:lnTo>
                    <a:pt x="3241448" y="525833"/>
                  </a:lnTo>
                  <a:lnTo>
                    <a:pt x="3242317" y="525476"/>
                  </a:lnTo>
                  <a:lnTo>
                    <a:pt x="3244056" y="524762"/>
                  </a:lnTo>
                  <a:lnTo>
                    <a:pt x="3244752" y="524477"/>
                  </a:lnTo>
                  <a:lnTo>
                    <a:pt x="3253099" y="521051"/>
                  </a:lnTo>
                  <a:lnTo>
                    <a:pt x="3254142" y="520622"/>
                  </a:lnTo>
                  <a:lnTo>
                    <a:pt x="3260403" y="518052"/>
                  </a:lnTo>
                  <a:lnTo>
                    <a:pt x="3261620" y="517552"/>
                  </a:lnTo>
                  <a:lnTo>
                    <a:pt x="3267706" y="515054"/>
                  </a:lnTo>
                  <a:lnTo>
                    <a:pt x="3269967" y="514125"/>
                  </a:lnTo>
                  <a:lnTo>
                    <a:pt x="3271880" y="513340"/>
                  </a:lnTo>
                  <a:lnTo>
                    <a:pt x="3275532" y="511841"/>
                  </a:lnTo>
                  <a:lnTo>
                    <a:pt x="3276054" y="511626"/>
                  </a:lnTo>
                  <a:lnTo>
                    <a:pt x="3276923" y="511269"/>
                  </a:lnTo>
                  <a:lnTo>
                    <a:pt x="3277445" y="511055"/>
                  </a:lnTo>
                  <a:lnTo>
                    <a:pt x="3277619" y="510984"/>
                  </a:lnTo>
                  <a:lnTo>
                    <a:pt x="3279879" y="510055"/>
                  </a:lnTo>
                  <a:lnTo>
                    <a:pt x="3289965" y="505913"/>
                  </a:lnTo>
                  <a:lnTo>
                    <a:pt x="3291009" y="505485"/>
                  </a:lnTo>
                  <a:lnTo>
                    <a:pt x="3292400" y="504914"/>
                  </a:lnTo>
                  <a:lnTo>
                    <a:pt x="3296226" y="503342"/>
                  </a:lnTo>
                  <a:lnTo>
                    <a:pt x="3297965" y="502628"/>
                  </a:lnTo>
                  <a:lnTo>
                    <a:pt x="3298486" y="502414"/>
                  </a:lnTo>
                  <a:lnTo>
                    <a:pt x="3299877" y="501842"/>
                  </a:lnTo>
                  <a:lnTo>
                    <a:pt x="3300573" y="501557"/>
                  </a:lnTo>
                  <a:lnTo>
                    <a:pt x="3304051" y="500128"/>
                  </a:lnTo>
                  <a:lnTo>
                    <a:pt x="3304399" y="499985"/>
                  </a:lnTo>
                  <a:lnTo>
                    <a:pt x="3307703" y="498628"/>
                  </a:lnTo>
                  <a:lnTo>
                    <a:pt x="3309790" y="497771"/>
                  </a:lnTo>
                  <a:lnTo>
                    <a:pt x="3311355" y="497128"/>
                  </a:lnTo>
                  <a:lnTo>
                    <a:pt x="3312398" y="496699"/>
                  </a:lnTo>
                  <a:lnTo>
                    <a:pt x="3313615" y="496199"/>
                  </a:lnTo>
                  <a:lnTo>
                    <a:pt x="3314659" y="495771"/>
                  </a:lnTo>
                  <a:lnTo>
                    <a:pt x="3315180" y="495556"/>
                  </a:lnTo>
                  <a:lnTo>
                    <a:pt x="3315354" y="495485"/>
                  </a:lnTo>
                  <a:lnTo>
                    <a:pt x="3316746" y="494913"/>
                  </a:lnTo>
                  <a:lnTo>
                    <a:pt x="3318658" y="494127"/>
                  </a:lnTo>
                  <a:lnTo>
                    <a:pt x="3320919" y="493199"/>
                  </a:lnTo>
                  <a:lnTo>
                    <a:pt x="3322484" y="492556"/>
                  </a:lnTo>
                  <a:lnTo>
                    <a:pt x="3326310" y="490984"/>
                  </a:lnTo>
                  <a:lnTo>
                    <a:pt x="3327527" y="490484"/>
                  </a:lnTo>
                  <a:lnTo>
                    <a:pt x="3328049" y="490269"/>
                  </a:lnTo>
                  <a:lnTo>
                    <a:pt x="3329614" y="489626"/>
                  </a:lnTo>
                  <a:lnTo>
                    <a:pt x="3335353" y="487268"/>
                  </a:lnTo>
                  <a:lnTo>
                    <a:pt x="3341091" y="484910"/>
                  </a:lnTo>
                  <a:lnTo>
                    <a:pt x="3344743" y="483409"/>
                  </a:lnTo>
                  <a:lnTo>
                    <a:pt x="3344917" y="483338"/>
                  </a:lnTo>
                  <a:lnTo>
                    <a:pt x="3346830" y="482552"/>
                  </a:lnTo>
                  <a:lnTo>
                    <a:pt x="3347004" y="482480"/>
                  </a:lnTo>
                  <a:lnTo>
                    <a:pt x="3348569" y="481837"/>
                  </a:lnTo>
                  <a:lnTo>
                    <a:pt x="3352047" y="480408"/>
                  </a:lnTo>
                  <a:lnTo>
                    <a:pt x="3353090" y="479979"/>
                  </a:lnTo>
                  <a:lnTo>
                    <a:pt x="3353960" y="479622"/>
                  </a:lnTo>
                  <a:lnTo>
                    <a:pt x="3354307" y="479479"/>
                  </a:lnTo>
                  <a:lnTo>
                    <a:pt x="3355351" y="479050"/>
                  </a:lnTo>
                  <a:lnTo>
                    <a:pt x="3361611" y="476477"/>
                  </a:lnTo>
                  <a:lnTo>
                    <a:pt x="3365958" y="474690"/>
                  </a:lnTo>
                  <a:lnTo>
                    <a:pt x="3367524" y="474046"/>
                  </a:lnTo>
                  <a:lnTo>
                    <a:pt x="3368741" y="473546"/>
                  </a:lnTo>
                  <a:lnTo>
                    <a:pt x="3369089" y="473403"/>
                  </a:lnTo>
                  <a:lnTo>
                    <a:pt x="3374653" y="471116"/>
                  </a:lnTo>
                  <a:lnTo>
                    <a:pt x="3378479" y="469543"/>
                  </a:lnTo>
                  <a:lnTo>
                    <a:pt x="3381261" y="468399"/>
                  </a:lnTo>
                  <a:lnTo>
                    <a:pt x="3385435" y="466683"/>
                  </a:lnTo>
                  <a:lnTo>
                    <a:pt x="3388391" y="465468"/>
                  </a:lnTo>
                  <a:lnTo>
                    <a:pt x="3389087" y="465182"/>
                  </a:lnTo>
                  <a:lnTo>
                    <a:pt x="3389435" y="465039"/>
                  </a:lnTo>
                  <a:lnTo>
                    <a:pt x="3389609" y="464967"/>
                  </a:lnTo>
                  <a:lnTo>
                    <a:pt x="3389782" y="464896"/>
                  </a:lnTo>
                  <a:lnTo>
                    <a:pt x="3391000" y="464395"/>
                  </a:lnTo>
                  <a:lnTo>
                    <a:pt x="3392739" y="463680"/>
                  </a:lnTo>
                  <a:lnTo>
                    <a:pt x="3392913" y="463608"/>
                  </a:lnTo>
                  <a:lnTo>
                    <a:pt x="3394652" y="462893"/>
                  </a:lnTo>
                  <a:lnTo>
                    <a:pt x="3397086" y="461892"/>
                  </a:lnTo>
                  <a:lnTo>
                    <a:pt x="3398303" y="461392"/>
                  </a:lnTo>
                  <a:lnTo>
                    <a:pt x="3402129" y="459819"/>
                  </a:lnTo>
                  <a:lnTo>
                    <a:pt x="3410998" y="456171"/>
                  </a:lnTo>
                  <a:lnTo>
                    <a:pt x="3414998" y="454527"/>
                  </a:lnTo>
                  <a:lnTo>
                    <a:pt x="3415345" y="454383"/>
                  </a:lnTo>
                  <a:lnTo>
                    <a:pt x="3416215" y="454026"/>
                  </a:lnTo>
                  <a:lnTo>
                    <a:pt x="3417954" y="453311"/>
                  </a:lnTo>
                  <a:lnTo>
                    <a:pt x="3418649" y="453025"/>
                  </a:lnTo>
                  <a:lnTo>
                    <a:pt x="3426996" y="449591"/>
                  </a:lnTo>
                  <a:lnTo>
                    <a:pt x="3428040" y="449162"/>
                  </a:lnTo>
                  <a:lnTo>
                    <a:pt x="3434300" y="446587"/>
                  </a:lnTo>
                  <a:lnTo>
                    <a:pt x="3435517" y="446086"/>
                  </a:lnTo>
                  <a:lnTo>
                    <a:pt x="3441604" y="443582"/>
                  </a:lnTo>
                  <a:lnTo>
                    <a:pt x="3443865" y="442652"/>
                  </a:lnTo>
                  <a:lnTo>
                    <a:pt x="3445777" y="441865"/>
                  </a:lnTo>
                  <a:lnTo>
                    <a:pt x="3449429" y="440363"/>
                  </a:lnTo>
                  <a:lnTo>
                    <a:pt x="3449951" y="440148"/>
                  </a:lnTo>
                  <a:lnTo>
                    <a:pt x="3450820" y="439791"/>
                  </a:lnTo>
                  <a:lnTo>
                    <a:pt x="3451342" y="439576"/>
                  </a:lnTo>
                  <a:lnTo>
                    <a:pt x="3451516" y="439504"/>
                  </a:lnTo>
                  <a:lnTo>
                    <a:pt x="3453777" y="438574"/>
                  </a:lnTo>
                  <a:lnTo>
                    <a:pt x="3463863" y="434424"/>
                  </a:lnTo>
                  <a:lnTo>
                    <a:pt x="3464906" y="433995"/>
                  </a:lnTo>
                  <a:lnTo>
                    <a:pt x="3466297" y="433422"/>
                  </a:lnTo>
                  <a:lnTo>
                    <a:pt x="3470123" y="431848"/>
                  </a:lnTo>
                  <a:lnTo>
                    <a:pt x="3471862" y="431132"/>
                  </a:lnTo>
                  <a:lnTo>
                    <a:pt x="3472384" y="430918"/>
                  </a:lnTo>
                  <a:lnTo>
                    <a:pt x="3473775" y="430345"/>
                  </a:lnTo>
                  <a:lnTo>
                    <a:pt x="3474470" y="430059"/>
                  </a:lnTo>
                  <a:lnTo>
                    <a:pt x="3477948" y="428628"/>
                  </a:lnTo>
                  <a:lnTo>
                    <a:pt x="3478296" y="428484"/>
                  </a:lnTo>
                  <a:lnTo>
                    <a:pt x="3481600" y="427125"/>
                  </a:lnTo>
                  <a:lnTo>
                    <a:pt x="3483687" y="426266"/>
                  </a:lnTo>
                  <a:lnTo>
                    <a:pt x="3485252" y="425622"/>
                  </a:lnTo>
                  <a:lnTo>
                    <a:pt x="3486296" y="425192"/>
                  </a:lnTo>
                  <a:lnTo>
                    <a:pt x="3487513" y="424691"/>
                  </a:lnTo>
                  <a:lnTo>
                    <a:pt x="3488556" y="424262"/>
                  </a:lnTo>
                  <a:lnTo>
                    <a:pt x="3489078" y="424047"/>
                  </a:lnTo>
                  <a:lnTo>
                    <a:pt x="3489252" y="423975"/>
                  </a:lnTo>
                  <a:lnTo>
                    <a:pt x="3490643" y="423403"/>
                  </a:lnTo>
                  <a:lnTo>
                    <a:pt x="3492556" y="422615"/>
                  </a:lnTo>
                  <a:lnTo>
                    <a:pt x="3494816" y="421685"/>
                  </a:lnTo>
                  <a:lnTo>
                    <a:pt x="3496382" y="421041"/>
                  </a:lnTo>
                  <a:lnTo>
                    <a:pt x="3500207" y="419466"/>
                  </a:lnTo>
                  <a:lnTo>
                    <a:pt x="3501425" y="418965"/>
                  </a:lnTo>
                  <a:lnTo>
                    <a:pt x="3501946" y="418750"/>
                  </a:lnTo>
                  <a:lnTo>
                    <a:pt x="3503511" y="418106"/>
                  </a:lnTo>
                  <a:lnTo>
                    <a:pt x="3509250" y="415743"/>
                  </a:lnTo>
                  <a:lnTo>
                    <a:pt x="3514989" y="413381"/>
                  </a:lnTo>
                  <a:lnTo>
                    <a:pt x="3518640" y="411877"/>
                  </a:lnTo>
                  <a:lnTo>
                    <a:pt x="3518814" y="411806"/>
                  </a:lnTo>
                  <a:lnTo>
                    <a:pt x="3520727" y="411018"/>
                  </a:lnTo>
                  <a:lnTo>
                    <a:pt x="3520901" y="410946"/>
                  </a:lnTo>
                  <a:lnTo>
                    <a:pt x="3522466" y="410302"/>
                  </a:lnTo>
                  <a:lnTo>
                    <a:pt x="3525944" y="408870"/>
                  </a:lnTo>
                  <a:lnTo>
                    <a:pt x="3526988" y="408440"/>
                  </a:lnTo>
                  <a:lnTo>
                    <a:pt x="3527857" y="408082"/>
                  </a:lnTo>
                  <a:lnTo>
                    <a:pt x="3528205" y="407939"/>
                  </a:lnTo>
                  <a:lnTo>
                    <a:pt x="3529248" y="407510"/>
                  </a:lnTo>
                  <a:lnTo>
                    <a:pt x="3535508" y="404932"/>
                  </a:lnTo>
                  <a:lnTo>
                    <a:pt x="3539856" y="403142"/>
                  </a:lnTo>
                  <a:lnTo>
                    <a:pt x="3541421" y="402497"/>
                  </a:lnTo>
                  <a:lnTo>
                    <a:pt x="3542638" y="401996"/>
                  </a:lnTo>
                  <a:lnTo>
                    <a:pt x="3542986" y="401852"/>
                  </a:lnTo>
                  <a:lnTo>
                    <a:pt x="3545942" y="400635"/>
                  </a:lnTo>
                  <a:lnTo>
                    <a:pt x="3548551" y="399561"/>
                  </a:lnTo>
                  <a:lnTo>
                    <a:pt x="3552377" y="397985"/>
                  </a:lnTo>
                  <a:lnTo>
                    <a:pt x="3555159" y="396839"/>
                  </a:lnTo>
                  <a:lnTo>
                    <a:pt x="3559332" y="395120"/>
                  </a:lnTo>
                  <a:lnTo>
                    <a:pt x="3562289" y="393903"/>
                  </a:lnTo>
                  <a:lnTo>
                    <a:pt x="3562984" y="393616"/>
                  </a:lnTo>
                  <a:lnTo>
                    <a:pt x="3563332" y="393473"/>
                  </a:lnTo>
                  <a:lnTo>
                    <a:pt x="3563506" y="393401"/>
                  </a:lnTo>
                  <a:lnTo>
                    <a:pt x="3563680" y="393330"/>
                  </a:lnTo>
                  <a:lnTo>
                    <a:pt x="3564897" y="392828"/>
                  </a:lnTo>
                  <a:lnTo>
                    <a:pt x="3566636" y="392112"/>
                  </a:lnTo>
                  <a:lnTo>
                    <a:pt x="3566810" y="392040"/>
                  </a:lnTo>
                  <a:lnTo>
                    <a:pt x="3568549" y="391324"/>
                  </a:lnTo>
                  <a:lnTo>
                    <a:pt x="3570984" y="390321"/>
                  </a:lnTo>
                  <a:lnTo>
                    <a:pt x="3572201" y="389820"/>
                  </a:lnTo>
                  <a:lnTo>
                    <a:pt x="3576027" y="388244"/>
                  </a:lnTo>
                  <a:lnTo>
                    <a:pt x="3584895" y="384590"/>
                  </a:lnTo>
                  <a:lnTo>
                    <a:pt x="3588895" y="382942"/>
                  </a:lnTo>
                  <a:lnTo>
                    <a:pt x="3590112" y="382441"/>
                  </a:lnTo>
                  <a:lnTo>
                    <a:pt x="3591851" y="381724"/>
                  </a:lnTo>
                  <a:lnTo>
                    <a:pt x="3592547" y="381438"/>
                  </a:lnTo>
                  <a:lnTo>
                    <a:pt x="3601937" y="377568"/>
                  </a:lnTo>
                  <a:lnTo>
                    <a:pt x="3608198" y="374989"/>
                  </a:lnTo>
                  <a:lnTo>
                    <a:pt x="3609415" y="374487"/>
                  </a:lnTo>
                  <a:lnTo>
                    <a:pt x="3615501" y="371979"/>
                  </a:lnTo>
                  <a:lnTo>
                    <a:pt x="3617762" y="371048"/>
                  </a:lnTo>
                  <a:lnTo>
                    <a:pt x="3619675" y="370259"/>
                  </a:lnTo>
                  <a:lnTo>
                    <a:pt x="3623327" y="368754"/>
                  </a:lnTo>
                  <a:lnTo>
                    <a:pt x="3623848" y="368539"/>
                  </a:lnTo>
                  <a:lnTo>
                    <a:pt x="3624718" y="368181"/>
                  </a:lnTo>
                  <a:lnTo>
                    <a:pt x="3625240" y="367966"/>
                  </a:lnTo>
                  <a:lnTo>
                    <a:pt x="3625413" y="367894"/>
                  </a:lnTo>
                  <a:lnTo>
                    <a:pt x="3627674" y="366962"/>
                  </a:lnTo>
                  <a:lnTo>
                    <a:pt x="3637760" y="362805"/>
                  </a:lnTo>
                  <a:lnTo>
                    <a:pt x="3638804" y="362375"/>
                  </a:lnTo>
                  <a:lnTo>
                    <a:pt x="3640195" y="361802"/>
                  </a:lnTo>
                  <a:lnTo>
                    <a:pt x="3644021" y="360225"/>
                  </a:lnTo>
                  <a:lnTo>
                    <a:pt x="3645759" y="359508"/>
                  </a:lnTo>
                  <a:lnTo>
                    <a:pt x="3646281" y="359293"/>
                  </a:lnTo>
                  <a:lnTo>
                    <a:pt x="3647672" y="358720"/>
                  </a:lnTo>
                  <a:lnTo>
                    <a:pt x="3648368" y="358433"/>
                  </a:lnTo>
                  <a:lnTo>
                    <a:pt x="3651846" y="356999"/>
                  </a:lnTo>
                  <a:lnTo>
                    <a:pt x="3652194" y="356856"/>
                  </a:lnTo>
                  <a:lnTo>
                    <a:pt x="3655498" y="355494"/>
                  </a:lnTo>
                  <a:lnTo>
                    <a:pt x="3657585" y="354633"/>
                  </a:lnTo>
                  <a:lnTo>
                    <a:pt x="3659150" y="353988"/>
                  </a:lnTo>
                  <a:lnTo>
                    <a:pt x="3660193" y="353558"/>
                  </a:lnTo>
                  <a:lnTo>
                    <a:pt x="3661410" y="353056"/>
                  </a:lnTo>
                  <a:lnTo>
                    <a:pt x="3662454" y="352626"/>
                  </a:lnTo>
                  <a:lnTo>
                    <a:pt x="3662975" y="352411"/>
                  </a:lnTo>
                  <a:lnTo>
                    <a:pt x="3663149" y="352339"/>
                  </a:lnTo>
                  <a:lnTo>
                    <a:pt x="3664540" y="351766"/>
                  </a:lnTo>
                  <a:lnTo>
                    <a:pt x="3666453" y="350977"/>
                  </a:lnTo>
                  <a:lnTo>
                    <a:pt x="3668714" y="350045"/>
                  </a:lnTo>
                  <a:lnTo>
                    <a:pt x="3670279" y="349400"/>
                  </a:lnTo>
                  <a:lnTo>
                    <a:pt x="3674105" y="347822"/>
                  </a:lnTo>
                  <a:lnTo>
                    <a:pt x="3675322" y="347321"/>
                  </a:lnTo>
                  <a:lnTo>
                    <a:pt x="3675844" y="347105"/>
                  </a:lnTo>
                  <a:lnTo>
                    <a:pt x="3677409" y="346460"/>
                  </a:lnTo>
                  <a:lnTo>
                    <a:pt x="3683147" y="344094"/>
                  </a:lnTo>
                  <a:lnTo>
                    <a:pt x="3688886" y="341728"/>
                  </a:lnTo>
                  <a:lnTo>
                    <a:pt x="3692538" y="340222"/>
                  </a:lnTo>
                  <a:lnTo>
                    <a:pt x="3692712" y="340150"/>
                  </a:lnTo>
                  <a:lnTo>
                    <a:pt x="3694625" y="339361"/>
                  </a:lnTo>
                  <a:lnTo>
                    <a:pt x="3694799" y="339289"/>
                  </a:lnTo>
                  <a:lnTo>
                    <a:pt x="3696364" y="338644"/>
                  </a:lnTo>
                  <a:lnTo>
                    <a:pt x="3699842" y="337210"/>
                  </a:lnTo>
                  <a:lnTo>
                    <a:pt x="3700885" y="336779"/>
                  </a:lnTo>
                  <a:lnTo>
                    <a:pt x="3701754" y="336421"/>
                  </a:lnTo>
                  <a:lnTo>
                    <a:pt x="3702102" y="336277"/>
                  </a:lnTo>
                  <a:lnTo>
                    <a:pt x="3703146" y="335847"/>
                  </a:lnTo>
                  <a:lnTo>
                    <a:pt x="3709406" y="333265"/>
                  </a:lnTo>
                  <a:lnTo>
                    <a:pt x="3713753" y="331472"/>
                  </a:lnTo>
                  <a:lnTo>
                    <a:pt x="3715318" y="330827"/>
                  </a:lnTo>
                  <a:lnTo>
                    <a:pt x="3716536" y="330324"/>
                  </a:lnTo>
                  <a:lnTo>
                    <a:pt x="3716884" y="330181"/>
                  </a:lnTo>
                  <a:lnTo>
                    <a:pt x="3719840" y="328962"/>
                  </a:lnTo>
                  <a:lnTo>
                    <a:pt x="3722448" y="327886"/>
                  </a:lnTo>
                  <a:lnTo>
                    <a:pt x="3726274" y="326308"/>
                  </a:lnTo>
                  <a:lnTo>
                    <a:pt x="3729056" y="325160"/>
                  </a:lnTo>
                  <a:lnTo>
                    <a:pt x="3736186" y="322219"/>
                  </a:lnTo>
                  <a:lnTo>
                    <a:pt x="3736882" y="321932"/>
                  </a:lnTo>
                  <a:lnTo>
                    <a:pt x="3737230" y="321788"/>
                  </a:lnTo>
                  <a:lnTo>
                    <a:pt x="3737403" y="321717"/>
                  </a:lnTo>
                  <a:lnTo>
                    <a:pt x="3737577" y="321645"/>
                  </a:lnTo>
                  <a:lnTo>
                    <a:pt x="3738795" y="321143"/>
                  </a:lnTo>
                  <a:lnTo>
                    <a:pt x="3740534" y="320425"/>
                  </a:lnTo>
                  <a:lnTo>
                    <a:pt x="3740707" y="320354"/>
                  </a:lnTo>
                  <a:lnTo>
                    <a:pt x="3742446" y="319636"/>
                  </a:lnTo>
                  <a:lnTo>
                    <a:pt x="3744881" y="318632"/>
                  </a:lnTo>
                  <a:lnTo>
                    <a:pt x="3746098" y="318130"/>
                  </a:lnTo>
                  <a:lnTo>
                    <a:pt x="3749924" y="316551"/>
                  </a:lnTo>
                  <a:lnTo>
                    <a:pt x="3758793" y="312892"/>
                  </a:lnTo>
                  <a:lnTo>
                    <a:pt x="3762792" y="311242"/>
                  </a:lnTo>
                  <a:lnTo>
                    <a:pt x="3763140" y="311098"/>
                  </a:lnTo>
                  <a:lnTo>
                    <a:pt x="3764010" y="310740"/>
                  </a:lnTo>
                  <a:lnTo>
                    <a:pt x="3765749" y="310022"/>
                  </a:lnTo>
                  <a:lnTo>
                    <a:pt x="3766444" y="309735"/>
                  </a:lnTo>
                  <a:lnTo>
                    <a:pt x="3774791" y="306291"/>
                  </a:lnTo>
                  <a:lnTo>
                    <a:pt x="3775835" y="305860"/>
                  </a:lnTo>
                  <a:lnTo>
                    <a:pt x="3782095" y="303277"/>
                  </a:lnTo>
                  <a:lnTo>
                    <a:pt x="3783312" y="302774"/>
                  </a:lnTo>
                  <a:lnTo>
                    <a:pt x="3789399" y="300262"/>
                  </a:lnTo>
                  <a:lnTo>
                    <a:pt x="3791659" y="299329"/>
                  </a:lnTo>
                  <a:lnTo>
                    <a:pt x="3793572" y="298540"/>
                  </a:lnTo>
                  <a:lnTo>
                    <a:pt x="3797224" y="297033"/>
                  </a:lnTo>
                  <a:lnTo>
                    <a:pt x="3797746" y="296817"/>
                  </a:lnTo>
                  <a:lnTo>
                    <a:pt x="3798615" y="296459"/>
                  </a:lnTo>
                  <a:lnTo>
                    <a:pt x="3799137" y="296243"/>
                  </a:lnTo>
                  <a:lnTo>
                    <a:pt x="3799311" y="296171"/>
                  </a:lnTo>
                  <a:lnTo>
                    <a:pt x="3801572" y="295238"/>
                  </a:lnTo>
                  <a:lnTo>
                    <a:pt x="3811658" y="291075"/>
                  </a:lnTo>
                  <a:lnTo>
                    <a:pt x="3812701" y="290645"/>
                  </a:lnTo>
                  <a:lnTo>
                    <a:pt x="3814092" y="290070"/>
                  </a:lnTo>
                  <a:lnTo>
                    <a:pt x="3817918" y="288491"/>
                  </a:lnTo>
                  <a:lnTo>
                    <a:pt x="3819657" y="287773"/>
                  </a:lnTo>
                  <a:lnTo>
                    <a:pt x="3820179" y="287558"/>
                  </a:lnTo>
                  <a:lnTo>
                    <a:pt x="3821570" y="286984"/>
                  </a:lnTo>
                  <a:lnTo>
                    <a:pt x="3822265" y="286697"/>
                  </a:lnTo>
                  <a:lnTo>
                    <a:pt x="3825743" y="285261"/>
                  </a:lnTo>
                  <a:lnTo>
                    <a:pt x="3826091" y="285117"/>
                  </a:lnTo>
                  <a:lnTo>
                    <a:pt x="3829395" y="283753"/>
                  </a:lnTo>
                  <a:lnTo>
                    <a:pt x="3831482" y="282892"/>
                  </a:lnTo>
                  <a:lnTo>
                    <a:pt x="3833047" y="282246"/>
                  </a:lnTo>
                  <a:lnTo>
                    <a:pt x="3834090" y="281815"/>
                  </a:lnTo>
                  <a:lnTo>
                    <a:pt x="3835308" y="281312"/>
                  </a:lnTo>
                  <a:lnTo>
                    <a:pt x="3836351" y="280882"/>
                  </a:lnTo>
                  <a:lnTo>
                    <a:pt x="3836873" y="280666"/>
                  </a:lnTo>
                  <a:lnTo>
                    <a:pt x="3837047" y="280594"/>
                  </a:lnTo>
                  <a:lnTo>
                    <a:pt x="3838438" y="280020"/>
                  </a:lnTo>
                  <a:lnTo>
                    <a:pt x="3840351" y="279230"/>
                  </a:lnTo>
                  <a:lnTo>
                    <a:pt x="3842611" y="278297"/>
                  </a:lnTo>
                  <a:lnTo>
                    <a:pt x="3844176" y="277651"/>
                  </a:lnTo>
                  <a:lnTo>
                    <a:pt x="3848002" y="276071"/>
                  </a:lnTo>
                  <a:lnTo>
                    <a:pt x="3849219" y="275569"/>
                  </a:lnTo>
                  <a:lnTo>
                    <a:pt x="3849741" y="275353"/>
                  </a:lnTo>
                  <a:lnTo>
                    <a:pt x="3851306" y="274707"/>
                  </a:lnTo>
                  <a:lnTo>
                    <a:pt x="3857045" y="272337"/>
                  </a:lnTo>
                  <a:lnTo>
                    <a:pt x="3862783" y="269968"/>
                  </a:lnTo>
                  <a:lnTo>
                    <a:pt x="3866435" y="268460"/>
                  </a:lnTo>
                  <a:lnTo>
                    <a:pt x="3866609" y="268388"/>
                  </a:lnTo>
                  <a:lnTo>
                    <a:pt x="3868522" y="267598"/>
                  </a:lnTo>
                  <a:lnTo>
                    <a:pt x="3868696" y="267526"/>
                  </a:lnTo>
                  <a:lnTo>
                    <a:pt x="3870261" y="266880"/>
                  </a:lnTo>
                  <a:lnTo>
                    <a:pt x="3873739" y="265444"/>
                  </a:lnTo>
                  <a:lnTo>
                    <a:pt x="3874782" y="265013"/>
                  </a:lnTo>
                  <a:lnTo>
                    <a:pt x="3875652" y="264654"/>
                  </a:lnTo>
                  <a:lnTo>
                    <a:pt x="3876000" y="264510"/>
                  </a:lnTo>
                  <a:lnTo>
                    <a:pt x="3877043" y="264079"/>
                  </a:lnTo>
                  <a:lnTo>
                    <a:pt x="3883303" y="261494"/>
                  </a:lnTo>
                  <a:lnTo>
                    <a:pt x="3887651" y="259698"/>
                  </a:lnTo>
                  <a:lnTo>
                    <a:pt x="3889216" y="259052"/>
                  </a:lnTo>
                  <a:lnTo>
                    <a:pt x="3890433" y="258549"/>
                  </a:lnTo>
                  <a:lnTo>
                    <a:pt x="3890781" y="258406"/>
                  </a:lnTo>
                  <a:lnTo>
                    <a:pt x="3893737" y="257185"/>
                  </a:lnTo>
                  <a:lnTo>
                    <a:pt x="3896346" y="256107"/>
                  </a:lnTo>
                  <a:lnTo>
                    <a:pt x="3900171" y="254527"/>
                  </a:lnTo>
                  <a:lnTo>
                    <a:pt x="3902954" y="253378"/>
                  </a:lnTo>
                  <a:lnTo>
                    <a:pt x="3907127" y="251654"/>
                  </a:lnTo>
                  <a:lnTo>
                    <a:pt x="3910084" y="250433"/>
                  </a:lnTo>
                  <a:lnTo>
                    <a:pt x="3910779" y="250145"/>
                  </a:lnTo>
                  <a:lnTo>
                    <a:pt x="3911127" y="250002"/>
                  </a:lnTo>
                  <a:lnTo>
                    <a:pt x="3911301" y="249930"/>
                  </a:lnTo>
                  <a:lnTo>
                    <a:pt x="3911475" y="249858"/>
                  </a:lnTo>
                  <a:lnTo>
                    <a:pt x="3912692" y="249355"/>
                  </a:lnTo>
                  <a:lnTo>
                    <a:pt x="3914431" y="248637"/>
                  </a:lnTo>
                  <a:lnTo>
                    <a:pt x="3914605" y="248565"/>
                  </a:lnTo>
                  <a:lnTo>
                    <a:pt x="3916344" y="247847"/>
                  </a:lnTo>
                  <a:lnTo>
                    <a:pt x="3918778" y="246841"/>
                  </a:lnTo>
                  <a:lnTo>
                    <a:pt x="3919996" y="246338"/>
                  </a:lnTo>
                  <a:lnTo>
                    <a:pt x="3923821" y="244758"/>
                  </a:lnTo>
                  <a:lnTo>
                    <a:pt x="3932690" y="241094"/>
                  </a:lnTo>
                  <a:lnTo>
                    <a:pt x="3936690" y="239441"/>
                  </a:lnTo>
                  <a:lnTo>
                    <a:pt x="3937038" y="239298"/>
                  </a:lnTo>
                  <a:lnTo>
                    <a:pt x="3937907" y="238938"/>
                  </a:lnTo>
                  <a:lnTo>
                    <a:pt x="3939646" y="238220"/>
                  </a:lnTo>
                  <a:lnTo>
                    <a:pt x="3940342" y="237933"/>
                  </a:lnTo>
                  <a:lnTo>
                    <a:pt x="3948689" y="234484"/>
                  </a:lnTo>
                  <a:lnTo>
                    <a:pt x="3949732" y="234053"/>
                  </a:lnTo>
                  <a:lnTo>
                    <a:pt x="3955993" y="231466"/>
                  </a:lnTo>
                  <a:lnTo>
                    <a:pt x="3957210" y="230963"/>
                  </a:lnTo>
                  <a:lnTo>
                    <a:pt x="3963296" y="228448"/>
                  </a:lnTo>
                  <a:lnTo>
                    <a:pt x="3965557" y="227514"/>
                  </a:lnTo>
                  <a:lnTo>
                    <a:pt x="3967470" y="226723"/>
                  </a:lnTo>
                  <a:lnTo>
                    <a:pt x="3971122" y="225214"/>
                  </a:lnTo>
                  <a:lnTo>
                    <a:pt x="3971643" y="224999"/>
                  </a:lnTo>
                  <a:lnTo>
                    <a:pt x="3972513" y="224639"/>
                  </a:lnTo>
                  <a:lnTo>
                    <a:pt x="3973034" y="224424"/>
                  </a:lnTo>
                  <a:lnTo>
                    <a:pt x="3973208" y="224352"/>
                  </a:lnTo>
                  <a:lnTo>
                    <a:pt x="3975469" y="223418"/>
                  </a:lnTo>
                  <a:lnTo>
                    <a:pt x="3985555" y="219249"/>
                  </a:lnTo>
                  <a:lnTo>
                    <a:pt x="3986598" y="218818"/>
                  </a:lnTo>
                  <a:lnTo>
                    <a:pt x="3987990" y="218243"/>
                  </a:lnTo>
                  <a:lnTo>
                    <a:pt x="3991815" y="216662"/>
                  </a:lnTo>
                  <a:lnTo>
                    <a:pt x="3993554" y="215943"/>
                  </a:lnTo>
                  <a:lnTo>
                    <a:pt x="3994076" y="215728"/>
                  </a:lnTo>
                  <a:lnTo>
                    <a:pt x="3995467" y="215153"/>
                  </a:lnTo>
                  <a:lnTo>
                    <a:pt x="3996163" y="214865"/>
                  </a:lnTo>
                  <a:lnTo>
                    <a:pt x="3999989" y="213284"/>
                  </a:lnTo>
                  <a:lnTo>
                    <a:pt x="4003293" y="211918"/>
                  </a:lnTo>
                  <a:lnTo>
                    <a:pt x="4005379" y="211056"/>
                  </a:lnTo>
                  <a:lnTo>
                    <a:pt x="4006944" y="210409"/>
                  </a:lnTo>
                  <a:lnTo>
                    <a:pt x="4007988" y="209977"/>
                  </a:lnTo>
                  <a:lnTo>
                    <a:pt x="4009205" y="209474"/>
                  </a:lnTo>
                  <a:lnTo>
                    <a:pt x="4010249" y="209043"/>
                  </a:lnTo>
                  <a:lnTo>
                    <a:pt x="4010770" y="208827"/>
                  </a:lnTo>
                  <a:lnTo>
                    <a:pt x="4010944" y="208755"/>
                  </a:lnTo>
                  <a:lnTo>
                    <a:pt x="4012335" y="208180"/>
                  </a:lnTo>
                  <a:lnTo>
                    <a:pt x="4014248" y="207390"/>
                  </a:lnTo>
                  <a:lnTo>
                    <a:pt x="4016509" y="206455"/>
                  </a:lnTo>
                  <a:lnTo>
                    <a:pt x="4018074" y="205808"/>
                  </a:lnTo>
                  <a:lnTo>
                    <a:pt x="4021900" y="204227"/>
                  </a:lnTo>
                  <a:lnTo>
                    <a:pt x="4023117" y="203724"/>
                  </a:lnTo>
                  <a:lnTo>
                    <a:pt x="4023639" y="203508"/>
                  </a:lnTo>
                  <a:lnTo>
                    <a:pt x="4025204" y="202861"/>
                  </a:lnTo>
                  <a:lnTo>
                    <a:pt x="4030942" y="200488"/>
                  </a:lnTo>
                  <a:lnTo>
                    <a:pt x="4036681" y="198116"/>
                  </a:lnTo>
                  <a:lnTo>
                    <a:pt x="4040333" y="196606"/>
                  </a:lnTo>
                  <a:lnTo>
                    <a:pt x="4040507" y="196534"/>
                  </a:lnTo>
                  <a:lnTo>
                    <a:pt x="4042420" y="195744"/>
                  </a:lnTo>
                  <a:lnTo>
                    <a:pt x="4042593" y="195672"/>
                  </a:lnTo>
                  <a:lnTo>
                    <a:pt x="4044159" y="195025"/>
                  </a:lnTo>
                  <a:lnTo>
                    <a:pt x="4047636" y="193587"/>
                  </a:lnTo>
                  <a:lnTo>
                    <a:pt x="4048680" y="193155"/>
                  </a:lnTo>
                  <a:lnTo>
                    <a:pt x="4049549" y="192796"/>
                  </a:lnTo>
                  <a:lnTo>
                    <a:pt x="4049897" y="192652"/>
                  </a:lnTo>
                  <a:lnTo>
                    <a:pt x="4050941" y="192221"/>
                  </a:lnTo>
                  <a:lnTo>
                    <a:pt x="4057201" y="189632"/>
                  </a:lnTo>
                  <a:lnTo>
                    <a:pt x="4061548" y="187834"/>
                  </a:lnTo>
                  <a:lnTo>
                    <a:pt x="4063113" y="187187"/>
                  </a:lnTo>
                  <a:lnTo>
                    <a:pt x="4064331" y="186684"/>
                  </a:lnTo>
                  <a:lnTo>
                    <a:pt x="4064678" y="186540"/>
                  </a:lnTo>
                  <a:lnTo>
                    <a:pt x="4067635" y="185318"/>
                  </a:lnTo>
                  <a:lnTo>
                    <a:pt x="4070243" y="184239"/>
                  </a:lnTo>
                  <a:lnTo>
                    <a:pt x="4074069" y="182657"/>
                  </a:lnTo>
                  <a:lnTo>
                    <a:pt x="4076851" y="181507"/>
                  </a:lnTo>
                  <a:lnTo>
                    <a:pt x="4081025" y="179781"/>
                  </a:lnTo>
                  <a:lnTo>
                    <a:pt x="4083981" y="178558"/>
                  </a:lnTo>
                  <a:lnTo>
                    <a:pt x="4084677" y="178270"/>
                  </a:lnTo>
                  <a:lnTo>
                    <a:pt x="4085198" y="178055"/>
                  </a:lnTo>
                  <a:lnTo>
                    <a:pt x="4085372" y="177983"/>
                  </a:lnTo>
                  <a:lnTo>
                    <a:pt x="4086590" y="177479"/>
                  </a:lnTo>
                  <a:lnTo>
                    <a:pt x="4088328" y="176760"/>
                  </a:lnTo>
                  <a:lnTo>
                    <a:pt x="4088502" y="176688"/>
                  </a:lnTo>
                  <a:lnTo>
                    <a:pt x="4090241" y="175969"/>
                  </a:lnTo>
                  <a:lnTo>
                    <a:pt x="4092676" y="174962"/>
                  </a:lnTo>
                  <a:lnTo>
                    <a:pt x="4093893" y="174459"/>
                  </a:lnTo>
                  <a:lnTo>
                    <a:pt x="4097719" y="172877"/>
                  </a:lnTo>
                  <a:lnTo>
                    <a:pt x="4106588" y="169209"/>
                  </a:lnTo>
                  <a:lnTo>
                    <a:pt x="4110587" y="167554"/>
                  </a:lnTo>
                  <a:lnTo>
                    <a:pt x="4110935" y="167410"/>
                  </a:lnTo>
                  <a:lnTo>
                    <a:pt x="4111805" y="167051"/>
                  </a:lnTo>
                  <a:lnTo>
                    <a:pt x="4114239" y="166044"/>
                  </a:lnTo>
                  <a:lnTo>
                    <a:pt x="4122586" y="162591"/>
                  </a:lnTo>
                  <a:lnTo>
                    <a:pt x="4123630" y="162160"/>
                  </a:lnTo>
                  <a:lnTo>
                    <a:pt x="4129890" y="159570"/>
                  </a:lnTo>
                  <a:lnTo>
                    <a:pt x="4131107" y="159066"/>
                  </a:lnTo>
                  <a:lnTo>
                    <a:pt x="4137194" y="156549"/>
                  </a:lnTo>
                  <a:lnTo>
                    <a:pt x="4139454" y="155614"/>
                  </a:lnTo>
                  <a:lnTo>
                    <a:pt x="4141367" y="154822"/>
                  </a:lnTo>
                  <a:lnTo>
                    <a:pt x="4145019" y="153311"/>
                  </a:lnTo>
                  <a:lnTo>
                    <a:pt x="4146410" y="152736"/>
                  </a:lnTo>
                  <a:lnTo>
                    <a:pt x="4146932" y="152520"/>
                  </a:lnTo>
                  <a:lnTo>
                    <a:pt x="4147106" y="152448"/>
                  </a:lnTo>
                  <a:lnTo>
                    <a:pt x="4149366" y="151513"/>
                  </a:lnTo>
                  <a:lnTo>
                    <a:pt x="4159453" y="147340"/>
                  </a:lnTo>
                  <a:lnTo>
                    <a:pt x="4160496" y="146908"/>
                  </a:lnTo>
                  <a:lnTo>
                    <a:pt x="4161887" y="146333"/>
                  </a:lnTo>
                  <a:lnTo>
                    <a:pt x="4167452" y="144030"/>
                  </a:lnTo>
                  <a:lnTo>
                    <a:pt x="4170060" y="142951"/>
                  </a:lnTo>
                  <a:lnTo>
                    <a:pt x="4173886" y="141368"/>
                  </a:lnTo>
                  <a:lnTo>
                    <a:pt x="4177190" y="140001"/>
                  </a:lnTo>
                  <a:lnTo>
                    <a:pt x="4179277" y="139138"/>
                  </a:lnTo>
                  <a:lnTo>
                    <a:pt x="4180842" y="138490"/>
                  </a:lnTo>
                  <a:lnTo>
                    <a:pt x="4183103" y="137555"/>
                  </a:lnTo>
                  <a:lnTo>
                    <a:pt x="4184146" y="137123"/>
                  </a:lnTo>
                  <a:lnTo>
                    <a:pt x="4184668" y="136907"/>
                  </a:lnTo>
                  <a:lnTo>
                    <a:pt x="4184842" y="136835"/>
                  </a:lnTo>
                  <a:lnTo>
                    <a:pt x="4186233" y="136259"/>
                  </a:lnTo>
                  <a:lnTo>
                    <a:pt x="4188146" y="135468"/>
                  </a:lnTo>
                  <a:lnTo>
                    <a:pt x="4190406" y="134532"/>
                  </a:lnTo>
                  <a:lnTo>
                    <a:pt x="4191971" y="133885"/>
                  </a:lnTo>
                  <a:lnTo>
                    <a:pt x="4195797" y="132302"/>
                  </a:lnTo>
                  <a:lnTo>
                    <a:pt x="4197536" y="131582"/>
                  </a:lnTo>
                  <a:lnTo>
                    <a:pt x="4199101" y="130934"/>
                  </a:lnTo>
                  <a:lnTo>
                    <a:pt x="4204840" y="128560"/>
                  </a:lnTo>
                  <a:lnTo>
                    <a:pt x="4210578" y="126185"/>
                  </a:lnTo>
                  <a:lnTo>
                    <a:pt x="4214404" y="124601"/>
                  </a:lnTo>
                  <a:lnTo>
                    <a:pt x="4216317" y="123810"/>
                  </a:lnTo>
                  <a:lnTo>
                    <a:pt x="4221534" y="121651"/>
                  </a:lnTo>
                  <a:lnTo>
                    <a:pt x="4223447" y="120859"/>
                  </a:lnTo>
                  <a:lnTo>
                    <a:pt x="4223795" y="120715"/>
                  </a:lnTo>
                  <a:lnTo>
                    <a:pt x="4224838" y="120283"/>
                  </a:lnTo>
                  <a:lnTo>
                    <a:pt x="4231098" y="117692"/>
                  </a:lnTo>
                  <a:lnTo>
                    <a:pt x="4237011" y="115245"/>
                  </a:lnTo>
                  <a:lnTo>
                    <a:pt x="4238228" y="114741"/>
                  </a:lnTo>
                  <a:lnTo>
                    <a:pt x="4241532" y="113373"/>
                  </a:lnTo>
                  <a:lnTo>
                    <a:pt x="4244141" y="112294"/>
                  </a:lnTo>
                  <a:lnTo>
                    <a:pt x="4250749" y="109558"/>
                  </a:lnTo>
                  <a:lnTo>
                    <a:pt x="4254922" y="107831"/>
                  </a:lnTo>
                  <a:lnTo>
                    <a:pt x="4258574" y="106319"/>
                  </a:lnTo>
                  <a:lnTo>
                    <a:pt x="4259096" y="106103"/>
                  </a:lnTo>
                  <a:lnTo>
                    <a:pt x="4262226" y="104807"/>
                  </a:lnTo>
                  <a:lnTo>
                    <a:pt x="4262400" y="104735"/>
                  </a:lnTo>
                  <a:lnTo>
                    <a:pt x="4264139" y="104015"/>
                  </a:lnTo>
                  <a:lnTo>
                    <a:pt x="4266573" y="103008"/>
                  </a:lnTo>
                  <a:lnTo>
                    <a:pt x="4267791" y="102504"/>
                  </a:lnTo>
                  <a:lnTo>
                    <a:pt x="4271616" y="100920"/>
                  </a:lnTo>
                  <a:lnTo>
                    <a:pt x="4280485" y="97248"/>
                  </a:lnTo>
                  <a:lnTo>
                    <a:pt x="4284485" y="95592"/>
                  </a:lnTo>
                  <a:lnTo>
                    <a:pt x="4284833" y="95448"/>
                  </a:lnTo>
                  <a:lnTo>
                    <a:pt x="4287441" y="94368"/>
                  </a:lnTo>
                  <a:lnTo>
                    <a:pt x="4296484" y="90624"/>
                  </a:lnTo>
                  <a:lnTo>
                    <a:pt x="4303787" y="87600"/>
                  </a:lnTo>
                  <a:lnTo>
                    <a:pt x="4313352" y="83640"/>
                  </a:lnTo>
                  <a:lnTo>
                    <a:pt x="4315265" y="82848"/>
                  </a:lnTo>
                  <a:lnTo>
                    <a:pt x="4318916" y="81336"/>
                  </a:lnTo>
                  <a:lnTo>
                    <a:pt x="4320308" y="80760"/>
                  </a:lnTo>
                  <a:lnTo>
                    <a:pt x="4320829" y="80544"/>
                  </a:lnTo>
                  <a:lnTo>
                    <a:pt x="4323264" y="79536"/>
                  </a:lnTo>
                  <a:lnTo>
                    <a:pt x="4334393" y="74927"/>
                  </a:lnTo>
                  <a:lnTo>
                    <a:pt x="4335785" y="74351"/>
                  </a:lnTo>
                  <a:lnTo>
                    <a:pt x="4341349" y="72046"/>
                  </a:lnTo>
                  <a:lnTo>
                    <a:pt x="4353174" y="67149"/>
                  </a:lnTo>
                  <a:lnTo>
                    <a:pt x="4369695" y="60307"/>
                  </a:lnTo>
                  <a:lnTo>
                    <a:pt x="4378737" y="56561"/>
                  </a:lnTo>
                  <a:lnTo>
                    <a:pt x="4388302" y="52599"/>
                  </a:lnTo>
                  <a:lnTo>
                    <a:pt x="4432472" y="34301"/>
                  </a:lnTo>
                  <a:lnTo>
                    <a:pt x="4432993" y="34085"/>
                  </a:lnTo>
                  <a:lnTo>
                    <a:pt x="4436297" y="32716"/>
                  </a:lnTo>
                  <a:lnTo>
                    <a:pt x="4470381" y="18593"/>
                  </a:lnTo>
                  <a:lnTo>
                    <a:pt x="4515247" y="0"/>
                  </a:lnTo>
                  <a:lnTo>
                    <a:pt x="4515247" y="169654"/>
                  </a:lnTo>
                  <a:lnTo>
                    <a:pt x="4470381" y="186327"/>
                  </a:lnTo>
                  <a:lnTo>
                    <a:pt x="4436297" y="198995"/>
                  </a:lnTo>
                  <a:lnTo>
                    <a:pt x="4432993" y="200224"/>
                  </a:lnTo>
                  <a:lnTo>
                    <a:pt x="4432472" y="200418"/>
                  </a:lnTo>
                  <a:lnTo>
                    <a:pt x="4388302" y="216839"/>
                  </a:lnTo>
                  <a:lnTo>
                    <a:pt x="4378737" y="220395"/>
                  </a:lnTo>
                  <a:lnTo>
                    <a:pt x="4369695" y="223758"/>
                  </a:lnTo>
                  <a:lnTo>
                    <a:pt x="4353174" y="229901"/>
                  </a:lnTo>
                  <a:lnTo>
                    <a:pt x="4341349" y="234299"/>
                  </a:lnTo>
                  <a:lnTo>
                    <a:pt x="4335785" y="236368"/>
                  </a:lnTo>
                  <a:lnTo>
                    <a:pt x="4334393" y="236886"/>
                  </a:lnTo>
                  <a:lnTo>
                    <a:pt x="4323264" y="241025"/>
                  </a:lnTo>
                  <a:lnTo>
                    <a:pt x="4320829" y="241931"/>
                  </a:lnTo>
                  <a:lnTo>
                    <a:pt x="4320308" y="242125"/>
                  </a:lnTo>
                  <a:lnTo>
                    <a:pt x="4318916" y="242642"/>
                  </a:lnTo>
                  <a:lnTo>
                    <a:pt x="4315265" y="244001"/>
                  </a:lnTo>
                  <a:lnTo>
                    <a:pt x="4313352" y="244712"/>
                  </a:lnTo>
                  <a:lnTo>
                    <a:pt x="4303787" y="248270"/>
                  </a:lnTo>
                  <a:lnTo>
                    <a:pt x="4296484" y="250987"/>
                  </a:lnTo>
                  <a:lnTo>
                    <a:pt x="4287441" y="254351"/>
                  </a:lnTo>
                  <a:lnTo>
                    <a:pt x="4284833" y="255321"/>
                  </a:lnTo>
                  <a:lnTo>
                    <a:pt x="4284485" y="255451"/>
                  </a:lnTo>
                  <a:lnTo>
                    <a:pt x="4280485" y="256939"/>
                  </a:lnTo>
                  <a:lnTo>
                    <a:pt x="4271616" y="260239"/>
                  </a:lnTo>
                  <a:lnTo>
                    <a:pt x="4267791" y="261662"/>
                  </a:lnTo>
                  <a:lnTo>
                    <a:pt x="4266573" y="262115"/>
                  </a:lnTo>
                  <a:lnTo>
                    <a:pt x="4264139" y="263021"/>
                  </a:lnTo>
                  <a:lnTo>
                    <a:pt x="4262400" y="263668"/>
                  </a:lnTo>
                  <a:lnTo>
                    <a:pt x="4262226" y="263732"/>
                  </a:lnTo>
                  <a:lnTo>
                    <a:pt x="4259096" y="264897"/>
                  </a:lnTo>
                  <a:lnTo>
                    <a:pt x="4258574" y="265091"/>
                  </a:lnTo>
                  <a:lnTo>
                    <a:pt x="4254922" y="266450"/>
                  </a:lnTo>
                  <a:lnTo>
                    <a:pt x="4250749" y="268003"/>
                  </a:lnTo>
                  <a:lnTo>
                    <a:pt x="4244141" y="270462"/>
                  </a:lnTo>
                  <a:lnTo>
                    <a:pt x="4241532" y="271433"/>
                  </a:lnTo>
                  <a:lnTo>
                    <a:pt x="4238228" y="272662"/>
                  </a:lnTo>
                  <a:lnTo>
                    <a:pt x="4237011" y="273115"/>
                  </a:lnTo>
                  <a:lnTo>
                    <a:pt x="4231098" y="275316"/>
                  </a:lnTo>
                  <a:lnTo>
                    <a:pt x="4224838" y="277645"/>
                  </a:lnTo>
                  <a:lnTo>
                    <a:pt x="4223795" y="278034"/>
                  </a:lnTo>
                  <a:lnTo>
                    <a:pt x="4223447" y="278163"/>
                  </a:lnTo>
                  <a:lnTo>
                    <a:pt x="4221534" y="278875"/>
                  </a:lnTo>
                  <a:lnTo>
                    <a:pt x="4216317" y="280817"/>
                  </a:lnTo>
                  <a:lnTo>
                    <a:pt x="4214404" y="281529"/>
                  </a:lnTo>
                  <a:lnTo>
                    <a:pt x="4210578" y="282953"/>
                  </a:lnTo>
                  <a:lnTo>
                    <a:pt x="4204840" y="285088"/>
                  </a:lnTo>
                  <a:lnTo>
                    <a:pt x="4199101" y="287224"/>
                  </a:lnTo>
                  <a:lnTo>
                    <a:pt x="4197536" y="287807"/>
                  </a:lnTo>
                  <a:lnTo>
                    <a:pt x="4195797" y="288454"/>
                  </a:lnTo>
                  <a:lnTo>
                    <a:pt x="4191971" y="289878"/>
                  </a:lnTo>
                  <a:lnTo>
                    <a:pt x="4190406" y="290461"/>
                  </a:lnTo>
                  <a:lnTo>
                    <a:pt x="4188146" y="291303"/>
                  </a:lnTo>
                  <a:lnTo>
                    <a:pt x="4186233" y="292015"/>
                  </a:lnTo>
                  <a:lnTo>
                    <a:pt x="4184842" y="292532"/>
                  </a:lnTo>
                  <a:lnTo>
                    <a:pt x="4184668" y="292597"/>
                  </a:lnTo>
                  <a:lnTo>
                    <a:pt x="4184146" y="292791"/>
                  </a:lnTo>
                  <a:lnTo>
                    <a:pt x="4183103" y="293180"/>
                  </a:lnTo>
                  <a:lnTo>
                    <a:pt x="4180842" y="294021"/>
                  </a:lnTo>
                  <a:lnTo>
                    <a:pt x="4179277" y="294604"/>
                  </a:lnTo>
                  <a:lnTo>
                    <a:pt x="4177190" y="295381"/>
                  </a:lnTo>
                  <a:lnTo>
                    <a:pt x="4173886" y="296611"/>
                  </a:lnTo>
                  <a:lnTo>
                    <a:pt x="4170060" y="298035"/>
                  </a:lnTo>
                  <a:lnTo>
                    <a:pt x="4167452" y="299006"/>
                  </a:lnTo>
                  <a:lnTo>
                    <a:pt x="4161887" y="301078"/>
                  </a:lnTo>
                  <a:lnTo>
                    <a:pt x="4160496" y="301596"/>
                  </a:lnTo>
                  <a:lnTo>
                    <a:pt x="4159453" y="301984"/>
                  </a:lnTo>
                  <a:lnTo>
                    <a:pt x="4149366" y="305740"/>
                  </a:lnTo>
                  <a:lnTo>
                    <a:pt x="4147106" y="306582"/>
                  </a:lnTo>
                  <a:lnTo>
                    <a:pt x="4146932" y="306646"/>
                  </a:lnTo>
                  <a:lnTo>
                    <a:pt x="4146410" y="306841"/>
                  </a:lnTo>
                  <a:lnTo>
                    <a:pt x="4145019" y="307359"/>
                  </a:lnTo>
                  <a:lnTo>
                    <a:pt x="4141367" y="308718"/>
                  </a:lnTo>
                  <a:lnTo>
                    <a:pt x="4139454" y="309431"/>
                  </a:lnTo>
                  <a:lnTo>
                    <a:pt x="4137194" y="310272"/>
                  </a:lnTo>
                  <a:lnTo>
                    <a:pt x="4131107" y="312539"/>
                  </a:lnTo>
                  <a:lnTo>
                    <a:pt x="4129890" y="312992"/>
                  </a:lnTo>
                  <a:lnTo>
                    <a:pt x="4123630" y="315323"/>
                  </a:lnTo>
                  <a:lnTo>
                    <a:pt x="4122586" y="315712"/>
                  </a:lnTo>
                  <a:lnTo>
                    <a:pt x="4114239" y="318821"/>
                  </a:lnTo>
                  <a:lnTo>
                    <a:pt x="4111805" y="319727"/>
                  </a:lnTo>
                  <a:lnTo>
                    <a:pt x="4110935" y="320051"/>
                  </a:lnTo>
                  <a:lnTo>
                    <a:pt x="4110587" y="320181"/>
                  </a:lnTo>
                  <a:lnTo>
                    <a:pt x="4106588" y="321670"/>
                  </a:lnTo>
                  <a:lnTo>
                    <a:pt x="4097719" y="324973"/>
                  </a:lnTo>
                  <a:lnTo>
                    <a:pt x="4093893" y="326398"/>
                  </a:lnTo>
                  <a:lnTo>
                    <a:pt x="4092676" y="326852"/>
                  </a:lnTo>
                  <a:lnTo>
                    <a:pt x="4090241" y="327759"/>
                  </a:lnTo>
                  <a:lnTo>
                    <a:pt x="4088502" y="328406"/>
                  </a:lnTo>
                  <a:lnTo>
                    <a:pt x="4088328" y="328471"/>
                  </a:lnTo>
                  <a:lnTo>
                    <a:pt x="4086590" y="329119"/>
                  </a:lnTo>
                  <a:lnTo>
                    <a:pt x="4085372" y="329572"/>
                  </a:lnTo>
                  <a:lnTo>
                    <a:pt x="4085198" y="329637"/>
                  </a:lnTo>
                  <a:lnTo>
                    <a:pt x="4084677" y="329832"/>
                  </a:lnTo>
                  <a:lnTo>
                    <a:pt x="4083981" y="330091"/>
                  </a:lnTo>
                  <a:lnTo>
                    <a:pt x="4081025" y="331192"/>
                  </a:lnTo>
                  <a:lnTo>
                    <a:pt x="4076851" y="332747"/>
                  </a:lnTo>
                  <a:lnTo>
                    <a:pt x="4074069" y="333783"/>
                  </a:lnTo>
                  <a:lnTo>
                    <a:pt x="4070243" y="335208"/>
                  </a:lnTo>
                  <a:lnTo>
                    <a:pt x="4067635" y="336180"/>
                  </a:lnTo>
                  <a:lnTo>
                    <a:pt x="4064678" y="337281"/>
                  </a:lnTo>
                  <a:lnTo>
                    <a:pt x="4064331" y="337411"/>
                  </a:lnTo>
                  <a:lnTo>
                    <a:pt x="4063113" y="337864"/>
                  </a:lnTo>
                  <a:lnTo>
                    <a:pt x="4061548" y="338448"/>
                  </a:lnTo>
                  <a:lnTo>
                    <a:pt x="4057201" y="340067"/>
                  </a:lnTo>
                  <a:lnTo>
                    <a:pt x="4050941" y="342400"/>
                  </a:lnTo>
                  <a:lnTo>
                    <a:pt x="4049897" y="342788"/>
                  </a:lnTo>
                  <a:lnTo>
                    <a:pt x="4049549" y="342918"/>
                  </a:lnTo>
                  <a:lnTo>
                    <a:pt x="4048680" y="343242"/>
                  </a:lnTo>
                  <a:lnTo>
                    <a:pt x="4047636" y="343631"/>
                  </a:lnTo>
                  <a:lnTo>
                    <a:pt x="4044159" y="344927"/>
                  </a:lnTo>
                  <a:lnTo>
                    <a:pt x="4042593" y="345510"/>
                  </a:lnTo>
                  <a:lnTo>
                    <a:pt x="4042420" y="345575"/>
                  </a:lnTo>
                  <a:lnTo>
                    <a:pt x="4040507" y="346287"/>
                  </a:lnTo>
                  <a:lnTo>
                    <a:pt x="4040333" y="346352"/>
                  </a:lnTo>
                  <a:lnTo>
                    <a:pt x="4036681" y="347713"/>
                  </a:lnTo>
                  <a:lnTo>
                    <a:pt x="4030942" y="349851"/>
                  </a:lnTo>
                  <a:lnTo>
                    <a:pt x="4025204" y="351990"/>
                  </a:lnTo>
                  <a:lnTo>
                    <a:pt x="4023639" y="352573"/>
                  </a:lnTo>
                  <a:lnTo>
                    <a:pt x="4023117" y="352767"/>
                  </a:lnTo>
                  <a:lnTo>
                    <a:pt x="4021900" y="353221"/>
                  </a:lnTo>
                  <a:lnTo>
                    <a:pt x="4018074" y="354647"/>
                  </a:lnTo>
                  <a:lnTo>
                    <a:pt x="4016509" y="355230"/>
                  </a:lnTo>
                  <a:lnTo>
                    <a:pt x="4014248" y="356073"/>
                  </a:lnTo>
                  <a:lnTo>
                    <a:pt x="4012335" y="356785"/>
                  </a:lnTo>
                  <a:lnTo>
                    <a:pt x="4010944" y="357304"/>
                  </a:lnTo>
                  <a:lnTo>
                    <a:pt x="4010770" y="357369"/>
                  </a:lnTo>
                  <a:lnTo>
                    <a:pt x="4010249" y="357563"/>
                  </a:lnTo>
                  <a:lnTo>
                    <a:pt x="4009205" y="357952"/>
                  </a:lnTo>
                  <a:lnTo>
                    <a:pt x="4007988" y="358406"/>
                  </a:lnTo>
                  <a:lnTo>
                    <a:pt x="4006944" y="358795"/>
                  </a:lnTo>
                  <a:lnTo>
                    <a:pt x="4005379" y="359378"/>
                  </a:lnTo>
                  <a:lnTo>
                    <a:pt x="4003293" y="360156"/>
                  </a:lnTo>
                  <a:lnTo>
                    <a:pt x="3999989" y="361387"/>
                  </a:lnTo>
                  <a:lnTo>
                    <a:pt x="3996163" y="362813"/>
                  </a:lnTo>
                  <a:lnTo>
                    <a:pt x="3995467" y="363072"/>
                  </a:lnTo>
                  <a:lnTo>
                    <a:pt x="3994076" y="363591"/>
                  </a:lnTo>
                  <a:lnTo>
                    <a:pt x="3993554" y="363785"/>
                  </a:lnTo>
                  <a:lnTo>
                    <a:pt x="3991815" y="364433"/>
                  </a:lnTo>
                  <a:lnTo>
                    <a:pt x="3987990" y="365860"/>
                  </a:lnTo>
                  <a:lnTo>
                    <a:pt x="3986598" y="366378"/>
                  </a:lnTo>
                  <a:lnTo>
                    <a:pt x="3985555" y="366767"/>
                  </a:lnTo>
                  <a:lnTo>
                    <a:pt x="3975469" y="370527"/>
                  </a:lnTo>
                  <a:lnTo>
                    <a:pt x="3973208" y="371370"/>
                  </a:lnTo>
                  <a:lnTo>
                    <a:pt x="3973034" y="371434"/>
                  </a:lnTo>
                  <a:lnTo>
                    <a:pt x="3972513" y="371629"/>
                  </a:lnTo>
                  <a:lnTo>
                    <a:pt x="3971643" y="371953"/>
                  </a:lnTo>
                  <a:lnTo>
                    <a:pt x="3971122" y="372148"/>
                  </a:lnTo>
                  <a:lnTo>
                    <a:pt x="3967470" y="373509"/>
                  </a:lnTo>
                  <a:lnTo>
                    <a:pt x="3965557" y="374222"/>
                  </a:lnTo>
                  <a:lnTo>
                    <a:pt x="3963296" y="375065"/>
                  </a:lnTo>
                  <a:lnTo>
                    <a:pt x="3957210" y="377334"/>
                  </a:lnTo>
                  <a:lnTo>
                    <a:pt x="3955993" y="377788"/>
                  </a:lnTo>
                  <a:lnTo>
                    <a:pt x="3949732" y="380122"/>
                  </a:lnTo>
                  <a:lnTo>
                    <a:pt x="3948689" y="380511"/>
                  </a:lnTo>
                  <a:lnTo>
                    <a:pt x="3940342" y="383624"/>
                  </a:lnTo>
                  <a:lnTo>
                    <a:pt x="3939646" y="383883"/>
                  </a:lnTo>
                  <a:lnTo>
                    <a:pt x="3937907" y="384531"/>
                  </a:lnTo>
                  <a:lnTo>
                    <a:pt x="3937038" y="384856"/>
                  </a:lnTo>
                  <a:lnTo>
                    <a:pt x="3936690" y="384985"/>
                  </a:lnTo>
                  <a:lnTo>
                    <a:pt x="3932690" y="386477"/>
                  </a:lnTo>
                  <a:lnTo>
                    <a:pt x="3923821" y="389784"/>
                  </a:lnTo>
                  <a:lnTo>
                    <a:pt x="3919996" y="391211"/>
                  </a:lnTo>
                  <a:lnTo>
                    <a:pt x="3918778" y="391665"/>
                  </a:lnTo>
                  <a:lnTo>
                    <a:pt x="3916344" y="392573"/>
                  </a:lnTo>
                  <a:lnTo>
                    <a:pt x="3914605" y="393222"/>
                  </a:lnTo>
                  <a:lnTo>
                    <a:pt x="3914431" y="393286"/>
                  </a:lnTo>
                  <a:lnTo>
                    <a:pt x="3912692" y="393935"/>
                  </a:lnTo>
                  <a:lnTo>
                    <a:pt x="3911475" y="394389"/>
                  </a:lnTo>
                  <a:lnTo>
                    <a:pt x="3911301" y="394454"/>
                  </a:lnTo>
                  <a:lnTo>
                    <a:pt x="3911127" y="394519"/>
                  </a:lnTo>
                  <a:lnTo>
                    <a:pt x="3910779" y="394648"/>
                  </a:lnTo>
                  <a:lnTo>
                    <a:pt x="3910084" y="394908"/>
                  </a:lnTo>
                  <a:lnTo>
                    <a:pt x="3907127" y="396010"/>
                  </a:lnTo>
                  <a:lnTo>
                    <a:pt x="3902954" y="397567"/>
                  </a:lnTo>
                  <a:lnTo>
                    <a:pt x="3900171" y="398605"/>
                  </a:lnTo>
                  <a:lnTo>
                    <a:pt x="3896346" y="400032"/>
                  </a:lnTo>
                  <a:lnTo>
                    <a:pt x="3893737" y="401005"/>
                  </a:lnTo>
                  <a:lnTo>
                    <a:pt x="3890781" y="402108"/>
                  </a:lnTo>
                  <a:lnTo>
                    <a:pt x="3890433" y="402237"/>
                  </a:lnTo>
                  <a:lnTo>
                    <a:pt x="3889216" y="402692"/>
                  </a:lnTo>
                  <a:lnTo>
                    <a:pt x="3887651" y="403275"/>
                  </a:lnTo>
                  <a:lnTo>
                    <a:pt x="3883303" y="404897"/>
                  </a:lnTo>
                  <a:lnTo>
                    <a:pt x="3877043" y="407233"/>
                  </a:lnTo>
                  <a:lnTo>
                    <a:pt x="3876000" y="407622"/>
                  </a:lnTo>
                  <a:lnTo>
                    <a:pt x="3875652" y="407752"/>
                  </a:lnTo>
                  <a:lnTo>
                    <a:pt x="3874782" y="408076"/>
                  </a:lnTo>
                  <a:lnTo>
                    <a:pt x="3873739" y="408465"/>
                  </a:lnTo>
                  <a:lnTo>
                    <a:pt x="3870261" y="409763"/>
                  </a:lnTo>
                  <a:lnTo>
                    <a:pt x="3868696" y="410347"/>
                  </a:lnTo>
                  <a:lnTo>
                    <a:pt x="3868522" y="410412"/>
                  </a:lnTo>
                  <a:lnTo>
                    <a:pt x="3866609" y="411125"/>
                  </a:lnTo>
                  <a:lnTo>
                    <a:pt x="3866435" y="411190"/>
                  </a:lnTo>
                  <a:lnTo>
                    <a:pt x="3862783" y="412553"/>
                  </a:lnTo>
                  <a:lnTo>
                    <a:pt x="3857045" y="414694"/>
                  </a:lnTo>
                  <a:lnTo>
                    <a:pt x="3851306" y="416835"/>
                  </a:lnTo>
                  <a:lnTo>
                    <a:pt x="3849741" y="417419"/>
                  </a:lnTo>
                  <a:lnTo>
                    <a:pt x="3849219" y="417614"/>
                  </a:lnTo>
                  <a:lnTo>
                    <a:pt x="3848002" y="418068"/>
                  </a:lnTo>
                  <a:lnTo>
                    <a:pt x="3844176" y="419496"/>
                  </a:lnTo>
                  <a:lnTo>
                    <a:pt x="3842611" y="420080"/>
                  </a:lnTo>
                  <a:lnTo>
                    <a:pt x="3840351" y="420924"/>
                  </a:lnTo>
                  <a:lnTo>
                    <a:pt x="3838438" y="421637"/>
                  </a:lnTo>
                  <a:lnTo>
                    <a:pt x="3837047" y="422157"/>
                  </a:lnTo>
                  <a:lnTo>
                    <a:pt x="3836873" y="422222"/>
                  </a:lnTo>
                  <a:lnTo>
                    <a:pt x="3836351" y="422416"/>
                  </a:lnTo>
                  <a:lnTo>
                    <a:pt x="3835308" y="422806"/>
                  </a:lnTo>
                  <a:lnTo>
                    <a:pt x="3834090" y="423260"/>
                  </a:lnTo>
                  <a:lnTo>
                    <a:pt x="3833047" y="423649"/>
                  </a:lnTo>
                  <a:lnTo>
                    <a:pt x="3831482" y="424233"/>
                  </a:lnTo>
                  <a:lnTo>
                    <a:pt x="3829395" y="425012"/>
                  </a:lnTo>
                  <a:lnTo>
                    <a:pt x="3826091" y="426245"/>
                  </a:lnTo>
                  <a:lnTo>
                    <a:pt x="3825743" y="426375"/>
                  </a:lnTo>
                  <a:lnTo>
                    <a:pt x="3822265" y="427673"/>
                  </a:lnTo>
                  <a:lnTo>
                    <a:pt x="3821570" y="427933"/>
                  </a:lnTo>
                  <a:lnTo>
                    <a:pt x="3820179" y="428452"/>
                  </a:lnTo>
                  <a:lnTo>
                    <a:pt x="3819657" y="428647"/>
                  </a:lnTo>
                  <a:lnTo>
                    <a:pt x="3817918" y="429296"/>
                  </a:lnTo>
                  <a:lnTo>
                    <a:pt x="3814092" y="430724"/>
                  </a:lnTo>
                  <a:lnTo>
                    <a:pt x="3812701" y="431243"/>
                  </a:lnTo>
                  <a:lnTo>
                    <a:pt x="3811658" y="431633"/>
                  </a:lnTo>
                  <a:lnTo>
                    <a:pt x="3801572" y="435398"/>
                  </a:lnTo>
                  <a:lnTo>
                    <a:pt x="3799311" y="436242"/>
                  </a:lnTo>
                  <a:lnTo>
                    <a:pt x="3799137" y="436307"/>
                  </a:lnTo>
                  <a:lnTo>
                    <a:pt x="3798615" y="436501"/>
                  </a:lnTo>
                  <a:lnTo>
                    <a:pt x="3797746" y="436826"/>
                  </a:lnTo>
                  <a:lnTo>
                    <a:pt x="3797224" y="437021"/>
                  </a:lnTo>
                  <a:lnTo>
                    <a:pt x="3793572" y="438384"/>
                  </a:lnTo>
                  <a:lnTo>
                    <a:pt x="3791659" y="439098"/>
                  </a:lnTo>
                  <a:lnTo>
                    <a:pt x="3789399" y="439942"/>
                  </a:lnTo>
                  <a:lnTo>
                    <a:pt x="3783312" y="442215"/>
                  </a:lnTo>
                  <a:lnTo>
                    <a:pt x="3782095" y="442669"/>
                  </a:lnTo>
                  <a:lnTo>
                    <a:pt x="3775835" y="445006"/>
                  </a:lnTo>
                  <a:lnTo>
                    <a:pt x="3774791" y="445396"/>
                  </a:lnTo>
                  <a:lnTo>
                    <a:pt x="3766444" y="448513"/>
                  </a:lnTo>
                  <a:lnTo>
                    <a:pt x="3765749" y="448773"/>
                  </a:lnTo>
                  <a:lnTo>
                    <a:pt x="3764010" y="449422"/>
                  </a:lnTo>
                  <a:lnTo>
                    <a:pt x="3763140" y="449747"/>
                  </a:lnTo>
                  <a:lnTo>
                    <a:pt x="3762792" y="449877"/>
                  </a:lnTo>
                  <a:lnTo>
                    <a:pt x="3758793" y="451370"/>
                  </a:lnTo>
                  <a:lnTo>
                    <a:pt x="3749924" y="454682"/>
                  </a:lnTo>
                  <a:lnTo>
                    <a:pt x="3746098" y="456111"/>
                  </a:lnTo>
                  <a:lnTo>
                    <a:pt x="3744881" y="456566"/>
                  </a:lnTo>
                  <a:lnTo>
                    <a:pt x="3742446" y="457475"/>
                  </a:lnTo>
                  <a:lnTo>
                    <a:pt x="3740707" y="458125"/>
                  </a:lnTo>
                  <a:lnTo>
                    <a:pt x="3740534" y="458190"/>
                  </a:lnTo>
                  <a:lnTo>
                    <a:pt x="3738795" y="458839"/>
                  </a:lnTo>
                  <a:lnTo>
                    <a:pt x="3737577" y="459294"/>
                  </a:lnTo>
                  <a:lnTo>
                    <a:pt x="3737403" y="459359"/>
                  </a:lnTo>
                  <a:lnTo>
                    <a:pt x="3737230" y="459424"/>
                  </a:lnTo>
                  <a:lnTo>
                    <a:pt x="3736882" y="459554"/>
                  </a:lnTo>
                  <a:lnTo>
                    <a:pt x="3736186" y="459813"/>
                  </a:lnTo>
                  <a:lnTo>
                    <a:pt x="3729056" y="462477"/>
                  </a:lnTo>
                  <a:lnTo>
                    <a:pt x="3726274" y="463516"/>
                  </a:lnTo>
                  <a:lnTo>
                    <a:pt x="3722448" y="464945"/>
                  </a:lnTo>
                  <a:lnTo>
                    <a:pt x="3719840" y="465920"/>
                  </a:lnTo>
                  <a:lnTo>
                    <a:pt x="3716884" y="467024"/>
                  </a:lnTo>
                  <a:lnTo>
                    <a:pt x="3716536" y="467154"/>
                  </a:lnTo>
                  <a:lnTo>
                    <a:pt x="3715318" y="467609"/>
                  </a:lnTo>
                  <a:lnTo>
                    <a:pt x="3713753" y="468193"/>
                  </a:lnTo>
                  <a:lnTo>
                    <a:pt x="3709406" y="469818"/>
                  </a:lnTo>
                  <a:lnTo>
                    <a:pt x="3703146" y="472157"/>
                  </a:lnTo>
                  <a:lnTo>
                    <a:pt x="3702102" y="472546"/>
                  </a:lnTo>
                  <a:lnTo>
                    <a:pt x="3701754" y="472676"/>
                  </a:lnTo>
                  <a:lnTo>
                    <a:pt x="3700885" y="473001"/>
                  </a:lnTo>
                  <a:lnTo>
                    <a:pt x="3699842" y="473391"/>
                  </a:lnTo>
                  <a:lnTo>
                    <a:pt x="3696364" y="474691"/>
                  </a:lnTo>
                  <a:lnTo>
                    <a:pt x="3694799" y="475275"/>
                  </a:lnTo>
                  <a:lnTo>
                    <a:pt x="3694625" y="475340"/>
                  </a:lnTo>
                  <a:lnTo>
                    <a:pt x="3692712" y="476055"/>
                  </a:lnTo>
                  <a:lnTo>
                    <a:pt x="3692538" y="476120"/>
                  </a:lnTo>
                  <a:lnTo>
                    <a:pt x="3688886" y="477485"/>
                  </a:lnTo>
                  <a:lnTo>
                    <a:pt x="3683147" y="479629"/>
                  </a:lnTo>
                  <a:lnTo>
                    <a:pt x="3677409" y="481774"/>
                  </a:lnTo>
                  <a:lnTo>
                    <a:pt x="3675844" y="482359"/>
                  </a:lnTo>
                  <a:lnTo>
                    <a:pt x="3675322" y="482554"/>
                  </a:lnTo>
                  <a:lnTo>
                    <a:pt x="3674105" y="483009"/>
                  </a:lnTo>
                  <a:lnTo>
                    <a:pt x="3670279" y="484439"/>
                  </a:lnTo>
                  <a:lnTo>
                    <a:pt x="3668714" y="485024"/>
                  </a:lnTo>
                  <a:lnTo>
                    <a:pt x="3666453" y="485868"/>
                  </a:lnTo>
                  <a:lnTo>
                    <a:pt x="3664540" y="486583"/>
                  </a:lnTo>
                  <a:lnTo>
                    <a:pt x="3663149" y="487103"/>
                  </a:lnTo>
                  <a:lnTo>
                    <a:pt x="3662975" y="487168"/>
                  </a:lnTo>
                  <a:lnTo>
                    <a:pt x="3662454" y="487363"/>
                  </a:lnTo>
                  <a:lnTo>
                    <a:pt x="3661410" y="487753"/>
                  </a:lnTo>
                  <a:lnTo>
                    <a:pt x="3660193" y="488208"/>
                  </a:lnTo>
                  <a:lnTo>
                    <a:pt x="3659150" y="488598"/>
                  </a:lnTo>
                  <a:lnTo>
                    <a:pt x="3657585" y="489183"/>
                  </a:lnTo>
                  <a:lnTo>
                    <a:pt x="3655498" y="489963"/>
                  </a:lnTo>
                  <a:lnTo>
                    <a:pt x="3652194" y="491199"/>
                  </a:lnTo>
                  <a:lnTo>
                    <a:pt x="3651846" y="491329"/>
                  </a:lnTo>
                  <a:lnTo>
                    <a:pt x="3648368" y="492629"/>
                  </a:lnTo>
                  <a:lnTo>
                    <a:pt x="3647672" y="492889"/>
                  </a:lnTo>
                  <a:lnTo>
                    <a:pt x="3646281" y="493409"/>
                  </a:lnTo>
                  <a:lnTo>
                    <a:pt x="3645759" y="493604"/>
                  </a:lnTo>
                  <a:lnTo>
                    <a:pt x="3644021" y="494254"/>
                  </a:lnTo>
                  <a:lnTo>
                    <a:pt x="3640195" y="495684"/>
                  </a:lnTo>
                  <a:lnTo>
                    <a:pt x="3638804" y="496204"/>
                  </a:lnTo>
                  <a:lnTo>
                    <a:pt x="3637760" y="496594"/>
                  </a:lnTo>
                  <a:lnTo>
                    <a:pt x="3627674" y="500365"/>
                  </a:lnTo>
                  <a:lnTo>
                    <a:pt x="3625413" y="501211"/>
                  </a:lnTo>
                  <a:lnTo>
                    <a:pt x="3625240" y="501276"/>
                  </a:lnTo>
                  <a:lnTo>
                    <a:pt x="3624718" y="501471"/>
                  </a:lnTo>
                  <a:lnTo>
                    <a:pt x="3623848" y="501796"/>
                  </a:lnTo>
                  <a:lnTo>
                    <a:pt x="3623327" y="501991"/>
                  </a:lnTo>
                  <a:lnTo>
                    <a:pt x="3619675" y="503356"/>
                  </a:lnTo>
                  <a:lnTo>
                    <a:pt x="3617762" y="504072"/>
                  </a:lnTo>
                  <a:lnTo>
                    <a:pt x="3615501" y="504917"/>
                  </a:lnTo>
                  <a:lnTo>
                    <a:pt x="3609415" y="507193"/>
                  </a:lnTo>
                  <a:lnTo>
                    <a:pt x="3608198" y="507648"/>
                  </a:lnTo>
                  <a:lnTo>
                    <a:pt x="3601937" y="509990"/>
                  </a:lnTo>
                  <a:lnTo>
                    <a:pt x="3592547" y="513502"/>
                  </a:lnTo>
                  <a:lnTo>
                    <a:pt x="3591851" y="513762"/>
                  </a:lnTo>
                  <a:lnTo>
                    <a:pt x="3590112" y="514413"/>
                  </a:lnTo>
                  <a:lnTo>
                    <a:pt x="3588895" y="514868"/>
                  </a:lnTo>
                  <a:lnTo>
                    <a:pt x="3584895" y="516364"/>
                  </a:lnTo>
                  <a:lnTo>
                    <a:pt x="3576027" y="519682"/>
                  </a:lnTo>
                  <a:lnTo>
                    <a:pt x="3572201" y="521113"/>
                  </a:lnTo>
                  <a:lnTo>
                    <a:pt x="3570984" y="521568"/>
                  </a:lnTo>
                  <a:lnTo>
                    <a:pt x="3568549" y="522479"/>
                  </a:lnTo>
                  <a:lnTo>
                    <a:pt x="3566810" y="523130"/>
                  </a:lnTo>
                  <a:lnTo>
                    <a:pt x="3566636" y="523195"/>
                  </a:lnTo>
                  <a:lnTo>
                    <a:pt x="3564897" y="523845"/>
                  </a:lnTo>
                  <a:lnTo>
                    <a:pt x="3563680" y="524301"/>
                  </a:lnTo>
                  <a:lnTo>
                    <a:pt x="3563506" y="524366"/>
                  </a:lnTo>
                  <a:lnTo>
                    <a:pt x="3563332" y="524431"/>
                  </a:lnTo>
                  <a:lnTo>
                    <a:pt x="3562984" y="524561"/>
                  </a:lnTo>
                  <a:lnTo>
                    <a:pt x="3562289" y="524821"/>
                  </a:lnTo>
                  <a:lnTo>
                    <a:pt x="3559332" y="525927"/>
                  </a:lnTo>
                  <a:lnTo>
                    <a:pt x="3555159" y="527489"/>
                  </a:lnTo>
                  <a:lnTo>
                    <a:pt x="3552377" y="528530"/>
                  </a:lnTo>
                  <a:lnTo>
                    <a:pt x="3548551" y="529962"/>
                  </a:lnTo>
                  <a:lnTo>
                    <a:pt x="3545942" y="530938"/>
                  </a:lnTo>
                  <a:lnTo>
                    <a:pt x="3542986" y="532044"/>
                  </a:lnTo>
                  <a:lnTo>
                    <a:pt x="3542638" y="532174"/>
                  </a:lnTo>
                  <a:lnTo>
                    <a:pt x="3541421" y="532630"/>
                  </a:lnTo>
                  <a:lnTo>
                    <a:pt x="3539856" y="533216"/>
                  </a:lnTo>
                  <a:lnTo>
                    <a:pt x="3535508" y="534843"/>
                  </a:lnTo>
                  <a:lnTo>
                    <a:pt x="3529248" y="537186"/>
                  </a:lnTo>
                  <a:lnTo>
                    <a:pt x="3528205" y="537576"/>
                  </a:lnTo>
                  <a:lnTo>
                    <a:pt x="3527857" y="537706"/>
                  </a:lnTo>
                  <a:lnTo>
                    <a:pt x="3526988" y="538032"/>
                  </a:lnTo>
                  <a:lnTo>
                    <a:pt x="3525944" y="538422"/>
                  </a:lnTo>
                  <a:lnTo>
                    <a:pt x="3522466" y="539724"/>
                  </a:lnTo>
                  <a:lnTo>
                    <a:pt x="3520901" y="540310"/>
                  </a:lnTo>
                  <a:lnTo>
                    <a:pt x="3520727" y="540375"/>
                  </a:lnTo>
                  <a:lnTo>
                    <a:pt x="3518814" y="541091"/>
                  </a:lnTo>
                  <a:lnTo>
                    <a:pt x="3518640" y="541156"/>
                  </a:lnTo>
                  <a:lnTo>
                    <a:pt x="3514989" y="542523"/>
                  </a:lnTo>
                  <a:lnTo>
                    <a:pt x="3509250" y="544672"/>
                  </a:lnTo>
                  <a:lnTo>
                    <a:pt x="3503511" y="546820"/>
                  </a:lnTo>
                  <a:lnTo>
                    <a:pt x="3501946" y="547406"/>
                  </a:lnTo>
                  <a:lnTo>
                    <a:pt x="3501425" y="547601"/>
                  </a:lnTo>
                  <a:lnTo>
                    <a:pt x="3500207" y="548057"/>
                  </a:lnTo>
                  <a:lnTo>
                    <a:pt x="3496382" y="549489"/>
                  </a:lnTo>
                  <a:lnTo>
                    <a:pt x="3494816" y="550075"/>
                  </a:lnTo>
                  <a:lnTo>
                    <a:pt x="3492556" y="550922"/>
                  </a:lnTo>
                  <a:lnTo>
                    <a:pt x="3490643" y="551638"/>
                  </a:lnTo>
                  <a:lnTo>
                    <a:pt x="3489252" y="552159"/>
                  </a:lnTo>
                  <a:lnTo>
                    <a:pt x="3489078" y="552224"/>
                  </a:lnTo>
                  <a:lnTo>
                    <a:pt x="3488556" y="552420"/>
                  </a:lnTo>
                  <a:lnTo>
                    <a:pt x="3487513" y="552810"/>
                  </a:lnTo>
                  <a:lnTo>
                    <a:pt x="3486296" y="553266"/>
                  </a:lnTo>
                  <a:lnTo>
                    <a:pt x="3485252" y="553657"/>
                  </a:lnTo>
                  <a:lnTo>
                    <a:pt x="3483687" y="554243"/>
                  </a:lnTo>
                  <a:lnTo>
                    <a:pt x="3481600" y="555024"/>
                  </a:lnTo>
                  <a:lnTo>
                    <a:pt x="3478296" y="556262"/>
                  </a:lnTo>
                  <a:lnTo>
                    <a:pt x="3477948" y="556392"/>
                  </a:lnTo>
                  <a:lnTo>
                    <a:pt x="3474470" y="557694"/>
                  </a:lnTo>
                  <a:lnTo>
                    <a:pt x="3473775" y="557955"/>
                  </a:lnTo>
                  <a:lnTo>
                    <a:pt x="3472384" y="558476"/>
                  </a:lnTo>
                  <a:lnTo>
                    <a:pt x="3471862" y="558671"/>
                  </a:lnTo>
                  <a:lnTo>
                    <a:pt x="3470123" y="559323"/>
                  </a:lnTo>
                  <a:lnTo>
                    <a:pt x="3466297" y="560756"/>
                  </a:lnTo>
                  <a:lnTo>
                    <a:pt x="3464906" y="561277"/>
                  </a:lnTo>
                  <a:lnTo>
                    <a:pt x="3463863" y="561667"/>
                  </a:lnTo>
                  <a:lnTo>
                    <a:pt x="3453777" y="565445"/>
                  </a:lnTo>
                  <a:lnTo>
                    <a:pt x="3451516" y="566292"/>
                  </a:lnTo>
                  <a:lnTo>
                    <a:pt x="3451342" y="566357"/>
                  </a:lnTo>
                  <a:lnTo>
                    <a:pt x="3450820" y="566553"/>
                  </a:lnTo>
                  <a:lnTo>
                    <a:pt x="3449951" y="566879"/>
                  </a:lnTo>
                  <a:lnTo>
                    <a:pt x="3449429" y="567074"/>
                  </a:lnTo>
                  <a:lnTo>
                    <a:pt x="3445777" y="568442"/>
                  </a:lnTo>
                  <a:lnTo>
                    <a:pt x="3443865" y="569159"/>
                  </a:lnTo>
                  <a:lnTo>
                    <a:pt x="3441604" y="570006"/>
                  </a:lnTo>
                  <a:lnTo>
                    <a:pt x="3435517" y="572286"/>
                  </a:lnTo>
                  <a:lnTo>
                    <a:pt x="3434300" y="572742"/>
                  </a:lnTo>
                  <a:lnTo>
                    <a:pt x="3428040" y="575088"/>
                  </a:lnTo>
                  <a:lnTo>
                    <a:pt x="3426996" y="575479"/>
                  </a:lnTo>
                  <a:lnTo>
                    <a:pt x="3418649" y="578607"/>
                  </a:lnTo>
                  <a:lnTo>
                    <a:pt x="3417954" y="578867"/>
                  </a:lnTo>
                  <a:lnTo>
                    <a:pt x="3416215" y="579519"/>
                  </a:lnTo>
                  <a:lnTo>
                    <a:pt x="3415345" y="579845"/>
                  </a:lnTo>
                  <a:lnTo>
                    <a:pt x="3414998" y="579975"/>
                  </a:lnTo>
                  <a:lnTo>
                    <a:pt x="3410998" y="581474"/>
                  </a:lnTo>
                  <a:lnTo>
                    <a:pt x="3402129" y="584798"/>
                  </a:lnTo>
                  <a:lnTo>
                    <a:pt x="3398303" y="586232"/>
                  </a:lnTo>
                  <a:lnTo>
                    <a:pt x="3397086" y="586689"/>
                  </a:lnTo>
                  <a:lnTo>
                    <a:pt x="3394652" y="587601"/>
                  </a:lnTo>
                  <a:lnTo>
                    <a:pt x="3392913" y="588253"/>
                  </a:lnTo>
                  <a:lnTo>
                    <a:pt x="3392739" y="588318"/>
                  </a:lnTo>
                  <a:lnTo>
                    <a:pt x="3391000" y="588970"/>
                  </a:lnTo>
                  <a:lnTo>
                    <a:pt x="3389782" y="589427"/>
                  </a:lnTo>
                  <a:lnTo>
                    <a:pt x="3389609" y="589492"/>
                  </a:lnTo>
                  <a:lnTo>
                    <a:pt x="3389435" y="589557"/>
                  </a:lnTo>
                  <a:lnTo>
                    <a:pt x="3389087" y="589687"/>
                  </a:lnTo>
                  <a:lnTo>
                    <a:pt x="3388391" y="589948"/>
                  </a:lnTo>
                  <a:lnTo>
                    <a:pt x="3385435" y="591056"/>
                  </a:lnTo>
                  <a:lnTo>
                    <a:pt x="3381261" y="592621"/>
                  </a:lnTo>
                  <a:lnTo>
                    <a:pt x="3378479" y="593664"/>
                  </a:lnTo>
                  <a:lnTo>
                    <a:pt x="3374653" y="595099"/>
                  </a:lnTo>
                  <a:lnTo>
                    <a:pt x="3369089" y="597185"/>
                  </a:lnTo>
                  <a:lnTo>
                    <a:pt x="3368741" y="597316"/>
                  </a:lnTo>
                  <a:lnTo>
                    <a:pt x="3367524" y="597772"/>
                  </a:lnTo>
                  <a:lnTo>
                    <a:pt x="3365958" y="598359"/>
                  </a:lnTo>
                  <a:lnTo>
                    <a:pt x="3361611" y="599989"/>
                  </a:lnTo>
                  <a:lnTo>
                    <a:pt x="3355351" y="602337"/>
                  </a:lnTo>
                  <a:lnTo>
                    <a:pt x="3354307" y="602729"/>
                  </a:lnTo>
                  <a:lnTo>
                    <a:pt x="3353960" y="602859"/>
                  </a:lnTo>
                  <a:lnTo>
                    <a:pt x="3353090" y="603185"/>
                  </a:lnTo>
                  <a:lnTo>
                    <a:pt x="3352047" y="603576"/>
                  </a:lnTo>
                  <a:lnTo>
                    <a:pt x="3348569" y="604881"/>
                  </a:lnTo>
                  <a:lnTo>
                    <a:pt x="3347004" y="605468"/>
                  </a:lnTo>
                  <a:lnTo>
                    <a:pt x="3346830" y="605533"/>
                  </a:lnTo>
                  <a:lnTo>
                    <a:pt x="3344917" y="606251"/>
                  </a:lnTo>
                  <a:lnTo>
                    <a:pt x="3344743" y="606316"/>
                  </a:lnTo>
                  <a:lnTo>
                    <a:pt x="3341091" y="607686"/>
                  </a:lnTo>
                  <a:lnTo>
                    <a:pt x="3335353" y="609838"/>
                  </a:lnTo>
                  <a:lnTo>
                    <a:pt x="3329614" y="611991"/>
                  </a:lnTo>
                  <a:lnTo>
                    <a:pt x="3328049" y="612578"/>
                  </a:lnTo>
                  <a:lnTo>
                    <a:pt x="3327527" y="612774"/>
                  </a:lnTo>
                  <a:lnTo>
                    <a:pt x="3326310" y="613231"/>
                  </a:lnTo>
                  <a:lnTo>
                    <a:pt x="3322484" y="614666"/>
                  </a:lnTo>
                  <a:lnTo>
                    <a:pt x="3320919" y="615253"/>
                  </a:lnTo>
                  <a:lnTo>
                    <a:pt x="3318658" y="616102"/>
                  </a:lnTo>
                  <a:lnTo>
                    <a:pt x="3316746" y="616819"/>
                  </a:lnTo>
                  <a:lnTo>
                    <a:pt x="3315354" y="617341"/>
                  </a:lnTo>
                  <a:lnTo>
                    <a:pt x="3315180" y="617407"/>
                  </a:lnTo>
                  <a:lnTo>
                    <a:pt x="3314659" y="617602"/>
                  </a:lnTo>
                  <a:lnTo>
                    <a:pt x="3313615" y="617994"/>
                  </a:lnTo>
                  <a:lnTo>
                    <a:pt x="3312398" y="618451"/>
                  </a:lnTo>
                  <a:lnTo>
                    <a:pt x="3311355" y="618842"/>
                  </a:lnTo>
                  <a:lnTo>
                    <a:pt x="3309790" y="619430"/>
                  </a:lnTo>
                  <a:lnTo>
                    <a:pt x="3307703" y="620213"/>
                  </a:lnTo>
                  <a:lnTo>
                    <a:pt x="3304399" y="621453"/>
                  </a:lnTo>
                  <a:lnTo>
                    <a:pt x="3304051" y="621583"/>
                  </a:lnTo>
                  <a:lnTo>
                    <a:pt x="3300573" y="622888"/>
                  </a:lnTo>
                  <a:lnTo>
                    <a:pt x="3299877" y="623149"/>
                  </a:lnTo>
                  <a:lnTo>
                    <a:pt x="3298486" y="623672"/>
                  </a:lnTo>
                  <a:lnTo>
                    <a:pt x="3297965" y="623867"/>
                  </a:lnTo>
                  <a:lnTo>
                    <a:pt x="3296226" y="624520"/>
                  </a:lnTo>
                  <a:lnTo>
                    <a:pt x="3292400" y="625956"/>
                  </a:lnTo>
                  <a:lnTo>
                    <a:pt x="3291009" y="626478"/>
                  </a:lnTo>
                  <a:lnTo>
                    <a:pt x="3289965" y="626870"/>
                  </a:lnTo>
                  <a:lnTo>
                    <a:pt x="3279879" y="630656"/>
                  </a:lnTo>
                  <a:lnTo>
                    <a:pt x="3277619" y="631505"/>
                  </a:lnTo>
                  <a:lnTo>
                    <a:pt x="3277445" y="631570"/>
                  </a:lnTo>
                  <a:lnTo>
                    <a:pt x="3276923" y="631766"/>
                  </a:lnTo>
                  <a:lnTo>
                    <a:pt x="3276054" y="632092"/>
                  </a:lnTo>
                  <a:lnTo>
                    <a:pt x="3275532" y="632288"/>
                  </a:lnTo>
                  <a:lnTo>
                    <a:pt x="3271880" y="633659"/>
                  </a:lnTo>
                  <a:lnTo>
                    <a:pt x="3269967" y="634377"/>
                  </a:lnTo>
                  <a:lnTo>
                    <a:pt x="3267706" y="635226"/>
                  </a:lnTo>
                  <a:lnTo>
                    <a:pt x="3261620" y="637511"/>
                  </a:lnTo>
                  <a:lnTo>
                    <a:pt x="3260403" y="637969"/>
                  </a:lnTo>
                  <a:lnTo>
                    <a:pt x="3254142" y="640319"/>
                  </a:lnTo>
                  <a:lnTo>
                    <a:pt x="3253099" y="640711"/>
                  </a:lnTo>
                  <a:lnTo>
                    <a:pt x="3244752" y="643846"/>
                  </a:lnTo>
                  <a:lnTo>
                    <a:pt x="3244056" y="644107"/>
                  </a:lnTo>
                  <a:lnTo>
                    <a:pt x="3242317" y="644761"/>
                  </a:lnTo>
                  <a:lnTo>
                    <a:pt x="3241448" y="645087"/>
                  </a:lnTo>
                  <a:lnTo>
                    <a:pt x="3241100" y="645218"/>
                  </a:lnTo>
                  <a:lnTo>
                    <a:pt x="3237100" y="646720"/>
                  </a:lnTo>
                  <a:lnTo>
                    <a:pt x="3228232" y="650052"/>
                  </a:lnTo>
                  <a:lnTo>
                    <a:pt x="3224406" y="651489"/>
                  </a:lnTo>
                  <a:lnTo>
                    <a:pt x="3223189" y="651946"/>
                  </a:lnTo>
                  <a:lnTo>
                    <a:pt x="3220754" y="652861"/>
                  </a:lnTo>
                  <a:lnTo>
                    <a:pt x="3219015" y="653514"/>
                  </a:lnTo>
                  <a:lnTo>
                    <a:pt x="3218841" y="653580"/>
                  </a:lnTo>
                  <a:lnTo>
                    <a:pt x="3217102" y="654233"/>
                  </a:lnTo>
                  <a:lnTo>
                    <a:pt x="3215885" y="654690"/>
                  </a:lnTo>
                  <a:lnTo>
                    <a:pt x="3215711" y="654756"/>
                  </a:lnTo>
                  <a:lnTo>
                    <a:pt x="3215537" y="654821"/>
                  </a:lnTo>
                  <a:lnTo>
                    <a:pt x="3215189" y="654952"/>
                  </a:lnTo>
                  <a:lnTo>
                    <a:pt x="3214494" y="655213"/>
                  </a:lnTo>
                  <a:lnTo>
                    <a:pt x="3211538" y="656324"/>
                  </a:lnTo>
                  <a:lnTo>
                    <a:pt x="3207364" y="657892"/>
                  </a:lnTo>
                  <a:lnTo>
                    <a:pt x="3204582" y="658938"/>
                  </a:lnTo>
                  <a:lnTo>
                    <a:pt x="3200756" y="660376"/>
                  </a:lnTo>
                  <a:lnTo>
                    <a:pt x="3198147" y="661356"/>
                  </a:lnTo>
                  <a:lnTo>
                    <a:pt x="3195191" y="662467"/>
                  </a:lnTo>
                  <a:lnTo>
                    <a:pt x="3194843" y="662598"/>
                  </a:lnTo>
                  <a:lnTo>
                    <a:pt x="3193626" y="663055"/>
                  </a:lnTo>
                  <a:lnTo>
                    <a:pt x="3192061" y="663644"/>
                  </a:lnTo>
                  <a:lnTo>
                    <a:pt x="3187714" y="665278"/>
                  </a:lnTo>
                  <a:lnTo>
                    <a:pt x="3181453" y="667631"/>
                  </a:lnTo>
                  <a:lnTo>
                    <a:pt x="3180410" y="668023"/>
                  </a:lnTo>
                  <a:lnTo>
                    <a:pt x="3180062" y="668154"/>
                  </a:lnTo>
                  <a:lnTo>
                    <a:pt x="3179193" y="668481"/>
                  </a:lnTo>
                  <a:lnTo>
                    <a:pt x="3178149" y="668873"/>
                  </a:lnTo>
                  <a:lnTo>
                    <a:pt x="3174671" y="670181"/>
                  </a:lnTo>
                  <a:lnTo>
                    <a:pt x="3173106" y="670769"/>
                  </a:lnTo>
                  <a:lnTo>
                    <a:pt x="3172932" y="670834"/>
                  </a:lnTo>
                  <a:lnTo>
                    <a:pt x="3171019" y="671554"/>
                  </a:lnTo>
                  <a:lnTo>
                    <a:pt x="3170846" y="671619"/>
                  </a:lnTo>
                  <a:lnTo>
                    <a:pt x="3167194" y="672992"/>
                  </a:lnTo>
                  <a:lnTo>
                    <a:pt x="3161455" y="675150"/>
                  </a:lnTo>
                  <a:lnTo>
                    <a:pt x="3155716" y="677308"/>
                  </a:lnTo>
                  <a:lnTo>
                    <a:pt x="3154151" y="677896"/>
                  </a:lnTo>
                  <a:lnTo>
                    <a:pt x="3153630" y="678093"/>
                  </a:lnTo>
                  <a:lnTo>
                    <a:pt x="3152412" y="678550"/>
                  </a:lnTo>
                  <a:lnTo>
                    <a:pt x="3148587" y="679989"/>
                  </a:lnTo>
                  <a:lnTo>
                    <a:pt x="3147022" y="680578"/>
                  </a:lnTo>
                  <a:lnTo>
                    <a:pt x="3144761" y="681428"/>
                  </a:lnTo>
                  <a:lnTo>
                    <a:pt x="3142848" y="682148"/>
                  </a:lnTo>
                  <a:lnTo>
                    <a:pt x="3141457" y="682671"/>
                  </a:lnTo>
                  <a:lnTo>
                    <a:pt x="3141283" y="682736"/>
                  </a:lnTo>
                  <a:lnTo>
                    <a:pt x="3140761" y="682933"/>
                  </a:lnTo>
                  <a:lnTo>
                    <a:pt x="3139718" y="683325"/>
                  </a:lnTo>
                  <a:lnTo>
                    <a:pt x="3138501" y="683783"/>
                  </a:lnTo>
                  <a:lnTo>
                    <a:pt x="3137457" y="684176"/>
                  </a:lnTo>
                  <a:lnTo>
                    <a:pt x="3135892" y="684764"/>
                  </a:lnTo>
                  <a:lnTo>
                    <a:pt x="3133805" y="685549"/>
                  </a:lnTo>
                  <a:lnTo>
                    <a:pt x="3130501" y="686792"/>
                  </a:lnTo>
                  <a:lnTo>
                    <a:pt x="3130154" y="686923"/>
                  </a:lnTo>
                  <a:lnTo>
                    <a:pt x="3126676" y="688232"/>
                  </a:lnTo>
                  <a:lnTo>
                    <a:pt x="3125980" y="688493"/>
                  </a:lnTo>
                  <a:lnTo>
                    <a:pt x="3124589" y="689017"/>
                  </a:lnTo>
                  <a:lnTo>
                    <a:pt x="3124067" y="689213"/>
                  </a:lnTo>
                  <a:lnTo>
                    <a:pt x="3122328" y="689867"/>
                  </a:lnTo>
                  <a:lnTo>
                    <a:pt x="3118502" y="691307"/>
                  </a:lnTo>
                  <a:lnTo>
                    <a:pt x="3117111" y="691830"/>
                  </a:lnTo>
                  <a:lnTo>
                    <a:pt x="3116068" y="692223"/>
                  </a:lnTo>
                  <a:lnTo>
                    <a:pt x="3105982" y="696018"/>
                  </a:lnTo>
                  <a:lnTo>
                    <a:pt x="3103721" y="696869"/>
                  </a:lnTo>
                  <a:lnTo>
                    <a:pt x="3103547" y="696935"/>
                  </a:lnTo>
                  <a:lnTo>
                    <a:pt x="3103026" y="697131"/>
                  </a:lnTo>
                  <a:lnTo>
                    <a:pt x="3102156" y="697458"/>
                  </a:lnTo>
                  <a:lnTo>
                    <a:pt x="3101634" y="697655"/>
                  </a:lnTo>
                  <a:lnTo>
                    <a:pt x="3097983" y="699029"/>
                  </a:lnTo>
                  <a:lnTo>
                    <a:pt x="3096070" y="699749"/>
                  </a:lnTo>
                  <a:lnTo>
                    <a:pt x="3093809" y="700600"/>
                  </a:lnTo>
                  <a:lnTo>
                    <a:pt x="3087723" y="702891"/>
                  </a:lnTo>
                  <a:lnTo>
                    <a:pt x="3086505" y="703350"/>
                  </a:lnTo>
                  <a:lnTo>
                    <a:pt x="3080245" y="705707"/>
                  </a:lnTo>
                  <a:lnTo>
                    <a:pt x="3079202" y="706099"/>
                  </a:lnTo>
                  <a:lnTo>
                    <a:pt x="3070855" y="709242"/>
                  </a:lnTo>
                  <a:lnTo>
                    <a:pt x="3070159" y="709504"/>
                  </a:lnTo>
                  <a:lnTo>
                    <a:pt x="3068420" y="710159"/>
                  </a:lnTo>
                  <a:lnTo>
                    <a:pt x="3067550" y="710487"/>
                  </a:lnTo>
                  <a:lnTo>
                    <a:pt x="3067203" y="710618"/>
                  </a:lnTo>
                  <a:lnTo>
                    <a:pt x="3063203" y="712124"/>
                  </a:lnTo>
                  <a:lnTo>
                    <a:pt x="3054334" y="715464"/>
                  </a:lnTo>
                  <a:lnTo>
                    <a:pt x="3050509" y="716905"/>
                  </a:lnTo>
                  <a:lnTo>
                    <a:pt x="3049291" y="717364"/>
                  </a:lnTo>
                  <a:lnTo>
                    <a:pt x="3046857" y="718281"/>
                  </a:lnTo>
                  <a:lnTo>
                    <a:pt x="3045118" y="718936"/>
                  </a:lnTo>
                  <a:lnTo>
                    <a:pt x="3044944" y="719001"/>
                  </a:lnTo>
                  <a:lnTo>
                    <a:pt x="3043205" y="719656"/>
                  </a:lnTo>
                  <a:lnTo>
                    <a:pt x="3041988" y="720115"/>
                  </a:lnTo>
                  <a:lnTo>
                    <a:pt x="3041814" y="720181"/>
                  </a:lnTo>
                  <a:lnTo>
                    <a:pt x="3041640" y="720246"/>
                  </a:lnTo>
                  <a:lnTo>
                    <a:pt x="3041292" y="720377"/>
                  </a:lnTo>
                  <a:lnTo>
                    <a:pt x="3040596" y="720639"/>
                  </a:lnTo>
                  <a:lnTo>
                    <a:pt x="3037640" y="721753"/>
                  </a:lnTo>
                  <a:lnTo>
                    <a:pt x="3033467" y="723325"/>
                  </a:lnTo>
                  <a:lnTo>
                    <a:pt x="3030684" y="724374"/>
                  </a:lnTo>
                  <a:lnTo>
                    <a:pt x="3026858" y="725815"/>
                  </a:lnTo>
                  <a:lnTo>
                    <a:pt x="3024250" y="726798"/>
                  </a:lnTo>
                  <a:lnTo>
                    <a:pt x="3021294" y="727912"/>
                  </a:lnTo>
                  <a:lnTo>
                    <a:pt x="3020946" y="728043"/>
                  </a:lnTo>
                  <a:lnTo>
                    <a:pt x="3019729" y="728502"/>
                  </a:lnTo>
                  <a:lnTo>
                    <a:pt x="3018164" y="729092"/>
                  </a:lnTo>
                  <a:lnTo>
                    <a:pt x="3013816" y="730731"/>
                  </a:lnTo>
                  <a:lnTo>
                    <a:pt x="3007556" y="733090"/>
                  </a:lnTo>
                  <a:lnTo>
                    <a:pt x="3006512" y="733484"/>
                  </a:lnTo>
                  <a:lnTo>
                    <a:pt x="3006165" y="733615"/>
                  </a:lnTo>
                  <a:lnTo>
                    <a:pt x="3005295" y="733943"/>
                  </a:lnTo>
                  <a:lnTo>
                    <a:pt x="3004252" y="734336"/>
                  </a:lnTo>
                  <a:lnTo>
                    <a:pt x="3000774" y="735647"/>
                  </a:lnTo>
                  <a:lnTo>
                    <a:pt x="2999209" y="736237"/>
                  </a:lnTo>
                  <a:lnTo>
                    <a:pt x="2999035" y="736303"/>
                  </a:lnTo>
                  <a:lnTo>
                    <a:pt x="2997122" y="737024"/>
                  </a:lnTo>
                  <a:lnTo>
                    <a:pt x="2996948" y="737089"/>
                  </a:lnTo>
                  <a:lnTo>
                    <a:pt x="2993296" y="738466"/>
                  </a:lnTo>
                  <a:lnTo>
                    <a:pt x="2987558" y="740630"/>
                  </a:lnTo>
                  <a:lnTo>
                    <a:pt x="2981819" y="742794"/>
                  </a:lnTo>
                  <a:lnTo>
                    <a:pt x="2980254" y="743384"/>
                  </a:lnTo>
                  <a:lnTo>
                    <a:pt x="2979732" y="743581"/>
                  </a:lnTo>
                  <a:lnTo>
                    <a:pt x="2978515" y="744040"/>
                  </a:lnTo>
                  <a:lnTo>
                    <a:pt x="2974689" y="745483"/>
                  </a:lnTo>
                  <a:lnTo>
                    <a:pt x="2973124" y="746073"/>
                  </a:lnTo>
                  <a:lnTo>
                    <a:pt x="2970863" y="746926"/>
                  </a:lnTo>
                  <a:lnTo>
                    <a:pt x="2968951" y="747647"/>
                  </a:lnTo>
                  <a:lnTo>
                    <a:pt x="2967559" y="748172"/>
                  </a:lnTo>
                  <a:lnTo>
                    <a:pt x="2967386" y="748238"/>
                  </a:lnTo>
                  <a:lnTo>
                    <a:pt x="2966864" y="748435"/>
                  </a:lnTo>
                  <a:lnTo>
                    <a:pt x="2965820" y="748828"/>
                  </a:lnTo>
                  <a:lnTo>
                    <a:pt x="2964603" y="749287"/>
                  </a:lnTo>
                  <a:lnTo>
                    <a:pt x="2963560" y="749681"/>
                  </a:lnTo>
                  <a:lnTo>
                    <a:pt x="2961995" y="750271"/>
                  </a:lnTo>
                  <a:lnTo>
                    <a:pt x="2959908" y="751059"/>
                  </a:lnTo>
                  <a:lnTo>
                    <a:pt x="2956604" y="752305"/>
                  </a:lnTo>
                  <a:lnTo>
                    <a:pt x="2956256" y="752436"/>
                  </a:lnTo>
                  <a:lnTo>
                    <a:pt x="2952778" y="753749"/>
                  </a:lnTo>
                  <a:lnTo>
                    <a:pt x="2952083" y="754011"/>
                  </a:lnTo>
                  <a:lnTo>
                    <a:pt x="2950691" y="754536"/>
                  </a:lnTo>
                  <a:lnTo>
                    <a:pt x="2950170" y="754733"/>
                  </a:lnTo>
                  <a:lnTo>
                    <a:pt x="2948431" y="755389"/>
                  </a:lnTo>
                  <a:lnTo>
                    <a:pt x="2944605" y="756833"/>
                  </a:lnTo>
                  <a:lnTo>
                    <a:pt x="2943214" y="757358"/>
                  </a:lnTo>
                  <a:lnTo>
                    <a:pt x="2942170" y="757751"/>
                  </a:lnTo>
                  <a:lnTo>
                    <a:pt x="2932084" y="761558"/>
                  </a:lnTo>
                  <a:lnTo>
                    <a:pt x="2929824" y="762411"/>
                  </a:lnTo>
                  <a:lnTo>
                    <a:pt x="2929650" y="762477"/>
                  </a:lnTo>
                  <a:lnTo>
                    <a:pt x="2929128" y="762674"/>
                  </a:lnTo>
                  <a:lnTo>
                    <a:pt x="2928259" y="763002"/>
                  </a:lnTo>
                  <a:lnTo>
                    <a:pt x="2927737" y="763199"/>
                  </a:lnTo>
                  <a:lnTo>
                    <a:pt x="2924085" y="764577"/>
                  </a:lnTo>
                  <a:lnTo>
                    <a:pt x="2922172" y="765300"/>
                  </a:lnTo>
                  <a:lnTo>
                    <a:pt x="2919912" y="766153"/>
                  </a:lnTo>
                  <a:lnTo>
                    <a:pt x="2913825" y="768451"/>
                  </a:lnTo>
                  <a:lnTo>
                    <a:pt x="2912608" y="768911"/>
                  </a:lnTo>
                  <a:lnTo>
                    <a:pt x="2906348" y="771275"/>
                  </a:lnTo>
                  <a:lnTo>
                    <a:pt x="2905304" y="771669"/>
                  </a:lnTo>
                  <a:lnTo>
                    <a:pt x="2896957" y="774821"/>
                  </a:lnTo>
                  <a:lnTo>
                    <a:pt x="2896261" y="775084"/>
                  </a:lnTo>
                  <a:lnTo>
                    <a:pt x="2894523" y="775740"/>
                  </a:lnTo>
                  <a:lnTo>
                    <a:pt x="2893653" y="776069"/>
                  </a:lnTo>
                  <a:lnTo>
                    <a:pt x="2893305" y="776200"/>
                  </a:lnTo>
                  <a:lnTo>
                    <a:pt x="2889306" y="777711"/>
                  </a:lnTo>
                  <a:lnTo>
                    <a:pt x="2880437" y="781061"/>
                  </a:lnTo>
                  <a:lnTo>
                    <a:pt x="2876611" y="782507"/>
                  </a:lnTo>
                  <a:lnTo>
                    <a:pt x="2875394" y="782967"/>
                  </a:lnTo>
                  <a:lnTo>
                    <a:pt x="2872959" y="783887"/>
                  </a:lnTo>
                  <a:lnTo>
                    <a:pt x="2871220" y="784544"/>
                  </a:lnTo>
                  <a:lnTo>
                    <a:pt x="2871046" y="784610"/>
                  </a:lnTo>
                  <a:lnTo>
                    <a:pt x="2869307" y="785267"/>
                  </a:lnTo>
                  <a:lnTo>
                    <a:pt x="2868090" y="785727"/>
                  </a:lnTo>
                  <a:lnTo>
                    <a:pt x="2867916" y="785792"/>
                  </a:lnTo>
                  <a:lnTo>
                    <a:pt x="2867742" y="785858"/>
                  </a:lnTo>
                  <a:lnTo>
                    <a:pt x="2867395" y="785989"/>
                  </a:lnTo>
                  <a:lnTo>
                    <a:pt x="2866699" y="786252"/>
                  </a:lnTo>
                  <a:lnTo>
                    <a:pt x="2863743" y="787370"/>
                  </a:lnTo>
                  <a:lnTo>
                    <a:pt x="2859569" y="788947"/>
                  </a:lnTo>
                  <a:lnTo>
                    <a:pt x="2856787" y="789999"/>
                  </a:lnTo>
                  <a:lnTo>
                    <a:pt x="2852961" y="791445"/>
                  </a:lnTo>
                  <a:lnTo>
                    <a:pt x="2850353" y="792431"/>
                  </a:lnTo>
                  <a:lnTo>
                    <a:pt x="2847396" y="793548"/>
                  </a:lnTo>
                  <a:lnTo>
                    <a:pt x="2847049" y="793680"/>
                  </a:lnTo>
                  <a:lnTo>
                    <a:pt x="2845831" y="794140"/>
                  </a:lnTo>
                  <a:lnTo>
                    <a:pt x="2844266" y="794732"/>
                  </a:lnTo>
                  <a:lnTo>
                    <a:pt x="2839919" y="796375"/>
                  </a:lnTo>
                  <a:lnTo>
                    <a:pt x="2833658" y="798742"/>
                  </a:lnTo>
                  <a:lnTo>
                    <a:pt x="2832615" y="799137"/>
                  </a:lnTo>
                  <a:lnTo>
                    <a:pt x="2832267" y="799269"/>
                  </a:lnTo>
                  <a:lnTo>
                    <a:pt x="2831398" y="799597"/>
                  </a:lnTo>
                  <a:lnTo>
                    <a:pt x="2830354" y="799992"/>
                  </a:lnTo>
                  <a:lnTo>
                    <a:pt x="2826876" y="801307"/>
                  </a:lnTo>
                  <a:lnTo>
                    <a:pt x="2825311" y="801899"/>
                  </a:lnTo>
                  <a:lnTo>
                    <a:pt x="2825137" y="801965"/>
                  </a:lnTo>
                  <a:lnTo>
                    <a:pt x="2823225" y="802688"/>
                  </a:lnTo>
                  <a:lnTo>
                    <a:pt x="2823051" y="802754"/>
                  </a:lnTo>
                  <a:lnTo>
                    <a:pt x="2819399" y="804135"/>
                  </a:lnTo>
                  <a:lnTo>
                    <a:pt x="2813660" y="806306"/>
                  </a:lnTo>
                  <a:lnTo>
                    <a:pt x="2807922" y="808477"/>
                  </a:lnTo>
                  <a:lnTo>
                    <a:pt x="2806357" y="809069"/>
                  </a:lnTo>
                  <a:lnTo>
                    <a:pt x="2805835" y="809267"/>
                  </a:lnTo>
                  <a:lnTo>
                    <a:pt x="2804618" y="809727"/>
                  </a:lnTo>
                  <a:lnTo>
                    <a:pt x="2800792" y="811175"/>
                  </a:lnTo>
                  <a:lnTo>
                    <a:pt x="2799227" y="811767"/>
                  </a:lnTo>
                  <a:lnTo>
                    <a:pt x="2796966" y="812623"/>
                  </a:lnTo>
                  <a:lnTo>
                    <a:pt x="2795053" y="813346"/>
                  </a:lnTo>
                  <a:lnTo>
                    <a:pt x="2793662" y="813873"/>
                  </a:lnTo>
                  <a:lnTo>
                    <a:pt x="2793488" y="813939"/>
                  </a:lnTo>
                  <a:lnTo>
                    <a:pt x="2792966" y="814136"/>
                  </a:lnTo>
                  <a:lnTo>
                    <a:pt x="2791923" y="814531"/>
                  </a:lnTo>
                  <a:lnTo>
                    <a:pt x="2789662" y="815387"/>
                  </a:lnTo>
                  <a:lnTo>
                    <a:pt x="2788097" y="815979"/>
                  </a:lnTo>
                  <a:lnTo>
                    <a:pt x="2786011" y="816769"/>
                  </a:lnTo>
                  <a:lnTo>
                    <a:pt x="2782706" y="818019"/>
                  </a:lnTo>
                  <a:lnTo>
                    <a:pt x="2782359" y="818151"/>
                  </a:lnTo>
                  <a:lnTo>
                    <a:pt x="2778881" y="819468"/>
                  </a:lnTo>
                  <a:lnTo>
                    <a:pt x="2778185" y="819731"/>
                  </a:lnTo>
                  <a:lnTo>
                    <a:pt x="2776794" y="820258"/>
                  </a:lnTo>
                  <a:lnTo>
                    <a:pt x="2776272" y="820455"/>
                  </a:lnTo>
                  <a:lnTo>
                    <a:pt x="2774533" y="821113"/>
                  </a:lnTo>
                  <a:lnTo>
                    <a:pt x="2770708" y="822562"/>
                  </a:lnTo>
                  <a:lnTo>
                    <a:pt x="2769316" y="823089"/>
                  </a:lnTo>
                  <a:lnTo>
                    <a:pt x="2768273" y="823484"/>
                  </a:lnTo>
                  <a:lnTo>
                    <a:pt x="2758187" y="827303"/>
                  </a:lnTo>
                  <a:lnTo>
                    <a:pt x="2755926" y="828159"/>
                  </a:lnTo>
                  <a:lnTo>
                    <a:pt x="2755752" y="828225"/>
                  </a:lnTo>
                  <a:lnTo>
                    <a:pt x="2755231" y="828423"/>
                  </a:lnTo>
                  <a:lnTo>
                    <a:pt x="2754361" y="828752"/>
                  </a:lnTo>
                  <a:lnTo>
                    <a:pt x="2753839" y="828950"/>
                  </a:lnTo>
                  <a:lnTo>
                    <a:pt x="2750188" y="830333"/>
                  </a:lnTo>
                  <a:lnTo>
                    <a:pt x="2748275" y="831057"/>
                  </a:lnTo>
                  <a:lnTo>
                    <a:pt x="2746014" y="831914"/>
                  </a:lnTo>
                  <a:lnTo>
                    <a:pt x="2739928" y="834220"/>
                  </a:lnTo>
                  <a:lnTo>
                    <a:pt x="2738710" y="834681"/>
                  </a:lnTo>
                  <a:lnTo>
                    <a:pt x="2732450" y="837053"/>
                  </a:lnTo>
                  <a:lnTo>
                    <a:pt x="2731407" y="837448"/>
                  </a:lnTo>
                  <a:lnTo>
                    <a:pt x="2723060" y="840611"/>
                  </a:lnTo>
                  <a:lnTo>
                    <a:pt x="2722364" y="840875"/>
                  </a:lnTo>
                  <a:lnTo>
                    <a:pt x="2720625" y="841534"/>
                  </a:lnTo>
                  <a:lnTo>
                    <a:pt x="2719756" y="841864"/>
                  </a:lnTo>
                  <a:lnTo>
                    <a:pt x="2719408" y="841996"/>
                  </a:lnTo>
                  <a:lnTo>
                    <a:pt x="2715408" y="843512"/>
                  </a:lnTo>
                  <a:lnTo>
                    <a:pt x="2706539" y="846874"/>
                  </a:lnTo>
                  <a:lnTo>
                    <a:pt x="2702714" y="848324"/>
                  </a:lnTo>
                  <a:lnTo>
                    <a:pt x="2701496" y="848786"/>
                  </a:lnTo>
                  <a:lnTo>
                    <a:pt x="2699062" y="849709"/>
                  </a:lnTo>
                  <a:lnTo>
                    <a:pt x="2697323" y="850368"/>
                  </a:lnTo>
                  <a:lnTo>
                    <a:pt x="2697149" y="850434"/>
                  </a:lnTo>
                  <a:lnTo>
                    <a:pt x="2695410" y="851094"/>
                  </a:lnTo>
                  <a:lnTo>
                    <a:pt x="2694193" y="851555"/>
                  </a:lnTo>
                  <a:lnTo>
                    <a:pt x="2694019" y="851621"/>
                  </a:lnTo>
                  <a:lnTo>
                    <a:pt x="2693845" y="851687"/>
                  </a:lnTo>
                  <a:lnTo>
                    <a:pt x="2692801" y="852083"/>
                  </a:lnTo>
                  <a:lnTo>
                    <a:pt x="2689845" y="853204"/>
                  </a:lnTo>
                  <a:lnTo>
                    <a:pt x="2685672" y="854787"/>
                  </a:lnTo>
                  <a:lnTo>
                    <a:pt x="2682889" y="855843"/>
                  </a:lnTo>
                  <a:lnTo>
                    <a:pt x="2679064" y="857294"/>
                  </a:lnTo>
                  <a:lnTo>
                    <a:pt x="2676455" y="858283"/>
                  </a:lnTo>
                  <a:lnTo>
                    <a:pt x="2673499" y="859405"/>
                  </a:lnTo>
                  <a:lnTo>
                    <a:pt x="2673151" y="859537"/>
                  </a:lnTo>
                  <a:lnTo>
                    <a:pt x="2671934" y="859999"/>
                  </a:lnTo>
                  <a:lnTo>
                    <a:pt x="2670369" y="860593"/>
                  </a:lnTo>
                  <a:lnTo>
                    <a:pt x="2666021" y="862242"/>
                  </a:lnTo>
                  <a:lnTo>
                    <a:pt x="2659761" y="864618"/>
                  </a:lnTo>
                  <a:lnTo>
                    <a:pt x="2658718" y="865014"/>
                  </a:lnTo>
                  <a:lnTo>
                    <a:pt x="2658370" y="865146"/>
                  </a:lnTo>
                  <a:lnTo>
                    <a:pt x="2657500" y="865476"/>
                  </a:lnTo>
                  <a:lnTo>
                    <a:pt x="2656457" y="865872"/>
                  </a:lnTo>
                  <a:lnTo>
                    <a:pt x="2652979" y="867192"/>
                  </a:lnTo>
                  <a:lnTo>
                    <a:pt x="2651414" y="867786"/>
                  </a:lnTo>
                  <a:lnTo>
                    <a:pt x="2651240" y="867852"/>
                  </a:lnTo>
                  <a:lnTo>
                    <a:pt x="2649327" y="868579"/>
                  </a:lnTo>
                  <a:lnTo>
                    <a:pt x="2649153" y="868645"/>
                  </a:lnTo>
                  <a:lnTo>
                    <a:pt x="2645501" y="870031"/>
                  </a:lnTo>
                  <a:lnTo>
                    <a:pt x="2639763" y="872210"/>
                  </a:lnTo>
                  <a:lnTo>
                    <a:pt x="2634024" y="874389"/>
                  </a:lnTo>
                  <a:lnTo>
                    <a:pt x="2632459" y="874983"/>
                  </a:lnTo>
                  <a:lnTo>
                    <a:pt x="2631937" y="875181"/>
                  </a:lnTo>
                  <a:lnTo>
                    <a:pt x="2630720" y="875644"/>
                  </a:lnTo>
                  <a:lnTo>
                    <a:pt x="2626894" y="877097"/>
                  </a:lnTo>
                  <a:lnTo>
                    <a:pt x="2625329" y="877691"/>
                  </a:lnTo>
                  <a:lnTo>
                    <a:pt x="2623069" y="878550"/>
                  </a:lnTo>
                  <a:lnTo>
                    <a:pt x="2621156" y="879276"/>
                  </a:lnTo>
                  <a:lnTo>
                    <a:pt x="2619765" y="879805"/>
                  </a:lnTo>
                  <a:lnTo>
                    <a:pt x="2619591" y="879871"/>
                  </a:lnTo>
                  <a:lnTo>
                    <a:pt x="2619069" y="880069"/>
                  </a:lnTo>
                  <a:lnTo>
                    <a:pt x="2618026" y="880465"/>
                  </a:lnTo>
                  <a:lnTo>
                    <a:pt x="2616808" y="880928"/>
                  </a:lnTo>
                  <a:lnTo>
                    <a:pt x="2615765" y="881324"/>
                  </a:lnTo>
                  <a:lnTo>
                    <a:pt x="2614200" y="881919"/>
                  </a:lnTo>
                  <a:lnTo>
                    <a:pt x="2612113" y="882712"/>
                  </a:lnTo>
                  <a:lnTo>
                    <a:pt x="2608809" y="883967"/>
                  </a:lnTo>
                  <a:lnTo>
                    <a:pt x="2608461" y="884099"/>
                  </a:lnTo>
                  <a:lnTo>
                    <a:pt x="2604983" y="885421"/>
                  </a:lnTo>
                  <a:lnTo>
                    <a:pt x="2604288" y="885685"/>
                  </a:lnTo>
                  <a:lnTo>
                    <a:pt x="2602896" y="886214"/>
                  </a:lnTo>
                  <a:lnTo>
                    <a:pt x="2602375" y="886412"/>
                  </a:lnTo>
                  <a:lnTo>
                    <a:pt x="2600636" y="887073"/>
                  </a:lnTo>
                  <a:lnTo>
                    <a:pt x="2595419" y="889056"/>
                  </a:lnTo>
                  <a:lnTo>
                    <a:pt x="2594376" y="889452"/>
                  </a:lnTo>
                  <a:lnTo>
                    <a:pt x="2584289" y="893286"/>
                  </a:lnTo>
                  <a:lnTo>
                    <a:pt x="2582029" y="894146"/>
                  </a:lnTo>
                  <a:lnTo>
                    <a:pt x="2581855" y="894212"/>
                  </a:lnTo>
                  <a:lnTo>
                    <a:pt x="2581333" y="894410"/>
                  </a:lnTo>
                  <a:lnTo>
                    <a:pt x="2580464" y="894741"/>
                  </a:lnTo>
                  <a:lnTo>
                    <a:pt x="2579942" y="894939"/>
                  </a:lnTo>
                  <a:lnTo>
                    <a:pt x="2576290" y="896328"/>
                  </a:lnTo>
                  <a:lnTo>
                    <a:pt x="2574377" y="897055"/>
                  </a:lnTo>
                  <a:lnTo>
                    <a:pt x="2572117" y="897915"/>
                  </a:lnTo>
                  <a:lnTo>
                    <a:pt x="2566030" y="900230"/>
                  </a:lnTo>
                  <a:lnTo>
                    <a:pt x="2564813" y="900693"/>
                  </a:lnTo>
                  <a:lnTo>
                    <a:pt x="2558553" y="903074"/>
                  </a:lnTo>
                  <a:lnTo>
                    <a:pt x="2557509" y="903471"/>
                  </a:lnTo>
                  <a:lnTo>
                    <a:pt x="2549162" y="906647"/>
                  </a:lnTo>
                  <a:lnTo>
                    <a:pt x="2548467" y="906912"/>
                  </a:lnTo>
                  <a:lnTo>
                    <a:pt x="2546728" y="907573"/>
                  </a:lnTo>
                  <a:lnTo>
                    <a:pt x="2545858" y="907904"/>
                  </a:lnTo>
                  <a:lnTo>
                    <a:pt x="2545510" y="908037"/>
                  </a:lnTo>
                  <a:lnTo>
                    <a:pt x="2541511" y="909559"/>
                  </a:lnTo>
                  <a:lnTo>
                    <a:pt x="2532642" y="912934"/>
                  </a:lnTo>
                  <a:lnTo>
                    <a:pt x="2528816" y="914391"/>
                  </a:lnTo>
                  <a:lnTo>
                    <a:pt x="2527599" y="914854"/>
                  </a:lnTo>
                  <a:lnTo>
                    <a:pt x="2525164" y="915781"/>
                  </a:lnTo>
                  <a:lnTo>
                    <a:pt x="2523425" y="916443"/>
                  </a:lnTo>
                  <a:lnTo>
                    <a:pt x="2523251" y="916509"/>
                  </a:lnTo>
                  <a:lnTo>
                    <a:pt x="2521512" y="917172"/>
                  </a:lnTo>
                  <a:lnTo>
                    <a:pt x="2520295" y="917635"/>
                  </a:lnTo>
                  <a:lnTo>
                    <a:pt x="2520121" y="917701"/>
                  </a:lnTo>
                  <a:lnTo>
                    <a:pt x="2519947" y="917767"/>
                  </a:lnTo>
                  <a:lnTo>
                    <a:pt x="2519600" y="917900"/>
                  </a:lnTo>
                  <a:lnTo>
                    <a:pt x="2518904" y="918165"/>
                  </a:lnTo>
                  <a:lnTo>
                    <a:pt x="2515948" y="919291"/>
                  </a:lnTo>
                  <a:lnTo>
                    <a:pt x="2511774" y="920880"/>
                  </a:lnTo>
                  <a:lnTo>
                    <a:pt x="2508992" y="921940"/>
                  </a:lnTo>
                  <a:lnTo>
                    <a:pt x="2505166" y="923397"/>
                  </a:lnTo>
                  <a:lnTo>
                    <a:pt x="2502558" y="924391"/>
                  </a:lnTo>
                  <a:lnTo>
                    <a:pt x="2499601" y="925517"/>
                  </a:lnTo>
                  <a:lnTo>
                    <a:pt x="2499254" y="925649"/>
                  </a:lnTo>
                  <a:lnTo>
                    <a:pt x="2498036" y="926113"/>
                  </a:lnTo>
                  <a:lnTo>
                    <a:pt x="2496471" y="926709"/>
                  </a:lnTo>
                  <a:lnTo>
                    <a:pt x="2492124" y="928366"/>
                  </a:lnTo>
                  <a:lnTo>
                    <a:pt x="2485864" y="930752"/>
                  </a:lnTo>
                  <a:lnTo>
                    <a:pt x="2484820" y="931149"/>
                  </a:lnTo>
                  <a:lnTo>
                    <a:pt x="2484472" y="931282"/>
                  </a:lnTo>
                  <a:lnTo>
                    <a:pt x="2483603" y="931613"/>
                  </a:lnTo>
                  <a:lnTo>
                    <a:pt x="2482559" y="932011"/>
                  </a:lnTo>
                  <a:lnTo>
                    <a:pt x="2479082" y="933337"/>
                  </a:lnTo>
                  <a:lnTo>
                    <a:pt x="2477516" y="933933"/>
                  </a:lnTo>
                  <a:lnTo>
                    <a:pt x="2477343" y="933999"/>
                  </a:lnTo>
                  <a:lnTo>
                    <a:pt x="2475430" y="934729"/>
                  </a:lnTo>
                  <a:lnTo>
                    <a:pt x="2475256" y="934795"/>
                  </a:lnTo>
                  <a:lnTo>
                    <a:pt x="2471604" y="936187"/>
                  </a:lnTo>
                  <a:lnTo>
                    <a:pt x="2465865" y="938375"/>
                  </a:lnTo>
                  <a:lnTo>
                    <a:pt x="2460127" y="940564"/>
                  </a:lnTo>
                  <a:lnTo>
                    <a:pt x="2458562" y="941160"/>
                  </a:lnTo>
                  <a:lnTo>
                    <a:pt x="2458040" y="941359"/>
                  </a:lnTo>
                  <a:lnTo>
                    <a:pt x="2456823" y="941824"/>
                  </a:lnTo>
                  <a:lnTo>
                    <a:pt x="2452997" y="943283"/>
                  </a:lnTo>
                  <a:lnTo>
                    <a:pt x="2451432" y="943880"/>
                  </a:lnTo>
                  <a:lnTo>
                    <a:pt x="2449171" y="944742"/>
                  </a:lnTo>
                  <a:lnTo>
                    <a:pt x="2447258" y="945472"/>
                  </a:lnTo>
                  <a:lnTo>
                    <a:pt x="2445867" y="946003"/>
                  </a:lnTo>
                  <a:lnTo>
                    <a:pt x="2445693" y="946069"/>
                  </a:lnTo>
                  <a:lnTo>
                    <a:pt x="2445172" y="946268"/>
                  </a:lnTo>
                  <a:lnTo>
                    <a:pt x="2444128" y="946666"/>
                  </a:lnTo>
                  <a:lnTo>
                    <a:pt x="2442911" y="947131"/>
                  </a:lnTo>
                  <a:lnTo>
                    <a:pt x="2441867" y="947529"/>
                  </a:lnTo>
                  <a:lnTo>
                    <a:pt x="2440302" y="948126"/>
                  </a:lnTo>
                  <a:lnTo>
                    <a:pt x="2438216" y="948922"/>
                  </a:lnTo>
                  <a:lnTo>
                    <a:pt x="2434912" y="950183"/>
                  </a:lnTo>
                  <a:lnTo>
                    <a:pt x="2434564" y="950316"/>
                  </a:lnTo>
                  <a:lnTo>
                    <a:pt x="2431086" y="951643"/>
                  </a:lnTo>
                  <a:lnTo>
                    <a:pt x="2430390" y="951908"/>
                  </a:lnTo>
                  <a:lnTo>
                    <a:pt x="2428999" y="952439"/>
                  </a:lnTo>
                  <a:lnTo>
                    <a:pt x="2428477" y="952639"/>
                  </a:lnTo>
                  <a:lnTo>
                    <a:pt x="2426738" y="953302"/>
                  </a:lnTo>
                  <a:lnTo>
                    <a:pt x="2422913" y="954763"/>
                  </a:lnTo>
                  <a:lnTo>
                    <a:pt x="2421521" y="955294"/>
                  </a:lnTo>
                  <a:lnTo>
                    <a:pt x="2420478" y="955692"/>
                  </a:lnTo>
                  <a:lnTo>
                    <a:pt x="2410392" y="959543"/>
                  </a:lnTo>
                  <a:lnTo>
                    <a:pt x="2408131" y="960406"/>
                  </a:lnTo>
                  <a:lnTo>
                    <a:pt x="2407957" y="960473"/>
                  </a:lnTo>
                  <a:lnTo>
                    <a:pt x="2407436" y="960672"/>
                  </a:lnTo>
                  <a:lnTo>
                    <a:pt x="2406566" y="961004"/>
                  </a:lnTo>
                  <a:lnTo>
                    <a:pt x="2406045" y="961203"/>
                  </a:lnTo>
                  <a:lnTo>
                    <a:pt x="2402393" y="962598"/>
                  </a:lnTo>
                  <a:lnTo>
                    <a:pt x="2400480" y="963329"/>
                  </a:lnTo>
                  <a:lnTo>
                    <a:pt x="2398219" y="964192"/>
                  </a:lnTo>
                  <a:lnTo>
                    <a:pt x="2392133" y="966517"/>
                  </a:lnTo>
                  <a:lnTo>
                    <a:pt x="2390916" y="966983"/>
                  </a:lnTo>
                  <a:lnTo>
                    <a:pt x="2384655" y="969375"/>
                  </a:lnTo>
                  <a:lnTo>
                    <a:pt x="2383612" y="969773"/>
                  </a:lnTo>
                  <a:lnTo>
                    <a:pt x="2375265" y="972964"/>
                  </a:lnTo>
                  <a:lnTo>
                    <a:pt x="2374569" y="973229"/>
                  </a:lnTo>
                  <a:lnTo>
                    <a:pt x="2372830" y="973894"/>
                  </a:lnTo>
                  <a:lnTo>
                    <a:pt x="2371961" y="974227"/>
                  </a:lnTo>
                  <a:lnTo>
                    <a:pt x="2371613" y="974359"/>
                  </a:lnTo>
                  <a:lnTo>
                    <a:pt x="2367613" y="975889"/>
                  </a:lnTo>
                  <a:lnTo>
                    <a:pt x="2358744" y="979280"/>
                  </a:lnTo>
                  <a:lnTo>
                    <a:pt x="2354919" y="980743"/>
                  </a:lnTo>
                  <a:lnTo>
                    <a:pt x="2353701" y="981208"/>
                  </a:lnTo>
                  <a:lnTo>
                    <a:pt x="2349528" y="982805"/>
                  </a:lnTo>
                  <a:lnTo>
                    <a:pt x="2349354" y="982871"/>
                  </a:lnTo>
                  <a:lnTo>
                    <a:pt x="2347615" y="983536"/>
                  </a:lnTo>
                  <a:lnTo>
                    <a:pt x="2346398" y="984002"/>
                  </a:lnTo>
                  <a:lnTo>
                    <a:pt x="2346224" y="984068"/>
                  </a:lnTo>
                  <a:lnTo>
                    <a:pt x="2346050" y="984135"/>
                  </a:lnTo>
                  <a:lnTo>
                    <a:pt x="2345702" y="984268"/>
                  </a:lnTo>
                  <a:lnTo>
                    <a:pt x="2345007" y="984534"/>
                  </a:lnTo>
                  <a:lnTo>
                    <a:pt x="2342050" y="985665"/>
                  </a:lnTo>
                  <a:lnTo>
                    <a:pt x="2337877" y="987262"/>
                  </a:lnTo>
                  <a:lnTo>
                    <a:pt x="2335094" y="988327"/>
                  </a:lnTo>
                  <a:lnTo>
                    <a:pt x="2331269" y="989791"/>
                  </a:lnTo>
                  <a:lnTo>
                    <a:pt x="2328660" y="990789"/>
                  </a:lnTo>
                  <a:lnTo>
                    <a:pt x="2325704" y="991921"/>
                  </a:lnTo>
                  <a:lnTo>
                    <a:pt x="2325356" y="992054"/>
                  </a:lnTo>
                  <a:lnTo>
                    <a:pt x="2324139" y="992520"/>
                  </a:lnTo>
                  <a:lnTo>
                    <a:pt x="2322574" y="993119"/>
                  </a:lnTo>
                  <a:lnTo>
                    <a:pt x="2318226" y="994783"/>
                  </a:lnTo>
                  <a:lnTo>
                    <a:pt x="2311966" y="997180"/>
                  </a:lnTo>
                  <a:lnTo>
                    <a:pt x="2310923" y="997579"/>
                  </a:lnTo>
                  <a:lnTo>
                    <a:pt x="2310575" y="997713"/>
                  </a:lnTo>
                  <a:lnTo>
                    <a:pt x="2309705" y="998046"/>
                  </a:lnTo>
                  <a:lnTo>
                    <a:pt x="2308662" y="998445"/>
                  </a:lnTo>
                  <a:lnTo>
                    <a:pt x="2303619" y="1000377"/>
                  </a:lnTo>
                  <a:lnTo>
                    <a:pt x="2303445" y="1000443"/>
                  </a:lnTo>
                  <a:lnTo>
                    <a:pt x="2301532" y="1001176"/>
                  </a:lnTo>
                  <a:lnTo>
                    <a:pt x="2301358" y="1001242"/>
                  </a:lnTo>
                  <a:lnTo>
                    <a:pt x="2297706" y="1002641"/>
                  </a:lnTo>
                  <a:lnTo>
                    <a:pt x="2291968" y="1004840"/>
                  </a:lnTo>
                  <a:lnTo>
                    <a:pt x="2286229" y="1007039"/>
                  </a:lnTo>
                  <a:lnTo>
                    <a:pt x="2284664" y="1007638"/>
                  </a:lnTo>
                  <a:lnTo>
                    <a:pt x="2284142" y="1007838"/>
                  </a:lnTo>
                  <a:lnTo>
                    <a:pt x="2282925" y="1008305"/>
                  </a:lnTo>
                  <a:lnTo>
                    <a:pt x="2279099" y="1009771"/>
                  </a:lnTo>
                  <a:lnTo>
                    <a:pt x="2277534" y="1010371"/>
                  </a:lnTo>
                  <a:lnTo>
                    <a:pt x="2275274" y="1011238"/>
                  </a:lnTo>
                  <a:lnTo>
                    <a:pt x="2273361" y="1011971"/>
                  </a:lnTo>
                  <a:lnTo>
                    <a:pt x="2271970" y="1012504"/>
                  </a:lnTo>
                  <a:lnTo>
                    <a:pt x="2271796" y="1012571"/>
                  </a:lnTo>
                  <a:lnTo>
                    <a:pt x="2271274" y="1012771"/>
                  </a:lnTo>
                  <a:lnTo>
                    <a:pt x="2270231" y="1013171"/>
                  </a:lnTo>
                  <a:lnTo>
                    <a:pt x="2269013" y="1013638"/>
                  </a:lnTo>
                  <a:lnTo>
                    <a:pt x="2267970" y="1014038"/>
                  </a:lnTo>
                  <a:lnTo>
                    <a:pt x="2266405" y="1014638"/>
                  </a:lnTo>
                  <a:lnTo>
                    <a:pt x="2264318" y="1015438"/>
                  </a:lnTo>
                  <a:lnTo>
                    <a:pt x="2261014" y="1016705"/>
                  </a:lnTo>
                  <a:lnTo>
                    <a:pt x="2260666" y="1016838"/>
                  </a:lnTo>
                  <a:lnTo>
                    <a:pt x="2257188" y="1018172"/>
                  </a:lnTo>
                  <a:lnTo>
                    <a:pt x="2256493" y="1018439"/>
                  </a:lnTo>
                  <a:lnTo>
                    <a:pt x="2255102" y="1018972"/>
                  </a:lnTo>
                  <a:lnTo>
                    <a:pt x="2254580" y="1019172"/>
                  </a:lnTo>
                  <a:lnTo>
                    <a:pt x="2252841" y="1019839"/>
                  </a:lnTo>
                  <a:lnTo>
                    <a:pt x="2249015" y="1021307"/>
                  </a:lnTo>
                  <a:lnTo>
                    <a:pt x="2247624" y="1021841"/>
                  </a:lnTo>
                  <a:lnTo>
                    <a:pt x="2246581" y="1022241"/>
                  </a:lnTo>
                  <a:lnTo>
                    <a:pt x="2236495" y="1026111"/>
                  </a:lnTo>
                  <a:lnTo>
                    <a:pt x="2234234" y="1026979"/>
                  </a:lnTo>
                  <a:lnTo>
                    <a:pt x="2234060" y="1027045"/>
                  </a:lnTo>
                  <a:lnTo>
                    <a:pt x="2233538" y="1027246"/>
                  </a:lnTo>
                  <a:lnTo>
                    <a:pt x="2232669" y="1027579"/>
                  </a:lnTo>
                  <a:lnTo>
                    <a:pt x="2232147" y="1027780"/>
                  </a:lnTo>
                  <a:lnTo>
                    <a:pt x="2228495" y="1029181"/>
                  </a:lnTo>
                  <a:lnTo>
                    <a:pt x="2226582" y="1029916"/>
                  </a:lnTo>
                  <a:lnTo>
                    <a:pt x="2224322" y="1030784"/>
                  </a:lnTo>
                  <a:lnTo>
                    <a:pt x="2217018" y="1033588"/>
                  </a:lnTo>
                  <a:lnTo>
                    <a:pt x="2210758" y="1035992"/>
                  </a:lnTo>
                  <a:lnTo>
                    <a:pt x="2209714" y="1036393"/>
                  </a:lnTo>
                  <a:lnTo>
                    <a:pt x="2201367" y="1039599"/>
                  </a:lnTo>
                  <a:lnTo>
                    <a:pt x="2200672" y="1039866"/>
                  </a:lnTo>
                  <a:lnTo>
                    <a:pt x="2198933" y="1040534"/>
                  </a:lnTo>
                  <a:lnTo>
                    <a:pt x="2198063" y="1040868"/>
                  </a:lnTo>
                  <a:lnTo>
                    <a:pt x="2197715" y="1041002"/>
                  </a:lnTo>
                  <a:lnTo>
                    <a:pt x="2193716" y="1042539"/>
                  </a:lnTo>
                  <a:lnTo>
                    <a:pt x="2184847" y="1045947"/>
                  </a:lnTo>
                  <a:lnTo>
                    <a:pt x="2181021" y="1047418"/>
                  </a:lnTo>
                  <a:lnTo>
                    <a:pt x="2179804" y="1047886"/>
                  </a:lnTo>
                  <a:lnTo>
                    <a:pt x="2177369" y="1048822"/>
                  </a:lnTo>
                  <a:lnTo>
                    <a:pt x="2175630" y="1049490"/>
                  </a:lnTo>
                  <a:lnTo>
                    <a:pt x="2175457" y="1049557"/>
                  </a:lnTo>
                  <a:lnTo>
                    <a:pt x="2173718" y="1050226"/>
                  </a:lnTo>
                  <a:lnTo>
                    <a:pt x="2172500" y="1050694"/>
                  </a:lnTo>
                  <a:lnTo>
                    <a:pt x="2172326" y="1050761"/>
                  </a:lnTo>
                  <a:lnTo>
                    <a:pt x="2172153" y="1050828"/>
                  </a:lnTo>
                  <a:lnTo>
                    <a:pt x="2171805" y="1050961"/>
                  </a:lnTo>
                  <a:lnTo>
                    <a:pt x="2171109" y="1051229"/>
                  </a:lnTo>
                  <a:lnTo>
                    <a:pt x="2168153" y="1052366"/>
                  </a:lnTo>
                  <a:lnTo>
                    <a:pt x="2163979" y="1053971"/>
                  </a:lnTo>
                  <a:lnTo>
                    <a:pt x="2161197" y="1055041"/>
                  </a:lnTo>
                  <a:lnTo>
                    <a:pt x="2157371" y="1056513"/>
                  </a:lnTo>
                  <a:lnTo>
                    <a:pt x="2154763" y="1057516"/>
                  </a:lnTo>
                  <a:lnTo>
                    <a:pt x="2151807" y="1058654"/>
                  </a:lnTo>
                  <a:lnTo>
                    <a:pt x="2151459" y="1058788"/>
                  </a:lnTo>
                  <a:lnTo>
                    <a:pt x="2150241" y="1059256"/>
                  </a:lnTo>
                  <a:lnTo>
                    <a:pt x="2148676" y="1059858"/>
                  </a:lnTo>
                  <a:lnTo>
                    <a:pt x="2144329" y="1061531"/>
                  </a:lnTo>
                  <a:lnTo>
                    <a:pt x="2138069" y="1063941"/>
                  </a:lnTo>
                  <a:lnTo>
                    <a:pt x="2137025" y="1064342"/>
                  </a:lnTo>
                  <a:lnTo>
                    <a:pt x="2136677" y="1064476"/>
                  </a:lnTo>
                  <a:lnTo>
                    <a:pt x="2135808" y="1064811"/>
                  </a:lnTo>
                  <a:lnTo>
                    <a:pt x="2134765" y="1065213"/>
                  </a:lnTo>
                  <a:lnTo>
                    <a:pt x="2131287" y="1066552"/>
                  </a:lnTo>
                  <a:lnTo>
                    <a:pt x="2129722" y="1067154"/>
                  </a:lnTo>
                  <a:lnTo>
                    <a:pt x="2129548" y="1067221"/>
                  </a:lnTo>
                  <a:lnTo>
                    <a:pt x="2127635" y="1067958"/>
                  </a:lnTo>
                  <a:lnTo>
                    <a:pt x="2127461" y="1068025"/>
                  </a:lnTo>
                  <a:lnTo>
                    <a:pt x="2123809" y="1069431"/>
                  </a:lnTo>
                  <a:lnTo>
                    <a:pt x="2118070" y="1071641"/>
                  </a:lnTo>
                  <a:lnTo>
                    <a:pt x="2112332" y="1073852"/>
                  </a:lnTo>
                  <a:lnTo>
                    <a:pt x="2110767" y="1074455"/>
                  </a:lnTo>
                  <a:lnTo>
                    <a:pt x="2110245" y="1074656"/>
                  </a:lnTo>
                  <a:lnTo>
                    <a:pt x="2109028" y="1075125"/>
                  </a:lnTo>
                  <a:lnTo>
                    <a:pt x="2105202" y="1076599"/>
                  </a:lnTo>
                  <a:lnTo>
                    <a:pt x="2103637" y="1077202"/>
                  </a:lnTo>
                  <a:lnTo>
                    <a:pt x="2101376" y="1078073"/>
                  </a:lnTo>
                  <a:lnTo>
                    <a:pt x="2099463" y="1078811"/>
                  </a:lnTo>
                  <a:lnTo>
                    <a:pt x="2098072" y="1079347"/>
                  </a:lnTo>
                  <a:lnTo>
                    <a:pt x="2097898" y="1079414"/>
                  </a:lnTo>
                  <a:lnTo>
                    <a:pt x="2097377" y="1079615"/>
                  </a:lnTo>
                  <a:lnTo>
                    <a:pt x="2096333" y="1080017"/>
                  </a:lnTo>
                  <a:lnTo>
                    <a:pt x="2095116" y="1080486"/>
                  </a:lnTo>
                  <a:lnTo>
                    <a:pt x="2094073" y="1080888"/>
                  </a:lnTo>
                  <a:lnTo>
                    <a:pt x="2092507" y="1081492"/>
                  </a:lnTo>
                  <a:lnTo>
                    <a:pt x="2090421" y="1082296"/>
                  </a:lnTo>
                  <a:lnTo>
                    <a:pt x="2087117" y="1083570"/>
                  </a:lnTo>
                  <a:lnTo>
                    <a:pt x="2086769" y="1083704"/>
                  </a:lnTo>
                  <a:lnTo>
                    <a:pt x="2083291" y="1085045"/>
                  </a:lnTo>
                  <a:lnTo>
                    <a:pt x="2082595" y="1085313"/>
                  </a:lnTo>
                  <a:lnTo>
                    <a:pt x="2081204" y="1085850"/>
                  </a:lnTo>
                  <a:lnTo>
                    <a:pt x="2080682" y="1086051"/>
                  </a:lnTo>
                  <a:lnTo>
                    <a:pt x="2078943" y="1086722"/>
                  </a:lnTo>
                  <a:lnTo>
                    <a:pt x="2075118" y="1088197"/>
                  </a:lnTo>
                  <a:lnTo>
                    <a:pt x="2073727" y="1088734"/>
                  </a:lnTo>
                  <a:lnTo>
                    <a:pt x="2072683" y="1089136"/>
                  </a:lnTo>
                  <a:lnTo>
                    <a:pt x="2062597" y="1093028"/>
                  </a:lnTo>
                  <a:lnTo>
                    <a:pt x="2060336" y="1093900"/>
                  </a:lnTo>
                  <a:lnTo>
                    <a:pt x="2060163" y="1093967"/>
                  </a:lnTo>
                  <a:lnTo>
                    <a:pt x="2059641" y="1094169"/>
                  </a:lnTo>
                  <a:lnTo>
                    <a:pt x="2058771" y="1094504"/>
                  </a:lnTo>
                  <a:lnTo>
                    <a:pt x="2058250" y="1094705"/>
                  </a:lnTo>
                  <a:lnTo>
                    <a:pt x="2054598" y="1096115"/>
                  </a:lnTo>
                  <a:lnTo>
                    <a:pt x="2052685" y="1096853"/>
                  </a:lnTo>
                  <a:lnTo>
                    <a:pt x="2050424" y="1097726"/>
                  </a:lnTo>
                  <a:lnTo>
                    <a:pt x="2044338" y="1100076"/>
                  </a:lnTo>
                  <a:lnTo>
                    <a:pt x="2043121" y="1100546"/>
                  </a:lnTo>
                  <a:lnTo>
                    <a:pt x="2036860" y="1102963"/>
                  </a:lnTo>
                  <a:lnTo>
                    <a:pt x="2035817" y="1103366"/>
                  </a:lnTo>
                  <a:lnTo>
                    <a:pt x="2027470" y="1106590"/>
                  </a:lnTo>
                  <a:lnTo>
                    <a:pt x="2026774" y="1106859"/>
                  </a:lnTo>
                  <a:lnTo>
                    <a:pt x="2023818" y="1108001"/>
                  </a:lnTo>
                  <a:lnTo>
                    <a:pt x="2019818" y="1109547"/>
                  </a:lnTo>
                  <a:lnTo>
                    <a:pt x="2010950" y="1112974"/>
                  </a:lnTo>
                  <a:lnTo>
                    <a:pt x="2007124" y="1114453"/>
                  </a:lnTo>
                  <a:lnTo>
                    <a:pt x="2005907" y="1114924"/>
                  </a:lnTo>
                  <a:lnTo>
                    <a:pt x="2003472" y="1115865"/>
                  </a:lnTo>
                  <a:lnTo>
                    <a:pt x="2001733" y="1116538"/>
                  </a:lnTo>
                  <a:lnTo>
                    <a:pt x="2001559" y="1116605"/>
                  </a:lnTo>
                  <a:lnTo>
                    <a:pt x="1999820" y="1117277"/>
                  </a:lnTo>
                  <a:lnTo>
                    <a:pt x="1998603" y="1117748"/>
                  </a:lnTo>
                  <a:lnTo>
                    <a:pt x="1998429" y="1117815"/>
                  </a:lnTo>
                  <a:lnTo>
                    <a:pt x="1998255" y="1117882"/>
                  </a:lnTo>
                  <a:lnTo>
                    <a:pt x="1997907" y="1118017"/>
                  </a:lnTo>
                  <a:lnTo>
                    <a:pt x="1997212" y="1118286"/>
                  </a:lnTo>
                  <a:lnTo>
                    <a:pt x="1994255" y="1119429"/>
                  </a:lnTo>
                  <a:lnTo>
                    <a:pt x="1990082" y="1121043"/>
                  </a:lnTo>
                  <a:lnTo>
                    <a:pt x="1987300" y="1122120"/>
                  </a:lnTo>
                  <a:lnTo>
                    <a:pt x="1983474" y="1123600"/>
                  </a:lnTo>
                  <a:lnTo>
                    <a:pt x="1980865" y="1124609"/>
                  </a:lnTo>
                  <a:lnTo>
                    <a:pt x="1977909" y="1125753"/>
                  </a:lnTo>
                  <a:lnTo>
                    <a:pt x="1977561" y="1125888"/>
                  </a:lnTo>
                  <a:lnTo>
                    <a:pt x="1974779" y="1126964"/>
                  </a:lnTo>
                  <a:lnTo>
                    <a:pt x="1970431" y="1128647"/>
                  </a:lnTo>
                  <a:lnTo>
                    <a:pt x="1964171" y="1131071"/>
                  </a:lnTo>
                  <a:lnTo>
                    <a:pt x="1963128" y="1131474"/>
                  </a:lnTo>
                  <a:lnTo>
                    <a:pt x="1962780" y="1131609"/>
                  </a:lnTo>
                  <a:lnTo>
                    <a:pt x="1961910" y="1131946"/>
                  </a:lnTo>
                  <a:lnTo>
                    <a:pt x="1960867" y="1132350"/>
                  </a:lnTo>
                  <a:lnTo>
                    <a:pt x="1957389" y="1133697"/>
                  </a:lnTo>
                  <a:lnTo>
                    <a:pt x="1955824" y="1134303"/>
                  </a:lnTo>
                  <a:lnTo>
                    <a:pt x="1955650" y="1134370"/>
                  </a:lnTo>
                  <a:lnTo>
                    <a:pt x="1953737" y="1135111"/>
                  </a:lnTo>
                  <a:lnTo>
                    <a:pt x="1953563" y="1135178"/>
                  </a:lnTo>
                  <a:lnTo>
                    <a:pt x="1949912" y="1136593"/>
                  </a:lnTo>
                  <a:lnTo>
                    <a:pt x="1944173" y="1138816"/>
                  </a:lnTo>
                  <a:lnTo>
                    <a:pt x="1938434" y="1141039"/>
                  </a:lnTo>
                  <a:lnTo>
                    <a:pt x="1936869" y="1141646"/>
                  </a:lnTo>
                  <a:lnTo>
                    <a:pt x="1936348" y="1141848"/>
                  </a:lnTo>
                  <a:lnTo>
                    <a:pt x="1935130" y="1142319"/>
                  </a:lnTo>
                  <a:lnTo>
                    <a:pt x="1931305" y="1143802"/>
                  </a:lnTo>
                  <a:lnTo>
                    <a:pt x="1929739" y="1144409"/>
                  </a:lnTo>
                  <a:lnTo>
                    <a:pt x="1927479" y="1145285"/>
                  </a:lnTo>
                  <a:lnTo>
                    <a:pt x="1925566" y="1146027"/>
                  </a:lnTo>
                  <a:lnTo>
                    <a:pt x="1924175" y="1146566"/>
                  </a:lnTo>
                  <a:lnTo>
                    <a:pt x="1924001" y="1146633"/>
                  </a:lnTo>
                  <a:lnTo>
                    <a:pt x="1923479" y="1146836"/>
                  </a:lnTo>
                  <a:lnTo>
                    <a:pt x="1922436" y="1147240"/>
                  </a:lnTo>
                  <a:lnTo>
                    <a:pt x="1921218" y="1147712"/>
                  </a:lnTo>
                  <a:lnTo>
                    <a:pt x="1920175" y="1148117"/>
                  </a:lnTo>
                  <a:lnTo>
                    <a:pt x="1918610" y="1148724"/>
                  </a:lnTo>
                  <a:lnTo>
                    <a:pt x="1916523" y="1149533"/>
                  </a:lnTo>
                  <a:lnTo>
                    <a:pt x="1913219" y="1150814"/>
                  </a:lnTo>
                  <a:lnTo>
                    <a:pt x="1912871" y="1150949"/>
                  </a:lnTo>
                  <a:lnTo>
                    <a:pt x="1909393" y="1152298"/>
                  </a:lnTo>
                  <a:lnTo>
                    <a:pt x="1908698" y="1152568"/>
                  </a:lnTo>
                  <a:lnTo>
                    <a:pt x="1907307" y="1153107"/>
                  </a:lnTo>
                  <a:lnTo>
                    <a:pt x="1906785" y="1153310"/>
                  </a:lnTo>
                  <a:lnTo>
                    <a:pt x="1905046" y="1153984"/>
                  </a:lnTo>
                  <a:lnTo>
                    <a:pt x="1901220" y="1155469"/>
                  </a:lnTo>
                  <a:lnTo>
                    <a:pt x="1899829" y="1156009"/>
                  </a:lnTo>
                  <a:lnTo>
                    <a:pt x="1898786" y="1156413"/>
                  </a:lnTo>
                  <a:lnTo>
                    <a:pt x="1888700" y="1160328"/>
                  </a:lnTo>
                  <a:lnTo>
                    <a:pt x="1886439" y="1161205"/>
                  </a:lnTo>
                  <a:lnTo>
                    <a:pt x="1886265" y="1161273"/>
                  </a:lnTo>
                  <a:lnTo>
                    <a:pt x="1885743" y="1161475"/>
                  </a:lnTo>
                  <a:lnTo>
                    <a:pt x="1884874" y="1161813"/>
                  </a:lnTo>
                  <a:lnTo>
                    <a:pt x="1884352" y="1162015"/>
                  </a:lnTo>
                  <a:lnTo>
                    <a:pt x="1880700" y="1163433"/>
                  </a:lnTo>
                  <a:lnTo>
                    <a:pt x="1878788" y="1164176"/>
                  </a:lnTo>
                  <a:lnTo>
                    <a:pt x="1876527" y="1165054"/>
                  </a:lnTo>
                  <a:lnTo>
                    <a:pt x="1870440" y="1167418"/>
                  </a:lnTo>
                  <a:lnTo>
                    <a:pt x="1869223" y="1167891"/>
                  </a:lnTo>
                  <a:lnTo>
                    <a:pt x="1862963" y="1170323"/>
                  </a:lnTo>
                  <a:lnTo>
                    <a:pt x="1861919" y="1170728"/>
                  </a:lnTo>
                  <a:lnTo>
                    <a:pt x="1853572" y="1173972"/>
                  </a:lnTo>
                  <a:lnTo>
                    <a:pt x="1852877" y="1174242"/>
                  </a:lnTo>
                  <a:lnTo>
                    <a:pt x="1851138" y="1174918"/>
                  </a:lnTo>
                  <a:lnTo>
                    <a:pt x="1850268" y="1175256"/>
                  </a:lnTo>
                  <a:lnTo>
                    <a:pt x="1849921" y="1175391"/>
                  </a:lnTo>
                  <a:lnTo>
                    <a:pt x="1845921" y="1176946"/>
                  </a:lnTo>
                  <a:lnTo>
                    <a:pt x="1837052" y="1180394"/>
                  </a:lnTo>
                  <a:lnTo>
                    <a:pt x="1833226" y="1181882"/>
                  </a:lnTo>
                  <a:lnTo>
                    <a:pt x="1832009" y="1182355"/>
                  </a:lnTo>
                  <a:lnTo>
                    <a:pt x="1829575" y="1183302"/>
                  </a:lnTo>
                  <a:lnTo>
                    <a:pt x="1827836" y="1183979"/>
                  </a:lnTo>
                  <a:lnTo>
                    <a:pt x="1827662" y="1184046"/>
                  </a:lnTo>
                  <a:lnTo>
                    <a:pt x="1825923" y="1184723"/>
                  </a:lnTo>
                  <a:lnTo>
                    <a:pt x="1824705" y="1185197"/>
                  </a:lnTo>
                  <a:lnTo>
                    <a:pt x="1824532" y="1185264"/>
                  </a:lnTo>
                  <a:lnTo>
                    <a:pt x="1824358" y="1185332"/>
                  </a:lnTo>
                  <a:lnTo>
                    <a:pt x="1824010" y="1185467"/>
                  </a:lnTo>
                  <a:lnTo>
                    <a:pt x="1823314" y="1185738"/>
                  </a:lnTo>
                  <a:lnTo>
                    <a:pt x="1820358" y="1186888"/>
                  </a:lnTo>
                  <a:lnTo>
                    <a:pt x="1816184" y="1188512"/>
                  </a:lnTo>
                  <a:lnTo>
                    <a:pt x="1813402" y="1189595"/>
                  </a:lnTo>
                  <a:lnTo>
                    <a:pt x="1809576" y="1191084"/>
                  </a:lnTo>
                  <a:lnTo>
                    <a:pt x="1806968" y="1192100"/>
                  </a:lnTo>
                  <a:lnTo>
                    <a:pt x="1804012" y="1193251"/>
                  </a:lnTo>
                  <a:lnTo>
                    <a:pt x="1803664" y="1193386"/>
                  </a:lnTo>
                  <a:lnTo>
                    <a:pt x="1802447" y="1193860"/>
                  </a:lnTo>
                  <a:lnTo>
                    <a:pt x="1800881" y="1194469"/>
                  </a:lnTo>
                  <a:lnTo>
                    <a:pt x="1796534" y="1196162"/>
                  </a:lnTo>
                  <a:lnTo>
                    <a:pt x="1790274" y="1198601"/>
                  </a:lnTo>
                  <a:lnTo>
                    <a:pt x="1789230" y="1199007"/>
                  </a:lnTo>
                  <a:lnTo>
                    <a:pt x="1788883" y="1199142"/>
                  </a:lnTo>
                  <a:lnTo>
                    <a:pt x="1788013" y="1199481"/>
                  </a:lnTo>
                  <a:lnTo>
                    <a:pt x="1786970" y="1199888"/>
                  </a:lnTo>
                  <a:lnTo>
                    <a:pt x="1783492" y="1201243"/>
                  </a:lnTo>
                  <a:lnTo>
                    <a:pt x="1781927" y="1201852"/>
                  </a:lnTo>
                  <a:lnTo>
                    <a:pt x="1781753" y="1201920"/>
                  </a:lnTo>
                  <a:lnTo>
                    <a:pt x="1779840" y="1202666"/>
                  </a:lnTo>
                  <a:lnTo>
                    <a:pt x="1779666" y="1202733"/>
                  </a:lnTo>
                  <a:lnTo>
                    <a:pt x="1776014" y="1204157"/>
                  </a:lnTo>
                  <a:lnTo>
                    <a:pt x="1770276" y="1206393"/>
                  </a:lnTo>
                  <a:lnTo>
                    <a:pt x="1762972" y="1209241"/>
                  </a:lnTo>
                  <a:lnTo>
                    <a:pt x="1762450" y="1209444"/>
                  </a:lnTo>
                  <a:lnTo>
                    <a:pt x="1761233" y="1209919"/>
                  </a:lnTo>
                  <a:lnTo>
                    <a:pt x="1757407" y="1211411"/>
                  </a:lnTo>
                  <a:lnTo>
                    <a:pt x="1755842" y="1212021"/>
                  </a:lnTo>
                  <a:lnTo>
                    <a:pt x="1753581" y="1212903"/>
                  </a:lnTo>
                  <a:lnTo>
                    <a:pt x="1751668" y="1213649"/>
                  </a:lnTo>
                  <a:lnTo>
                    <a:pt x="1750277" y="1214192"/>
                  </a:lnTo>
                  <a:lnTo>
                    <a:pt x="1750103" y="1214260"/>
                  </a:lnTo>
                  <a:lnTo>
                    <a:pt x="1749582" y="1214463"/>
                  </a:lnTo>
                  <a:lnTo>
                    <a:pt x="1748538" y="1214870"/>
                  </a:lnTo>
                  <a:lnTo>
                    <a:pt x="1747321" y="1215345"/>
                  </a:lnTo>
                  <a:lnTo>
                    <a:pt x="1746278" y="1215752"/>
                  </a:lnTo>
                  <a:lnTo>
                    <a:pt x="1744713" y="1216363"/>
                  </a:lnTo>
                  <a:lnTo>
                    <a:pt x="1742626" y="1217177"/>
                  </a:lnTo>
                  <a:lnTo>
                    <a:pt x="1739322" y="1218466"/>
                  </a:lnTo>
                  <a:lnTo>
                    <a:pt x="1738974" y="1218602"/>
                  </a:lnTo>
                  <a:lnTo>
                    <a:pt x="1735496" y="1219959"/>
                  </a:lnTo>
                  <a:lnTo>
                    <a:pt x="1734800" y="1220231"/>
                  </a:lnTo>
                  <a:lnTo>
                    <a:pt x="1733409" y="1220774"/>
                  </a:lnTo>
                  <a:lnTo>
                    <a:pt x="1732888" y="1220978"/>
                  </a:lnTo>
                  <a:lnTo>
                    <a:pt x="1731149" y="1221656"/>
                  </a:lnTo>
                  <a:lnTo>
                    <a:pt x="1727323" y="1223150"/>
                  </a:lnTo>
                  <a:lnTo>
                    <a:pt x="1725932" y="1223693"/>
                  </a:lnTo>
                  <a:lnTo>
                    <a:pt x="1724888" y="1224100"/>
                  </a:lnTo>
                  <a:lnTo>
                    <a:pt x="1714802" y="1228039"/>
                  </a:lnTo>
                  <a:lnTo>
                    <a:pt x="1712542" y="1228922"/>
                  </a:lnTo>
                  <a:lnTo>
                    <a:pt x="1712368" y="1228990"/>
                  </a:lnTo>
                  <a:lnTo>
                    <a:pt x="1711846" y="1229194"/>
                  </a:lnTo>
                  <a:lnTo>
                    <a:pt x="1710976" y="1229534"/>
                  </a:lnTo>
                  <a:lnTo>
                    <a:pt x="1710455" y="1229738"/>
                  </a:lnTo>
                  <a:lnTo>
                    <a:pt x="1706803" y="1231164"/>
                  </a:lnTo>
                  <a:lnTo>
                    <a:pt x="1704890" y="1231912"/>
                  </a:lnTo>
                  <a:lnTo>
                    <a:pt x="1702629" y="1232795"/>
                  </a:lnTo>
                  <a:lnTo>
                    <a:pt x="1696543" y="1235174"/>
                  </a:lnTo>
                  <a:lnTo>
                    <a:pt x="1695326" y="1235650"/>
                  </a:lnTo>
                  <a:lnTo>
                    <a:pt x="1689065" y="1238097"/>
                  </a:lnTo>
                  <a:lnTo>
                    <a:pt x="1688022" y="1238505"/>
                  </a:lnTo>
                  <a:lnTo>
                    <a:pt x="1679675" y="1241769"/>
                  </a:lnTo>
                  <a:lnTo>
                    <a:pt x="1678979" y="1242041"/>
                  </a:lnTo>
                  <a:lnTo>
                    <a:pt x="1677240" y="1242721"/>
                  </a:lnTo>
                  <a:lnTo>
                    <a:pt x="1676371" y="1243061"/>
                  </a:lnTo>
                  <a:lnTo>
                    <a:pt x="1676023" y="1243197"/>
                  </a:lnTo>
                  <a:lnTo>
                    <a:pt x="1672023" y="1244762"/>
                  </a:lnTo>
                  <a:lnTo>
                    <a:pt x="1663155" y="1248232"/>
                  </a:lnTo>
                  <a:lnTo>
                    <a:pt x="1659329" y="1249729"/>
                  </a:lnTo>
                  <a:lnTo>
                    <a:pt x="1658112" y="1250206"/>
                  </a:lnTo>
                  <a:lnTo>
                    <a:pt x="1655677" y="1251159"/>
                  </a:lnTo>
                  <a:lnTo>
                    <a:pt x="1653938" y="1251839"/>
                  </a:lnTo>
                  <a:lnTo>
                    <a:pt x="1653764" y="1251907"/>
                  </a:lnTo>
                  <a:lnTo>
                    <a:pt x="1652025" y="1252588"/>
                  </a:lnTo>
                  <a:lnTo>
                    <a:pt x="1650808" y="1253065"/>
                  </a:lnTo>
                  <a:lnTo>
                    <a:pt x="1650634" y="1253133"/>
                  </a:lnTo>
                  <a:lnTo>
                    <a:pt x="1650460" y="1253201"/>
                  </a:lnTo>
                  <a:lnTo>
                    <a:pt x="1650112" y="1253337"/>
                  </a:lnTo>
                  <a:lnTo>
                    <a:pt x="1649417" y="1253610"/>
                  </a:lnTo>
                  <a:lnTo>
                    <a:pt x="1646461" y="1254767"/>
                  </a:lnTo>
                  <a:lnTo>
                    <a:pt x="1642287" y="1256401"/>
                  </a:lnTo>
                  <a:lnTo>
                    <a:pt x="1639505" y="1257491"/>
                  </a:lnTo>
                  <a:lnTo>
                    <a:pt x="1635679" y="1258990"/>
                  </a:lnTo>
                  <a:lnTo>
                    <a:pt x="1633070" y="1260012"/>
                  </a:lnTo>
                  <a:lnTo>
                    <a:pt x="1630114" y="1261170"/>
                  </a:lnTo>
                  <a:lnTo>
                    <a:pt x="1629766" y="1261306"/>
                  </a:lnTo>
                  <a:lnTo>
                    <a:pt x="1628549" y="1261783"/>
                  </a:lnTo>
                  <a:lnTo>
                    <a:pt x="1626984" y="1262396"/>
                  </a:lnTo>
                  <a:lnTo>
                    <a:pt x="1622637" y="1264100"/>
                  </a:lnTo>
                  <a:lnTo>
                    <a:pt x="1616376" y="1266554"/>
                  </a:lnTo>
                  <a:lnTo>
                    <a:pt x="1615333" y="1266963"/>
                  </a:lnTo>
                  <a:lnTo>
                    <a:pt x="1614985" y="1267099"/>
                  </a:lnTo>
                  <a:lnTo>
                    <a:pt x="1614116" y="1267440"/>
                  </a:lnTo>
                  <a:lnTo>
                    <a:pt x="1613072" y="1267849"/>
                  </a:lnTo>
                  <a:lnTo>
                    <a:pt x="1609594" y="1269213"/>
                  </a:lnTo>
                  <a:lnTo>
                    <a:pt x="1608029" y="1269827"/>
                  </a:lnTo>
                  <a:lnTo>
                    <a:pt x="1605942" y="1270645"/>
                  </a:lnTo>
                  <a:lnTo>
                    <a:pt x="1605769" y="1270713"/>
                  </a:lnTo>
                  <a:lnTo>
                    <a:pt x="1602117" y="1272145"/>
                  </a:lnTo>
                  <a:lnTo>
                    <a:pt x="1596378" y="1274396"/>
                  </a:lnTo>
                  <a:lnTo>
                    <a:pt x="1590639" y="1276648"/>
                  </a:lnTo>
                  <a:lnTo>
                    <a:pt x="1589074" y="1277262"/>
                  </a:lnTo>
                  <a:lnTo>
                    <a:pt x="1588553" y="1277467"/>
                  </a:lnTo>
                  <a:lnTo>
                    <a:pt x="1587335" y="1277945"/>
                  </a:lnTo>
                  <a:lnTo>
                    <a:pt x="1583510" y="1279446"/>
                  </a:lnTo>
                  <a:lnTo>
                    <a:pt x="1581945" y="1280060"/>
                  </a:lnTo>
                  <a:lnTo>
                    <a:pt x="1579684" y="1280948"/>
                  </a:lnTo>
                  <a:lnTo>
                    <a:pt x="1577771" y="1281699"/>
                  </a:lnTo>
                  <a:lnTo>
                    <a:pt x="1576380" y="1282245"/>
                  </a:lnTo>
                  <a:lnTo>
                    <a:pt x="1576206" y="1282313"/>
                  </a:lnTo>
                  <a:lnTo>
                    <a:pt x="1575684" y="1282518"/>
                  </a:lnTo>
                  <a:lnTo>
                    <a:pt x="1574641" y="1282927"/>
                  </a:lnTo>
                  <a:lnTo>
                    <a:pt x="1573424" y="1283405"/>
                  </a:lnTo>
                  <a:lnTo>
                    <a:pt x="1572380" y="1283815"/>
                  </a:lnTo>
                  <a:lnTo>
                    <a:pt x="1570815" y="1284430"/>
                  </a:lnTo>
                  <a:lnTo>
                    <a:pt x="1568728" y="1285249"/>
                  </a:lnTo>
                  <a:lnTo>
                    <a:pt x="1565424" y="1286547"/>
                  </a:lnTo>
                  <a:lnTo>
                    <a:pt x="1565077" y="1286683"/>
                  </a:lnTo>
                  <a:lnTo>
                    <a:pt x="1561599" y="1288049"/>
                  </a:lnTo>
                  <a:lnTo>
                    <a:pt x="1560903" y="1288323"/>
                  </a:lnTo>
                  <a:lnTo>
                    <a:pt x="1559512" y="1288869"/>
                  </a:lnTo>
                  <a:lnTo>
                    <a:pt x="1558990" y="1289074"/>
                  </a:lnTo>
                  <a:lnTo>
                    <a:pt x="1557251" y="1289757"/>
                  </a:lnTo>
                  <a:lnTo>
                    <a:pt x="1553425" y="1291260"/>
                  </a:lnTo>
                  <a:lnTo>
                    <a:pt x="1552034" y="1291807"/>
                  </a:lnTo>
                  <a:lnTo>
                    <a:pt x="1550991" y="1292217"/>
                  </a:lnTo>
                  <a:lnTo>
                    <a:pt x="1540905" y="1296181"/>
                  </a:lnTo>
                  <a:lnTo>
                    <a:pt x="1538644" y="1297070"/>
                  </a:lnTo>
                  <a:lnTo>
                    <a:pt x="1538470" y="1297138"/>
                  </a:lnTo>
                  <a:lnTo>
                    <a:pt x="1537949" y="1297343"/>
                  </a:lnTo>
                  <a:lnTo>
                    <a:pt x="1537079" y="1297685"/>
                  </a:lnTo>
                  <a:lnTo>
                    <a:pt x="1536557" y="1297890"/>
                  </a:lnTo>
                  <a:lnTo>
                    <a:pt x="1532905" y="1299326"/>
                  </a:lnTo>
                  <a:lnTo>
                    <a:pt x="1530993" y="1300078"/>
                  </a:lnTo>
                  <a:lnTo>
                    <a:pt x="1528732" y="1300967"/>
                  </a:lnTo>
                  <a:lnTo>
                    <a:pt x="1522646" y="1303361"/>
                  </a:lnTo>
                  <a:lnTo>
                    <a:pt x="1521428" y="1303840"/>
                  </a:lnTo>
                  <a:lnTo>
                    <a:pt x="1515168" y="1306303"/>
                  </a:lnTo>
                  <a:lnTo>
                    <a:pt x="1514125" y="1306714"/>
                  </a:lnTo>
                  <a:lnTo>
                    <a:pt x="1505777" y="1309999"/>
                  </a:lnTo>
                  <a:lnTo>
                    <a:pt x="1505082" y="1310272"/>
                  </a:lnTo>
                  <a:lnTo>
                    <a:pt x="1503343" y="1310957"/>
                  </a:lnTo>
                  <a:lnTo>
                    <a:pt x="1502473" y="1311299"/>
                  </a:lnTo>
                  <a:lnTo>
                    <a:pt x="1502126" y="1311436"/>
                  </a:lnTo>
                  <a:lnTo>
                    <a:pt x="1498126" y="1313011"/>
                  </a:lnTo>
                  <a:lnTo>
                    <a:pt x="1489257" y="1316503"/>
                  </a:lnTo>
                  <a:lnTo>
                    <a:pt x="1485431" y="1318010"/>
                  </a:lnTo>
                  <a:lnTo>
                    <a:pt x="1484214" y="1318490"/>
                  </a:lnTo>
                  <a:lnTo>
                    <a:pt x="1481780" y="1319449"/>
                  </a:lnTo>
                  <a:lnTo>
                    <a:pt x="1480041" y="1320134"/>
                  </a:lnTo>
                  <a:lnTo>
                    <a:pt x="1479867" y="1320202"/>
                  </a:lnTo>
                  <a:lnTo>
                    <a:pt x="1478128" y="1320887"/>
                  </a:lnTo>
                  <a:lnTo>
                    <a:pt x="1476911" y="1321367"/>
                  </a:lnTo>
                  <a:lnTo>
                    <a:pt x="1476737" y="1321436"/>
                  </a:lnTo>
                  <a:lnTo>
                    <a:pt x="1476563" y="1321504"/>
                  </a:lnTo>
                  <a:lnTo>
                    <a:pt x="1476215" y="1321641"/>
                  </a:lnTo>
                  <a:lnTo>
                    <a:pt x="1475519" y="1321915"/>
                  </a:lnTo>
                  <a:lnTo>
                    <a:pt x="1472563" y="1323080"/>
                  </a:lnTo>
                  <a:lnTo>
                    <a:pt x="1468390" y="1324725"/>
                  </a:lnTo>
                  <a:lnTo>
                    <a:pt x="1465607" y="1325822"/>
                  </a:lnTo>
                  <a:lnTo>
                    <a:pt x="1461781" y="1327330"/>
                  </a:lnTo>
                  <a:lnTo>
                    <a:pt x="1459173" y="1328358"/>
                  </a:lnTo>
                  <a:lnTo>
                    <a:pt x="1456217" y="1329524"/>
                  </a:lnTo>
                  <a:lnTo>
                    <a:pt x="1455869" y="1329661"/>
                  </a:lnTo>
                  <a:lnTo>
                    <a:pt x="1453087" y="1330758"/>
                  </a:lnTo>
                  <a:lnTo>
                    <a:pt x="1448739" y="1332473"/>
                  </a:lnTo>
                  <a:lnTo>
                    <a:pt x="1442479" y="1334943"/>
                  </a:lnTo>
                  <a:lnTo>
                    <a:pt x="1441435" y="1335354"/>
                  </a:lnTo>
                  <a:lnTo>
                    <a:pt x="1441088" y="1335492"/>
                  </a:lnTo>
                  <a:lnTo>
                    <a:pt x="1440218" y="1335835"/>
                  </a:lnTo>
                  <a:lnTo>
                    <a:pt x="1439175" y="1336246"/>
                  </a:lnTo>
                  <a:lnTo>
                    <a:pt x="1435697" y="1337619"/>
                  </a:lnTo>
                  <a:lnTo>
                    <a:pt x="1434132" y="1338236"/>
                  </a:lnTo>
                  <a:lnTo>
                    <a:pt x="1433958" y="1338305"/>
                  </a:lnTo>
                  <a:lnTo>
                    <a:pt x="1432045" y="1339060"/>
                  </a:lnTo>
                  <a:lnTo>
                    <a:pt x="1431871" y="1339128"/>
                  </a:lnTo>
                  <a:lnTo>
                    <a:pt x="1428219" y="1340570"/>
                  </a:lnTo>
                  <a:lnTo>
                    <a:pt x="1422481" y="1342835"/>
                  </a:lnTo>
                  <a:lnTo>
                    <a:pt x="1416742" y="1345101"/>
                  </a:lnTo>
                  <a:lnTo>
                    <a:pt x="1415177" y="1345719"/>
                  </a:lnTo>
                  <a:lnTo>
                    <a:pt x="1414655" y="1345925"/>
                  </a:lnTo>
                  <a:lnTo>
                    <a:pt x="1413438" y="1346406"/>
                  </a:lnTo>
                  <a:lnTo>
                    <a:pt x="1409612" y="1347917"/>
                  </a:lnTo>
                  <a:lnTo>
                    <a:pt x="1408047" y="1348535"/>
                  </a:lnTo>
                  <a:lnTo>
                    <a:pt x="1405786" y="1349428"/>
                  </a:lnTo>
                  <a:lnTo>
                    <a:pt x="1403874" y="1350184"/>
                  </a:lnTo>
                  <a:lnTo>
                    <a:pt x="1402482" y="1350734"/>
                  </a:lnTo>
                  <a:lnTo>
                    <a:pt x="1402309" y="1350802"/>
                  </a:lnTo>
                  <a:lnTo>
                    <a:pt x="1401787" y="1351009"/>
                  </a:lnTo>
                  <a:lnTo>
                    <a:pt x="1400743" y="1351421"/>
                  </a:lnTo>
                  <a:lnTo>
                    <a:pt x="1399526" y="1351902"/>
                  </a:lnTo>
                  <a:lnTo>
                    <a:pt x="1398483" y="1352314"/>
                  </a:lnTo>
                  <a:lnTo>
                    <a:pt x="1396918" y="1352933"/>
                  </a:lnTo>
                  <a:lnTo>
                    <a:pt x="1394831" y="1353757"/>
                  </a:lnTo>
                  <a:lnTo>
                    <a:pt x="1391527" y="1355063"/>
                  </a:lnTo>
                  <a:lnTo>
                    <a:pt x="1391179" y="1355201"/>
                  </a:lnTo>
                  <a:lnTo>
                    <a:pt x="1387701" y="1356575"/>
                  </a:lnTo>
                  <a:lnTo>
                    <a:pt x="1387006" y="1356850"/>
                  </a:lnTo>
                  <a:lnTo>
                    <a:pt x="1385614" y="1357400"/>
                  </a:lnTo>
                  <a:lnTo>
                    <a:pt x="1385093" y="1357607"/>
                  </a:lnTo>
                  <a:lnTo>
                    <a:pt x="1383354" y="1358294"/>
                  </a:lnTo>
                  <a:lnTo>
                    <a:pt x="1379528" y="1359807"/>
                  </a:lnTo>
                  <a:lnTo>
                    <a:pt x="1378137" y="1360357"/>
                  </a:lnTo>
                  <a:lnTo>
                    <a:pt x="1377093" y="1360769"/>
                  </a:lnTo>
                  <a:lnTo>
                    <a:pt x="1367007" y="1364759"/>
                  </a:lnTo>
                  <a:lnTo>
                    <a:pt x="1364747" y="1365653"/>
                  </a:lnTo>
                  <a:lnTo>
                    <a:pt x="1364573" y="1365722"/>
                  </a:lnTo>
                  <a:lnTo>
                    <a:pt x="1364051" y="1365928"/>
                  </a:lnTo>
                  <a:lnTo>
                    <a:pt x="1363182" y="1366272"/>
                  </a:lnTo>
                  <a:lnTo>
                    <a:pt x="1362660" y="1366479"/>
                  </a:lnTo>
                  <a:lnTo>
                    <a:pt x="1359008" y="1367924"/>
                  </a:lnTo>
                  <a:lnTo>
                    <a:pt x="1357095" y="1368681"/>
                  </a:lnTo>
                  <a:lnTo>
                    <a:pt x="1354835" y="1369576"/>
                  </a:lnTo>
                  <a:lnTo>
                    <a:pt x="1348748" y="1371985"/>
                  </a:lnTo>
                  <a:lnTo>
                    <a:pt x="1341271" y="1374945"/>
                  </a:lnTo>
                  <a:lnTo>
                    <a:pt x="1340227" y="1375358"/>
                  </a:lnTo>
                  <a:lnTo>
                    <a:pt x="1331880" y="1378664"/>
                  </a:lnTo>
                  <a:lnTo>
                    <a:pt x="1331184" y="1378940"/>
                  </a:lnTo>
                  <a:lnTo>
                    <a:pt x="1329445" y="1379629"/>
                  </a:lnTo>
                  <a:lnTo>
                    <a:pt x="1328576" y="1379973"/>
                  </a:lnTo>
                  <a:lnTo>
                    <a:pt x="1328228" y="1380111"/>
                  </a:lnTo>
                  <a:lnTo>
                    <a:pt x="1324229" y="1381695"/>
                  </a:lnTo>
                  <a:lnTo>
                    <a:pt x="1315360" y="1385210"/>
                  </a:lnTo>
                  <a:lnTo>
                    <a:pt x="1311534" y="1386726"/>
                  </a:lnTo>
                  <a:lnTo>
                    <a:pt x="1310317" y="1387209"/>
                  </a:lnTo>
                  <a:lnTo>
                    <a:pt x="1307882" y="1388174"/>
                  </a:lnTo>
                  <a:lnTo>
                    <a:pt x="1306143" y="1388863"/>
                  </a:lnTo>
                  <a:lnTo>
                    <a:pt x="1305969" y="1388932"/>
                  </a:lnTo>
                  <a:lnTo>
                    <a:pt x="1304230" y="1389622"/>
                  </a:lnTo>
                  <a:lnTo>
                    <a:pt x="1303013" y="1390104"/>
                  </a:lnTo>
                  <a:lnTo>
                    <a:pt x="1302839" y="1390173"/>
                  </a:lnTo>
                  <a:lnTo>
                    <a:pt x="1302665" y="1390242"/>
                  </a:lnTo>
                  <a:lnTo>
                    <a:pt x="1302317" y="1390380"/>
                  </a:lnTo>
                  <a:lnTo>
                    <a:pt x="1301622" y="1390656"/>
                  </a:lnTo>
                  <a:lnTo>
                    <a:pt x="1298666" y="1391828"/>
                  </a:lnTo>
                  <a:lnTo>
                    <a:pt x="1294492" y="1393484"/>
                  </a:lnTo>
                  <a:lnTo>
                    <a:pt x="1291710" y="1394587"/>
                  </a:lnTo>
                  <a:lnTo>
                    <a:pt x="1287884" y="1396105"/>
                  </a:lnTo>
                  <a:lnTo>
                    <a:pt x="1285276" y="1397140"/>
                  </a:lnTo>
                  <a:lnTo>
                    <a:pt x="1282319" y="1398313"/>
                  </a:lnTo>
                  <a:lnTo>
                    <a:pt x="1281971" y="1398451"/>
                  </a:lnTo>
                  <a:lnTo>
                    <a:pt x="1280754" y="1398934"/>
                  </a:lnTo>
                  <a:lnTo>
                    <a:pt x="1279189" y="1399555"/>
                  </a:lnTo>
                  <a:lnTo>
                    <a:pt x="1274842" y="1401280"/>
                  </a:lnTo>
                  <a:lnTo>
                    <a:pt x="1268581" y="1403765"/>
                  </a:lnTo>
                  <a:lnTo>
                    <a:pt x="1267538" y="1404179"/>
                  </a:lnTo>
                  <a:lnTo>
                    <a:pt x="1267190" y="1404317"/>
                  </a:lnTo>
                  <a:lnTo>
                    <a:pt x="1266321" y="1404663"/>
                  </a:lnTo>
                  <a:lnTo>
                    <a:pt x="1265277" y="1405077"/>
                  </a:lnTo>
                  <a:lnTo>
                    <a:pt x="1261799" y="1406458"/>
                  </a:lnTo>
                  <a:lnTo>
                    <a:pt x="1260234" y="1407079"/>
                  </a:lnTo>
                  <a:lnTo>
                    <a:pt x="1260060" y="1407148"/>
                  </a:lnTo>
                  <a:lnTo>
                    <a:pt x="1258148" y="1407908"/>
                  </a:lnTo>
                  <a:lnTo>
                    <a:pt x="1257974" y="1407977"/>
                  </a:lnTo>
                  <a:lnTo>
                    <a:pt x="1254322" y="1409427"/>
                  </a:lnTo>
                  <a:lnTo>
                    <a:pt x="1248583" y="1411707"/>
                  </a:lnTo>
                  <a:lnTo>
                    <a:pt x="1242845" y="1413987"/>
                  </a:lnTo>
                  <a:lnTo>
                    <a:pt x="1241279" y="1414609"/>
                  </a:lnTo>
                  <a:lnTo>
                    <a:pt x="1240758" y="1414816"/>
                  </a:lnTo>
                  <a:lnTo>
                    <a:pt x="1239541" y="1415300"/>
                  </a:lnTo>
                  <a:lnTo>
                    <a:pt x="1235715" y="1416820"/>
                  </a:lnTo>
                  <a:lnTo>
                    <a:pt x="1234150" y="1417442"/>
                  </a:lnTo>
                  <a:lnTo>
                    <a:pt x="1231889" y="1418341"/>
                  </a:lnTo>
                  <a:lnTo>
                    <a:pt x="1229976" y="1419101"/>
                  </a:lnTo>
                  <a:lnTo>
                    <a:pt x="1228585" y="1419654"/>
                  </a:lnTo>
                  <a:lnTo>
                    <a:pt x="1228411" y="1419724"/>
                  </a:lnTo>
                  <a:lnTo>
                    <a:pt x="1227889" y="1419931"/>
                  </a:lnTo>
                  <a:lnTo>
                    <a:pt x="1226846" y="1420346"/>
                  </a:lnTo>
                  <a:lnTo>
                    <a:pt x="1225629" y="1420830"/>
                  </a:lnTo>
                  <a:lnTo>
                    <a:pt x="1224585" y="1421245"/>
                  </a:lnTo>
                  <a:lnTo>
                    <a:pt x="1223020" y="1421867"/>
                  </a:lnTo>
                  <a:lnTo>
                    <a:pt x="1220933" y="1422697"/>
                  </a:lnTo>
                  <a:lnTo>
                    <a:pt x="1217629" y="1424011"/>
                  </a:lnTo>
                  <a:lnTo>
                    <a:pt x="1217282" y="1424149"/>
                  </a:lnTo>
                  <a:lnTo>
                    <a:pt x="1213804" y="1425532"/>
                  </a:lnTo>
                  <a:lnTo>
                    <a:pt x="1213108" y="1425809"/>
                  </a:lnTo>
                  <a:lnTo>
                    <a:pt x="1211717" y="1426362"/>
                  </a:lnTo>
                  <a:lnTo>
                    <a:pt x="1211195" y="1426570"/>
                  </a:lnTo>
                  <a:lnTo>
                    <a:pt x="1209456" y="1427261"/>
                  </a:lnTo>
                  <a:lnTo>
                    <a:pt x="1205631" y="1428783"/>
                  </a:lnTo>
                  <a:lnTo>
                    <a:pt x="1204239" y="1429337"/>
                  </a:lnTo>
                  <a:lnTo>
                    <a:pt x="1203196" y="1429752"/>
                  </a:lnTo>
                  <a:lnTo>
                    <a:pt x="1193110" y="1433766"/>
                  </a:lnTo>
                  <a:lnTo>
                    <a:pt x="1190849" y="1434666"/>
                  </a:lnTo>
                  <a:lnTo>
                    <a:pt x="1190675" y="1434735"/>
                  </a:lnTo>
                  <a:lnTo>
                    <a:pt x="1190154" y="1434943"/>
                  </a:lnTo>
                  <a:lnTo>
                    <a:pt x="1189284" y="1435289"/>
                  </a:lnTo>
                  <a:lnTo>
                    <a:pt x="1188762" y="1435497"/>
                  </a:lnTo>
                  <a:lnTo>
                    <a:pt x="1185111" y="1436950"/>
                  </a:lnTo>
                  <a:lnTo>
                    <a:pt x="1183198" y="1437712"/>
                  </a:lnTo>
                  <a:lnTo>
                    <a:pt x="1180937" y="1438612"/>
                  </a:lnTo>
                  <a:lnTo>
                    <a:pt x="1174851" y="1441036"/>
                  </a:lnTo>
                  <a:lnTo>
                    <a:pt x="1173633" y="1441521"/>
                  </a:lnTo>
                  <a:lnTo>
                    <a:pt x="1167373" y="1444014"/>
                  </a:lnTo>
                  <a:lnTo>
                    <a:pt x="1166330" y="1444430"/>
                  </a:lnTo>
                  <a:lnTo>
                    <a:pt x="1157983" y="1447756"/>
                  </a:lnTo>
                  <a:lnTo>
                    <a:pt x="1157287" y="1448033"/>
                  </a:lnTo>
                  <a:lnTo>
                    <a:pt x="1155548" y="1448726"/>
                  </a:lnTo>
                  <a:lnTo>
                    <a:pt x="1154679" y="1449073"/>
                  </a:lnTo>
                  <a:lnTo>
                    <a:pt x="1154331" y="1449211"/>
                  </a:lnTo>
                  <a:lnTo>
                    <a:pt x="1150331" y="1450806"/>
                  </a:lnTo>
                  <a:lnTo>
                    <a:pt x="1141462" y="1454341"/>
                  </a:lnTo>
                  <a:lnTo>
                    <a:pt x="1137637" y="1455867"/>
                  </a:lnTo>
                  <a:lnTo>
                    <a:pt x="1136419" y="1456352"/>
                  </a:lnTo>
                  <a:lnTo>
                    <a:pt x="1133985" y="1457323"/>
                  </a:lnTo>
                  <a:lnTo>
                    <a:pt x="1132246" y="1458017"/>
                  </a:lnTo>
                  <a:lnTo>
                    <a:pt x="1132072" y="1458086"/>
                  </a:lnTo>
                  <a:lnTo>
                    <a:pt x="1130333" y="1458780"/>
                  </a:lnTo>
                  <a:lnTo>
                    <a:pt x="1129116" y="1459265"/>
                  </a:lnTo>
                  <a:lnTo>
                    <a:pt x="1128942" y="1459335"/>
                  </a:lnTo>
                  <a:lnTo>
                    <a:pt x="1128768" y="1459404"/>
                  </a:lnTo>
                  <a:lnTo>
                    <a:pt x="1128420" y="1459543"/>
                  </a:lnTo>
                  <a:lnTo>
                    <a:pt x="1127724" y="1459820"/>
                  </a:lnTo>
                  <a:lnTo>
                    <a:pt x="1124768" y="1460999"/>
                  </a:lnTo>
                  <a:lnTo>
                    <a:pt x="1120595" y="1462665"/>
                  </a:lnTo>
                  <a:lnTo>
                    <a:pt x="1117812" y="1463775"/>
                  </a:lnTo>
                  <a:lnTo>
                    <a:pt x="1113987" y="1465301"/>
                  </a:lnTo>
                  <a:lnTo>
                    <a:pt x="1111378" y="1466343"/>
                  </a:lnTo>
                  <a:lnTo>
                    <a:pt x="1108422" y="1467522"/>
                  </a:lnTo>
                  <a:lnTo>
                    <a:pt x="1108074" y="1467661"/>
                  </a:lnTo>
                  <a:lnTo>
                    <a:pt x="1106857" y="1468147"/>
                  </a:lnTo>
                  <a:lnTo>
                    <a:pt x="1105292" y="1468772"/>
                  </a:lnTo>
                  <a:lnTo>
                    <a:pt x="1100944" y="1470508"/>
                  </a:lnTo>
                  <a:lnTo>
                    <a:pt x="1094684" y="1473007"/>
                  </a:lnTo>
                  <a:lnTo>
                    <a:pt x="1093641" y="1473424"/>
                  </a:lnTo>
                  <a:lnTo>
                    <a:pt x="1093293" y="1473563"/>
                  </a:lnTo>
                  <a:lnTo>
                    <a:pt x="1092423" y="1473910"/>
                  </a:lnTo>
                  <a:lnTo>
                    <a:pt x="1091380" y="1474327"/>
                  </a:lnTo>
                  <a:lnTo>
                    <a:pt x="1087902" y="1475716"/>
                  </a:lnTo>
                  <a:lnTo>
                    <a:pt x="1086337" y="1476341"/>
                  </a:lnTo>
                  <a:lnTo>
                    <a:pt x="1086163" y="1476411"/>
                  </a:lnTo>
                  <a:lnTo>
                    <a:pt x="1084250" y="1477175"/>
                  </a:lnTo>
                  <a:lnTo>
                    <a:pt x="1084076" y="1477244"/>
                  </a:lnTo>
                  <a:lnTo>
                    <a:pt x="1080424" y="1478703"/>
                  </a:lnTo>
                  <a:lnTo>
                    <a:pt x="1074686" y="1480996"/>
                  </a:lnTo>
                  <a:lnTo>
                    <a:pt x="1068947" y="1483289"/>
                  </a:lnTo>
                  <a:lnTo>
                    <a:pt x="1067382" y="1483915"/>
                  </a:lnTo>
                  <a:lnTo>
                    <a:pt x="1066860" y="1484124"/>
                  </a:lnTo>
                  <a:lnTo>
                    <a:pt x="1065643" y="1484610"/>
                  </a:lnTo>
                  <a:lnTo>
                    <a:pt x="1061817" y="1486139"/>
                  </a:lnTo>
                  <a:lnTo>
                    <a:pt x="1060252" y="1486765"/>
                  </a:lnTo>
                  <a:lnTo>
                    <a:pt x="1056079" y="1488434"/>
                  </a:lnTo>
                  <a:lnTo>
                    <a:pt x="1054688" y="1488990"/>
                  </a:lnTo>
                  <a:lnTo>
                    <a:pt x="1054514" y="1489060"/>
                  </a:lnTo>
                  <a:lnTo>
                    <a:pt x="1053992" y="1489268"/>
                  </a:lnTo>
                  <a:lnTo>
                    <a:pt x="1052949" y="1489685"/>
                  </a:lnTo>
                  <a:lnTo>
                    <a:pt x="1051731" y="1490172"/>
                  </a:lnTo>
                  <a:lnTo>
                    <a:pt x="1050688" y="1490589"/>
                  </a:lnTo>
                  <a:lnTo>
                    <a:pt x="1049123" y="1491215"/>
                  </a:lnTo>
                  <a:lnTo>
                    <a:pt x="1047036" y="1492050"/>
                  </a:lnTo>
                  <a:lnTo>
                    <a:pt x="1043732" y="1493371"/>
                  </a:lnTo>
                  <a:lnTo>
                    <a:pt x="1043384" y="1493511"/>
                  </a:lnTo>
                  <a:lnTo>
                    <a:pt x="1039906" y="1494902"/>
                  </a:lnTo>
                  <a:lnTo>
                    <a:pt x="1039211" y="1495180"/>
                  </a:lnTo>
                  <a:lnTo>
                    <a:pt x="1037819" y="1495737"/>
                  </a:lnTo>
                  <a:lnTo>
                    <a:pt x="1037298" y="1495945"/>
                  </a:lnTo>
                  <a:lnTo>
                    <a:pt x="1035559" y="1496641"/>
                  </a:lnTo>
                  <a:lnTo>
                    <a:pt x="1031733" y="1498172"/>
                  </a:lnTo>
                  <a:lnTo>
                    <a:pt x="1030342" y="1498729"/>
                  </a:lnTo>
                  <a:lnTo>
                    <a:pt x="1029298" y="1499146"/>
                  </a:lnTo>
                  <a:lnTo>
                    <a:pt x="1019212" y="1503183"/>
                  </a:lnTo>
                  <a:lnTo>
                    <a:pt x="1016952" y="1504088"/>
                  </a:lnTo>
                  <a:lnTo>
                    <a:pt x="1016778" y="1504158"/>
                  </a:lnTo>
                  <a:lnTo>
                    <a:pt x="1016256" y="1504367"/>
                  </a:lnTo>
                  <a:lnTo>
                    <a:pt x="1015387" y="1504715"/>
                  </a:lnTo>
                  <a:lnTo>
                    <a:pt x="1014865" y="1504924"/>
                  </a:lnTo>
                  <a:lnTo>
                    <a:pt x="1011213" y="1506386"/>
                  </a:lnTo>
                  <a:lnTo>
                    <a:pt x="1009300" y="1507152"/>
                  </a:lnTo>
                  <a:lnTo>
                    <a:pt x="1007040" y="1508057"/>
                  </a:lnTo>
                  <a:lnTo>
                    <a:pt x="1000953" y="1510495"/>
                  </a:lnTo>
                  <a:lnTo>
                    <a:pt x="999736" y="1510982"/>
                  </a:lnTo>
                  <a:lnTo>
                    <a:pt x="993476" y="1513490"/>
                  </a:lnTo>
                  <a:lnTo>
                    <a:pt x="992432" y="1513908"/>
                  </a:lnTo>
                  <a:lnTo>
                    <a:pt x="984085" y="1517253"/>
                  </a:lnTo>
                  <a:lnTo>
                    <a:pt x="983390" y="1517531"/>
                  </a:lnTo>
                  <a:lnTo>
                    <a:pt x="981651" y="1518228"/>
                  </a:lnTo>
                  <a:lnTo>
                    <a:pt x="980781" y="1518577"/>
                  </a:lnTo>
                  <a:lnTo>
                    <a:pt x="980433" y="1518716"/>
                  </a:lnTo>
                  <a:lnTo>
                    <a:pt x="976434" y="1520319"/>
                  </a:lnTo>
                  <a:lnTo>
                    <a:pt x="967565" y="1523875"/>
                  </a:lnTo>
                  <a:lnTo>
                    <a:pt x="963739" y="1525409"/>
                  </a:lnTo>
                  <a:lnTo>
                    <a:pt x="962522" y="1525897"/>
                  </a:lnTo>
                  <a:lnTo>
                    <a:pt x="960087" y="1526873"/>
                  </a:lnTo>
                  <a:lnTo>
                    <a:pt x="958348" y="1527571"/>
                  </a:lnTo>
                  <a:lnTo>
                    <a:pt x="958174" y="1527641"/>
                  </a:lnTo>
                  <a:lnTo>
                    <a:pt x="956435" y="1528338"/>
                  </a:lnTo>
                  <a:lnTo>
                    <a:pt x="955218" y="1528826"/>
                  </a:lnTo>
                  <a:lnTo>
                    <a:pt x="955044" y="1528896"/>
                  </a:lnTo>
                  <a:lnTo>
                    <a:pt x="954870" y="1528966"/>
                  </a:lnTo>
                  <a:lnTo>
                    <a:pt x="954523" y="1529105"/>
                  </a:lnTo>
                  <a:lnTo>
                    <a:pt x="953827" y="1529384"/>
                  </a:lnTo>
                  <a:lnTo>
                    <a:pt x="950871" y="1530570"/>
                  </a:lnTo>
                  <a:lnTo>
                    <a:pt x="946697" y="1532245"/>
                  </a:lnTo>
                  <a:lnTo>
                    <a:pt x="943915" y="1533361"/>
                  </a:lnTo>
                  <a:lnTo>
                    <a:pt x="940089" y="1534896"/>
                  </a:lnTo>
                  <a:lnTo>
                    <a:pt x="937481" y="1535943"/>
                  </a:lnTo>
                  <a:lnTo>
                    <a:pt x="934177" y="1537269"/>
                  </a:lnTo>
                  <a:lnTo>
                    <a:pt x="932959" y="1537758"/>
                  </a:lnTo>
                  <a:lnTo>
                    <a:pt x="931394" y="1538386"/>
                  </a:lnTo>
                  <a:lnTo>
                    <a:pt x="927047" y="1540131"/>
                  </a:lnTo>
                  <a:lnTo>
                    <a:pt x="920786" y="1542644"/>
                  </a:lnTo>
                  <a:lnTo>
                    <a:pt x="919743" y="1543063"/>
                  </a:lnTo>
                  <a:lnTo>
                    <a:pt x="919395" y="1543203"/>
                  </a:lnTo>
                  <a:lnTo>
                    <a:pt x="918526" y="1543552"/>
                  </a:lnTo>
                  <a:lnTo>
                    <a:pt x="917482" y="1543971"/>
                  </a:lnTo>
                  <a:lnTo>
                    <a:pt x="914004" y="1545368"/>
                  </a:lnTo>
                  <a:lnTo>
                    <a:pt x="912439" y="1545996"/>
                  </a:lnTo>
                  <a:lnTo>
                    <a:pt x="912266" y="1546066"/>
                  </a:lnTo>
                  <a:lnTo>
                    <a:pt x="910353" y="1546834"/>
                  </a:lnTo>
                  <a:lnTo>
                    <a:pt x="910179" y="1546904"/>
                  </a:lnTo>
                  <a:lnTo>
                    <a:pt x="906527" y="1548371"/>
                  </a:lnTo>
                  <a:lnTo>
                    <a:pt x="900788" y="1550676"/>
                  </a:lnTo>
                  <a:lnTo>
                    <a:pt x="895050" y="1552982"/>
                  </a:lnTo>
                  <a:lnTo>
                    <a:pt x="893485" y="1553611"/>
                  </a:lnTo>
                  <a:lnTo>
                    <a:pt x="892963" y="1553821"/>
                  </a:lnTo>
                  <a:lnTo>
                    <a:pt x="891746" y="1554310"/>
                  </a:lnTo>
                  <a:lnTo>
                    <a:pt x="887920" y="1555847"/>
                  </a:lnTo>
                  <a:lnTo>
                    <a:pt x="886355" y="1556476"/>
                  </a:lnTo>
                  <a:lnTo>
                    <a:pt x="884094" y="1557385"/>
                  </a:lnTo>
                  <a:lnTo>
                    <a:pt x="882181" y="1558154"/>
                  </a:lnTo>
                  <a:lnTo>
                    <a:pt x="880790" y="1558713"/>
                  </a:lnTo>
                  <a:lnTo>
                    <a:pt x="880616" y="1558783"/>
                  </a:lnTo>
                  <a:lnTo>
                    <a:pt x="880094" y="1558993"/>
                  </a:lnTo>
                  <a:lnTo>
                    <a:pt x="879051" y="1559412"/>
                  </a:lnTo>
                  <a:lnTo>
                    <a:pt x="877834" y="1559902"/>
                  </a:lnTo>
                  <a:lnTo>
                    <a:pt x="876790" y="1560321"/>
                  </a:lnTo>
                  <a:lnTo>
                    <a:pt x="875225" y="1560950"/>
                  </a:lnTo>
                  <a:lnTo>
                    <a:pt x="873139" y="1561790"/>
                  </a:lnTo>
                  <a:lnTo>
                    <a:pt x="869835" y="1563118"/>
                  </a:lnTo>
                  <a:lnTo>
                    <a:pt x="869487" y="1563258"/>
                  </a:lnTo>
                  <a:lnTo>
                    <a:pt x="866009" y="1564657"/>
                  </a:lnTo>
                  <a:lnTo>
                    <a:pt x="865313" y="1564936"/>
                  </a:lnTo>
                  <a:lnTo>
                    <a:pt x="863922" y="1565496"/>
                  </a:lnTo>
                  <a:lnTo>
                    <a:pt x="863400" y="1565706"/>
                  </a:lnTo>
                  <a:lnTo>
                    <a:pt x="861661" y="1566405"/>
                  </a:lnTo>
                  <a:lnTo>
                    <a:pt x="857836" y="1567944"/>
                  </a:lnTo>
                  <a:lnTo>
                    <a:pt x="856444" y="1568504"/>
                  </a:lnTo>
                  <a:lnTo>
                    <a:pt x="845315" y="1572981"/>
                  </a:lnTo>
                  <a:lnTo>
                    <a:pt x="843054" y="1573891"/>
                  </a:lnTo>
                  <a:lnTo>
                    <a:pt x="842880" y="1573961"/>
                  </a:lnTo>
                  <a:lnTo>
                    <a:pt x="842359" y="1574171"/>
                  </a:lnTo>
                  <a:lnTo>
                    <a:pt x="841489" y="1574521"/>
                  </a:lnTo>
                  <a:lnTo>
                    <a:pt x="840968" y="1574731"/>
                  </a:lnTo>
                  <a:lnTo>
                    <a:pt x="837316" y="1576201"/>
                  </a:lnTo>
                  <a:lnTo>
                    <a:pt x="835403" y="1576971"/>
                  </a:lnTo>
                  <a:lnTo>
                    <a:pt x="833142" y="1577881"/>
                  </a:lnTo>
                  <a:lnTo>
                    <a:pt x="827056" y="1580331"/>
                  </a:lnTo>
                  <a:lnTo>
                    <a:pt x="825838" y="1580821"/>
                  </a:lnTo>
                  <a:lnTo>
                    <a:pt x="819578" y="1583342"/>
                  </a:lnTo>
                  <a:lnTo>
                    <a:pt x="818535" y="1583762"/>
                  </a:lnTo>
                  <a:lnTo>
                    <a:pt x="810188" y="1587124"/>
                  </a:lnTo>
                  <a:lnTo>
                    <a:pt x="809492" y="1587404"/>
                  </a:lnTo>
                  <a:lnTo>
                    <a:pt x="807753" y="1588105"/>
                  </a:lnTo>
                  <a:lnTo>
                    <a:pt x="806884" y="1588455"/>
                  </a:lnTo>
                  <a:lnTo>
                    <a:pt x="806536" y="1588595"/>
                  </a:lnTo>
                  <a:lnTo>
                    <a:pt x="802536" y="1590206"/>
                  </a:lnTo>
                  <a:lnTo>
                    <a:pt x="793667" y="1593780"/>
                  </a:lnTo>
                  <a:lnTo>
                    <a:pt x="789842" y="1595322"/>
                  </a:lnTo>
                  <a:lnTo>
                    <a:pt x="788624" y="1595812"/>
                  </a:lnTo>
                  <a:lnTo>
                    <a:pt x="786190" y="1596794"/>
                  </a:lnTo>
                  <a:lnTo>
                    <a:pt x="784451" y="1597495"/>
                  </a:lnTo>
                  <a:lnTo>
                    <a:pt x="784277" y="1597565"/>
                  </a:lnTo>
                  <a:lnTo>
                    <a:pt x="782538" y="1598266"/>
                  </a:lnTo>
                  <a:lnTo>
                    <a:pt x="781321" y="1598756"/>
                  </a:lnTo>
                  <a:lnTo>
                    <a:pt x="781147" y="1598827"/>
                  </a:lnTo>
                  <a:lnTo>
                    <a:pt x="780973" y="1598897"/>
                  </a:lnTo>
                  <a:lnTo>
                    <a:pt x="780625" y="1599037"/>
                  </a:lnTo>
                  <a:lnTo>
                    <a:pt x="776973" y="1600509"/>
                  </a:lnTo>
                  <a:lnTo>
                    <a:pt x="772800" y="1602192"/>
                  </a:lnTo>
                  <a:lnTo>
                    <a:pt x="770017" y="1603314"/>
                  </a:lnTo>
                  <a:lnTo>
                    <a:pt x="766192" y="1604857"/>
                  </a:lnTo>
                  <a:lnTo>
                    <a:pt x="763583" y="1605909"/>
                  </a:lnTo>
                  <a:lnTo>
                    <a:pt x="760627" y="1607101"/>
                  </a:lnTo>
                  <a:lnTo>
                    <a:pt x="760279" y="1607241"/>
                  </a:lnTo>
                  <a:lnTo>
                    <a:pt x="759062" y="1607732"/>
                  </a:lnTo>
                  <a:lnTo>
                    <a:pt x="757497" y="1608364"/>
                  </a:lnTo>
                  <a:lnTo>
                    <a:pt x="753149" y="1610117"/>
                  </a:lnTo>
                  <a:lnTo>
                    <a:pt x="746889" y="1612643"/>
                  </a:lnTo>
                  <a:lnTo>
                    <a:pt x="745846" y="1613064"/>
                  </a:lnTo>
                  <a:lnTo>
                    <a:pt x="745498" y="1613205"/>
                  </a:lnTo>
                  <a:lnTo>
                    <a:pt x="744628" y="1613555"/>
                  </a:lnTo>
                  <a:lnTo>
                    <a:pt x="743585" y="1613977"/>
                  </a:lnTo>
                  <a:lnTo>
                    <a:pt x="740107" y="1615380"/>
                  </a:lnTo>
                  <a:lnTo>
                    <a:pt x="738542" y="1616012"/>
                  </a:lnTo>
                  <a:lnTo>
                    <a:pt x="738368" y="1616082"/>
                  </a:lnTo>
                  <a:lnTo>
                    <a:pt x="736455" y="1616854"/>
                  </a:lnTo>
                  <a:lnTo>
                    <a:pt x="736281" y="1616924"/>
                  </a:lnTo>
                  <a:lnTo>
                    <a:pt x="732629" y="1618398"/>
                  </a:lnTo>
                  <a:lnTo>
                    <a:pt x="726891" y="1620715"/>
                  </a:lnTo>
                  <a:lnTo>
                    <a:pt x="721152" y="1623032"/>
                  </a:lnTo>
                  <a:lnTo>
                    <a:pt x="719587" y="1623664"/>
                  </a:lnTo>
                  <a:lnTo>
                    <a:pt x="719065" y="1623874"/>
                  </a:lnTo>
                  <a:lnTo>
                    <a:pt x="717848" y="1624366"/>
                  </a:lnTo>
                  <a:lnTo>
                    <a:pt x="714022" y="1625911"/>
                  </a:lnTo>
                  <a:lnTo>
                    <a:pt x="712457" y="1626543"/>
                  </a:lnTo>
                  <a:lnTo>
                    <a:pt x="710197" y="1627456"/>
                  </a:lnTo>
                  <a:lnTo>
                    <a:pt x="708284" y="1628228"/>
                  </a:lnTo>
                  <a:lnTo>
                    <a:pt x="706893" y="1628790"/>
                  </a:lnTo>
                  <a:lnTo>
                    <a:pt x="706719" y="1628861"/>
                  </a:lnTo>
                  <a:lnTo>
                    <a:pt x="706197" y="1629071"/>
                  </a:lnTo>
                  <a:lnTo>
                    <a:pt x="705154" y="1629493"/>
                  </a:lnTo>
                  <a:lnTo>
                    <a:pt x="703936" y="1629985"/>
                  </a:lnTo>
                  <a:lnTo>
                    <a:pt x="702893" y="1630406"/>
                  </a:lnTo>
                  <a:lnTo>
                    <a:pt x="701328" y="1631038"/>
                  </a:lnTo>
                  <a:lnTo>
                    <a:pt x="699241" y="1631881"/>
                  </a:lnTo>
                  <a:lnTo>
                    <a:pt x="695937" y="1633216"/>
                  </a:lnTo>
                  <a:lnTo>
                    <a:pt x="695589" y="1633357"/>
                  </a:lnTo>
                  <a:lnTo>
                    <a:pt x="692111" y="1634762"/>
                  </a:lnTo>
                  <a:lnTo>
                    <a:pt x="691416" y="1635043"/>
                  </a:lnTo>
                  <a:lnTo>
                    <a:pt x="690025" y="1635605"/>
                  </a:lnTo>
                  <a:lnTo>
                    <a:pt x="689503" y="1635816"/>
                  </a:lnTo>
                  <a:lnTo>
                    <a:pt x="687764" y="1636519"/>
                  </a:lnTo>
                  <a:lnTo>
                    <a:pt x="683938" y="1638065"/>
                  </a:lnTo>
                  <a:lnTo>
                    <a:pt x="682547" y="1638627"/>
                  </a:lnTo>
                  <a:lnTo>
                    <a:pt x="681504" y="1639049"/>
                  </a:lnTo>
                  <a:lnTo>
                    <a:pt x="671418" y="1643126"/>
                  </a:lnTo>
                  <a:lnTo>
                    <a:pt x="669157" y="1644040"/>
                  </a:lnTo>
                  <a:lnTo>
                    <a:pt x="668983" y="1644111"/>
                  </a:lnTo>
                  <a:lnTo>
                    <a:pt x="668461" y="1644321"/>
                  </a:lnTo>
                  <a:lnTo>
                    <a:pt x="667592" y="1644673"/>
                  </a:lnTo>
                  <a:lnTo>
                    <a:pt x="667070" y="1644884"/>
                  </a:lnTo>
                  <a:lnTo>
                    <a:pt x="663418" y="1646361"/>
                  </a:lnTo>
                  <a:lnTo>
                    <a:pt x="661505" y="1647134"/>
                  </a:lnTo>
                  <a:lnTo>
                    <a:pt x="659245" y="1648048"/>
                  </a:lnTo>
                  <a:lnTo>
                    <a:pt x="653158" y="1650510"/>
                  </a:lnTo>
                  <a:lnTo>
                    <a:pt x="651941" y="1651002"/>
                  </a:lnTo>
                  <a:lnTo>
                    <a:pt x="645681" y="1653535"/>
                  </a:lnTo>
                  <a:lnTo>
                    <a:pt x="644637" y="1653957"/>
                  </a:lnTo>
                  <a:lnTo>
                    <a:pt x="636290" y="1657334"/>
                  </a:lnTo>
                  <a:lnTo>
                    <a:pt x="635595" y="1657616"/>
                  </a:lnTo>
                  <a:lnTo>
                    <a:pt x="632986" y="1658671"/>
                  </a:lnTo>
                  <a:lnTo>
                    <a:pt x="632638" y="1658812"/>
                  </a:lnTo>
                  <a:lnTo>
                    <a:pt x="628639" y="1660431"/>
                  </a:lnTo>
                  <a:lnTo>
                    <a:pt x="619770" y="1664020"/>
                  </a:lnTo>
                  <a:lnTo>
                    <a:pt x="615944" y="1665569"/>
                  </a:lnTo>
                  <a:lnTo>
                    <a:pt x="614727" y="1666062"/>
                  </a:lnTo>
                  <a:lnTo>
                    <a:pt x="612292" y="1667048"/>
                  </a:lnTo>
                  <a:lnTo>
                    <a:pt x="610553" y="1667752"/>
                  </a:lnTo>
                  <a:lnTo>
                    <a:pt x="610380" y="1667822"/>
                  </a:lnTo>
                  <a:lnTo>
                    <a:pt x="608641" y="1668526"/>
                  </a:lnTo>
                  <a:lnTo>
                    <a:pt x="607423" y="1669019"/>
                  </a:lnTo>
                  <a:lnTo>
                    <a:pt x="607249" y="1669090"/>
                  </a:lnTo>
                  <a:lnTo>
                    <a:pt x="607075" y="1669160"/>
                  </a:lnTo>
                  <a:lnTo>
                    <a:pt x="606728" y="1669301"/>
                  </a:lnTo>
                  <a:lnTo>
                    <a:pt x="606032" y="1669583"/>
                  </a:lnTo>
                  <a:lnTo>
                    <a:pt x="598902" y="1672470"/>
                  </a:lnTo>
                  <a:lnTo>
                    <a:pt x="596120" y="1673597"/>
                  </a:lnTo>
                  <a:lnTo>
                    <a:pt x="592294" y="1675147"/>
                  </a:lnTo>
                  <a:lnTo>
                    <a:pt x="589686" y="1676203"/>
                  </a:lnTo>
                  <a:lnTo>
                    <a:pt x="586729" y="1677401"/>
                  </a:lnTo>
                  <a:lnTo>
                    <a:pt x="586382" y="1677542"/>
                  </a:lnTo>
                  <a:lnTo>
                    <a:pt x="585164" y="1678035"/>
                  </a:lnTo>
                  <a:lnTo>
                    <a:pt x="583599" y="1678669"/>
                  </a:lnTo>
                  <a:lnTo>
                    <a:pt x="579252" y="1680431"/>
                  </a:lnTo>
                  <a:lnTo>
                    <a:pt x="572992" y="1682967"/>
                  </a:lnTo>
                  <a:lnTo>
                    <a:pt x="571948" y="1683390"/>
                  </a:lnTo>
                  <a:lnTo>
                    <a:pt x="571600" y="1683531"/>
                  </a:lnTo>
                  <a:lnTo>
                    <a:pt x="570731" y="1683884"/>
                  </a:lnTo>
                  <a:lnTo>
                    <a:pt x="569688" y="1684306"/>
                  </a:lnTo>
                  <a:lnTo>
                    <a:pt x="566210" y="1685716"/>
                  </a:lnTo>
                  <a:lnTo>
                    <a:pt x="564645" y="1686351"/>
                  </a:lnTo>
                  <a:lnTo>
                    <a:pt x="564471" y="1686421"/>
                  </a:lnTo>
                  <a:lnTo>
                    <a:pt x="562558" y="1687196"/>
                  </a:lnTo>
                  <a:lnTo>
                    <a:pt x="562384" y="1687267"/>
                  </a:lnTo>
                  <a:lnTo>
                    <a:pt x="558732" y="1688747"/>
                  </a:lnTo>
                  <a:lnTo>
                    <a:pt x="552993" y="1691074"/>
                  </a:lnTo>
                  <a:lnTo>
                    <a:pt x="547255" y="1693401"/>
                  </a:lnTo>
                  <a:lnTo>
                    <a:pt x="545690" y="1694035"/>
                  </a:lnTo>
                  <a:lnTo>
                    <a:pt x="545168" y="1694247"/>
                  </a:lnTo>
                  <a:lnTo>
                    <a:pt x="543951" y="1694741"/>
                  </a:lnTo>
                  <a:lnTo>
                    <a:pt x="540125" y="1696292"/>
                  </a:lnTo>
                  <a:lnTo>
                    <a:pt x="538560" y="1696927"/>
                  </a:lnTo>
                  <a:lnTo>
                    <a:pt x="536299" y="1697844"/>
                  </a:lnTo>
                  <a:lnTo>
                    <a:pt x="534386" y="1698620"/>
                  </a:lnTo>
                  <a:lnTo>
                    <a:pt x="532995" y="1699184"/>
                  </a:lnTo>
                  <a:lnTo>
                    <a:pt x="532821" y="1699255"/>
                  </a:lnTo>
                  <a:lnTo>
                    <a:pt x="532300" y="1699466"/>
                  </a:lnTo>
                  <a:lnTo>
                    <a:pt x="531256" y="1699889"/>
                  </a:lnTo>
                  <a:lnTo>
                    <a:pt x="530039" y="1700383"/>
                  </a:lnTo>
                  <a:lnTo>
                    <a:pt x="528996" y="1700806"/>
                  </a:lnTo>
                  <a:lnTo>
                    <a:pt x="527430" y="1701441"/>
                  </a:lnTo>
                  <a:lnTo>
                    <a:pt x="525344" y="1702288"/>
                  </a:lnTo>
                  <a:lnTo>
                    <a:pt x="522040" y="1703629"/>
                  </a:lnTo>
                  <a:lnTo>
                    <a:pt x="521692" y="1703770"/>
                  </a:lnTo>
                  <a:lnTo>
                    <a:pt x="518214" y="1705181"/>
                  </a:lnTo>
                  <a:lnTo>
                    <a:pt x="517518" y="1705463"/>
                  </a:lnTo>
                  <a:lnTo>
                    <a:pt x="516127" y="1706028"/>
                  </a:lnTo>
                  <a:lnTo>
                    <a:pt x="513866" y="1706945"/>
                  </a:lnTo>
                  <a:lnTo>
                    <a:pt x="510041" y="1708498"/>
                  </a:lnTo>
                  <a:lnTo>
                    <a:pt x="508650" y="1709062"/>
                  </a:lnTo>
                  <a:lnTo>
                    <a:pt x="507606" y="1709486"/>
                  </a:lnTo>
                  <a:lnTo>
                    <a:pt x="497520" y="1713580"/>
                  </a:lnTo>
                  <a:lnTo>
                    <a:pt x="495259" y="1714497"/>
                  </a:lnTo>
                  <a:lnTo>
                    <a:pt x="495086" y="1714568"/>
                  </a:lnTo>
                  <a:lnTo>
                    <a:pt x="494564" y="1714780"/>
                  </a:lnTo>
                  <a:lnTo>
                    <a:pt x="493694" y="1715133"/>
                  </a:lnTo>
                  <a:lnTo>
                    <a:pt x="493173" y="1715345"/>
                  </a:lnTo>
                  <a:lnTo>
                    <a:pt x="489521" y="1716827"/>
                  </a:lnTo>
                  <a:lnTo>
                    <a:pt x="487608" y="1717604"/>
                  </a:lnTo>
                  <a:lnTo>
                    <a:pt x="485347" y="1718522"/>
                  </a:lnTo>
                  <a:lnTo>
                    <a:pt x="479261" y="1720994"/>
                  </a:lnTo>
                  <a:lnTo>
                    <a:pt x="478044" y="1721488"/>
                  </a:lnTo>
                  <a:lnTo>
                    <a:pt x="462393" y="1727845"/>
                  </a:lnTo>
                  <a:lnTo>
                    <a:pt x="461697" y="1728128"/>
                  </a:lnTo>
                  <a:lnTo>
                    <a:pt x="459958" y="1728835"/>
                  </a:lnTo>
                  <a:lnTo>
                    <a:pt x="459089" y="1729188"/>
                  </a:lnTo>
                  <a:lnTo>
                    <a:pt x="458741" y="1729329"/>
                  </a:lnTo>
                  <a:lnTo>
                    <a:pt x="454741" y="1730954"/>
                  </a:lnTo>
                  <a:lnTo>
                    <a:pt x="445873" y="1734558"/>
                  </a:lnTo>
                  <a:lnTo>
                    <a:pt x="442047" y="1736113"/>
                  </a:lnTo>
                  <a:lnTo>
                    <a:pt x="440830" y="1736608"/>
                  </a:lnTo>
                  <a:lnTo>
                    <a:pt x="438395" y="1737598"/>
                  </a:lnTo>
                  <a:lnTo>
                    <a:pt x="436482" y="1738375"/>
                  </a:lnTo>
                  <a:lnTo>
                    <a:pt x="433526" y="1739577"/>
                  </a:lnTo>
                  <a:lnTo>
                    <a:pt x="433178" y="1739718"/>
                  </a:lnTo>
                  <a:lnTo>
                    <a:pt x="432135" y="1740142"/>
                  </a:lnTo>
                  <a:lnTo>
                    <a:pt x="429178" y="1741344"/>
                  </a:lnTo>
                  <a:lnTo>
                    <a:pt x="425005" y="1743041"/>
                  </a:lnTo>
                  <a:lnTo>
                    <a:pt x="422223" y="1744172"/>
                  </a:lnTo>
                  <a:lnTo>
                    <a:pt x="418397" y="1745728"/>
                  </a:lnTo>
                  <a:lnTo>
                    <a:pt x="415788" y="1746789"/>
                  </a:lnTo>
                  <a:lnTo>
                    <a:pt x="412832" y="1747991"/>
                  </a:lnTo>
                  <a:lnTo>
                    <a:pt x="412484" y="1748133"/>
                  </a:lnTo>
                  <a:lnTo>
                    <a:pt x="411267" y="1748628"/>
                  </a:lnTo>
                  <a:lnTo>
                    <a:pt x="409702" y="1749264"/>
                  </a:lnTo>
                  <a:lnTo>
                    <a:pt x="405354" y="1751032"/>
                  </a:lnTo>
                  <a:lnTo>
                    <a:pt x="399094" y="1753579"/>
                  </a:lnTo>
                  <a:lnTo>
                    <a:pt x="398051" y="1754003"/>
                  </a:lnTo>
                  <a:lnTo>
                    <a:pt x="397703" y="1754145"/>
                  </a:lnTo>
                  <a:lnTo>
                    <a:pt x="396833" y="1754499"/>
                  </a:lnTo>
                  <a:lnTo>
                    <a:pt x="395790" y="1754923"/>
                  </a:lnTo>
                  <a:lnTo>
                    <a:pt x="392312" y="1756338"/>
                  </a:lnTo>
                  <a:lnTo>
                    <a:pt x="390747" y="1756975"/>
                  </a:lnTo>
                  <a:lnTo>
                    <a:pt x="390573" y="1757046"/>
                  </a:lnTo>
                  <a:lnTo>
                    <a:pt x="388486" y="1757895"/>
                  </a:lnTo>
                  <a:lnTo>
                    <a:pt x="384835" y="1759381"/>
                  </a:lnTo>
                  <a:lnTo>
                    <a:pt x="379096" y="1761716"/>
                  </a:lnTo>
                  <a:lnTo>
                    <a:pt x="373357" y="1764052"/>
                  </a:lnTo>
                  <a:lnTo>
                    <a:pt x="371792" y="1764689"/>
                  </a:lnTo>
                  <a:lnTo>
                    <a:pt x="371271" y="1764901"/>
                  </a:lnTo>
                  <a:lnTo>
                    <a:pt x="366228" y="1766954"/>
                  </a:lnTo>
                  <a:lnTo>
                    <a:pt x="364662" y="1767591"/>
                  </a:lnTo>
                  <a:lnTo>
                    <a:pt x="362402" y="1768511"/>
                  </a:lnTo>
                  <a:lnTo>
                    <a:pt x="360489" y="1769290"/>
                  </a:lnTo>
                  <a:lnTo>
                    <a:pt x="359098" y="1769856"/>
                  </a:lnTo>
                  <a:lnTo>
                    <a:pt x="358924" y="1769927"/>
                  </a:lnTo>
                  <a:lnTo>
                    <a:pt x="358402" y="1770140"/>
                  </a:lnTo>
                  <a:lnTo>
                    <a:pt x="357359" y="1770564"/>
                  </a:lnTo>
                  <a:lnTo>
                    <a:pt x="356141" y="1771060"/>
                  </a:lnTo>
                  <a:lnTo>
                    <a:pt x="355098" y="1771485"/>
                  </a:lnTo>
                  <a:lnTo>
                    <a:pt x="351446" y="1772972"/>
                  </a:lnTo>
                  <a:lnTo>
                    <a:pt x="348142" y="1774317"/>
                  </a:lnTo>
                  <a:lnTo>
                    <a:pt x="347794" y="1774459"/>
                  </a:lnTo>
                  <a:lnTo>
                    <a:pt x="344316" y="1775875"/>
                  </a:lnTo>
                  <a:lnTo>
                    <a:pt x="343621" y="1776158"/>
                  </a:lnTo>
                  <a:lnTo>
                    <a:pt x="342230" y="1776725"/>
                  </a:lnTo>
                  <a:lnTo>
                    <a:pt x="339969" y="1777646"/>
                  </a:lnTo>
                  <a:lnTo>
                    <a:pt x="333709" y="1780196"/>
                  </a:lnTo>
                  <a:lnTo>
                    <a:pt x="321362" y="1785226"/>
                  </a:lnTo>
                  <a:lnTo>
                    <a:pt x="319797" y="1785863"/>
                  </a:lnTo>
                  <a:lnTo>
                    <a:pt x="311450" y="1789264"/>
                  </a:lnTo>
                  <a:lnTo>
                    <a:pt x="305363" y="1791745"/>
                  </a:lnTo>
                  <a:lnTo>
                    <a:pt x="297886" y="1794793"/>
                  </a:lnTo>
                  <a:lnTo>
                    <a:pt x="288495" y="1798621"/>
                  </a:lnTo>
                  <a:lnTo>
                    <a:pt x="286061" y="1799613"/>
                  </a:lnTo>
                  <a:lnTo>
                    <a:pt x="268149" y="1806917"/>
                  </a:lnTo>
                  <a:lnTo>
                    <a:pt x="260846" y="1809896"/>
                  </a:lnTo>
                  <a:lnTo>
                    <a:pt x="259628" y="1810392"/>
                  </a:lnTo>
                  <a:lnTo>
                    <a:pt x="258237" y="1810960"/>
                  </a:lnTo>
                  <a:lnTo>
                    <a:pt x="251107" y="1813868"/>
                  </a:lnTo>
                  <a:lnTo>
                    <a:pt x="248325" y="1815003"/>
                  </a:lnTo>
                  <a:lnTo>
                    <a:pt x="238935" y="1818835"/>
                  </a:lnTo>
                  <a:lnTo>
                    <a:pt x="235804" y="1820112"/>
                  </a:lnTo>
                  <a:lnTo>
                    <a:pt x="222936" y="1825364"/>
                  </a:lnTo>
                  <a:lnTo>
                    <a:pt x="216850" y="1827848"/>
                  </a:lnTo>
                  <a:lnTo>
                    <a:pt x="214589" y="1828771"/>
                  </a:lnTo>
                  <a:lnTo>
                    <a:pt x="210937" y="1830262"/>
                  </a:lnTo>
                  <a:lnTo>
                    <a:pt x="197373" y="1835800"/>
                  </a:lnTo>
                  <a:lnTo>
                    <a:pt x="192330" y="1837860"/>
                  </a:lnTo>
                  <a:lnTo>
                    <a:pt x="182244" y="1841979"/>
                  </a:lnTo>
                  <a:lnTo>
                    <a:pt x="173897" y="1845389"/>
                  </a:lnTo>
                  <a:lnTo>
                    <a:pt x="168332" y="1847662"/>
                  </a:lnTo>
                  <a:lnTo>
                    <a:pt x="166072" y="1848586"/>
                  </a:lnTo>
                  <a:lnTo>
                    <a:pt x="145899" y="1856829"/>
                  </a:lnTo>
                  <a:lnTo>
                    <a:pt x="77210" y="1884918"/>
                  </a:lnTo>
                  <a:lnTo>
                    <a:pt x="0" y="1916527"/>
                  </a:lnTo>
                  <a:close/>
                </a:path>
              </a:pathLst>
            </a:custGeom>
            <a:solidFill>
              <a:srgbClr val="F8766D">
                <a:alpha val="14901"/>
              </a:srgbClr>
            </a:solidFill>
          </p:spPr>
          <p:txBody>
            <a:bodyPr/>
            <a:lstStyle/>
            <a:p/>
          </p:txBody>
        </p:sp>
        <p:sp>
          <p:nvSpPr>
            <p:cNvPr id="8" name="pl7"/>
            <p:cNvSpPr/>
            <p:nvPr/>
          </p:nvSpPr>
          <p:spPr>
            <a:xfrm>
              <a:off x="3269760" y="3047986"/>
              <a:ext cx="4515247" cy="1802327"/>
            </a:xfrm>
            <a:custGeom>
              <a:avLst/>
              <a:pathLst>
                <a:path w="4515247" h="1802327">
                  <a:moveTo>
                    <a:pt x="0" y="1802327"/>
                  </a:moveTo>
                  <a:lnTo>
                    <a:pt x="77210" y="1773245"/>
                  </a:lnTo>
                  <a:lnTo>
                    <a:pt x="145899" y="1747341"/>
                  </a:lnTo>
                  <a:lnTo>
                    <a:pt x="166072" y="1739728"/>
                  </a:lnTo>
                  <a:lnTo>
                    <a:pt x="168332" y="1738874"/>
                  </a:lnTo>
                  <a:lnTo>
                    <a:pt x="173897" y="1736774"/>
                  </a:lnTo>
                  <a:lnTo>
                    <a:pt x="182244" y="1733622"/>
                  </a:lnTo>
                  <a:lnTo>
                    <a:pt x="192330" y="1729813"/>
                  </a:lnTo>
                  <a:lnTo>
                    <a:pt x="197373" y="1727908"/>
                  </a:lnTo>
                  <a:lnTo>
                    <a:pt x="210937" y="1722785"/>
                  </a:lnTo>
                  <a:lnTo>
                    <a:pt x="214589" y="1721405"/>
                  </a:lnTo>
                  <a:lnTo>
                    <a:pt x="216850" y="1720551"/>
                  </a:lnTo>
                  <a:lnTo>
                    <a:pt x="222936" y="1718251"/>
                  </a:lnTo>
                  <a:lnTo>
                    <a:pt x="235804" y="1713388"/>
                  </a:lnTo>
                  <a:lnTo>
                    <a:pt x="238935" y="1712205"/>
                  </a:lnTo>
                  <a:lnTo>
                    <a:pt x="248325" y="1708655"/>
                  </a:lnTo>
                  <a:lnTo>
                    <a:pt x="251107" y="1707603"/>
                  </a:lnTo>
                  <a:lnTo>
                    <a:pt x="258237" y="1704907"/>
                  </a:lnTo>
                  <a:lnTo>
                    <a:pt x="259628" y="1704381"/>
                  </a:lnTo>
                  <a:lnTo>
                    <a:pt x="260846" y="1703921"/>
                  </a:lnTo>
                  <a:lnTo>
                    <a:pt x="268149" y="1701158"/>
                  </a:lnTo>
                  <a:lnTo>
                    <a:pt x="286061" y="1694383"/>
                  </a:lnTo>
                  <a:lnTo>
                    <a:pt x="288495" y="1693462"/>
                  </a:lnTo>
                  <a:lnTo>
                    <a:pt x="297886" y="1689908"/>
                  </a:lnTo>
                  <a:lnTo>
                    <a:pt x="305363" y="1687078"/>
                  </a:lnTo>
                  <a:lnTo>
                    <a:pt x="311450" y="1684775"/>
                  </a:lnTo>
                  <a:lnTo>
                    <a:pt x="319797" y="1681615"/>
                  </a:lnTo>
                  <a:lnTo>
                    <a:pt x="321362" y="1681022"/>
                  </a:lnTo>
                  <a:lnTo>
                    <a:pt x="333709" y="1676347"/>
                  </a:lnTo>
                  <a:lnTo>
                    <a:pt x="339969" y="1673976"/>
                  </a:lnTo>
                  <a:lnTo>
                    <a:pt x="342230" y="1673120"/>
                  </a:lnTo>
                  <a:lnTo>
                    <a:pt x="343621" y="1672593"/>
                  </a:lnTo>
                  <a:lnTo>
                    <a:pt x="344316" y="1672329"/>
                  </a:lnTo>
                  <a:lnTo>
                    <a:pt x="347794" y="1671012"/>
                  </a:lnTo>
                  <a:lnTo>
                    <a:pt x="348142" y="1670880"/>
                  </a:lnTo>
                  <a:lnTo>
                    <a:pt x="351446" y="1669628"/>
                  </a:lnTo>
                  <a:lnTo>
                    <a:pt x="355098" y="1668245"/>
                  </a:lnTo>
                  <a:lnTo>
                    <a:pt x="356141" y="1667849"/>
                  </a:lnTo>
                  <a:lnTo>
                    <a:pt x="357359" y="1667388"/>
                  </a:lnTo>
                  <a:lnTo>
                    <a:pt x="358402" y="1666993"/>
                  </a:lnTo>
                  <a:lnTo>
                    <a:pt x="358924" y="1666795"/>
                  </a:lnTo>
                  <a:lnTo>
                    <a:pt x="359098" y="1666729"/>
                  </a:lnTo>
                  <a:lnTo>
                    <a:pt x="360489" y="1666202"/>
                  </a:lnTo>
                  <a:lnTo>
                    <a:pt x="362402" y="1665477"/>
                  </a:lnTo>
                  <a:lnTo>
                    <a:pt x="364662" y="1664620"/>
                  </a:lnTo>
                  <a:lnTo>
                    <a:pt x="366228" y="1664027"/>
                  </a:lnTo>
                  <a:lnTo>
                    <a:pt x="371271" y="1662116"/>
                  </a:lnTo>
                  <a:lnTo>
                    <a:pt x="371792" y="1661918"/>
                  </a:lnTo>
                  <a:lnTo>
                    <a:pt x="373357" y="1661325"/>
                  </a:lnTo>
                  <a:lnTo>
                    <a:pt x="379096" y="1659150"/>
                  </a:lnTo>
                  <a:lnTo>
                    <a:pt x="384835" y="1656974"/>
                  </a:lnTo>
                  <a:lnTo>
                    <a:pt x="388486" y="1655590"/>
                  </a:lnTo>
                  <a:lnTo>
                    <a:pt x="390573" y="1654799"/>
                  </a:lnTo>
                  <a:lnTo>
                    <a:pt x="390747" y="1654733"/>
                  </a:lnTo>
                  <a:lnTo>
                    <a:pt x="392312" y="1654139"/>
                  </a:lnTo>
                  <a:lnTo>
                    <a:pt x="395790" y="1652820"/>
                  </a:lnTo>
                  <a:lnTo>
                    <a:pt x="396833" y="1652425"/>
                  </a:lnTo>
                  <a:lnTo>
                    <a:pt x="397703" y="1652095"/>
                  </a:lnTo>
                  <a:lnTo>
                    <a:pt x="398051" y="1651963"/>
                  </a:lnTo>
                  <a:lnTo>
                    <a:pt x="399094" y="1651567"/>
                  </a:lnTo>
                  <a:lnTo>
                    <a:pt x="405354" y="1649193"/>
                  </a:lnTo>
                  <a:lnTo>
                    <a:pt x="409702" y="1647544"/>
                  </a:lnTo>
                  <a:lnTo>
                    <a:pt x="411267" y="1646950"/>
                  </a:lnTo>
                  <a:lnTo>
                    <a:pt x="412484" y="1646489"/>
                  </a:lnTo>
                  <a:lnTo>
                    <a:pt x="412832" y="1646357"/>
                  </a:lnTo>
                  <a:lnTo>
                    <a:pt x="415788" y="1645235"/>
                  </a:lnTo>
                  <a:lnTo>
                    <a:pt x="418397" y="1644246"/>
                  </a:lnTo>
                  <a:lnTo>
                    <a:pt x="422223" y="1642794"/>
                  </a:lnTo>
                  <a:lnTo>
                    <a:pt x="425005" y="1641738"/>
                  </a:lnTo>
                  <a:lnTo>
                    <a:pt x="429178" y="1640155"/>
                  </a:lnTo>
                  <a:lnTo>
                    <a:pt x="432135" y="1639033"/>
                  </a:lnTo>
                  <a:lnTo>
                    <a:pt x="433178" y="1638637"/>
                  </a:lnTo>
                  <a:lnTo>
                    <a:pt x="433526" y="1638505"/>
                  </a:lnTo>
                  <a:lnTo>
                    <a:pt x="436482" y="1637383"/>
                  </a:lnTo>
                  <a:lnTo>
                    <a:pt x="438395" y="1636657"/>
                  </a:lnTo>
                  <a:lnTo>
                    <a:pt x="440830" y="1635732"/>
                  </a:lnTo>
                  <a:lnTo>
                    <a:pt x="442047" y="1635270"/>
                  </a:lnTo>
                  <a:lnTo>
                    <a:pt x="445873" y="1633818"/>
                  </a:lnTo>
                  <a:lnTo>
                    <a:pt x="454741" y="1630451"/>
                  </a:lnTo>
                  <a:lnTo>
                    <a:pt x="458741" y="1628932"/>
                  </a:lnTo>
                  <a:lnTo>
                    <a:pt x="459089" y="1628800"/>
                  </a:lnTo>
                  <a:lnTo>
                    <a:pt x="459958" y="1628470"/>
                  </a:lnTo>
                  <a:lnTo>
                    <a:pt x="461697" y="1627809"/>
                  </a:lnTo>
                  <a:lnTo>
                    <a:pt x="462393" y="1627545"/>
                  </a:lnTo>
                  <a:lnTo>
                    <a:pt x="478044" y="1621600"/>
                  </a:lnTo>
                  <a:lnTo>
                    <a:pt x="479261" y="1621138"/>
                  </a:lnTo>
                  <a:lnTo>
                    <a:pt x="485347" y="1618825"/>
                  </a:lnTo>
                  <a:lnTo>
                    <a:pt x="487608" y="1617966"/>
                  </a:lnTo>
                  <a:lnTo>
                    <a:pt x="489521" y="1617239"/>
                  </a:lnTo>
                  <a:lnTo>
                    <a:pt x="493173" y="1615852"/>
                  </a:lnTo>
                  <a:lnTo>
                    <a:pt x="493694" y="1615653"/>
                  </a:lnTo>
                  <a:lnTo>
                    <a:pt x="494564" y="1615323"/>
                  </a:lnTo>
                  <a:lnTo>
                    <a:pt x="495086" y="1615125"/>
                  </a:lnTo>
                  <a:lnTo>
                    <a:pt x="495259" y="1615058"/>
                  </a:lnTo>
                  <a:lnTo>
                    <a:pt x="497520" y="1614199"/>
                  </a:lnTo>
                  <a:lnTo>
                    <a:pt x="507606" y="1610365"/>
                  </a:lnTo>
                  <a:lnTo>
                    <a:pt x="508650" y="1609968"/>
                  </a:lnTo>
                  <a:lnTo>
                    <a:pt x="510041" y="1609440"/>
                  </a:lnTo>
                  <a:lnTo>
                    <a:pt x="513866" y="1607985"/>
                  </a:lnTo>
                  <a:lnTo>
                    <a:pt x="516127" y="1607125"/>
                  </a:lnTo>
                  <a:lnTo>
                    <a:pt x="517518" y="1606596"/>
                  </a:lnTo>
                  <a:lnTo>
                    <a:pt x="518214" y="1606332"/>
                  </a:lnTo>
                  <a:lnTo>
                    <a:pt x="521692" y="1605009"/>
                  </a:lnTo>
                  <a:lnTo>
                    <a:pt x="522040" y="1604877"/>
                  </a:lnTo>
                  <a:lnTo>
                    <a:pt x="525344" y="1603620"/>
                  </a:lnTo>
                  <a:lnTo>
                    <a:pt x="527430" y="1602827"/>
                  </a:lnTo>
                  <a:lnTo>
                    <a:pt x="528996" y="1602231"/>
                  </a:lnTo>
                  <a:lnTo>
                    <a:pt x="530039" y="1601834"/>
                  </a:lnTo>
                  <a:lnTo>
                    <a:pt x="531256" y="1601371"/>
                  </a:lnTo>
                  <a:lnTo>
                    <a:pt x="532300" y="1600974"/>
                  </a:lnTo>
                  <a:lnTo>
                    <a:pt x="532821" y="1600776"/>
                  </a:lnTo>
                  <a:lnTo>
                    <a:pt x="532995" y="1600710"/>
                  </a:lnTo>
                  <a:lnTo>
                    <a:pt x="534386" y="1600181"/>
                  </a:lnTo>
                  <a:lnTo>
                    <a:pt x="536299" y="1599453"/>
                  </a:lnTo>
                  <a:lnTo>
                    <a:pt x="538560" y="1598593"/>
                  </a:lnTo>
                  <a:lnTo>
                    <a:pt x="540125" y="1597997"/>
                  </a:lnTo>
                  <a:lnTo>
                    <a:pt x="543951" y="1596542"/>
                  </a:lnTo>
                  <a:lnTo>
                    <a:pt x="545168" y="1596078"/>
                  </a:lnTo>
                  <a:lnTo>
                    <a:pt x="545690" y="1595880"/>
                  </a:lnTo>
                  <a:lnTo>
                    <a:pt x="547255" y="1595284"/>
                  </a:lnTo>
                  <a:lnTo>
                    <a:pt x="552993" y="1593100"/>
                  </a:lnTo>
                  <a:lnTo>
                    <a:pt x="558732" y="1590916"/>
                  </a:lnTo>
                  <a:lnTo>
                    <a:pt x="562384" y="1589526"/>
                  </a:lnTo>
                  <a:lnTo>
                    <a:pt x="562558" y="1589460"/>
                  </a:lnTo>
                  <a:lnTo>
                    <a:pt x="564471" y="1588732"/>
                  </a:lnTo>
                  <a:lnTo>
                    <a:pt x="564645" y="1588665"/>
                  </a:lnTo>
                  <a:lnTo>
                    <a:pt x="566210" y="1588070"/>
                  </a:lnTo>
                  <a:lnTo>
                    <a:pt x="569688" y="1586745"/>
                  </a:lnTo>
                  <a:lnTo>
                    <a:pt x="570731" y="1586348"/>
                  </a:lnTo>
                  <a:lnTo>
                    <a:pt x="571600" y="1586017"/>
                  </a:lnTo>
                  <a:lnTo>
                    <a:pt x="571948" y="1585885"/>
                  </a:lnTo>
                  <a:lnTo>
                    <a:pt x="572992" y="1585487"/>
                  </a:lnTo>
                  <a:lnTo>
                    <a:pt x="579252" y="1583103"/>
                  </a:lnTo>
                  <a:lnTo>
                    <a:pt x="583599" y="1581447"/>
                  </a:lnTo>
                  <a:lnTo>
                    <a:pt x="585164" y="1580851"/>
                  </a:lnTo>
                  <a:lnTo>
                    <a:pt x="586382" y="1580388"/>
                  </a:lnTo>
                  <a:lnTo>
                    <a:pt x="586729" y="1580255"/>
                  </a:lnTo>
                  <a:lnTo>
                    <a:pt x="589686" y="1579129"/>
                  </a:lnTo>
                  <a:lnTo>
                    <a:pt x="592294" y="1578135"/>
                  </a:lnTo>
                  <a:lnTo>
                    <a:pt x="596120" y="1576678"/>
                  </a:lnTo>
                  <a:lnTo>
                    <a:pt x="598902" y="1575618"/>
                  </a:lnTo>
                  <a:lnTo>
                    <a:pt x="606032" y="1572901"/>
                  </a:lnTo>
                  <a:lnTo>
                    <a:pt x="606728" y="1572636"/>
                  </a:lnTo>
                  <a:lnTo>
                    <a:pt x="607075" y="1572503"/>
                  </a:lnTo>
                  <a:lnTo>
                    <a:pt x="607249" y="1572437"/>
                  </a:lnTo>
                  <a:lnTo>
                    <a:pt x="607423" y="1572371"/>
                  </a:lnTo>
                  <a:lnTo>
                    <a:pt x="608641" y="1571907"/>
                  </a:lnTo>
                  <a:lnTo>
                    <a:pt x="610380" y="1571244"/>
                  </a:lnTo>
                  <a:lnTo>
                    <a:pt x="610553" y="1571178"/>
                  </a:lnTo>
                  <a:lnTo>
                    <a:pt x="612292" y="1570515"/>
                  </a:lnTo>
                  <a:lnTo>
                    <a:pt x="614727" y="1569587"/>
                  </a:lnTo>
                  <a:lnTo>
                    <a:pt x="615944" y="1569123"/>
                  </a:lnTo>
                  <a:lnTo>
                    <a:pt x="619770" y="1567664"/>
                  </a:lnTo>
                  <a:lnTo>
                    <a:pt x="628639" y="1564283"/>
                  </a:lnTo>
                  <a:lnTo>
                    <a:pt x="632638" y="1562757"/>
                  </a:lnTo>
                  <a:lnTo>
                    <a:pt x="632986" y="1562625"/>
                  </a:lnTo>
                  <a:lnTo>
                    <a:pt x="635595" y="1561630"/>
                  </a:lnTo>
                  <a:lnTo>
                    <a:pt x="636290" y="1561365"/>
                  </a:lnTo>
                  <a:lnTo>
                    <a:pt x="644637" y="1558181"/>
                  </a:lnTo>
                  <a:lnTo>
                    <a:pt x="645681" y="1557783"/>
                  </a:lnTo>
                  <a:lnTo>
                    <a:pt x="651941" y="1555394"/>
                  </a:lnTo>
                  <a:lnTo>
                    <a:pt x="653158" y="1554930"/>
                  </a:lnTo>
                  <a:lnTo>
                    <a:pt x="659245" y="1552607"/>
                  </a:lnTo>
                  <a:lnTo>
                    <a:pt x="661505" y="1551744"/>
                  </a:lnTo>
                  <a:lnTo>
                    <a:pt x="663418" y="1551014"/>
                  </a:lnTo>
                  <a:lnTo>
                    <a:pt x="667070" y="1549621"/>
                  </a:lnTo>
                  <a:lnTo>
                    <a:pt x="667592" y="1549421"/>
                  </a:lnTo>
                  <a:lnTo>
                    <a:pt x="668461" y="1549089"/>
                  </a:lnTo>
                  <a:lnTo>
                    <a:pt x="668983" y="1548890"/>
                  </a:lnTo>
                  <a:lnTo>
                    <a:pt x="669157" y="1548824"/>
                  </a:lnTo>
                  <a:lnTo>
                    <a:pt x="671418" y="1547961"/>
                  </a:lnTo>
                  <a:lnTo>
                    <a:pt x="681504" y="1544110"/>
                  </a:lnTo>
                  <a:lnTo>
                    <a:pt x="682547" y="1543712"/>
                  </a:lnTo>
                  <a:lnTo>
                    <a:pt x="683938" y="1543180"/>
                  </a:lnTo>
                  <a:lnTo>
                    <a:pt x="687764" y="1541719"/>
                  </a:lnTo>
                  <a:lnTo>
                    <a:pt x="689503" y="1541055"/>
                  </a:lnTo>
                  <a:lnTo>
                    <a:pt x="690025" y="1540856"/>
                  </a:lnTo>
                  <a:lnTo>
                    <a:pt x="691416" y="1540324"/>
                  </a:lnTo>
                  <a:lnTo>
                    <a:pt x="692111" y="1540059"/>
                  </a:lnTo>
                  <a:lnTo>
                    <a:pt x="695589" y="1538730"/>
                  </a:lnTo>
                  <a:lnTo>
                    <a:pt x="695937" y="1538597"/>
                  </a:lnTo>
                  <a:lnTo>
                    <a:pt x="699241" y="1537335"/>
                  </a:lnTo>
                  <a:lnTo>
                    <a:pt x="701328" y="1536538"/>
                  </a:lnTo>
                  <a:lnTo>
                    <a:pt x="702893" y="1535940"/>
                  </a:lnTo>
                  <a:lnTo>
                    <a:pt x="703936" y="1535541"/>
                  </a:lnTo>
                  <a:lnTo>
                    <a:pt x="705154" y="1535076"/>
                  </a:lnTo>
                  <a:lnTo>
                    <a:pt x="706197" y="1534677"/>
                  </a:lnTo>
                  <a:lnTo>
                    <a:pt x="706719" y="1534478"/>
                  </a:lnTo>
                  <a:lnTo>
                    <a:pt x="706893" y="1534412"/>
                  </a:lnTo>
                  <a:lnTo>
                    <a:pt x="708284" y="1533880"/>
                  </a:lnTo>
                  <a:lnTo>
                    <a:pt x="710197" y="1533149"/>
                  </a:lnTo>
                  <a:lnTo>
                    <a:pt x="712457" y="1532285"/>
                  </a:lnTo>
                  <a:lnTo>
                    <a:pt x="714022" y="1531687"/>
                  </a:lnTo>
                  <a:lnTo>
                    <a:pt x="717848" y="1530225"/>
                  </a:lnTo>
                  <a:lnTo>
                    <a:pt x="719065" y="1529759"/>
                  </a:lnTo>
                  <a:lnTo>
                    <a:pt x="719587" y="1529560"/>
                  </a:lnTo>
                  <a:lnTo>
                    <a:pt x="721152" y="1528962"/>
                  </a:lnTo>
                  <a:lnTo>
                    <a:pt x="726891" y="1526768"/>
                  </a:lnTo>
                  <a:lnTo>
                    <a:pt x="732629" y="1524574"/>
                  </a:lnTo>
                  <a:lnTo>
                    <a:pt x="736281" y="1523177"/>
                  </a:lnTo>
                  <a:lnTo>
                    <a:pt x="736455" y="1523111"/>
                  </a:lnTo>
                  <a:lnTo>
                    <a:pt x="738368" y="1522379"/>
                  </a:lnTo>
                  <a:lnTo>
                    <a:pt x="738542" y="1522312"/>
                  </a:lnTo>
                  <a:lnTo>
                    <a:pt x="740107" y="1521714"/>
                  </a:lnTo>
                  <a:lnTo>
                    <a:pt x="743585" y="1520384"/>
                  </a:lnTo>
                  <a:lnTo>
                    <a:pt x="744628" y="1519985"/>
                  </a:lnTo>
                  <a:lnTo>
                    <a:pt x="745498" y="1519652"/>
                  </a:lnTo>
                  <a:lnTo>
                    <a:pt x="745846" y="1519519"/>
                  </a:lnTo>
                  <a:lnTo>
                    <a:pt x="746889" y="1519120"/>
                  </a:lnTo>
                  <a:lnTo>
                    <a:pt x="753149" y="1516725"/>
                  </a:lnTo>
                  <a:lnTo>
                    <a:pt x="757497" y="1515061"/>
                  </a:lnTo>
                  <a:lnTo>
                    <a:pt x="759062" y="1514462"/>
                  </a:lnTo>
                  <a:lnTo>
                    <a:pt x="760279" y="1513996"/>
                  </a:lnTo>
                  <a:lnTo>
                    <a:pt x="760627" y="1513863"/>
                  </a:lnTo>
                  <a:lnTo>
                    <a:pt x="763583" y="1512732"/>
                  </a:lnTo>
                  <a:lnTo>
                    <a:pt x="766192" y="1511734"/>
                  </a:lnTo>
                  <a:lnTo>
                    <a:pt x="770017" y="1510269"/>
                  </a:lnTo>
                  <a:lnTo>
                    <a:pt x="772800" y="1509204"/>
                  </a:lnTo>
                  <a:lnTo>
                    <a:pt x="776973" y="1507606"/>
                  </a:lnTo>
                  <a:lnTo>
                    <a:pt x="780625" y="1506208"/>
                  </a:lnTo>
                  <a:lnTo>
                    <a:pt x="780973" y="1506075"/>
                  </a:lnTo>
                  <a:lnTo>
                    <a:pt x="781147" y="1506008"/>
                  </a:lnTo>
                  <a:lnTo>
                    <a:pt x="781321" y="1505942"/>
                  </a:lnTo>
                  <a:lnTo>
                    <a:pt x="782538" y="1505475"/>
                  </a:lnTo>
                  <a:lnTo>
                    <a:pt x="784277" y="1504810"/>
                  </a:lnTo>
                  <a:lnTo>
                    <a:pt x="784451" y="1504743"/>
                  </a:lnTo>
                  <a:lnTo>
                    <a:pt x="786190" y="1504077"/>
                  </a:lnTo>
                  <a:lnTo>
                    <a:pt x="788624" y="1503145"/>
                  </a:lnTo>
                  <a:lnTo>
                    <a:pt x="789842" y="1502678"/>
                  </a:lnTo>
                  <a:lnTo>
                    <a:pt x="793667" y="1501213"/>
                  </a:lnTo>
                  <a:lnTo>
                    <a:pt x="802536" y="1497815"/>
                  </a:lnTo>
                  <a:lnTo>
                    <a:pt x="806536" y="1496283"/>
                  </a:lnTo>
                  <a:lnTo>
                    <a:pt x="806884" y="1496149"/>
                  </a:lnTo>
                  <a:lnTo>
                    <a:pt x="807753" y="1495816"/>
                  </a:lnTo>
                  <a:lnTo>
                    <a:pt x="809492" y="1495150"/>
                  </a:lnTo>
                  <a:lnTo>
                    <a:pt x="810188" y="1494883"/>
                  </a:lnTo>
                  <a:lnTo>
                    <a:pt x="818535" y="1491684"/>
                  </a:lnTo>
                  <a:lnTo>
                    <a:pt x="819578" y="1491284"/>
                  </a:lnTo>
                  <a:lnTo>
                    <a:pt x="825838" y="1488884"/>
                  </a:lnTo>
                  <a:lnTo>
                    <a:pt x="827056" y="1488417"/>
                  </a:lnTo>
                  <a:lnTo>
                    <a:pt x="833142" y="1486083"/>
                  </a:lnTo>
                  <a:lnTo>
                    <a:pt x="835403" y="1485216"/>
                  </a:lnTo>
                  <a:lnTo>
                    <a:pt x="837316" y="1484482"/>
                  </a:lnTo>
                  <a:lnTo>
                    <a:pt x="840968" y="1483082"/>
                  </a:lnTo>
                  <a:lnTo>
                    <a:pt x="841489" y="1482882"/>
                  </a:lnTo>
                  <a:lnTo>
                    <a:pt x="842359" y="1482548"/>
                  </a:lnTo>
                  <a:lnTo>
                    <a:pt x="842880" y="1482348"/>
                  </a:lnTo>
                  <a:lnTo>
                    <a:pt x="843054" y="1482281"/>
                  </a:lnTo>
                  <a:lnTo>
                    <a:pt x="845315" y="1481414"/>
                  </a:lnTo>
                  <a:lnTo>
                    <a:pt x="856444" y="1477144"/>
                  </a:lnTo>
                  <a:lnTo>
                    <a:pt x="857836" y="1476610"/>
                  </a:lnTo>
                  <a:lnTo>
                    <a:pt x="861661" y="1475141"/>
                  </a:lnTo>
                  <a:lnTo>
                    <a:pt x="863400" y="1474474"/>
                  </a:lnTo>
                  <a:lnTo>
                    <a:pt x="863922" y="1474274"/>
                  </a:lnTo>
                  <a:lnTo>
                    <a:pt x="865313" y="1473740"/>
                  </a:lnTo>
                  <a:lnTo>
                    <a:pt x="866009" y="1473473"/>
                  </a:lnTo>
                  <a:lnTo>
                    <a:pt x="869487" y="1472137"/>
                  </a:lnTo>
                  <a:lnTo>
                    <a:pt x="869835" y="1472004"/>
                  </a:lnTo>
                  <a:lnTo>
                    <a:pt x="873139" y="1470735"/>
                  </a:lnTo>
                  <a:lnTo>
                    <a:pt x="875225" y="1469934"/>
                  </a:lnTo>
                  <a:lnTo>
                    <a:pt x="876790" y="1469333"/>
                  </a:lnTo>
                  <a:lnTo>
                    <a:pt x="877834" y="1468932"/>
                  </a:lnTo>
                  <a:lnTo>
                    <a:pt x="879051" y="1468465"/>
                  </a:lnTo>
                  <a:lnTo>
                    <a:pt x="880094" y="1468064"/>
                  </a:lnTo>
                  <a:lnTo>
                    <a:pt x="880616" y="1467864"/>
                  </a:lnTo>
                  <a:lnTo>
                    <a:pt x="880790" y="1467797"/>
                  </a:lnTo>
                  <a:lnTo>
                    <a:pt x="882181" y="1467263"/>
                  </a:lnTo>
                  <a:lnTo>
                    <a:pt x="884094" y="1466528"/>
                  </a:lnTo>
                  <a:lnTo>
                    <a:pt x="886355" y="1465660"/>
                  </a:lnTo>
                  <a:lnTo>
                    <a:pt x="887920" y="1465059"/>
                  </a:lnTo>
                  <a:lnTo>
                    <a:pt x="891746" y="1463589"/>
                  </a:lnTo>
                  <a:lnTo>
                    <a:pt x="892963" y="1463121"/>
                  </a:lnTo>
                  <a:lnTo>
                    <a:pt x="893485" y="1462921"/>
                  </a:lnTo>
                  <a:lnTo>
                    <a:pt x="895050" y="1462319"/>
                  </a:lnTo>
                  <a:lnTo>
                    <a:pt x="900788" y="1460114"/>
                  </a:lnTo>
                  <a:lnTo>
                    <a:pt x="906527" y="1457909"/>
                  </a:lnTo>
                  <a:lnTo>
                    <a:pt x="910179" y="1456505"/>
                  </a:lnTo>
                  <a:lnTo>
                    <a:pt x="910353" y="1456438"/>
                  </a:lnTo>
                  <a:lnTo>
                    <a:pt x="912266" y="1455703"/>
                  </a:lnTo>
                  <a:lnTo>
                    <a:pt x="912439" y="1455636"/>
                  </a:lnTo>
                  <a:lnTo>
                    <a:pt x="914004" y="1455035"/>
                  </a:lnTo>
                  <a:lnTo>
                    <a:pt x="917482" y="1453697"/>
                  </a:lnTo>
                  <a:lnTo>
                    <a:pt x="918526" y="1453296"/>
                  </a:lnTo>
                  <a:lnTo>
                    <a:pt x="919395" y="1452962"/>
                  </a:lnTo>
                  <a:lnTo>
                    <a:pt x="919743" y="1452828"/>
                  </a:lnTo>
                  <a:lnTo>
                    <a:pt x="920786" y="1452427"/>
                  </a:lnTo>
                  <a:lnTo>
                    <a:pt x="927047" y="1450019"/>
                  </a:lnTo>
                  <a:lnTo>
                    <a:pt x="931394" y="1448347"/>
                  </a:lnTo>
                  <a:lnTo>
                    <a:pt x="932959" y="1447745"/>
                  </a:lnTo>
                  <a:lnTo>
                    <a:pt x="934177" y="1447277"/>
                  </a:lnTo>
                  <a:lnTo>
                    <a:pt x="937481" y="1446006"/>
                  </a:lnTo>
                  <a:lnTo>
                    <a:pt x="940089" y="1445002"/>
                  </a:lnTo>
                  <a:lnTo>
                    <a:pt x="943915" y="1443530"/>
                  </a:lnTo>
                  <a:lnTo>
                    <a:pt x="946697" y="1442460"/>
                  </a:lnTo>
                  <a:lnTo>
                    <a:pt x="950871" y="1440853"/>
                  </a:lnTo>
                  <a:lnTo>
                    <a:pt x="953827" y="1439715"/>
                  </a:lnTo>
                  <a:lnTo>
                    <a:pt x="954523" y="1439448"/>
                  </a:lnTo>
                  <a:lnTo>
                    <a:pt x="954870" y="1439314"/>
                  </a:lnTo>
                  <a:lnTo>
                    <a:pt x="955044" y="1439247"/>
                  </a:lnTo>
                  <a:lnTo>
                    <a:pt x="955218" y="1439180"/>
                  </a:lnTo>
                  <a:lnTo>
                    <a:pt x="956435" y="1438711"/>
                  </a:lnTo>
                  <a:lnTo>
                    <a:pt x="958174" y="1438042"/>
                  </a:lnTo>
                  <a:lnTo>
                    <a:pt x="958348" y="1437975"/>
                  </a:lnTo>
                  <a:lnTo>
                    <a:pt x="960087" y="1437305"/>
                  </a:lnTo>
                  <a:lnTo>
                    <a:pt x="962522" y="1436368"/>
                  </a:lnTo>
                  <a:lnTo>
                    <a:pt x="963739" y="1435899"/>
                  </a:lnTo>
                  <a:lnTo>
                    <a:pt x="967565" y="1434426"/>
                  </a:lnTo>
                  <a:lnTo>
                    <a:pt x="976434" y="1431010"/>
                  </a:lnTo>
                  <a:lnTo>
                    <a:pt x="980433" y="1429470"/>
                  </a:lnTo>
                  <a:lnTo>
                    <a:pt x="980781" y="1429336"/>
                  </a:lnTo>
                  <a:lnTo>
                    <a:pt x="981651" y="1429001"/>
                  </a:lnTo>
                  <a:lnTo>
                    <a:pt x="983390" y="1428331"/>
                  </a:lnTo>
                  <a:lnTo>
                    <a:pt x="984085" y="1428063"/>
                  </a:lnTo>
                  <a:lnTo>
                    <a:pt x="992432" y="1424846"/>
                  </a:lnTo>
                  <a:lnTo>
                    <a:pt x="993476" y="1424444"/>
                  </a:lnTo>
                  <a:lnTo>
                    <a:pt x="999736" y="1422031"/>
                  </a:lnTo>
                  <a:lnTo>
                    <a:pt x="1000953" y="1421562"/>
                  </a:lnTo>
                  <a:lnTo>
                    <a:pt x="1007040" y="1419215"/>
                  </a:lnTo>
                  <a:lnTo>
                    <a:pt x="1009300" y="1418343"/>
                  </a:lnTo>
                  <a:lnTo>
                    <a:pt x="1011213" y="1417606"/>
                  </a:lnTo>
                  <a:lnTo>
                    <a:pt x="1014865" y="1416197"/>
                  </a:lnTo>
                  <a:lnTo>
                    <a:pt x="1015387" y="1415996"/>
                  </a:lnTo>
                  <a:lnTo>
                    <a:pt x="1016256" y="1415661"/>
                  </a:lnTo>
                  <a:lnTo>
                    <a:pt x="1016778" y="1415460"/>
                  </a:lnTo>
                  <a:lnTo>
                    <a:pt x="1016952" y="1415393"/>
                  </a:lnTo>
                  <a:lnTo>
                    <a:pt x="1019212" y="1414521"/>
                  </a:lnTo>
                  <a:lnTo>
                    <a:pt x="1029298" y="1410629"/>
                  </a:lnTo>
                  <a:lnTo>
                    <a:pt x="1030342" y="1410227"/>
                  </a:lnTo>
                  <a:lnTo>
                    <a:pt x="1031733" y="1409690"/>
                  </a:lnTo>
                  <a:lnTo>
                    <a:pt x="1035559" y="1408214"/>
                  </a:lnTo>
                  <a:lnTo>
                    <a:pt x="1037298" y="1407542"/>
                  </a:lnTo>
                  <a:lnTo>
                    <a:pt x="1037819" y="1407341"/>
                  </a:lnTo>
                  <a:lnTo>
                    <a:pt x="1039211" y="1406804"/>
                  </a:lnTo>
                  <a:lnTo>
                    <a:pt x="1039906" y="1406536"/>
                  </a:lnTo>
                  <a:lnTo>
                    <a:pt x="1043384" y="1405193"/>
                  </a:lnTo>
                  <a:lnTo>
                    <a:pt x="1043732" y="1405059"/>
                  </a:lnTo>
                  <a:lnTo>
                    <a:pt x="1047036" y="1403783"/>
                  </a:lnTo>
                  <a:lnTo>
                    <a:pt x="1049123" y="1402977"/>
                  </a:lnTo>
                  <a:lnTo>
                    <a:pt x="1050688" y="1402373"/>
                  </a:lnTo>
                  <a:lnTo>
                    <a:pt x="1051731" y="1401970"/>
                  </a:lnTo>
                  <a:lnTo>
                    <a:pt x="1052949" y="1401500"/>
                  </a:lnTo>
                  <a:lnTo>
                    <a:pt x="1053992" y="1401097"/>
                  </a:lnTo>
                  <a:lnTo>
                    <a:pt x="1054514" y="1400896"/>
                  </a:lnTo>
                  <a:lnTo>
                    <a:pt x="1054688" y="1400829"/>
                  </a:lnTo>
                  <a:lnTo>
                    <a:pt x="1056079" y="1400291"/>
                  </a:lnTo>
                  <a:lnTo>
                    <a:pt x="1060252" y="1398679"/>
                  </a:lnTo>
                  <a:lnTo>
                    <a:pt x="1061817" y="1398075"/>
                  </a:lnTo>
                  <a:lnTo>
                    <a:pt x="1065643" y="1396597"/>
                  </a:lnTo>
                  <a:lnTo>
                    <a:pt x="1066860" y="1396127"/>
                  </a:lnTo>
                  <a:lnTo>
                    <a:pt x="1067382" y="1395925"/>
                  </a:lnTo>
                  <a:lnTo>
                    <a:pt x="1068947" y="1395320"/>
                  </a:lnTo>
                  <a:lnTo>
                    <a:pt x="1074686" y="1393103"/>
                  </a:lnTo>
                  <a:lnTo>
                    <a:pt x="1080424" y="1390885"/>
                  </a:lnTo>
                  <a:lnTo>
                    <a:pt x="1084076" y="1389474"/>
                  </a:lnTo>
                  <a:lnTo>
                    <a:pt x="1084250" y="1389406"/>
                  </a:lnTo>
                  <a:lnTo>
                    <a:pt x="1086163" y="1388667"/>
                  </a:lnTo>
                  <a:lnTo>
                    <a:pt x="1086337" y="1388600"/>
                  </a:lnTo>
                  <a:lnTo>
                    <a:pt x="1087902" y="1387995"/>
                  </a:lnTo>
                  <a:lnTo>
                    <a:pt x="1091380" y="1386650"/>
                  </a:lnTo>
                  <a:lnTo>
                    <a:pt x="1092423" y="1386246"/>
                  </a:lnTo>
                  <a:lnTo>
                    <a:pt x="1093293" y="1385910"/>
                  </a:lnTo>
                  <a:lnTo>
                    <a:pt x="1093641" y="1385776"/>
                  </a:lnTo>
                  <a:lnTo>
                    <a:pt x="1094684" y="1385372"/>
                  </a:lnTo>
                  <a:lnTo>
                    <a:pt x="1100944" y="1382951"/>
                  </a:lnTo>
                  <a:lnTo>
                    <a:pt x="1105292" y="1381269"/>
                  </a:lnTo>
                  <a:lnTo>
                    <a:pt x="1106857" y="1380664"/>
                  </a:lnTo>
                  <a:lnTo>
                    <a:pt x="1108074" y="1380193"/>
                  </a:lnTo>
                  <a:lnTo>
                    <a:pt x="1108422" y="1380058"/>
                  </a:lnTo>
                  <a:lnTo>
                    <a:pt x="1111378" y="1378915"/>
                  </a:lnTo>
                  <a:lnTo>
                    <a:pt x="1113987" y="1377905"/>
                  </a:lnTo>
                  <a:lnTo>
                    <a:pt x="1117812" y="1376425"/>
                  </a:lnTo>
                  <a:lnTo>
                    <a:pt x="1120595" y="1375348"/>
                  </a:lnTo>
                  <a:lnTo>
                    <a:pt x="1124768" y="1373732"/>
                  </a:lnTo>
                  <a:lnTo>
                    <a:pt x="1127724" y="1372588"/>
                  </a:lnTo>
                  <a:lnTo>
                    <a:pt x="1128420" y="1372319"/>
                  </a:lnTo>
                  <a:lnTo>
                    <a:pt x="1128768" y="1372184"/>
                  </a:lnTo>
                  <a:lnTo>
                    <a:pt x="1128942" y="1372117"/>
                  </a:lnTo>
                  <a:lnTo>
                    <a:pt x="1129116" y="1372049"/>
                  </a:lnTo>
                  <a:lnTo>
                    <a:pt x="1130333" y="1371578"/>
                  </a:lnTo>
                  <a:lnTo>
                    <a:pt x="1132072" y="1370905"/>
                  </a:lnTo>
                  <a:lnTo>
                    <a:pt x="1132246" y="1370837"/>
                  </a:lnTo>
                  <a:lnTo>
                    <a:pt x="1133985" y="1370164"/>
                  </a:lnTo>
                  <a:lnTo>
                    <a:pt x="1136419" y="1369221"/>
                  </a:lnTo>
                  <a:lnTo>
                    <a:pt x="1137637" y="1368750"/>
                  </a:lnTo>
                  <a:lnTo>
                    <a:pt x="1141462" y="1367268"/>
                  </a:lnTo>
                  <a:lnTo>
                    <a:pt x="1150331" y="1363833"/>
                  </a:lnTo>
                  <a:lnTo>
                    <a:pt x="1154331" y="1362283"/>
                  </a:lnTo>
                  <a:lnTo>
                    <a:pt x="1154679" y="1362148"/>
                  </a:lnTo>
                  <a:lnTo>
                    <a:pt x="1155548" y="1361811"/>
                  </a:lnTo>
                  <a:lnTo>
                    <a:pt x="1157287" y="1361137"/>
                  </a:lnTo>
                  <a:lnTo>
                    <a:pt x="1157983" y="1360868"/>
                  </a:lnTo>
                  <a:lnTo>
                    <a:pt x="1166330" y="1357632"/>
                  </a:lnTo>
                  <a:lnTo>
                    <a:pt x="1167373" y="1357228"/>
                  </a:lnTo>
                  <a:lnTo>
                    <a:pt x="1173633" y="1354801"/>
                  </a:lnTo>
                  <a:lnTo>
                    <a:pt x="1174851" y="1354329"/>
                  </a:lnTo>
                  <a:lnTo>
                    <a:pt x="1180937" y="1351968"/>
                  </a:lnTo>
                  <a:lnTo>
                    <a:pt x="1183198" y="1351091"/>
                  </a:lnTo>
                  <a:lnTo>
                    <a:pt x="1185111" y="1350349"/>
                  </a:lnTo>
                  <a:lnTo>
                    <a:pt x="1188762" y="1348933"/>
                  </a:lnTo>
                  <a:lnTo>
                    <a:pt x="1189284" y="1348730"/>
                  </a:lnTo>
                  <a:lnTo>
                    <a:pt x="1190154" y="1348393"/>
                  </a:lnTo>
                  <a:lnTo>
                    <a:pt x="1190675" y="1348191"/>
                  </a:lnTo>
                  <a:lnTo>
                    <a:pt x="1190849" y="1348123"/>
                  </a:lnTo>
                  <a:lnTo>
                    <a:pt x="1193110" y="1347246"/>
                  </a:lnTo>
                  <a:lnTo>
                    <a:pt x="1203196" y="1343332"/>
                  </a:lnTo>
                  <a:lnTo>
                    <a:pt x="1204239" y="1342927"/>
                  </a:lnTo>
                  <a:lnTo>
                    <a:pt x="1205631" y="1342387"/>
                  </a:lnTo>
                  <a:lnTo>
                    <a:pt x="1209456" y="1340902"/>
                  </a:lnTo>
                  <a:lnTo>
                    <a:pt x="1211195" y="1340226"/>
                  </a:lnTo>
                  <a:lnTo>
                    <a:pt x="1211717" y="1340024"/>
                  </a:lnTo>
                  <a:lnTo>
                    <a:pt x="1213108" y="1339484"/>
                  </a:lnTo>
                  <a:lnTo>
                    <a:pt x="1213804" y="1339214"/>
                  </a:lnTo>
                  <a:lnTo>
                    <a:pt x="1217282" y="1337863"/>
                  </a:lnTo>
                  <a:lnTo>
                    <a:pt x="1217629" y="1337728"/>
                  </a:lnTo>
                  <a:lnTo>
                    <a:pt x="1220933" y="1336445"/>
                  </a:lnTo>
                  <a:lnTo>
                    <a:pt x="1223020" y="1335634"/>
                  </a:lnTo>
                  <a:lnTo>
                    <a:pt x="1224585" y="1335026"/>
                  </a:lnTo>
                  <a:lnTo>
                    <a:pt x="1225629" y="1334621"/>
                  </a:lnTo>
                  <a:lnTo>
                    <a:pt x="1226846" y="1334148"/>
                  </a:lnTo>
                  <a:lnTo>
                    <a:pt x="1227889" y="1333743"/>
                  </a:lnTo>
                  <a:lnTo>
                    <a:pt x="1228411" y="1333540"/>
                  </a:lnTo>
                  <a:lnTo>
                    <a:pt x="1228585" y="1333472"/>
                  </a:lnTo>
                  <a:lnTo>
                    <a:pt x="1229976" y="1332932"/>
                  </a:lnTo>
                  <a:lnTo>
                    <a:pt x="1231889" y="1332189"/>
                  </a:lnTo>
                  <a:lnTo>
                    <a:pt x="1234150" y="1331310"/>
                  </a:lnTo>
                  <a:lnTo>
                    <a:pt x="1235715" y="1330702"/>
                  </a:lnTo>
                  <a:lnTo>
                    <a:pt x="1239541" y="1329215"/>
                  </a:lnTo>
                  <a:lnTo>
                    <a:pt x="1240758" y="1328742"/>
                  </a:lnTo>
                  <a:lnTo>
                    <a:pt x="1241279" y="1328539"/>
                  </a:lnTo>
                  <a:lnTo>
                    <a:pt x="1242845" y="1327931"/>
                  </a:lnTo>
                  <a:lnTo>
                    <a:pt x="1248583" y="1325700"/>
                  </a:lnTo>
                  <a:lnTo>
                    <a:pt x="1254322" y="1323469"/>
                  </a:lnTo>
                  <a:lnTo>
                    <a:pt x="1257974" y="1322049"/>
                  </a:lnTo>
                  <a:lnTo>
                    <a:pt x="1258148" y="1321981"/>
                  </a:lnTo>
                  <a:lnTo>
                    <a:pt x="1260060" y="1321237"/>
                  </a:lnTo>
                  <a:lnTo>
                    <a:pt x="1260234" y="1321170"/>
                  </a:lnTo>
                  <a:lnTo>
                    <a:pt x="1261799" y="1320561"/>
                  </a:lnTo>
                  <a:lnTo>
                    <a:pt x="1265277" y="1319208"/>
                  </a:lnTo>
                  <a:lnTo>
                    <a:pt x="1266321" y="1318802"/>
                  </a:lnTo>
                  <a:lnTo>
                    <a:pt x="1267190" y="1318464"/>
                  </a:lnTo>
                  <a:lnTo>
                    <a:pt x="1267538" y="1318329"/>
                  </a:lnTo>
                  <a:lnTo>
                    <a:pt x="1268581" y="1317923"/>
                  </a:lnTo>
                  <a:lnTo>
                    <a:pt x="1274842" y="1315487"/>
                  </a:lnTo>
                  <a:lnTo>
                    <a:pt x="1279189" y="1313795"/>
                  </a:lnTo>
                  <a:lnTo>
                    <a:pt x="1280754" y="1313186"/>
                  </a:lnTo>
                  <a:lnTo>
                    <a:pt x="1281971" y="1312712"/>
                  </a:lnTo>
                  <a:lnTo>
                    <a:pt x="1282319" y="1312577"/>
                  </a:lnTo>
                  <a:lnTo>
                    <a:pt x="1285276" y="1311426"/>
                  </a:lnTo>
                  <a:lnTo>
                    <a:pt x="1287884" y="1310410"/>
                  </a:lnTo>
                  <a:lnTo>
                    <a:pt x="1291710" y="1308921"/>
                  </a:lnTo>
                  <a:lnTo>
                    <a:pt x="1294492" y="1307837"/>
                  </a:lnTo>
                  <a:lnTo>
                    <a:pt x="1298666" y="1306212"/>
                  </a:lnTo>
                  <a:lnTo>
                    <a:pt x="1301622" y="1305060"/>
                  </a:lnTo>
                  <a:lnTo>
                    <a:pt x="1302317" y="1304789"/>
                  </a:lnTo>
                  <a:lnTo>
                    <a:pt x="1302665" y="1304654"/>
                  </a:lnTo>
                  <a:lnTo>
                    <a:pt x="1302839" y="1304586"/>
                  </a:lnTo>
                  <a:lnTo>
                    <a:pt x="1303013" y="1304519"/>
                  </a:lnTo>
                  <a:lnTo>
                    <a:pt x="1304230" y="1304044"/>
                  </a:lnTo>
                  <a:lnTo>
                    <a:pt x="1305969" y="1303367"/>
                  </a:lnTo>
                  <a:lnTo>
                    <a:pt x="1306143" y="1303299"/>
                  </a:lnTo>
                  <a:lnTo>
                    <a:pt x="1307882" y="1302622"/>
                  </a:lnTo>
                  <a:lnTo>
                    <a:pt x="1310317" y="1301673"/>
                  </a:lnTo>
                  <a:lnTo>
                    <a:pt x="1311534" y="1301199"/>
                  </a:lnTo>
                  <a:lnTo>
                    <a:pt x="1315360" y="1299708"/>
                  </a:lnTo>
                  <a:lnTo>
                    <a:pt x="1324229" y="1296251"/>
                  </a:lnTo>
                  <a:lnTo>
                    <a:pt x="1328228" y="1294692"/>
                  </a:lnTo>
                  <a:lnTo>
                    <a:pt x="1328576" y="1294556"/>
                  </a:lnTo>
                  <a:lnTo>
                    <a:pt x="1329445" y="1294217"/>
                  </a:lnTo>
                  <a:lnTo>
                    <a:pt x="1331184" y="1293539"/>
                  </a:lnTo>
                  <a:lnTo>
                    <a:pt x="1331880" y="1293268"/>
                  </a:lnTo>
                  <a:lnTo>
                    <a:pt x="1340227" y="1290012"/>
                  </a:lnTo>
                  <a:lnTo>
                    <a:pt x="1341271" y="1289605"/>
                  </a:lnTo>
                  <a:lnTo>
                    <a:pt x="1348748" y="1286688"/>
                  </a:lnTo>
                  <a:lnTo>
                    <a:pt x="1354835" y="1284313"/>
                  </a:lnTo>
                  <a:lnTo>
                    <a:pt x="1357095" y="1283431"/>
                  </a:lnTo>
                  <a:lnTo>
                    <a:pt x="1359008" y="1282684"/>
                  </a:lnTo>
                  <a:lnTo>
                    <a:pt x="1362660" y="1281259"/>
                  </a:lnTo>
                  <a:lnTo>
                    <a:pt x="1363182" y="1281055"/>
                  </a:lnTo>
                  <a:lnTo>
                    <a:pt x="1364051" y="1280716"/>
                  </a:lnTo>
                  <a:lnTo>
                    <a:pt x="1364573" y="1280512"/>
                  </a:lnTo>
                  <a:lnTo>
                    <a:pt x="1364747" y="1280444"/>
                  </a:lnTo>
                  <a:lnTo>
                    <a:pt x="1367007" y="1279561"/>
                  </a:lnTo>
                  <a:lnTo>
                    <a:pt x="1377093" y="1275623"/>
                  </a:lnTo>
                  <a:lnTo>
                    <a:pt x="1378137" y="1275215"/>
                  </a:lnTo>
                  <a:lnTo>
                    <a:pt x="1379528" y="1274672"/>
                  </a:lnTo>
                  <a:lnTo>
                    <a:pt x="1383354" y="1273177"/>
                  </a:lnTo>
                  <a:lnTo>
                    <a:pt x="1385093" y="1272498"/>
                  </a:lnTo>
                  <a:lnTo>
                    <a:pt x="1385614" y="1272294"/>
                  </a:lnTo>
                  <a:lnTo>
                    <a:pt x="1387006" y="1271750"/>
                  </a:lnTo>
                  <a:lnTo>
                    <a:pt x="1387701" y="1271479"/>
                  </a:lnTo>
                  <a:lnTo>
                    <a:pt x="1391179" y="1270120"/>
                  </a:lnTo>
                  <a:lnTo>
                    <a:pt x="1391527" y="1269984"/>
                  </a:lnTo>
                  <a:lnTo>
                    <a:pt x="1394831" y="1268692"/>
                  </a:lnTo>
                  <a:lnTo>
                    <a:pt x="1396918" y="1267877"/>
                  </a:lnTo>
                  <a:lnTo>
                    <a:pt x="1398483" y="1267265"/>
                  </a:lnTo>
                  <a:lnTo>
                    <a:pt x="1399526" y="1266857"/>
                  </a:lnTo>
                  <a:lnTo>
                    <a:pt x="1400743" y="1266381"/>
                  </a:lnTo>
                  <a:lnTo>
                    <a:pt x="1401787" y="1265973"/>
                  </a:lnTo>
                  <a:lnTo>
                    <a:pt x="1402309" y="1265769"/>
                  </a:lnTo>
                  <a:lnTo>
                    <a:pt x="1402482" y="1265701"/>
                  </a:lnTo>
                  <a:lnTo>
                    <a:pt x="1403874" y="1265158"/>
                  </a:lnTo>
                  <a:lnTo>
                    <a:pt x="1405786" y="1264410"/>
                  </a:lnTo>
                  <a:lnTo>
                    <a:pt x="1408047" y="1263526"/>
                  </a:lnTo>
                  <a:lnTo>
                    <a:pt x="1409612" y="1262914"/>
                  </a:lnTo>
                  <a:lnTo>
                    <a:pt x="1413438" y="1261418"/>
                  </a:lnTo>
                  <a:lnTo>
                    <a:pt x="1414655" y="1260941"/>
                  </a:lnTo>
                  <a:lnTo>
                    <a:pt x="1415177" y="1260737"/>
                  </a:lnTo>
                  <a:lnTo>
                    <a:pt x="1416742" y="1260125"/>
                  </a:lnTo>
                  <a:lnTo>
                    <a:pt x="1422481" y="1257880"/>
                  </a:lnTo>
                  <a:lnTo>
                    <a:pt x="1428219" y="1255635"/>
                  </a:lnTo>
                  <a:lnTo>
                    <a:pt x="1431871" y="1254206"/>
                  </a:lnTo>
                  <a:lnTo>
                    <a:pt x="1432045" y="1254138"/>
                  </a:lnTo>
                  <a:lnTo>
                    <a:pt x="1433958" y="1253389"/>
                  </a:lnTo>
                  <a:lnTo>
                    <a:pt x="1434132" y="1253321"/>
                  </a:lnTo>
                  <a:lnTo>
                    <a:pt x="1435697" y="1252708"/>
                  </a:lnTo>
                  <a:lnTo>
                    <a:pt x="1439175" y="1251347"/>
                  </a:lnTo>
                  <a:lnTo>
                    <a:pt x="1440218" y="1250939"/>
                  </a:lnTo>
                  <a:lnTo>
                    <a:pt x="1441088" y="1250598"/>
                  </a:lnTo>
                  <a:lnTo>
                    <a:pt x="1441435" y="1250462"/>
                  </a:lnTo>
                  <a:lnTo>
                    <a:pt x="1442479" y="1250053"/>
                  </a:lnTo>
                  <a:lnTo>
                    <a:pt x="1448739" y="1247602"/>
                  </a:lnTo>
                  <a:lnTo>
                    <a:pt x="1453087" y="1245899"/>
                  </a:lnTo>
                  <a:lnTo>
                    <a:pt x="1455869" y="1244810"/>
                  </a:lnTo>
                  <a:lnTo>
                    <a:pt x="1456217" y="1244673"/>
                  </a:lnTo>
                  <a:lnTo>
                    <a:pt x="1459173" y="1243515"/>
                  </a:lnTo>
                  <a:lnTo>
                    <a:pt x="1461781" y="1242493"/>
                  </a:lnTo>
                  <a:lnTo>
                    <a:pt x="1465607" y="1240994"/>
                  </a:lnTo>
                  <a:lnTo>
                    <a:pt x="1468390" y="1239904"/>
                  </a:lnTo>
                  <a:lnTo>
                    <a:pt x="1472563" y="1238268"/>
                  </a:lnTo>
                  <a:lnTo>
                    <a:pt x="1475519" y="1237109"/>
                  </a:lnTo>
                  <a:lnTo>
                    <a:pt x="1476215" y="1236837"/>
                  </a:lnTo>
                  <a:lnTo>
                    <a:pt x="1476563" y="1236700"/>
                  </a:lnTo>
                  <a:lnTo>
                    <a:pt x="1476737" y="1236632"/>
                  </a:lnTo>
                  <a:lnTo>
                    <a:pt x="1476911" y="1236564"/>
                  </a:lnTo>
                  <a:lnTo>
                    <a:pt x="1478128" y="1236087"/>
                  </a:lnTo>
                  <a:lnTo>
                    <a:pt x="1479867" y="1235405"/>
                  </a:lnTo>
                  <a:lnTo>
                    <a:pt x="1480041" y="1235337"/>
                  </a:lnTo>
                  <a:lnTo>
                    <a:pt x="1481780" y="1234655"/>
                  </a:lnTo>
                  <a:lnTo>
                    <a:pt x="1484214" y="1233701"/>
                  </a:lnTo>
                  <a:lnTo>
                    <a:pt x="1485431" y="1233223"/>
                  </a:lnTo>
                  <a:lnTo>
                    <a:pt x="1489257" y="1231723"/>
                  </a:lnTo>
                  <a:lnTo>
                    <a:pt x="1498126" y="1228244"/>
                  </a:lnTo>
                  <a:lnTo>
                    <a:pt x="1502126" y="1226675"/>
                  </a:lnTo>
                  <a:lnTo>
                    <a:pt x="1502473" y="1226538"/>
                  </a:lnTo>
                  <a:lnTo>
                    <a:pt x="1503343" y="1226197"/>
                  </a:lnTo>
                  <a:lnTo>
                    <a:pt x="1505082" y="1225515"/>
                  </a:lnTo>
                  <a:lnTo>
                    <a:pt x="1505777" y="1225242"/>
                  </a:lnTo>
                  <a:lnTo>
                    <a:pt x="1514125" y="1221966"/>
                  </a:lnTo>
                  <a:lnTo>
                    <a:pt x="1515168" y="1221556"/>
                  </a:lnTo>
                  <a:lnTo>
                    <a:pt x="1521428" y="1219098"/>
                  </a:lnTo>
                  <a:lnTo>
                    <a:pt x="1522646" y="1218620"/>
                  </a:lnTo>
                  <a:lnTo>
                    <a:pt x="1528732" y="1216230"/>
                  </a:lnTo>
                  <a:lnTo>
                    <a:pt x="1530993" y="1215342"/>
                  </a:lnTo>
                  <a:lnTo>
                    <a:pt x="1532905" y="1214590"/>
                  </a:lnTo>
                  <a:lnTo>
                    <a:pt x="1536557" y="1213156"/>
                  </a:lnTo>
                  <a:lnTo>
                    <a:pt x="1537079" y="1212951"/>
                  </a:lnTo>
                  <a:lnTo>
                    <a:pt x="1537949" y="1212609"/>
                  </a:lnTo>
                  <a:lnTo>
                    <a:pt x="1538470" y="1212404"/>
                  </a:lnTo>
                  <a:lnTo>
                    <a:pt x="1538644" y="1212336"/>
                  </a:lnTo>
                  <a:lnTo>
                    <a:pt x="1540905" y="1211448"/>
                  </a:lnTo>
                  <a:lnTo>
                    <a:pt x="1550991" y="1207484"/>
                  </a:lnTo>
                  <a:lnTo>
                    <a:pt x="1552034" y="1207073"/>
                  </a:lnTo>
                  <a:lnTo>
                    <a:pt x="1553425" y="1206527"/>
                  </a:lnTo>
                  <a:lnTo>
                    <a:pt x="1557251" y="1205022"/>
                  </a:lnTo>
                  <a:lnTo>
                    <a:pt x="1558990" y="1204339"/>
                  </a:lnTo>
                  <a:lnTo>
                    <a:pt x="1559512" y="1204134"/>
                  </a:lnTo>
                  <a:lnTo>
                    <a:pt x="1560903" y="1203587"/>
                  </a:lnTo>
                  <a:lnTo>
                    <a:pt x="1561599" y="1203313"/>
                  </a:lnTo>
                  <a:lnTo>
                    <a:pt x="1565077" y="1201945"/>
                  </a:lnTo>
                  <a:lnTo>
                    <a:pt x="1565424" y="1201808"/>
                  </a:lnTo>
                  <a:lnTo>
                    <a:pt x="1568728" y="1200509"/>
                  </a:lnTo>
                  <a:lnTo>
                    <a:pt x="1570815" y="1199688"/>
                  </a:lnTo>
                  <a:lnTo>
                    <a:pt x="1572380" y="1199072"/>
                  </a:lnTo>
                  <a:lnTo>
                    <a:pt x="1573424" y="1198662"/>
                  </a:lnTo>
                  <a:lnTo>
                    <a:pt x="1574641" y="1198183"/>
                  </a:lnTo>
                  <a:lnTo>
                    <a:pt x="1575684" y="1197772"/>
                  </a:lnTo>
                  <a:lnTo>
                    <a:pt x="1576206" y="1197567"/>
                  </a:lnTo>
                  <a:lnTo>
                    <a:pt x="1576380" y="1197499"/>
                  </a:lnTo>
                  <a:lnTo>
                    <a:pt x="1577771" y="1196951"/>
                  </a:lnTo>
                  <a:lnTo>
                    <a:pt x="1579684" y="1196199"/>
                  </a:lnTo>
                  <a:lnTo>
                    <a:pt x="1581945" y="1195309"/>
                  </a:lnTo>
                  <a:lnTo>
                    <a:pt x="1583510" y="1194693"/>
                  </a:lnTo>
                  <a:lnTo>
                    <a:pt x="1587335" y="1193187"/>
                  </a:lnTo>
                  <a:lnTo>
                    <a:pt x="1588553" y="1192708"/>
                  </a:lnTo>
                  <a:lnTo>
                    <a:pt x="1589074" y="1192503"/>
                  </a:lnTo>
                  <a:lnTo>
                    <a:pt x="1590639" y="1191887"/>
                  </a:lnTo>
                  <a:lnTo>
                    <a:pt x="1596378" y="1189627"/>
                  </a:lnTo>
                  <a:lnTo>
                    <a:pt x="1602117" y="1187368"/>
                  </a:lnTo>
                  <a:lnTo>
                    <a:pt x="1605769" y="1185929"/>
                  </a:lnTo>
                  <a:lnTo>
                    <a:pt x="1605942" y="1185861"/>
                  </a:lnTo>
                  <a:lnTo>
                    <a:pt x="1608029" y="1185039"/>
                  </a:lnTo>
                  <a:lnTo>
                    <a:pt x="1609594" y="1184422"/>
                  </a:lnTo>
                  <a:lnTo>
                    <a:pt x="1613072" y="1183052"/>
                  </a:lnTo>
                  <a:lnTo>
                    <a:pt x="1614116" y="1182641"/>
                  </a:lnTo>
                  <a:lnTo>
                    <a:pt x="1614985" y="1182299"/>
                  </a:lnTo>
                  <a:lnTo>
                    <a:pt x="1615333" y="1182161"/>
                  </a:lnTo>
                  <a:lnTo>
                    <a:pt x="1616376" y="1181750"/>
                  </a:lnTo>
                  <a:lnTo>
                    <a:pt x="1622637" y="1179283"/>
                  </a:lnTo>
                  <a:lnTo>
                    <a:pt x="1626984" y="1177570"/>
                  </a:lnTo>
                  <a:lnTo>
                    <a:pt x="1628549" y="1176953"/>
                  </a:lnTo>
                  <a:lnTo>
                    <a:pt x="1629766" y="1176473"/>
                  </a:lnTo>
                  <a:lnTo>
                    <a:pt x="1630114" y="1176336"/>
                  </a:lnTo>
                  <a:lnTo>
                    <a:pt x="1633070" y="1175170"/>
                  </a:lnTo>
                  <a:lnTo>
                    <a:pt x="1635679" y="1174142"/>
                  </a:lnTo>
                  <a:lnTo>
                    <a:pt x="1639505" y="1172633"/>
                  </a:lnTo>
                  <a:lnTo>
                    <a:pt x="1642287" y="1171536"/>
                  </a:lnTo>
                  <a:lnTo>
                    <a:pt x="1646461" y="1169890"/>
                  </a:lnTo>
                  <a:lnTo>
                    <a:pt x="1649417" y="1168723"/>
                  </a:lnTo>
                  <a:lnTo>
                    <a:pt x="1650112" y="1168449"/>
                  </a:lnTo>
                  <a:lnTo>
                    <a:pt x="1650460" y="1168312"/>
                  </a:lnTo>
                  <a:lnTo>
                    <a:pt x="1650634" y="1168243"/>
                  </a:lnTo>
                  <a:lnTo>
                    <a:pt x="1650808" y="1168175"/>
                  </a:lnTo>
                  <a:lnTo>
                    <a:pt x="1652025" y="1167694"/>
                  </a:lnTo>
                  <a:lnTo>
                    <a:pt x="1653764" y="1167008"/>
                  </a:lnTo>
                  <a:lnTo>
                    <a:pt x="1653938" y="1166940"/>
                  </a:lnTo>
                  <a:lnTo>
                    <a:pt x="1655677" y="1166253"/>
                  </a:lnTo>
                  <a:lnTo>
                    <a:pt x="1658112" y="1165293"/>
                  </a:lnTo>
                  <a:lnTo>
                    <a:pt x="1659329" y="1164812"/>
                  </a:lnTo>
                  <a:lnTo>
                    <a:pt x="1663155" y="1163302"/>
                  </a:lnTo>
                  <a:lnTo>
                    <a:pt x="1672023" y="1159801"/>
                  </a:lnTo>
                  <a:lnTo>
                    <a:pt x="1676023" y="1158222"/>
                  </a:lnTo>
                  <a:lnTo>
                    <a:pt x="1676371" y="1158084"/>
                  </a:lnTo>
                  <a:lnTo>
                    <a:pt x="1677240" y="1157741"/>
                  </a:lnTo>
                  <a:lnTo>
                    <a:pt x="1678979" y="1157054"/>
                  </a:lnTo>
                  <a:lnTo>
                    <a:pt x="1679675" y="1156780"/>
                  </a:lnTo>
                  <a:lnTo>
                    <a:pt x="1688022" y="1153483"/>
                  </a:lnTo>
                  <a:lnTo>
                    <a:pt x="1689065" y="1153070"/>
                  </a:lnTo>
                  <a:lnTo>
                    <a:pt x="1695326" y="1150597"/>
                  </a:lnTo>
                  <a:lnTo>
                    <a:pt x="1696543" y="1150116"/>
                  </a:lnTo>
                  <a:lnTo>
                    <a:pt x="1702629" y="1147710"/>
                  </a:lnTo>
                  <a:lnTo>
                    <a:pt x="1704890" y="1146817"/>
                  </a:lnTo>
                  <a:lnTo>
                    <a:pt x="1706803" y="1146060"/>
                  </a:lnTo>
                  <a:lnTo>
                    <a:pt x="1710455" y="1144617"/>
                  </a:lnTo>
                  <a:lnTo>
                    <a:pt x="1710976" y="1144410"/>
                  </a:lnTo>
                  <a:lnTo>
                    <a:pt x="1711846" y="1144066"/>
                  </a:lnTo>
                  <a:lnTo>
                    <a:pt x="1712368" y="1143860"/>
                  </a:lnTo>
                  <a:lnTo>
                    <a:pt x="1712542" y="1143791"/>
                  </a:lnTo>
                  <a:lnTo>
                    <a:pt x="1714802" y="1142897"/>
                  </a:lnTo>
                  <a:lnTo>
                    <a:pt x="1724888" y="1138908"/>
                  </a:lnTo>
                  <a:lnTo>
                    <a:pt x="1725932" y="1138495"/>
                  </a:lnTo>
                  <a:lnTo>
                    <a:pt x="1727323" y="1137945"/>
                  </a:lnTo>
                  <a:lnTo>
                    <a:pt x="1731149" y="1136431"/>
                  </a:lnTo>
                  <a:lnTo>
                    <a:pt x="1732888" y="1135743"/>
                  </a:lnTo>
                  <a:lnTo>
                    <a:pt x="1733409" y="1135537"/>
                  </a:lnTo>
                  <a:lnTo>
                    <a:pt x="1734800" y="1134986"/>
                  </a:lnTo>
                  <a:lnTo>
                    <a:pt x="1735496" y="1134711"/>
                  </a:lnTo>
                  <a:lnTo>
                    <a:pt x="1738974" y="1133335"/>
                  </a:lnTo>
                  <a:lnTo>
                    <a:pt x="1739322" y="1133197"/>
                  </a:lnTo>
                  <a:lnTo>
                    <a:pt x="1742626" y="1131889"/>
                  </a:lnTo>
                  <a:lnTo>
                    <a:pt x="1744713" y="1131063"/>
                  </a:lnTo>
                  <a:lnTo>
                    <a:pt x="1746278" y="1130444"/>
                  </a:lnTo>
                  <a:lnTo>
                    <a:pt x="1747321" y="1130030"/>
                  </a:lnTo>
                  <a:lnTo>
                    <a:pt x="1748538" y="1129549"/>
                  </a:lnTo>
                  <a:lnTo>
                    <a:pt x="1749582" y="1129135"/>
                  </a:lnTo>
                  <a:lnTo>
                    <a:pt x="1750103" y="1128929"/>
                  </a:lnTo>
                  <a:lnTo>
                    <a:pt x="1750277" y="1128860"/>
                  </a:lnTo>
                  <a:lnTo>
                    <a:pt x="1751668" y="1128309"/>
                  </a:lnTo>
                  <a:lnTo>
                    <a:pt x="1753581" y="1127552"/>
                  </a:lnTo>
                  <a:lnTo>
                    <a:pt x="1755842" y="1126656"/>
                  </a:lnTo>
                  <a:lnTo>
                    <a:pt x="1757407" y="1126037"/>
                  </a:lnTo>
                  <a:lnTo>
                    <a:pt x="1761233" y="1124521"/>
                  </a:lnTo>
                  <a:lnTo>
                    <a:pt x="1762450" y="1124039"/>
                  </a:lnTo>
                  <a:lnTo>
                    <a:pt x="1762972" y="1123832"/>
                  </a:lnTo>
                  <a:lnTo>
                    <a:pt x="1770276" y="1120939"/>
                  </a:lnTo>
                  <a:lnTo>
                    <a:pt x="1776014" y="1118665"/>
                  </a:lnTo>
                  <a:lnTo>
                    <a:pt x="1779666" y="1117217"/>
                  </a:lnTo>
                  <a:lnTo>
                    <a:pt x="1779840" y="1117149"/>
                  </a:lnTo>
                  <a:lnTo>
                    <a:pt x="1781753" y="1116390"/>
                  </a:lnTo>
                  <a:lnTo>
                    <a:pt x="1781927" y="1116321"/>
                  </a:lnTo>
                  <a:lnTo>
                    <a:pt x="1783492" y="1115701"/>
                  </a:lnTo>
                  <a:lnTo>
                    <a:pt x="1786970" y="1114322"/>
                  </a:lnTo>
                  <a:lnTo>
                    <a:pt x="1788013" y="1113908"/>
                  </a:lnTo>
                  <a:lnTo>
                    <a:pt x="1788883" y="1113564"/>
                  </a:lnTo>
                  <a:lnTo>
                    <a:pt x="1789230" y="1113426"/>
                  </a:lnTo>
                  <a:lnTo>
                    <a:pt x="1790274" y="1113012"/>
                  </a:lnTo>
                  <a:lnTo>
                    <a:pt x="1796534" y="1110530"/>
                  </a:lnTo>
                  <a:lnTo>
                    <a:pt x="1800881" y="1108805"/>
                  </a:lnTo>
                  <a:lnTo>
                    <a:pt x="1802447" y="1108184"/>
                  </a:lnTo>
                  <a:lnTo>
                    <a:pt x="1803664" y="1107701"/>
                  </a:lnTo>
                  <a:lnTo>
                    <a:pt x="1804012" y="1107563"/>
                  </a:lnTo>
                  <a:lnTo>
                    <a:pt x="1806968" y="1106391"/>
                  </a:lnTo>
                  <a:lnTo>
                    <a:pt x="1809576" y="1105356"/>
                  </a:lnTo>
                  <a:lnTo>
                    <a:pt x="1813402" y="1103838"/>
                  </a:lnTo>
                  <a:lnTo>
                    <a:pt x="1816184" y="1102733"/>
                  </a:lnTo>
                  <a:lnTo>
                    <a:pt x="1820358" y="1101077"/>
                  </a:lnTo>
                  <a:lnTo>
                    <a:pt x="1823314" y="1099903"/>
                  </a:lnTo>
                  <a:lnTo>
                    <a:pt x="1824010" y="1099627"/>
                  </a:lnTo>
                  <a:lnTo>
                    <a:pt x="1824358" y="1099489"/>
                  </a:lnTo>
                  <a:lnTo>
                    <a:pt x="1824532" y="1099420"/>
                  </a:lnTo>
                  <a:lnTo>
                    <a:pt x="1824705" y="1099351"/>
                  </a:lnTo>
                  <a:lnTo>
                    <a:pt x="1825923" y="1098868"/>
                  </a:lnTo>
                  <a:lnTo>
                    <a:pt x="1827662" y="1098177"/>
                  </a:lnTo>
                  <a:lnTo>
                    <a:pt x="1827836" y="1098108"/>
                  </a:lnTo>
                  <a:lnTo>
                    <a:pt x="1829575" y="1097418"/>
                  </a:lnTo>
                  <a:lnTo>
                    <a:pt x="1832009" y="1096451"/>
                  </a:lnTo>
                  <a:lnTo>
                    <a:pt x="1833226" y="1095968"/>
                  </a:lnTo>
                  <a:lnTo>
                    <a:pt x="1837052" y="1094448"/>
                  </a:lnTo>
                  <a:lnTo>
                    <a:pt x="1845921" y="1090926"/>
                  </a:lnTo>
                  <a:lnTo>
                    <a:pt x="1849921" y="1089336"/>
                  </a:lnTo>
                  <a:lnTo>
                    <a:pt x="1850268" y="1089198"/>
                  </a:lnTo>
                  <a:lnTo>
                    <a:pt x="1851138" y="1088853"/>
                  </a:lnTo>
                  <a:lnTo>
                    <a:pt x="1852877" y="1088162"/>
                  </a:lnTo>
                  <a:lnTo>
                    <a:pt x="1853572" y="1087885"/>
                  </a:lnTo>
                  <a:lnTo>
                    <a:pt x="1861919" y="1084568"/>
                  </a:lnTo>
                  <a:lnTo>
                    <a:pt x="1862963" y="1084153"/>
                  </a:lnTo>
                  <a:lnTo>
                    <a:pt x="1869223" y="1081664"/>
                  </a:lnTo>
                  <a:lnTo>
                    <a:pt x="1870440" y="1081180"/>
                  </a:lnTo>
                  <a:lnTo>
                    <a:pt x="1876527" y="1078760"/>
                  </a:lnTo>
                  <a:lnTo>
                    <a:pt x="1878788" y="1077860"/>
                  </a:lnTo>
                  <a:lnTo>
                    <a:pt x="1880700" y="1077100"/>
                  </a:lnTo>
                  <a:lnTo>
                    <a:pt x="1884352" y="1075647"/>
                  </a:lnTo>
                  <a:lnTo>
                    <a:pt x="1884874" y="1075439"/>
                  </a:lnTo>
                  <a:lnTo>
                    <a:pt x="1885743" y="1075093"/>
                  </a:lnTo>
                  <a:lnTo>
                    <a:pt x="1886265" y="1074886"/>
                  </a:lnTo>
                  <a:lnTo>
                    <a:pt x="1886439" y="1074817"/>
                  </a:lnTo>
                  <a:lnTo>
                    <a:pt x="1888700" y="1073917"/>
                  </a:lnTo>
                  <a:lnTo>
                    <a:pt x="1898786" y="1069904"/>
                  </a:lnTo>
                  <a:lnTo>
                    <a:pt x="1899829" y="1069488"/>
                  </a:lnTo>
                  <a:lnTo>
                    <a:pt x="1901220" y="1068935"/>
                  </a:lnTo>
                  <a:lnTo>
                    <a:pt x="1905046" y="1067412"/>
                  </a:lnTo>
                  <a:lnTo>
                    <a:pt x="1906785" y="1066719"/>
                  </a:lnTo>
                  <a:lnTo>
                    <a:pt x="1907307" y="1066512"/>
                  </a:lnTo>
                  <a:lnTo>
                    <a:pt x="1908698" y="1065958"/>
                  </a:lnTo>
                  <a:lnTo>
                    <a:pt x="1909393" y="1065681"/>
                  </a:lnTo>
                  <a:lnTo>
                    <a:pt x="1912871" y="1064296"/>
                  </a:lnTo>
                  <a:lnTo>
                    <a:pt x="1913219" y="1064157"/>
                  </a:lnTo>
                  <a:lnTo>
                    <a:pt x="1916523" y="1062842"/>
                  </a:lnTo>
                  <a:lnTo>
                    <a:pt x="1918610" y="1062011"/>
                  </a:lnTo>
                  <a:lnTo>
                    <a:pt x="1920175" y="1061387"/>
                  </a:lnTo>
                  <a:lnTo>
                    <a:pt x="1921218" y="1060972"/>
                  </a:lnTo>
                  <a:lnTo>
                    <a:pt x="1922436" y="1060487"/>
                  </a:lnTo>
                  <a:lnTo>
                    <a:pt x="1923479" y="1060071"/>
                  </a:lnTo>
                  <a:lnTo>
                    <a:pt x="1924001" y="1059863"/>
                  </a:lnTo>
                  <a:lnTo>
                    <a:pt x="1924175" y="1059794"/>
                  </a:lnTo>
                  <a:lnTo>
                    <a:pt x="1925566" y="1059240"/>
                  </a:lnTo>
                  <a:lnTo>
                    <a:pt x="1927479" y="1058478"/>
                  </a:lnTo>
                  <a:lnTo>
                    <a:pt x="1929739" y="1057577"/>
                  </a:lnTo>
                  <a:lnTo>
                    <a:pt x="1931305" y="1056953"/>
                  </a:lnTo>
                  <a:lnTo>
                    <a:pt x="1935130" y="1055429"/>
                  </a:lnTo>
                  <a:lnTo>
                    <a:pt x="1936348" y="1054944"/>
                  </a:lnTo>
                  <a:lnTo>
                    <a:pt x="1936869" y="1054736"/>
                  </a:lnTo>
                  <a:lnTo>
                    <a:pt x="1938434" y="1054112"/>
                  </a:lnTo>
                  <a:lnTo>
                    <a:pt x="1944173" y="1051825"/>
                  </a:lnTo>
                  <a:lnTo>
                    <a:pt x="1949912" y="1049537"/>
                  </a:lnTo>
                  <a:lnTo>
                    <a:pt x="1953563" y="1048081"/>
                  </a:lnTo>
                  <a:lnTo>
                    <a:pt x="1953737" y="1048012"/>
                  </a:lnTo>
                  <a:lnTo>
                    <a:pt x="1955650" y="1047249"/>
                  </a:lnTo>
                  <a:lnTo>
                    <a:pt x="1955824" y="1047180"/>
                  </a:lnTo>
                  <a:lnTo>
                    <a:pt x="1957389" y="1046555"/>
                  </a:lnTo>
                  <a:lnTo>
                    <a:pt x="1960867" y="1045168"/>
                  </a:lnTo>
                  <a:lnTo>
                    <a:pt x="1961910" y="1044752"/>
                  </a:lnTo>
                  <a:lnTo>
                    <a:pt x="1962780" y="1044405"/>
                  </a:lnTo>
                  <a:lnTo>
                    <a:pt x="1963128" y="1044267"/>
                  </a:lnTo>
                  <a:lnTo>
                    <a:pt x="1964171" y="1043850"/>
                  </a:lnTo>
                  <a:lnTo>
                    <a:pt x="1970431" y="1041353"/>
                  </a:lnTo>
                  <a:lnTo>
                    <a:pt x="1974779" y="1039618"/>
                  </a:lnTo>
                  <a:lnTo>
                    <a:pt x="1977561" y="1038508"/>
                  </a:lnTo>
                  <a:lnTo>
                    <a:pt x="1977909" y="1038369"/>
                  </a:lnTo>
                  <a:lnTo>
                    <a:pt x="1980865" y="1037189"/>
                  </a:lnTo>
                  <a:lnTo>
                    <a:pt x="1983474" y="1036148"/>
                  </a:lnTo>
                  <a:lnTo>
                    <a:pt x="1987300" y="1034621"/>
                  </a:lnTo>
                  <a:lnTo>
                    <a:pt x="1990082" y="1033510"/>
                  </a:lnTo>
                  <a:lnTo>
                    <a:pt x="1994255" y="1031844"/>
                  </a:lnTo>
                  <a:lnTo>
                    <a:pt x="1997212" y="1030664"/>
                  </a:lnTo>
                  <a:lnTo>
                    <a:pt x="1997907" y="1030386"/>
                  </a:lnTo>
                  <a:lnTo>
                    <a:pt x="1998255" y="1030247"/>
                  </a:lnTo>
                  <a:lnTo>
                    <a:pt x="1998429" y="1030177"/>
                  </a:lnTo>
                  <a:lnTo>
                    <a:pt x="1998603" y="1030108"/>
                  </a:lnTo>
                  <a:lnTo>
                    <a:pt x="1999820" y="1029622"/>
                  </a:lnTo>
                  <a:lnTo>
                    <a:pt x="2001559" y="1028927"/>
                  </a:lnTo>
                  <a:lnTo>
                    <a:pt x="2001733" y="1028858"/>
                  </a:lnTo>
                  <a:lnTo>
                    <a:pt x="2003472" y="1028163"/>
                  </a:lnTo>
                  <a:lnTo>
                    <a:pt x="2005907" y="1027191"/>
                  </a:lnTo>
                  <a:lnTo>
                    <a:pt x="2007124" y="1026705"/>
                  </a:lnTo>
                  <a:lnTo>
                    <a:pt x="2010950" y="1025176"/>
                  </a:lnTo>
                  <a:lnTo>
                    <a:pt x="2019818" y="1021633"/>
                  </a:lnTo>
                  <a:lnTo>
                    <a:pt x="2023818" y="1020034"/>
                  </a:lnTo>
                  <a:lnTo>
                    <a:pt x="2026774" y="1018853"/>
                  </a:lnTo>
                  <a:lnTo>
                    <a:pt x="2027470" y="1018575"/>
                  </a:lnTo>
                  <a:lnTo>
                    <a:pt x="2035817" y="1015238"/>
                  </a:lnTo>
                  <a:lnTo>
                    <a:pt x="2036860" y="1014821"/>
                  </a:lnTo>
                  <a:lnTo>
                    <a:pt x="2043121" y="1012317"/>
                  </a:lnTo>
                  <a:lnTo>
                    <a:pt x="2044338" y="1011830"/>
                  </a:lnTo>
                  <a:lnTo>
                    <a:pt x="2050424" y="1009396"/>
                  </a:lnTo>
                  <a:lnTo>
                    <a:pt x="2052685" y="1008492"/>
                  </a:lnTo>
                  <a:lnTo>
                    <a:pt x="2054598" y="1007726"/>
                  </a:lnTo>
                  <a:lnTo>
                    <a:pt x="2058250" y="1006265"/>
                  </a:lnTo>
                  <a:lnTo>
                    <a:pt x="2058771" y="1006056"/>
                  </a:lnTo>
                  <a:lnTo>
                    <a:pt x="2059641" y="1005709"/>
                  </a:lnTo>
                  <a:lnTo>
                    <a:pt x="2060163" y="1005500"/>
                  </a:lnTo>
                  <a:lnTo>
                    <a:pt x="2060336" y="1005430"/>
                  </a:lnTo>
                  <a:lnTo>
                    <a:pt x="2062597" y="1004526"/>
                  </a:lnTo>
                  <a:lnTo>
                    <a:pt x="2072683" y="1000489"/>
                  </a:lnTo>
                  <a:lnTo>
                    <a:pt x="2073727" y="1000071"/>
                  </a:lnTo>
                  <a:lnTo>
                    <a:pt x="2075118" y="999514"/>
                  </a:lnTo>
                  <a:lnTo>
                    <a:pt x="2078943" y="997983"/>
                  </a:lnTo>
                  <a:lnTo>
                    <a:pt x="2080682" y="997286"/>
                  </a:lnTo>
                  <a:lnTo>
                    <a:pt x="2081204" y="997077"/>
                  </a:lnTo>
                  <a:lnTo>
                    <a:pt x="2082595" y="996520"/>
                  </a:lnTo>
                  <a:lnTo>
                    <a:pt x="2083291" y="996242"/>
                  </a:lnTo>
                  <a:lnTo>
                    <a:pt x="2086769" y="994849"/>
                  </a:lnTo>
                  <a:lnTo>
                    <a:pt x="2087117" y="994710"/>
                  </a:lnTo>
                  <a:lnTo>
                    <a:pt x="2090421" y="993387"/>
                  </a:lnTo>
                  <a:lnTo>
                    <a:pt x="2092507" y="992551"/>
                  </a:lnTo>
                  <a:lnTo>
                    <a:pt x="2094073" y="991924"/>
                  </a:lnTo>
                  <a:lnTo>
                    <a:pt x="2095116" y="991506"/>
                  </a:lnTo>
                  <a:lnTo>
                    <a:pt x="2096333" y="991018"/>
                  </a:lnTo>
                  <a:lnTo>
                    <a:pt x="2097377" y="990600"/>
                  </a:lnTo>
                  <a:lnTo>
                    <a:pt x="2097898" y="990391"/>
                  </a:lnTo>
                  <a:lnTo>
                    <a:pt x="2098072" y="990322"/>
                  </a:lnTo>
                  <a:lnTo>
                    <a:pt x="2099463" y="989764"/>
                  </a:lnTo>
                  <a:lnTo>
                    <a:pt x="2101376" y="988998"/>
                  </a:lnTo>
                  <a:lnTo>
                    <a:pt x="2103637" y="988092"/>
                  </a:lnTo>
                  <a:lnTo>
                    <a:pt x="2105202" y="987465"/>
                  </a:lnTo>
                  <a:lnTo>
                    <a:pt x="2109028" y="985932"/>
                  </a:lnTo>
                  <a:lnTo>
                    <a:pt x="2110245" y="985444"/>
                  </a:lnTo>
                  <a:lnTo>
                    <a:pt x="2110767" y="985235"/>
                  </a:lnTo>
                  <a:lnTo>
                    <a:pt x="2112332" y="984608"/>
                  </a:lnTo>
                  <a:lnTo>
                    <a:pt x="2118070" y="982307"/>
                  </a:lnTo>
                  <a:lnTo>
                    <a:pt x="2123809" y="980007"/>
                  </a:lnTo>
                  <a:lnTo>
                    <a:pt x="2127461" y="978543"/>
                  </a:lnTo>
                  <a:lnTo>
                    <a:pt x="2127635" y="978473"/>
                  </a:lnTo>
                  <a:lnTo>
                    <a:pt x="2129548" y="977706"/>
                  </a:lnTo>
                  <a:lnTo>
                    <a:pt x="2129722" y="977636"/>
                  </a:lnTo>
                  <a:lnTo>
                    <a:pt x="2131287" y="977008"/>
                  </a:lnTo>
                  <a:lnTo>
                    <a:pt x="2134765" y="975614"/>
                  </a:lnTo>
                  <a:lnTo>
                    <a:pt x="2135808" y="975195"/>
                  </a:lnTo>
                  <a:lnTo>
                    <a:pt x="2136677" y="974846"/>
                  </a:lnTo>
                  <a:lnTo>
                    <a:pt x="2137025" y="974707"/>
                  </a:lnTo>
                  <a:lnTo>
                    <a:pt x="2138069" y="974288"/>
                  </a:lnTo>
                  <a:lnTo>
                    <a:pt x="2144329" y="971777"/>
                  </a:lnTo>
                  <a:lnTo>
                    <a:pt x="2148676" y="970033"/>
                  </a:lnTo>
                  <a:lnTo>
                    <a:pt x="2150241" y="969405"/>
                  </a:lnTo>
                  <a:lnTo>
                    <a:pt x="2151459" y="968916"/>
                  </a:lnTo>
                  <a:lnTo>
                    <a:pt x="2151807" y="968777"/>
                  </a:lnTo>
                  <a:lnTo>
                    <a:pt x="2154763" y="967590"/>
                  </a:lnTo>
                  <a:lnTo>
                    <a:pt x="2157371" y="966544"/>
                  </a:lnTo>
                  <a:lnTo>
                    <a:pt x="2161197" y="965008"/>
                  </a:lnTo>
                  <a:lnTo>
                    <a:pt x="2163979" y="963891"/>
                  </a:lnTo>
                  <a:lnTo>
                    <a:pt x="2168153" y="962216"/>
                  </a:lnTo>
                  <a:lnTo>
                    <a:pt x="2171109" y="961029"/>
                  </a:lnTo>
                  <a:lnTo>
                    <a:pt x="2171805" y="960750"/>
                  </a:lnTo>
                  <a:lnTo>
                    <a:pt x="2172153" y="960610"/>
                  </a:lnTo>
                  <a:lnTo>
                    <a:pt x="2172326" y="960540"/>
                  </a:lnTo>
                  <a:lnTo>
                    <a:pt x="2172500" y="960470"/>
                  </a:lnTo>
                  <a:lnTo>
                    <a:pt x="2173718" y="959981"/>
                  </a:lnTo>
                  <a:lnTo>
                    <a:pt x="2175457" y="959283"/>
                  </a:lnTo>
                  <a:lnTo>
                    <a:pt x="2175630" y="959213"/>
                  </a:lnTo>
                  <a:lnTo>
                    <a:pt x="2177369" y="958515"/>
                  </a:lnTo>
                  <a:lnTo>
                    <a:pt x="2179804" y="957537"/>
                  </a:lnTo>
                  <a:lnTo>
                    <a:pt x="2181021" y="957048"/>
                  </a:lnTo>
                  <a:lnTo>
                    <a:pt x="2184847" y="955512"/>
                  </a:lnTo>
                  <a:lnTo>
                    <a:pt x="2193716" y="951949"/>
                  </a:lnTo>
                  <a:lnTo>
                    <a:pt x="2197715" y="950342"/>
                  </a:lnTo>
                  <a:lnTo>
                    <a:pt x="2198063" y="950202"/>
                  </a:lnTo>
                  <a:lnTo>
                    <a:pt x="2198933" y="949853"/>
                  </a:lnTo>
                  <a:lnTo>
                    <a:pt x="2200672" y="949154"/>
                  </a:lnTo>
                  <a:lnTo>
                    <a:pt x="2201367" y="948874"/>
                  </a:lnTo>
                  <a:lnTo>
                    <a:pt x="2209714" y="945520"/>
                  </a:lnTo>
                  <a:lnTo>
                    <a:pt x="2210758" y="945100"/>
                  </a:lnTo>
                  <a:lnTo>
                    <a:pt x="2217018" y="942583"/>
                  </a:lnTo>
                  <a:lnTo>
                    <a:pt x="2224322" y="939647"/>
                  </a:lnTo>
                  <a:lnTo>
                    <a:pt x="2226582" y="938737"/>
                  </a:lnTo>
                  <a:lnTo>
                    <a:pt x="2228495" y="937968"/>
                  </a:lnTo>
                  <a:lnTo>
                    <a:pt x="2232147" y="936499"/>
                  </a:lnTo>
                  <a:lnTo>
                    <a:pt x="2232669" y="936289"/>
                  </a:lnTo>
                  <a:lnTo>
                    <a:pt x="2233538" y="935940"/>
                  </a:lnTo>
                  <a:lnTo>
                    <a:pt x="2234060" y="935730"/>
                  </a:lnTo>
                  <a:lnTo>
                    <a:pt x="2234234" y="935660"/>
                  </a:lnTo>
                  <a:lnTo>
                    <a:pt x="2236495" y="934751"/>
                  </a:lnTo>
                  <a:lnTo>
                    <a:pt x="2246581" y="930693"/>
                  </a:lnTo>
                  <a:lnTo>
                    <a:pt x="2247624" y="930273"/>
                  </a:lnTo>
                  <a:lnTo>
                    <a:pt x="2249015" y="929713"/>
                  </a:lnTo>
                  <a:lnTo>
                    <a:pt x="2252841" y="928173"/>
                  </a:lnTo>
                  <a:lnTo>
                    <a:pt x="2254580" y="927473"/>
                  </a:lnTo>
                  <a:lnTo>
                    <a:pt x="2255102" y="927263"/>
                  </a:lnTo>
                  <a:lnTo>
                    <a:pt x="2256493" y="926703"/>
                  </a:lnTo>
                  <a:lnTo>
                    <a:pt x="2257188" y="926423"/>
                  </a:lnTo>
                  <a:lnTo>
                    <a:pt x="2260666" y="925023"/>
                  </a:lnTo>
                  <a:lnTo>
                    <a:pt x="2261014" y="924883"/>
                  </a:lnTo>
                  <a:lnTo>
                    <a:pt x="2264318" y="923553"/>
                  </a:lnTo>
                  <a:lnTo>
                    <a:pt x="2266405" y="922713"/>
                  </a:lnTo>
                  <a:lnTo>
                    <a:pt x="2267970" y="922083"/>
                  </a:lnTo>
                  <a:lnTo>
                    <a:pt x="2269013" y="921663"/>
                  </a:lnTo>
                  <a:lnTo>
                    <a:pt x="2270231" y="921173"/>
                  </a:lnTo>
                  <a:lnTo>
                    <a:pt x="2271274" y="920753"/>
                  </a:lnTo>
                  <a:lnTo>
                    <a:pt x="2271796" y="920542"/>
                  </a:lnTo>
                  <a:lnTo>
                    <a:pt x="2271970" y="920472"/>
                  </a:lnTo>
                  <a:lnTo>
                    <a:pt x="2273361" y="919912"/>
                  </a:lnTo>
                  <a:lnTo>
                    <a:pt x="2275274" y="919142"/>
                  </a:lnTo>
                  <a:lnTo>
                    <a:pt x="2277534" y="918231"/>
                  </a:lnTo>
                  <a:lnTo>
                    <a:pt x="2279099" y="917601"/>
                  </a:lnTo>
                  <a:lnTo>
                    <a:pt x="2282925" y="916060"/>
                  </a:lnTo>
                  <a:lnTo>
                    <a:pt x="2284142" y="915570"/>
                  </a:lnTo>
                  <a:lnTo>
                    <a:pt x="2284664" y="915360"/>
                  </a:lnTo>
                  <a:lnTo>
                    <a:pt x="2286229" y="914729"/>
                  </a:lnTo>
                  <a:lnTo>
                    <a:pt x="2291968" y="912417"/>
                  </a:lnTo>
                  <a:lnTo>
                    <a:pt x="2297706" y="910105"/>
                  </a:lnTo>
                  <a:lnTo>
                    <a:pt x="2301358" y="908633"/>
                  </a:lnTo>
                  <a:lnTo>
                    <a:pt x="2301532" y="908563"/>
                  </a:lnTo>
                  <a:lnTo>
                    <a:pt x="2303445" y="907792"/>
                  </a:lnTo>
                  <a:lnTo>
                    <a:pt x="2303619" y="907722"/>
                  </a:lnTo>
                  <a:lnTo>
                    <a:pt x="2308662" y="905689"/>
                  </a:lnTo>
                  <a:lnTo>
                    <a:pt x="2309705" y="905269"/>
                  </a:lnTo>
                  <a:lnTo>
                    <a:pt x="2310575" y="904918"/>
                  </a:lnTo>
                  <a:lnTo>
                    <a:pt x="2310923" y="904778"/>
                  </a:lnTo>
                  <a:lnTo>
                    <a:pt x="2311966" y="904358"/>
                  </a:lnTo>
                  <a:lnTo>
                    <a:pt x="2318226" y="901834"/>
                  </a:lnTo>
                  <a:lnTo>
                    <a:pt x="2322574" y="900081"/>
                  </a:lnTo>
                  <a:lnTo>
                    <a:pt x="2324139" y="899449"/>
                  </a:lnTo>
                  <a:lnTo>
                    <a:pt x="2325356" y="898959"/>
                  </a:lnTo>
                  <a:lnTo>
                    <a:pt x="2325704" y="898818"/>
                  </a:lnTo>
                  <a:lnTo>
                    <a:pt x="2328660" y="897626"/>
                  </a:lnTo>
                  <a:lnTo>
                    <a:pt x="2331269" y="896574"/>
                  </a:lnTo>
                  <a:lnTo>
                    <a:pt x="2335094" y="895031"/>
                  </a:lnTo>
                  <a:lnTo>
                    <a:pt x="2337877" y="893908"/>
                  </a:lnTo>
                  <a:lnTo>
                    <a:pt x="2342050" y="892225"/>
                  </a:lnTo>
                  <a:lnTo>
                    <a:pt x="2345007" y="891032"/>
                  </a:lnTo>
                  <a:lnTo>
                    <a:pt x="2345702" y="890751"/>
                  </a:lnTo>
                  <a:lnTo>
                    <a:pt x="2346050" y="890611"/>
                  </a:lnTo>
                  <a:lnTo>
                    <a:pt x="2346224" y="890541"/>
                  </a:lnTo>
                  <a:lnTo>
                    <a:pt x="2346398" y="890471"/>
                  </a:lnTo>
                  <a:lnTo>
                    <a:pt x="2347615" y="889979"/>
                  </a:lnTo>
                  <a:lnTo>
                    <a:pt x="2349354" y="889278"/>
                  </a:lnTo>
                  <a:lnTo>
                    <a:pt x="2349528" y="889207"/>
                  </a:lnTo>
                  <a:lnTo>
                    <a:pt x="2353701" y="887523"/>
                  </a:lnTo>
                  <a:lnTo>
                    <a:pt x="2354919" y="887032"/>
                  </a:lnTo>
                  <a:lnTo>
                    <a:pt x="2358744" y="885488"/>
                  </a:lnTo>
                  <a:lnTo>
                    <a:pt x="2367613" y="881908"/>
                  </a:lnTo>
                  <a:lnTo>
                    <a:pt x="2371613" y="880293"/>
                  </a:lnTo>
                  <a:lnTo>
                    <a:pt x="2371961" y="880152"/>
                  </a:lnTo>
                  <a:lnTo>
                    <a:pt x="2372830" y="879801"/>
                  </a:lnTo>
                  <a:lnTo>
                    <a:pt x="2374569" y="879099"/>
                  </a:lnTo>
                  <a:lnTo>
                    <a:pt x="2375265" y="878818"/>
                  </a:lnTo>
                  <a:lnTo>
                    <a:pt x="2383612" y="875447"/>
                  </a:lnTo>
                  <a:lnTo>
                    <a:pt x="2384655" y="875026"/>
                  </a:lnTo>
                  <a:lnTo>
                    <a:pt x="2390916" y="872497"/>
                  </a:lnTo>
                  <a:lnTo>
                    <a:pt x="2392133" y="872005"/>
                  </a:lnTo>
                  <a:lnTo>
                    <a:pt x="2398219" y="869546"/>
                  </a:lnTo>
                  <a:lnTo>
                    <a:pt x="2400480" y="868633"/>
                  </a:lnTo>
                  <a:lnTo>
                    <a:pt x="2402393" y="867860"/>
                  </a:lnTo>
                  <a:lnTo>
                    <a:pt x="2406045" y="866384"/>
                  </a:lnTo>
                  <a:lnTo>
                    <a:pt x="2406566" y="866173"/>
                  </a:lnTo>
                  <a:lnTo>
                    <a:pt x="2407436" y="865822"/>
                  </a:lnTo>
                  <a:lnTo>
                    <a:pt x="2407957" y="865611"/>
                  </a:lnTo>
                  <a:lnTo>
                    <a:pt x="2408131" y="865540"/>
                  </a:lnTo>
                  <a:lnTo>
                    <a:pt x="2410392" y="864627"/>
                  </a:lnTo>
                  <a:lnTo>
                    <a:pt x="2420478" y="860550"/>
                  </a:lnTo>
                  <a:lnTo>
                    <a:pt x="2421521" y="860128"/>
                  </a:lnTo>
                  <a:lnTo>
                    <a:pt x="2422913" y="859565"/>
                  </a:lnTo>
                  <a:lnTo>
                    <a:pt x="2426738" y="858019"/>
                  </a:lnTo>
                  <a:lnTo>
                    <a:pt x="2428477" y="857315"/>
                  </a:lnTo>
                  <a:lnTo>
                    <a:pt x="2428999" y="857104"/>
                  </a:lnTo>
                  <a:lnTo>
                    <a:pt x="2430390" y="856542"/>
                  </a:lnTo>
                  <a:lnTo>
                    <a:pt x="2431086" y="856261"/>
                  </a:lnTo>
                  <a:lnTo>
                    <a:pt x="2434564" y="854854"/>
                  </a:lnTo>
                  <a:lnTo>
                    <a:pt x="2434912" y="854713"/>
                  </a:lnTo>
                  <a:lnTo>
                    <a:pt x="2438216" y="853377"/>
                  </a:lnTo>
                  <a:lnTo>
                    <a:pt x="2440302" y="852533"/>
                  </a:lnTo>
                  <a:lnTo>
                    <a:pt x="2441867" y="851900"/>
                  </a:lnTo>
                  <a:lnTo>
                    <a:pt x="2442911" y="851478"/>
                  </a:lnTo>
                  <a:lnTo>
                    <a:pt x="2444128" y="850986"/>
                  </a:lnTo>
                  <a:lnTo>
                    <a:pt x="2445172" y="850564"/>
                  </a:lnTo>
                  <a:lnTo>
                    <a:pt x="2445693" y="850352"/>
                  </a:lnTo>
                  <a:lnTo>
                    <a:pt x="2445867" y="850282"/>
                  </a:lnTo>
                  <a:lnTo>
                    <a:pt x="2447258" y="849719"/>
                  </a:lnTo>
                  <a:lnTo>
                    <a:pt x="2449171" y="848945"/>
                  </a:lnTo>
                  <a:lnTo>
                    <a:pt x="2451432" y="848031"/>
                  </a:lnTo>
                  <a:lnTo>
                    <a:pt x="2452997" y="847398"/>
                  </a:lnTo>
                  <a:lnTo>
                    <a:pt x="2456823" y="845850"/>
                  </a:lnTo>
                  <a:lnTo>
                    <a:pt x="2458040" y="845357"/>
                  </a:lnTo>
                  <a:lnTo>
                    <a:pt x="2458562" y="845146"/>
                  </a:lnTo>
                  <a:lnTo>
                    <a:pt x="2460127" y="844513"/>
                  </a:lnTo>
                  <a:lnTo>
                    <a:pt x="2465865" y="842190"/>
                  </a:lnTo>
                  <a:lnTo>
                    <a:pt x="2471604" y="839867"/>
                  </a:lnTo>
                  <a:lnTo>
                    <a:pt x="2475256" y="838389"/>
                  </a:lnTo>
                  <a:lnTo>
                    <a:pt x="2475430" y="838319"/>
                  </a:lnTo>
                  <a:lnTo>
                    <a:pt x="2477343" y="837544"/>
                  </a:lnTo>
                  <a:lnTo>
                    <a:pt x="2477516" y="837474"/>
                  </a:lnTo>
                  <a:lnTo>
                    <a:pt x="2479082" y="836840"/>
                  </a:lnTo>
                  <a:lnTo>
                    <a:pt x="2482559" y="835432"/>
                  </a:lnTo>
                  <a:lnTo>
                    <a:pt x="2483603" y="835009"/>
                  </a:lnTo>
                  <a:lnTo>
                    <a:pt x="2484472" y="834657"/>
                  </a:lnTo>
                  <a:lnTo>
                    <a:pt x="2484820" y="834517"/>
                  </a:lnTo>
                  <a:lnTo>
                    <a:pt x="2485864" y="834094"/>
                  </a:lnTo>
                  <a:lnTo>
                    <a:pt x="2492124" y="831559"/>
                  </a:lnTo>
                  <a:lnTo>
                    <a:pt x="2496471" y="829798"/>
                  </a:lnTo>
                  <a:lnTo>
                    <a:pt x="2498036" y="829164"/>
                  </a:lnTo>
                  <a:lnTo>
                    <a:pt x="2499254" y="828671"/>
                  </a:lnTo>
                  <a:lnTo>
                    <a:pt x="2499601" y="828530"/>
                  </a:lnTo>
                  <a:lnTo>
                    <a:pt x="2502558" y="827333"/>
                  </a:lnTo>
                  <a:lnTo>
                    <a:pt x="2505166" y="826276"/>
                  </a:lnTo>
                  <a:lnTo>
                    <a:pt x="2508992" y="824726"/>
                  </a:lnTo>
                  <a:lnTo>
                    <a:pt x="2511774" y="823599"/>
                  </a:lnTo>
                  <a:lnTo>
                    <a:pt x="2515948" y="821908"/>
                  </a:lnTo>
                  <a:lnTo>
                    <a:pt x="2518904" y="820710"/>
                  </a:lnTo>
                  <a:lnTo>
                    <a:pt x="2519600" y="820428"/>
                  </a:lnTo>
                  <a:lnTo>
                    <a:pt x="2519947" y="820287"/>
                  </a:lnTo>
                  <a:lnTo>
                    <a:pt x="2520121" y="820216"/>
                  </a:lnTo>
                  <a:lnTo>
                    <a:pt x="2520295" y="820146"/>
                  </a:lnTo>
                  <a:lnTo>
                    <a:pt x="2521512" y="819652"/>
                  </a:lnTo>
                  <a:lnTo>
                    <a:pt x="2523251" y="818948"/>
                  </a:lnTo>
                  <a:lnTo>
                    <a:pt x="2523425" y="818877"/>
                  </a:lnTo>
                  <a:lnTo>
                    <a:pt x="2525164" y="818172"/>
                  </a:lnTo>
                  <a:lnTo>
                    <a:pt x="2527599" y="817186"/>
                  </a:lnTo>
                  <a:lnTo>
                    <a:pt x="2528816" y="816692"/>
                  </a:lnTo>
                  <a:lnTo>
                    <a:pt x="2532642" y="815141"/>
                  </a:lnTo>
                  <a:lnTo>
                    <a:pt x="2541511" y="811546"/>
                  </a:lnTo>
                  <a:lnTo>
                    <a:pt x="2545510" y="809924"/>
                  </a:lnTo>
                  <a:lnTo>
                    <a:pt x="2545858" y="809783"/>
                  </a:lnTo>
                  <a:lnTo>
                    <a:pt x="2546728" y="809430"/>
                  </a:lnTo>
                  <a:lnTo>
                    <a:pt x="2548467" y="808725"/>
                  </a:lnTo>
                  <a:lnTo>
                    <a:pt x="2549162" y="808443"/>
                  </a:lnTo>
                  <a:lnTo>
                    <a:pt x="2557509" y="805058"/>
                  </a:lnTo>
                  <a:lnTo>
                    <a:pt x="2558553" y="804634"/>
                  </a:lnTo>
                  <a:lnTo>
                    <a:pt x="2564813" y="802095"/>
                  </a:lnTo>
                  <a:lnTo>
                    <a:pt x="2566030" y="801601"/>
                  </a:lnTo>
                  <a:lnTo>
                    <a:pt x="2572117" y="799132"/>
                  </a:lnTo>
                  <a:lnTo>
                    <a:pt x="2574377" y="798214"/>
                  </a:lnTo>
                  <a:lnTo>
                    <a:pt x="2576290" y="797438"/>
                  </a:lnTo>
                  <a:lnTo>
                    <a:pt x="2579942" y="795956"/>
                  </a:lnTo>
                  <a:lnTo>
                    <a:pt x="2580464" y="795745"/>
                  </a:lnTo>
                  <a:lnTo>
                    <a:pt x="2581333" y="795392"/>
                  </a:lnTo>
                  <a:lnTo>
                    <a:pt x="2581855" y="795180"/>
                  </a:lnTo>
                  <a:lnTo>
                    <a:pt x="2582029" y="795109"/>
                  </a:lnTo>
                  <a:lnTo>
                    <a:pt x="2584289" y="794192"/>
                  </a:lnTo>
                  <a:lnTo>
                    <a:pt x="2594376" y="790098"/>
                  </a:lnTo>
                  <a:lnTo>
                    <a:pt x="2595419" y="789674"/>
                  </a:lnTo>
                  <a:lnTo>
                    <a:pt x="2600636" y="787556"/>
                  </a:lnTo>
                  <a:lnTo>
                    <a:pt x="2602375" y="786850"/>
                  </a:lnTo>
                  <a:lnTo>
                    <a:pt x="2602896" y="786639"/>
                  </a:lnTo>
                  <a:lnTo>
                    <a:pt x="2604288" y="786074"/>
                  </a:lnTo>
                  <a:lnTo>
                    <a:pt x="2604983" y="785791"/>
                  </a:lnTo>
                  <a:lnTo>
                    <a:pt x="2608461" y="784379"/>
                  </a:lnTo>
                  <a:lnTo>
                    <a:pt x="2608809" y="784238"/>
                  </a:lnTo>
                  <a:lnTo>
                    <a:pt x="2612113" y="782896"/>
                  </a:lnTo>
                  <a:lnTo>
                    <a:pt x="2614200" y="782048"/>
                  </a:lnTo>
                  <a:lnTo>
                    <a:pt x="2615765" y="781413"/>
                  </a:lnTo>
                  <a:lnTo>
                    <a:pt x="2616808" y="780989"/>
                  </a:lnTo>
                  <a:lnTo>
                    <a:pt x="2618026" y="780495"/>
                  </a:lnTo>
                  <a:lnTo>
                    <a:pt x="2619069" y="780071"/>
                  </a:lnTo>
                  <a:lnTo>
                    <a:pt x="2619591" y="779859"/>
                  </a:lnTo>
                  <a:lnTo>
                    <a:pt x="2619765" y="779788"/>
                  </a:lnTo>
                  <a:lnTo>
                    <a:pt x="2621156" y="779223"/>
                  </a:lnTo>
                  <a:lnTo>
                    <a:pt x="2623069" y="778446"/>
                  </a:lnTo>
                  <a:lnTo>
                    <a:pt x="2625329" y="777528"/>
                  </a:lnTo>
                  <a:lnTo>
                    <a:pt x="2626894" y="776892"/>
                  </a:lnTo>
                  <a:lnTo>
                    <a:pt x="2630720" y="775338"/>
                  </a:lnTo>
                  <a:lnTo>
                    <a:pt x="2631937" y="774843"/>
                  </a:lnTo>
                  <a:lnTo>
                    <a:pt x="2632459" y="774631"/>
                  </a:lnTo>
                  <a:lnTo>
                    <a:pt x="2634024" y="773996"/>
                  </a:lnTo>
                  <a:lnTo>
                    <a:pt x="2639763" y="771664"/>
                  </a:lnTo>
                  <a:lnTo>
                    <a:pt x="2645501" y="769332"/>
                  </a:lnTo>
                  <a:lnTo>
                    <a:pt x="2649153" y="767848"/>
                  </a:lnTo>
                  <a:lnTo>
                    <a:pt x="2649327" y="767777"/>
                  </a:lnTo>
                  <a:lnTo>
                    <a:pt x="2651240" y="767000"/>
                  </a:lnTo>
                  <a:lnTo>
                    <a:pt x="2651414" y="766929"/>
                  </a:lnTo>
                  <a:lnTo>
                    <a:pt x="2652979" y="766293"/>
                  </a:lnTo>
                  <a:lnTo>
                    <a:pt x="2656457" y="764879"/>
                  </a:lnTo>
                  <a:lnTo>
                    <a:pt x="2657500" y="764455"/>
                  </a:lnTo>
                  <a:lnTo>
                    <a:pt x="2658370" y="764101"/>
                  </a:lnTo>
                  <a:lnTo>
                    <a:pt x="2658718" y="763960"/>
                  </a:lnTo>
                  <a:lnTo>
                    <a:pt x="2659761" y="763536"/>
                  </a:lnTo>
                  <a:lnTo>
                    <a:pt x="2666021" y="760991"/>
                  </a:lnTo>
                  <a:lnTo>
                    <a:pt x="2670369" y="759223"/>
                  </a:lnTo>
                  <a:lnTo>
                    <a:pt x="2671934" y="758587"/>
                  </a:lnTo>
                  <a:lnTo>
                    <a:pt x="2673151" y="758092"/>
                  </a:lnTo>
                  <a:lnTo>
                    <a:pt x="2673499" y="757950"/>
                  </a:lnTo>
                  <a:lnTo>
                    <a:pt x="2676455" y="756748"/>
                  </a:lnTo>
                  <a:lnTo>
                    <a:pt x="2679064" y="755687"/>
                  </a:lnTo>
                  <a:lnTo>
                    <a:pt x="2682889" y="754131"/>
                  </a:lnTo>
                  <a:lnTo>
                    <a:pt x="2685672" y="753000"/>
                  </a:lnTo>
                  <a:lnTo>
                    <a:pt x="2689845" y="751302"/>
                  </a:lnTo>
                  <a:lnTo>
                    <a:pt x="2692801" y="750100"/>
                  </a:lnTo>
                  <a:lnTo>
                    <a:pt x="2693845" y="749675"/>
                  </a:lnTo>
                  <a:lnTo>
                    <a:pt x="2694019" y="749604"/>
                  </a:lnTo>
                  <a:lnTo>
                    <a:pt x="2694193" y="749534"/>
                  </a:lnTo>
                  <a:lnTo>
                    <a:pt x="2695410" y="749038"/>
                  </a:lnTo>
                  <a:lnTo>
                    <a:pt x="2697149" y="748331"/>
                  </a:lnTo>
                  <a:lnTo>
                    <a:pt x="2697323" y="748260"/>
                  </a:lnTo>
                  <a:lnTo>
                    <a:pt x="2699062" y="747553"/>
                  </a:lnTo>
                  <a:lnTo>
                    <a:pt x="2701496" y="746562"/>
                  </a:lnTo>
                  <a:lnTo>
                    <a:pt x="2702714" y="746067"/>
                  </a:lnTo>
                  <a:lnTo>
                    <a:pt x="2706539" y="744510"/>
                  </a:lnTo>
                  <a:lnTo>
                    <a:pt x="2715408" y="740901"/>
                  </a:lnTo>
                  <a:lnTo>
                    <a:pt x="2719408" y="739273"/>
                  </a:lnTo>
                  <a:lnTo>
                    <a:pt x="2719756" y="739132"/>
                  </a:lnTo>
                  <a:lnTo>
                    <a:pt x="2720625" y="738778"/>
                  </a:lnTo>
                  <a:lnTo>
                    <a:pt x="2722364" y="738070"/>
                  </a:lnTo>
                  <a:lnTo>
                    <a:pt x="2723060" y="737787"/>
                  </a:lnTo>
                  <a:lnTo>
                    <a:pt x="2731407" y="734389"/>
                  </a:lnTo>
                  <a:lnTo>
                    <a:pt x="2732450" y="733964"/>
                  </a:lnTo>
                  <a:lnTo>
                    <a:pt x="2738710" y="731415"/>
                  </a:lnTo>
                  <a:lnTo>
                    <a:pt x="2739928" y="730920"/>
                  </a:lnTo>
                  <a:lnTo>
                    <a:pt x="2746014" y="728441"/>
                  </a:lnTo>
                  <a:lnTo>
                    <a:pt x="2748275" y="727520"/>
                  </a:lnTo>
                  <a:lnTo>
                    <a:pt x="2750188" y="726741"/>
                  </a:lnTo>
                  <a:lnTo>
                    <a:pt x="2753839" y="725254"/>
                  </a:lnTo>
                  <a:lnTo>
                    <a:pt x="2754361" y="725042"/>
                  </a:lnTo>
                  <a:lnTo>
                    <a:pt x="2755231" y="724688"/>
                  </a:lnTo>
                  <a:lnTo>
                    <a:pt x="2755752" y="724475"/>
                  </a:lnTo>
                  <a:lnTo>
                    <a:pt x="2755926" y="724404"/>
                  </a:lnTo>
                  <a:lnTo>
                    <a:pt x="2758187" y="723483"/>
                  </a:lnTo>
                  <a:lnTo>
                    <a:pt x="2768273" y="719375"/>
                  </a:lnTo>
                  <a:lnTo>
                    <a:pt x="2769316" y="718950"/>
                  </a:lnTo>
                  <a:lnTo>
                    <a:pt x="2770708" y="718383"/>
                  </a:lnTo>
                  <a:lnTo>
                    <a:pt x="2774533" y="716824"/>
                  </a:lnTo>
                  <a:lnTo>
                    <a:pt x="2776272" y="716115"/>
                  </a:lnTo>
                  <a:lnTo>
                    <a:pt x="2776794" y="715903"/>
                  </a:lnTo>
                  <a:lnTo>
                    <a:pt x="2778185" y="715336"/>
                  </a:lnTo>
                  <a:lnTo>
                    <a:pt x="2778881" y="715053"/>
                  </a:lnTo>
                  <a:lnTo>
                    <a:pt x="2782359" y="713635"/>
                  </a:lnTo>
                  <a:lnTo>
                    <a:pt x="2782706" y="713494"/>
                  </a:lnTo>
                  <a:lnTo>
                    <a:pt x="2786011" y="712147"/>
                  </a:lnTo>
                  <a:lnTo>
                    <a:pt x="2788097" y="711297"/>
                  </a:lnTo>
                  <a:lnTo>
                    <a:pt x="2789662" y="710659"/>
                  </a:lnTo>
                  <a:lnTo>
                    <a:pt x="2791923" y="709737"/>
                  </a:lnTo>
                  <a:lnTo>
                    <a:pt x="2792966" y="709312"/>
                  </a:lnTo>
                  <a:lnTo>
                    <a:pt x="2793488" y="709099"/>
                  </a:lnTo>
                  <a:lnTo>
                    <a:pt x="2793662" y="709028"/>
                  </a:lnTo>
                  <a:lnTo>
                    <a:pt x="2795053" y="708461"/>
                  </a:lnTo>
                  <a:lnTo>
                    <a:pt x="2796966" y="707682"/>
                  </a:lnTo>
                  <a:lnTo>
                    <a:pt x="2799227" y="706760"/>
                  </a:lnTo>
                  <a:lnTo>
                    <a:pt x="2800792" y="706122"/>
                  </a:lnTo>
                  <a:lnTo>
                    <a:pt x="2804618" y="704563"/>
                  </a:lnTo>
                  <a:lnTo>
                    <a:pt x="2805835" y="704066"/>
                  </a:lnTo>
                  <a:lnTo>
                    <a:pt x="2806357" y="703854"/>
                  </a:lnTo>
                  <a:lnTo>
                    <a:pt x="2807922" y="703215"/>
                  </a:lnTo>
                  <a:lnTo>
                    <a:pt x="2813660" y="700876"/>
                  </a:lnTo>
                  <a:lnTo>
                    <a:pt x="2819399" y="698536"/>
                  </a:lnTo>
                  <a:lnTo>
                    <a:pt x="2823051" y="697046"/>
                  </a:lnTo>
                  <a:lnTo>
                    <a:pt x="2823225" y="696975"/>
                  </a:lnTo>
                  <a:lnTo>
                    <a:pt x="2825137" y="696195"/>
                  </a:lnTo>
                  <a:lnTo>
                    <a:pt x="2825311" y="696124"/>
                  </a:lnTo>
                  <a:lnTo>
                    <a:pt x="2826876" y="695486"/>
                  </a:lnTo>
                  <a:lnTo>
                    <a:pt x="2830354" y="694068"/>
                  </a:lnTo>
                  <a:lnTo>
                    <a:pt x="2831398" y="693642"/>
                  </a:lnTo>
                  <a:lnTo>
                    <a:pt x="2832267" y="693287"/>
                  </a:lnTo>
                  <a:lnTo>
                    <a:pt x="2832615" y="693145"/>
                  </a:lnTo>
                  <a:lnTo>
                    <a:pt x="2833658" y="692720"/>
                  </a:lnTo>
                  <a:lnTo>
                    <a:pt x="2839919" y="690166"/>
                  </a:lnTo>
                  <a:lnTo>
                    <a:pt x="2844266" y="688392"/>
                  </a:lnTo>
                  <a:lnTo>
                    <a:pt x="2845831" y="687754"/>
                  </a:lnTo>
                  <a:lnTo>
                    <a:pt x="2847049" y="687257"/>
                  </a:lnTo>
                  <a:lnTo>
                    <a:pt x="2847396" y="687115"/>
                  </a:lnTo>
                  <a:lnTo>
                    <a:pt x="2850353" y="685909"/>
                  </a:lnTo>
                  <a:lnTo>
                    <a:pt x="2852961" y="684845"/>
                  </a:lnTo>
                  <a:lnTo>
                    <a:pt x="2856787" y="683284"/>
                  </a:lnTo>
                  <a:lnTo>
                    <a:pt x="2859569" y="682148"/>
                  </a:lnTo>
                  <a:lnTo>
                    <a:pt x="2863743" y="680445"/>
                  </a:lnTo>
                  <a:lnTo>
                    <a:pt x="2866699" y="679238"/>
                  </a:lnTo>
                  <a:lnTo>
                    <a:pt x="2867395" y="678955"/>
                  </a:lnTo>
                  <a:lnTo>
                    <a:pt x="2867742" y="678813"/>
                  </a:lnTo>
                  <a:lnTo>
                    <a:pt x="2867916" y="678742"/>
                  </a:lnTo>
                  <a:lnTo>
                    <a:pt x="2868090" y="678671"/>
                  </a:lnTo>
                  <a:lnTo>
                    <a:pt x="2869307" y="678174"/>
                  </a:lnTo>
                  <a:lnTo>
                    <a:pt x="2871046" y="677464"/>
                  </a:lnTo>
                  <a:lnTo>
                    <a:pt x="2871220" y="677393"/>
                  </a:lnTo>
                  <a:lnTo>
                    <a:pt x="2872959" y="676683"/>
                  </a:lnTo>
                  <a:lnTo>
                    <a:pt x="2875394" y="675689"/>
                  </a:lnTo>
                  <a:lnTo>
                    <a:pt x="2876611" y="675193"/>
                  </a:lnTo>
                  <a:lnTo>
                    <a:pt x="2880437" y="673631"/>
                  </a:lnTo>
                  <a:lnTo>
                    <a:pt x="2889306" y="670010"/>
                  </a:lnTo>
                  <a:lnTo>
                    <a:pt x="2893305" y="668377"/>
                  </a:lnTo>
                  <a:lnTo>
                    <a:pt x="2893653" y="668235"/>
                  </a:lnTo>
                  <a:lnTo>
                    <a:pt x="2894523" y="667880"/>
                  </a:lnTo>
                  <a:lnTo>
                    <a:pt x="2896261" y="667170"/>
                  </a:lnTo>
                  <a:lnTo>
                    <a:pt x="2896957" y="666886"/>
                  </a:lnTo>
                  <a:lnTo>
                    <a:pt x="2905304" y="663477"/>
                  </a:lnTo>
                  <a:lnTo>
                    <a:pt x="2906348" y="663051"/>
                  </a:lnTo>
                  <a:lnTo>
                    <a:pt x="2912608" y="660494"/>
                  </a:lnTo>
                  <a:lnTo>
                    <a:pt x="2913825" y="659996"/>
                  </a:lnTo>
                  <a:lnTo>
                    <a:pt x="2919912" y="657510"/>
                  </a:lnTo>
                  <a:lnTo>
                    <a:pt x="2922172" y="656587"/>
                  </a:lnTo>
                  <a:lnTo>
                    <a:pt x="2924085" y="655805"/>
                  </a:lnTo>
                  <a:lnTo>
                    <a:pt x="2927737" y="654313"/>
                  </a:lnTo>
                  <a:lnTo>
                    <a:pt x="2928259" y="654100"/>
                  </a:lnTo>
                  <a:lnTo>
                    <a:pt x="2929128" y="653745"/>
                  </a:lnTo>
                  <a:lnTo>
                    <a:pt x="2929650" y="653532"/>
                  </a:lnTo>
                  <a:lnTo>
                    <a:pt x="2929824" y="653460"/>
                  </a:lnTo>
                  <a:lnTo>
                    <a:pt x="2932084" y="652537"/>
                  </a:lnTo>
                  <a:lnTo>
                    <a:pt x="2942170" y="648415"/>
                  </a:lnTo>
                  <a:lnTo>
                    <a:pt x="2943214" y="647989"/>
                  </a:lnTo>
                  <a:lnTo>
                    <a:pt x="2944605" y="647420"/>
                  </a:lnTo>
                  <a:lnTo>
                    <a:pt x="2948431" y="645857"/>
                  </a:lnTo>
                  <a:lnTo>
                    <a:pt x="2950170" y="645146"/>
                  </a:lnTo>
                  <a:lnTo>
                    <a:pt x="2950691" y="644933"/>
                  </a:lnTo>
                  <a:lnTo>
                    <a:pt x="2952083" y="644364"/>
                  </a:lnTo>
                  <a:lnTo>
                    <a:pt x="2952778" y="644080"/>
                  </a:lnTo>
                  <a:lnTo>
                    <a:pt x="2956256" y="642658"/>
                  </a:lnTo>
                  <a:lnTo>
                    <a:pt x="2956604" y="642516"/>
                  </a:lnTo>
                  <a:lnTo>
                    <a:pt x="2959908" y="641165"/>
                  </a:lnTo>
                  <a:lnTo>
                    <a:pt x="2961995" y="640312"/>
                  </a:lnTo>
                  <a:lnTo>
                    <a:pt x="2963560" y="639673"/>
                  </a:lnTo>
                  <a:lnTo>
                    <a:pt x="2964603" y="639246"/>
                  </a:lnTo>
                  <a:lnTo>
                    <a:pt x="2965820" y="638748"/>
                  </a:lnTo>
                  <a:lnTo>
                    <a:pt x="2966864" y="638322"/>
                  </a:lnTo>
                  <a:lnTo>
                    <a:pt x="2967386" y="638109"/>
                  </a:lnTo>
                  <a:lnTo>
                    <a:pt x="2967559" y="638037"/>
                  </a:lnTo>
                  <a:lnTo>
                    <a:pt x="2968951" y="637469"/>
                  </a:lnTo>
                  <a:lnTo>
                    <a:pt x="2970863" y="636687"/>
                  </a:lnTo>
                  <a:lnTo>
                    <a:pt x="2973124" y="635762"/>
                  </a:lnTo>
                  <a:lnTo>
                    <a:pt x="2974689" y="635122"/>
                  </a:lnTo>
                  <a:lnTo>
                    <a:pt x="2978515" y="633558"/>
                  </a:lnTo>
                  <a:lnTo>
                    <a:pt x="2979732" y="633060"/>
                  </a:lnTo>
                  <a:lnTo>
                    <a:pt x="2980254" y="632847"/>
                  </a:lnTo>
                  <a:lnTo>
                    <a:pt x="2981819" y="632207"/>
                  </a:lnTo>
                  <a:lnTo>
                    <a:pt x="2987558" y="629860"/>
                  </a:lnTo>
                  <a:lnTo>
                    <a:pt x="2993296" y="627513"/>
                  </a:lnTo>
                  <a:lnTo>
                    <a:pt x="2996948" y="626019"/>
                  </a:lnTo>
                  <a:lnTo>
                    <a:pt x="2997122" y="625948"/>
                  </a:lnTo>
                  <a:lnTo>
                    <a:pt x="2999035" y="625166"/>
                  </a:lnTo>
                  <a:lnTo>
                    <a:pt x="2999209" y="625095"/>
                  </a:lnTo>
                  <a:lnTo>
                    <a:pt x="3000774" y="624455"/>
                  </a:lnTo>
                  <a:lnTo>
                    <a:pt x="3004252" y="623032"/>
                  </a:lnTo>
                  <a:lnTo>
                    <a:pt x="3005295" y="622605"/>
                  </a:lnTo>
                  <a:lnTo>
                    <a:pt x="3006165" y="622249"/>
                  </a:lnTo>
                  <a:lnTo>
                    <a:pt x="3006512" y="622107"/>
                  </a:lnTo>
                  <a:lnTo>
                    <a:pt x="3007556" y="621680"/>
                  </a:lnTo>
                  <a:lnTo>
                    <a:pt x="3013816" y="619119"/>
                  </a:lnTo>
                  <a:lnTo>
                    <a:pt x="3018164" y="617340"/>
                  </a:lnTo>
                  <a:lnTo>
                    <a:pt x="3019729" y="616700"/>
                  </a:lnTo>
                  <a:lnTo>
                    <a:pt x="3020946" y="616202"/>
                  </a:lnTo>
                  <a:lnTo>
                    <a:pt x="3021294" y="616059"/>
                  </a:lnTo>
                  <a:lnTo>
                    <a:pt x="3024250" y="614850"/>
                  </a:lnTo>
                  <a:lnTo>
                    <a:pt x="3026858" y="613782"/>
                  </a:lnTo>
                  <a:lnTo>
                    <a:pt x="3030684" y="612217"/>
                  </a:lnTo>
                  <a:lnTo>
                    <a:pt x="3033467" y="611078"/>
                  </a:lnTo>
                  <a:lnTo>
                    <a:pt x="3037640" y="609370"/>
                  </a:lnTo>
                  <a:lnTo>
                    <a:pt x="3040596" y="608160"/>
                  </a:lnTo>
                  <a:lnTo>
                    <a:pt x="3041292" y="607875"/>
                  </a:lnTo>
                  <a:lnTo>
                    <a:pt x="3041640" y="607733"/>
                  </a:lnTo>
                  <a:lnTo>
                    <a:pt x="3041814" y="607662"/>
                  </a:lnTo>
                  <a:lnTo>
                    <a:pt x="3041988" y="607591"/>
                  </a:lnTo>
                  <a:lnTo>
                    <a:pt x="3043205" y="607092"/>
                  </a:lnTo>
                  <a:lnTo>
                    <a:pt x="3044944" y="606381"/>
                  </a:lnTo>
                  <a:lnTo>
                    <a:pt x="3045118" y="606309"/>
                  </a:lnTo>
                  <a:lnTo>
                    <a:pt x="3046857" y="605598"/>
                  </a:lnTo>
                  <a:lnTo>
                    <a:pt x="3049291" y="604601"/>
                  </a:lnTo>
                  <a:lnTo>
                    <a:pt x="3050509" y="604103"/>
                  </a:lnTo>
                  <a:lnTo>
                    <a:pt x="3054334" y="602536"/>
                  </a:lnTo>
                  <a:lnTo>
                    <a:pt x="3063203" y="598905"/>
                  </a:lnTo>
                  <a:lnTo>
                    <a:pt x="3067203" y="597268"/>
                  </a:lnTo>
                  <a:lnTo>
                    <a:pt x="3067550" y="597125"/>
                  </a:lnTo>
                  <a:lnTo>
                    <a:pt x="3068420" y="596769"/>
                  </a:lnTo>
                  <a:lnTo>
                    <a:pt x="3070159" y="596057"/>
                  </a:lnTo>
                  <a:lnTo>
                    <a:pt x="3070855" y="595772"/>
                  </a:lnTo>
                  <a:lnTo>
                    <a:pt x="3079202" y="592354"/>
                  </a:lnTo>
                  <a:lnTo>
                    <a:pt x="3080245" y="591927"/>
                  </a:lnTo>
                  <a:lnTo>
                    <a:pt x="3086505" y="589363"/>
                  </a:lnTo>
                  <a:lnTo>
                    <a:pt x="3087723" y="588864"/>
                  </a:lnTo>
                  <a:lnTo>
                    <a:pt x="3093809" y="586371"/>
                  </a:lnTo>
                  <a:lnTo>
                    <a:pt x="3096070" y="585445"/>
                  </a:lnTo>
                  <a:lnTo>
                    <a:pt x="3097983" y="584662"/>
                  </a:lnTo>
                  <a:lnTo>
                    <a:pt x="3101634" y="583166"/>
                  </a:lnTo>
                  <a:lnTo>
                    <a:pt x="3102156" y="582952"/>
                  </a:lnTo>
                  <a:lnTo>
                    <a:pt x="3103026" y="582596"/>
                  </a:lnTo>
                  <a:lnTo>
                    <a:pt x="3103547" y="582382"/>
                  </a:lnTo>
                  <a:lnTo>
                    <a:pt x="3103721" y="582311"/>
                  </a:lnTo>
                  <a:lnTo>
                    <a:pt x="3105982" y="581385"/>
                  </a:lnTo>
                  <a:lnTo>
                    <a:pt x="3116068" y="577252"/>
                  </a:lnTo>
                  <a:lnTo>
                    <a:pt x="3117111" y="576825"/>
                  </a:lnTo>
                  <a:lnTo>
                    <a:pt x="3118502" y="576254"/>
                  </a:lnTo>
                  <a:lnTo>
                    <a:pt x="3122328" y="574687"/>
                  </a:lnTo>
                  <a:lnTo>
                    <a:pt x="3124067" y="573974"/>
                  </a:lnTo>
                  <a:lnTo>
                    <a:pt x="3124589" y="573760"/>
                  </a:lnTo>
                  <a:lnTo>
                    <a:pt x="3125980" y="573190"/>
                  </a:lnTo>
                  <a:lnTo>
                    <a:pt x="3126676" y="572905"/>
                  </a:lnTo>
                  <a:lnTo>
                    <a:pt x="3130154" y="571480"/>
                  </a:lnTo>
                  <a:lnTo>
                    <a:pt x="3130501" y="571337"/>
                  </a:lnTo>
                  <a:lnTo>
                    <a:pt x="3133805" y="569983"/>
                  </a:lnTo>
                  <a:lnTo>
                    <a:pt x="3135892" y="569128"/>
                  </a:lnTo>
                  <a:lnTo>
                    <a:pt x="3137457" y="568486"/>
                  </a:lnTo>
                  <a:lnTo>
                    <a:pt x="3138501" y="568059"/>
                  </a:lnTo>
                  <a:lnTo>
                    <a:pt x="3139718" y="567560"/>
                  </a:lnTo>
                  <a:lnTo>
                    <a:pt x="3140761" y="567132"/>
                  </a:lnTo>
                  <a:lnTo>
                    <a:pt x="3141283" y="566918"/>
                  </a:lnTo>
                  <a:lnTo>
                    <a:pt x="3141457" y="566847"/>
                  </a:lnTo>
                  <a:lnTo>
                    <a:pt x="3142848" y="566277"/>
                  </a:lnTo>
                  <a:lnTo>
                    <a:pt x="3144761" y="565493"/>
                  </a:lnTo>
                  <a:lnTo>
                    <a:pt x="3147022" y="564566"/>
                  </a:lnTo>
                  <a:lnTo>
                    <a:pt x="3148587" y="563924"/>
                  </a:lnTo>
                  <a:lnTo>
                    <a:pt x="3152412" y="562356"/>
                  </a:lnTo>
                  <a:lnTo>
                    <a:pt x="3153630" y="561857"/>
                  </a:lnTo>
                  <a:lnTo>
                    <a:pt x="3154151" y="561643"/>
                  </a:lnTo>
                  <a:lnTo>
                    <a:pt x="3155716" y="561001"/>
                  </a:lnTo>
                  <a:lnTo>
                    <a:pt x="3161455" y="558649"/>
                  </a:lnTo>
                  <a:lnTo>
                    <a:pt x="3167194" y="556296"/>
                  </a:lnTo>
                  <a:lnTo>
                    <a:pt x="3170846" y="554798"/>
                  </a:lnTo>
                  <a:lnTo>
                    <a:pt x="3171019" y="554727"/>
                  </a:lnTo>
                  <a:lnTo>
                    <a:pt x="3172932" y="553942"/>
                  </a:lnTo>
                  <a:lnTo>
                    <a:pt x="3173106" y="553871"/>
                  </a:lnTo>
                  <a:lnTo>
                    <a:pt x="3174671" y="553229"/>
                  </a:lnTo>
                  <a:lnTo>
                    <a:pt x="3178149" y="551803"/>
                  </a:lnTo>
                  <a:lnTo>
                    <a:pt x="3179193" y="551375"/>
                  </a:lnTo>
                  <a:lnTo>
                    <a:pt x="3180062" y="551018"/>
                  </a:lnTo>
                  <a:lnTo>
                    <a:pt x="3180410" y="550876"/>
                  </a:lnTo>
                  <a:lnTo>
                    <a:pt x="3181453" y="550448"/>
                  </a:lnTo>
                  <a:lnTo>
                    <a:pt x="3187714" y="547880"/>
                  </a:lnTo>
                  <a:lnTo>
                    <a:pt x="3192061" y="546097"/>
                  </a:lnTo>
                  <a:lnTo>
                    <a:pt x="3193626" y="545455"/>
                  </a:lnTo>
                  <a:lnTo>
                    <a:pt x="3194843" y="544956"/>
                  </a:lnTo>
                  <a:lnTo>
                    <a:pt x="3195191" y="544813"/>
                  </a:lnTo>
                  <a:lnTo>
                    <a:pt x="3198147" y="543600"/>
                  </a:lnTo>
                  <a:lnTo>
                    <a:pt x="3200756" y="542530"/>
                  </a:lnTo>
                  <a:lnTo>
                    <a:pt x="3204582" y="540961"/>
                  </a:lnTo>
                  <a:lnTo>
                    <a:pt x="3207364" y="539819"/>
                  </a:lnTo>
                  <a:lnTo>
                    <a:pt x="3211538" y="538107"/>
                  </a:lnTo>
                  <a:lnTo>
                    <a:pt x="3214494" y="536894"/>
                  </a:lnTo>
                  <a:lnTo>
                    <a:pt x="3215189" y="536609"/>
                  </a:lnTo>
                  <a:lnTo>
                    <a:pt x="3215537" y="536466"/>
                  </a:lnTo>
                  <a:lnTo>
                    <a:pt x="3215711" y="536395"/>
                  </a:lnTo>
                  <a:lnTo>
                    <a:pt x="3215885" y="536323"/>
                  </a:lnTo>
                  <a:lnTo>
                    <a:pt x="3217102" y="535824"/>
                  </a:lnTo>
                  <a:lnTo>
                    <a:pt x="3218841" y="535110"/>
                  </a:lnTo>
                  <a:lnTo>
                    <a:pt x="3219015" y="535039"/>
                  </a:lnTo>
                  <a:lnTo>
                    <a:pt x="3220754" y="534326"/>
                  </a:lnTo>
                  <a:lnTo>
                    <a:pt x="3223189" y="533327"/>
                  </a:lnTo>
                  <a:lnTo>
                    <a:pt x="3224406" y="532827"/>
                  </a:lnTo>
                  <a:lnTo>
                    <a:pt x="3228232" y="531257"/>
                  </a:lnTo>
                  <a:lnTo>
                    <a:pt x="3237100" y="527617"/>
                  </a:lnTo>
                  <a:lnTo>
                    <a:pt x="3241100" y="525976"/>
                  </a:lnTo>
                  <a:lnTo>
                    <a:pt x="3241448" y="525833"/>
                  </a:lnTo>
                  <a:lnTo>
                    <a:pt x="3242317" y="525476"/>
                  </a:lnTo>
                  <a:lnTo>
                    <a:pt x="3244056" y="524762"/>
                  </a:lnTo>
                  <a:lnTo>
                    <a:pt x="3244752" y="524477"/>
                  </a:lnTo>
                  <a:lnTo>
                    <a:pt x="3253099" y="521051"/>
                  </a:lnTo>
                  <a:lnTo>
                    <a:pt x="3254142" y="520622"/>
                  </a:lnTo>
                  <a:lnTo>
                    <a:pt x="3260403" y="518052"/>
                  </a:lnTo>
                  <a:lnTo>
                    <a:pt x="3261620" y="517552"/>
                  </a:lnTo>
                  <a:lnTo>
                    <a:pt x="3267706" y="515054"/>
                  </a:lnTo>
                  <a:lnTo>
                    <a:pt x="3269967" y="514125"/>
                  </a:lnTo>
                  <a:lnTo>
                    <a:pt x="3271880" y="513340"/>
                  </a:lnTo>
                  <a:lnTo>
                    <a:pt x="3275532" y="511841"/>
                  </a:lnTo>
                  <a:lnTo>
                    <a:pt x="3276054" y="511626"/>
                  </a:lnTo>
                  <a:lnTo>
                    <a:pt x="3276923" y="511269"/>
                  </a:lnTo>
                  <a:lnTo>
                    <a:pt x="3277445" y="511055"/>
                  </a:lnTo>
                  <a:lnTo>
                    <a:pt x="3277619" y="510984"/>
                  </a:lnTo>
                  <a:lnTo>
                    <a:pt x="3279879" y="510055"/>
                  </a:lnTo>
                  <a:lnTo>
                    <a:pt x="3289965" y="505913"/>
                  </a:lnTo>
                  <a:lnTo>
                    <a:pt x="3291009" y="505485"/>
                  </a:lnTo>
                  <a:lnTo>
                    <a:pt x="3292400" y="504914"/>
                  </a:lnTo>
                  <a:lnTo>
                    <a:pt x="3296226" y="503342"/>
                  </a:lnTo>
                  <a:lnTo>
                    <a:pt x="3297965" y="502628"/>
                  </a:lnTo>
                  <a:lnTo>
                    <a:pt x="3298486" y="502414"/>
                  </a:lnTo>
                  <a:lnTo>
                    <a:pt x="3299877" y="501842"/>
                  </a:lnTo>
                  <a:lnTo>
                    <a:pt x="3300573" y="501557"/>
                  </a:lnTo>
                  <a:lnTo>
                    <a:pt x="3304051" y="500128"/>
                  </a:lnTo>
                  <a:lnTo>
                    <a:pt x="3304399" y="499985"/>
                  </a:lnTo>
                  <a:lnTo>
                    <a:pt x="3307703" y="498628"/>
                  </a:lnTo>
                  <a:lnTo>
                    <a:pt x="3309790" y="497771"/>
                  </a:lnTo>
                  <a:lnTo>
                    <a:pt x="3311355" y="497128"/>
                  </a:lnTo>
                  <a:lnTo>
                    <a:pt x="3312398" y="496699"/>
                  </a:lnTo>
                  <a:lnTo>
                    <a:pt x="3313615" y="496199"/>
                  </a:lnTo>
                  <a:lnTo>
                    <a:pt x="3314659" y="495771"/>
                  </a:lnTo>
                  <a:lnTo>
                    <a:pt x="3315180" y="495556"/>
                  </a:lnTo>
                  <a:lnTo>
                    <a:pt x="3315354" y="495485"/>
                  </a:lnTo>
                  <a:lnTo>
                    <a:pt x="3316746" y="494913"/>
                  </a:lnTo>
                  <a:lnTo>
                    <a:pt x="3318658" y="494127"/>
                  </a:lnTo>
                  <a:lnTo>
                    <a:pt x="3320919" y="493199"/>
                  </a:lnTo>
                  <a:lnTo>
                    <a:pt x="3322484" y="492556"/>
                  </a:lnTo>
                  <a:lnTo>
                    <a:pt x="3326310" y="490984"/>
                  </a:lnTo>
                  <a:lnTo>
                    <a:pt x="3327527" y="490484"/>
                  </a:lnTo>
                  <a:lnTo>
                    <a:pt x="3328049" y="490269"/>
                  </a:lnTo>
                  <a:lnTo>
                    <a:pt x="3329614" y="489626"/>
                  </a:lnTo>
                  <a:lnTo>
                    <a:pt x="3335353" y="487268"/>
                  </a:lnTo>
                  <a:lnTo>
                    <a:pt x="3341091" y="484910"/>
                  </a:lnTo>
                  <a:lnTo>
                    <a:pt x="3344743" y="483409"/>
                  </a:lnTo>
                  <a:lnTo>
                    <a:pt x="3344917" y="483338"/>
                  </a:lnTo>
                  <a:lnTo>
                    <a:pt x="3346830" y="482552"/>
                  </a:lnTo>
                  <a:lnTo>
                    <a:pt x="3347004" y="482480"/>
                  </a:lnTo>
                  <a:lnTo>
                    <a:pt x="3348569" y="481837"/>
                  </a:lnTo>
                  <a:lnTo>
                    <a:pt x="3352047" y="480408"/>
                  </a:lnTo>
                  <a:lnTo>
                    <a:pt x="3353090" y="479979"/>
                  </a:lnTo>
                  <a:lnTo>
                    <a:pt x="3353960" y="479622"/>
                  </a:lnTo>
                  <a:lnTo>
                    <a:pt x="3354307" y="479479"/>
                  </a:lnTo>
                  <a:lnTo>
                    <a:pt x="3355351" y="479050"/>
                  </a:lnTo>
                  <a:lnTo>
                    <a:pt x="3361611" y="476477"/>
                  </a:lnTo>
                  <a:lnTo>
                    <a:pt x="3365958" y="474690"/>
                  </a:lnTo>
                  <a:lnTo>
                    <a:pt x="3367524" y="474046"/>
                  </a:lnTo>
                  <a:lnTo>
                    <a:pt x="3368741" y="473546"/>
                  </a:lnTo>
                  <a:lnTo>
                    <a:pt x="3369089" y="473403"/>
                  </a:lnTo>
                  <a:lnTo>
                    <a:pt x="3374653" y="471116"/>
                  </a:lnTo>
                  <a:lnTo>
                    <a:pt x="3378479" y="469543"/>
                  </a:lnTo>
                  <a:lnTo>
                    <a:pt x="3381261" y="468399"/>
                  </a:lnTo>
                  <a:lnTo>
                    <a:pt x="3385435" y="466683"/>
                  </a:lnTo>
                  <a:lnTo>
                    <a:pt x="3388391" y="465468"/>
                  </a:lnTo>
                  <a:lnTo>
                    <a:pt x="3389087" y="465182"/>
                  </a:lnTo>
                  <a:lnTo>
                    <a:pt x="3389435" y="465039"/>
                  </a:lnTo>
                  <a:lnTo>
                    <a:pt x="3389609" y="464967"/>
                  </a:lnTo>
                  <a:lnTo>
                    <a:pt x="3389782" y="464896"/>
                  </a:lnTo>
                  <a:lnTo>
                    <a:pt x="3391000" y="464395"/>
                  </a:lnTo>
                  <a:lnTo>
                    <a:pt x="3392739" y="463680"/>
                  </a:lnTo>
                  <a:lnTo>
                    <a:pt x="3392913" y="463608"/>
                  </a:lnTo>
                  <a:lnTo>
                    <a:pt x="3394652" y="462893"/>
                  </a:lnTo>
                  <a:lnTo>
                    <a:pt x="3397086" y="461892"/>
                  </a:lnTo>
                  <a:lnTo>
                    <a:pt x="3398303" y="461392"/>
                  </a:lnTo>
                  <a:lnTo>
                    <a:pt x="3402129" y="459819"/>
                  </a:lnTo>
                  <a:lnTo>
                    <a:pt x="3410998" y="456171"/>
                  </a:lnTo>
                  <a:lnTo>
                    <a:pt x="3414998" y="454527"/>
                  </a:lnTo>
                  <a:lnTo>
                    <a:pt x="3415345" y="454383"/>
                  </a:lnTo>
                  <a:lnTo>
                    <a:pt x="3416215" y="454026"/>
                  </a:lnTo>
                  <a:lnTo>
                    <a:pt x="3417954" y="453311"/>
                  </a:lnTo>
                  <a:lnTo>
                    <a:pt x="3418649" y="453025"/>
                  </a:lnTo>
                  <a:lnTo>
                    <a:pt x="3426996" y="449591"/>
                  </a:lnTo>
                  <a:lnTo>
                    <a:pt x="3428040" y="449162"/>
                  </a:lnTo>
                  <a:lnTo>
                    <a:pt x="3434300" y="446587"/>
                  </a:lnTo>
                  <a:lnTo>
                    <a:pt x="3435517" y="446086"/>
                  </a:lnTo>
                  <a:lnTo>
                    <a:pt x="3441604" y="443582"/>
                  </a:lnTo>
                  <a:lnTo>
                    <a:pt x="3443865" y="442652"/>
                  </a:lnTo>
                  <a:lnTo>
                    <a:pt x="3445777" y="441865"/>
                  </a:lnTo>
                  <a:lnTo>
                    <a:pt x="3449429" y="440363"/>
                  </a:lnTo>
                  <a:lnTo>
                    <a:pt x="3449951" y="440148"/>
                  </a:lnTo>
                  <a:lnTo>
                    <a:pt x="3450820" y="439791"/>
                  </a:lnTo>
                  <a:lnTo>
                    <a:pt x="3451342" y="439576"/>
                  </a:lnTo>
                  <a:lnTo>
                    <a:pt x="3451516" y="439504"/>
                  </a:lnTo>
                  <a:lnTo>
                    <a:pt x="3453777" y="438574"/>
                  </a:lnTo>
                  <a:lnTo>
                    <a:pt x="3463863" y="434424"/>
                  </a:lnTo>
                  <a:lnTo>
                    <a:pt x="3464906" y="433995"/>
                  </a:lnTo>
                  <a:lnTo>
                    <a:pt x="3466297" y="433422"/>
                  </a:lnTo>
                  <a:lnTo>
                    <a:pt x="3470123" y="431848"/>
                  </a:lnTo>
                  <a:lnTo>
                    <a:pt x="3471862" y="431132"/>
                  </a:lnTo>
                  <a:lnTo>
                    <a:pt x="3472384" y="430918"/>
                  </a:lnTo>
                  <a:lnTo>
                    <a:pt x="3473775" y="430345"/>
                  </a:lnTo>
                  <a:lnTo>
                    <a:pt x="3474470" y="430059"/>
                  </a:lnTo>
                  <a:lnTo>
                    <a:pt x="3477948" y="428628"/>
                  </a:lnTo>
                  <a:lnTo>
                    <a:pt x="3478296" y="428484"/>
                  </a:lnTo>
                  <a:lnTo>
                    <a:pt x="3481600" y="427125"/>
                  </a:lnTo>
                  <a:lnTo>
                    <a:pt x="3483687" y="426266"/>
                  </a:lnTo>
                  <a:lnTo>
                    <a:pt x="3485252" y="425622"/>
                  </a:lnTo>
                  <a:lnTo>
                    <a:pt x="3486296" y="425192"/>
                  </a:lnTo>
                  <a:lnTo>
                    <a:pt x="3487513" y="424691"/>
                  </a:lnTo>
                  <a:lnTo>
                    <a:pt x="3488556" y="424262"/>
                  </a:lnTo>
                  <a:lnTo>
                    <a:pt x="3489078" y="424047"/>
                  </a:lnTo>
                  <a:lnTo>
                    <a:pt x="3489252" y="423975"/>
                  </a:lnTo>
                  <a:lnTo>
                    <a:pt x="3490643" y="423403"/>
                  </a:lnTo>
                  <a:lnTo>
                    <a:pt x="3492556" y="422615"/>
                  </a:lnTo>
                  <a:lnTo>
                    <a:pt x="3494816" y="421685"/>
                  </a:lnTo>
                  <a:lnTo>
                    <a:pt x="3496382" y="421041"/>
                  </a:lnTo>
                  <a:lnTo>
                    <a:pt x="3500207" y="419466"/>
                  </a:lnTo>
                  <a:lnTo>
                    <a:pt x="3501425" y="418965"/>
                  </a:lnTo>
                  <a:lnTo>
                    <a:pt x="3501946" y="418750"/>
                  </a:lnTo>
                  <a:lnTo>
                    <a:pt x="3503511" y="418106"/>
                  </a:lnTo>
                  <a:lnTo>
                    <a:pt x="3509250" y="415743"/>
                  </a:lnTo>
                  <a:lnTo>
                    <a:pt x="3514989" y="413381"/>
                  </a:lnTo>
                  <a:lnTo>
                    <a:pt x="3518640" y="411877"/>
                  </a:lnTo>
                  <a:lnTo>
                    <a:pt x="3518814" y="411806"/>
                  </a:lnTo>
                  <a:lnTo>
                    <a:pt x="3520727" y="411018"/>
                  </a:lnTo>
                  <a:lnTo>
                    <a:pt x="3520901" y="410946"/>
                  </a:lnTo>
                  <a:lnTo>
                    <a:pt x="3522466" y="410302"/>
                  </a:lnTo>
                  <a:lnTo>
                    <a:pt x="3525944" y="408870"/>
                  </a:lnTo>
                  <a:lnTo>
                    <a:pt x="3526988" y="408440"/>
                  </a:lnTo>
                  <a:lnTo>
                    <a:pt x="3527857" y="408082"/>
                  </a:lnTo>
                  <a:lnTo>
                    <a:pt x="3528205" y="407939"/>
                  </a:lnTo>
                  <a:lnTo>
                    <a:pt x="3529248" y="407510"/>
                  </a:lnTo>
                  <a:lnTo>
                    <a:pt x="3535508" y="404932"/>
                  </a:lnTo>
                  <a:lnTo>
                    <a:pt x="3539856" y="403142"/>
                  </a:lnTo>
                  <a:lnTo>
                    <a:pt x="3541421" y="402497"/>
                  </a:lnTo>
                  <a:lnTo>
                    <a:pt x="3542638" y="401996"/>
                  </a:lnTo>
                  <a:lnTo>
                    <a:pt x="3542986" y="401852"/>
                  </a:lnTo>
                  <a:lnTo>
                    <a:pt x="3545942" y="400635"/>
                  </a:lnTo>
                  <a:lnTo>
                    <a:pt x="3548551" y="399561"/>
                  </a:lnTo>
                  <a:lnTo>
                    <a:pt x="3552377" y="397985"/>
                  </a:lnTo>
                  <a:lnTo>
                    <a:pt x="3555159" y="396839"/>
                  </a:lnTo>
                  <a:lnTo>
                    <a:pt x="3559332" y="395120"/>
                  </a:lnTo>
                  <a:lnTo>
                    <a:pt x="3562289" y="393903"/>
                  </a:lnTo>
                  <a:lnTo>
                    <a:pt x="3562984" y="393616"/>
                  </a:lnTo>
                  <a:lnTo>
                    <a:pt x="3563332" y="393473"/>
                  </a:lnTo>
                  <a:lnTo>
                    <a:pt x="3563506" y="393401"/>
                  </a:lnTo>
                  <a:lnTo>
                    <a:pt x="3563680" y="393330"/>
                  </a:lnTo>
                  <a:lnTo>
                    <a:pt x="3564897" y="392828"/>
                  </a:lnTo>
                  <a:lnTo>
                    <a:pt x="3566636" y="392112"/>
                  </a:lnTo>
                  <a:lnTo>
                    <a:pt x="3566810" y="392040"/>
                  </a:lnTo>
                  <a:lnTo>
                    <a:pt x="3568549" y="391324"/>
                  </a:lnTo>
                  <a:lnTo>
                    <a:pt x="3570984" y="390321"/>
                  </a:lnTo>
                  <a:lnTo>
                    <a:pt x="3572201" y="389820"/>
                  </a:lnTo>
                  <a:lnTo>
                    <a:pt x="3576027" y="388244"/>
                  </a:lnTo>
                  <a:lnTo>
                    <a:pt x="3584895" y="384590"/>
                  </a:lnTo>
                  <a:lnTo>
                    <a:pt x="3588895" y="382942"/>
                  </a:lnTo>
                  <a:lnTo>
                    <a:pt x="3590112" y="382441"/>
                  </a:lnTo>
                  <a:lnTo>
                    <a:pt x="3591851" y="381724"/>
                  </a:lnTo>
                  <a:lnTo>
                    <a:pt x="3592547" y="381438"/>
                  </a:lnTo>
                  <a:lnTo>
                    <a:pt x="3601937" y="377568"/>
                  </a:lnTo>
                  <a:lnTo>
                    <a:pt x="3608198" y="374989"/>
                  </a:lnTo>
                  <a:lnTo>
                    <a:pt x="3609415" y="374487"/>
                  </a:lnTo>
                  <a:lnTo>
                    <a:pt x="3615501" y="371979"/>
                  </a:lnTo>
                  <a:lnTo>
                    <a:pt x="3617762" y="371048"/>
                  </a:lnTo>
                  <a:lnTo>
                    <a:pt x="3619675" y="370259"/>
                  </a:lnTo>
                  <a:lnTo>
                    <a:pt x="3623327" y="368754"/>
                  </a:lnTo>
                  <a:lnTo>
                    <a:pt x="3623848" y="368539"/>
                  </a:lnTo>
                  <a:lnTo>
                    <a:pt x="3624718" y="368181"/>
                  </a:lnTo>
                  <a:lnTo>
                    <a:pt x="3625240" y="367966"/>
                  </a:lnTo>
                  <a:lnTo>
                    <a:pt x="3625413" y="367894"/>
                  </a:lnTo>
                  <a:lnTo>
                    <a:pt x="3627674" y="366962"/>
                  </a:lnTo>
                  <a:lnTo>
                    <a:pt x="3637760" y="362805"/>
                  </a:lnTo>
                  <a:lnTo>
                    <a:pt x="3638804" y="362375"/>
                  </a:lnTo>
                  <a:lnTo>
                    <a:pt x="3640195" y="361802"/>
                  </a:lnTo>
                  <a:lnTo>
                    <a:pt x="3644021" y="360225"/>
                  </a:lnTo>
                  <a:lnTo>
                    <a:pt x="3645759" y="359508"/>
                  </a:lnTo>
                  <a:lnTo>
                    <a:pt x="3646281" y="359293"/>
                  </a:lnTo>
                  <a:lnTo>
                    <a:pt x="3647672" y="358720"/>
                  </a:lnTo>
                  <a:lnTo>
                    <a:pt x="3648368" y="358433"/>
                  </a:lnTo>
                  <a:lnTo>
                    <a:pt x="3651846" y="356999"/>
                  </a:lnTo>
                  <a:lnTo>
                    <a:pt x="3652194" y="356856"/>
                  </a:lnTo>
                  <a:lnTo>
                    <a:pt x="3655498" y="355494"/>
                  </a:lnTo>
                  <a:lnTo>
                    <a:pt x="3657585" y="354633"/>
                  </a:lnTo>
                  <a:lnTo>
                    <a:pt x="3659150" y="353988"/>
                  </a:lnTo>
                  <a:lnTo>
                    <a:pt x="3660193" y="353558"/>
                  </a:lnTo>
                  <a:lnTo>
                    <a:pt x="3661410" y="353056"/>
                  </a:lnTo>
                  <a:lnTo>
                    <a:pt x="3662454" y="352626"/>
                  </a:lnTo>
                  <a:lnTo>
                    <a:pt x="3662975" y="352411"/>
                  </a:lnTo>
                  <a:lnTo>
                    <a:pt x="3663149" y="352339"/>
                  </a:lnTo>
                  <a:lnTo>
                    <a:pt x="3664540" y="351766"/>
                  </a:lnTo>
                  <a:lnTo>
                    <a:pt x="3666453" y="350977"/>
                  </a:lnTo>
                  <a:lnTo>
                    <a:pt x="3668714" y="350045"/>
                  </a:lnTo>
                  <a:lnTo>
                    <a:pt x="3670279" y="349400"/>
                  </a:lnTo>
                  <a:lnTo>
                    <a:pt x="3674105" y="347822"/>
                  </a:lnTo>
                  <a:lnTo>
                    <a:pt x="3675322" y="347321"/>
                  </a:lnTo>
                  <a:lnTo>
                    <a:pt x="3675844" y="347105"/>
                  </a:lnTo>
                  <a:lnTo>
                    <a:pt x="3677409" y="346460"/>
                  </a:lnTo>
                  <a:lnTo>
                    <a:pt x="3683147" y="344094"/>
                  </a:lnTo>
                  <a:lnTo>
                    <a:pt x="3688886" y="341728"/>
                  </a:lnTo>
                  <a:lnTo>
                    <a:pt x="3692538" y="340222"/>
                  </a:lnTo>
                  <a:lnTo>
                    <a:pt x="3692712" y="340150"/>
                  </a:lnTo>
                  <a:lnTo>
                    <a:pt x="3694625" y="339361"/>
                  </a:lnTo>
                  <a:lnTo>
                    <a:pt x="3694799" y="339289"/>
                  </a:lnTo>
                  <a:lnTo>
                    <a:pt x="3696364" y="338644"/>
                  </a:lnTo>
                  <a:lnTo>
                    <a:pt x="3699842" y="337210"/>
                  </a:lnTo>
                  <a:lnTo>
                    <a:pt x="3700885" y="336779"/>
                  </a:lnTo>
                  <a:lnTo>
                    <a:pt x="3701754" y="336421"/>
                  </a:lnTo>
                  <a:lnTo>
                    <a:pt x="3702102" y="336277"/>
                  </a:lnTo>
                  <a:lnTo>
                    <a:pt x="3703146" y="335847"/>
                  </a:lnTo>
                  <a:lnTo>
                    <a:pt x="3709406" y="333265"/>
                  </a:lnTo>
                  <a:lnTo>
                    <a:pt x="3713753" y="331472"/>
                  </a:lnTo>
                  <a:lnTo>
                    <a:pt x="3715318" y="330827"/>
                  </a:lnTo>
                  <a:lnTo>
                    <a:pt x="3716536" y="330324"/>
                  </a:lnTo>
                  <a:lnTo>
                    <a:pt x="3716884" y="330181"/>
                  </a:lnTo>
                  <a:lnTo>
                    <a:pt x="3719840" y="328962"/>
                  </a:lnTo>
                  <a:lnTo>
                    <a:pt x="3722448" y="327886"/>
                  </a:lnTo>
                  <a:lnTo>
                    <a:pt x="3726274" y="326308"/>
                  </a:lnTo>
                  <a:lnTo>
                    <a:pt x="3729056" y="325160"/>
                  </a:lnTo>
                  <a:lnTo>
                    <a:pt x="3736186" y="322219"/>
                  </a:lnTo>
                  <a:lnTo>
                    <a:pt x="3736882" y="321932"/>
                  </a:lnTo>
                  <a:lnTo>
                    <a:pt x="3737230" y="321788"/>
                  </a:lnTo>
                  <a:lnTo>
                    <a:pt x="3737403" y="321717"/>
                  </a:lnTo>
                  <a:lnTo>
                    <a:pt x="3737577" y="321645"/>
                  </a:lnTo>
                  <a:lnTo>
                    <a:pt x="3738795" y="321143"/>
                  </a:lnTo>
                  <a:lnTo>
                    <a:pt x="3740534" y="320425"/>
                  </a:lnTo>
                  <a:lnTo>
                    <a:pt x="3740707" y="320354"/>
                  </a:lnTo>
                  <a:lnTo>
                    <a:pt x="3742446" y="319636"/>
                  </a:lnTo>
                  <a:lnTo>
                    <a:pt x="3744881" y="318632"/>
                  </a:lnTo>
                  <a:lnTo>
                    <a:pt x="3746098" y="318130"/>
                  </a:lnTo>
                  <a:lnTo>
                    <a:pt x="3749924" y="316551"/>
                  </a:lnTo>
                  <a:lnTo>
                    <a:pt x="3758793" y="312892"/>
                  </a:lnTo>
                  <a:lnTo>
                    <a:pt x="3762792" y="311242"/>
                  </a:lnTo>
                  <a:lnTo>
                    <a:pt x="3763140" y="311098"/>
                  </a:lnTo>
                  <a:lnTo>
                    <a:pt x="3764010" y="310740"/>
                  </a:lnTo>
                  <a:lnTo>
                    <a:pt x="3765749" y="310022"/>
                  </a:lnTo>
                  <a:lnTo>
                    <a:pt x="3766444" y="309735"/>
                  </a:lnTo>
                  <a:lnTo>
                    <a:pt x="3774791" y="306291"/>
                  </a:lnTo>
                  <a:lnTo>
                    <a:pt x="3775835" y="305860"/>
                  </a:lnTo>
                  <a:lnTo>
                    <a:pt x="3782095" y="303277"/>
                  </a:lnTo>
                  <a:lnTo>
                    <a:pt x="3783312" y="302774"/>
                  </a:lnTo>
                  <a:lnTo>
                    <a:pt x="3789399" y="300262"/>
                  </a:lnTo>
                  <a:lnTo>
                    <a:pt x="3791659" y="299329"/>
                  </a:lnTo>
                  <a:lnTo>
                    <a:pt x="3793572" y="298540"/>
                  </a:lnTo>
                  <a:lnTo>
                    <a:pt x="3797224" y="297033"/>
                  </a:lnTo>
                  <a:lnTo>
                    <a:pt x="3797746" y="296817"/>
                  </a:lnTo>
                  <a:lnTo>
                    <a:pt x="3798615" y="296459"/>
                  </a:lnTo>
                  <a:lnTo>
                    <a:pt x="3799137" y="296243"/>
                  </a:lnTo>
                  <a:lnTo>
                    <a:pt x="3799311" y="296171"/>
                  </a:lnTo>
                  <a:lnTo>
                    <a:pt x="3801572" y="295238"/>
                  </a:lnTo>
                  <a:lnTo>
                    <a:pt x="3811658" y="291075"/>
                  </a:lnTo>
                  <a:lnTo>
                    <a:pt x="3812701" y="290645"/>
                  </a:lnTo>
                  <a:lnTo>
                    <a:pt x="3814092" y="290070"/>
                  </a:lnTo>
                  <a:lnTo>
                    <a:pt x="3817918" y="288491"/>
                  </a:lnTo>
                  <a:lnTo>
                    <a:pt x="3819657" y="287773"/>
                  </a:lnTo>
                  <a:lnTo>
                    <a:pt x="3820179" y="287558"/>
                  </a:lnTo>
                  <a:lnTo>
                    <a:pt x="3821570" y="286984"/>
                  </a:lnTo>
                  <a:lnTo>
                    <a:pt x="3822265" y="286697"/>
                  </a:lnTo>
                  <a:lnTo>
                    <a:pt x="3825743" y="285261"/>
                  </a:lnTo>
                  <a:lnTo>
                    <a:pt x="3826091" y="285117"/>
                  </a:lnTo>
                  <a:lnTo>
                    <a:pt x="3829395" y="283753"/>
                  </a:lnTo>
                  <a:lnTo>
                    <a:pt x="3831482" y="282892"/>
                  </a:lnTo>
                  <a:lnTo>
                    <a:pt x="3833047" y="282246"/>
                  </a:lnTo>
                  <a:lnTo>
                    <a:pt x="3834090" y="281815"/>
                  </a:lnTo>
                  <a:lnTo>
                    <a:pt x="3835308" y="281312"/>
                  </a:lnTo>
                  <a:lnTo>
                    <a:pt x="3836351" y="280882"/>
                  </a:lnTo>
                  <a:lnTo>
                    <a:pt x="3836873" y="280666"/>
                  </a:lnTo>
                  <a:lnTo>
                    <a:pt x="3837047" y="280594"/>
                  </a:lnTo>
                  <a:lnTo>
                    <a:pt x="3838438" y="280020"/>
                  </a:lnTo>
                  <a:lnTo>
                    <a:pt x="3840351" y="279230"/>
                  </a:lnTo>
                  <a:lnTo>
                    <a:pt x="3842611" y="278297"/>
                  </a:lnTo>
                  <a:lnTo>
                    <a:pt x="3844176" y="277651"/>
                  </a:lnTo>
                  <a:lnTo>
                    <a:pt x="3848002" y="276071"/>
                  </a:lnTo>
                  <a:lnTo>
                    <a:pt x="3849219" y="275569"/>
                  </a:lnTo>
                  <a:lnTo>
                    <a:pt x="3849741" y="275353"/>
                  </a:lnTo>
                  <a:lnTo>
                    <a:pt x="3851306" y="274707"/>
                  </a:lnTo>
                  <a:lnTo>
                    <a:pt x="3857045" y="272337"/>
                  </a:lnTo>
                  <a:lnTo>
                    <a:pt x="3862783" y="269968"/>
                  </a:lnTo>
                  <a:lnTo>
                    <a:pt x="3866435" y="268460"/>
                  </a:lnTo>
                  <a:lnTo>
                    <a:pt x="3866609" y="268388"/>
                  </a:lnTo>
                  <a:lnTo>
                    <a:pt x="3868522" y="267598"/>
                  </a:lnTo>
                  <a:lnTo>
                    <a:pt x="3868696" y="267526"/>
                  </a:lnTo>
                  <a:lnTo>
                    <a:pt x="3870261" y="266880"/>
                  </a:lnTo>
                  <a:lnTo>
                    <a:pt x="3873739" y="265444"/>
                  </a:lnTo>
                  <a:lnTo>
                    <a:pt x="3874782" y="265013"/>
                  </a:lnTo>
                  <a:lnTo>
                    <a:pt x="3875652" y="264654"/>
                  </a:lnTo>
                  <a:lnTo>
                    <a:pt x="3876000" y="264510"/>
                  </a:lnTo>
                  <a:lnTo>
                    <a:pt x="3877043" y="264079"/>
                  </a:lnTo>
                  <a:lnTo>
                    <a:pt x="3883303" y="261494"/>
                  </a:lnTo>
                  <a:lnTo>
                    <a:pt x="3887651" y="259698"/>
                  </a:lnTo>
                  <a:lnTo>
                    <a:pt x="3889216" y="259052"/>
                  </a:lnTo>
                  <a:lnTo>
                    <a:pt x="3890433" y="258549"/>
                  </a:lnTo>
                  <a:lnTo>
                    <a:pt x="3890781" y="258406"/>
                  </a:lnTo>
                  <a:lnTo>
                    <a:pt x="3893737" y="257185"/>
                  </a:lnTo>
                  <a:lnTo>
                    <a:pt x="3896346" y="256107"/>
                  </a:lnTo>
                  <a:lnTo>
                    <a:pt x="3900171" y="254527"/>
                  </a:lnTo>
                  <a:lnTo>
                    <a:pt x="3902954" y="253378"/>
                  </a:lnTo>
                  <a:lnTo>
                    <a:pt x="3907127" y="251654"/>
                  </a:lnTo>
                  <a:lnTo>
                    <a:pt x="3910084" y="250433"/>
                  </a:lnTo>
                  <a:lnTo>
                    <a:pt x="3910779" y="250145"/>
                  </a:lnTo>
                  <a:lnTo>
                    <a:pt x="3911127" y="250002"/>
                  </a:lnTo>
                  <a:lnTo>
                    <a:pt x="3911301" y="249930"/>
                  </a:lnTo>
                  <a:lnTo>
                    <a:pt x="3911475" y="249858"/>
                  </a:lnTo>
                  <a:lnTo>
                    <a:pt x="3912692" y="249355"/>
                  </a:lnTo>
                  <a:lnTo>
                    <a:pt x="3914431" y="248637"/>
                  </a:lnTo>
                  <a:lnTo>
                    <a:pt x="3914605" y="248565"/>
                  </a:lnTo>
                  <a:lnTo>
                    <a:pt x="3916344" y="247847"/>
                  </a:lnTo>
                  <a:lnTo>
                    <a:pt x="3918778" y="246841"/>
                  </a:lnTo>
                  <a:lnTo>
                    <a:pt x="3919996" y="246338"/>
                  </a:lnTo>
                  <a:lnTo>
                    <a:pt x="3923821" y="244758"/>
                  </a:lnTo>
                  <a:lnTo>
                    <a:pt x="3932690" y="241094"/>
                  </a:lnTo>
                  <a:lnTo>
                    <a:pt x="3936690" y="239441"/>
                  </a:lnTo>
                  <a:lnTo>
                    <a:pt x="3937038" y="239298"/>
                  </a:lnTo>
                  <a:lnTo>
                    <a:pt x="3937907" y="238938"/>
                  </a:lnTo>
                  <a:lnTo>
                    <a:pt x="3939646" y="238220"/>
                  </a:lnTo>
                  <a:lnTo>
                    <a:pt x="3940342" y="237933"/>
                  </a:lnTo>
                  <a:lnTo>
                    <a:pt x="3948689" y="234484"/>
                  </a:lnTo>
                  <a:lnTo>
                    <a:pt x="3949732" y="234053"/>
                  </a:lnTo>
                  <a:lnTo>
                    <a:pt x="3955993" y="231466"/>
                  </a:lnTo>
                  <a:lnTo>
                    <a:pt x="3957210" y="230963"/>
                  </a:lnTo>
                  <a:lnTo>
                    <a:pt x="3963296" y="228448"/>
                  </a:lnTo>
                  <a:lnTo>
                    <a:pt x="3965557" y="227514"/>
                  </a:lnTo>
                  <a:lnTo>
                    <a:pt x="3967470" y="226723"/>
                  </a:lnTo>
                  <a:lnTo>
                    <a:pt x="3971122" y="225214"/>
                  </a:lnTo>
                  <a:lnTo>
                    <a:pt x="3971643" y="224999"/>
                  </a:lnTo>
                  <a:lnTo>
                    <a:pt x="3972513" y="224639"/>
                  </a:lnTo>
                  <a:lnTo>
                    <a:pt x="3973034" y="224424"/>
                  </a:lnTo>
                  <a:lnTo>
                    <a:pt x="3973208" y="224352"/>
                  </a:lnTo>
                  <a:lnTo>
                    <a:pt x="3975469" y="223418"/>
                  </a:lnTo>
                  <a:lnTo>
                    <a:pt x="3985555" y="219249"/>
                  </a:lnTo>
                  <a:lnTo>
                    <a:pt x="3986598" y="218818"/>
                  </a:lnTo>
                  <a:lnTo>
                    <a:pt x="3987990" y="218243"/>
                  </a:lnTo>
                  <a:lnTo>
                    <a:pt x="3991815" y="216662"/>
                  </a:lnTo>
                  <a:lnTo>
                    <a:pt x="3993554" y="215943"/>
                  </a:lnTo>
                  <a:lnTo>
                    <a:pt x="3994076" y="215728"/>
                  </a:lnTo>
                  <a:lnTo>
                    <a:pt x="3995467" y="215153"/>
                  </a:lnTo>
                  <a:lnTo>
                    <a:pt x="3996163" y="214865"/>
                  </a:lnTo>
                  <a:lnTo>
                    <a:pt x="3999989" y="213284"/>
                  </a:lnTo>
                  <a:lnTo>
                    <a:pt x="4003293" y="211918"/>
                  </a:lnTo>
                  <a:lnTo>
                    <a:pt x="4005379" y="211056"/>
                  </a:lnTo>
                  <a:lnTo>
                    <a:pt x="4006944" y="210409"/>
                  </a:lnTo>
                  <a:lnTo>
                    <a:pt x="4007988" y="209977"/>
                  </a:lnTo>
                  <a:lnTo>
                    <a:pt x="4009205" y="209474"/>
                  </a:lnTo>
                  <a:lnTo>
                    <a:pt x="4010249" y="209043"/>
                  </a:lnTo>
                  <a:lnTo>
                    <a:pt x="4010770" y="208827"/>
                  </a:lnTo>
                  <a:lnTo>
                    <a:pt x="4010944" y="208755"/>
                  </a:lnTo>
                  <a:lnTo>
                    <a:pt x="4012335" y="208180"/>
                  </a:lnTo>
                  <a:lnTo>
                    <a:pt x="4014248" y="207390"/>
                  </a:lnTo>
                  <a:lnTo>
                    <a:pt x="4016509" y="206455"/>
                  </a:lnTo>
                  <a:lnTo>
                    <a:pt x="4018074" y="205808"/>
                  </a:lnTo>
                  <a:lnTo>
                    <a:pt x="4021900" y="204227"/>
                  </a:lnTo>
                  <a:lnTo>
                    <a:pt x="4023117" y="203724"/>
                  </a:lnTo>
                  <a:lnTo>
                    <a:pt x="4023639" y="203508"/>
                  </a:lnTo>
                  <a:lnTo>
                    <a:pt x="4025204" y="202861"/>
                  </a:lnTo>
                  <a:lnTo>
                    <a:pt x="4030942" y="200488"/>
                  </a:lnTo>
                  <a:lnTo>
                    <a:pt x="4036681" y="198116"/>
                  </a:lnTo>
                  <a:lnTo>
                    <a:pt x="4040333" y="196606"/>
                  </a:lnTo>
                  <a:lnTo>
                    <a:pt x="4040507" y="196534"/>
                  </a:lnTo>
                  <a:lnTo>
                    <a:pt x="4042420" y="195744"/>
                  </a:lnTo>
                  <a:lnTo>
                    <a:pt x="4042593" y="195672"/>
                  </a:lnTo>
                  <a:lnTo>
                    <a:pt x="4044159" y="195025"/>
                  </a:lnTo>
                  <a:lnTo>
                    <a:pt x="4047636" y="193587"/>
                  </a:lnTo>
                  <a:lnTo>
                    <a:pt x="4048680" y="193155"/>
                  </a:lnTo>
                  <a:lnTo>
                    <a:pt x="4049549" y="192796"/>
                  </a:lnTo>
                  <a:lnTo>
                    <a:pt x="4049897" y="192652"/>
                  </a:lnTo>
                  <a:lnTo>
                    <a:pt x="4050941" y="192221"/>
                  </a:lnTo>
                  <a:lnTo>
                    <a:pt x="4057201" y="189632"/>
                  </a:lnTo>
                  <a:lnTo>
                    <a:pt x="4061548" y="187834"/>
                  </a:lnTo>
                  <a:lnTo>
                    <a:pt x="4063113" y="187187"/>
                  </a:lnTo>
                  <a:lnTo>
                    <a:pt x="4064331" y="186684"/>
                  </a:lnTo>
                  <a:lnTo>
                    <a:pt x="4064678" y="186540"/>
                  </a:lnTo>
                  <a:lnTo>
                    <a:pt x="4067635" y="185318"/>
                  </a:lnTo>
                  <a:lnTo>
                    <a:pt x="4070243" y="184239"/>
                  </a:lnTo>
                  <a:lnTo>
                    <a:pt x="4074069" y="182657"/>
                  </a:lnTo>
                  <a:lnTo>
                    <a:pt x="4076851" y="181507"/>
                  </a:lnTo>
                  <a:lnTo>
                    <a:pt x="4081025" y="179781"/>
                  </a:lnTo>
                  <a:lnTo>
                    <a:pt x="4083981" y="178558"/>
                  </a:lnTo>
                  <a:lnTo>
                    <a:pt x="4084677" y="178270"/>
                  </a:lnTo>
                  <a:lnTo>
                    <a:pt x="4085198" y="178055"/>
                  </a:lnTo>
                  <a:lnTo>
                    <a:pt x="4085372" y="177983"/>
                  </a:lnTo>
                  <a:lnTo>
                    <a:pt x="4086590" y="177479"/>
                  </a:lnTo>
                  <a:lnTo>
                    <a:pt x="4088328" y="176760"/>
                  </a:lnTo>
                  <a:lnTo>
                    <a:pt x="4088502" y="176688"/>
                  </a:lnTo>
                  <a:lnTo>
                    <a:pt x="4090241" y="175969"/>
                  </a:lnTo>
                  <a:lnTo>
                    <a:pt x="4092676" y="174962"/>
                  </a:lnTo>
                  <a:lnTo>
                    <a:pt x="4093893" y="174459"/>
                  </a:lnTo>
                  <a:lnTo>
                    <a:pt x="4097719" y="172877"/>
                  </a:lnTo>
                  <a:lnTo>
                    <a:pt x="4106588" y="169209"/>
                  </a:lnTo>
                  <a:lnTo>
                    <a:pt x="4110587" y="167554"/>
                  </a:lnTo>
                  <a:lnTo>
                    <a:pt x="4110935" y="167410"/>
                  </a:lnTo>
                  <a:lnTo>
                    <a:pt x="4111805" y="167051"/>
                  </a:lnTo>
                  <a:lnTo>
                    <a:pt x="4114239" y="166044"/>
                  </a:lnTo>
                  <a:lnTo>
                    <a:pt x="4122586" y="162591"/>
                  </a:lnTo>
                  <a:lnTo>
                    <a:pt x="4123630" y="162160"/>
                  </a:lnTo>
                  <a:lnTo>
                    <a:pt x="4129890" y="159570"/>
                  </a:lnTo>
                  <a:lnTo>
                    <a:pt x="4131107" y="159066"/>
                  </a:lnTo>
                  <a:lnTo>
                    <a:pt x="4137194" y="156549"/>
                  </a:lnTo>
                  <a:lnTo>
                    <a:pt x="4139454" y="155614"/>
                  </a:lnTo>
                  <a:lnTo>
                    <a:pt x="4141367" y="154822"/>
                  </a:lnTo>
                  <a:lnTo>
                    <a:pt x="4145019" y="153311"/>
                  </a:lnTo>
                  <a:lnTo>
                    <a:pt x="4146410" y="152736"/>
                  </a:lnTo>
                  <a:lnTo>
                    <a:pt x="4146932" y="152520"/>
                  </a:lnTo>
                  <a:lnTo>
                    <a:pt x="4147106" y="152448"/>
                  </a:lnTo>
                  <a:lnTo>
                    <a:pt x="4149366" y="151513"/>
                  </a:lnTo>
                  <a:lnTo>
                    <a:pt x="4159453" y="147340"/>
                  </a:lnTo>
                  <a:lnTo>
                    <a:pt x="4160496" y="146908"/>
                  </a:lnTo>
                  <a:lnTo>
                    <a:pt x="4161887" y="146333"/>
                  </a:lnTo>
                  <a:lnTo>
                    <a:pt x="4167452" y="144030"/>
                  </a:lnTo>
                  <a:lnTo>
                    <a:pt x="4170060" y="142951"/>
                  </a:lnTo>
                  <a:lnTo>
                    <a:pt x="4173886" y="141368"/>
                  </a:lnTo>
                  <a:lnTo>
                    <a:pt x="4177190" y="140001"/>
                  </a:lnTo>
                  <a:lnTo>
                    <a:pt x="4179277" y="139138"/>
                  </a:lnTo>
                  <a:lnTo>
                    <a:pt x="4180842" y="138490"/>
                  </a:lnTo>
                  <a:lnTo>
                    <a:pt x="4183103" y="137555"/>
                  </a:lnTo>
                  <a:lnTo>
                    <a:pt x="4184146" y="137123"/>
                  </a:lnTo>
                  <a:lnTo>
                    <a:pt x="4184668" y="136907"/>
                  </a:lnTo>
                  <a:lnTo>
                    <a:pt x="4184842" y="136835"/>
                  </a:lnTo>
                  <a:lnTo>
                    <a:pt x="4186233" y="136259"/>
                  </a:lnTo>
                  <a:lnTo>
                    <a:pt x="4188146" y="135468"/>
                  </a:lnTo>
                  <a:lnTo>
                    <a:pt x="4190406" y="134532"/>
                  </a:lnTo>
                  <a:lnTo>
                    <a:pt x="4191971" y="133885"/>
                  </a:lnTo>
                  <a:lnTo>
                    <a:pt x="4195797" y="132302"/>
                  </a:lnTo>
                  <a:lnTo>
                    <a:pt x="4197536" y="131582"/>
                  </a:lnTo>
                  <a:lnTo>
                    <a:pt x="4199101" y="130934"/>
                  </a:lnTo>
                  <a:lnTo>
                    <a:pt x="4204840" y="128560"/>
                  </a:lnTo>
                  <a:lnTo>
                    <a:pt x="4210578" y="126185"/>
                  </a:lnTo>
                  <a:lnTo>
                    <a:pt x="4214404" y="124601"/>
                  </a:lnTo>
                  <a:lnTo>
                    <a:pt x="4216317" y="123810"/>
                  </a:lnTo>
                  <a:lnTo>
                    <a:pt x="4221534" y="121651"/>
                  </a:lnTo>
                  <a:lnTo>
                    <a:pt x="4223447" y="120859"/>
                  </a:lnTo>
                  <a:lnTo>
                    <a:pt x="4223795" y="120715"/>
                  </a:lnTo>
                  <a:lnTo>
                    <a:pt x="4224838" y="120283"/>
                  </a:lnTo>
                  <a:lnTo>
                    <a:pt x="4231098" y="117692"/>
                  </a:lnTo>
                  <a:lnTo>
                    <a:pt x="4237011" y="115245"/>
                  </a:lnTo>
                  <a:lnTo>
                    <a:pt x="4238228" y="114741"/>
                  </a:lnTo>
                  <a:lnTo>
                    <a:pt x="4241532" y="113373"/>
                  </a:lnTo>
                  <a:lnTo>
                    <a:pt x="4244141" y="112294"/>
                  </a:lnTo>
                  <a:lnTo>
                    <a:pt x="4250749" y="109558"/>
                  </a:lnTo>
                  <a:lnTo>
                    <a:pt x="4254922" y="107831"/>
                  </a:lnTo>
                  <a:lnTo>
                    <a:pt x="4258574" y="106319"/>
                  </a:lnTo>
                  <a:lnTo>
                    <a:pt x="4259096" y="106103"/>
                  </a:lnTo>
                  <a:lnTo>
                    <a:pt x="4262226" y="104807"/>
                  </a:lnTo>
                  <a:lnTo>
                    <a:pt x="4262400" y="104735"/>
                  </a:lnTo>
                  <a:lnTo>
                    <a:pt x="4264139" y="104015"/>
                  </a:lnTo>
                  <a:lnTo>
                    <a:pt x="4266573" y="103008"/>
                  </a:lnTo>
                  <a:lnTo>
                    <a:pt x="4267791" y="102504"/>
                  </a:lnTo>
                  <a:lnTo>
                    <a:pt x="4271616" y="100920"/>
                  </a:lnTo>
                  <a:lnTo>
                    <a:pt x="4280485" y="97248"/>
                  </a:lnTo>
                  <a:lnTo>
                    <a:pt x="4284485" y="95592"/>
                  </a:lnTo>
                  <a:lnTo>
                    <a:pt x="4284833" y="95448"/>
                  </a:lnTo>
                  <a:lnTo>
                    <a:pt x="4287441" y="94368"/>
                  </a:lnTo>
                  <a:lnTo>
                    <a:pt x="4296484" y="90624"/>
                  </a:lnTo>
                  <a:lnTo>
                    <a:pt x="4303787" y="87600"/>
                  </a:lnTo>
                  <a:lnTo>
                    <a:pt x="4313352" y="83640"/>
                  </a:lnTo>
                  <a:lnTo>
                    <a:pt x="4315265" y="82848"/>
                  </a:lnTo>
                  <a:lnTo>
                    <a:pt x="4318916" y="81336"/>
                  </a:lnTo>
                  <a:lnTo>
                    <a:pt x="4320308" y="80760"/>
                  </a:lnTo>
                  <a:lnTo>
                    <a:pt x="4320829" y="80544"/>
                  </a:lnTo>
                  <a:lnTo>
                    <a:pt x="4323264" y="79536"/>
                  </a:lnTo>
                  <a:lnTo>
                    <a:pt x="4334393" y="74927"/>
                  </a:lnTo>
                  <a:lnTo>
                    <a:pt x="4335785" y="74351"/>
                  </a:lnTo>
                  <a:lnTo>
                    <a:pt x="4341349" y="72046"/>
                  </a:lnTo>
                  <a:lnTo>
                    <a:pt x="4353174" y="67149"/>
                  </a:lnTo>
                  <a:lnTo>
                    <a:pt x="4369695" y="60307"/>
                  </a:lnTo>
                  <a:lnTo>
                    <a:pt x="4378737" y="56561"/>
                  </a:lnTo>
                  <a:lnTo>
                    <a:pt x="4388302" y="52599"/>
                  </a:lnTo>
                  <a:lnTo>
                    <a:pt x="4432472" y="34301"/>
                  </a:lnTo>
                  <a:lnTo>
                    <a:pt x="4432993" y="34085"/>
                  </a:lnTo>
                  <a:lnTo>
                    <a:pt x="4436297" y="32716"/>
                  </a:lnTo>
                  <a:lnTo>
                    <a:pt x="4470381" y="18593"/>
                  </a:lnTo>
                  <a:lnTo>
                    <a:pt x="4515247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" name="pl8"/>
            <p:cNvSpPr/>
            <p:nvPr/>
          </p:nvSpPr>
          <p:spPr>
            <a:xfrm>
              <a:off x="3269760" y="3217640"/>
              <a:ext cx="4515247" cy="1746872"/>
            </a:xfrm>
            <a:custGeom>
              <a:avLst/>
              <a:pathLst>
                <a:path w="4515247" h="1746872">
                  <a:moveTo>
                    <a:pt x="4515247" y="0"/>
                  </a:moveTo>
                  <a:lnTo>
                    <a:pt x="4470381" y="16672"/>
                  </a:lnTo>
                  <a:lnTo>
                    <a:pt x="4436297" y="29341"/>
                  </a:lnTo>
                  <a:lnTo>
                    <a:pt x="4432993" y="30569"/>
                  </a:lnTo>
                  <a:lnTo>
                    <a:pt x="4432472" y="30763"/>
                  </a:lnTo>
                  <a:lnTo>
                    <a:pt x="4388302" y="47185"/>
                  </a:lnTo>
                  <a:lnTo>
                    <a:pt x="4378737" y="50741"/>
                  </a:lnTo>
                  <a:lnTo>
                    <a:pt x="4369695" y="54103"/>
                  </a:lnTo>
                  <a:lnTo>
                    <a:pt x="4353174" y="60247"/>
                  </a:lnTo>
                  <a:lnTo>
                    <a:pt x="4341349" y="64645"/>
                  </a:lnTo>
                  <a:lnTo>
                    <a:pt x="4335785" y="66714"/>
                  </a:lnTo>
                  <a:lnTo>
                    <a:pt x="4334393" y="67232"/>
                  </a:lnTo>
                  <a:lnTo>
                    <a:pt x="4323264" y="71371"/>
                  </a:lnTo>
                  <a:lnTo>
                    <a:pt x="4320829" y="72277"/>
                  </a:lnTo>
                  <a:lnTo>
                    <a:pt x="4320308" y="72471"/>
                  </a:lnTo>
                  <a:lnTo>
                    <a:pt x="4318916" y="72988"/>
                  </a:lnTo>
                  <a:lnTo>
                    <a:pt x="4315265" y="74346"/>
                  </a:lnTo>
                  <a:lnTo>
                    <a:pt x="4313352" y="75058"/>
                  </a:lnTo>
                  <a:lnTo>
                    <a:pt x="4303787" y="78616"/>
                  </a:lnTo>
                  <a:lnTo>
                    <a:pt x="4296484" y="81333"/>
                  </a:lnTo>
                  <a:lnTo>
                    <a:pt x="4287441" y="84697"/>
                  </a:lnTo>
                  <a:lnTo>
                    <a:pt x="4284833" y="85667"/>
                  </a:lnTo>
                  <a:lnTo>
                    <a:pt x="4284485" y="85797"/>
                  </a:lnTo>
                  <a:lnTo>
                    <a:pt x="4280485" y="87285"/>
                  </a:lnTo>
                  <a:lnTo>
                    <a:pt x="4271616" y="90584"/>
                  </a:lnTo>
                  <a:lnTo>
                    <a:pt x="4267791" y="92008"/>
                  </a:lnTo>
                  <a:lnTo>
                    <a:pt x="4266573" y="92461"/>
                  </a:lnTo>
                  <a:lnTo>
                    <a:pt x="4264139" y="93366"/>
                  </a:lnTo>
                  <a:lnTo>
                    <a:pt x="4262400" y="94013"/>
                  </a:lnTo>
                  <a:lnTo>
                    <a:pt x="4262226" y="94078"/>
                  </a:lnTo>
                  <a:lnTo>
                    <a:pt x="4259096" y="95243"/>
                  </a:lnTo>
                  <a:lnTo>
                    <a:pt x="4258574" y="95437"/>
                  </a:lnTo>
                  <a:lnTo>
                    <a:pt x="4254922" y="96796"/>
                  </a:lnTo>
                  <a:lnTo>
                    <a:pt x="4250749" y="98349"/>
                  </a:lnTo>
                  <a:lnTo>
                    <a:pt x="4244141" y="100808"/>
                  </a:lnTo>
                  <a:lnTo>
                    <a:pt x="4241532" y="101778"/>
                  </a:lnTo>
                  <a:lnTo>
                    <a:pt x="4238228" y="103008"/>
                  </a:lnTo>
                  <a:lnTo>
                    <a:pt x="4237011" y="103461"/>
                  </a:lnTo>
                  <a:lnTo>
                    <a:pt x="4231098" y="105661"/>
                  </a:lnTo>
                  <a:lnTo>
                    <a:pt x="4224838" y="107991"/>
                  </a:lnTo>
                  <a:lnTo>
                    <a:pt x="4223795" y="108379"/>
                  </a:lnTo>
                  <a:lnTo>
                    <a:pt x="4223447" y="108509"/>
                  </a:lnTo>
                  <a:lnTo>
                    <a:pt x="4221534" y="109221"/>
                  </a:lnTo>
                  <a:lnTo>
                    <a:pt x="4216317" y="111162"/>
                  </a:lnTo>
                  <a:lnTo>
                    <a:pt x="4214404" y="111874"/>
                  </a:lnTo>
                  <a:lnTo>
                    <a:pt x="4210578" y="113298"/>
                  </a:lnTo>
                  <a:lnTo>
                    <a:pt x="4204840" y="115434"/>
                  </a:lnTo>
                  <a:lnTo>
                    <a:pt x="4199101" y="117570"/>
                  </a:lnTo>
                  <a:lnTo>
                    <a:pt x="4197536" y="118153"/>
                  </a:lnTo>
                  <a:lnTo>
                    <a:pt x="4195797" y="118800"/>
                  </a:lnTo>
                  <a:lnTo>
                    <a:pt x="4191971" y="120224"/>
                  </a:lnTo>
                  <a:lnTo>
                    <a:pt x="4190406" y="120807"/>
                  </a:lnTo>
                  <a:lnTo>
                    <a:pt x="4188146" y="121648"/>
                  </a:lnTo>
                  <a:lnTo>
                    <a:pt x="4186233" y="122360"/>
                  </a:lnTo>
                  <a:lnTo>
                    <a:pt x="4184842" y="122878"/>
                  </a:lnTo>
                  <a:lnTo>
                    <a:pt x="4184668" y="122943"/>
                  </a:lnTo>
                  <a:lnTo>
                    <a:pt x="4184146" y="123137"/>
                  </a:lnTo>
                  <a:lnTo>
                    <a:pt x="4183103" y="123526"/>
                  </a:lnTo>
                  <a:lnTo>
                    <a:pt x="4180842" y="124367"/>
                  </a:lnTo>
                  <a:lnTo>
                    <a:pt x="4179277" y="124950"/>
                  </a:lnTo>
                  <a:lnTo>
                    <a:pt x="4177190" y="125727"/>
                  </a:lnTo>
                  <a:lnTo>
                    <a:pt x="4173886" y="126957"/>
                  </a:lnTo>
                  <a:lnTo>
                    <a:pt x="4170060" y="128381"/>
                  </a:lnTo>
                  <a:lnTo>
                    <a:pt x="4167452" y="129352"/>
                  </a:lnTo>
                  <a:lnTo>
                    <a:pt x="4161887" y="131424"/>
                  </a:lnTo>
                  <a:lnTo>
                    <a:pt x="4160496" y="131942"/>
                  </a:lnTo>
                  <a:lnTo>
                    <a:pt x="4159453" y="132330"/>
                  </a:lnTo>
                  <a:lnTo>
                    <a:pt x="4149366" y="136085"/>
                  </a:lnTo>
                  <a:lnTo>
                    <a:pt x="4147106" y="136927"/>
                  </a:lnTo>
                  <a:lnTo>
                    <a:pt x="4146932" y="136992"/>
                  </a:lnTo>
                  <a:lnTo>
                    <a:pt x="4146410" y="137186"/>
                  </a:lnTo>
                  <a:lnTo>
                    <a:pt x="4145019" y="137704"/>
                  </a:lnTo>
                  <a:lnTo>
                    <a:pt x="4141367" y="139064"/>
                  </a:lnTo>
                  <a:lnTo>
                    <a:pt x="4139454" y="139776"/>
                  </a:lnTo>
                  <a:lnTo>
                    <a:pt x="4137194" y="140618"/>
                  </a:lnTo>
                  <a:lnTo>
                    <a:pt x="4131107" y="142885"/>
                  </a:lnTo>
                  <a:lnTo>
                    <a:pt x="4129890" y="143338"/>
                  </a:lnTo>
                  <a:lnTo>
                    <a:pt x="4123630" y="145669"/>
                  </a:lnTo>
                  <a:lnTo>
                    <a:pt x="4122586" y="146058"/>
                  </a:lnTo>
                  <a:lnTo>
                    <a:pt x="4114239" y="149166"/>
                  </a:lnTo>
                  <a:lnTo>
                    <a:pt x="4111805" y="150073"/>
                  </a:lnTo>
                  <a:lnTo>
                    <a:pt x="4110935" y="150397"/>
                  </a:lnTo>
                  <a:lnTo>
                    <a:pt x="4110587" y="150526"/>
                  </a:lnTo>
                  <a:lnTo>
                    <a:pt x="4106588" y="152016"/>
                  </a:lnTo>
                  <a:lnTo>
                    <a:pt x="4097719" y="155319"/>
                  </a:lnTo>
                  <a:lnTo>
                    <a:pt x="4093893" y="156744"/>
                  </a:lnTo>
                  <a:lnTo>
                    <a:pt x="4092676" y="157198"/>
                  </a:lnTo>
                  <a:lnTo>
                    <a:pt x="4090241" y="158104"/>
                  </a:lnTo>
                  <a:lnTo>
                    <a:pt x="4088502" y="158752"/>
                  </a:lnTo>
                  <a:lnTo>
                    <a:pt x="4088328" y="158817"/>
                  </a:lnTo>
                  <a:lnTo>
                    <a:pt x="4086590" y="159465"/>
                  </a:lnTo>
                  <a:lnTo>
                    <a:pt x="4085372" y="159918"/>
                  </a:lnTo>
                  <a:lnTo>
                    <a:pt x="4085198" y="159983"/>
                  </a:lnTo>
                  <a:lnTo>
                    <a:pt x="4084677" y="160177"/>
                  </a:lnTo>
                  <a:lnTo>
                    <a:pt x="4083981" y="160436"/>
                  </a:lnTo>
                  <a:lnTo>
                    <a:pt x="4081025" y="161538"/>
                  </a:lnTo>
                  <a:lnTo>
                    <a:pt x="4076851" y="163092"/>
                  </a:lnTo>
                  <a:lnTo>
                    <a:pt x="4074069" y="164129"/>
                  </a:lnTo>
                  <a:lnTo>
                    <a:pt x="4070243" y="165554"/>
                  </a:lnTo>
                  <a:lnTo>
                    <a:pt x="4067635" y="166526"/>
                  </a:lnTo>
                  <a:lnTo>
                    <a:pt x="4064678" y="167627"/>
                  </a:lnTo>
                  <a:lnTo>
                    <a:pt x="4064331" y="167757"/>
                  </a:lnTo>
                  <a:lnTo>
                    <a:pt x="4063113" y="168210"/>
                  </a:lnTo>
                  <a:lnTo>
                    <a:pt x="4061548" y="168793"/>
                  </a:lnTo>
                  <a:lnTo>
                    <a:pt x="4057201" y="170413"/>
                  </a:lnTo>
                  <a:lnTo>
                    <a:pt x="4050941" y="172745"/>
                  </a:lnTo>
                  <a:lnTo>
                    <a:pt x="4049897" y="173134"/>
                  </a:lnTo>
                  <a:lnTo>
                    <a:pt x="4049549" y="173264"/>
                  </a:lnTo>
                  <a:lnTo>
                    <a:pt x="4048680" y="173588"/>
                  </a:lnTo>
                  <a:lnTo>
                    <a:pt x="4047636" y="173976"/>
                  </a:lnTo>
                  <a:lnTo>
                    <a:pt x="4044159" y="175272"/>
                  </a:lnTo>
                  <a:lnTo>
                    <a:pt x="4042593" y="175855"/>
                  </a:lnTo>
                  <a:lnTo>
                    <a:pt x="4042420" y="175920"/>
                  </a:lnTo>
                  <a:lnTo>
                    <a:pt x="4040507" y="176633"/>
                  </a:lnTo>
                  <a:lnTo>
                    <a:pt x="4040333" y="176698"/>
                  </a:lnTo>
                  <a:lnTo>
                    <a:pt x="4036681" y="178059"/>
                  </a:lnTo>
                  <a:lnTo>
                    <a:pt x="4030942" y="180197"/>
                  </a:lnTo>
                  <a:lnTo>
                    <a:pt x="4025204" y="182335"/>
                  </a:lnTo>
                  <a:lnTo>
                    <a:pt x="4023639" y="182919"/>
                  </a:lnTo>
                  <a:lnTo>
                    <a:pt x="4023117" y="183113"/>
                  </a:lnTo>
                  <a:lnTo>
                    <a:pt x="4021900" y="183567"/>
                  </a:lnTo>
                  <a:lnTo>
                    <a:pt x="4018074" y="184992"/>
                  </a:lnTo>
                  <a:lnTo>
                    <a:pt x="4016509" y="185576"/>
                  </a:lnTo>
                  <a:lnTo>
                    <a:pt x="4014248" y="186418"/>
                  </a:lnTo>
                  <a:lnTo>
                    <a:pt x="4012335" y="187131"/>
                  </a:lnTo>
                  <a:lnTo>
                    <a:pt x="4010944" y="187650"/>
                  </a:lnTo>
                  <a:lnTo>
                    <a:pt x="4010770" y="187714"/>
                  </a:lnTo>
                  <a:lnTo>
                    <a:pt x="4010249" y="187909"/>
                  </a:lnTo>
                  <a:lnTo>
                    <a:pt x="4009205" y="188298"/>
                  </a:lnTo>
                  <a:lnTo>
                    <a:pt x="4007988" y="188751"/>
                  </a:lnTo>
                  <a:lnTo>
                    <a:pt x="4006944" y="189140"/>
                  </a:lnTo>
                  <a:lnTo>
                    <a:pt x="4005379" y="189724"/>
                  </a:lnTo>
                  <a:lnTo>
                    <a:pt x="4003293" y="190501"/>
                  </a:lnTo>
                  <a:lnTo>
                    <a:pt x="3999989" y="191733"/>
                  </a:lnTo>
                  <a:lnTo>
                    <a:pt x="3996163" y="193159"/>
                  </a:lnTo>
                  <a:lnTo>
                    <a:pt x="3995467" y="193418"/>
                  </a:lnTo>
                  <a:lnTo>
                    <a:pt x="3994076" y="193937"/>
                  </a:lnTo>
                  <a:lnTo>
                    <a:pt x="3993554" y="194131"/>
                  </a:lnTo>
                  <a:lnTo>
                    <a:pt x="3991815" y="194779"/>
                  </a:lnTo>
                  <a:lnTo>
                    <a:pt x="3987990" y="196205"/>
                  </a:lnTo>
                  <a:lnTo>
                    <a:pt x="3986598" y="196724"/>
                  </a:lnTo>
                  <a:lnTo>
                    <a:pt x="3985555" y="197113"/>
                  </a:lnTo>
                  <a:lnTo>
                    <a:pt x="3975469" y="200873"/>
                  </a:lnTo>
                  <a:lnTo>
                    <a:pt x="3973208" y="201715"/>
                  </a:lnTo>
                  <a:lnTo>
                    <a:pt x="3973034" y="201780"/>
                  </a:lnTo>
                  <a:lnTo>
                    <a:pt x="3972513" y="201975"/>
                  </a:lnTo>
                  <a:lnTo>
                    <a:pt x="3971643" y="202299"/>
                  </a:lnTo>
                  <a:lnTo>
                    <a:pt x="3971122" y="202493"/>
                  </a:lnTo>
                  <a:lnTo>
                    <a:pt x="3967470" y="203855"/>
                  </a:lnTo>
                  <a:lnTo>
                    <a:pt x="3965557" y="204568"/>
                  </a:lnTo>
                  <a:lnTo>
                    <a:pt x="3963296" y="205411"/>
                  </a:lnTo>
                  <a:lnTo>
                    <a:pt x="3957210" y="207680"/>
                  </a:lnTo>
                  <a:lnTo>
                    <a:pt x="3955993" y="208134"/>
                  </a:lnTo>
                  <a:lnTo>
                    <a:pt x="3949732" y="210468"/>
                  </a:lnTo>
                  <a:lnTo>
                    <a:pt x="3948689" y="210857"/>
                  </a:lnTo>
                  <a:lnTo>
                    <a:pt x="3940342" y="213969"/>
                  </a:lnTo>
                  <a:lnTo>
                    <a:pt x="3939646" y="214229"/>
                  </a:lnTo>
                  <a:lnTo>
                    <a:pt x="3937907" y="214877"/>
                  </a:lnTo>
                  <a:lnTo>
                    <a:pt x="3937038" y="215201"/>
                  </a:lnTo>
                  <a:lnTo>
                    <a:pt x="3936690" y="215331"/>
                  </a:lnTo>
                  <a:lnTo>
                    <a:pt x="3932690" y="216823"/>
                  </a:lnTo>
                  <a:lnTo>
                    <a:pt x="3923821" y="220130"/>
                  </a:lnTo>
                  <a:lnTo>
                    <a:pt x="3919996" y="221557"/>
                  </a:lnTo>
                  <a:lnTo>
                    <a:pt x="3918778" y="222011"/>
                  </a:lnTo>
                  <a:lnTo>
                    <a:pt x="3916344" y="222919"/>
                  </a:lnTo>
                  <a:lnTo>
                    <a:pt x="3914605" y="223567"/>
                  </a:lnTo>
                  <a:lnTo>
                    <a:pt x="3914431" y="223632"/>
                  </a:lnTo>
                  <a:lnTo>
                    <a:pt x="3912692" y="224281"/>
                  </a:lnTo>
                  <a:lnTo>
                    <a:pt x="3911475" y="224735"/>
                  </a:lnTo>
                  <a:lnTo>
                    <a:pt x="3911301" y="224800"/>
                  </a:lnTo>
                  <a:lnTo>
                    <a:pt x="3911127" y="224864"/>
                  </a:lnTo>
                  <a:lnTo>
                    <a:pt x="3910779" y="224994"/>
                  </a:lnTo>
                  <a:lnTo>
                    <a:pt x="3910084" y="225254"/>
                  </a:lnTo>
                  <a:lnTo>
                    <a:pt x="3907127" y="226356"/>
                  </a:lnTo>
                  <a:lnTo>
                    <a:pt x="3902954" y="227913"/>
                  </a:lnTo>
                  <a:lnTo>
                    <a:pt x="3900171" y="228951"/>
                  </a:lnTo>
                  <a:lnTo>
                    <a:pt x="3896346" y="230378"/>
                  </a:lnTo>
                  <a:lnTo>
                    <a:pt x="3893737" y="231351"/>
                  </a:lnTo>
                  <a:lnTo>
                    <a:pt x="3890781" y="232453"/>
                  </a:lnTo>
                  <a:lnTo>
                    <a:pt x="3890433" y="232583"/>
                  </a:lnTo>
                  <a:lnTo>
                    <a:pt x="3889216" y="233037"/>
                  </a:lnTo>
                  <a:lnTo>
                    <a:pt x="3887651" y="233621"/>
                  </a:lnTo>
                  <a:lnTo>
                    <a:pt x="3883303" y="235243"/>
                  </a:lnTo>
                  <a:lnTo>
                    <a:pt x="3877043" y="237578"/>
                  </a:lnTo>
                  <a:lnTo>
                    <a:pt x="3876000" y="237968"/>
                  </a:lnTo>
                  <a:lnTo>
                    <a:pt x="3875652" y="238097"/>
                  </a:lnTo>
                  <a:lnTo>
                    <a:pt x="3874782" y="238422"/>
                  </a:lnTo>
                  <a:lnTo>
                    <a:pt x="3873739" y="238811"/>
                  </a:lnTo>
                  <a:lnTo>
                    <a:pt x="3870261" y="240109"/>
                  </a:lnTo>
                  <a:lnTo>
                    <a:pt x="3868696" y="240693"/>
                  </a:lnTo>
                  <a:lnTo>
                    <a:pt x="3868522" y="240757"/>
                  </a:lnTo>
                  <a:lnTo>
                    <a:pt x="3866609" y="241471"/>
                  </a:lnTo>
                  <a:lnTo>
                    <a:pt x="3866435" y="241536"/>
                  </a:lnTo>
                  <a:lnTo>
                    <a:pt x="3862783" y="242899"/>
                  </a:lnTo>
                  <a:lnTo>
                    <a:pt x="3857045" y="245040"/>
                  </a:lnTo>
                  <a:lnTo>
                    <a:pt x="3851306" y="247181"/>
                  </a:lnTo>
                  <a:lnTo>
                    <a:pt x="3849741" y="247765"/>
                  </a:lnTo>
                  <a:lnTo>
                    <a:pt x="3849219" y="247960"/>
                  </a:lnTo>
                  <a:lnTo>
                    <a:pt x="3848002" y="248414"/>
                  </a:lnTo>
                  <a:lnTo>
                    <a:pt x="3844176" y="249842"/>
                  </a:lnTo>
                  <a:lnTo>
                    <a:pt x="3842611" y="250426"/>
                  </a:lnTo>
                  <a:lnTo>
                    <a:pt x="3840351" y="251269"/>
                  </a:lnTo>
                  <a:lnTo>
                    <a:pt x="3838438" y="251983"/>
                  </a:lnTo>
                  <a:lnTo>
                    <a:pt x="3837047" y="252502"/>
                  </a:lnTo>
                  <a:lnTo>
                    <a:pt x="3836873" y="252567"/>
                  </a:lnTo>
                  <a:lnTo>
                    <a:pt x="3836351" y="252762"/>
                  </a:lnTo>
                  <a:lnTo>
                    <a:pt x="3835308" y="253151"/>
                  </a:lnTo>
                  <a:lnTo>
                    <a:pt x="3834090" y="253606"/>
                  </a:lnTo>
                  <a:lnTo>
                    <a:pt x="3833047" y="253995"/>
                  </a:lnTo>
                  <a:lnTo>
                    <a:pt x="3831482" y="254579"/>
                  </a:lnTo>
                  <a:lnTo>
                    <a:pt x="3829395" y="255358"/>
                  </a:lnTo>
                  <a:lnTo>
                    <a:pt x="3826091" y="256591"/>
                  </a:lnTo>
                  <a:lnTo>
                    <a:pt x="3825743" y="256721"/>
                  </a:lnTo>
                  <a:lnTo>
                    <a:pt x="3822265" y="258019"/>
                  </a:lnTo>
                  <a:lnTo>
                    <a:pt x="3821570" y="258279"/>
                  </a:lnTo>
                  <a:lnTo>
                    <a:pt x="3820179" y="258798"/>
                  </a:lnTo>
                  <a:lnTo>
                    <a:pt x="3819657" y="258993"/>
                  </a:lnTo>
                  <a:lnTo>
                    <a:pt x="3817918" y="259642"/>
                  </a:lnTo>
                  <a:lnTo>
                    <a:pt x="3814092" y="261070"/>
                  </a:lnTo>
                  <a:lnTo>
                    <a:pt x="3812701" y="261589"/>
                  </a:lnTo>
                  <a:lnTo>
                    <a:pt x="3811658" y="261978"/>
                  </a:lnTo>
                  <a:lnTo>
                    <a:pt x="3801572" y="265743"/>
                  </a:lnTo>
                  <a:lnTo>
                    <a:pt x="3799311" y="266587"/>
                  </a:lnTo>
                  <a:lnTo>
                    <a:pt x="3799137" y="266652"/>
                  </a:lnTo>
                  <a:lnTo>
                    <a:pt x="3798615" y="266847"/>
                  </a:lnTo>
                  <a:lnTo>
                    <a:pt x="3797746" y="267172"/>
                  </a:lnTo>
                  <a:lnTo>
                    <a:pt x="3797224" y="267366"/>
                  </a:lnTo>
                  <a:lnTo>
                    <a:pt x="3793572" y="268730"/>
                  </a:lnTo>
                  <a:lnTo>
                    <a:pt x="3791659" y="269444"/>
                  </a:lnTo>
                  <a:lnTo>
                    <a:pt x="3789399" y="270288"/>
                  </a:lnTo>
                  <a:lnTo>
                    <a:pt x="3783312" y="272560"/>
                  </a:lnTo>
                  <a:lnTo>
                    <a:pt x="3782095" y="273015"/>
                  </a:lnTo>
                  <a:lnTo>
                    <a:pt x="3775835" y="275352"/>
                  </a:lnTo>
                  <a:lnTo>
                    <a:pt x="3774791" y="275742"/>
                  </a:lnTo>
                  <a:lnTo>
                    <a:pt x="3766444" y="278859"/>
                  </a:lnTo>
                  <a:lnTo>
                    <a:pt x="3765749" y="279118"/>
                  </a:lnTo>
                  <a:lnTo>
                    <a:pt x="3764010" y="279768"/>
                  </a:lnTo>
                  <a:lnTo>
                    <a:pt x="3763140" y="280092"/>
                  </a:lnTo>
                  <a:lnTo>
                    <a:pt x="3762792" y="280222"/>
                  </a:lnTo>
                  <a:lnTo>
                    <a:pt x="3758793" y="281716"/>
                  </a:lnTo>
                  <a:lnTo>
                    <a:pt x="3749924" y="285028"/>
                  </a:lnTo>
                  <a:lnTo>
                    <a:pt x="3746098" y="286457"/>
                  </a:lnTo>
                  <a:lnTo>
                    <a:pt x="3744881" y="286912"/>
                  </a:lnTo>
                  <a:lnTo>
                    <a:pt x="3742446" y="287821"/>
                  </a:lnTo>
                  <a:lnTo>
                    <a:pt x="3740707" y="288470"/>
                  </a:lnTo>
                  <a:lnTo>
                    <a:pt x="3740534" y="288535"/>
                  </a:lnTo>
                  <a:lnTo>
                    <a:pt x="3738795" y="289185"/>
                  </a:lnTo>
                  <a:lnTo>
                    <a:pt x="3737577" y="289640"/>
                  </a:lnTo>
                  <a:lnTo>
                    <a:pt x="3737403" y="289704"/>
                  </a:lnTo>
                  <a:lnTo>
                    <a:pt x="3737230" y="289769"/>
                  </a:lnTo>
                  <a:lnTo>
                    <a:pt x="3736882" y="289899"/>
                  </a:lnTo>
                  <a:lnTo>
                    <a:pt x="3736186" y="290159"/>
                  </a:lnTo>
                  <a:lnTo>
                    <a:pt x="3729056" y="292822"/>
                  </a:lnTo>
                  <a:lnTo>
                    <a:pt x="3726274" y="293862"/>
                  </a:lnTo>
                  <a:lnTo>
                    <a:pt x="3722448" y="295291"/>
                  </a:lnTo>
                  <a:lnTo>
                    <a:pt x="3719840" y="296265"/>
                  </a:lnTo>
                  <a:lnTo>
                    <a:pt x="3716884" y="297370"/>
                  </a:lnTo>
                  <a:lnTo>
                    <a:pt x="3716536" y="297500"/>
                  </a:lnTo>
                  <a:lnTo>
                    <a:pt x="3715318" y="297954"/>
                  </a:lnTo>
                  <a:lnTo>
                    <a:pt x="3713753" y="298539"/>
                  </a:lnTo>
                  <a:lnTo>
                    <a:pt x="3709406" y="300163"/>
                  </a:lnTo>
                  <a:lnTo>
                    <a:pt x="3703146" y="302502"/>
                  </a:lnTo>
                  <a:lnTo>
                    <a:pt x="3702102" y="302892"/>
                  </a:lnTo>
                  <a:lnTo>
                    <a:pt x="3701754" y="303022"/>
                  </a:lnTo>
                  <a:lnTo>
                    <a:pt x="3700885" y="303347"/>
                  </a:lnTo>
                  <a:lnTo>
                    <a:pt x="3699842" y="303737"/>
                  </a:lnTo>
                  <a:lnTo>
                    <a:pt x="3696364" y="305036"/>
                  </a:lnTo>
                  <a:lnTo>
                    <a:pt x="3694799" y="305621"/>
                  </a:lnTo>
                  <a:lnTo>
                    <a:pt x="3694625" y="305686"/>
                  </a:lnTo>
                  <a:lnTo>
                    <a:pt x="3692712" y="306401"/>
                  </a:lnTo>
                  <a:lnTo>
                    <a:pt x="3692538" y="306466"/>
                  </a:lnTo>
                  <a:lnTo>
                    <a:pt x="3688886" y="307831"/>
                  </a:lnTo>
                  <a:lnTo>
                    <a:pt x="3683147" y="309975"/>
                  </a:lnTo>
                  <a:lnTo>
                    <a:pt x="3677409" y="312120"/>
                  </a:lnTo>
                  <a:lnTo>
                    <a:pt x="3675844" y="312705"/>
                  </a:lnTo>
                  <a:lnTo>
                    <a:pt x="3675322" y="312899"/>
                  </a:lnTo>
                  <a:lnTo>
                    <a:pt x="3674105" y="313354"/>
                  </a:lnTo>
                  <a:lnTo>
                    <a:pt x="3670279" y="314784"/>
                  </a:lnTo>
                  <a:lnTo>
                    <a:pt x="3668714" y="315369"/>
                  </a:lnTo>
                  <a:lnTo>
                    <a:pt x="3666453" y="316214"/>
                  </a:lnTo>
                  <a:lnTo>
                    <a:pt x="3664540" y="316929"/>
                  </a:lnTo>
                  <a:lnTo>
                    <a:pt x="3663149" y="317449"/>
                  </a:lnTo>
                  <a:lnTo>
                    <a:pt x="3662975" y="317514"/>
                  </a:lnTo>
                  <a:lnTo>
                    <a:pt x="3662454" y="317709"/>
                  </a:lnTo>
                  <a:lnTo>
                    <a:pt x="3661410" y="318099"/>
                  </a:lnTo>
                  <a:lnTo>
                    <a:pt x="3660193" y="318554"/>
                  </a:lnTo>
                  <a:lnTo>
                    <a:pt x="3659150" y="318944"/>
                  </a:lnTo>
                  <a:lnTo>
                    <a:pt x="3657585" y="319529"/>
                  </a:lnTo>
                  <a:lnTo>
                    <a:pt x="3655498" y="320309"/>
                  </a:lnTo>
                  <a:lnTo>
                    <a:pt x="3652194" y="321544"/>
                  </a:lnTo>
                  <a:lnTo>
                    <a:pt x="3651846" y="321674"/>
                  </a:lnTo>
                  <a:lnTo>
                    <a:pt x="3648368" y="322974"/>
                  </a:lnTo>
                  <a:lnTo>
                    <a:pt x="3647672" y="323234"/>
                  </a:lnTo>
                  <a:lnTo>
                    <a:pt x="3646281" y="323754"/>
                  </a:lnTo>
                  <a:lnTo>
                    <a:pt x="3645759" y="323950"/>
                  </a:lnTo>
                  <a:lnTo>
                    <a:pt x="3644021" y="324600"/>
                  </a:lnTo>
                  <a:lnTo>
                    <a:pt x="3640195" y="326030"/>
                  </a:lnTo>
                  <a:lnTo>
                    <a:pt x="3638804" y="326550"/>
                  </a:lnTo>
                  <a:lnTo>
                    <a:pt x="3637760" y="326940"/>
                  </a:lnTo>
                  <a:lnTo>
                    <a:pt x="3627674" y="330711"/>
                  </a:lnTo>
                  <a:lnTo>
                    <a:pt x="3625413" y="331556"/>
                  </a:lnTo>
                  <a:lnTo>
                    <a:pt x="3625240" y="331621"/>
                  </a:lnTo>
                  <a:lnTo>
                    <a:pt x="3624718" y="331816"/>
                  </a:lnTo>
                  <a:lnTo>
                    <a:pt x="3623848" y="332142"/>
                  </a:lnTo>
                  <a:lnTo>
                    <a:pt x="3623327" y="332337"/>
                  </a:lnTo>
                  <a:lnTo>
                    <a:pt x="3619675" y="333702"/>
                  </a:lnTo>
                  <a:lnTo>
                    <a:pt x="3617762" y="334417"/>
                  </a:lnTo>
                  <a:lnTo>
                    <a:pt x="3615501" y="335263"/>
                  </a:lnTo>
                  <a:lnTo>
                    <a:pt x="3609415" y="337539"/>
                  </a:lnTo>
                  <a:lnTo>
                    <a:pt x="3608198" y="337994"/>
                  </a:lnTo>
                  <a:lnTo>
                    <a:pt x="3601937" y="340335"/>
                  </a:lnTo>
                  <a:lnTo>
                    <a:pt x="3592547" y="343848"/>
                  </a:lnTo>
                  <a:lnTo>
                    <a:pt x="3591851" y="344108"/>
                  </a:lnTo>
                  <a:lnTo>
                    <a:pt x="3590112" y="344758"/>
                  </a:lnTo>
                  <a:lnTo>
                    <a:pt x="3588895" y="345214"/>
                  </a:lnTo>
                  <a:lnTo>
                    <a:pt x="3584895" y="346710"/>
                  </a:lnTo>
                  <a:lnTo>
                    <a:pt x="3576027" y="350027"/>
                  </a:lnTo>
                  <a:lnTo>
                    <a:pt x="3572201" y="351459"/>
                  </a:lnTo>
                  <a:lnTo>
                    <a:pt x="3570984" y="351914"/>
                  </a:lnTo>
                  <a:lnTo>
                    <a:pt x="3568549" y="352825"/>
                  </a:lnTo>
                  <a:lnTo>
                    <a:pt x="3566810" y="353475"/>
                  </a:lnTo>
                  <a:lnTo>
                    <a:pt x="3566636" y="353541"/>
                  </a:lnTo>
                  <a:lnTo>
                    <a:pt x="3564897" y="354191"/>
                  </a:lnTo>
                  <a:lnTo>
                    <a:pt x="3563680" y="354647"/>
                  </a:lnTo>
                  <a:lnTo>
                    <a:pt x="3563506" y="354712"/>
                  </a:lnTo>
                  <a:lnTo>
                    <a:pt x="3563332" y="354777"/>
                  </a:lnTo>
                  <a:lnTo>
                    <a:pt x="3562984" y="354907"/>
                  </a:lnTo>
                  <a:lnTo>
                    <a:pt x="3562289" y="355167"/>
                  </a:lnTo>
                  <a:lnTo>
                    <a:pt x="3559332" y="356273"/>
                  </a:lnTo>
                  <a:lnTo>
                    <a:pt x="3555159" y="357835"/>
                  </a:lnTo>
                  <a:lnTo>
                    <a:pt x="3552377" y="358876"/>
                  </a:lnTo>
                  <a:lnTo>
                    <a:pt x="3548551" y="360308"/>
                  </a:lnTo>
                  <a:lnTo>
                    <a:pt x="3545942" y="361284"/>
                  </a:lnTo>
                  <a:lnTo>
                    <a:pt x="3542986" y="362390"/>
                  </a:lnTo>
                  <a:lnTo>
                    <a:pt x="3542638" y="362520"/>
                  </a:lnTo>
                  <a:lnTo>
                    <a:pt x="3541421" y="362976"/>
                  </a:lnTo>
                  <a:lnTo>
                    <a:pt x="3539856" y="363561"/>
                  </a:lnTo>
                  <a:lnTo>
                    <a:pt x="3535508" y="365188"/>
                  </a:lnTo>
                  <a:lnTo>
                    <a:pt x="3529248" y="367531"/>
                  </a:lnTo>
                  <a:lnTo>
                    <a:pt x="3528205" y="367922"/>
                  </a:lnTo>
                  <a:lnTo>
                    <a:pt x="3527857" y="368052"/>
                  </a:lnTo>
                  <a:lnTo>
                    <a:pt x="3526988" y="368378"/>
                  </a:lnTo>
                  <a:lnTo>
                    <a:pt x="3525944" y="368768"/>
                  </a:lnTo>
                  <a:lnTo>
                    <a:pt x="3522466" y="370070"/>
                  </a:lnTo>
                  <a:lnTo>
                    <a:pt x="3520901" y="370656"/>
                  </a:lnTo>
                  <a:lnTo>
                    <a:pt x="3520727" y="370721"/>
                  </a:lnTo>
                  <a:lnTo>
                    <a:pt x="3518814" y="371437"/>
                  </a:lnTo>
                  <a:lnTo>
                    <a:pt x="3518640" y="371502"/>
                  </a:lnTo>
                  <a:lnTo>
                    <a:pt x="3514989" y="372869"/>
                  </a:lnTo>
                  <a:lnTo>
                    <a:pt x="3509250" y="375017"/>
                  </a:lnTo>
                  <a:lnTo>
                    <a:pt x="3503511" y="377166"/>
                  </a:lnTo>
                  <a:lnTo>
                    <a:pt x="3501946" y="377752"/>
                  </a:lnTo>
                  <a:lnTo>
                    <a:pt x="3501425" y="377947"/>
                  </a:lnTo>
                  <a:lnTo>
                    <a:pt x="3500207" y="378403"/>
                  </a:lnTo>
                  <a:lnTo>
                    <a:pt x="3496382" y="379835"/>
                  </a:lnTo>
                  <a:lnTo>
                    <a:pt x="3494816" y="380421"/>
                  </a:lnTo>
                  <a:lnTo>
                    <a:pt x="3492556" y="381268"/>
                  </a:lnTo>
                  <a:lnTo>
                    <a:pt x="3490643" y="381984"/>
                  </a:lnTo>
                  <a:lnTo>
                    <a:pt x="3489252" y="382505"/>
                  </a:lnTo>
                  <a:lnTo>
                    <a:pt x="3489078" y="382570"/>
                  </a:lnTo>
                  <a:lnTo>
                    <a:pt x="3488556" y="382765"/>
                  </a:lnTo>
                  <a:lnTo>
                    <a:pt x="3487513" y="383156"/>
                  </a:lnTo>
                  <a:lnTo>
                    <a:pt x="3486296" y="383612"/>
                  </a:lnTo>
                  <a:lnTo>
                    <a:pt x="3485252" y="384003"/>
                  </a:lnTo>
                  <a:lnTo>
                    <a:pt x="3483687" y="384589"/>
                  </a:lnTo>
                  <a:lnTo>
                    <a:pt x="3481600" y="385370"/>
                  </a:lnTo>
                  <a:lnTo>
                    <a:pt x="3478296" y="386607"/>
                  </a:lnTo>
                  <a:lnTo>
                    <a:pt x="3477948" y="386738"/>
                  </a:lnTo>
                  <a:lnTo>
                    <a:pt x="3474470" y="388040"/>
                  </a:lnTo>
                  <a:lnTo>
                    <a:pt x="3473775" y="388301"/>
                  </a:lnTo>
                  <a:lnTo>
                    <a:pt x="3472384" y="388822"/>
                  </a:lnTo>
                  <a:lnTo>
                    <a:pt x="3471862" y="389017"/>
                  </a:lnTo>
                  <a:lnTo>
                    <a:pt x="3470123" y="389668"/>
                  </a:lnTo>
                  <a:lnTo>
                    <a:pt x="3466297" y="391101"/>
                  </a:lnTo>
                  <a:lnTo>
                    <a:pt x="3464906" y="391622"/>
                  </a:lnTo>
                  <a:lnTo>
                    <a:pt x="3463863" y="392013"/>
                  </a:lnTo>
                  <a:lnTo>
                    <a:pt x="3453777" y="395791"/>
                  </a:lnTo>
                  <a:lnTo>
                    <a:pt x="3451516" y="396638"/>
                  </a:lnTo>
                  <a:lnTo>
                    <a:pt x="3451342" y="396703"/>
                  </a:lnTo>
                  <a:lnTo>
                    <a:pt x="3450820" y="396899"/>
                  </a:lnTo>
                  <a:lnTo>
                    <a:pt x="3449951" y="397224"/>
                  </a:lnTo>
                  <a:lnTo>
                    <a:pt x="3449429" y="397420"/>
                  </a:lnTo>
                  <a:lnTo>
                    <a:pt x="3445777" y="398788"/>
                  </a:lnTo>
                  <a:lnTo>
                    <a:pt x="3443865" y="399504"/>
                  </a:lnTo>
                  <a:lnTo>
                    <a:pt x="3441604" y="400351"/>
                  </a:lnTo>
                  <a:lnTo>
                    <a:pt x="3435517" y="402632"/>
                  </a:lnTo>
                  <a:lnTo>
                    <a:pt x="3434300" y="403088"/>
                  </a:lnTo>
                  <a:lnTo>
                    <a:pt x="3428040" y="405434"/>
                  </a:lnTo>
                  <a:lnTo>
                    <a:pt x="3426996" y="405825"/>
                  </a:lnTo>
                  <a:lnTo>
                    <a:pt x="3418649" y="408952"/>
                  </a:lnTo>
                  <a:lnTo>
                    <a:pt x="3417954" y="409213"/>
                  </a:lnTo>
                  <a:lnTo>
                    <a:pt x="3416215" y="409865"/>
                  </a:lnTo>
                  <a:lnTo>
                    <a:pt x="3415345" y="410191"/>
                  </a:lnTo>
                  <a:lnTo>
                    <a:pt x="3414998" y="410321"/>
                  </a:lnTo>
                  <a:lnTo>
                    <a:pt x="3410998" y="411820"/>
                  </a:lnTo>
                  <a:lnTo>
                    <a:pt x="3402129" y="415144"/>
                  </a:lnTo>
                  <a:lnTo>
                    <a:pt x="3398303" y="416578"/>
                  </a:lnTo>
                  <a:lnTo>
                    <a:pt x="3397086" y="417034"/>
                  </a:lnTo>
                  <a:lnTo>
                    <a:pt x="3394652" y="417947"/>
                  </a:lnTo>
                  <a:lnTo>
                    <a:pt x="3392913" y="418599"/>
                  </a:lnTo>
                  <a:lnTo>
                    <a:pt x="3392739" y="418664"/>
                  </a:lnTo>
                  <a:lnTo>
                    <a:pt x="3391000" y="419316"/>
                  </a:lnTo>
                  <a:lnTo>
                    <a:pt x="3389782" y="419772"/>
                  </a:lnTo>
                  <a:lnTo>
                    <a:pt x="3389609" y="419838"/>
                  </a:lnTo>
                  <a:lnTo>
                    <a:pt x="3389435" y="419903"/>
                  </a:lnTo>
                  <a:lnTo>
                    <a:pt x="3389087" y="420033"/>
                  </a:lnTo>
                  <a:lnTo>
                    <a:pt x="3388391" y="420294"/>
                  </a:lnTo>
                  <a:lnTo>
                    <a:pt x="3385435" y="421402"/>
                  </a:lnTo>
                  <a:lnTo>
                    <a:pt x="3381261" y="422967"/>
                  </a:lnTo>
                  <a:lnTo>
                    <a:pt x="3378479" y="424010"/>
                  </a:lnTo>
                  <a:lnTo>
                    <a:pt x="3374653" y="425444"/>
                  </a:lnTo>
                  <a:lnTo>
                    <a:pt x="3369089" y="427531"/>
                  </a:lnTo>
                  <a:lnTo>
                    <a:pt x="3368741" y="427661"/>
                  </a:lnTo>
                  <a:lnTo>
                    <a:pt x="3367524" y="428118"/>
                  </a:lnTo>
                  <a:lnTo>
                    <a:pt x="3365958" y="428705"/>
                  </a:lnTo>
                  <a:lnTo>
                    <a:pt x="3361611" y="430335"/>
                  </a:lnTo>
                  <a:lnTo>
                    <a:pt x="3355351" y="432683"/>
                  </a:lnTo>
                  <a:lnTo>
                    <a:pt x="3354307" y="433074"/>
                  </a:lnTo>
                  <a:lnTo>
                    <a:pt x="3353960" y="433205"/>
                  </a:lnTo>
                  <a:lnTo>
                    <a:pt x="3353090" y="433531"/>
                  </a:lnTo>
                  <a:lnTo>
                    <a:pt x="3352047" y="433922"/>
                  </a:lnTo>
                  <a:lnTo>
                    <a:pt x="3348569" y="435227"/>
                  </a:lnTo>
                  <a:lnTo>
                    <a:pt x="3347004" y="435814"/>
                  </a:lnTo>
                  <a:lnTo>
                    <a:pt x="3346830" y="435879"/>
                  </a:lnTo>
                  <a:lnTo>
                    <a:pt x="3344917" y="436596"/>
                  </a:lnTo>
                  <a:lnTo>
                    <a:pt x="3344743" y="436662"/>
                  </a:lnTo>
                  <a:lnTo>
                    <a:pt x="3341091" y="438031"/>
                  </a:lnTo>
                  <a:lnTo>
                    <a:pt x="3335353" y="440184"/>
                  </a:lnTo>
                  <a:lnTo>
                    <a:pt x="3329614" y="442337"/>
                  </a:lnTo>
                  <a:lnTo>
                    <a:pt x="3328049" y="442924"/>
                  </a:lnTo>
                  <a:lnTo>
                    <a:pt x="3327527" y="443120"/>
                  </a:lnTo>
                  <a:lnTo>
                    <a:pt x="3326310" y="443577"/>
                  </a:lnTo>
                  <a:lnTo>
                    <a:pt x="3322484" y="445012"/>
                  </a:lnTo>
                  <a:lnTo>
                    <a:pt x="3320919" y="445599"/>
                  </a:lnTo>
                  <a:lnTo>
                    <a:pt x="3318658" y="446447"/>
                  </a:lnTo>
                  <a:lnTo>
                    <a:pt x="3316746" y="447165"/>
                  </a:lnTo>
                  <a:lnTo>
                    <a:pt x="3315354" y="447687"/>
                  </a:lnTo>
                  <a:lnTo>
                    <a:pt x="3315180" y="447752"/>
                  </a:lnTo>
                  <a:lnTo>
                    <a:pt x="3314659" y="447948"/>
                  </a:lnTo>
                  <a:lnTo>
                    <a:pt x="3313615" y="448340"/>
                  </a:lnTo>
                  <a:lnTo>
                    <a:pt x="3312398" y="448796"/>
                  </a:lnTo>
                  <a:lnTo>
                    <a:pt x="3311355" y="449188"/>
                  </a:lnTo>
                  <a:lnTo>
                    <a:pt x="3309790" y="449775"/>
                  </a:lnTo>
                  <a:lnTo>
                    <a:pt x="3307703" y="450558"/>
                  </a:lnTo>
                  <a:lnTo>
                    <a:pt x="3304399" y="451798"/>
                  </a:lnTo>
                  <a:lnTo>
                    <a:pt x="3304051" y="451929"/>
                  </a:lnTo>
                  <a:lnTo>
                    <a:pt x="3300573" y="453234"/>
                  </a:lnTo>
                  <a:lnTo>
                    <a:pt x="3299877" y="453495"/>
                  </a:lnTo>
                  <a:lnTo>
                    <a:pt x="3298486" y="454017"/>
                  </a:lnTo>
                  <a:lnTo>
                    <a:pt x="3297965" y="454213"/>
                  </a:lnTo>
                  <a:lnTo>
                    <a:pt x="3296226" y="454866"/>
                  </a:lnTo>
                  <a:lnTo>
                    <a:pt x="3292400" y="456302"/>
                  </a:lnTo>
                  <a:lnTo>
                    <a:pt x="3291009" y="456824"/>
                  </a:lnTo>
                  <a:lnTo>
                    <a:pt x="3289965" y="457216"/>
                  </a:lnTo>
                  <a:lnTo>
                    <a:pt x="3279879" y="461002"/>
                  </a:lnTo>
                  <a:lnTo>
                    <a:pt x="3277619" y="461850"/>
                  </a:lnTo>
                  <a:lnTo>
                    <a:pt x="3277445" y="461916"/>
                  </a:lnTo>
                  <a:lnTo>
                    <a:pt x="3276923" y="462111"/>
                  </a:lnTo>
                  <a:lnTo>
                    <a:pt x="3276054" y="462438"/>
                  </a:lnTo>
                  <a:lnTo>
                    <a:pt x="3275532" y="462634"/>
                  </a:lnTo>
                  <a:lnTo>
                    <a:pt x="3271880" y="464005"/>
                  </a:lnTo>
                  <a:lnTo>
                    <a:pt x="3269967" y="464723"/>
                  </a:lnTo>
                  <a:lnTo>
                    <a:pt x="3267706" y="465572"/>
                  </a:lnTo>
                  <a:lnTo>
                    <a:pt x="3261620" y="467857"/>
                  </a:lnTo>
                  <a:lnTo>
                    <a:pt x="3260403" y="468314"/>
                  </a:lnTo>
                  <a:lnTo>
                    <a:pt x="3254142" y="470665"/>
                  </a:lnTo>
                  <a:lnTo>
                    <a:pt x="3253099" y="471057"/>
                  </a:lnTo>
                  <a:lnTo>
                    <a:pt x="3244752" y="474192"/>
                  </a:lnTo>
                  <a:lnTo>
                    <a:pt x="3244056" y="474453"/>
                  </a:lnTo>
                  <a:lnTo>
                    <a:pt x="3242317" y="475106"/>
                  </a:lnTo>
                  <a:lnTo>
                    <a:pt x="3241448" y="475433"/>
                  </a:lnTo>
                  <a:lnTo>
                    <a:pt x="3241100" y="475564"/>
                  </a:lnTo>
                  <a:lnTo>
                    <a:pt x="3237100" y="477066"/>
                  </a:lnTo>
                  <a:lnTo>
                    <a:pt x="3228232" y="480397"/>
                  </a:lnTo>
                  <a:lnTo>
                    <a:pt x="3224406" y="481835"/>
                  </a:lnTo>
                  <a:lnTo>
                    <a:pt x="3223189" y="482292"/>
                  </a:lnTo>
                  <a:lnTo>
                    <a:pt x="3220754" y="483207"/>
                  </a:lnTo>
                  <a:lnTo>
                    <a:pt x="3219015" y="483860"/>
                  </a:lnTo>
                  <a:lnTo>
                    <a:pt x="3218841" y="483925"/>
                  </a:lnTo>
                  <a:lnTo>
                    <a:pt x="3217102" y="484579"/>
                  </a:lnTo>
                  <a:lnTo>
                    <a:pt x="3215885" y="485036"/>
                  </a:lnTo>
                  <a:lnTo>
                    <a:pt x="3215711" y="485101"/>
                  </a:lnTo>
                  <a:lnTo>
                    <a:pt x="3215537" y="485167"/>
                  </a:lnTo>
                  <a:lnTo>
                    <a:pt x="3215189" y="485298"/>
                  </a:lnTo>
                  <a:lnTo>
                    <a:pt x="3214494" y="485559"/>
                  </a:lnTo>
                  <a:lnTo>
                    <a:pt x="3211538" y="486670"/>
                  </a:lnTo>
                  <a:lnTo>
                    <a:pt x="3207364" y="488238"/>
                  </a:lnTo>
                  <a:lnTo>
                    <a:pt x="3204582" y="489284"/>
                  </a:lnTo>
                  <a:lnTo>
                    <a:pt x="3200756" y="490721"/>
                  </a:lnTo>
                  <a:lnTo>
                    <a:pt x="3198147" y="491702"/>
                  </a:lnTo>
                  <a:lnTo>
                    <a:pt x="3195191" y="492813"/>
                  </a:lnTo>
                  <a:lnTo>
                    <a:pt x="3194843" y="492943"/>
                  </a:lnTo>
                  <a:lnTo>
                    <a:pt x="3193626" y="493401"/>
                  </a:lnTo>
                  <a:lnTo>
                    <a:pt x="3192061" y="493989"/>
                  </a:lnTo>
                  <a:lnTo>
                    <a:pt x="3187714" y="495623"/>
                  </a:lnTo>
                  <a:lnTo>
                    <a:pt x="3181453" y="497977"/>
                  </a:lnTo>
                  <a:lnTo>
                    <a:pt x="3180410" y="498369"/>
                  </a:lnTo>
                  <a:lnTo>
                    <a:pt x="3180062" y="498500"/>
                  </a:lnTo>
                  <a:lnTo>
                    <a:pt x="3179193" y="498827"/>
                  </a:lnTo>
                  <a:lnTo>
                    <a:pt x="3178149" y="499219"/>
                  </a:lnTo>
                  <a:lnTo>
                    <a:pt x="3174671" y="500526"/>
                  </a:lnTo>
                  <a:lnTo>
                    <a:pt x="3173106" y="501115"/>
                  </a:lnTo>
                  <a:lnTo>
                    <a:pt x="3172932" y="501180"/>
                  </a:lnTo>
                  <a:lnTo>
                    <a:pt x="3171019" y="501899"/>
                  </a:lnTo>
                  <a:lnTo>
                    <a:pt x="3170846" y="501965"/>
                  </a:lnTo>
                  <a:lnTo>
                    <a:pt x="3167194" y="503338"/>
                  </a:lnTo>
                  <a:lnTo>
                    <a:pt x="3161455" y="505496"/>
                  </a:lnTo>
                  <a:lnTo>
                    <a:pt x="3155716" y="507654"/>
                  </a:lnTo>
                  <a:lnTo>
                    <a:pt x="3154151" y="508242"/>
                  </a:lnTo>
                  <a:lnTo>
                    <a:pt x="3153630" y="508438"/>
                  </a:lnTo>
                  <a:lnTo>
                    <a:pt x="3152412" y="508896"/>
                  </a:lnTo>
                  <a:lnTo>
                    <a:pt x="3148587" y="510335"/>
                  </a:lnTo>
                  <a:lnTo>
                    <a:pt x="3147022" y="510924"/>
                  </a:lnTo>
                  <a:lnTo>
                    <a:pt x="3144761" y="511774"/>
                  </a:lnTo>
                  <a:lnTo>
                    <a:pt x="3142848" y="512493"/>
                  </a:lnTo>
                  <a:lnTo>
                    <a:pt x="3141457" y="513017"/>
                  </a:lnTo>
                  <a:lnTo>
                    <a:pt x="3141283" y="513082"/>
                  </a:lnTo>
                  <a:lnTo>
                    <a:pt x="3140761" y="513278"/>
                  </a:lnTo>
                  <a:lnTo>
                    <a:pt x="3139718" y="513671"/>
                  </a:lnTo>
                  <a:lnTo>
                    <a:pt x="3138501" y="514129"/>
                  </a:lnTo>
                  <a:lnTo>
                    <a:pt x="3137457" y="514521"/>
                  </a:lnTo>
                  <a:lnTo>
                    <a:pt x="3135892" y="515110"/>
                  </a:lnTo>
                  <a:lnTo>
                    <a:pt x="3133805" y="515895"/>
                  </a:lnTo>
                  <a:lnTo>
                    <a:pt x="3130501" y="517138"/>
                  </a:lnTo>
                  <a:lnTo>
                    <a:pt x="3130154" y="517269"/>
                  </a:lnTo>
                  <a:lnTo>
                    <a:pt x="3126676" y="518577"/>
                  </a:lnTo>
                  <a:lnTo>
                    <a:pt x="3125980" y="518839"/>
                  </a:lnTo>
                  <a:lnTo>
                    <a:pt x="3124589" y="519362"/>
                  </a:lnTo>
                  <a:lnTo>
                    <a:pt x="3124067" y="519559"/>
                  </a:lnTo>
                  <a:lnTo>
                    <a:pt x="3122328" y="520213"/>
                  </a:lnTo>
                  <a:lnTo>
                    <a:pt x="3118502" y="521652"/>
                  </a:lnTo>
                  <a:lnTo>
                    <a:pt x="3117111" y="522176"/>
                  </a:lnTo>
                  <a:lnTo>
                    <a:pt x="3116068" y="522569"/>
                  </a:lnTo>
                  <a:lnTo>
                    <a:pt x="3105982" y="526364"/>
                  </a:lnTo>
                  <a:lnTo>
                    <a:pt x="3103721" y="527215"/>
                  </a:lnTo>
                  <a:lnTo>
                    <a:pt x="3103547" y="527280"/>
                  </a:lnTo>
                  <a:lnTo>
                    <a:pt x="3103026" y="527477"/>
                  </a:lnTo>
                  <a:lnTo>
                    <a:pt x="3102156" y="527804"/>
                  </a:lnTo>
                  <a:lnTo>
                    <a:pt x="3101634" y="528000"/>
                  </a:lnTo>
                  <a:lnTo>
                    <a:pt x="3097983" y="529375"/>
                  </a:lnTo>
                  <a:lnTo>
                    <a:pt x="3096070" y="530095"/>
                  </a:lnTo>
                  <a:lnTo>
                    <a:pt x="3093809" y="530946"/>
                  </a:lnTo>
                  <a:lnTo>
                    <a:pt x="3087723" y="533237"/>
                  </a:lnTo>
                  <a:lnTo>
                    <a:pt x="3086505" y="533695"/>
                  </a:lnTo>
                  <a:lnTo>
                    <a:pt x="3080245" y="536052"/>
                  </a:lnTo>
                  <a:lnTo>
                    <a:pt x="3079202" y="536445"/>
                  </a:lnTo>
                  <a:lnTo>
                    <a:pt x="3070855" y="539588"/>
                  </a:lnTo>
                  <a:lnTo>
                    <a:pt x="3070159" y="539850"/>
                  </a:lnTo>
                  <a:lnTo>
                    <a:pt x="3068420" y="540505"/>
                  </a:lnTo>
                  <a:lnTo>
                    <a:pt x="3067550" y="540832"/>
                  </a:lnTo>
                  <a:lnTo>
                    <a:pt x="3067203" y="540963"/>
                  </a:lnTo>
                  <a:lnTo>
                    <a:pt x="3063203" y="542469"/>
                  </a:lnTo>
                  <a:lnTo>
                    <a:pt x="3054334" y="545810"/>
                  </a:lnTo>
                  <a:lnTo>
                    <a:pt x="3050509" y="547251"/>
                  </a:lnTo>
                  <a:lnTo>
                    <a:pt x="3049291" y="547709"/>
                  </a:lnTo>
                  <a:lnTo>
                    <a:pt x="3046857" y="548626"/>
                  </a:lnTo>
                  <a:lnTo>
                    <a:pt x="3045118" y="549281"/>
                  </a:lnTo>
                  <a:lnTo>
                    <a:pt x="3044944" y="549347"/>
                  </a:lnTo>
                  <a:lnTo>
                    <a:pt x="3043205" y="550002"/>
                  </a:lnTo>
                  <a:lnTo>
                    <a:pt x="3041988" y="550461"/>
                  </a:lnTo>
                  <a:lnTo>
                    <a:pt x="3041814" y="550526"/>
                  </a:lnTo>
                  <a:lnTo>
                    <a:pt x="3041640" y="550592"/>
                  </a:lnTo>
                  <a:lnTo>
                    <a:pt x="3041292" y="550723"/>
                  </a:lnTo>
                  <a:lnTo>
                    <a:pt x="3040596" y="550985"/>
                  </a:lnTo>
                  <a:lnTo>
                    <a:pt x="3037640" y="552099"/>
                  </a:lnTo>
                  <a:lnTo>
                    <a:pt x="3033467" y="553671"/>
                  </a:lnTo>
                  <a:lnTo>
                    <a:pt x="3030684" y="554719"/>
                  </a:lnTo>
                  <a:lnTo>
                    <a:pt x="3026858" y="556161"/>
                  </a:lnTo>
                  <a:lnTo>
                    <a:pt x="3024250" y="557144"/>
                  </a:lnTo>
                  <a:lnTo>
                    <a:pt x="3021294" y="558258"/>
                  </a:lnTo>
                  <a:lnTo>
                    <a:pt x="3020946" y="558389"/>
                  </a:lnTo>
                  <a:lnTo>
                    <a:pt x="3019729" y="558848"/>
                  </a:lnTo>
                  <a:lnTo>
                    <a:pt x="3018164" y="559438"/>
                  </a:lnTo>
                  <a:lnTo>
                    <a:pt x="3013816" y="561076"/>
                  </a:lnTo>
                  <a:lnTo>
                    <a:pt x="3007556" y="563436"/>
                  </a:lnTo>
                  <a:lnTo>
                    <a:pt x="3006512" y="563829"/>
                  </a:lnTo>
                  <a:lnTo>
                    <a:pt x="3006165" y="563960"/>
                  </a:lnTo>
                  <a:lnTo>
                    <a:pt x="3005295" y="564288"/>
                  </a:lnTo>
                  <a:lnTo>
                    <a:pt x="3004252" y="564682"/>
                  </a:lnTo>
                  <a:lnTo>
                    <a:pt x="3000774" y="565993"/>
                  </a:lnTo>
                  <a:lnTo>
                    <a:pt x="2999209" y="566583"/>
                  </a:lnTo>
                  <a:lnTo>
                    <a:pt x="2999035" y="566648"/>
                  </a:lnTo>
                  <a:lnTo>
                    <a:pt x="2997122" y="567369"/>
                  </a:lnTo>
                  <a:lnTo>
                    <a:pt x="2996948" y="567435"/>
                  </a:lnTo>
                  <a:lnTo>
                    <a:pt x="2993296" y="568812"/>
                  </a:lnTo>
                  <a:lnTo>
                    <a:pt x="2987558" y="570976"/>
                  </a:lnTo>
                  <a:lnTo>
                    <a:pt x="2981819" y="573140"/>
                  </a:lnTo>
                  <a:lnTo>
                    <a:pt x="2980254" y="573730"/>
                  </a:lnTo>
                  <a:lnTo>
                    <a:pt x="2979732" y="573927"/>
                  </a:lnTo>
                  <a:lnTo>
                    <a:pt x="2978515" y="574386"/>
                  </a:lnTo>
                  <a:lnTo>
                    <a:pt x="2974689" y="575829"/>
                  </a:lnTo>
                  <a:lnTo>
                    <a:pt x="2973124" y="576419"/>
                  </a:lnTo>
                  <a:lnTo>
                    <a:pt x="2970863" y="577272"/>
                  </a:lnTo>
                  <a:lnTo>
                    <a:pt x="2968951" y="577993"/>
                  </a:lnTo>
                  <a:lnTo>
                    <a:pt x="2967559" y="578518"/>
                  </a:lnTo>
                  <a:lnTo>
                    <a:pt x="2967386" y="578584"/>
                  </a:lnTo>
                  <a:lnTo>
                    <a:pt x="2966864" y="578780"/>
                  </a:lnTo>
                  <a:lnTo>
                    <a:pt x="2965820" y="579174"/>
                  </a:lnTo>
                  <a:lnTo>
                    <a:pt x="2964603" y="579633"/>
                  </a:lnTo>
                  <a:lnTo>
                    <a:pt x="2963560" y="580027"/>
                  </a:lnTo>
                  <a:lnTo>
                    <a:pt x="2961995" y="580617"/>
                  </a:lnTo>
                  <a:lnTo>
                    <a:pt x="2959908" y="581404"/>
                  </a:lnTo>
                  <a:lnTo>
                    <a:pt x="2956604" y="582651"/>
                  </a:lnTo>
                  <a:lnTo>
                    <a:pt x="2956256" y="582782"/>
                  </a:lnTo>
                  <a:lnTo>
                    <a:pt x="2952778" y="584094"/>
                  </a:lnTo>
                  <a:lnTo>
                    <a:pt x="2952083" y="584357"/>
                  </a:lnTo>
                  <a:lnTo>
                    <a:pt x="2950691" y="584882"/>
                  </a:lnTo>
                  <a:lnTo>
                    <a:pt x="2950170" y="585079"/>
                  </a:lnTo>
                  <a:lnTo>
                    <a:pt x="2948431" y="585735"/>
                  </a:lnTo>
                  <a:lnTo>
                    <a:pt x="2944605" y="587178"/>
                  </a:lnTo>
                  <a:lnTo>
                    <a:pt x="2943214" y="587703"/>
                  </a:lnTo>
                  <a:lnTo>
                    <a:pt x="2942170" y="588097"/>
                  </a:lnTo>
                  <a:lnTo>
                    <a:pt x="2932084" y="591904"/>
                  </a:lnTo>
                  <a:lnTo>
                    <a:pt x="2929824" y="592757"/>
                  </a:lnTo>
                  <a:lnTo>
                    <a:pt x="2929650" y="592823"/>
                  </a:lnTo>
                  <a:lnTo>
                    <a:pt x="2929128" y="593020"/>
                  </a:lnTo>
                  <a:lnTo>
                    <a:pt x="2928259" y="593348"/>
                  </a:lnTo>
                  <a:lnTo>
                    <a:pt x="2927737" y="593545"/>
                  </a:lnTo>
                  <a:lnTo>
                    <a:pt x="2924085" y="594923"/>
                  </a:lnTo>
                  <a:lnTo>
                    <a:pt x="2922172" y="595645"/>
                  </a:lnTo>
                  <a:lnTo>
                    <a:pt x="2919912" y="596499"/>
                  </a:lnTo>
                  <a:lnTo>
                    <a:pt x="2913825" y="598797"/>
                  </a:lnTo>
                  <a:lnTo>
                    <a:pt x="2912608" y="599256"/>
                  </a:lnTo>
                  <a:lnTo>
                    <a:pt x="2906348" y="601620"/>
                  </a:lnTo>
                  <a:lnTo>
                    <a:pt x="2905304" y="602014"/>
                  </a:lnTo>
                  <a:lnTo>
                    <a:pt x="2896957" y="605167"/>
                  </a:lnTo>
                  <a:lnTo>
                    <a:pt x="2896261" y="605429"/>
                  </a:lnTo>
                  <a:lnTo>
                    <a:pt x="2894523" y="606086"/>
                  </a:lnTo>
                  <a:lnTo>
                    <a:pt x="2893653" y="606415"/>
                  </a:lnTo>
                  <a:lnTo>
                    <a:pt x="2893305" y="606546"/>
                  </a:lnTo>
                  <a:lnTo>
                    <a:pt x="2889306" y="608057"/>
                  </a:lnTo>
                  <a:lnTo>
                    <a:pt x="2880437" y="611407"/>
                  </a:lnTo>
                  <a:lnTo>
                    <a:pt x="2876611" y="612853"/>
                  </a:lnTo>
                  <a:lnTo>
                    <a:pt x="2875394" y="613312"/>
                  </a:lnTo>
                  <a:lnTo>
                    <a:pt x="2872959" y="614232"/>
                  </a:lnTo>
                  <a:lnTo>
                    <a:pt x="2871220" y="614890"/>
                  </a:lnTo>
                  <a:lnTo>
                    <a:pt x="2871046" y="614955"/>
                  </a:lnTo>
                  <a:lnTo>
                    <a:pt x="2869307" y="615612"/>
                  </a:lnTo>
                  <a:lnTo>
                    <a:pt x="2868090" y="616072"/>
                  </a:lnTo>
                  <a:lnTo>
                    <a:pt x="2867916" y="616138"/>
                  </a:lnTo>
                  <a:lnTo>
                    <a:pt x="2867742" y="616204"/>
                  </a:lnTo>
                  <a:lnTo>
                    <a:pt x="2867395" y="616335"/>
                  </a:lnTo>
                  <a:lnTo>
                    <a:pt x="2866699" y="616598"/>
                  </a:lnTo>
                  <a:lnTo>
                    <a:pt x="2863743" y="617715"/>
                  </a:lnTo>
                  <a:lnTo>
                    <a:pt x="2859569" y="619293"/>
                  </a:lnTo>
                  <a:lnTo>
                    <a:pt x="2856787" y="620344"/>
                  </a:lnTo>
                  <a:lnTo>
                    <a:pt x="2852961" y="621790"/>
                  </a:lnTo>
                  <a:lnTo>
                    <a:pt x="2850353" y="622776"/>
                  </a:lnTo>
                  <a:lnTo>
                    <a:pt x="2847396" y="623894"/>
                  </a:lnTo>
                  <a:lnTo>
                    <a:pt x="2847049" y="624025"/>
                  </a:lnTo>
                  <a:lnTo>
                    <a:pt x="2845831" y="624486"/>
                  </a:lnTo>
                  <a:lnTo>
                    <a:pt x="2844266" y="625077"/>
                  </a:lnTo>
                  <a:lnTo>
                    <a:pt x="2839919" y="626721"/>
                  </a:lnTo>
                  <a:lnTo>
                    <a:pt x="2833658" y="629088"/>
                  </a:lnTo>
                  <a:lnTo>
                    <a:pt x="2832615" y="629483"/>
                  </a:lnTo>
                  <a:lnTo>
                    <a:pt x="2832267" y="629614"/>
                  </a:lnTo>
                  <a:lnTo>
                    <a:pt x="2831398" y="629943"/>
                  </a:lnTo>
                  <a:lnTo>
                    <a:pt x="2830354" y="630338"/>
                  </a:lnTo>
                  <a:lnTo>
                    <a:pt x="2826876" y="631653"/>
                  </a:lnTo>
                  <a:lnTo>
                    <a:pt x="2825311" y="632245"/>
                  </a:lnTo>
                  <a:lnTo>
                    <a:pt x="2825137" y="632311"/>
                  </a:lnTo>
                  <a:lnTo>
                    <a:pt x="2823225" y="633034"/>
                  </a:lnTo>
                  <a:lnTo>
                    <a:pt x="2823051" y="633100"/>
                  </a:lnTo>
                  <a:lnTo>
                    <a:pt x="2819399" y="634481"/>
                  </a:lnTo>
                  <a:lnTo>
                    <a:pt x="2813660" y="636652"/>
                  </a:lnTo>
                  <a:lnTo>
                    <a:pt x="2807922" y="638823"/>
                  </a:lnTo>
                  <a:lnTo>
                    <a:pt x="2806357" y="639415"/>
                  </a:lnTo>
                  <a:lnTo>
                    <a:pt x="2805835" y="639612"/>
                  </a:lnTo>
                  <a:lnTo>
                    <a:pt x="2804618" y="640073"/>
                  </a:lnTo>
                  <a:lnTo>
                    <a:pt x="2800792" y="641521"/>
                  </a:lnTo>
                  <a:lnTo>
                    <a:pt x="2799227" y="642113"/>
                  </a:lnTo>
                  <a:lnTo>
                    <a:pt x="2796966" y="642968"/>
                  </a:lnTo>
                  <a:lnTo>
                    <a:pt x="2795053" y="643692"/>
                  </a:lnTo>
                  <a:lnTo>
                    <a:pt x="2793662" y="644219"/>
                  </a:lnTo>
                  <a:lnTo>
                    <a:pt x="2793488" y="644284"/>
                  </a:lnTo>
                  <a:lnTo>
                    <a:pt x="2792966" y="644482"/>
                  </a:lnTo>
                  <a:lnTo>
                    <a:pt x="2791923" y="644877"/>
                  </a:lnTo>
                  <a:lnTo>
                    <a:pt x="2789662" y="645732"/>
                  </a:lnTo>
                  <a:lnTo>
                    <a:pt x="2788097" y="646325"/>
                  </a:lnTo>
                  <a:lnTo>
                    <a:pt x="2786011" y="647114"/>
                  </a:lnTo>
                  <a:lnTo>
                    <a:pt x="2782706" y="648365"/>
                  </a:lnTo>
                  <a:lnTo>
                    <a:pt x="2782359" y="648497"/>
                  </a:lnTo>
                  <a:lnTo>
                    <a:pt x="2778881" y="649813"/>
                  </a:lnTo>
                  <a:lnTo>
                    <a:pt x="2778185" y="650077"/>
                  </a:lnTo>
                  <a:lnTo>
                    <a:pt x="2776794" y="650603"/>
                  </a:lnTo>
                  <a:lnTo>
                    <a:pt x="2776272" y="650801"/>
                  </a:lnTo>
                  <a:lnTo>
                    <a:pt x="2774533" y="651459"/>
                  </a:lnTo>
                  <a:lnTo>
                    <a:pt x="2770708" y="652908"/>
                  </a:lnTo>
                  <a:lnTo>
                    <a:pt x="2769316" y="653434"/>
                  </a:lnTo>
                  <a:lnTo>
                    <a:pt x="2768273" y="653829"/>
                  </a:lnTo>
                  <a:lnTo>
                    <a:pt x="2758187" y="657649"/>
                  </a:lnTo>
                  <a:lnTo>
                    <a:pt x="2755926" y="658505"/>
                  </a:lnTo>
                  <a:lnTo>
                    <a:pt x="2755752" y="658571"/>
                  </a:lnTo>
                  <a:lnTo>
                    <a:pt x="2755231" y="658768"/>
                  </a:lnTo>
                  <a:lnTo>
                    <a:pt x="2754361" y="659098"/>
                  </a:lnTo>
                  <a:lnTo>
                    <a:pt x="2753839" y="659295"/>
                  </a:lnTo>
                  <a:lnTo>
                    <a:pt x="2750188" y="660679"/>
                  </a:lnTo>
                  <a:lnTo>
                    <a:pt x="2748275" y="661403"/>
                  </a:lnTo>
                  <a:lnTo>
                    <a:pt x="2746014" y="662259"/>
                  </a:lnTo>
                  <a:lnTo>
                    <a:pt x="2739928" y="664565"/>
                  </a:lnTo>
                  <a:lnTo>
                    <a:pt x="2738710" y="665026"/>
                  </a:lnTo>
                  <a:lnTo>
                    <a:pt x="2732450" y="667398"/>
                  </a:lnTo>
                  <a:lnTo>
                    <a:pt x="2731407" y="667794"/>
                  </a:lnTo>
                  <a:lnTo>
                    <a:pt x="2723060" y="670957"/>
                  </a:lnTo>
                  <a:lnTo>
                    <a:pt x="2722364" y="671221"/>
                  </a:lnTo>
                  <a:lnTo>
                    <a:pt x="2720625" y="671880"/>
                  </a:lnTo>
                  <a:lnTo>
                    <a:pt x="2719756" y="672209"/>
                  </a:lnTo>
                  <a:lnTo>
                    <a:pt x="2719408" y="672341"/>
                  </a:lnTo>
                  <a:lnTo>
                    <a:pt x="2715408" y="673857"/>
                  </a:lnTo>
                  <a:lnTo>
                    <a:pt x="2706539" y="677219"/>
                  </a:lnTo>
                  <a:lnTo>
                    <a:pt x="2702714" y="678670"/>
                  </a:lnTo>
                  <a:lnTo>
                    <a:pt x="2701496" y="679132"/>
                  </a:lnTo>
                  <a:lnTo>
                    <a:pt x="2699062" y="680055"/>
                  </a:lnTo>
                  <a:lnTo>
                    <a:pt x="2697323" y="680714"/>
                  </a:lnTo>
                  <a:lnTo>
                    <a:pt x="2697149" y="680780"/>
                  </a:lnTo>
                  <a:lnTo>
                    <a:pt x="2695410" y="681439"/>
                  </a:lnTo>
                  <a:lnTo>
                    <a:pt x="2694193" y="681901"/>
                  </a:lnTo>
                  <a:lnTo>
                    <a:pt x="2694019" y="681967"/>
                  </a:lnTo>
                  <a:lnTo>
                    <a:pt x="2693845" y="682033"/>
                  </a:lnTo>
                  <a:lnTo>
                    <a:pt x="2692801" y="682429"/>
                  </a:lnTo>
                  <a:lnTo>
                    <a:pt x="2689845" y="683550"/>
                  </a:lnTo>
                  <a:lnTo>
                    <a:pt x="2685672" y="685133"/>
                  </a:lnTo>
                  <a:lnTo>
                    <a:pt x="2682889" y="686188"/>
                  </a:lnTo>
                  <a:lnTo>
                    <a:pt x="2679064" y="687640"/>
                  </a:lnTo>
                  <a:lnTo>
                    <a:pt x="2676455" y="688629"/>
                  </a:lnTo>
                  <a:lnTo>
                    <a:pt x="2673499" y="689751"/>
                  </a:lnTo>
                  <a:lnTo>
                    <a:pt x="2673151" y="689883"/>
                  </a:lnTo>
                  <a:lnTo>
                    <a:pt x="2671934" y="690345"/>
                  </a:lnTo>
                  <a:lnTo>
                    <a:pt x="2670369" y="690938"/>
                  </a:lnTo>
                  <a:lnTo>
                    <a:pt x="2666021" y="692588"/>
                  </a:lnTo>
                  <a:lnTo>
                    <a:pt x="2659761" y="694964"/>
                  </a:lnTo>
                  <a:lnTo>
                    <a:pt x="2658718" y="695360"/>
                  </a:lnTo>
                  <a:lnTo>
                    <a:pt x="2658370" y="695492"/>
                  </a:lnTo>
                  <a:lnTo>
                    <a:pt x="2657500" y="695822"/>
                  </a:lnTo>
                  <a:lnTo>
                    <a:pt x="2656457" y="696218"/>
                  </a:lnTo>
                  <a:lnTo>
                    <a:pt x="2652979" y="697538"/>
                  </a:lnTo>
                  <a:lnTo>
                    <a:pt x="2651414" y="698132"/>
                  </a:lnTo>
                  <a:lnTo>
                    <a:pt x="2651240" y="698198"/>
                  </a:lnTo>
                  <a:lnTo>
                    <a:pt x="2649327" y="698924"/>
                  </a:lnTo>
                  <a:lnTo>
                    <a:pt x="2649153" y="698990"/>
                  </a:lnTo>
                  <a:lnTo>
                    <a:pt x="2645501" y="700377"/>
                  </a:lnTo>
                  <a:lnTo>
                    <a:pt x="2639763" y="702555"/>
                  </a:lnTo>
                  <a:lnTo>
                    <a:pt x="2634024" y="704734"/>
                  </a:lnTo>
                  <a:lnTo>
                    <a:pt x="2632459" y="705329"/>
                  </a:lnTo>
                  <a:lnTo>
                    <a:pt x="2631937" y="705527"/>
                  </a:lnTo>
                  <a:lnTo>
                    <a:pt x="2630720" y="705989"/>
                  </a:lnTo>
                  <a:lnTo>
                    <a:pt x="2626894" y="707442"/>
                  </a:lnTo>
                  <a:lnTo>
                    <a:pt x="2625329" y="708037"/>
                  </a:lnTo>
                  <a:lnTo>
                    <a:pt x="2623069" y="708895"/>
                  </a:lnTo>
                  <a:lnTo>
                    <a:pt x="2621156" y="709622"/>
                  </a:lnTo>
                  <a:lnTo>
                    <a:pt x="2619765" y="710150"/>
                  </a:lnTo>
                  <a:lnTo>
                    <a:pt x="2619591" y="710216"/>
                  </a:lnTo>
                  <a:lnTo>
                    <a:pt x="2619069" y="710415"/>
                  </a:lnTo>
                  <a:lnTo>
                    <a:pt x="2618026" y="710811"/>
                  </a:lnTo>
                  <a:lnTo>
                    <a:pt x="2616808" y="711273"/>
                  </a:lnTo>
                  <a:lnTo>
                    <a:pt x="2615765" y="711670"/>
                  </a:lnTo>
                  <a:lnTo>
                    <a:pt x="2614200" y="712264"/>
                  </a:lnTo>
                  <a:lnTo>
                    <a:pt x="2612113" y="713057"/>
                  </a:lnTo>
                  <a:lnTo>
                    <a:pt x="2608809" y="714313"/>
                  </a:lnTo>
                  <a:lnTo>
                    <a:pt x="2608461" y="714445"/>
                  </a:lnTo>
                  <a:lnTo>
                    <a:pt x="2604983" y="715766"/>
                  </a:lnTo>
                  <a:lnTo>
                    <a:pt x="2604288" y="716031"/>
                  </a:lnTo>
                  <a:lnTo>
                    <a:pt x="2602896" y="716559"/>
                  </a:lnTo>
                  <a:lnTo>
                    <a:pt x="2602375" y="716758"/>
                  </a:lnTo>
                  <a:lnTo>
                    <a:pt x="2600636" y="717419"/>
                  </a:lnTo>
                  <a:lnTo>
                    <a:pt x="2595419" y="719401"/>
                  </a:lnTo>
                  <a:lnTo>
                    <a:pt x="2594376" y="719798"/>
                  </a:lnTo>
                  <a:lnTo>
                    <a:pt x="2584289" y="723632"/>
                  </a:lnTo>
                  <a:lnTo>
                    <a:pt x="2582029" y="724492"/>
                  </a:lnTo>
                  <a:lnTo>
                    <a:pt x="2581855" y="724558"/>
                  </a:lnTo>
                  <a:lnTo>
                    <a:pt x="2581333" y="724756"/>
                  </a:lnTo>
                  <a:lnTo>
                    <a:pt x="2580464" y="725087"/>
                  </a:lnTo>
                  <a:lnTo>
                    <a:pt x="2579942" y="725285"/>
                  </a:lnTo>
                  <a:lnTo>
                    <a:pt x="2576290" y="726674"/>
                  </a:lnTo>
                  <a:lnTo>
                    <a:pt x="2574377" y="727401"/>
                  </a:lnTo>
                  <a:lnTo>
                    <a:pt x="2572117" y="728261"/>
                  </a:lnTo>
                  <a:lnTo>
                    <a:pt x="2566030" y="730575"/>
                  </a:lnTo>
                  <a:lnTo>
                    <a:pt x="2564813" y="731038"/>
                  </a:lnTo>
                  <a:lnTo>
                    <a:pt x="2558553" y="733420"/>
                  </a:lnTo>
                  <a:lnTo>
                    <a:pt x="2557509" y="733817"/>
                  </a:lnTo>
                  <a:lnTo>
                    <a:pt x="2549162" y="736993"/>
                  </a:lnTo>
                  <a:lnTo>
                    <a:pt x="2548467" y="737257"/>
                  </a:lnTo>
                  <a:lnTo>
                    <a:pt x="2546728" y="737919"/>
                  </a:lnTo>
                  <a:lnTo>
                    <a:pt x="2545858" y="738250"/>
                  </a:lnTo>
                  <a:lnTo>
                    <a:pt x="2545510" y="738382"/>
                  </a:lnTo>
                  <a:lnTo>
                    <a:pt x="2541511" y="739904"/>
                  </a:lnTo>
                  <a:lnTo>
                    <a:pt x="2532642" y="743280"/>
                  </a:lnTo>
                  <a:lnTo>
                    <a:pt x="2528816" y="744736"/>
                  </a:lnTo>
                  <a:lnTo>
                    <a:pt x="2527599" y="745200"/>
                  </a:lnTo>
                  <a:lnTo>
                    <a:pt x="2525164" y="746127"/>
                  </a:lnTo>
                  <a:lnTo>
                    <a:pt x="2523425" y="746789"/>
                  </a:lnTo>
                  <a:lnTo>
                    <a:pt x="2523251" y="746855"/>
                  </a:lnTo>
                  <a:lnTo>
                    <a:pt x="2521512" y="747517"/>
                  </a:lnTo>
                  <a:lnTo>
                    <a:pt x="2520295" y="747981"/>
                  </a:lnTo>
                  <a:lnTo>
                    <a:pt x="2520121" y="748047"/>
                  </a:lnTo>
                  <a:lnTo>
                    <a:pt x="2519947" y="748113"/>
                  </a:lnTo>
                  <a:lnTo>
                    <a:pt x="2519600" y="748246"/>
                  </a:lnTo>
                  <a:lnTo>
                    <a:pt x="2518904" y="748510"/>
                  </a:lnTo>
                  <a:lnTo>
                    <a:pt x="2515948" y="749636"/>
                  </a:lnTo>
                  <a:lnTo>
                    <a:pt x="2511774" y="751226"/>
                  </a:lnTo>
                  <a:lnTo>
                    <a:pt x="2508992" y="752285"/>
                  </a:lnTo>
                  <a:lnTo>
                    <a:pt x="2505166" y="753743"/>
                  </a:lnTo>
                  <a:lnTo>
                    <a:pt x="2502558" y="754736"/>
                  </a:lnTo>
                  <a:lnTo>
                    <a:pt x="2499601" y="755863"/>
                  </a:lnTo>
                  <a:lnTo>
                    <a:pt x="2499254" y="755995"/>
                  </a:lnTo>
                  <a:lnTo>
                    <a:pt x="2498036" y="756459"/>
                  </a:lnTo>
                  <a:lnTo>
                    <a:pt x="2496471" y="757055"/>
                  </a:lnTo>
                  <a:lnTo>
                    <a:pt x="2492124" y="758712"/>
                  </a:lnTo>
                  <a:lnTo>
                    <a:pt x="2485864" y="761097"/>
                  </a:lnTo>
                  <a:lnTo>
                    <a:pt x="2484820" y="761495"/>
                  </a:lnTo>
                  <a:lnTo>
                    <a:pt x="2484472" y="761628"/>
                  </a:lnTo>
                  <a:lnTo>
                    <a:pt x="2483603" y="761959"/>
                  </a:lnTo>
                  <a:lnTo>
                    <a:pt x="2482559" y="762357"/>
                  </a:lnTo>
                  <a:lnTo>
                    <a:pt x="2479082" y="763682"/>
                  </a:lnTo>
                  <a:lnTo>
                    <a:pt x="2477516" y="764279"/>
                  </a:lnTo>
                  <a:lnTo>
                    <a:pt x="2477343" y="764345"/>
                  </a:lnTo>
                  <a:lnTo>
                    <a:pt x="2475430" y="765074"/>
                  </a:lnTo>
                  <a:lnTo>
                    <a:pt x="2475256" y="765141"/>
                  </a:lnTo>
                  <a:lnTo>
                    <a:pt x="2471604" y="766533"/>
                  </a:lnTo>
                  <a:lnTo>
                    <a:pt x="2465865" y="768721"/>
                  </a:lnTo>
                  <a:lnTo>
                    <a:pt x="2460127" y="770909"/>
                  </a:lnTo>
                  <a:lnTo>
                    <a:pt x="2458562" y="771506"/>
                  </a:lnTo>
                  <a:lnTo>
                    <a:pt x="2458040" y="771705"/>
                  </a:lnTo>
                  <a:lnTo>
                    <a:pt x="2456823" y="772169"/>
                  </a:lnTo>
                  <a:lnTo>
                    <a:pt x="2452997" y="773629"/>
                  </a:lnTo>
                  <a:lnTo>
                    <a:pt x="2451432" y="774226"/>
                  </a:lnTo>
                  <a:lnTo>
                    <a:pt x="2449171" y="775088"/>
                  </a:lnTo>
                  <a:lnTo>
                    <a:pt x="2447258" y="775818"/>
                  </a:lnTo>
                  <a:lnTo>
                    <a:pt x="2445867" y="776348"/>
                  </a:lnTo>
                  <a:lnTo>
                    <a:pt x="2445693" y="776415"/>
                  </a:lnTo>
                  <a:lnTo>
                    <a:pt x="2445172" y="776614"/>
                  </a:lnTo>
                  <a:lnTo>
                    <a:pt x="2444128" y="777012"/>
                  </a:lnTo>
                  <a:lnTo>
                    <a:pt x="2442911" y="777476"/>
                  </a:lnTo>
                  <a:lnTo>
                    <a:pt x="2441867" y="777874"/>
                  </a:lnTo>
                  <a:lnTo>
                    <a:pt x="2440302" y="778472"/>
                  </a:lnTo>
                  <a:lnTo>
                    <a:pt x="2438216" y="779268"/>
                  </a:lnTo>
                  <a:lnTo>
                    <a:pt x="2434912" y="780529"/>
                  </a:lnTo>
                  <a:lnTo>
                    <a:pt x="2434564" y="780661"/>
                  </a:lnTo>
                  <a:lnTo>
                    <a:pt x="2431086" y="781989"/>
                  </a:lnTo>
                  <a:lnTo>
                    <a:pt x="2430390" y="782254"/>
                  </a:lnTo>
                  <a:lnTo>
                    <a:pt x="2428999" y="782785"/>
                  </a:lnTo>
                  <a:lnTo>
                    <a:pt x="2428477" y="782984"/>
                  </a:lnTo>
                  <a:lnTo>
                    <a:pt x="2426738" y="783648"/>
                  </a:lnTo>
                  <a:lnTo>
                    <a:pt x="2422913" y="785108"/>
                  </a:lnTo>
                  <a:lnTo>
                    <a:pt x="2421521" y="785639"/>
                  </a:lnTo>
                  <a:lnTo>
                    <a:pt x="2420478" y="786038"/>
                  </a:lnTo>
                  <a:lnTo>
                    <a:pt x="2410392" y="789889"/>
                  </a:lnTo>
                  <a:lnTo>
                    <a:pt x="2408131" y="790752"/>
                  </a:lnTo>
                  <a:lnTo>
                    <a:pt x="2407957" y="790819"/>
                  </a:lnTo>
                  <a:lnTo>
                    <a:pt x="2407436" y="791018"/>
                  </a:lnTo>
                  <a:lnTo>
                    <a:pt x="2406566" y="791350"/>
                  </a:lnTo>
                  <a:lnTo>
                    <a:pt x="2406045" y="791549"/>
                  </a:lnTo>
                  <a:lnTo>
                    <a:pt x="2402393" y="792944"/>
                  </a:lnTo>
                  <a:lnTo>
                    <a:pt x="2400480" y="793674"/>
                  </a:lnTo>
                  <a:lnTo>
                    <a:pt x="2398219" y="794538"/>
                  </a:lnTo>
                  <a:lnTo>
                    <a:pt x="2392133" y="796863"/>
                  </a:lnTo>
                  <a:lnTo>
                    <a:pt x="2390916" y="797328"/>
                  </a:lnTo>
                  <a:lnTo>
                    <a:pt x="2384655" y="799720"/>
                  </a:lnTo>
                  <a:lnTo>
                    <a:pt x="2383612" y="800119"/>
                  </a:lnTo>
                  <a:lnTo>
                    <a:pt x="2375265" y="803309"/>
                  </a:lnTo>
                  <a:lnTo>
                    <a:pt x="2374569" y="803575"/>
                  </a:lnTo>
                  <a:lnTo>
                    <a:pt x="2372830" y="804240"/>
                  </a:lnTo>
                  <a:lnTo>
                    <a:pt x="2371961" y="804572"/>
                  </a:lnTo>
                  <a:lnTo>
                    <a:pt x="2371613" y="804705"/>
                  </a:lnTo>
                  <a:lnTo>
                    <a:pt x="2367613" y="806234"/>
                  </a:lnTo>
                  <a:lnTo>
                    <a:pt x="2358744" y="809625"/>
                  </a:lnTo>
                  <a:lnTo>
                    <a:pt x="2354919" y="811088"/>
                  </a:lnTo>
                  <a:lnTo>
                    <a:pt x="2353701" y="811554"/>
                  </a:lnTo>
                  <a:lnTo>
                    <a:pt x="2349528" y="813150"/>
                  </a:lnTo>
                  <a:lnTo>
                    <a:pt x="2349354" y="813217"/>
                  </a:lnTo>
                  <a:lnTo>
                    <a:pt x="2347615" y="813882"/>
                  </a:lnTo>
                  <a:lnTo>
                    <a:pt x="2346398" y="814348"/>
                  </a:lnTo>
                  <a:lnTo>
                    <a:pt x="2346224" y="814414"/>
                  </a:lnTo>
                  <a:lnTo>
                    <a:pt x="2346050" y="814481"/>
                  </a:lnTo>
                  <a:lnTo>
                    <a:pt x="2345702" y="814614"/>
                  </a:lnTo>
                  <a:lnTo>
                    <a:pt x="2345007" y="814880"/>
                  </a:lnTo>
                  <a:lnTo>
                    <a:pt x="2342050" y="816011"/>
                  </a:lnTo>
                  <a:lnTo>
                    <a:pt x="2337877" y="817608"/>
                  </a:lnTo>
                  <a:lnTo>
                    <a:pt x="2335094" y="818672"/>
                  </a:lnTo>
                  <a:lnTo>
                    <a:pt x="2331269" y="820136"/>
                  </a:lnTo>
                  <a:lnTo>
                    <a:pt x="2328660" y="821135"/>
                  </a:lnTo>
                  <a:lnTo>
                    <a:pt x="2325704" y="822266"/>
                  </a:lnTo>
                  <a:lnTo>
                    <a:pt x="2325356" y="822399"/>
                  </a:lnTo>
                  <a:lnTo>
                    <a:pt x="2324139" y="822865"/>
                  </a:lnTo>
                  <a:lnTo>
                    <a:pt x="2322574" y="823464"/>
                  </a:lnTo>
                  <a:lnTo>
                    <a:pt x="2318226" y="825129"/>
                  </a:lnTo>
                  <a:lnTo>
                    <a:pt x="2311966" y="827526"/>
                  </a:lnTo>
                  <a:lnTo>
                    <a:pt x="2310923" y="827925"/>
                  </a:lnTo>
                  <a:lnTo>
                    <a:pt x="2310575" y="828058"/>
                  </a:lnTo>
                  <a:lnTo>
                    <a:pt x="2309705" y="828391"/>
                  </a:lnTo>
                  <a:lnTo>
                    <a:pt x="2308662" y="828791"/>
                  </a:lnTo>
                  <a:lnTo>
                    <a:pt x="2303619" y="830722"/>
                  </a:lnTo>
                  <a:lnTo>
                    <a:pt x="2303445" y="830789"/>
                  </a:lnTo>
                  <a:lnTo>
                    <a:pt x="2301532" y="831522"/>
                  </a:lnTo>
                  <a:lnTo>
                    <a:pt x="2301358" y="831588"/>
                  </a:lnTo>
                  <a:lnTo>
                    <a:pt x="2297706" y="832987"/>
                  </a:lnTo>
                  <a:lnTo>
                    <a:pt x="2291968" y="835186"/>
                  </a:lnTo>
                  <a:lnTo>
                    <a:pt x="2286229" y="837384"/>
                  </a:lnTo>
                  <a:lnTo>
                    <a:pt x="2284664" y="837984"/>
                  </a:lnTo>
                  <a:lnTo>
                    <a:pt x="2284142" y="838184"/>
                  </a:lnTo>
                  <a:lnTo>
                    <a:pt x="2282925" y="838651"/>
                  </a:lnTo>
                  <a:lnTo>
                    <a:pt x="2279099" y="840117"/>
                  </a:lnTo>
                  <a:lnTo>
                    <a:pt x="2277534" y="840717"/>
                  </a:lnTo>
                  <a:lnTo>
                    <a:pt x="2275274" y="841583"/>
                  </a:lnTo>
                  <a:lnTo>
                    <a:pt x="2273361" y="842317"/>
                  </a:lnTo>
                  <a:lnTo>
                    <a:pt x="2271970" y="842850"/>
                  </a:lnTo>
                  <a:lnTo>
                    <a:pt x="2271796" y="842917"/>
                  </a:lnTo>
                  <a:lnTo>
                    <a:pt x="2271274" y="843117"/>
                  </a:lnTo>
                  <a:lnTo>
                    <a:pt x="2270231" y="843517"/>
                  </a:lnTo>
                  <a:lnTo>
                    <a:pt x="2269013" y="843983"/>
                  </a:lnTo>
                  <a:lnTo>
                    <a:pt x="2267970" y="844383"/>
                  </a:lnTo>
                  <a:lnTo>
                    <a:pt x="2266405" y="844983"/>
                  </a:lnTo>
                  <a:lnTo>
                    <a:pt x="2264318" y="845783"/>
                  </a:lnTo>
                  <a:lnTo>
                    <a:pt x="2261014" y="847050"/>
                  </a:lnTo>
                  <a:lnTo>
                    <a:pt x="2260666" y="847184"/>
                  </a:lnTo>
                  <a:lnTo>
                    <a:pt x="2257188" y="848518"/>
                  </a:lnTo>
                  <a:lnTo>
                    <a:pt x="2256493" y="848784"/>
                  </a:lnTo>
                  <a:lnTo>
                    <a:pt x="2255102" y="849318"/>
                  </a:lnTo>
                  <a:lnTo>
                    <a:pt x="2254580" y="849518"/>
                  </a:lnTo>
                  <a:lnTo>
                    <a:pt x="2252841" y="850185"/>
                  </a:lnTo>
                  <a:lnTo>
                    <a:pt x="2249015" y="851653"/>
                  </a:lnTo>
                  <a:lnTo>
                    <a:pt x="2247624" y="852186"/>
                  </a:lnTo>
                  <a:lnTo>
                    <a:pt x="2246581" y="852587"/>
                  </a:lnTo>
                  <a:lnTo>
                    <a:pt x="2236495" y="856457"/>
                  </a:lnTo>
                  <a:lnTo>
                    <a:pt x="2234234" y="857324"/>
                  </a:lnTo>
                  <a:lnTo>
                    <a:pt x="2234060" y="857391"/>
                  </a:lnTo>
                  <a:lnTo>
                    <a:pt x="2233538" y="857591"/>
                  </a:lnTo>
                  <a:lnTo>
                    <a:pt x="2232669" y="857925"/>
                  </a:lnTo>
                  <a:lnTo>
                    <a:pt x="2232147" y="858125"/>
                  </a:lnTo>
                  <a:lnTo>
                    <a:pt x="2228495" y="859527"/>
                  </a:lnTo>
                  <a:lnTo>
                    <a:pt x="2226582" y="860261"/>
                  </a:lnTo>
                  <a:lnTo>
                    <a:pt x="2224322" y="861129"/>
                  </a:lnTo>
                  <a:lnTo>
                    <a:pt x="2217018" y="863933"/>
                  </a:lnTo>
                  <a:lnTo>
                    <a:pt x="2210758" y="866338"/>
                  </a:lnTo>
                  <a:lnTo>
                    <a:pt x="2209714" y="866738"/>
                  </a:lnTo>
                  <a:lnTo>
                    <a:pt x="2201367" y="869945"/>
                  </a:lnTo>
                  <a:lnTo>
                    <a:pt x="2200672" y="870212"/>
                  </a:lnTo>
                  <a:lnTo>
                    <a:pt x="2198933" y="870880"/>
                  </a:lnTo>
                  <a:lnTo>
                    <a:pt x="2198063" y="871214"/>
                  </a:lnTo>
                  <a:lnTo>
                    <a:pt x="2197715" y="871348"/>
                  </a:lnTo>
                  <a:lnTo>
                    <a:pt x="2193716" y="872885"/>
                  </a:lnTo>
                  <a:lnTo>
                    <a:pt x="2184847" y="876293"/>
                  </a:lnTo>
                  <a:lnTo>
                    <a:pt x="2181021" y="877764"/>
                  </a:lnTo>
                  <a:lnTo>
                    <a:pt x="2179804" y="878232"/>
                  </a:lnTo>
                  <a:lnTo>
                    <a:pt x="2177369" y="879168"/>
                  </a:lnTo>
                  <a:lnTo>
                    <a:pt x="2175630" y="879836"/>
                  </a:lnTo>
                  <a:lnTo>
                    <a:pt x="2175457" y="879903"/>
                  </a:lnTo>
                  <a:lnTo>
                    <a:pt x="2173718" y="880572"/>
                  </a:lnTo>
                  <a:lnTo>
                    <a:pt x="2172500" y="881040"/>
                  </a:lnTo>
                  <a:lnTo>
                    <a:pt x="2172326" y="881107"/>
                  </a:lnTo>
                  <a:lnTo>
                    <a:pt x="2172153" y="881173"/>
                  </a:lnTo>
                  <a:lnTo>
                    <a:pt x="2171805" y="881307"/>
                  </a:lnTo>
                  <a:lnTo>
                    <a:pt x="2171109" y="881575"/>
                  </a:lnTo>
                  <a:lnTo>
                    <a:pt x="2168153" y="882711"/>
                  </a:lnTo>
                  <a:lnTo>
                    <a:pt x="2163979" y="884317"/>
                  </a:lnTo>
                  <a:lnTo>
                    <a:pt x="2161197" y="885387"/>
                  </a:lnTo>
                  <a:lnTo>
                    <a:pt x="2157371" y="886858"/>
                  </a:lnTo>
                  <a:lnTo>
                    <a:pt x="2154763" y="887862"/>
                  </a:lnTo>
                  <a:lnTo>
                    <a:pt x="2151807" y="888999"/>
                  </a:lnTo>
                  <a:lnTo>
                    <a:pt x="2151459" y="889133"/>
                  </a:lnTo>
                  <a:lnTo>
                    <a:pt x="2150241" y="889602"/>
                  </a:lnTo>
                  <a:lnTo>
                    <a:pt x="2148676" y="890204"/>
                  </a:lnTo>
                  <a:lnTo>
                    <a:pt x="2144329" y="891877"/>
                  </a:lnTo>
                  <a:lnTo>
                    <a:pt x="2138069" y="894287"/>
                  </a:lnTo>
                  <a:lnTo>
                    <a:pt x="2137025" y="894688"/>
                  </a:lnTo>
                  <a:lnTo>
                    <a:pt x="2136677" y="894822"/>
                  </a:lnTo>
                  <a:lnTo>
                    <a:pt x="2135808" y="895157"/>
                  </a:lnTo>
                  <a:lnTo>
                    <a:pt x="2134765" y="895558"/>
                  </a:lnTo>
                  <a:lnTo>
                    <a:pt x="2131287" y="896897"/>
                  </a:lnTo>
                  <a:lnTo>
                    <a:pt x="2129722" y="897500"/>
                  </a:lnTo>
                  <a:lnTo>
                    <a:pt x="2129548" y="897567"/>
                  </a:lnTo>
                  <a:lnTo>
                    <a:pt x="2127635" y="898304"/>
                  </a:lnTo>
                  <a:lnTo>
                    <a:pt x="2127461" y="898371"/>
                  </a:lnTo>
                  <a:lnTo>
                    <a:pt x="2123809" y="899777"/>
                  </a:lnTo>
                  <a:lnTo>
                    <a:pt x="2118070" y="901987"/>
                  </a:lnTo>
                  <a:lnTo>
                    <a:pt x="2112332" y="904198"/>
                  </a:lnTo>
                  <a:lnTo>
                    <a:pt x="2110767" y="904801"/>
                  </a:lnTo>
                  <a:lnTo>
                    <a:pt x="2110245" y="905002"/>
                  </a:lnTo>
                  <a:lnTo>
                    <a:pt x="2109028" y="905471"/>
                  </a:lnTo>
                  <a:lnTo>
                    <a:pt x="2105202" y="906945"/>
                  </a:lnTo>
                  <a:lnTo>
                    <a:pt x="2103637" y="907548"/>
                  </a:lnTo>
                  <a:lnTo>
                    <a:pt x="2101376" y="908419"/>
                  </a:lnTo>
                  <a:lnTo>
                    <a:pt x="2099463" y="909156"/>
                  </a:lnTo>
                  <a:lnTo>
                    <a:pt x="2098072" y="909692"/>
                  </a:lnTo>
                  <a:lnTo>
                    <a:pt x="2097898" y="909759"/>
                  </a:lnTo>
                  <a:lnTo>
                    <a:pt x="2097377" y="909961"/>
                  </a:lnTo>
                  <a:lnTo>
                    <a:pt x="2096333" y="910363"/>
                  </a:lnTo>
                  <a:lnTo>
                    <a:pt x="2095116" y="910832"/>
                  </a:lnTo>
                  <a:lnTo>
                    <a:pt x="2094073" y="911234"/>
                  </a:lnTo>
                  <a:lnTo>
                    <a:pt x="2092507" y="911837"/>
                  </a:lnTo>
                  <a:lnTo>
                    <a:pt x="2090421" y="912642"/>
                  </a:lnTo>
                  <a:lnTo>
                    <a:pt x="2087117" y="913916"/>
                  </a:lnTo>
                  <a:lnTo>
                    <a:pt x="2086769" y="914050"/>
                  </a:lnTo>
                  <a:lnTo>
                    <a:pt x="2083291" y="915391"/>
                  </a:lnTo>
                  <a:lnTo>
                    <a:pt x="2082595" y="915659"/>
                  </a:lnTo>
                  <a:lnTo>
                    <a:pt x="2081204" y="916196"/>
                  </a:lnTo>
                  <a:lnTo>
                    <a:pt x="2080682" y="916397"/>
                  </a:lnTo>
                  <a:lnTo>
                    <a:pt x="2078943" y="917068"/>
                  </a:lnTo>
                  <a:lnTo>
                    <a:pt x="2075118" y="918543"/>
                  </a:lnTo>
                  <a:lnTo>
                    <a:pt x="2073727" y="919080"/>
                  </a:lnTo>
                  <a:lnTo>
                    <a:pt x="2072683" y="919482"/>
                  </a:lnTo>
                  <a:lnTo>
                    <a:pt x="2062597" y="923374"/>
                  </a:lnTo>
                  <a:lnTo>
                    <a:pt x="2060336" y="924246"/>
                  </a:lnTo>
                  <a:lnTo>
                    <a:pt x="2060163" y="924313"/>
                  </a:lnTo>
                  <a:lnTo>
                    <a:pt x="2059641" y="924514"/>
                  </a:lnTo>
                  <a:lnTo>
                    <a:pt x="2058771" y="924850"/>
                  </a:lnTo>
                  <a:lnTo>
                    <a:pt x="2058250" y="925051"/>
                  </a:lnTo>
                  <a:lnTo>
                    <a:pt x="2054598" y="926461"/>
                  </a:lnTo>
                  <a:lnTo>
                    <a:pt x="2052685" y="927199"/>
                  </a:lnTo>
                  <a:lnTo>
                    <a:pt x="2050424" y="928072"/>
                  </a:lnTo>
                  <a:lnTo>
                    <a:pt x="2044338" y="930421"/>
                  </a:lnTo>
                  <a:lnTo>
                    <a:pt x="2043121" y="930891"/>
                  </a:lnTo>
                  <a:lnTo>
                    <a:pt x="2036860" y="933309"/>
                  </a:lnTo>
                  <a:lnTo>
                    <a:pt x="2035817" y="933712"/>
                  </a:lnTo>
                  <a:lnTo>
                    <a:pt x="2027470" y="936936"/>
                  </a:lnTo>
                  <a:lnTo>
                    <a:pt x="2026774" y="937205"/>
                  </a:lnTo>
                  <a:lnTo>
                    <a:pt x="2023818" y="938347"/>
                  </a:lnTo>
                  <a:lnTo>
                    <a:pt x="2019818" y="939893"/>
                  </a:lnTo>
                  <a:lnTo>
                    <a:pt x="2010950" y="943320"/>
                  </a:lnTo>
                  <a:lnTo>
                    <a:pt x="2007124" y="944799"/>
                  </a:lnTo>
                  <a:lnTo>
                    <a:pt x="2005907" y="945270"/>
                  </a:lnTo>
                  <a:lnTo>
                    <a:pt x="2003472" y="946211"/>
                  </a:lnTo>
                  <a:lnTo>
                    <a:pt x="2001733" y="946883"/>
                  </a:lnTo>
                  <a:lnTo>
                    <a:pt x="2001559" y="946951"/>
                  </a:lnTo>
                  <a:lnTo>
                    <a:pt x="1999820" y="947623"/>
                  </a:lnTo>
                  <a:lnTo>
                    <a:pt x="1998603" y="948094"/>
                  </a:lnTo>
                  <a:lnTo>
                    <a:pt x="1998429" y="948161"/>
                  </a:lnTo>
                  <a:lnTo>
                    <a:pt x="1998255" y="948228"/>
                  </a:lnTo>
                  <a:lnTo>
                    <a:pt x="1997907" y="948363"/>
                  </a:lnTo>
                  <a:lnTo>
                    <a:pt x="1997212" y="948632"/>
                  </a:lnTo>
                  <a:lnTo>
                    <a:pt x="1994255" y="949775"/>
                  </a:lnTo>
                  <a:lnTo>
                    <a:pt x="1990082" y="951389"/>
                  </a:lnTo>
                  <a:lnTo>
                    <a:pt x="1987300" y="952466"/>
                  </a:lnTo>
                  <a:lnTo>
                    <a:pt x="1983474" y="953946"/>
                  </a:lnTo>
                  <a:lnTo>
                    <a:pt x="1980865" y="954955"/>
                  </a:lnTo>
                  <a:lnTo>
                    <a:pt x="1977909" y="956099"/>
                  </a:lnTo>
                  <a:lnTo>
                    <a:pt x="1977561" y="956233"/>
                  </a:lnTo>
                  <a:lnTo>
                    <a:pt x="1974779" y="957310"/>
                  </a:lnTo>
                  <a:lnTo>
                    <a:pt x="1970431" y="958993"/>
                  </a:lnTo>
                  <a:lnTo>
                    <a:pt x="1964171" y="961416"/>
                  </a:lnTo>
                  <a:lnTo>
                    <a:pt x="1963128" y="961820"/>
                  </a:lnTo>
                  <a:lnTo>
                    <a:pt x="1962780" y="961955"/>
                  </a:lnTo>
                  <a:lnTo>
                    <a:pt x="1961910" y="962291"/>
                  </a:lnTo>
                  <a:lnTo>
                    <a:pt x="1960867" y="962695"/>
                  </a:lnTo>
                  <a:lnTo>
                    <a:pt x="1957389" y="964042"/>
                  </a:lnTo>
                  <a:lnTo>
                    <a:pt x="1955824" y="964648"/>
                  </a:lnTo>
                  <a:lnTo>
                    <a:pt x="1955650" y="964716"/>
                  </a:lnTo>
                  <a:lnTo>
                    <a:pt x="1953737" y="965456"/>
                  </a:lnTo>
                  <a:lnTo>
                    <a:pt x="1953563" y="965524"/>
                  </a:lnTo>
                  <a:lnTo>
                    <a:pt x="1949912" y="966938"/>
                  </a:lnTo>
                  <a:lnTo>
                    <a:pt x="1944173" y="969161"/>
                  </a:lnTo>
                  <a:lnTo>
                    <a:pt x="1938434" y="971385"/>
                  </a:lnTo>
                  <a:lnTo>
                    <a:pt x="1936869" y="971991"/>
                  </a:lnTo>
                  <a:lnTo>
                    <a:pt x="1936348" y="972193"/>
                  </a:lnTo>
                  <a:lnTo>
                    <a:pt x="1935130" y="972665"/>
                  </a:lnTo>
                  <a:lnTo>
                    <a:pt x="1931305" y="974148"/>
                  </a:lnTo>
                  <a:lnTo>
                    <a:pt x="1929739" y="974755"/>
                  </a:lnTo>
                  <a:lnTo>
                    <a:pt x="1927479" y="975631"/>
                  </a:lnTo>
                  <a:lnTo>
                    <a:pt x="1925566" y="976372"/>
                  </a:lnTo>
                  <a:lnTo>
                    <a:pt x="1924175" y="976912"/>
                  </a:lnTo>
                  <a:lnTo>
                    <a:pt x="1924001" y="976979"/>
                  </a:lnTo>
                  <a:lnTo>
                    <a:pt x="1923479" y="977181"/>
                  </a:lnTo>
                  <a:lnTo>
                    <a:pt x="1922436" y="977586"/>
                  </a:lnTo>
                  <a:lnTo>
                    <a:pt x="1921218" y="978058"/>
                  </a:lnTo>
                  <a:lnTo>
                    <a:pt x="1920175" y="978462"/>
                  </a:lnTo>
                  <a:lnTo>
                    <a:pt x="1918610" y="979069"/>
                  </a:lnTo>
                  <a:lnTo>
                    <a:pt x="1916523" y="979878"/>
                  </a:lnTo>
                  <a:lnTo>
                    <a:pt x="1913219" y="981160"/>
                  </a:lnTo>
                  <a:lnTo>
                    <a:pt x="1912871" y="981295"/>
                  </a:lnTo>
                  <a:lnTo>
                    <a:pt x="1909393" y="982644"/>
                  </a:lnTo>
                  <a:lnTo>
                    <a:pt x="1908698" y="982914"/>
                  </a:lnTo>
                  <a:lnTo>
                    <a:pt x="1907307" y="983453"/>
                  </a:lnTo>
                  <a:lnTo>
                    <a:pt x="1906785" y="983656"/>
                  </a:lnTo>
                  <a:lnTo>
                    <a:pt x="1905046" y="984330"/>
                  </a:lnTo>
                  <a:lnTo>
                    <a:pt x="1901220" y="985814"/>
                  </a:lnTo>
                  <a:lnTo>
                    <a:pt x="1899829" y="986354"/>
                  </a:lnTo>
                  <a:lnTo>
                    <a:pt x="1898786" y="986759"/>
                  </a:lnTo>
                  <a:lnTo>
                    <a:pt x="1888700" y="990674"/>
                  </a:lnTo>
                  <a:lnTo>
                    <a:pt x="1886439" y="991551"/>
                  </a:lnTo>
                  <a:lnTo>
                    <a:pt x="1886265" y="991619"/>
                  </a:lnTo>
                  <a:lnTo>
                    <a:pt x="1885743" y="991821"/>
                  </a:lnTo>
                  <a:lnTo>
                    <a:pt x="1884874" y="992159"/>
                  </a:lnTo>
                  <a:lnTo>
                    <a:pt x="1884352" y="992361"/>
                  </a:lnTo>
                  <a:lnTo>
                    <a:pt x="1880700" y="993779"/>
                  </a:lnTo>
                  <a:lnTo>
                    <a:pt x="1878788" y="994522"/>
                  </a:lnTo>
                  <a:lnTo>
                    <a:pt x="1876527" y="995400"/>
                  </a:lnTo>
                  <a:lnTo>
                    <a:pt x="1870440" y="997763"/>
                  </a:lnTo>
                  <a:lnTo>
                    <a:pt x="1869223" y="998236"/>
                  </a:lnTo>
                  <a:lnTo>
                    <a:pt x="1862963" y="1000668"/>
                  </a:lnTo>
                  <a:lnTo>
                    <a:pt x="1861919" y="1001074"/>
                  </a:lnTo>
                  <a:lnTo>
                    <a:pt x="1853572" y="1004317"/>
                  </a:lnTo>
                  <a:lnTo>
                    <a:pt x="1852877" y="1004588"/>
                  </a:lnTo>
                  <a:lnTo>
                    <a:pt x="1851138" y="1005264"/>
                  </a:lnTo>
                  <a:lnTo>
                    <a:pt x="1850268" y="1005602"/>
                  </a:lnTo>
                  <a:lnTo>
                    <a:pt x="1849921" y="1005737"/>
                  </a:lnTo>
                  <a:lnTo>
                    <a:pt x="1845921" y="1007291"/>
                  </a:lnTo>
                  <a:lnTo>
                    <a:pt x="1837052" y="1010740"/>
                  </a:lnTo>
                  <a:lnTo>
                    <a:pt x="1833226" y="1012228"/>
                  </a:lnTo>
                  <a:lnTo>
                    <a:pt x="1832009" y="1012701"/>
                  </a:lnTo>
                  <a:lnTo>
                    <a:pt x="1829575" y="1013648"/>
                  </a:lnTo>
                  <a:lnTo>
                    <a:pt x="1827836" y="1014325"/>
                  </a:lnTo>
                  <a:lnTo>
                    <a:pt x="1827662" y="1014392"/>
                  </a:lnTo>
                  <a:lnTo>
                    <a:pt x="1825923" y="1015069"/>
                  </a:lnTo>
                  <a:lnTo>
                    <a:pt x="1824705" y="1015542"/>
                  </a:lnTo>
                  <a:lnTo>
                    <a:pt x="1824532" y="1015610"/>
                  </a:lnTo>
                  <a:lnTo>
                    <a:pt x="1824358" y="1015678"/>
                  </a:lnTo>
                  <a:lnTo>
                    <a:pt x="1824010" y="1015813"/>
                  </a:lnTo>
                  <a:lnTo>
                    <a:pt x="1823314" y="1016084"/>
                  </a:lnTo>
                  <a:lnTo>
                    <a:pt x="1820358" y="1017234"/>
                  </a:lnTo>
                  <a:lnTo>
                    <a:pt x="1816184" y="1018858"/>
                  </a:lnTo>
                  <a:lnTo>
                    <a:pt x="1813402" y="1019941"/>
                  </a:lnTo>
                  <a:lnTo>
                    <a:pt x="1809576" y="1021430"/>
                  </a:lnTo>
                  <a:lnTo>
                    <a:pt x="1806968" y="1022445"/>
                  </a:lnTo>
                  <a:lnTo>
                    <a:pt x="1804012" y="1023596"/>
                  </a:lnTo>
                  <a:lnTo>
                    <a:pt x="1803664" y="1023732"/>
                  </a:lnTo>
                  <a:lnTo>
                    <a:pt x="1802447" y="1024206"/>
                  </a:lnTo>
                  <a:lnTo>
                    <a:pt x="1800881" y="1024815"/>
                  </a:lnTo>
                  <a:lnTo>
                    <a:pt x="1796534" y="1026508"/>
                  </a:lnTo>
                  <a:lnTo>
                    <a:pt x="1790274" y="1028946"/>
                  </a:lnTo>
                  <a:lnTo>
                    <a:pt x="1789230" y="1029353"/>
                  </a:lnTo>
                  <a:lnTo>
                    <a:pt x="1788883" y="1029488"/>
                  </a:lnTo>
                  <a:lnTo>
                    <a:pt x="1788013" y="1029827"/>
                  </a:lnTo>
                  <a:lnTo>
                    <a:pt x="1786970" y="1030233"/>
                  </a:lnTo>
                  <a:lnTo>
                    <a:pt x="1783492" y="1031588"/>
                  </a:lnTo>
                  <a:lnTo>
                    <a:pt x="1781927" y="1032198"/>
                  </a:lnTo>
                  <a:lnTo>
                    <a:pt x="1781753" y="1032266"/>
                  </a:lnTo>
                  <a:lnTo>
                    <a:pt x="1779840" y="1033011"/>
                  </a:lnTo>
                  <a:lnTo>
                    <a:pt x="1779666" y="1033079"/>
                  </a:lnTo>
                  <a:lnTo>
                    <a:pt x="1776014" y="1034502"/>
                  </a:lnTo>
                  <a:lnTo>
                    <a:pt x="1770276" y="1036739"/>
                  </a:lnTo>
                  <a:lnTo>
                    <a:pt x="1762972" y="1039586"/>
                  </a:lnTo>
                  <a:lnTo>
                    <a:pt x="1762450" y="1039790"/>
                  </a:lnTo>
                  <a:lnTo>
                    <a:pt x="1761233" y="1040265"/>
                  </a:lnTo>
                  <a:lnTo>
                    <a:pt x="1757407" y="1041756"/>
                  </a:lnTo>
                  <a:lnTo>
                    <a:pt x="1755842" y="1042367"/>
                  </a:lnTo>
                  <a:lnTo>
                    <a:pt x="1753581" y="1043249"/>
                  </a:lnTo>
                  <a:lnTo>
                    <a:pt x="1751668" y="1043995"/>
                  </a:lnTo>
                  <a:lnTo>
                    <a:pt x="1750277" y="1044537"/>
                  </a:lnTo>
                  <a:lnTo>
                    <a:pt x="1750103" y="1044605"/>
                  </a:lnTo>
                  <a:lnTo>
                    <a:pt x="1749582" y="1044809"/>
                  </a:lnTo>
                  <a:lnTo>
                    <a:pt x="1748538" y="1045216"/>
                  </a:lnTo>
                  <a:lnTo>
                    <a:pt x="1747321" y="1045691"/>
                  </a:lnTo>
                  <a:lnTo>
                    <a:pt x="1746278" y="1046098"/>
                  </a:lnTo>
                  <a:lnTo>
                    <a:pt x="1744713" y="1046708"/>
                  </a:lnTo>
                  <a:lnTo>
                    <a:pt x="1742626" y="1047523"/>
                  </a:lnTo>
                  <a:lnTo>
                    <a:pt x="1739322" y="1048812"/>
                  </a:lnTo>
                  <a:lnTo>
                    <a:pt x="1738974" y="1048948"/>
                  </a:lnTo>
                  <a:lnTo>
                    <a:pt x="1735496" y="1050305"/>
                  </a:lnTo>
                  <a:lnTo>
                    <a:pt x="1734800" y="1050577"/>
                  </a:lnTo>
                  <a:lnTo>
                    <a:pt x="1733409" y="1051120"/>
                  </a:lnTo>
                  <a:lnTo>
                    <a:pt x="1732888" y="1051323"/>
                  </a:lnTo>
                  <a:lnTo>
                    <a:pt x="1731149" y="1052002"/>
                  </a:lnTo>
                  <a:lnTo>
                    <a:pt x="1727323" y="1053496"/>
                  </a:lnTo>
                  <a:lnTo>
                    <a:pt x="1725932" y="1054039"/>
                  </a:lnTo>
                  <a:lnTo>
                    <a:pt x="1724888" y="1054446"/>
                  </a:lnTo>
                  <a:lnTo>
                    <a:pt x="1714802" y="1058385"/>
                  </a:lnTo>
                  <a:lnTo>
                    <a:pt x="1712542" y="1059268"/>
                  </a:lnTo>
                  <a:lnTo>
                    <a:pt x="1712368" y="1059336"/>
                  </a:lnTo>
                  <a:lnTo>
                    <a:pt x="1711846" y="1059540"/>
                  </a:lnTo>
                  <a:lnTo>
                    <a:pt x="1710976" y="1059880"/>
                  </a:lnTo>
                  <a:lnTo>
                    <a:pt x="1710455" y="1060083"/>
                  </a:lnTo>
                  <a:lnTo>
                    <a:pt x="1706803" y="1061510"/>
                  </a:lnTo>
                  <a:lnTo>
                    <a:pt x="1704890" y="1062257"/>
                  </a:lnTo>
                  <a:lnTo>
                    <a:pt x="1702629" y="1063141"/>
                  </a:lnTo>
                  <a:lnTo>
                    <a:pt x="1696543" y="1065520"/>
                  </a:lnTo>
                  <a:lnTo>
                    <a:pt x="1695326" y="1065995"/>
                  </a:lnTo>
                  <a:lnTo>
                    <a:pt x="1689065" y="1068443"/>
                  </a:lnTo>
                  <a:lnTo>
                    <a:pt x="1688022" y="1068851"/>
                  </a:lnTo>
                  <a:lnTo>
                    <a:pt x="1679675" y="1072115"/>
                  </a:lnTo>
                  <a:lnTo>
                    <a:pt x="1678979" y="1072387"/>
                  </a:lnTo>
                  <a:lnTo>
                    <a:pt x="1677240" y="1073067"/>
                  </a:lnTo>
                  <a:lnTo>
                    <a:pt x="1676371" y="1073407"/>
                  </a:lnTo>
                  <a:lnTo>
                    <a:pt x="1676023" y="1073543"/>
                  </a:lnTo>
                  <a:lnTo>
                    <a:pt x="1672023" y="1075108"/>
                  </a:lnTo>
                  <a:lnTo>
                    <a:pt x="1663155" y="1078578"/>
                  </a:lnTo>
                  <a:lnTo>
                    <a:pt x="1659329" y="1080075"/>
                  </a:lnTo>
                  <a:lnTo>
                    <a:pt x="1658112" y="1080551"/>
                  </a:lnTo>
                  <a:lnTo>
                    <a:pt x="1655677" y="1081504"/>
                  </a:lnTo>
                  <a:lnTo>
                    <a:pt x="1653938" y="1082185"/>
                  </a:lnTo>
                  <a:lnTo>
                    <a:pt x="1653764" y="1082253"/>
                  </a:lnTo>
                  <a:lnTo>
                    <a:pt x="1652025" y="1082934"/>
                  </a:lnTo>
                  <a:lnTo>
                    <a:pt x="1650808" y="1083411"/>
                  </a:lnTo>
                  <a:lnTo>
                    <a:pt x="1650634" y="1083479"/>
                  </a:lnTo>
                  <a:lnTo>
                    <a:pt x="1650460" y="1083547"/>
                  </a:lnTo>
                  <a:lnTo>
                    <a:pt x="1650112" y="1083683"/>
                  </a:lnTo>
                  <a:lnTo>
                    <a:pt x="1649417" y="1083955"/>
                  </a:lnTo>
                  <a:lnTo>
                    <a:pt x="1646461" y="1085113"/>
                  </a:lnTo>
                  <a:lnTo>
                    <a:pt x="1642287" y="1086747"/>
                  </a:lnTo>
                  <a:lnTo>
                    <a:pt x="1639505" y="1087837"/>
                  </a:lnTo>
                  <a:lnTo>
                    <a:pt x="1635679" y="1089336"/>
                  </a:lnTo>
                  <a:lnTo>
                    <a:pt x="1633070" y="1090357"/>
                  </a:lnTo>
                  <a:lnTo>
                    <a:pt x="1630114" y="1091516"/>
                  </a:lnTo>
                  <a:lnTo>
                    <a:pt x="1629766" y="1091652"/>
                  </a:lnTo>
                  <a:lnTo>
                    <a:pt x="1628549" y="1092129"/>
                  </a:lnTo>
                  <a:lnTo>
                    <a:pt x="1626984" y="1092742"/>
                  </a:lnTo>
                  <a:lnTo>
                    <a:pt x="1622637" y="1094446"/>
                  </a:lnTo>
                  <a:lnTo>
                    <a:pt x="1616376" y="1096900"/>
                  </a:lnTo>
                  <a:lnTo>
                    <a:pt x="1615333" y="1097309"/>
                  </a:lnTo>
                  <a:lnTo>
                    <a:pt x="1614985" y="1097445"/>
                  </a:lnTo>
                  <a:lnTo>
                    <a:pt x="1614116" y="1097786"/>
                  </a:lnTo>
                  <a:lnTo>
                    <a:pt x="1613072" y="1098195"/>
                  </a:lnTo>
                  <a:lnTo>
                    <a:pt x="1609594" y="1099559"/>
                  </a:lnTo>
                  <a:lnTo>
                    <a:pt x="1608029" y="1100172"/>
                  </a:lnTo>
                  <a:lnTo>
                    <a:pt x="1605942" y="1100991"/>
                  </a:lnTo>
                  <a:lnTo>
                    <a:pt x="1605769" y="1101059"/>
                  </a:lnTo>
                  <a:lnTo>
                    <a:pt x="1602117" y="1102491"/>
                  </a:lnTo>
                  <a:lnTo>
                    <a:pt x="1596378" y="1104742"/>
                  </a:lnTo>
                  <a:lnTo>
                    <a:pt x="1590639" y="1106994"/>
                  </a:lnTo>
                  <a:lnTo>
                    <a:pt x="1589074" y="1107608"/>
                  </a:lnTo>
                  <a:lnTo>
                    <a:pt x="1588553" y="1107813"/>
                  </a:lnTo>
                  <a:lnTo>
                    <a:pt x="1587335" y="1108290"/>
                  </a:lnTo>
                  <a:lnTo>
                    <a:pt x="1583510" y="1109792"/>
                  </a:lnTo>
                  <a:lnTo>
                    <a:pt x="1581945" y="1110406"/>
                  </a:lnTo>
                  <a:lnTo>
                    <a:pt x="1579684" y="1111293"/>
                  </a:lnTo>
                  <a:lnTo>
                    <a:pt x="1577771" y="1112044"/>
                  </a:lnTo>
                  <a:lnTo>
                    <a:pt x="1576380" y="1112590"/>
                  </a:lnTo>
                  <a:lnTo>
                    <a:pt x="1576206" y="1112659"/>
                  </a:lnTo>
                  <a:lnTo>
                    <a:pt x="1575684" y="1112863"/>
                  </a:lnTo>
                  <a:lnTo>
                    <a:pt x="1574641" y="1113273"/>
                  </a:lnTo>
                  <a:lnTo>
                    <a:pt x="1573424" y="1113751"/>
                  </a:lnTo>
                  <a:lnTo>
                    <a:pt x="1572380" y="1114161"/>
                  </a:lnTo>
                  <a:lnTo>
                    <a:pt x="1570815" y="1114775"/>
                  </a:lnTo>
                  <a:lnTo>
                    <a:pt x="1568728" y="1115595"/>
                  </a:lnTo>
                  <a:lnTo>
                    <a:pt x="1565424" y="1116892"/>
                  </a:lnTo>
                  <a:lnTo>
                    <a:pt x="1565077" y="1117029"/>
                  </a:lnTo>
                  <a:lnTo>
                    <a:pt x="1561599" y="1118395"/>
                  </a:lnTo>
                  <a:lnTo>
                    <a:pt x="1560903" y="1118668"/>
                  </a:lnTo>
                  <a:lnTo>
                    <a:pt x="1559512" y="1119215"/>
                  </a:lnTo>
                  <a:lnTo>
                    <a:pt x="1558990" y="1119420"/>
                  </a:lnTo>
                  <a:lnTo>
                    <a:pt x="1557251" y="1120103"/>
                  </a:lnTo>
                  <a:lnTo>
                    <a:pt x="1553425" y="1121606"/>
                  </a:lnTo>
                  <a:lnTo>
                    <a:pt x="1552034" y="1122153"/>
                  </a:lnTo>
                  <a:lnTo>
                    <a:pt x="1550991" y="1122563"/>
                  </a:lnTo>
                  <a:lnTo>
                    <a:pt x="1540905" y="1126527"/>
                  </a:lnTo>
                  <a:lnTo>
                    <a:pt x="1538644" y="1127415"/>
                  </a:lnTo>
                  <a:lnTo>
                    <a:pt x="1538470" y="1127484"/>
                  </a:lnTo>
                  <a:lnTo>
                    <a:pt x="1537949" y="1127689"/>
                  </a:lnTo>
                  <a:lnTo>
                    <a:pt x="1537079" y="1128031"/>
                  </a:lnTo>
                  <a:lnTo>
                    <a:pt x="1536557" y="1128236"/>
                  </a:lnTo>
                  <a:lnTo>
                    <a:pt x="1532905" y="1129672"/>
                  </a:lnTo>
                  <a:lnTo>
                    <a:pt x="1530993" y="1130424"/>
                  </a:lnTo>
                  <a:lnTo>
                    <a:pt x="1528732" y="1131313"/>
                  </a:lnTo>
                  <a:lnTo>
                    <a:pt x="1522646" y="1133707"/>
                  </a:lnTo>
                  <a:lnTo>
                    <a:pt x="1521428" y="1134186"/>
                  </a:lnTo>
                  <a:lnTo>
                    <a:pt x="1515168" y="1136649"/>
                  </a:lnTo>
                  <a:lnTo>
                    <a:pt x="1514125" y="1137059"/>
                  </a:lnTo>
                  <a:lnTo>
                    <a:pt x="1505777" y="1140344"/>
                  </a:lnTo>
                  <a:lnTo>
                    <a:pt x="1505082" y="1140618"/>
                  </a:lnTo>
                  <a:lnTo>
                    <a:pt x="1503343" y="1141303"/>
                  </a:lnTo>
                  <a:lnTo>
                    <a:pt x="1502473" y="1141645"/>
                  </a:lnTo>
                  <a:lnTo>
                    <a:pt x="1502126" y="1141782"/>
                  </a:lnTo>
                  <a:lnTo>
                    <a:pt x="1498126" y="1143356"/>
                  </a:lnTo>
                  <a:lnTo>
                    <a:pt x="1489257" y="1146849"/>
                  </a:lnTo>
                  <a:lnTo>
                    <a:pt x="1485431" y="1148356"/>
                  </a:lnTo>
                  <a:lnTo>
                    <a:pt x="1484214" y="1148835"/>
                  </a:lnTo>
                  <a:lnTo>
                    <a:pt x="1481780" y="1149794"/>
                  </a:lnTo>
                  <a:lnTo>
                    <a:pt x="1480041" y="1150479"/>
                  </a:lnTo>
                  <a:lnTo>
                    <a:pt x="1479867" y="1150548"/>
                  </a:lnTo>
                  <a:lnTo>
                    <a:pt x="1478128" y="1151233"/>
                  </a:lnTo>
                  <a:lnTo>
                    <a:pt x="1476911" y="1151713"/>
                  </a:lnTo>
                  <a:lnTo>
                    <a:pt x="1476737" y="1151781"/>
                  </a:lnTo>
                  <a:lnTo>
                    <a:pt x="1476563" y="1151850"/>
                  </a:lnTo>
                  <a:lnTo>
                    <a:pt x="1476215" y="1151987"/>
                  </a:lnTo>
                  <a:lnTo>
                    <a:pt x="1475519" y="1152261"/>
                  </a:lnTo>
                  <a:lnTo>
                    <a:pt x="1472563" y="1153426"/>
                  </a:lnTo>
                  <a:lnTo>
                    <a:pt x="1468390" y="1155071"/>
                  </a:lnTo>
                  <a:lnTo>
                    <a:pt x="1465607" y="1156167"/>
                  </a:lnTo>
                  <a:lnTo>
                    <a:pt x="1461781" y="1157676"/>
                  </a:lnTo>
                  <a:lnTo>
                    <a:pt x="1459173" y="1158704"/>
                  </a:lnTo>
                  <a:lnTo>
                    <a:pt x="1456217" y="1159870"/>
                  </a:lnTo>
                  <a:lnTo>
                    <a:pt x="1455869" y="1160007"/>
                  </a:lnTo>
                  <a:lnTo>
                    <a:pt x="1453087" y="1161104"/>
                  </a:lnTo>
                  <a:lnTo>
                    <a:pt x="1448739" y="1162819"/>
                  </a:lnTo>
                  <a:lnTo>
                    <a:pt x="1442479" y="1165288"/>
                  </a:lnTo>
                  <a:lnTo>
                    <a:pt x="1441435" y="1165700"/>
                  </a:lnTo>
                  <a:lnTo>
                    <a:pt x="1441088" y="1165837"/>
                  </a:lnTo>
                  <a:lnTo>
                    <a:pt x="1440218" y="1166180"/>
                  </a:lnTo>
                  <a:lnTo>
                    <a:pt x="1439175" y="1166592"/>
                  </a:lnTo>
                  <a:lnTo>
                    <a:pt x="1435697" y="1167964"/>
                  </a:lnTo>
                  <a:lnTo>
                    <a:pt x="1434132" y="1168582"/>
                  </a:lnTo>
                  <a:lnTo>
                    <a:pt x="1433958" y="1168651"/>
                  </a:lnTo>
                  <a:lnTo>
                    <a:pt x="1432045" y="1169406"/>
                  </a:lnTo>
                  <a:lnTo>
                    <a:pt x="1431871" y="1169474"/>
                  </a:lnTo>
                  <a:lnTo>
                    <a:pt x="1428219" y="1170916"/>
                  </a:lnTo>
                  <a:lnTo>
                    <a:pt x="1422481" y="1173181"/>
                  </a:lnTo>
                  <a:lnTo>
                    <a:pt x="1416742" y="1175447"/>
                  </a:lnTo>
                  <a:lnTo>
                    <a:pt x="1415177" y="1176065"/>
                  </a:lnTo>
                  <a:lnTo>
                    <a:pt x="1414655" y="1176271"/>
                  </a:lnTo>
                  <a:lnTo>
                    <a:pt x="1413438" y="1176752"/>
                  </a:lnTo>
                  <a:lnTo>
                    <a:pt x="1409612" y="1178263"/>
                  </a:lnTo>
                  <a:lnTo>
                    <a:pt x="1408047" y="1178881"/>
                  </a:lnTo>
                  <a:lnTo>
                    <a:pt x="1405786" y="1179774"/>
                  </a:lnTo>
                  <a:lnTo>
                    <a:pt x="1403874" y="1180530"/>
                  </a:lnTo>
                  <a:lnTo>
                    <a:pt x="1402482" y="1181079"/>
                  </a:lnTo>
                  <a:lnTo>
                    <a:pt x="1402309" y="1181148"/>
                  </a:lnTo>
                  <a:lnTo>
                    <a:pt x="1401787" y="1181354"/>
                  </a:lnTo>
                  <a:lnTo>
                    <a:pt x="1400743" y="1181767"/>
                  </a:lnTo>
                  <a:lnTo>
                    <a:pt x="1399526" y="1182247"/>
                  </a:lnTo>
                  <a:lnTo>
                    <a:pt x="1398483" y="1182660"/>
                  </a:lnTo>
                  <a:lnTo>
                    <a:pt x="1396918" y="1183278"/>
                  </a:lnTo>
                  <a:lnTo>
                    <a:pt x="1394831" y="1184103"/>
                  </a:lnTo>
                  <a:lnTo>
                    <a:pt x="1391527" y="1185409"/>
                  </a:lnTo>
                  <a:lnTo>
                    <a:pt x="1391179" y="1185546"/>
                  </a:lnTo>
                  <a:lnTo>
                    <a:pt x="1387701" y="1186921"/>
                  </a:lnTo>
                  <a:lnTo>
                    <a:pt x="1387006" y="1187196"/>
                  </a:lnTo>
                  <a:lnTo>
                    <a:pt x="1385614" y="1187746"/>
                  </a:lnTo>
                  <a:lnTo>
                    <a:pt x="1385093" y="1187952"/>
                  </a:lnTo>
                  <a:lnTo>
                    <a:pt x="1383354" y="1188640"/>
                  </a:lnTo>
                  <a:lnTo>
                    <a:pt x="1379528" y="1190152"/>
                  </a:lnTo>
                  <a:lnTo>
                    <a:pt x="1378137" y="1190703"/>
                  </a:lnTo>
                  <a:lnTo>
                    <a:pt x="1377093" y="1191115"/>
                  </a:lnTo>
                  <a:lnTo>
                    <a:pt x="1367007" y="1195105"/>
                  </a:lnTo>
                  <a:lnTo>
                    <a:pt x="1364747" y="1195999"/>
                  </a:lnTo>
                  <a:lnTo>
                    <a:pt x="1364573" y="1196068"/>
                  </a:lnTo>
                  <a:lnTo>
                    <a:pt x="1364051" y="1196274"/>
                  </a:lnTo>
                  <a:lnTo>
                    <a:pt x="1363182" y="1196618"/>
                  </a:lnTo>
                  <a:lnTo>
                    <a:pt x="1362660" y="1196825"/>
                  </a:lnTo>
                  <a:lnTo>
                    <a:pt x="1359008" y="1198270"/>
                  </a:lnTo>
                  <a:lnTo>
                    <a:pt x="1357095" y="1199027"/>
                  </a:lnTo>
                  <a:lnTo>
                    <a:pt x="1354835" y="1199921"/>
                  </a:lnTo>
                  <a:lnTo>
                    <a:pt x="1348748" y="1202330"/>
                  </a:lnTo>
                  <a:lnTo>
                    <a:pt x="1341271" y="1205291"/>
                  </a:lnTo>
                  <a:lnTo>
                    <a:pt x="1340227" y="1205704"/>
                  </a:lnTo>
                  <a:lnTo>
                    <a:pt x="1331880" y="1209010"/>
                  </a:lnTo>
                  <a:lnTo>
                    <a:pt x="1331184" y="1209285"/>
                  </a:lnTo>
                  <a:lnTo>
                    <a:pt x="1329445" y="1209974"/>
                  </a:lnTo>
                  <a:lnTo>
                    <a:pt x="1328576" y="1210319"/>
                  </a:lnTo>
                  <a:lnTo>
                    <a:pt x="1328228" y="1210456"/>
                  </a:lnTo>
                  <a:lnTo>
                    <a:pt x="1324229" y="1212041"/>
                  </a:lnTo>
                  <a:lnTo>
                    <a:pt x="1315360" y="1215556"/>
                  </a:lnTo>
                  <a:lnTo>
                    <a:pt x="1311534" y="1217072"/>
                  </a:lnTo>
                  <a:lnTo>
                    <a:pt x="1310317" y="1217554"/>
                  </a:lnTo>
                  <a:lnTo>
                    <a:pt x="1307882" y="1218520"/>
                  </a:lnTo>
                  <a:lnTo>
                    <a:pt x="1306143" y="1219209"/>
                  </a:lnTo>
                  <a:lnTo>
                    <a:pt x="1305969" y="1219278"/>
                  </a:lnTo>
                  <a:lnTo>
                    <a:pt x="1304230" y="1219967"/>
                  </a:lnTo>
                  <a:lnTo>
                    <a:pt x="1303013" y="1220450"/>
                  </a:lnTo>
                  <a:lnTo>
                    <a:pt x="1302839" y="1220519"/>
                  </a:lnTo>
                  <a:lnTo>
                    <a:pt x="1302665" y="1220588"/>
                  </a:lnTo>
                  <a:lnTo>
                    <a:pt x="1302317" y="1220726"/>
                  </a:lnTo>
                  <a:lnTo>
                    <a:pt x="1301622" y="1221002"/>
                  </a:lnTo>
                  <a:lnTo>
                    <a:pt x="1298666" y="1222174"/>
                  </a:lnTo>
                  <a:lnTo>
                    <a:pt x="1294492" y="1223829"/>
                  </a:lnTo>
                  <a:lnTo>
                    <a:pt x="1291710" y="1224933"/>
                  </a:lnTo>
                  <a:lnTo>
                    <a:pt x="1287884" y="1226450"/>
                  </a:lnTo>
                  <a:lnTo>
                    <a:pt x="1285276" y="1227485"/>
                  </a:lnTo>
                  <a:lnTo>
                    <a:pt x="1282319" y="1228658"/>
                  </a:lnTo>
                  <a:lnTo>
                    <a:pt x="1281971" y="1228796"/>
                  </a:lnTo>
                  <a:lnTo>
                    <a:pt x="1280754" y="1229279"/>
                  </a:lnTo>
                  <a:lnTo>
                    <a:pt x="1279189" y="1229900"/>
                  </a:lnTo>
                  <a:lnTo>
                    <a:pt x="1274842" y="1231626"/>
                  </a:lnTo>
                  <a:lnTo>
                    <a:pt x="1268581" y="1234111"/>
                  </a:lnTo>
                  <a:lnTo>
                    <a:pt x="1267538" y="1234525"/>
                  </a:lnTo>
                  <a:lnTo>
                    <a:pt x="1267190" y="1234663"/>
                  </a:lnTo>
                  <a:lnTo>
                    <a:pt x="1266321" y="1235008"/>
                  </a:lnTo>
                  <a:lnTo>
                    <a:pt x="1265277" y="1235423"/>
                  </a:lnTo>
                  <a:lnTo>
                    <a:pt x="1261799" y="1236804"/>
                  </a:lnTo>
                  <a:lnTo>
                    <a:pt x="1260234" y="1237425"/>
                  </a:lnTo>
                  <a:lnTo>
                    <a:pt x="1260060" y="1237494"/>
                  </a:lnTo>
                  <a:lnTo>
                    <a:pt x="1258148" y="1238254"/>
                  </a:lnTo>
                  <a:lnTo>
                    <a:pt x="1257974" y="1238323"/>
                  </a:lnTo>
                  <a:lnTo>
                    <a:pt x="1254322" y="1239773"/>
                  </a:lnTo>
                  <a:lnTo>
                    <a:pt x="1248583" y="1242053"/>
                  </a:lnTo>
                  <a:lnTo>
                    <a:pt x="1242845" y="1244333"/>
                  </a:lnTo>
                  <a:lnTo>
                    <a:pt x="1241279" y="1244955"/>
                  </a:lnTo>
                  <a:lnTo>
                    <a:pt x="1240758" y="1245162"/>
                  </a:lnTo>
                  <a:lnTo>
                    <a:pt x="1239541" y="1245646"/>
                  </a:lnTo>
                  <a:lnTo>
                    <a:pt x="1235715" y="1247166"/>
                  </a:lnTo>
                  <a:lnTo>
                    <a:pt x="1234150" y="1247788"/>
                  </a:lnTo>
                  <a:lnTo>
                    <a:pt x="1231889" y="1248687"/>
                  </a:lnTo>
                  <a:lnTo>
                    <a:pt x="1229976" y="1249447"/>
                  </a:lnTo>
                  <a:lnTo>
                    <a:pt x="1228585" y="1250000"/>
                  </a:lnTo>
                  <a:lnTo>
                    <a:pt x="1228411" y="1250069"/>
                  </a:lnTo>
                  <a:lnTo>
                    <a:pt x="1227889" y="1250277"/>
                  </a:lnTo>
                  <a:lnTo>
                    <a:pt x="1226846" y="1250691"/>
                  </a:lnTo>
                  <a:lnTo>
                    <a:pt x="1225629" y="1251175"/>
                  </a:lnTo>
                  <a:lnTo>
                    <a:pt x="1224585" y="1251590"/>
                  </a:lnTo>
                  <a:lnTo>
                    <a:pt x="1223020" y="1252213"/>
                  </a:lnTo>
                  <a:lnTo>
                    <a:pt x="1220933" y="1253042"/>
                  </a:lnTo>
                  <a:lnTo>
                    <a:pt x="1217629" y="1254356"/>
                  </a:lnTo>
                  <a:lnTo>
                    <a:pt x="1217282" y="1254495"/>
                  </a:lnTo>
                  <a:lnTo>
                    <a:pt x="1213804" y="1255878"/>
                  </a:lnTo>
                  <a:lnTo>
                    <a:pt x="1213108" y="1256155"/>
                  </a:lnTo>
                  <a:lnTo>
                    <a:pt x="1211717" y="1256708"/>
                  </a:lnTo>
                  <a:lnTo>
                    <a:pt x="1211195" y="1256915"/>
                  </a:lnTo>
                  <a:lnTo>
                    <a:pt x="1209456" y="1257607"/>
                  </a:lnTo>
                  <a:lnTo>
                    <a:pt x="1205631" y="1259129"/>
                  </a:lnTo>
                  <a:lnTo>
                    <a:pt x="1204239" y="1259683"/>
                  </a:lnTo>
                  <a:lnTo>
                    <a:pt x="1203196" y="1260098"/>
                  </a:lnTo>
                  <a:lnTo>
                    <a:pt x="1193110" y="1264112"/>
                  </a:lnTo>
                  <a:lnTo>
                    <a:pt x="1190849" y="1265012"/>
                  </a:lnTo>
                  <a:lnTo>
                    <a:pt x="1190675" y="1265081"/>
                  </a:lnTo>
                  <a:lnTo>
                    <a:pt x="1190154" y="1265288"/>
                  </a:lnTo>
                  <a:lnTo>
                    <a:pt x="1189284" y="1265635"/>
                  </a:lnTo>
                  <a:lnTo>
                    <a:pt x="1188762" y="1265842"/>
                  </a:lnTo>
                  <a:lnTo>
                    <a:pt x="1185111" y="1267296"/>
                  </a:lnTo>
                  <a:lnTo>
                    <a:pt x="1183198" y="1268058"/>
                  </a:lnTo>
                  <a:lnTo>
                    <a:pt x="1180937" y="1268958"/>
                  </a:lnTo>
                  <a:lnTo>
                    <a:pt x="1174851" y="1271382"/>
                  </a:lnTo>
                  <a:lnTo>
                    <a:pt x="1173633" y="1271866"/>
                  </a:lnTo>
                  <a:lnTo>
                    <a:pt x="1167373" y="1274360"/>
                  </a:lnTo>
                  <a:lnTo>
                    <a:pt x="1166330" y="1274776"/>
                  </a:lnTo>
                  <a:lnTo>
                    <a:pt x="1157983" y="1278102"/>
                  </a:lnTo>
                  <a:lnTo>
                    <a:pt x="1157287" y="1278379"/>
                  </a:lnTo>
                  <a:lnTo>
                    <a:pt x="1155548" y="1279072"/>
                  </a:lnTo>
                  <a:lnTo>
                    <a:pt x="1154679" y="1279418"/>
                  </a:lnTo>
                  <a:lnTo>
                    <a:pt x="1154331" y="1279557"/>
                  </a:lnTo>
                  <a:lnTo>
                    <a:pt x="1150331" y="1281151"/>
                  </a:lnTo>
                  <a:lnTo>
                    <a:pt x="1141462" y="1284687"/>
                  </a:lnTo>
                  <a:lnTo>
                    <a:pt x="1137637" y="1286212"/>
                  </a:lnTo>
                  <a:lnTo>
                    <a:pt x="1136419" y="1286698"/>
                  </a:lnTo>
                  <a:lnTo>
                    <a:pt x="1133985" y="1287669"/>
                  </a:lnTo>
                  <a:lnTo>
                    <a:pt x="1132246" y="1288362"/>
                  </a:lnTo>
                  <a:lnTo>
                    <a:pt x="1132072" y="1288432"/>
                  </a:lnTo>
                  <a:lnTo>
                    <a:pt x="1130333" y="1289125"/>
                  </a:lnTo>
                  <a:lnTo>
                    <a:pt x="1129116" y="1289611"/>
                  </a:lnTo>
                  <a:lnTo>
                    <a:pt x="1128942" y="1289680"/>
                  </a:lnTo>
                  <a:lnTo>
                    <a:pt x="1128768" y="1289750"/>
                  </a:lnTo>
                  <a:lnTo>
                    <a:pt x="1128420" y="1289888"/>
                  </a:lnTo>
                  <a:lnTo>
                    <a:pt x="1127724" y="1290166"/>
                  </a:lnTo>
                  <a:lnTo>
                    <a:pt x="1124768" y="1291345"/>
                  </a:lnTo>
                  <a:lnTo>
                    <a:pt x="1120595" y="1293010"/>
                  </a:lnTo>
                  <a:lnTo>
                    <a:pt x="1117812" y="1294120"/>
                  </a:lnTo>
                  <a:lnTo>
                    <a:pt x="1113987" y="1295647"/>
                  </a:lnTo>
                  <a:lnTo>
                    <a:pt x="1111378" y="1296688"/>
                  </a:lnTo>
                  <a:lnTo>
                    <a:pt x="1108422" y="1297868"/>
                  </a:lnTo>
                  <a:lnTo>
                    <a:pt x="1108074" y="1298007"/>
                  </a:lnTo>
                  <a:lnTo>
                    <a:pt x="1106857" y="1298493"/>
                  </a:lnTo>
                  <a:lnTo>
                    <a:pt x="1105292" y="1299118"/>
                  </a:lnTo>
                  <a:lnTo>
                    <a:pt x="1100944" y="1300853"/>
                  </a:lnTo>
                  <a:lnTo>
                    <a:pt x="1094684" y="1303353"/>
                  </a:lnTo>
                  <a:lnTo>
                    <a:pt x="1093641" y="1303770"/>
                  </a:lnTo>
                  <a:lnTo>
                    <a:pt x="1093293" y="1303909"/>
                  </a:lnTo>
                  <a:lnTo>
                    <a:pt x="1092423" y="1304256"/>
                  </a:lnTo>
                  <a:lnTo>
                    <a:pt x="1091380" y="1304673"/>
                  </a:lnTo>
                  <a:lnTo>
                    <a:pt x="1087902" y="1306062"/>
                  </a:lnTo>
                  <a:lnTo>
                    <a:pt x="1086337" y="1306687"/>
                  </a:lnTo>
                  <a:lnTo>
                    <a:pt x="1086163" y="1306756"/>
                  </a:lnTo>
                  <a:lnTo>
                    <a:pt x="1084250" y="1307520"/>
                  </a:lnTo>
                  <a:lnTo>
                    <a:pt x="1084076" y="1307590"/>
                  </a:lnTo>
                  <a:lnTo>
                    <a:pt x="1080424" y="1309049"/>
                  </a:lnTo>
                  <a:lnTo>
                    <a:pt x="1074686" y="1311342"/>
                  </a:lnTo>
                  <a:lnTo>
                    <a:pt x="1068947" y="1313635"/>
                  </a:lnTo>
                  <a:lnTo>
                    <a:pt x="1067382" y="1314261"/>
                  </a:lnTo>
                  <a:lnTo>
                    <a:pt x="1066860" y="1314469"/>
                  </a:lnTo>
                  <a:lnTo>
                    <a:pt x="1065643" y="1314956"/>
                  </a:lnTo>
                  <a:lnTo>
                    <a:pt x="1061817" y="1316485"/>
                  </a:lnTo>
                  <a:lnTo>
                    <a:pt x="1060252" y="1317111"/>
                  </a:lnTo>
                  <a:lnTo>
                    <a:pt x="1056079" y="1318779"/>
                  </a:lnTo>
                  <a:lnTo>
                    <a:pt x="1054688" y="1319336"/>
                  </a:lnTo>
                  <a:lnTo>
                    <a:pt x="1054514" y="1319405"/>
                  </a:lnTo>
                  <a:lnTo>
                    <a:pt x="1053992" y="1319614"/>
                  </a:lnTo>
                  <a:lnTo>
                    <a:pt x="1052949" y="1320031"/>
                  </a:lnTo>
                  <a:lnTo>
                    <a:pt x="1051731" y="1320518"/>
                  </a:lnTo>
                  <a:lnTo>
                    <a:pt x="1050688" y="1320935"/>
                  </a:lnTo>
                  <a:lnTo>
                    <a:pt x="1049123" y="1321561"/>
                  </a:lnTo>
                  <a:lnTo>
                    <a:pt x="1047036" y="1322396"/>
                  </a:lnTo>
                  <a:lnTo>
                    <a:pt x="1043732" y="1323717"/>
                  </a:lnTo>
                  <a:lnTo>
                    <a:pt x="1043384" y="1323856"/>
                  </a:lnTo>
                  <a:lnTo>
                    <a:pt x="1039906" y="1325248"/>
                  </a:lnTo>
                  <a:lnTo>
                    <a:pt x="1039211" y="1325526"/>
                  </a:lnTo>
                  <a:lnTo>
                    <a:pt x="1037819" y="1326082"/>
                  </a:lnTo>
                  <a:lnTo>
                    <a:pt x="1037298" y="1326291"/>
                  </a:lnTo>
                  <a:lnTo>
                    <a:pt x="1035559" y="1326987"/>
                  </a:lnTo>
                  <a:lnTo>
                    <a:pt x="1031733" y="1328518"/>
                  </a:lnTo>
                  <a:lnTo>
                    <a:pt x="1030342" y="1329074"/>
                  </a:lnTo>
                  <a:lnTo>
                    <a:pt x="1029298" y="1329492"/>
                  </a:lnTo>
                  <a:lnTo>
                    <a:pt x="1019212" y="1333529"/>
                  </a:lnTo>
                  <a:lnTo>
                    <a:pt x="1016952" y="1334434"/>
                  </a:lnTo>
                  <a:lnTo>
                    <a:pt x="1016778" y="1334503"/>
                  </a:lnTo>
                  <a:lnTo>
                    <a:pt x="1016256" y="1334712"/>
                  </a:lnTo>
                  <a:lnTo>
                    <a:pt x="1015387" y="1335060"/>
                  </a:lnTo>
                  <a:lnTo>
                    <a:pt x="1014865" y="1335269"/>
                  </a:lnTo>
                  <a:lnTo>
                    <a:pt x="1011213" y="1336731"/>
                  </a:lnTo>
                  <a:lnTo>
                    <a:pt x="1009300" y="1337497"/>
                  </a:lnTo>
                  <a:lnTo>
                    <a:pt x="1007040" y="1338403"/>
                  </a:lnTo>
                  <a:lnTo>
                    <a:pt x="1000953" y="1340840"/>
                  </a:lnTo>
                  <a:lnTo>
                    <a:pt x="999736" y="1341328"/>
                  </a:lnTo>
                  <a:lnTo>
                    <a:pt x="993476" y="1343836"/>
                  </a:lnTo>
                  <a:lnTo>
                    <a:pt x="992432" y="1344254"/>
                  </a:lnTo>
                  <a:lnTo>
                    <a:pt x="984085" y="1347598"/>
                  </a:lnTo>
                  <a:lnTo>
                    <a:pt x="983390" y="1347877"/>
                  </a:lnTo>
                  <a:lnTo>
                    <a:pt x="981651" y="1348574"/>
                  </a:lnTo>
                  <a:lnTo>
                    <a:pt x="980781" y="1348923"/>
                  </a:lnTo>
                  <a:lnTo>
                    <a:pt x="980433" y="1349062"/>
                  </a:lnTo>
                  <a:lnTo>
                    <a:pt x="976434" y="1350665"/>
                  </a:lnTo>
                  <a:lnTo>
                    <a:pt x="967565" y="1354221"/>
                  </a:lnTo>
                  <a:lnTo>
                    <a:pt x="963739" y="1355755"/>
                  </a:lnTo>
                  <a:lnTo>
                    <a:pt x="962522" y="1356243"/>
                  </a:lnTo>
                  <a:lnTo>
                    <a:pt x="960087" y="1357219"/>
                  </a:lnTo>
                  <a:lnTo>
                    <a:pt x="958348" y="1357917"/>
                  </a:lnTo>
                  <a:lnTo>
                    <a:pt x="958174" y="1357986"/>
                  </a:lnTo>
                  <a:lnTo>
                    <a:pt x="956435" y="1358684"/>
                  </a:lnTo>
                  <a:lnTo>
                    <a:pt x="955218" y="1359172"/>
                  </a:lnTo>
                  <a:lnTo>
                    <a:pt x="955044" y="1359242"/>
                  </a:lnTo>
                  <a:lnTo>
                    <a:pt x="954870" y="1359312"/>
                  </a:lnTo>
                  <a:lnTo>
                    <a:pt x="954523" y="1359451"/>
                  </a:lnTo>
                  <a:lnTo>
                    <a:pt x="953827" y="1359730"/>
                  </a:lnTo>
                  <a:lnTo>
                    <a:pt x="950871" y="1360916"/>
                  </a:lnTo>
                  <a:lnTo>
                    <a:pt x="946697" y="1362590"/>
                  </a:lnTo>
                  <a:lnTo>
                    <a:pt x="943915" y="1363707"/>
                  </a:lnTo>
                  <a:lnTo>
                    <a:pt x="940089" y="1365242"/>
                  </a:lnTo>
                  <a:lnTo>
                    <a:pt x="937481" y="1366289"/>
                  </a:lnTo>
                  <a:lnTo>
                    <a:pt x="934177" y="1367615"/>
                  </a:lnTo>
                  <a:lnTo>
                    <a:pt x="932959" y="1368103"/>
                  </a:lnTo>
                  <a:lnTo>
                    <a:pt x="931394" y="1368731"/>
                  </a:lnTo>
                  <a:lnTo>
                    <a:pt x="927047" y="1370477"/>
                  </a:lnTo>
                  <a:lnTo>
                    <a:pt x="920786" y="1372990"/>
                  </a:lnTo>
                  <a:lnTo>
                    <a:pt x="919743" y="1373409"/>
                  </a:lnTo>
                  <a:lnTo>
                    <a:pt x="919395" y="1373549"/>
                  </a:lnTo>
                  <a:lnTo>
                    <a:pt x="918526" y="1373898"/>
                  </a:lnTo>
                  <a:lnTo>
                    <a:pt x="917482" y="1374317"/>
                  </a:lnTo>
                  <a:lnTo>
                    <a:pt x="914004" y="1375713"/>
                  </a:lnTo>
                  <a:lnTo>
                    <a:pt x="912439" y="1376342"/>
                  </a:lnTo>
                  <a:lnTo>
                    <a:pt x="912266" y="1376412"/>
                  </a:lnTo>
                  <a:lnTo>
                    <a:pt x="910353" y="1377180"/>
                  </a:lnTo>
                  <a:lnTo>
                    <a:pt x="910179" y="1377250"/>
                  </a:lnTo>
                  <a:lnTo>
                    <a:pt x="906527" y="1378717"/>
                  </a:lnTo>
                  <a:lnTo>
                    <a:pt x="900788" y="1381022"/>
                  </a:lnTo>
                  <a:lnTo>
                    <a:pt x="895050" y="1383328"/>
                  </a:lnTo>
                  <a:lnTo>
                    <a:pt x="893485" y="1383957"/>
                  </a:lnTo>
                  <a:lnTo>
                    <a:pt x="892963" y="1384166"/>
                  </a:lnTo>
                  <a:lnTo>
                    <a:pt x="891746" y="1384656"/>
                  </a:lnTo>
                  <a:lnTo>
                    <a:pt x="887920" y="1386193"/>
                  </a:lnTo>
                  <a:lnTo>
                    <a:pt x="886355" y="1386822"/>
                  </a:lnTo>
                  <a:lnTo>
                    <a:pt x="884094" y="1387731"/>
                  </a:lnTo>
                  <a:lnTo>
                    <a:pt x="882181" y="1388500"/>
                  </a:lnTo>
                  <a:lnTo>
                    <a:pt x="880790" y="1389059"/>
                  </a:lnTo>
                  <a:lnTo>
                    <a:pt x="880616" y="1389129"/>
                  </a:lnTo>
                  <a:lnTo>
                    <a:pt x="880094" y="1389339"/>
                  </a:lnTo>
                  <a:lnTo>
                    <a:pt x="879051" y="1389758"/>
                  </a:lnTo>
                  <a:lnTo>
                    <a:pt x="877834" y="1390247"/>
                  </a:lnTo>
                  <a:lnTo>
                    <a:pt x="876790" y="1390667"/>
                  </a:lnTo>
                  <a:lnTo>
                    <a:pt x="875225" y="1391296"/>
                  </a:lnTo>
                  <a:lnTo>
                    <a:pt x="873139" y="1392135"/>
                  </a:lnTo>
                  <a:lnTo>
                    <a:pt x="869835" y="1393464"/>
                  </a:lnTo>
                  <a:lnTo>
                    <a:pt x="869487" y="1393604"/>
                  </a:lnTo>
                  <a:lnTo>
                    <a:pt x="866009" y="1395002"/>
                  </a:lnTo>
                  <a:lnTo>
                    <a:pt x="865313" y="1395282"/>
                  </a:lnTo>
                  <a:lnTo>
                    <a:pt x="863922" y="1395842"/>
                  </a:lnTo>
                  <a:lnTo>
                    <a:pt x="863400" y="1396051"/>
                  </a:lnTo>
                  <a:lnTo>
                    <a:pt x="861661" y="1396751"/>
                  </a:lnTo>
                  <a:lnTo>
                    <a:pt x="857836" y="1398290"/>
                  </a:lnTo>
                  <a:lnTo>
                    <a:pt x="856444" y="1398849"/>
                  </a:lnTo>
                  <a:lnTo>
                    <a:pt x="845315" y="1403327"/>
                  </a:lnTo>
                  <a:lnTo>
                    <a:pt x="843054" y="1404237"/>
                  </a:lnTo>
                  <a:lnTo>
                    <a:pt x="842880" y="1404307"/>
                  </a:lnTo>
                  <a:lnTo>
                    <a:pt x="842359" y="1404517"/>
                  </a:lnTo>
                  <a:lnTo>
                    <a:pt x="841489" y="1404867"/>
                  </a:lnTo>
                  <a:lnTo>
                    <a:pt x="840968" y="1405077"/>
                  </a:lnTo>
                  <a:lnTo>
                    <a:pt x="837316" y="1406547"/>
                  </a:lnTo>
                  <a:lnTo>
                    <a:pt x="835403" y="1407316"/>
                  </a:lnTo>
                  <a:lnTo>
                    <a:pt x="833142" y="1408226"/>
                  </a:lnTo>
                  <a:lnTo>
                    <a:pt x="827056" y="1410677"/>
                  </a:lnTo>
                  <a:lnTo>
                    <a:pt x="825838" y="1411167"/>
                  </a:lnTo>
                  <a:lnTo>
                    <a:pt x="819578" y="1413688"/>
                  </a:lnTo>
                  <a:lnTo>
                    <a:pt x="818535" y="1414108"/>
                  </a:lnTo>
                  <a:lnTo>
                    <a:pt x="810188" y="1417470"/>
                  </a:lnTo>
                  <a:lnTo>
                    <a:pt x="809492" y="1417750"/>
                  </a:lnTo>
                  <a:lnTo>
                    <a:pt x="807753" y="1418450"/>
                  </a:lnTo>
                  <a:lnTo>
                    <a:pt x="806884" y="1418801"/>
                  </a:lnTo>
                  <a:lnTo>
                    <a:pt x="806536" y="1418941"/>
                  </a:lnTo>
                  <a:lnTo>
                    <a:pt x="802536" y="1420552"/>
                  </a:lnTo>
                  <a:lnTo>
                    <a:pt x="793667" y="1424126"/>
                  </a:lnTo>
                  <a:lnTo>
                    <a:pt x="789842" y="1425668"/>
                  </a:lnTo>
                  <a:lnTo>
                    <a:pt x="788624" y="1426158"/>
                  </a:lnTo>
                  <a:lnTo>
                    <a:pt x="786190" y="1427139"/>
                  </a:lnTo>
                  <a:lnTo>
                    <a:pt x="784451" y="1427840"/>
                  </a:lnTo>
                  <a:lnTo>
                    <a:pt x="784277" y="1427910"/>
                  </a:lnTo>
                  <a:lnTo>
                    <a:pt x="782538" y="1428611"/>
                  </a:lnTo>
                  <a:lnTo>
                    <a:pt x="781321" y="1429102"/>
                  </a:lnTo>
                  <a:lnTo>
                    <a:pt x="781147" y="1429172"/>
                  </a:lnTo>
                  <a:lnTo>
                    <a:pt x="780973" y="1429242"/>
                  </a:lnTo>
                  <a:lnTo>
                    <a:pt x="780625" y="1429383"/>
                  </a:lnTo>
                  <a:lnTo>
                    <a:pt x="776973" y="1430855"/>
                  </a:lnTo>
                  <a:lnTo>
                    <a:pt x="772800" y="1432538"/>
                  </a:lnTo>
                  <a:lnTo>
                    <a:pt x="770017" y="1433660"/>
                  </a:lnTo>
                  <a:lnTo>
                    <a:pt x="766192" y="1435202"/>
                  </a:lnTo>
                  <a:lnTo>
                    <a:pt x="763583" y="1436254"/>
                  </a:lnTo>
                  <a:lnTo>
                    <a:pt x="760627" y="1437447"/>
                  </a:lnTo>
                  <a:lnTo>
                    <a:pt x="760279" y="1437587"/>
                  </a:lnTo>
                  <a:lnTo>
                    <a:pt x="759062" y="1438078"/>
                  </a:lnTo>
                  <a:lnTo>
                    <a:pt x="757497" y="1438709"/>
                  </a:lnTo>
                  <a:lnTo>
                    <a:pt x="753149" y="1440463"/>
                  </a:lnTo>
                  <a:lnTo>
                    <a:pt x="746889" y="1442989"/>
                  </a:lnTo>
                  <a:lnTo>
                    <a:pt x="745846" y="1443410"/>
                  </a:lnTo>
                  <a:lnTo>
                    <a:pt x="745498" y="1443550"/>
                  </a:lnTo>
                  <a:lnTo>
                    <a:pt x="744628" y="1443901"/>
                  </a:lnTo>
                  <a:lnTo>
                    <a:pt x="743585" y="1444322"/>
                  </a:lnTo>
                  <a:lnTo>
                    <a:pt x="740107" y="1445726"/>
                  </a:lnTo>
                  <a:lnTo>
                    <a:pt x="738542" y="1446357"/>
                  </a:lnTo>
                  <a:lnTo>
                    <a:pt x="738368" y="1446428"/>
                  </a:lnTo>
                  <a:lnTo>
                    <a:pt x="736455" y="1447200"/>
                  </a:lnTo>
                  <a:lnTo>
                    <a:pt x="736281" y="1447270"/>
                  </a:lnTo>
                  <a:lnTo>
                    <a:pt x="732629" y="1448744"/>
                  </a:lnTo>
                  <a:lnTo>
                    <a:pt x="726891" y="1451060"/>
                  </a:lnTo>
                  <a:lnTo>
                    <a:pt x="721152" y="1453377"/>
                  </a:lnTo>
                  <a:lnTo>
                    <a:pt x="719587" y="1454009"/>
                  </a:lnTo>
                  <a:lnTo>
                    <a:pt x="719065" y="1454220"/>
                  </a:lnTo>
                  <a:lnTo>
                    <a:pt x="717848" y="1454712"/>
                  </a:lnTo>
                  <a:lnTo>
                    <a:pt x="714022" y="1456256"/>
                  </a:lnTo>
                  <a:lnTo>
                    <a:pt x="712457" y="1456889"/>
                  </a:lnTo>
                  <a:lnTo>
                    <a:pt x="710197" y="1457802"/>
                  </a:lnTo>
                  <a:lnTo>
                    <a:pt x="708284" y="1458574"/>
                  </a:lnTo>
                  <a:lnTo>
                    <a:pt x="706893" y="1459136"/>
                  </a:lnTo>
                  <a:lnTo>
                    <a:pt x="706719" y="1459206"/>
                  </a:lnTo>
                  <a:lnTo>
                    <a:pt x="706197" y="1459417"/>
                  </a:lnTo>
                  <a:lnTo>
                    <a:pt x="705154" y="1459839"/>
                  </a:lnTo>
                  <a:lnTo>
                    <a:pt x="703936" y="1460330"/>
                  </a:lnTo>
                  <a:lnTo>
                    <a:pt x="702893" y="1460752"/>
                  </a:lnTo>
                  <a:lnTo>
                    <a:pt x="701328" y="1461384"/>
                  </a:lnTo>
                  <a:lnTo>
                    <a:pt x="699241" y="1462227"/>
                  </a:lnTo>
                  <a:lnTo>
                    <a:pt x="695937" y="1463562"/>
                  </a:lnTo>
                  <a:lnTo>
                    <a:pt x="695589" y="1463702"/>
                  </a:lnTo>
                  <a:lnTo>
                    <a:pt x="692111" y="1465108"/>
                  </a:lnTo>
                  <a:lnTo>
                    <a:pt x="691416" y="1465389"/>
                  </a:lnTo>
                  <a:lnTo>
                    <a:pt x="690025" y="1465951"/>
                  </a:lnTo>
                  <a:lnTo>
                    <a:pt x="689503" y="1466162"/>
                  </a:lnTo>
                  <a:lnTo>
                    <a:pt x="687764" y="1466865"/>
                  </a:lnTo>
                  <a:lnTo>
                    <a:pt x="683938" y="1468411"/>
                  </a:lnTo>
                  <a:lnTo>
                    <a:pt x="682547" y="1468973"/>
                  </a:lnTo>
                  <a:lnTo>
                    <a:pt x="681504" y="1469395"/>
                  </a:lnTo>
                  <a:lnTo>
                    <a:pt x="671418" y="1473472"/>
                  </a:lnTo>
                  <a:lnTo>
                    <a:pt x="669157" y="1474386"/>
                  </a:lnTo>
                  <a:lnTo>
                    <a:pt x="668983" y="1474456"/>
                  </a:lnTo>
                  <a:lnTo>
                    <a:pt x="668461" y="1474667"/>
                  </a:lnTo>
                  <a:lnTo>
                    <a:pt x="667592" y="1475019"/>
                  </a:lnTo>
                  <a:lnTo>
                    <a:pt x="667070" y="1475230"/>
                  </a:lnTo>
                  <a:lnTo>
                    <a:pt x="663418" y="1476706"/>
                  </a:lnTo>
                  <a:lnTo>
                    <a:pt x="661505" y="1477480"/>
                  </a:lnTo>
                  <a:lnTo>
                    <a:pt x="659245" y="1478394"/>
                  </a:lnTo>
                  <a:lnTo>
                    <a:pt x="653158" y="1480856"/>
                  </a:lnTo>
                  <a:lnTo>
                    <a:pt x="651941" y="1481348"/>
                  </a:lnTo>
                  <a:lnTo>
                    <a:pt x="645681" y="1483881"/>
                  </a:lnTo>
                  <a:lnTo>
                    <a:pt x="644637" y="1484303"/>
                  </a:lnTo>
                  <a:lnTo>
                    <a:pt x="636290" y="1487680"/>
                  </a:lnTo>
                  <a:lnTo>
                    <a:pt x="635595" y="1487961"/>
                  </a:lnTo>
                  <a:lnTo>
                    <a:pt x="632986" y="1489017"/>
                  </a:lnTo>
                  <a:lnTo>
                    <a:pt x="632638" y="1489158"/>
                  </a:lnTo>
                  <a:lnTo>
                    <a:pt x="628639" y="1490776"/>
                  </a:lnTo>
                  <a:lnTo>
                    <a:pt x="619770" y="1494366"/>
                  </a:lnTo>
                  <a:lnTo>
                    <a:pt x="615944" y="1495915"/>
                  </a:lnTo>
                  <a:lnTo>
                    <a:pt x="614727" y="1496408"/>
                  </a:lnTo>
                  <a:lnTo>
                    <a:pt x="612292" y="1497393"/>
                  </a:lnTo>
                  <a:lnTo>
                    <a:pt x="610553" y="1498097"/>
                  </a:lnTo>
                  <a:lnTo>
                    <a:pt x="610380" y="1498168"/>
                  </a:lnTo>
                  <a:lnTo>
                    <a:pt x="608641" y="1498872"/>
                  </a:lnTo>
                  <a:lnTo>
                    <a:pt x="607423" y="1499365"/>
                  </a:lnTo>
                  <a:lnTo>
                    <a:pt x="607249" y="1499435"/>
                  </a:lnTo>
                  <a:lnTo>
                    <a:pt x="607075" y="1499506"/>
                  </a:lnTo>
                  <a:lnTo>
                    <a:pt x="606728" y="1499647"/>
                  </a:lnTo>
                  <a:lnTo>
                    <a:pt x="606032" y="1499928"/>
                  </a:lnTo>
                  <a:lnTo>
                    <a:pt x="598902" y="1502816"/>
                  </a:lnTo>
                  <a:lnTo>
                    <a:pt x="596120" y="1503943"/>
                  </a:lnTo>
                  <a:lnTo>
                    <a:pt x="592294" y="1505492"/>
                  </a:lnTo>
                  <a:lnTo>
                    <a:pt x="589686" y="1506549"/>
                  </a:lnTo>
                  <a:lnTo>
                    <a:pt x="586729" y="1507747"/>
                  </a:lnTo>
                  <a:lnTo>
                    <a:pt x="586382" y="1507887"/>
                  </a:lnTo>
                  <a:lnTo>
                    <a:pt x="585164" y="1508381"/>
                  </a:lnTo>
                  <a:lnTo>
                    <a:pt x="583599" y="1509015"/>
                  </a:lnTo>
                  <a:lnTo>
                    <a:pt x="579252" y="1510776"/>
                  </a:lnTo>
                  <a:lnTo>
                    <a:pt x="572992" y="1513313"/>
                  </a:lnTo>
                  <a:lnTo>
                    <a:pt x="571948" y="1513736"/>
                  </a:lnTo>
                  <a:lnTo>
                    <a:pt x="571600" y="1513877"/>
                  </a:lnTo>
                  <a:lnTo>
                    <a:pt x="570731" y="1514229"/>
                  </a:lnTo>
                  <a:lnTo>
                    <a:pt x="569688" y="1514652"/>
                  </a:lnTo>
                  <a:lnTo>
                    <a:pt x="566210" y="1516062"/>
                  </a:lnTo>
                  <a:lnTo>
                    <a:pt x="564645" y="1516696"/>
                  </a:lnTo>
                  <a:lnTo>
                    <a:pt x="564471" y="1516767"/>
                  </a:lnTo>
                  <a:lnTo>
                    <a:pt x="562558" y="1517542"/>
                  </a:lnTo>
                  <a:lnTo>
                    <a:pt x="562384" y="1517613"/>
                  </a:lnTo>
                  <a:lnTo>
                    <a:pt x="558732" y="1519093"/>
                  </a:lnTo>
                  <a:lnTo>
                    <a:pt x="552993" y="1521420"/>
                  </a:lnTo>
                  <a:lnTo>
                    <a:pt x="547255" y="1523746"/>
                  </a:lnTo>
                  <a:lnTo>
                    <a:pt x="545690" y="1524381"/>
                  </a:lnTo>
                  <a:lnTo>
                    <a:pt x="545168" y="1524593"/>
                  </a:lnTo>
                  <a:lnTo>
                    <a:pt x="543951" y="1525086"/>
                  </a:lnTo>
                  <a:lnTo>
                    <a:pt x="540125" y="1526638"/>
                  </a:lnTo>
                  <a:lnTo>
                    <a:pt x="538560" y="1527273"/>
                  </a:lnTo>
                  <a:lnTo>
                    <a:pt x="536299" y="1528189"/>
                  </a:lnTo>
                  <a:lnTo>
                    <a:pt x="534386" y="1528965"/>
                  </a:lnTo>
                  <a:lnTo>
                    <a:pt x="532995" y="1529530"/>
                  </a:lnTo>
                  <a:lnTo>
                    <a:pt x="532821" y="1529600"/>
                  </a:lnTo>
                  <a:lnTo>
                    <a:pt x="532300" y="1529812"/>
                  </a:lnTo>
                  <a:lnTo>
                    <a:pt x="531256" y="1530235"/>
                  </a:lnTo>
                  <a:lnTo>
                    <a:pt x="530039" y="1530729"/>
                  </a:lnTo>
                  <a:lnTo>
                    <a:pt x="528996" y="1531152"/>
                  </a:lnTo>
                  <a:lnTo>
                    <a:pt x="527430" y="1531787"/>
                  </a:lnTo>
                  <a:lnTo>
                    <a:pt x="525344" y="1532634"/>
                  </a:lnTo>
                  <a:lnTo>
                    <a:pt x="522040" y="1533974"/>
                  </a:lnTo>
                  <a:lnTo>
                    <a:pt x="521692" y="1534115"/>
                  </a:lnTo>
                  <a:lnTo>
                    <a:pt x="518214" y="1535527"/>
                  </a:lnTo>
                  <a:lnTo>
                    <a:pt x="517518" y="1535809"/>
                  </a:lnTo>
                  <a:lnTo>
                    <a:pt x="516127" y="1536373"/>
                  </a:lnTo>
                  <a:lnTo>
                    <a:pt x="513866" y="1537291"/>
                  </a:lnTo>
                  <a:lnTo>
                    <a:pt x="510041" y="1538843"/>
                  </a:lnTo>
                  <a:lnTo>
                    <a:pt x="508650" y="1539408"/>
                  </a:lnTo>
                  <a:lnTo>
                    <a:pt x="507606" y="1539831"/>
                  </a:lnTo>
                  <a:lnTo>
                    <a:pt x="497520" y="1543925"/>
                  </a:lnTo>
                  <a:lnTo>
                    <a:pt x="495259" y="1544843"/>
                  </a:lnTo>
                  <a:lnTo>
                    <a:pt x="495086" y="1544914"/>
                  </a:lnTo>
                  <a:lnTo>
                    <a:pt x="494564" y="1545126"/>
                  </a:lnTo>
                  <a:lnTo>
                    <a:pt x="493694" y="1545479"/>
                  </a:lnTo>
                  <a:lnTo>
                    <a:pt x="493173" y="1545690"/>
                  </a:lnTo>
                  <a:lnTo>
                    <a:pt x="489521" y="1547173"/>
                  </a:lnTo>
                  <a:lnTo>
                    <a:pt x="487608" y="1547950"/>
                  </a:lnTo>
                  <a:lnTo>
                    <a:pt x="485347" y="1548868"/>
                  </a:lnTo>
                  <a:lnTo>
                    <a:pt x="479261" y="1551339"/>
                  </a:lnTo>
                  <a:lnTo>
                    <a:pt x="478044" y="1551834"/>
                  </a:lnTo>
                  <a:lnTo>
                    <a:pt x="462393" y="1558191"/>
                  </a:lnTo>
                  <a:lnTo>
                    <a:pt x="461697" y="1558474"/>
                  </a:lnTo>
                  <a:lnTo>
                    <a:pt x="459958" y="1559180"/>
                  </a:lnTo>
                  <a:lnTo>
                    <a:pt x="459089" y="1559534"/>
                  </a:lnTo>
                  <a:lnTo>
                    <a:pt x="458741" y="1559675"/>
                  </a:lnTo>
                  <a:lnTo>
                    <a:pt x="454741" y="1561300"/>
                  </a:lnTo>
                  <a:lnTo>
                    <a:pt x="445873" y="1564904"/>
                  </a:lnTo>
                  <a:lnTo>
                    <a:pt x="442047" y="1566459"/>
                  </a:lnTo>
                  <a:lnTo>
                    <a:pt x="440830" y="1566954"/>
                  </a:lnTo>
                  <a:lnTo>
                    <a:pt x="438395" y="1567943"/>
                  </a:lnTo>
                  <a:lnTo>
                    <a:pt x="436482" y="1568721"/>
                  </a:lnTo>
                  <a:lnTo>
                    <a:pt x="433526" y="1569923"/>
                  </a:lnTo>
                  <a:lnTo>
                    <a:pt x="433178" y="1570064"/>
                  </a:lnTo>
                  <a:lnTo>
                    <a:pt x="432135" y="1570488"/>
                  </a:lnTo>
                  <a:lnTo>
                    <a:pt x="429178" y="1571690"/>
                  </a:lnTo>
                  <a:lnTo>
                    <a:pt x="425005" y="1573387"/>
                  </a:lnTo>
                  <a:lnTo>
                    <a:pt x="422223" y="1574518"/>
                  </a:lnTo>
                  <a:lnTo>
                    <a:pt x="418397" y="1576074"/>
                  </a:lnTo>
                  <a:lnTo>
                    <a:pt x="415788" y="1577135"/>
                  </a:lnTo>
                  <a:lnTo>
                    <a:pt x="412832" y="1578337"/>
                  </a:lnTo>
                  <a:lnTo>
                    <a:pt x="412484" y="1578478"/>
                  </a:lnTo>
                  <a:lnTo>
                    <a:pt x="411267" y="1578973"/>
                  </a:lnTo>
                  <a:lnTo>
                    <a:pt x="409702" y="1579610"/>
                  </a:lnTo>
                  <a:lnTo>
                    <a:pt x="405354" y="1581378"/>
                  </a:lnTo>
                  <a:lnTo>
                    <a:pt x="399094" y="1583925"/>
                  </a:lnTo>
                  <a:lnTo>
                    <a:pt x="398051" y="1584349"/>
                  </a:lnTo>
                  <a:lnTo>
                    <a:pt x="397703" y="1584491"/>
                  </a:lnTo>
                  <a:lnTo>
                    <a:pt x="396833" y="1584844"/>
                  </a:lnTo>
                  <a:lnTo>
                    <a:pt x="395790" y="1585269"/>
                  </a:lnTo>
                  <a:lnTo>
                    <a:pt x="392312" y="1586684"/>
                  </a:lnTo>
                  <a:lnTo>
                    <a:pt x="390747" y="1587321"/>
                  </a:lnTo>
                  <a:lnTo>
                    <a:pt x="390573" y="1587391"/>
                  </a:lnTo>
                  <a:lnTo>
                    <a:pt x="388486" y="1588240"/>
                  </a:lnTo>
                  <a:lnTo>
                    <a:pt x="384835" y="1589726"/>
                  </a:lnTo>
                  <a:lnTo>
                    <a:pt x="379096" y="1592062"/>
                  </a:lnTo>
                  <a:lnTo>
                    <a:pt x="373357" y="1594397"/>
                  </a:lnTo>
                  <a:lnTo>
                    <a:pt x="371792" y="1595034"/>
                  </a:lnTo>
                  <a:lnTo>
                    <a:pt x="371271" y="1595247"/>
                  </a:lnTo>
                  <a:lnTo>
                    <a:pt x="366228" y="1597299"/>
                  </a:lnTo>
                  <a:lnTo>
                    <a:pt x="364662" y="1597937"/>
                  </a:lnTo>
                  <a:lnTo>
                    <a:pt x="362402" y="1598857"/>
                  </a:lnTo>
                  <a:lnTo>
                    <a:pt x="360489" y="1599636"/>
                  </a:lnTo>
                  <a:lnTo>
                    <a:pt x="359098" y="1600202"/>
                  </a:lnTo>
                  <a:lnTo>
                    <a:pt x="358924" y="1600273"/>
                  </a:lnTo>
                  <a:lnTo>
                    <a:pt x="358402" y="1600485"/>
                  </a:lnTo>
                  <a:lnTo>
                    <a:pt x="357359" y="1600910"/>
                  </a:lnTo>
                  <a:lnTo>
                    <a:pt x="356141" y="1601406"/>
                  </a:lnTo>
                  <a:lnTo>
                    <a:pt x="355098" y="1601831"/>
                  </a:lnTo>
                  <a:lnTo>
                    <a:pt x="351446" y="1603317"/>
                  </a:lnTo>
                  <a:lnTo>
                    <a:pt x="348142" y="1604663"/>
                  </a:lnTo>
                  <a:lnTo>
                    <a:pt x="347794" y="1604805"/>
                  </a:lnTo>
                  <a:lnTo>
                    <a:pt x="344316" y="1606221"/>
                  </a:lnTo>
                  <a:lnTo>
                    <a:pt x="343621" y="1606504"/>
                  </a:lnTo>
                  <a:lnTo>
                    <a:pt x="342230" y="1607071"/>
                  </a:lnTo>
                  <a:lnTo>
                    <a:pt x="339969" y="1607991"/>
                  </a:lnTo>
                  <a:lnTo>
                    <a:pt x="333709" y="1610541"/>
                  </a:lnTo>
                  <a:lnTo>
                    <a:pt x="321362" y="1615571"/>
                  </a:lnTo>
                  <a:lnTo>
                    <a:pt x="319797" y="1616209"/>
                  </a:lnTo>
                  <a:lnTo>
                    <a:pt x="311450" y="1619610"/>
                  </a:lnTo>
                  <a:lnTo>
                    <a:pt x="305363" y="1622091"/>
                  </a:lnTo>
                  <a:lnTo>
                    <a:pt x="297886" y="1625138"/>
                  </a:lnTo>
                  <a:lnTo>
                    <a:pt x="288495" y="1628966"/>
                  </a:lnTo>
                  <a:lnTo>
                    <a:pt x="286061" y="1629959"/>
                  </a:lnTo>
                  <a:lnTo>
                    <a:pt x="268149" y="1637263"/>
                  </a:lnTo>
                  <a:lnTo>
                    <a:pt x="260846" y="1640242"/>
                  </a:lnTo>
                  <a:lnTo>
                    <a:pt x="259628" y="1640738"/>
                  </a:lnTo>
                  <a:lnTo>
                    <a:pt x="258237" y="1641306"/>
                  </a:lnTo>
                  <a:lnTo>
                    <a:pt x="251107" y="1644214"/>
                  </a:lnTo>
                  <a:lnTo>
                    <a:pt x="248325" y="1645349"/>
                  </a:lnTo>
                  <a:lnTo>
                    <a:pt x="238935" y="1649181"/>
                  </a:lnTo>
                  <a:lnTo>
                    <a:pt x="235804" y="1650458"/>
                  </a:lnTo>
                  <a:lnTo>
                    <a:pt x="222936" y="1655710"/>
                  </a:lnTo>
                  <a:lnTo>
                    <a:pt x="216850" y="1658194"/>
                  </a:lnTo>
                  <a:lnTo>
                    <a:pt x="214589" y="1659117"/>
                  </a:lnTo>
                  <a:lnTo>
                    <a:pt x="210937" y="1660608"/>
                  </a:lnTo>
                  <a:lnTo>
                    <a:pt x="197373" y="1666146"/>
                  </a:lnTo>
                  <a:lnTo>
                    <a:pt x="192330" y="1668205"/>
                  </a:lnTo>
                  <a:lnTo>
                    <a:pt x="182244" y="1672325"/>
                  </a:lnTo>
                  <a:lnTo>
                    <a:pt x="173897" y="1675734"/>
                  </a:lnTo>
                  <a:lnTo>
                    <a:pt x="168332" y="1678008"/>
                  </a:lnTo>
                  <a:lnTo>
                    <a:pt x="166072" y="1678931"/>
                  </a:lnTo>
                  <a:lnTo>
                    <a:pt x="145899" y="1687174"/>
                  </a:lnTo>
                  <a:lnTo>
                    <a:pt x="77210" y="1715263"/>
                  </a:lnTo>
                  <a:lnTo>
                    <a:pt x="0" y="174687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" name="pg9"/>
            <p:cNvSpPr/>
            <p:nvPr/>
          </p:nvSpPr>
          <p:spPr>
            <a:xfrm>
              <a:off x="3269760" y="3066258"/>
              <a:ext cx="4515247" cy="1616859"/>
            </a:xfrm>
            <a:custGeom>
              <a:avLst/>
              <a:pathLst>
                <a:path w="4515247" h="1616859">
                  <a:moveTo>
                    <a:pt x="0" y="1486295"/>
                  </a:moveTo>
                  <a:lnTo>
                    <a:pt x="77210" y="1462208"/>
                  </a:lnTo>
                  <a:lnTo>
                    <a:pt x="145899" y="1440754"/>
                  </a:lnTo>
                  <a:lnTo>
                    <a:pt x="166072" y="1434449"/>
                  </a:lnTo>
                  <a:lnTo>
                    <a:pt x="168332" y="1433743"/>
                  </a:lnTo>
                  <a:lnTo>
                    <a:pt x="173897" y="1432003"/>
                  </a:lnTo>
                  <a:lnTo>
                    <a:pt x="182244" y="1429393"/>
                  </a:lnTo>
                  <a:lnTo>
                    <a:pt x="192330" y="1426239"/>
                  </a:lnTo>
                  <a:lnTo>
                    <a:pt x="197373" y="1424662"/>
                  </a:lnTo>
                  <a:lnTo>
                    <a:pt x="210937" y="1420419"/>
                  </a:lnTo>
                  <a:lnTo>
                    <a:pt x="214589" y="1419277"/>
                  </a:lnTo>
                  <a:lnTo>
                    <a:pt x="216850" y="1418570"/>
                  </a:lnTo>
                  <a:lnTo>
                    <a:pt x="222936" y="1416665"/>
                  </a:lnTo>
                  <a:lnTo>
                    <a:pt x="235804" y="1412638"/>
                  </a:lnTo>
                  <a:lnTo>
                    <a:pt x="238935" y="1411659"/>
                  </a:lnTo>
                  <a:lnTo>
                    <a:pt x="248325" y="1408719"/>
                  </a:lnTo>
                  <a:lnTo>
                    <a:pt x="251107" y="1407848"/>
                  </a:lnTo>
                  <a:lnTo>
                    <a:pt x="258237" y="1405616"/>
                  </a:lnTo>
                  <a:lnTo>
                    <a:pt x="259628" y="1405181"/>
                  </a:lnTo>
                  <a:lnTo>
                    <a:pt x="260846" y="1404799"/>
                  </a:lnTo>
                  <a:lnTo>
                    <a:pt x="268149" y="1402513"/>
                  </a:lnTo>
                  <a:lnTo>
                    <a:pt x="286061" y="1396903"/>
                  </a:lnTo>
                  <a:lnTo>
                    <a:pt x="288495" y="1396140"/>
                  </a:lnTo>
                  <a:lnTo>
                    <a:pt x="297886" y="1393198"/>
                  </a:lnTo>
                  <a:lnTo>
                    <a:pt x="305363" y="1390855"/>
                  </a:lnTo>
                  <a:lnTo>
                    <a:pt x="311450" y="1388948"/>
                  </a:lnTo>
                  <a:lnTo>
                    <a:pt x="319797" y="1386332"/>
                  </a:lnTo>
                  <a:lnTo>
                    <a:pt x="321362" y="1385841"/>
                  </a:lnTo>
                  <a:lnTo>
                    <a:pt x="333709" y="1381971"/>
                  </a:lnTo>
                  <a:lnTo>
                    <a:pt x="339969" y="1380008"/>
                  </a:lnTo>
                  <a:lnTo>
                    <a:pt x="342230" y="1379299"/>
                  </a:lnTo>
                  <a:lnTo>
                    <a:pt x="343621" y="1378863"/>
                  </a:lnTo>
                  <a:lnTo>
                    <a:pt x="344316" y="1378645"/>
                  </a:lnTo>
                  <a:lnTo>
                    <a:pt x="347794" y="1377554"/>
                  </a:lnTo>
                  <a:lnTo>
                    <a:pt x="348142" y="1377445"/>
                  </a:lnTo>
                  <a:lnTo>
                    <a:pt x="351446" y="1376409"/>
                  </a:lnTo>
                  <a:lnTo>
                    <a:pt x="355098" y="1375264"/>
                  </a:lnTo>
                  <a:lnTo>
                    <a:pt x="356141" y="1374937"/>
                  </a:lnTo>
                  <a:lnTo>
                    <a:pt x="357359" y="1374555"/>
                  </a:lnTo>
                  <a:lnTo>
                    <a:pt x="358402" y="1374228"/>
                  </a:lnTo>
                  <a:lnTo>
                    <a:pt x="358924" y="1374064"/>
                  </a:lnTo>
                  <a:lnTo>
                    <a:pt x="359098" y="1374009"/>
                  </a:lnTo>
                  <a:lnTo>
                    <a:pt x="360489" y="1373573"/>
                  </a:lnTo>
                  <a:lnTo>
                    <a:pt x="362402" y="1372973"/>
                  </a:lnTo>
                  <a:lnTo>
                    <a:pt x="364662" y="1372264"/>
                  </a:lnTo>
                  <a:lnTo>
                    <a:pt x="366228" y="1371773"/>
                  </a:lnTo>
                  <a:lnTo>
                    <a:pt x="371271" y="1370191"/>
                  </a:lnTo>
                  <a:lnTo>
                    <a:pt x="371792" y="1370027"/>
                  </a:lnTo>
                  <a:lnTo>
                    <a:pt x="373357" y="1369536"/>
                  </a:lnTo>
                  <a:lnTo>
                    <a:pt x="379096" y="1367736"/>
                  </a:lnTo>
                  <a:lnTo>
                    <a:pt x="384835" y="1365935"/>
                  </a:lnTo>
                  <a:lnTo>
                    <a:pt x="388486" y="1364789"/>
                  </a:lnTo>
                  <a:lnTo>
                    <a:pt x="390573" y="1364134"/>
                  </a:lnTo>
                  <a:lnTo>
                    <a:pt x="390747" y="1364079"/>
                  </a:lnTo>
                  <a:lnTo>
                    <a:pt x="392312" y="1363588"/>
                  </a:lnTo>
                  <a:lnTo>
                    <a:pt x="395790" y="1362497"/>
                  </a:lnTo>
                  <a:lnTo>
                    <a:pt x="396833" y="1362169"/>
                  </a:lnTo>
                  <a:lnTo>
                    <a:pt x="397703" y="1361896"/>
                  </a:lnTo>
                  <a:lnTo>
                    <a:pt x="398051" y="1361787"/>
                  </a:lnTo>
                  <a:lnTo>
                    <a:pt x="399094" y="1361460"/>
                  </a:lnTo>
                  <a:lnTo>
                    <a:pt x="405354" y="1359494"/>
                  </a:lnTo>
                  <a:lnTo>
                    <a:pt x="409702" y="1358129"/>
                  </a:lnTo>
                  <a:lnTo>
                    <a:pt x="411267" y="1357638"/>
                  </a:lnTo>
                  <a:lnTo>
                    <a:pt x="412484" y="1357256"/>
                  </a:lnTo>
                  <a:lnTo>
                    <a:pt x="412832" y="1357147"/>
                  </a:lnTo>
                  <a:lnTo>
                    <a:pt x="415788" y="1356219"/>
                  </a:lnTo>
                  <a:lnTo>
                    <a:pt x="418397" y="1355399"/>
                  </a:lnTo>
                  <a:lnTo>
                    <a:pt x="422223" y="1354198"/>
                  </a:lnTo>
                  <a:lnTo>
                    <a:pt x="425005" y="1353324"/>
                  </a:lnTo>
                  <a:lnTo>
                    <a:pt x="429178" y="1352014"/>
                  </a:lnTo>
                  <a:lnTo>
                    <a:pt x="432135" y="1351085"/>
                  </a:lnTo>
                  <a:lnTo>
                    <a:pt x="433178" y="1350757"/>
                  </a:lnTo>
                  <a:lnTo>
                    <a:pt x="433526" y="1350648"/>
                  </a:lnTo>
                  <a:lnTo>
                    <a:pt x="436482" y="1349719"/>
                  </a:lnTo>
                  <a:lnTo>
                    <a:pt x="438395" y="1349119"/>
                  </a:lnTo>
                  <a:lnTo>
                    <a:pt x="440830" y="1348354"/>
                  </a:lnTo>
                  <a:lnTo>
                    <a:pt x="442047" y="1347971"/>
                  </a:lnTo>
                  <a:lnTo>
                    <a:pt x="445873" y="1346769"/>
                  </a:lnTo>
                  <a:lnTo>
                    <a:pt x="454741" y="1343983"/>
                  </a:lnTo>
                  <a:lnTo>
                    <a:pt x="458741" y="1342726"/>
                  </a:lnTo>
                  <a:lnTo>
                    <a:pt x="459089" y="1342617"/>
                  </a:lnTo>
                  <a:lnTo>
                    <a:pt x="459958" y="1342343"/>
                  </a:lnTo>
                  <a:lnTo>
                    <a:pt x="461697" y="1341797"/>
                  </a:lnTo>
                  <a:lnTo>
                    <a:pt x="462393" y="1341578"/>
                  </a:lnTo>
                  <a:lnTo>
                    <a:pt x="478044" y="1336659"/>
                  </a:lnTo>
                  <a:lnTo>
                    <a:pt x="479261" y="1336276"/>
                  </a:lnTo>
                  <a:lnTo>
                    <a:pt x="485347" y="1334363"/>
                  </a:lnTo>
                  <a:lnTo>
                    <a:pt x="487608" y="1333652"/>
                  </a:lnTo>
                  <a:lnTo>
                    <a:pt x="489521" y="1333050"/>
                  </a:lnTo>
                  <a:lnTo>
                    <a:pt x="493173" y="1331902"/>
                  </a:lnTo>
                  <a:lnTo>
                    <a:pt x="493694" y="1331738"/>
                  </a:lnTo>
                  <a:lnTo>
                    <a:pt x="494564" y="1331464"/>
                  </a:lnTo>
                  <a:lnTo>
                    <a:pt x="495086" y="1331300"/>
                  </a:lnTo>
                  <a:lnTo>
                    <a:pt x="495259" y="1331246"/>
                  </a:lnTo>
                  <a:lnTo>
                    <a:pt x="497520" y="1330535"/>
                  </a:lnTo>
                  <a:lnTo>
                    <a:pt x="507606" y="1327362"/>
                  </a:lnTo>
                  <a:lnTo>
                    <a:pt x="508650" y="1327034"/>
                  </a:lnTo>
                  <a:lnTo>
                    <a:pt x="510041" y="1326596"/>
                  </a:lnTo>
                  <a:lnTo>
                    <a:pt x="513866" y="1325393"/>
                  </a:lnTo>
                  <a:lnTo>
                    <a:pt x="516127" y="1324682"/>
                  </a:lnTo>
                  <a:lnTo>
                    <a:pt x="517518" y="1324244"/>
                  </a:lnTo>
                  <a:lnTo>
                    <a:pt x="518214" y="1324025"/>
                  </a:lnTo>
                  <a:lnTo>
                    <a:pt x="521692" y="1322931"/>
                  </a:lnTo>
                  <a:lnTo>
                    <a:pt x="522040" y="1322821"/>
                  </a:lnTo>
                  <a:lnTo>
                    <a:pt x="525344" y="1321782"/>
                  </a:lnTo>
                  <a:lnTo>
                    <a:pt x="527430" y="1321125"/>
                  </a:lnTo>
                  <a:lnTo>
                    <a:pt x="528996" y="1320632"/>
                  </a:lnTo>
                  <a:lnTo>
                    <a:pt x="530039" y="1320304"/>
                  </a:lnTo>
                  <a:lnTo>
                    <a:pt x="531256" y="1319921"/>
                  </a:lnTo>
                  <a:lnTo>
                    <a:pt x="532300" y="1319593"/>
                  </a:lnTo>
                  <a:lnTo>
                    <a:pt x="532821" y="1319428"/>
                  </a:lnTo>
                  <a:lnTo>
                    <a:pt x="532995" y="1319374"/>
                  </a:lnTo>
                  <a:lnTo>
                    <a:pt x="534386" y="1318936"/>
                  </a:lnTo>
                  <a:lnTo>
                    <a:pt x="536299" y="1318334"/>
                  </a:lnTo>
                  <a:lnTo>
                    <a:pt x="538560" y="1317622"/>
                  </a:lnTo>
                  <a:lnTo>
                    <a:pt x="540125" y="1317130"/>
                  </a:lnTo>
                  <a:lnTo>
                    <a:pt x="543951" y="1315925"/>
                  </a:lnTo>
                  <a:lnTo>
                    <a:pt x="545168" y="1315542"/>
                  </a:lnTo>
                  <a:lnTo>
                    <a:pt x="545690" y="1315378"/>
                  </a:lnTo>
                  <a:lnTo>
                    <a:pt x="547255" y="1314885"/>
                  </a:lnTo>
                  <a:lnTo>
                    <a:pt x="552993" y="1313078"/>
                  </a:lnTo>
                  <a:lnTo>
                    <a:pt x="558732" y="1311271"/>
                  </a:lnTo>
                  <a:lnTo>
                    <a:pt x="562384" y="1310121"/>
                  </a:lnTo>
                  <a:lnTo>
                    <a:pt x="562558" y="1310067"/>
                  </a:lnTo>
                  <a:lnTo>
                    <a:pt x="564471" y="1309464"/>
                  </a:lnTo>
                  <a:lnTo>
                    <a:pt x="564645" y="1309409"/>
                  </a:lnTo>
                  <a:lnTo>
                    <a:pt x="566210" y="1308917"/>
                  </a:lnTo>
                  <a:lnTo>
                    <a:pt x="569688" y="1307821"/>
                  </a:lnTo>
                  <a:lnTo>
                    <a:pt x="570731" y="1307493"/>
                  </a:lnTo>
                  <a:lnTo>
                    <a:pt x="571600" y="1307219"/>
                  </a:lnTo>
                  <a:lnTo>
                    <a:pt x="571948" y="1307109"/>
                  </a:lnTo>
                  <a:lnTo>
                    <a:pt x="572992" y="1306780"/>
                  </a:lnTo>
                  <a:lnTo>
                    <a:pt x="579252" y="1304808"/>
                  </a:lnTo>
                  <a:lnTo>
                    <a:pt x="583599" y="1303439"/>
                  </a:lnTo>
                  <a:lnTo>
                    <a:pt x="585164" y="1302946"/>
                  </a:lnTo>
                  <a:lnTo>
                    <a:pt x="586382" y="1302562"/>
                  </a:lnTo>
                  <a:lnTo>
                    <a:pt x="586729" y="1302453"/>
                  </a:lnTo>
                  <a:lnTo>
                    <a:pt x="589686" y="1301521"/>
                  </a:lnTo>
                  <a:lnTo>
                    <a:pt x="592294" y="1300699"/>
                  </a:lnTo>
                  <a:lnTo>
                    <a:pt x="596120" y="1299493"/>
                  </a:lnTo>
                  <a:lnTo>
                    <a:pt x="598902" y="1298617"/>
                  </a:lnTo>
                  <a:lnTo>
                    <a:pt x="606032" y="1296369"/>
                  </a:lnTo>
                  <a:lnTo>
                    <a:pt x="606728" y="1296150"/>
                  </a:lnTo>
                  <a:lnTo>
                    <a:pt x="607075" y="1296040"/>
                  </a:lnTo>
                  <a:lnTo>
                    <a:pt x="607249" y="1295986"/>
                  </a:lnTo>
                  <a:lnTo>
                    <a:pt x="607423" y="1295931"/>
                  </a:lnTo>
                  <a:lnTo>
                    <a:pt x="608641" y="1295547"/>
                  </a:lnTo>
                  <a:lnTo>
                    <a:pt x="610380" y="1294999"/>
                  </a:lnTo>
                  <a:lnTo>
                    <a:pt x="610553" y="1294944"/>
                  </a:lnTo>
                  <a:lnTo>
                    <a:pt x="612292" y="1294396"/>
                  </a:lnTo>
                  <a:lnTo>
                    <a:pt x="614727" y="1293628"/>
                  </a:lnTo>
                  <a:lnTo>
                    <a:pt x="615944" y="1293245"/>
                  </a:lnTo>
                  <a:lnTo>
                    <a:pt x="619770" y="1292038"/>
                  </a:lnTo>
                  <a:lnTo>
                    <a:pt x="628639" y="1289242"/>
                  </a:lnTo>
                  <a:lnTo>
                    <a:pt x="632638" y="1287980"/>
                  </a:lnTo>
                  <a:lnTo>
                    <a:pt x="632986" y="1287871"/>
                  </a:lnTo>
                  <a:lnTo>
                    <a:pt x="635595" y="1287048"/>
                  </a:lnTo>
                  <a:lnTo>
                    <a:pt x="636290" y="1286829"/>
                  </a:lnTo>
                  <a:lnTo>
                    <a:pt x="644637" y="1284195"/>
                  </a:lnTo>
                  <a:lnTo>
                    <a:pt x="645681" y="1283866"/>
                  </a:lnTo>
                  <a:lnTo>
                    <a:pt x="651941" y="1281891"/>
                  </a:lnTo>
                  <a:lnTo>
                    <a:pt x="653158" y="1281507"/>
                  </a:lnTo>
                  <a:lnTo>
                    <a:pt x="659245" y="1279586"/>
                  </a:lnTo>
                  <a:lnTo>
                    <a:pt x="661505" y="1278873"/>
                  </a:lnTo>
                  <a:lnTo>
                    <a:pt x="663418" y="1278269"/>
                  </a:lnTo>
                  <a:lnTo>
                    <a:pt x="667070" y="1277117"/>
                  </a:lnTo>
                  <a:lnTo>
                    <a:pt x="667592" y="1276952"/>
                  </a:lnTo>
                  <a:lnTo>
                    <a:pt x="668461" y="1276678"/>
                  </a:lnTo>
                  <a:lnTo>
                    <a:pt x="668983" y="1276513"/>
                  </a:lnTo>
                  <a:lnTo>
                    <a:pt x="669157" y="1276458"/>
                  </a:lnTo>
                  <a:lnTo>
                    <a:pt x="671418" y="1275744"/>
                  </a:lnTo>
                  <a:lnTo>
                    <a:pt x="681504" y="1272560"/>
                  </a:lnTo>
                  <a:lnTo>
                    <a:pt x="682547" y="1272231"/>
                  </a:lnTo>
                  <a:lnTo>
                    <a:pt x="683938" y="1271792"/>
                  </a:lnTo>
                  <a:lnTo>
                    <a:pt x="687764" y="1270584"/>
                  </a:lnTo>
                  <a:lnTo>
                    <a:pt x="689503" y="1270034"/>
                  </a:lnTo>
                  <a:lnTo>
                    <a:pt x="690025" y="1269870"/>
                  </a:lnTo>
                  <a:lnTo>
                    <a:pt x="691416" y="1269430"/>
                  </a:lnTo>
                  <a:lnTo>
                    <a:pt x="692111" y="1269211"/>
                  </a:lnTo>
                  <a:lnTo>
                    <a:pt x="695589" y="1268112"/>
                  </a:lnTo>
                  <a:lnTo>
                    <a:pt x="695937" y="1268002"/>
                  </a:lnTo>
                  <a:lnTo>
                    <a:pt x="699241" y="1266959"/>
                  </a:lnTo>
                  <a:lnTo>
                    <a:pt x="701328" y="1266300"/>
                  </a:lnTo>
                  <a:lnTo>
                    <a:pt x="702893" y="1265805"/>
                  </a:lnTo>
                  <a:lnTo>
                    <a:pt x="703936" y="1265476"/>
                  </a:lnTo>
                  <a:lnTo>
                    <a:pt x="705154" y="1265091"/>
                  </a:lnTo>
                  <a:lnTo>
                    <a:pt x="706197" y="1264762"/>
                  </a:lnTo>
                  <a:lnTo>
                    <a:pt x="706719" y="1264597"/>
                  </a:lnTo>
                  <a:lnTo>
                    <a:pt x="706893" y="1264542"/>
                  </a:lnTo>
                  <a:lnTo>
                    <a:pt x="708284" y="1264102"/>
                  </a:lnTo>
                  <a:lnTo>
                    <a:pt x="710197" y="1263498"/>
                  </a:lnTo>
                  <a:lnTo>
                    <a:pt x="712457" y="1262784"/>
                  </a:lnTo>
                  <a:lnTo>
                    <a:pt x="714022" y="1262289"/>
                  </a:lnTo>
                  <a:lnTo>
                    <a:pt x="717848" y="1261080"/>
                  </a:lnTo>
                  <a:lnTo>
                    <a:pt x="719065" y="1260696"/>
                  </a:lnTo>
                  <a:lnTo>
                    <a:pt x="719587" y="1260531"/>
                  </a:lnTo>
                  <a:lnTo>
                    <a:pt x="721152" y="1260036"/>
                  </a:lnTo>
                  <a:lnTo>
                    <a:pt x="726891" y="1258223"/>
                  </a:lnTo>
                  <a:lnTo>
                    <a:pt x="732629" y="1256409"/>
                  </a:lnTo>
                  <a:lnTo>
                    <a:pt x="736281" y="1255254"/>
                  </a:lnTo>
                  <a:lnTo>
                    <a:pt x="736455" y="1255199"/>
                  </a:lnTo>
                  <a:lnTo>
                    <a:pt x="738368" y="1254595"/>
                  </a:lnTo>
                  <a:lnTo>
                    <a:pt x="738542" y="1254540"/>
                  </a:lnTo>
                  <a:lnTo>
                    <a:pt x="740107" y="1254045"/>
                  </a:lnTo>
                  <a:lnTo>
                    <a:pt x="743585" y="1252945"/>
                  </a:lnTo>
                  <a:lnTo>
                    <a:pt x="744628" y="1252615"/>
                  </a:lnTo>
                  <a:lnTo>
                    <a:pt x="745498" y="1252341"/>
                  </a:lnTo>
                  <a:lnTo>
                    <a:pt x="745846" y="1252231"/>
                  </a:lnTo>
                  <a:lnTo>
                    <a:pt x="746889" y="1251901"/>
                  </a:lnTo>
                  <a:lnTo>
                    <a:pt x="753149" y="1249921"/>
                  </a:lnTo>
                  <a:lnTo>
                    <a:pt x="757497" y="1248546"/>
                  </a:lnTo>
                  <a:lnTo>
                    <a:pt x="759062" y="1248051"/>
                  </a:lnTo>
                  <a:lnTo>
                    <a:pt x="760279" y="1247666"/>
                  </a:lnTo>
                  <a:lnTo>
                    <a:pt x="760627" y="1247556"/>
                  </a:lnTo>
                  <a:lnTo>
                    <a:pt x="763583" y="1246621"/>
                  </a:lnTo>
                  <a:lnTo>
                    <a:pt x="766192" y="1245796"/>
                  </a:lnTo>
                  <a:lnTo>
                    <a:pt x="770017" y="1244585"/>
                  </a:lnTo>
                  <a:lnTo>
                    <a:pt x="772800" y="1243705"/>
                  </a:lnTo>
                  <a:lnTo>
                    <a:pt x="776973" y="1242385"/>
                  </a:lnTo>
                  <a:lnTo>
                    <a:pt x="780625" y="1241229"/>
                  </a:lnTo>
                  <a:lnTo>
                    <a:pt x="780973" y="1241119"/>
                  </a:lnTo>
                  <a:lnTo>
                    <a:pt x="781147" y="1241064"/>
                  </a:lnTo>
                  <a:lnTo>
                    <a:pt x="781321" y="1241009"/>
                  </a:lnTo>
                  <a:lnTo>
                    <a:pt x="782538" y="1240624"/>
                  </a:lnTo>
                  <a:lnTo>
                    <a:pt x="784277" y="1240073"/>
                  </a:lnTo>
                  <a:lnTo>
                    <a:pt x="784451" y="1240018"/>
                  </a:lnTo>
                  <a:lnTo>
                    <a:pt x="786190" y="1239468"/>
                  </a:lnTo>
                  <a:lnTo>
                    <a:pt x="788624" y="1238697"/>
                  </a:lnTo>
                  <a:lnTo>
                    <a:pt x="789842" y="1238312"/>
                  </a:lnTo>
                  <a:lnTo>
                    <a:pt x="793667" y="1237101"/>
                  </a:lnTo>
                  <a:lnTo>
                    <a:pt x="802536" y="1234293"/>
                  </a:lnTo>
                  <a:lnTo>
                    <a:pt x="806536" y="1233027"/>
                  </a:lnTo>
                  <a:lnTo>
                    <a:pt x="806884" y="1232917"/>
                  </a:lnTo>
                  <a:lnTo>
                    <a:pt x="807753" y="1232641"/>
                  </a:lnTo>
                  <a:lnTo>
                    <a:pt x="809492" y="1232091"/>
                  </a:lnTo>
                  <a:lnTo>
                    <a:pt x="810188" y="1231870"/>
                  </a:lnTo>
                  <a:lnTo>
                    <a:pt x="818535" y="1229227"/>
                  </a:lnTo>
                  <a:lnTo>
                    <a:pt x="819578" y="1228896"/>
                  </a:lnTo>
                  <a:lnTo>
                    <a:pt x="825838" y="1226913"/>
                  </a:lnTo>
                  <a:lnTo>
                    <a:pt x="827056" y="1226528"/>
                  </a:lnTo>
                  <a:lnTo>
                    <a:pt x="833142" y="1224599"/>
                  </a:lnTo>
                  <a:lnTo>
                    <a:pt x="835403" y="1223883"/>
                  </a:lnTo>
                  <a:lnTo>
                    <a:pt x="837316" y="1223277"/>
                  </a:lnTo>
                  <a:lnTo>
                    <a:pt x="840968" y="1222120"/>
                  </a:lnTo>
                  <a:lnTo>
                    <a:pt x="841489" y="1221954"/>
                  </a:lnTo>
                  <a:lnTo>
                    <a:pt x="842359" y="1221679"/>
                  </a:lnTo>
                  <a:lnTo>
                    <a:pt x="842880" y="1221513"/>
                  </a:lnTo>
                  <a:lnTo>
                    <a:pt x="843054" y="1221458"/>
                  </a:lnTo>
                  <a:lnTo>
                    <a:pt x="845315" y="1220742"/>
                  </a:lnTo>
                  <a:lnTo>
                    <a:pt x="856444" y="1217214"/>
                  </a:lnTo>
                  <a:lnTo>
                    <a:pt x="857836" y="1216773"/>
                  </a:lnTo>
                  <a:lnTo>
                    <a:pt x="861661" y="1215560"/>
                  </a:lnTo>
                  <a:lnTo>
                    <a:pt x="863400" y="1215009"/>
                  </a:lnTo>
                  <a:lnTo>
                    <a:pt x="863922" y="1214843"/>
                  </a:lnTo>
                  <a:lnTo>
                    <a:pt x="865313" y="1214402"/>
                  </a:lnTo>
                  <a:lnTo>
                    <a:pt x="866009" y="1214181"/>
                  </a:lnTo>
                  <a:lnTo>
                    <a:pt x="869487" y="1213079"/>
                  </a:lnTo>
                  <a:lnTo>
                    <a:pt x="869835" y="1212968"/>
                  </a:lnTo>
                  <a:lnTo>
                    <a:pt x="873139" y="1211920"/>
                  </a:lnTo>
                  <a:lnTo>
                    <a:pt x="875225" y="1211259"/>
                  </a:lnTo>
                  <a:lnTo>
                    <a:pt x="876790" y="1210762"/>
                  </a:lnTo>
                  <a:lnTo>
                    <a:pt x="877834" y="1210431"/>
                  </a:lnTo>
                  <a:lnTo>
                    <a:pt x="879051" y="1210045"/>
                  </a:lnTo>
                  <a:lnTo>
                    <a:pt x="880094" y="1209714"/>
                  </a:lnTo>
                  <a:lnTo>
                    <a:pt x="880616" y="1209549"/>
                  </a:lnTo>
                  <a:lnTo>
                    <a:pt x="880790" y="1209493"/>
                  </a:lnTo>
                  <a:lnTo>
                    <a:pt x="882181" y="1209052"/>
                  </a:lnTo>
                  <a:lnTo>
                    <a:pt x="884094" y="1208445"/>
                  </a:lnTo>
                  <a:lnTo>
                    <a:pt x="886355" y="1207728"/>
                  </a:lnTo>
                  <a:lnTo>
                    <a:pt x="887920" y="1207231"/>
                  </a:lnTo>
                  <a:lnTo>
                    <a:pt x="891746" y="1206018"/>
                  </a:lnTo>
                  <a:lnTo>
                    <a:pt x="892963" y="1205631"/>
                  </a:lnTo>
                  <a:lnTo>
                    <a:pt x="893485" y="1205466"/>
                  </a:lnTo>
                  <a:lnTo>
                    <a:pt x="895050" y="1204969"/>
                  </a:lnTo>
                  <a:lnTo>
                    <a:pt x="900788" y="1203148"/>
                  </a:lnTo>
                  <a:lnTo>
                    <a:pt x="906527" y="1201327"/>
                  </a:lnTo>
                  <a:lnTo>
                    <a:pt x="910179" y="1200167"/>
                  </a:lnTo>
                  <a:lnTo>
                    <a:pt x="910353" y="1200112"/>
                  </a:lnTo>
                  <a:lnTo>
                    <a:pt x="912266" y="1199505"/>
                  </a:lnTo>
                  <a:lnTo>
                    <a:pt x="912439" y="1199450"/>
                  </a:lnTo>
                  <a:lnTo>
                    <a:pt x="914004" y="1198953"/>
                  </a:lnTo>
                  <a:lnTo>
                    <a:pt x="917482" y="1197849"/>
                  </a:lnTo>
                  <a:lnTo>
                    <a:pt x="918526" y="1197517"/>
                  </a:lnTo>
                  <a:lnTo>
                    <a:pt x="919395" y="1197241"/>
                  </a:lnTo>
                  <a:lnTo>
                    <a:pt x="919743" y="1197131"/>
                  </a:lnTo>
                  <a:lnTo>
                    <a:pt x="920786" y="1196799"/>
                  </a:lnTo>
                  <a:lnTo>
                    <a:pt x="927047" y="1194811"/>
                  </a:lnTo>
                  <a:lnTo>
                    <a:pt x="931394" y="1193431"/>
                  </a:lnTo>
                  <a:lnTo>
                    <a:pt x="932959" y="1192934"/>
                  </a:lnTo>
                  <a:lnTo>
                    <a:pt x="934177" y="1192547"/>
                  </a:lnTo>
                  <a:lnTo>
                    <a:pt x="937481" y="1191497"/>
                  </a:lnTo>
                  <a:lnTo>
                    <a:pt x="940089" y="1190669"/>
                  </a:lnTo>
                  <a:lnTo>
                    <a:pt x="943915" y="1189453"/>
                  </a:lnTo>
                  <a:lnTo>
                    <a:pt x="946697" y="1188569"/>
                  </a:lnTo>
                  <a:lnTo>
                    <a:pt x="950871" y="1187243"/>
                  </a:lnTo>
                  <a:lnTo>
                    <a:pt x="953827" y="1186303"/>
                  </a:lnTo>
                  <a:lnTo>
                    <a:pt x="954523" y="1186082"/>
                  </a:lnTo>
                  <a:lnTo>
                    <a:pt x="954870" y="1185972"/>
                  </a:lnTo>
                  <a:lnTo>
                    <a:pt x="955044" y="1185917"/>
                  </a:lnTo>
                  <a:lnTo>
                    <a:pt x="955218" y="1185861"/>
                  </a:lnTo>
                  <a:lnTo>
                    <a:pt x="956435" y="1185474"/>
                  </a:lnTo>
                  <a:lnTo>
                    <a:pt x="958174" y="1184922"/>
                  </a:lnTo>
                  <a:lnTo>
                    <a:pt x="958348" y="1184867"/>
                  </a:lnTo>
                  <a:lnTo>
                    <a:pt x="960087" y="1184314"/>
                  </a:lnTo>
                  <a:lnTo>
                    <a:pt x="962522" y="1183540"/>
                  </a:lnTo>
                  <a:lnTo>
                    <a:pt x="963739" y="1183153"/>
                  </a:lnTo>
                  <a:lnTo>
                    <a:pt x="967565" y="1181937"/>
                  </a:lnTo>
                  <a:lnTo>
                    <a:pt x="976434" y="1179117"/>
                  </a:lnTo>
                  <a:lnTo>
                    <a:pt x="980433" y="1177845"/>
                  </a:lnTo>
                  <a:lnTo>
                    <a:pt x="980781" y="1177734"/>
                  </a:lnTo>
                  <a:lnTo>
                    <a:pt x="981651" y="1177458"/>
                  </a:lnTo>
                  <a:lnTo>
                    <a:pt x="983390" y="1176905"/>
                  </a:lnTo>
                  <a:lnTo>
                    <a:pt x="984085" y="1176684"/>
                  </a:lnTo>
                  <a:lnTo>
                    <a:pt x="992432" y="1174029"/>
                  </a:lnTo>
                  <a:lnTo>
                    <a:pt x="993476" y="1173697"/>
                  </a:lnTo>
                  <a:lnTo>
                    <a:pt x="999736" y="1171705"/>
                  </a:lnTo>
                  <a:lnTo>
                    <a:pt x="1000953" y="1171318"/>
                  </a:lnTo>
                  <a:lnTo>
                    <a:pt x="1007040" y="1169381"/>
                  </a:lnTo>
                  <a:lnTo>
                    <a:pt x="1009300" y="1168661"/>
                  </a:lnTo>
                  <a:lnTo>
                    <a:pt x="1011213" y="1168053"/>
                  </a:lnTo>
                  <a:lnTo>
                    <a:pt x="1014865" y="1166890"/>
                  </a:lnTo>
                  <a:lnTo>
                    <a:pt x="1015387" y="1166724"/>
                  </a:lnTo>
                  <a:lnTo>
                    <a:pt x="1016256" y="1166447"/>
                  </a:lnTo>
                  <a:lnTo>
                    <a:pt x="1016778" y="1166281"/>
                  </a:lnTo>
                  <a:lnTo>
                    <a:pt x="1016952" y="1166226"/>
                  </a:lnTo>
                  <a:lnTo>
                    <a:pt x="1019212" y="1165506"/>
                  </a:lnTo>
                  <a:lnTo>
                    <a:pt x="1029298" y="1162295"/>
                  </a:lnTo>
                  <a:lnTo>
                    <a:pt x="1030342" y="1161963"/>
                  </a:lnTo>
                  <a:lnTo>
                    <a:pt x="1031733" y="1161520"/>
                  </a:lnTo>
                  <a:lnTo>
                    <a:pt x="1035559" y="1160301"/>
                  </a:lnTo>
                  <a:lnTo>
                    <a:pt x="1037298" y="1159748"/>
                  </a:lnTo>
                  <a:lnTo>
                    <a:pt x="1037819" y="1159581"/>
                  </a:lnTo>
                  <a:lnTo>
                    <a:pt x="1039211" y="1159138"/>
                  </a:lnTo>
                  <a:lnTo>
                    <a:pt x="1039906" y="1158917"/>
                  </a:lnTo>
                  <a:lnTo>
                    <a:pt x="1043384" y="1157809"/>
                  </a:lnTo>
                  <a:lnTo>
                    <a:pt x="1043732" y="1157698"/>
                  </a:lnTo>
                  <a:lnTo>
                    <a:pt x="1047036" y="1156646"/>
                  </a:lnTo>
                  <a:lnTo>
                    <a:pt x="1049123" y="1155981"/>
                  </a:lnTo>
                  <a:lnTo>
                    <a:pt x="1050688" y="1155482"/>
                  </a:lnTo>
                  <a:lnTo>
                    <a:pt x="1051731" y="1155150"/>
                  </a:lnTo>
                  <a:lnTo>
                    <a:pt x="1052949" y="1154762"/>
                  </a:lnTo>
                  <a:lnTo>
                    <a:pt x="1053992" y="1154429"/>
                  </a:lnTo>
                  <a:lnTo>
                    <a:pt x="1054514" y="1154263"/>
                  </a:lnTo>
                  <a:lnTo>
                    <a:pt x="1054688" y="1154208"/>
                  </a:lnTo>
                  <a:lnTo>
                    <a:pt x="1056079" y="1153764"/>
                  </a:lnTo>
                  <a:lnTo>
                    <a:pt x="1060252" y="1152434"/>
                  </a:lnTo>
                  <a:lnTo>
                    <a:pt x="1061817" y="1151936"/>
                  </a:lnTo>
                  <a:lnTo>
                    <a:pt x="1065643" y="1150716"/>
                  </a:lnTo>
                  <a:lnTo>
                    <a:pt x="1066860" y="1150328"/>
                  </a:lnTo>
                  <a:lnTo>
                    <a:pt x="1067382" y="1150162"/>
                  </a:lnTo>
                  <a:lnTo>
                    <a:pt x="1068947" y="1149663"/>
                  </a:lnTo>
                  <a:lnTo>
                    <a:pt x="1074686" y="1147834"/>
                  </a:lnTo>
                  <a:lnTo>
                    <a:pt x="1080424" y="1146004"/>
                  </a:lnTo>
                  <a:lnTo>
                    <a:pt x="1084076" y="1144840"/>
                  </a:lnTo>
                  <a:lnTo>
                    <a:pt x="1084250" y="1144784"/>
                  </a:lnTo>
                  <a:lnTo>
                    <a:pt x="1086163" y="1144174"/>
                  </a:lnTo>
                  <a:lnTo>
                    <a:pt x="1086337" y="1144119"/>
                  </a:lnTo>
                  <a:lnTo>
                    <a:pt x="1087902" y="1143620"/>
                  </a:lnTo>
                  <a:lnTo>
                    <a:pt x="1091380" y="1142510"/>
                  </a:lnTo>
                  <a:lnTo>
                    <a:pt x="1092423" y="1142178"/>
                  </a:lnTo>
                  <a:lnTo>
                    <a:pt x="1093293" y="1141900"/>
                  </a:lnTo>
                  <a:lnTo>
                    <a:pt x="1093641" y="1141789"/>
                  </a:lnTo>
                  <a:lnTo>
                    <a:pt x="1094684" y="1141456"/>
                  </a:lnTo>
                  <a:lnTo>
                    <a:pt x="1100944" y="1139459"/>
                  </a:lnTo>
                  <a:lnTo>
                    <a:pt x="1105292" y="1138072"/>
                  </a:lnTo>
                  <a:lnTo>
                    <a:pt x="1106857" y="1137573"/>
                  </a:lnTo>
                  <a:lnTo>
                    <a:pt x="1108074" y="1137184"/>
                  </a:lnTo>
                  <a:lnTo>
                    <a:pt x="1108422" y="1137073"/>
                  </a:lnTo>
                  <a:lnTo>
                    <a:pt x="1111378" y="1136130"/>
                  </a:lnTo>
                  <a:lnTo>
                    <a:pt x="1113987" y="1135298"/>
                  </a:lnTo>
                  <a:lnTo>
                    <a:pt x="1117812" y="1134076"/>
                  </a:lnTo>
                  <a:lnTo>
                    <a:pt x="1120595" y="1133188"/>
                  </a:lnTo>
                  <a:lnTo>
                    <a:pt x="1124768" y="1131856"/>
                  </a:lnTo>
                  <a:lnTo>
                    <a:pt x="1127724" y="1130912"/>
                  </a:lnTo>
                  <a:lnTo>
                    <a:pt x="1128420" y="1130690"/>
                  </a:lnTo>
                  <a:lnTo>
                    <a:pt x="1128768" y="1130579"/>
                  </a:lnTo>
                  <a:lnTo>
                    <a:pt x="1128942" y="1130524"/>
                  </a:lnTo>
                  <a:lnTo>
                    <a:pt x="1129116" y="1130468"/>
                  </a:lnTo>
                  <a:lnTo>
                    <a:pt x="1130333" y="1130079"/>
                  </a:lnTo>
                  <a:lnTo>
                    <a:pt x="1132072" y="1129524"/>
                  </a:lnTo>
                  <a:lnTo>
                    <a:pt x="1132246" y="1129469"/>
                  </a:lnTo>
                  <a:lnTo>
                    <a:pt x="1133985" y="1128913"/>
                  </a:lnTo>
                  <a:lnTo>
                    <a:pt x="1136419" y="1128136"/>
                  </a:lnTo>
                  <a:lnTo>
                    <a:pt x="1137637" y="1127747"/>
                  </a:lnTo>
                  <a:lnTo>
                    <a:pt x="1141462" y="1126525"/>
                  </a:lnTo>
                  <a:lnTo>
                    <a:pt x="1150331" y="1123692"/>
                  </a:lnTo>
                  <a:lnTo>
                    <a:pt x="1154331" y="1122414"/>
                  </a:lnTo>
                  <a:lnTo>
                    <a:pt x="1154679" y="1122303"/>
                  </a:lnTo>
                  <a:lnTo>
                    <a:pt x="1155548" y="1122026"/>
                  </a:lnTo>
                  <a:lnTo>
                    <a:pt x="1157287" y="1121470"/>
                  </a:lnTo>
                  <a:lnTo>
                    <a:pt x="1157983" y="1121248"/>
                  </a:lnTo>
                  <a:lnTo>
                    <a:pt x="1166330" y="1118580"/>
                  </a:lnTo>
                  <a:lnTo>
                    <a:pt x="1167373" y="1118247"/>
                  </a:lnTo>
                  <a:lnTo>
                    <a:pt x="1173633" y="1116246"/>
                  </a:lnTo>
                  <a:lnTo>
                    <a:pt x="1174851" y="1115856"/>
                  </a:lnTo>
                  <a:lnTo>
                    <a:pt x="1180937" y="1113910"/>
                  </a:lnTo>
                  <a:lnTo>
                    <a:pt x="1183198" y="1113188"/>
                  </a:lnTo>
                  <a:lnTo>
                    <a:pt x="1185111" y="1112576"/>
                  </a:lnTo>
                  <a:lnTo>
                    <a:pt x="1188762" y="1111408"/>
                  </a:lnTo>
                  <a:lnTo>
                    <a:pt x="1189284" y="1111241"/>
                  </a:lnTo>
                  <a:lnTo>
                    <a:pt x="1190154" y="1110963"/>
                  </a:lnTo>
                  <a:lnTo>
                    <a:pt x="1190675" y="1110796"/>
                  </a:lnTo>
                  <a:lnTo>
                    <a:pt x="1190849" y="1110741"/>
                  </a:lnTo>
                  <a:lnTo>
                    <a:pt x="1193110" y="1110018"/>
                  </a:lnTo>
                  <a:lnTo>
                    <a:pt x="1203196" y="1106791"/>
                  </a:lnTo>
                  <a:lnTo>
                    <a:pt x="1204239" y="1106457"/>
                  </a:lnTo>
                  <a:lnTo>
                    <a:pt x="1205631" y="1106012"/>
                  </a:lnTo>
                  <a:lnTo>
                    <a:pt x="1209456" y="1104788"/>
                  </a:lnTo>
                  <a:lnTo>
                    <a:pt x="1211195" y="1104231"/>
                  </a:lnTo>
                  <a:lnTo>
                    <a:pt x="1211717" y="1104065"/>
                  </a:lnTo>
                  <a:lnTo>
                    <a:pt x="1213108" y="1103619"/>
                  </a:lnTo>
                  <a:lnTo>
                    <a:pt x="1213804" y="1103397"/>
                  </a:lnTo>
                  <a:lnTo>
                    <a:pt x="1217282" y="1102284"/>
                  </a:lnTo>
                  <a:lnTo>
                    <a:pt x="1217629" y="1102172"/>
                  </a:lnTo>
                  <a:lnTo>
                    <a:pt x="1220933" y="1101115"/>
                  </a:lnTo>
                  <a:lnTo>
                    <a:pt x="1223020" y="1100447"/>
                  </a:lnTo>
                  <a:lnTo>
                    <a:pt x="1224585" y="1099946"/>
                  </a:lnTo>
                  <a:lnTo>
                    <a:pt x="1225629" y="1099612"/>
                  </a:lnTo>
                  <a:lnTo>
                    <a:pt x="1226846" y="1099222"/>
                  </a:lnTo>
                  <a:lnTo>
                    <a:pt x="1227889" y="1098888"/>
                  </a:lnTo>
                  <a:lnTo>
                    <a:pt x="1228411" y="1098721"/>
                  </a:lnTo>
                  <a:lnTo>
                    <a:pt x="1228585" y="1098665"/>
                  </a:lnTo>
                  <a:lnTo>
                    <a:pt x="1229976" y="1098220"/>
                  </a:lnTo>
                  <a:lnTo>
                    <a:pt x="1231889" y="1097607"/>
                  </a:lnTo>
                  <a:lnTo>
                    <a:pt x="1234150" y="1096883"/>
                  </a:lnTo>
                  <a:lnTo>
                    <a:pt x="1235715" y="1096382"/>
                  </a:lnTo>
                  <a:lnTo>
                    <a:pt x="1239541" y="1095157"/>
                  </a:lnTo>
                  <a:lnTo>
                    <a:pt x="1240758" y="1094767"/>
                  </a:lnTo>
                  <a:lnTo>
                    <a:pt x="1241279" y="1094600"/>
                  </a:lnTo>
                  <a:lnTo>
                    <a:pt x="1242845" y="1094099"/>
                  </a:lnTo>
                  <a:lnTo>
                    <a:pt x="1248583" y="1092260"/>
                  </a:lnTo>
                  <a:lnTo>
                    <a:pt x="1254322" y="1090422"/>
                  </a:lnTo>
                  <a:lnTo>
                    <a:pt x="1257974" y="1089252"/>
                  </a:lnTo>
                  <a:lnTo>
                    <a:pt x="1258148" y="1089196"/>
                  </a:lnTo>
                  <a:lnTo>
                    <a:pt x="1260060" y="1088583"/>
                  </a:lnTo>
                  <a:lnTo>
                    <a:pt x="1260234" y="1088527"/>
                  </a:lnTo>
                  <a:lnTo>
                    <a:pt x="1261799" y="1088026"/>
                  </a:lnTo>
                  <a:lnTo>
                    <a:pt x="1265277" y="1086911"/>
                  </a:lnTo>
                  <a:lnTo>
                    <a:pt x="1266321" y="1086577"/>
                  </a:lnTo>
                  <a:lnTo>
                    <a:pt x="1267190" y="1086298"/>
                  </a:lnTo>
                  <a:lnTo>
                    <a:pt x="1267538" y="1086186"/>
                  </a:lnTo>
                  <a:lnTo>
                    <a:pt x="1268581" y="1085852"/>
                  </a:lnTo>
                  <a:lnTo>
                    <a:pt x="1274842" y="1083845"/>
                  </a:lnTo>
                  <a:lnTo>
                    <a:pt x="1279189" y="1082451"/>
                  </a:lnTo>
                  <a:lnTo>
                    <a:pt x="1280754" y="1081949"/>
                  </a:lnTo>
                  <a:lnTo>
                    <a:pt x="1281971" y="1081559"/>
                  </a:lnTo>
                  <a:lnTo>
                    <a:pt x="1282319" y="1081448"/>
                  </a:lnTo>
                  <a:lnTo>
                    <a:pt x="1285276" y="1080500"/>
                  </a:lnTo>
                  <a:lnTo>
                    <a:pt x="1287884" y="1079663"/>
                  </a:lnTo>
                  <a:lnTo>
                    <a:pt x="1291710" y="1078436"/>
                  </a:lnTo>
                  <a:lnTo>
                    <a:pt x="1294492" y="1077543"/>
                  </a:lnTo>
                  <a:lnTo>
                    <a:pt x="1298666" y="1076205"/>
                  </a:lnTo>
                  <a:lnTo>
                    <a:pt x="1301622" y="1075256"/>
                  </a:lnTo>
                  <a:lnTo>
                    <a:pt x="1302317" y="1075033"/>
                  </a:lnTo>
                  <a:lnTo>
                    <a:pt x="1302665" y="1074921"/>
                  </a:lnTo>
                  <a:lnTo>
                    <a:pt x="1302839" y="1074866"/>
                  </a:lnTo>
                  <a:lnTo>
                    <a:pt x="1303013" y="1074810"/>
                  </a:lnTo>
                  <a:lnTo>
                    <a:pt x="1304230" y="1074419"/>
                  </a:lnTo>
                  <a:lnTo>
                    <a:pt x="1305969" y="1073861"/>
                  </a:lnTo>
                  <a:lnTo>
                    <a:pt x="1306143" y="1073805"/>
                  </a:lnTo>
                  <a:lnTo>
                    <a:pt x="1307882" y="1073247"/>
                  </a:lnTo>
                  <a:lnTo>
                    <a:pt x="1310317" y="1072466"/>
                  </a:lnTo>
                  <a:lnTo>
                    <a:pt x="1311534" y="1072075"/>
                  </a:lnTo>
                  <a:lnTo>
                    <a:pt x="1315360" y="1070847"/>
                  </a:lnTo>
                  <a:lnTo>
                    <a:pt x="1324229" y="1068000"/>
                  </a:lnTo>
                  <a:lnTo>
                    <a:pt x="1328228" y="1066716"/>
                  </a:lnTo>
                  <a:lnTo>
                    <a:pt x="1328576" y="1066605"/>
                  </a:lnTo>
                  <a:lnTo>
                    <a:pt x="1329445" y="1066325"/>
                  </a:lnTo>
                  <a:lnTo>
                    <a:pt x="1331184" y="1065767"/>
                  </a:lnTo>
                  <a:lnTo>
                    <a:pt x="1331880" y="1065544"/>
                  </a:lnTo>
                  <a:lnTo>
                    <a:pt x="1340227" y="1062863"/>
                  </a:lnTo>
                  <a:lnTo>
                    <a:pt x="1341271" y="1062528"/>
                  </a:lnTo>
                  <a:lnTo>
                    <a:pt x="1348748" y="1060125"/>
                  </a:lnTo>
                  <a:lnTo>
                    <a:pt x="1354835" y="1058170"/>
                  </a:lnTo>
                  <a:lnTo>
                    <a:pt x="1357095" y="1057443"/>
                  </a:lnTo>
                  <a:lnTo>
                    <a:pt x="1359008" y="1056829"/>
                  </a:lnTo>
                  <a:lnTo>
                    <a:pt x="1362660" y="1055655"/>
                  </a:lnTo>
                  <a:lnTo>
                    <a:pt x="1363182" y="1055487"/>
                  </a:lnTo>
                  <a:lnTo>
                    <a:pt x="1364051" y="1055208"/>
                  </a:lnTo>
                  <a:lnTo>
                    <a:pt x="1364573" y="1055040"/>
                  </a:lnTo>
                  <a:lnTo>
                    <a:pt x="1364747" y="1054984"/>
                  </a:lnTo>
                  <a:lnTo>
                    <a:pt x="1367007" y="1054257"/>
                  </a:lnTo>
                  <a:lnTo>
                    <a:pt x="1377093" y="1051015"/>
                  </a:lnTo>
                  <a:lnTo>
                    <a:pt x="1378137" y="1050679"/>
                  </a:lnTo>
                  <a:lnTo>
                    <a:pt x="1379528" y="1050232"/>
                  </a:lnTo>
                  <a:lnTo>
                    <a:pt x="1383354" y="1049001"/>
                  </a:lnTo>
                  <a:lnTo>
                    <a:pt x="1385093" y="1048442"/>
                  </a:lnTo>
                  <a:lnTo>
                    <a:pt x="1385614" y="1048274"/>
                  </a:lnTo>
                  <a:lnTo>
                    <a:pt x="1387006" y="1047827"/>
                  </a:lnTo>
                  <a:lnTo>
                    <a:pt x="1387701" y="1047603"/>
                  </a:lnTo>
                  <a:lnTo>
                    <a:pt x="1391179" y="1046484"/>
                  </a:lnTo>
                  <a:lnTo>
                    <a:pt x="1391527" y="1046372"/>
                  </a:lnTo>
                  <a:lnTo>
                    <a:pt x="1394831" y="1045309"/>
                  </a:lnTo>
                  <a:lnTo>
                    <a:pt x="1396918" y="1044638"/>
                  </a:lnTo>
                  <a:lnTo>
                    <a:pt x="1398483" y="1044134"/>
                  </a:lnTo>
                  <a:lnTo>
                    <a:pt x="1399526" y="1043799"/>
                  </a:lnTo>
                  <a:lnTo>
                    <a:pt x="1400743" y="1043407"/>
                  </a:lnTo>
                  <a:lnTo>
                    <a:pt x="1401787" y="1043071"/>
                  </a:lnTo>
                  <a:lnTo>
                    <a:pt x="1402309" y="1042903"/>
                  </a:lnTo>
                  <a:lnTo>
                    <a:pt x="1402482" y="1042847"/>
                  </a:lnTo>
                  <a:lnTo>
                    <a:pt x="1403874" y="1042400"/>
                  </a:lnTo>
                  <a:lnTo>
                    <a:pt x="1405786" y="1041784"/>
                  </a:lnTo>
                  <a:lnTo>
                    <a:pt x="1408047" y="1041057"/>
                  </a:lnTo>
                  <a:lnTo>
                    <a:pt x="1409612" y="1040553"/>
                  </a:lnTo>
                  <a:lnTo>
                    <a:pt x="1413438" y="1039321"/>
                  </a:lnTo>
                  <a:lnTo>
                    <a:pt x="1414655" y="1038929"/>
                  </a:lnTo>
                  <a:lnTo>
                    <a:pt x="1415177" y="1038762"/>
                  </a:lnTo>
                  <a:lnTo>
                    <a:pt x="1416742" y="1038258"/>
                  </a:lnTo>
                  <a:lnTo>
                    <a:pt x="1422481" y="1036410"/>
                  </a:lnTo>
                  <a:lnTo>
                    <a:pt x="1428219" y="1034562"/>
                  </a:lnTo>
                  <a:lnTo>
                    <a:pt x="1431871" y="1033386"/>
                  </a:lnTo>
                  <a:lnTo>
                    <a:pt x="1432045" y="1033330"/>
                  </a:lnTo>
                  <a:lnTo>
                    <a:pt x="1433958" y="1032714"/>
                  </a:lnTo>
                  <a:lnTo>
                    <a:pt x="1434132" y="1032658"/>
                  </a:lnTo>
                  <a:lnTo>
                    <a:pt x="1435697" y="1032154"/>
                  </a:lnTo>
                  <a:lnTo>
                    <a:pt x="1439175" y="1031033"/>
                  </a:lnTo>
                  <a:lnTo>
                    <a:pt x="1440218" y="1030697"/>
                  </a:lnTo>
                  <a:lnTo>
                    <a:pt x="1441088" y="1030417"/>
                  </a:lnTo>
                  <a:lnTo>
                    <a:pt x="1441435" y="1030305"/>
                  </a:lnTo>
                  <a:lnTo>
                    <a:pt x="1442479" y="1029969"/>
                  </a:lnTo>
                  <a:lnTo>
                    <a:pt x="1448739" y="1027952"/>
                  </a:lnTo>
                  <a:lnTo>
                    <a:pt x="1453087" y="1026551"/>
                  </a:lnTo>
                  <a:lnTo>
                    <a:pt x="1455869" y="1025654"/>
                  </a:lnTo>
                  <a:lnTo>
                    <a:pt x="1456217" y="1025542"/>
                  </a:lnTo>
                  <a:lnTo>
                    <a:pt x="1459173" y="1024589"/>
                  </a:lnTo>
                  <a:lnTo>
                    <a:pt x="1461781" y="1023748"/>
                  </a:lnTo>
                  <a:lnTo>
                    <a:pt x="1465607" y="1022515"/>
                  </a:lnTo>
                  <a:lnTo>
                    <a:pt x="1468390" y="1021617"/>
                  </a:lnTo>
                  <a:lnTo>
                    <a:pt x="1472563" y="1020272"/>
                  </a:lnTo>
                  <a:lnTo>
                    <a:pt x="1475519" y="1019318"/>
                  </a:lnTo>
                  <a:lnTo>
                    <a:pt x="1476215" y="1019094"/>
                  </a:lnTo>
                  <a:lnTo>
                    <a:pt x="1476563" y="1018982"/>
                  </a:lnTo>
                  <a:lnTo>
                    <a:pt x="1476737" y="1018926"/>
                  </a:lnTo>
                  <a:lnTo>
                    <a:pt x="1476911" y="1018870"/>
                  </a:lnTo>
                  <a:lnTo>
                    <a:pt x="1478128" y="1018477"/>
                  </a:lnTo>
                  <a:lnTo>
                    <a:pt x="1479867" y="1017916"/>
                  </a:lnTo>
                  <a:lnTo>
                    <a:pt x="1480041" y="1017860"/>
                  </a:lnTo>
                  <a:lnTo>
                    <a:pt x="1481780" y="1017299"/>
                  </a:lnTo>
                  <a:lnTo>
                    <a:pt x="1484214" y="1016514"/>
                  </a:lnTo>
                  <a:lnTo>
                    <a:pt x="1485431" y="1016121"/>
                  </a:lnTo>
                  <a:lnTo>
                    <a:pt x="1489257" y="1014887"/>
                  </a:lnTo>
                  <a:lnTo>
                    <a:pt x="1498126" y="1012025"/>
                  </a:lnTo>
                  <a:lnTo>
                    <a:pt x="1502126" y="1010734"/>
                  </a:lnTo>
                  <a:lnTo>
                    <a:pt x="1502473" y="1010622"/>
                  </a:lnTo>
                  <a:lnTo>
                    <a:pt x="1503343" y="1010341"/>
                  </a:lnTo>
                  <a:lnTo>
                    <a:pt x="1505082" y="1009780"/>
                  </a:lnTo>
                  <a:lnTo>
                    <a:pt x="1505777" y="1009555"/>
                  </a:lnTo>
                  <a:lnTo>
                    <a:pt x="1514125" y="1006860"/>
                  </a:lnTo>
                  <a:lnTo>
                    <a:pt x="1515168" y="1006523"/>
                  </a:lnTo>
                  <a:lnTo>
                    <a:pt x="1521428" y="1004502"/>
                  </a:lnTo>
                  <a:lnTo>
                    <a:pt x="1522646" y="1004109"/>
                  </a:lnTo>
                  <a:lnTo>
                    <a:pt x="1528732" y="1002143"/>
                  </a:lnTo>
                  <a:lnTo>
                    <a:pt x="1530993" y="1001412"/>
                  </a:lnTo>
                  <a:lnTo>
                    <a:pt x="1532905" y="1000794"/>
                  </a:lnTo>
                  <a:lnTo>
                    <a:pt x="1536557" y="999615"/>
                  </a:lnTo>
                  <a:lnTo>
                    <a:pt x="1537079" y="999446"/>
                  </a:lnTo>
                  <a:lnTo>
                    <a:pt x="1537949" y="999165"/>
                  </a:lnTo>
                  <a:lnTo>
                    <a:pt x="1538470" y="998996"/>
                  </a:lnTo>
                  <a:lnTo>
                    <a:pt x="1538644" y="998940"/>
                  </a:lnTo>
                  <a:lnTo>
                    <a:pt x="1540905" y="998210"/>
                  </a:lnTo>
                  <a:lnTo>
                    <a:pt x="1550991" y="994950"/>
                  </a:lnTo>
                  <a:lnTo>
                    <a:pt x="1552034" y="994613"/>
                  </a:lnTo>
                  <a:lnTo>
                    <a:pt x="1553425" y="994163"/>
                  </a:lnTo>
                  <a:lnTo>
                    <a:pt x="1557251" y="992926"/>
                  </a:lnTo>
                  <a:lnTo>
                    <a:pt x="1558990" y="992364"/>
                  </a:lnTo>
                  <a:lnTo>
                    <a:pt x="1559512" y="992195"/>
                  </a:lnTo>
                  <a:lnTo>
                    <a:pt x="1560903" y="991745"/>
                  </a:lnTo>
                  <a:lnTo>
                    <a:pt x="1561599" y="991520"/>
                  </a:lnTo>
                  <a:lnTo>
                    <a:pt x="1565077" y="990396"/>
                  </a:lnTo>
                  <a:lnTo>
                    <a:pt x="1565424" y="990283"/>
                  </a:lnTo>
                  <a:lnTo>
                    <a:pt x="1568728" y="989215"/>
                  </a:lnTo>
                  <a:lnTo>
                    <a:pt x="1570815" y="988540"/>
                  </a:lnTo>
                  <a:lnTo>
                    <a:pt x="1572380" y="988033"/>
                  </a:lnTo>
                  <a:lnTo>
                    <a:pt x="1573424" y="987696"/>
                  </a:lnTo>
                  <a:lnTo>
                    <a:pt x="1574641" y="987302"/>
                  </a:lnTo>
                  <a:lnTo>
                    <a:pt x="1575684" y="986965"/>
                  </a:lnTo>
                  <a:lnTo>
                    <a:pt x="1576206" y="986796"/>
                  </a:lnTo>
                  <a:lnTo>
                    <a:pt x="1576380" y="986740"/>
                  </a:lnTo>
                  <a:lnTo>
                    <a:pt x="1577771" y="986290"/>
                  </a:lnTo>
                  <a:lnTo>
                    <a:pt x="1579684" y="985671"/>
                  </a:lnTo>
                  <a:lnTo>
                    <a:pt x="1581945" y="984939"/>
                  </a:lnTo>
                  <a:lnTo>
                    <a:pt x="1583510" y="984433"/>
                  </a:lnTo>
                  <a:lnTo>
                    <a:pt x="1587335" y="983195"/>
                  </a:lnTo>
                  <a:lnTo>
                    <a:pt x="1588553" y="982801"/>
                  </a:lnTo>
                  <a:lnTo>
                    <a:pt x="1589074" y="982632"/>
                  </a:lnTo>
                  <a:lnTo>
                    <a:pt x="1590639" y="982126"/>
                  </a:lnTo>
                  <a:lnTo>
                    <a:pt x="1596378" y="980268"/>
                  </a:lnTo>
                  <a:lnTo>
                    <a:pt x="1602117" y="978410"/>
                  </a:lnTo>
                  <a:lnTo>
                    <a:pt x="1605769" y="977228"/>
                  </a:lnTo>
                  <a:lnTo>
                    <a:pt x="1605942" y="977172"/>
                  </a:lnTo>
                  <a:lnTo>
                    <a:pt x="1608029" y="976496"/>
                  </a:lnTo>
                  <a:lnTo>
                    <a:pt x="1609594" y="975989"/>
                  </a:lnTo>
                  <a:lnTo>
                    <a:pt x="1613072" y="974863"/>
                  </a:lnTo>
                  <a:lnTo>
                    <a:pt x="1614116" y="974525"/>
                  </a:lnTo>
                  <a:lnTo>
                    <a:pt x="1614985" y="974243"/>
                  </a:lnTo>
                  <a:lnTo>
                    <a:pt x="1615333" y="974131"/>
                  </a:lnTo>
                  <a:lnTo>
                    <a:pt x="1616376" y="973793"/>
                  </a:lnTo>
                  <a:lnTo>
                    <a:pt x="1622637" y="971765"/>
                  </a:lnTo>
                  <a:lnTo>
                    <a:pt x="1626984" y="970356"/>
                  </a:lnTo>
                  <a:lnTo>
                    <a:pt x="1628549" y="969849"/>
                  </a:lnTo>
                  <a:lnTo>
                    <a:pt x="1629766" y="969455"/>
                  </a:lnTo>
                  <a:lnTo>
                    <a:pt x="1630114" y="969342"/>
                  </a:lnTo>
                  <a:lnTo>
                    <a:pt x="1633070" y="968384"/>
                  </a:lnTo>
                  <a:lnTo>
                    <a:pt x="1635679" y="967538"/>
                  </a:lnTo>
                  <a:lnTo>
                    <a:pt x="1639505" y="966299"/>
                  </a:lnTo>
                  <a:lnTo>
                    <a:pt x="1642287" y="965397"/>
                  </a:lnTo>
                  <a:lnTo>
                    <a:pt x="1646461" y="964044"/>
                  </a:lnTo>
                  <a:lnTo>
                    <a:pt x="1649417" y="963085"/>
                  </a:lnTo>
                  <a:lnTo>
                    <a:pt x="1650112" y="962860"/>
                  </a:lnTo>
                  <a:lnTo>
                    <a:pt x="1650460" y="962747"/>
                  </a:lnTo>
                  <a:lnTo>
                    <a:pt x="1650634" y="962690"/>
                  </a:lnTo>
                  <a:lnTo>
                    <a:pt x="1650808" y="962634"/>
                  </a:lnTo>
                  <a:lnTo>
                    <a:pt x="1652025" y="962239"/>
                  </a:lnTo>
                  <a:lnTo>
                    <a:pt x="1653764" y="961675"/>
                  </a:lnTo>
                  <a:lnTo>
                    <a:pt x="1653938" y="961619"/>
                  </a:lnTo>
                  <a:lnTo>
                    <a:pt x="1655677" y="961055"/>
                  </a:lnTo>
                  <a:lnTo>
                    <a:pt x="1658112" y="960266"/>
                  </a:lnTo>
                  <a:lnTo>
                    <a:pt x="1659329" y="959871"/>
                  </a:lnTo>
                  <a:lnTo>
                    <a:pt x="1663155" y="958630"/>
                  </a:lnTo>
                  <a:lnTo>
                    <a:pt x="1672023" y="955753"/>
                  </a:lnTo>
                  <a:lnTo>
                    <a:pt x="1676023" y="954455"/>
                  </a:lnTo>
                  <a:lnTo>
                    <a:pt x="1676371" y="954342"/>
                  </a:lnTo>
                  <a:lnTo>
                    <a:pt x="1677240" y="954060"/>
                  </a:lnTo>
                  <a:lnTo>
                    <a:pt x="1678979" y="953495"/>
                  </a:lnTo>
                  <a:lnTo>
                    <a:pt x="1679675" y="953270"/>
                  </a:lnTo>
                  <a:lnTo>
                    <a:pt x="1688022" y="950560"/>
                  </a:lnTo>
                  <a:lnTo>
                    <a:pt x="1689065" y="950222"/>
                  </a:lnTo>
                  <a:lnTo>
                    <a:pt x="1695326" y="948189"/>
                  </a:lnTo>
                  <a:lnTo>
                    <a:pt x="1696543" y="947794"/>
                  </a:lnTo>
                  <a:lnTo>
                    <a:pt x="1702629" y="945817"/>
                  </a:lnTo>
                  <a:lnTo>
                    <a:pt x="1704890" y="945083"/>
                  </a:lnTo>
                  <a:lnTo>
                    <a:pt x="1706803" y="944462"/>
                  </a:lnTo>
                  <a:lnTo>
                    <a:pt x="1710455" y="943275"/>
                  </a:lnTo>
                  <a:lnTo>
                    <a:pt x="1710976" y="943106"/>
                  </a:lnTo>
                  <a:lnTo>
                    <a:pt x="1711846" y="942824"/>
                  </a:lnTo>
                  <a:lnTo>
                    <a:pt x="1712368" y="942654"/>
                  </a:lnTo>
                  <a:lnTo>
                    <a:pt x="1712542" y="942598"/>
                  </a:lnTo>
                  <a:lnTo>
                    <a:pt x="1714802" y="941863"/>
                  </a:lnTo>
                  <a:lnTo>
                    <a:pt x="1724888" y="938586"/>
                  </a:lnTo>
                  <a:lnTo>
                    <a:pt x="1725932" y="938247"/>
                  </a:lnTo>
                  <a:lnTo>
                    <a:pt x="1727323" y="937794"/>
                  </a:lnTo>
                  <a:lnTo>
                    <a:pt x="1731149" y="936551"/>
                  </a:lnTo>
                  <a:lnTo>
                    <a:pt x="1732888" y="935986"/>
                  </a:lnTo>
                  <a:lnTo>
                    <a:pt x="1733409" y="935816"/>
                  </a:lnTo>
                  <a:lnTo>
                    <a:pt x="1734800" y="935364"/>
                  </a:lnTo>
                  <a:lnTo>
                    <a:pt x="1735496" y="935138"/>
                  </a:lnTo>
                  <a:lnTo>
                    <a:pt x="1738974" y="934007"/>
                  </a:lnTo>
                  <a:lnTo>
                    <a:pt x="1739322" y="933894"/>
                  </a:lnTo>
                  <a:lnTo>
                    <a:pt x="1742626" y="932819"/>
                  </a:lnTo>
                  <a:lnTo>
                    <a:pt x="1744713" y="932141"/>
                  </a:lnTo>
                  <a:lnTo>
                    <a:pt x="1746278" y="931632"/>
                  </a:lnTo>
                  <a:lnTo>
                    <a:pt x="1747321" y="931292"/>
                  </a:lnTo>
                  <a:lnTo>
                    <a:pt x="1748538" y="930897"/>
                  </a:lnTo>
                  <a:lnTo>
                    <a:pt x="1749582" y="930557"/>
                  </a:lnTo>
                  <a:lnTo>
                    <a:pt x="1750103" y="930387"/>
                  </a:lnTo>
                  <a:lnTo>
                    <a:pt x="1750277" y="930331"/>
                  </a:lnTo>
                  <a:lnTo>
                    <a:pt x="1751668" y="929878"/>
                  </a:lnTo>
                  <a:lnTo>
                    <a:pt x="1753581" y="929256"/>
                  </a:lnTo>
                  <a:lnTo>
                    <a:pt x="1755842" y="928521"/>
                  </a:lnTo>
                  <a:lnTo>
                    <a:pt x="1757407" y="928012"/>
                  </a:lnTo>
                  <a:lnTo>
                    <a:pt x="1761233" y="926767"/>
                  </a:lnTo>
                  <a:lnTo>
                    <a:pt x="1762450" y="926371"/>
                  </a:lnTo>
                  <a:lnTo>
                    <a:pt x="1762972" y="926201"/>
                  </a:lnTo>
                  <a:lnTo>
                    <a:pt x="1770276" y="923824"/>
                  </a:lnTo>
                  <a:lnTo>
                    <a:pt x="1776014" y="921956"/>
                  </a:lnTo>
                  <a:lnTo>
                    <a:pt x="1779666" y="920768"/>
                  </a:lnTo>
                  <a:lnTo>
                    <a:pt x="1779840" y="920711"/>
                  </a:lnTo>
                  <a:lnTo>
                    <a:pt x="1781753" y="920088"/>
                  </a:lnTo>
                  <a:lnTo>
                    <a:pt x="1781927" y="920032"/>
                  </a:lnTo>
                  <a:lnTo>
                    <a:pt x="1783492" y="919522"/>
                  </a:lnTo>
                  <a:lnTo>
                    <a:pt x="1786970" y="918390"/>
                  </a:lnTo>
                  <a:lnTo>
                    <a:pt x="1788013" y="918050"/>
                  </a:lnTo>
                  <a:lnTo>
                    <a:pt x="1788883" y="917767"/>
                  </a:lnTo>
                  <a:lnTo>
                    <a:pt x="1789230" y="917653"/>
                  </a:lnTo>
                  <a:lnTo>
                    <a:pt x="1790274" y="917314"/>
                  </a:lnTo>
                  <a:lnTo>
                    <a:pt x="1796534" y="915275"/>
                  </a:lnTo>
                  <a:lnTo>
                    <a:pt x="1800881" y="913858"/>
                  </a:lnTo>
                  <a:lnTo>
                    <a:pt x="1802447" y="913349"/>
                  </a:lnTo>
                  <a:lnTo>
                    <a:pt x="1803664" y="912952"/>
                  </a:lnTo>
                  <a:lnTo>
                    <a:pt x="1804012" y="912839"/>
                  </a:lnTo>
                  <a:lnTo>
                    <a:pt x="1806968" y="911875"/>
                  </a:lnTo>
                  <a:lnTo>
                    <a:pt x="1809576" y="911025"/>
                  </a:lnTo>
                  <a:lnTo>
                    <a:pt x="1813402" y="909779"/>
                  </a:lnTo>
                  <a:lnTo>
                    <a:pt x="1816184" y="908872"/>
                  </a:lnTo>
                  <a:lnTo>
                    <a:pt x="1820358" y="907512"/>
                  </a:lnTo>
                  <a:lnTo>
                    <a:pt x="1823314" y="906548"/>
                  </a:lnTo>
                  <a:lnTo>
                    <a:pt x="1824010" y="906321"/>
                  </a:lnTo>
                  <a:lnTo>
                    <a:pt x="1824358" y="906208"/>
                  </a:lnTo>
                  <a:lnTo>
                    <a:pt x="1824532" y="906151"/>
                  </a:lnTo>
                  <a:lnTo>
                    <a:pt x="1824705" y="906094"/>
                  </a:lnTo>
                  <a:lnTo>
                    <a:pt x="1825923" y="905697"/>
                  </a:lnTo>
                  <a:lnTo>
                    <a:pt x="1827662" y="905130"/>
                  </a:lnTo>
                  <a:lnTo>
                    <a:pt x="1827836" y="905074"/>
                  </a:lnTo>
                  <a:lnTo>
                    <a:pt x="1829575" y="904507"/>
                  </a:lnTo>
                  <a:lnTo>
                    <a:pt x="1832009" y="903713"/>
                  </a:lnTo>
                  <a:lnTo>
                    <a:pt x="1833226" y="903316"/>
                  </a:lnTo>
                  <a:lnTo>
                    <a:pt x="1837052" y="902068"/>
                  </a:lnTo>
                  <a:lnTo>
                    <a:pt x="1845921" y="899175"/>
                  </a:lnTo>
                  <a:lnTo>
                    <a:pt x="1849921" y="897871"/>
                  </a:lnTo>
                  <a:lnTo>
                    <a:pt x="1850268" y="897757"/>
                  </a:lnTo>
                  <a:lnTo>
                    <a:pt x="1851138" y="897473"/>
                  </a:lnTo>
                  <a:lnTo>
                    <a:pt x="1852877" y="896906"/>
                  </a:lnTo>
                  <a:lnTo>
                    <a:pt x="1853572" y="896679"/>
                  </a:lnTo>
                  <a:lnTo>
                    <a:pt x="1861919" y="893955"/>
                  </a:lnTo>
                  <a:lnTo>
                    <a:pt x="1862963" y="893614"/>
                  </a:lnTo>
                  <a:lnTo>
                    <a:pt x="1869223" y="891571"/>
                  </a:lnTo>
                  <a:lnTo>
                    <a:pt x="1870440" y="891173"/>
                  </a:lnTo>
                  <a:lnTo>
                    <a:pt x="1876527" y="889186"/>
                  </a:lnTo>
                  <a:lnTo>
                    <a:pt x="1878788" y="888448"/>
                  </a:lnTo>
                  <a:lnTo>
                    <a:pt x="1880700" y="887823"/>
                  </a:lnTo>
                  <a:lnTo>
                    <a:pt x="1884352" y="886630"/>
                  </a:lnTo>
                  <a:lnTo>
                    <a:pt x="1884874" y="886460"/>
                  </a:lnTo>
                  <a:lnTo>
                    <a:pt x="1885743" y="886176"/>
                  </a:lnTo>
                  <a:lnTo>
                    <a:pt x="1886265" y="886006"/>
                  </a:lnTo>
                  <a:lnTo>
                    <a:pt x="1886439" y="885949"/>
                  </a:lnTo>
                  <a:lnTo>
                    <a:pt x="1888700" y="885210"/>
                  </a:lnTo>
                  <a:lnTo>
                    <a:pt x="1898786" y="881915"/>
                  </a:lnTo>
                  <a:lnTo>
                    <a:pt x="1899829" y="881574"/>
                  </a:lnTo>
                  <a:lnTo>
                    <a:pt x="1901220" y="881119"/>
                  </a:lnTo>
                  <a:lnTo>
                    <a:pt x="1905046" y="879869"/>
                  </a:lnTo>
                  <a:lnTo>
                    <a:pt x="1906785" y="879301"/>
                  </a:lnTo>
                  <a:lnTo>
                    <a:pt x="1907307" y="879130"/>
                  </a:lnTo>
                  <a:lnTo>
                    <a:pt x="1908698" y="878675"/>
                  </a:lnTo>
                  <a:lnTo>
                    <a:pt x="1909393" y="878448"/>
                  </a:lnTo>
                  <a:lnTo>
                    <a:pt x="1912871" y="877311"/>
                  </a:lnTo>
                  <a:lnTo>
                    <a:pt x="1913219" y="877197"/>
                  </a:lnTo>
                  <a:lnTo>
                    <a:pt x="1916523" y="876117"/>
                  </a:lnTo>
                  <a:lnTo>
                    <a:pt x="1918610" y="875435"/>
                  </a:lnTo>
                  <a:lnTo>
                    <a:pt x="1920175" y="874923"/>
                  </a:lnTo>
                  <a:lnTo>
                    <a:pt x="1921218" y="874582"/>
                  </a:lnTo>
                  <a:lnTo>
                    <a:pt x="1922436" y="874184"/>
                  </a:lnTo>
                  <a:lnTo>
                    <a:pt x="1923479" y="873843"/>
                  </a:lnTo>
                  <a:lnTo>
                    <a:pt x="1924001" y="873672"/>
                  </a:lnTo>
                  <a:lnTo>
                    <a:pt x="1924175" y="873615"/>
                  </a:lnTo>
                  <a:lnTo>
                    <a:pt x="1925566" y="873160"/>
                  </a:lnTo>
                  <a:lnTo>
                    <a:pt x="1927479" y="872535"/>
                  </a:lnTo>
                  <a:lnTo>
                    <a:pt x="1929739" y="871795"/>
                  </a:lnTo>
                  <a:lnTo>
                    <a:pt x="1931305" y="871283"/>
                  </a:lnTo>
                  <a:lnTo>
                    <a:pt x="1935130" y="870032"/>
                  </a:lnTo>
                  <a:lnTo>
                    <a:pt x="1936348" y="869634"/>
                  </a:lnTo>
                  <a:lnTo>
                    <a:pt x="1936869" y="869463"/>
                  </a:lnTo>
                  <a:lnTo>
                    <a:pt x="1938434" y="868951"/>
                  </a:lnTo>
                  <a:lnTo>
                    <a:pt x="1944173" y="867073"/>
                  </a:lnTo>
                  <a:lnTo>
                    <a:pt x="1949912" y="865195"/>
                  </a:lnTo>
                  <a:lnTo>
                    <a:pt x="1953563" y="864000"/>
                  </a:lnTo>
                  <a:lnTo>
                    <a:pt x="1953737" y="863943"/>
                  </a:lnTo>
                  <a:lnTo>
                    <a:pt x="1955650" y="863317"/>
                  </a:lnTo>
                  <a:lnTo>
                    <a:pt x="1955824" y="863260"/>
                  </a:lnTo>
                  <a:lnTo>
                    <a:pt x="1957389" y="862748"/>
                  </a:lnTo>
                  <a:lnTo>
                    <a:pt x="1960867" y="861609"/>
                  </a:lnTo>
                  <a:lnTo>
                    <a:pt x="1961910" y="861267"/>
                  </a:lnTo>
                  <a:lnTo>
                    <a:pt x="1962780" y="860983"/>
                  </a:lnTo>
                  <a:lnTo>
                    <a:pt x="1963128" y="860869"/>
                  </a:lnTo>
                  <a:lnTo>
                    <a:pt x="1964171" y="860527"/>
                  </a:lnTo>
                  <a:lnTo>
                    <a:pt x="1970431" y="858477"/>
                  </a:lnTo>
                  <a:lnTo>
                    <a:pt x="1974779" y="857053"/>
                  </a:lnTo>
                  <a:lnTo>
                    <a:pt x="1977561" y="856142"/>
                  </a:lnTo>
                  <a:lnTo>
                    <a:pt x="1977909" y="856028"/>
                  </a:lnTo>
                  <a:lnTo>
                    <a:pt x="1980865" y="855059"/>
                  </a:lnTo>
                  <a:lnTo>
                    <a:pt x="1983474" y="854205"/>
                  </a:lnTo>
                  <a:lnTo>
                    <a:pt x="1987300" y="852951"/>
                  </a:lnTo>
                  <a:lnTo>
                    <a:pt x="1990082" y="852040"/>
                  </a:lnTo>
                  <a:lnTo>
                    <a:pt x="1994255" y="850672"/>
                  </a:lnTo>
                  <a:lnTo>
                    <a:pt x="1997212" y="849703"/>
                  </a:lnTo>
                  <a:lnTo>
                    <a:pt x="1997907" y="849475"/>
                  </a:lnTo>
                  <a:lnTo>
                    <a:pt x="1998255" y="849361"/>
                  </a:lnTo>
                  <a:lnTo>
                    <a:pt x="1998429" y="849304"/>
                  </a:lnTo>
                  <a:lnTo>
                    <a:pt x="1998603" y="849247"/>
                  </a:lnTo>
                  <a:lnTo>
                    <a:pt x="1999820" y="848848"/>
                  </a:lnTo>
                  <a:lnTo>
                    <a:pt x="2001559" y="848278"/>
                  </a:lnTo>
                  <a:lnTo>
                    <a:pt x="2001733" y="848221"/>
                  </a:lnTo>
                  <a:lnTo>
                    <a:pt x="2003472" y="847651"/>
                  </a:lnTo>
                  <a:lnTo>
                    <a:pt x="2005907" y="846853"/>
                  </a:lnTo>
                  <a:lnTo>
                    <a:pt x="2007124" y="846453"/>
                  </a:lnTo>
                  <a:lnTo>
                    <a:pt x="2010950" y="845199"/>
                  </a:lnTo>
                  <a:lnTo>
                    <a:pt x="2019818" y="842290"/>
                  </a:lnTo>
                  <a:lnTo>
                    <a:pt x="2023818" y="840979"/>
                  </a:lnTo>
                  <a:lnTo>
                    <a:pt x="2026774" y="840009"/>
                  </a:lnTo>
                  <a:lnTo>
                    <a:pt x="2027470" y="839780"/>
                  </a:lnTo>
                  <a:lnTo>
                    <a:pt x="2035817" y="837042"/>
                  </a:lnTo>
                  <a:lnTo>
                    <a:pt x="2036860" y="836699"/>
                  </a:lnTo>
                  <a:lnTo>
                    <a:pt x="2043121" y="834645"/>
                  </a:lnTo>
                  <a:lnTo>
                    <a:pt x="2044338" y="834245"/>
                  </a:lnTo>
                  <a:lnTo>
                    <a:pt x="2050424" y="832247"/>
                  </a:lnTo>
                  <a:lnTo>
                    <a:pt x="2052685" y="831505"/>
                  </a:lnTo>
                  <a:lnTo>
                    <a:pt x="2054598" y="830877"/>
                  </a:lnTo>
                  <a:lnTo>
                    <a:pt x="2058250" y="829678"/>
                  </a:lnTo>
                  <a:lnTo>
                    <a:pt x="2058771" y="829506"/>
                  </a:lnTo>
                  <a:lnTo>
                    <a:pt x="2059641" y="829221"/>
                  </a:lnTo>
                  <a:lnTo>
                    <a:pt x="2060163" y="829049"/>
                  </a:lnTo>
                  <a:lnTo>
                    <a:pt x="2060336" y="828992"/>
                  </a:lnTo>
                  <a:lnTo>
                    <a:pt x="2062597" y="828250"/>
                  </a:lnTo>
                  <a:lnTo>
                    <a:pt x="2072683" y="824937"/>
                  </a:lnTo>
                  <a:lnTo>
                    <a:pt x="2073727" y="824594"/>
                  </a:lnTo>
                  <a:lnTo>
                    <a:pt x="2075118" y="824137"/>
                  </a:lnTo>
                  <a:lnTo>
                    <a:pt x="2078943" y="822880"/>
                  </a:lnTo>
                  <a:lnTo>
                    <a:pt x="2080682" y="822308"/>
                  </a:lnTo>
                  <a:lnTo>
                    <a:pt x="2081204" y="822137"/>
                  </a:lnTo>
                  <a:lnTo>
                    <a:pt x="2082595" y="821680"/>
                  </a:lnTo>
                  <a:lnTo>
                    <a:pt x="2083291" y="821451"/>
                  </a:lnTo>
                  <a:lnTo>
                    <a:pt x="2086769" y="820308"/>
                  </a:lnTo>
                  <a:lnTo>
                    <a:pt x="2087117" y="820194"/>
                  </a:lnTo>
                  <a:lnTo>
                    <a:pt x="2090421" y="819108"/>
                  </a:lnTo>
                  <a:lnTo>
                    <a:pt x="2092507" y="818422"/>
                  </a:lnTo>
                  <a:lnTo>
                    <a:pt x="2094073" y="817907"/>
                  </a:lnTo>
                  <a:lnTo>
                    <a:pt x="2095116" y="817564"/>
                  </a:lnTo>
                  <a:lnTo>
                    <a:pt x="2096333" y="817164"/>
                  </a:lnTo>
                  <a:lnTo>
                    <a:pt x="2097377" y="816821"/>
                  </a:lnTo>
                  <a:lnTo>
                    <a:pt x="2097898" y="816650"/>
                  </a:lnTo>
                  <a:lnTo>
                    <a:pt x="2098072" y="816592"/>
                  </a:lnTo>
                  <a:lnTo>
                    <a:pt x="2099463" y="816135"/>
                  </a:lnTo>
                  <a:lnTo>
                    <a:pt x="2101376" y="815506"/>
                  </a:lnTo>
                  <a:lnTo>
                    <a:pt x="2103637" y="814763"/>
                  </a:lnTo>
                  <a:lnTo>
                    <a:pt x="2105202" y="814248"/>
                  </a:lnTo>
                  <a:lnTo>
                    <a:pt x="2109028" y="812990"/>
                  </a:lnTo>
                  <a:lnTo>
                    <a:pt x="2110245" y="812589"/>
                  </a:lnTo>
                  <a:lnTo>
                    <a:pt x="2110767" y="812418"/>
                  </a:lnTo>
                  <a:lnTo>
                    <a:pt x="2112332" y="811903"/>
                  </a:lnTo>
                  <a:lnTo>
                    <a:pt x="2118070" y="810015"/>
                  </a:lnTo>
                  <a:lnTo>
                    <a:pt x="2123809" y="808127"/>
                  </a:lnTo>
                  <a:lnTo>
                    <a:pt x="2127461" y="806925"/>
                  </a:lnTo>
                  <a:lnTo>
                    <a:pt x="2127635" y="806868"/>
                  </a:lnTo>
                  <a:lnTo>
                    <a:pt x="2129548" y="806239"/>
                  </a:lnTo>
                  <a:lnTo>
                    <a:pt x="2129722" y="806181"/>
                  </a:lnTo>
                  <a:lnTo>
                    <a:pt x="2131287" y="805666"/>
                  </a:lnTo>
                  <a:lnTo>
                    <a:pt x="2134765" y="804522"/>
                  </a:lnTo>
                  <a:lnTo>
                    <a:pt x="2135808" y="804178"/>
                  </a:lnTo>
                  <a:lnTo>
                    <a:pt x="2136677" y="803892"/>
                  </a:lnTo>
                  <a:lnTo>
                    <a:pt x="2137025" y="803778"/>
                  </a:lnTo>
                  <a:lnTo>
                    <a:pt x="2138069" y="803434"/>
                  </a:lnTo>
                  <a:lnTo>
                    <a:pt x="2144329" y="801373"/>
                  </a:lnTo>
                  <a:lnTo>
                    <a:pt x="2148676" y="799942"/>
                  </a:lnTo>
                  <a:lnTo>
                    <a:pt x="2150241" y="799426"/>
                  </a:lnTo>
                  <a:lnTo>
                    <a:pt x="2151459" y="799025"/>
                  </a:lnTo>
                  <a:lnTo>
                    <a:pt x="2151807" y="798911"/>
                  </a:lnTo>
                  <a:lnTo>
                    <a:pt x="2154763" y="797937"/>
                  </a:lnTo>
                  <a:lnTo>
                    <a:pt x="2157371" y="797078"/>
                  </a:lnTo>
                  <a:lnTo>
                    <a:pt x="2161197" y="795818"/>
                  </a:lnTo>
                  <a:lnTo>
                    <a:pt x="2163979" y="794901"/>
                  </a:lnTo>
                  <a:lnTo>
                    <a:pt x="2168153" y="793526"/>
                  </a:lnTo>
                  <a:lnTo>
                    <a:pt x="2171109" y="792552"/>
                  </a:lnTo>
                  <a:lnTo>
                    <a:pt x="2171805" y="792323"/>
                  </a:lnTo>
                  <a:lnTo>
                    <a:pt x="2172153" y="792208"/>
                  </a:lnTo>
                  <a:lnTo>
                    <a:pt x="2172326" y="792151"/>
                  </a:lnTo>
                  <a:lnTo>
                    <a:pt x="2172500" y="792094"/>
                  </a:lnTo>
                  <a:lnTo>
                    <a:pt x="2173718" y="791693"/>
                  </a:lnTo>
                  <a:lnTo>
                    <a:pt x="2175457" y="791120"/>
                  </a:lnTo>
                  <a:lnTo>
                    <a:pt x="2175630" y="791062"/>
                  </a:lnTo>
                  <a:lnTo>
                    <a:pt x="2177369" y="790489"/>
                  </a:lnTo>
                  <a:lnTo>
                    <a:pt x="2179804" y="789687"/>
                  </a:lnTo>
                  <a:lnTo>
                    <a:pt x="2181021" y="789285"/>
                  </a:lnTo>
                  <a:lnTo>
                    <a:pt x="2184847" y="788024"/>
                  </a:lnTo>
                  <a:lnTo>
                    <a:pt x="2193716" y="785100"/>
                  </a:lnTo>
                  <a:lnTo>
                    <a:pt x="2197715" y="783781"/>
                  </a:lnTo>
                  <a:lnTo>
                    <a:pt x="2198063" y="783667"/>
                  </a:lnTo>
                  <a:lnTo>
                    <a:pt x="2198933" y="783380"/>
                  </a:lnTo>
                  <a:lnTo>
                    <a:pt x="2200672" y="782807"/>
                  </a:lnTo>
                  <a:lnTo>
                    <a:pt x="2201367" y="782577"/>
                  </a:lnTo>
                  <a:lnTo>
                    <a:pt x="2209714" y="779824"/>
                  </a:lnTo>
                  <a:lnTo>
                    <a:pt x="2210758" y="779480"/>
                  </a:lnTo>
                  <a:lnTo>
                    <a:pt x="2217018" y="777414"/>
                  </a:lnTo>
                  <a:lnTo>
                    <a:pt x="2224322" y="775004"/>
                  </a:lnTo>
                  <a:lnTo>
                    <a:pt x="2226582" y="774258"/>
                  </a:lnTo>
                  <a:lnTo>
                    <a:pt x="2228495" y="773626"/>
                  </a:lnTo>
                  <a:lnTo>
                    <a:pt x="2232147" y="772421"/>
                  </a:lnTo>
                  <a:lnTo>
                    <a:pt x="2232669" y="772249"/>
                  </a:lnTo>
                  <a:lnTo>
                    <a:pt x="2233538" y="771962"/>
                  </a:lnTo>
                  <a:lnTo>
                    <a:pt x="2234060" y="771789"/>
                  </a:lnTo>
                  <a:lnTo>
                    <a:pt x="2234234" y="771732"/>
                  </a:lnTo>
                  <a:lnTo>
                    <a:pt x="2236495" y="770986"/>
                  </a:lnTo>
                  <a:lnTo>
                    <a:pt x="2246581" y="767655"/>
                  </a:lnTo>
                  <a:lnTo>
                    <a:pt x="2247624" y="767311"/>
                  </a:lnTo>
                  <a:lnTo>
                    <a:pt x="2249015" y="766851"/>
                  </a:lnTo>
                  <a:lnTo>
                    <a:pt x="2252841" y="765588"/>
                  </a:lnTo>
                  <a:lnTo>
                    <a:pt x="2254580" y="765013"/>
                  </a:lnTo>
                  <a:lnTo>
                    <a:pt x="2255102" y="764841"/>
                  </a:lnTo>
                  <a:lnTo>
                    <a:pt x="2256493" y="764381"/>
                  </a:lnTo>
                  <a:lnTo>
                    <a:pt x="2257188" y="764151"/>
                  </a:lnTo>
                  <a:lnTo>
                    <a:pt x="2260666" y="763002"/>
                  </a:lnTo>
                  <a:lnTo>
                    <a:pt x="2261014" y="762888"/>
                  </a:lnTo>
                  <a:lnTo>
                    <a:pt x="2264318" y="761796"/>
                  </a:lnTo>
                  <a:lnTo>
                    <a:pt x="2266405" y="761106"/>
                  </a:lnTo>
                  <a:lnTo>
                    <a:pt x="2267970" y="760589"/>
                  </a:lnTo>
                  <a:lnTo>
                    <a:pt x="2269013" y="760244"/>
                  </a:lnTo>
                  <a:lnTo>
                    <a:pt x="2270231" y="759842"/>
                  </a:lnTo>
                  <a:lnTo>
                    <a:pt x="2271274" y="759497"/>
                  </a:lnTo>
                  <a:lnTo>
                    <a:pt x="2271796" y="759325"/>
                  </a:lnTo>
                  <a:lnTo>
                    <a:pt x="2271970" y="759267"/>
                  </a:lnTo>
                  <a:lnTo>
                    <a:pt x="2273361" y="758807"/>
                  </a:lnTo>
                  <a:lnTo>
                    <a:pt x="2275274" y="758175"/>
                  </a:lnTo>
                  <a:lnTo>
                    <a:pt x="2277534" y="757428"/>
                  </a:lnTo>
                  <a:lnTo>
                    <a:pt x="2279099" y="756911"/>
                  </a:lnTo>
                  <a:lnTo>
                    <a:pt x="2282925" y="755646"/>
                  </a:lnTo>
                  <a:lnTo>
                    <a:pt x="2284142" y="755243"/>
                  </a:lnTo>
                  <a:lnTo>
                    <a:pt x="2284664" y="755071"/>
                  </a:lnTo>
                  <a:lnTo>
                    <a:pt x="2286229" y="754554"/>
                  </a:lnTo>
                  <a:lnTo>
                    <a:pt x="2291968" y="752656"/>
                  </a:lnTo>
                  <a:lnTo>
                    <a:pt x="2297706" y="750758"/>
                  </a:lnTo>
                  <a:lnTo>
                    <a:pt x="2301358" y="749550"/>
                  </a:lnTo>
                  <a:lnTo>
                    <a:pt x="2301532" y="749493"/>
                  </a:lnTo>
                  <a:lnTo>
                    <a:pt x="2303445" y="748860"/>
                  </a:lnTo>
                  <a:lnTo>
                    <a:pt x="2303619" y="748802"/>
                  </a:lnTo>
                  <a:lnTo>
                    <a:pt x="2308662" y="747134"/>
                  </a:lnTo>
                  <a:lnTo>
                    <a:pt x="2309705" y="746789"/>
                  </a:lnTo>
                  <a:lnTo>
                    <a:pt x="2310575" y="746501"/>
                  </a:lnTo>
                  <a:lnTo>
                    <a:pt x="2310923" y="746386"/>
                  </a:lnTo>
                  <a:lnTo>
                    <a:pt x="2311966" y="746041"/>
                  </a:lnTo>
                  <a:lnTo>
                    <a:pt x="2318226" y="743969"/>
                  </a:lnTo>
                  <a:lnTo>
                    <a:pt x="2322574" y="742530"/>
                  </a:lnTo>
                  <a:lnTo>
                    <a:pt x="2324139" y="742012"/>
                  </a:lnTo>
                  <a:lnTo>
                    <a:pt x="2325356" y="741609"/>
                  </a:lnTo>
                  <a:lnTo>
                    <a:pt x="2325704" y="741494"/>
                  </a:lnTo>
                  <a:lnTo>
                    <a:pt x="2328660" y="740516"/>
                  </a:lnTo>
                  <a:lnTo>
                    <a:pt x="2331269" y="739652"/>
                  </a:lnTo>
                  <a:lnTo>
                    <a:pt x="2335094" y="738385"/>
                  </a:lnTo>
                  <a:lnTo>
                    <a:pt x="2337877" y="737464"/>
                  </a:lnTo>
                  <a:lnTo>
                    <a:pt x="2342050" y="736082"/>
                  </a:lnTo>
                  <a:lnTo>
                    <a:pt x="2345007" y="735103"/>
                  </a:lnTo>
                  <a:lnTo>
                    <a:pt x="2345702" y="734873"/>
                  </a:lnTo>
                  <a:lnTo>
                    <a:pt x="2346050" y="734757"/>
                  </a:lnTo>
                  <a:lnTo>
                    <a:pt x="2346224" y="734700"/>
                  </a:lnTo>
                  <a:lnTo>
                    <a:pt x="2346398" y="734642"/>
                  </a:lnTo>
                  <a:lnTo>
                    <a:pt x="2347615" y="734239"/>
                  </a:lnTo>
                  <a:lnTo>
                    <a:pt x="2349354" y="733663"/>
                  </a:lnTo>
                  <a:lnTo>
                    <a:pt x="2349528" y="733605"/>
                  </a:lnTo>
                  <a:lnTo>
                    <a:pt x="2353701" y="732223"/>
                  </a:lnTo>
                  <a:lnTo>
                    <a:pt x="2354919" y="731820"/>
                  </a:lnTo>
                  <a:lnTo>
                    <a:pt x="2358744" y="730552"/>
                  </a:lnTo>
                  <a:lnTo>
                    <a:pt x="2367613" y="727613"/>
                  </a:lnTo>
                  <a:lnTo>
                    <a:pt x="2371613" y="726288"/>
                  </a:lnTo>
                  <a:lnTo>
                    <a:pt x="2371961" y="726172"/>
                  </a:lnTo>
                  <a:lnTo>
                    <a:pt x="2372830" y="725884"/>
                  </a:lnTo>
                  <a:lnTo>
                    <a:pt x="2374569" y="725308"/>
                  </a:lnTo>
                  <a:lnTo>
                    <a:pt x="2375265" y="725077"/>
                  </a:lnTo>
                  <a:lnTo>
                    <a:pt x="2383612" y="722310"/>
                  </a:lnTo>
                  <a:lnTo>
                    <a:pt x="2384655" y="721964"/>
                  </a:lnTo>
                  <a:lnTo>
                    <a:pt x="2390916" y="719888"/>
                  </a:lnTo>
                  <a:lnTo>
                    <a:pt x="2392133" y="719484"/>
                  </a:lnTo>
                  <a:lnTo>
                    <a:pt x="2398219" y="717466"/>
                  </a:lnTo>
                  <a:lnTo>
                    <a:pt x="2400480" y="716716"/>
                  </a:lnTo>
                  <a:lnTo>
                    <a:pt x="2402393" y="716081"/>
                  </a:lnTo>
                  <a:lnTo>
                    <a:pt x="2406045" y="714870"/>
                  </a:lnTo>
                  <a:lnTo>
                    <a:pt x="2406566" y="714697"/>
                  </a:lnTo>
                  <a:lnTo>
                    <a:pt x="2407436" y="714408"/>
                  </a:lnTo>
                  <a:lnTo>
                    <a:pt x="2407957" y="714235"/>
                  </a:lnTo>
                  <a:lnTo>
                    <a:pt x="2408131" y="714177"/>
                  </a:lnTo>
                  <a:lnTo>
                    <a:pt x="2410392" y="713427"/>
                  </a:lnTo>
                  <a:lnTo>
                    <a:pt x="2420478" y="710080"/>
                  </a:lnTo>
                  <a:lnTo>
                    <a:pt x="2421521" y="709734"/>
                  </a:lnTo>
                  <a:lnTo>
                    <a:pt x="2422913" y="709272"/>
                  </a:lnTo>
                  <a:lnTo>
                    <a:pt x="2426738" y="708002"/>
                  </a:lnTo>
                  <a:lnTo>
                    <a:pt x="2428477" y="707425"/>
                  </a:lnTo>
                  <a:lnTo>
                    <a:pt x="2428999" y="707252"/>
                  </a:lnTo>
                  <a:lnTo>
                    <a:pt x="2430390" y="706790"/>
                  </a:lnTo>
                  <a:lnTo>
                    <a:pt x="2431086" y="706559"/>
                  </a:lnTo>
                  <a:lnTo>
                    <a:pt x="2434564" y="705404"/>
                  </a:lnTo>
                  <a:lnTo>
                    <a:pt x="2434912" y="705289"/>
                  </a:lnTo>
                  <a:lnTo>
                    <a:pt x="2438216" y="704191"/>
                  </a:lnTo>
                  <a:lnTo>
                    <a:pt x="2440302" y="703498"/>
                  </a:lnTo>
                  <a:lnTo>
                    <a:pt x="2441867" y="702979"/>
                  </a:lnTo>
                  <a:lnTo>
                    <a:pt x="2442911" y="702632"/>
                  </a:lnTo>
                  <a:lnTo>
                    <a:pt x="2444128" y="702228"/>
                  </a:lnTo>
                  <a:lnTo>
                    <a:pt x="2445172" y="701881"/>
                  </a:lnTo>
                  <a:lnTo>
                    <a:pt x="2445693" y="701708"/>
                  </a:lnTo>
                  <a:lnTo>
                    <a:pt x="2445867" y="701650"/>
                  </a:lnTo>
                  <a:lnTo>
                    <a:pt x="2447258" y="701188"/>
                  </a:lnTo>
                  <a:lnTo>
                    <a:pt x="2449171" y="700553"/>
                  </a:lnTo>
                  <a:lnTo>
                    <a:pt x="2451432" y="699802"/>
                  </a:lnTo>
                  <a:lnTo>
                    <a:pt x="2452997" y="699282"/>
                  </a:lnTo>
                  <a:lnTo>
                    <a:pt x="2456823" y="698011"/>
                  </a:lnTo>
                  <a:lnTo>
                    <a:pt x="2458040" y="697607"/>
                  </a:lnTo>
                  <a:lnTo>
                    <a:pt x="2458562" y="697433"/>
                  </a:lnTo>
                  <a:lnTo>
                    <a:pt x="2460127" y="696913"/>
                  </a:lnTo>
                  <a:lnTo>
                    <a:pt x="2465865" y="695006"/>
                  </a:lnTo>
                  <a:lnTo>
                    <a:pt x="2471604" y="693099"/>
                  </a:lnTo>
                  <a:lnTo>
                    <a:pt x="2475256" y="691885"/>
                  </a:lnTo>
                  <a:lnTo>
                    <a:pt x="2475430" y="691827"/>
                  </a:lnTo>
                  <a:lnTo>
                    <a:pt x="2477343" y="691192"/>
                  </a:lnTo>
                  <a:lnTo>
                    <a:pt x="2477516" y="691134"/>
                  </a:lnTo>
                  <a:lnTo>
                    <a:pt x="2479082" y="690613"/>
                  </a:lnTo>
                  <a:lnTo>
                    <a:pt x="2482559" y="689457"/>
                  </a:lnTo>
                  <a:lnTo>
                    <a:pt x="2483603" y="689110"/>
                  </a:lnTo>
                  <a:lnTo>
                    <a:pt x="2484472" y="688821"/>
                  </a:lnTo>
                  <a:lnTo>
                    <a:pt x="2484820" y="688706"/>
                  </a:lnTo>
                  <a:lnTo>
                    <a:pt x="2485864" y="688359"/>
                  </a:lnTo>
                  <a:lnTo>
                    <a:pt x="2492124" y="686277"/>
                  </a:lnTo>
                  <a:lnTo>
                    <a:pt x="2496471" y="684831"/>
                  </a:lnTo>
                  <a:lnTo>
                    <a:pt x="2498036" y="684310"/>
                  </a:lnTo>
                  <a:lnTo>
                    <a:pt x="2499254" y="683906"/>
                  </a:lnTo>
                  <a:lnTo>
                    <a:pt x="2499601" y="683790"/>
                  </a:lnTo>
                  <a:lnTo>
                    <a:pt x="2502558" y="682807"/>
                  </a:lnTo>
                  <a:lnTo>
                    <a:pt x="2505166" y="681939"/>
                  </a:lnTo>
                  <a:lnTo>
                    <a:pt x="2508992" y="680666"/>
                  </a:lnTo>
                  <a:lnTo>
                    <a:pt x="2511774" y="679740"/>
                  </a:lnTo>
                  <a:lnTo>
                    <a:pt x="2515948" y="678351"/>
                  </a:lnTo>
                  <a:lnTo>
                    <a:pt x="2518904" y="677368"/>
                  </a:lnTo>
                  <a:lnTo>
                    <a:pt x="2519600" y="677136"/>
                  </a:lnTo>
                  <a:lnTo>
                    <a:pt x="2519947" y="677020"/>
                  </a:lnTo>
                  <a:lnTo>
                    <a:pt x="2520121" y="676962"/>
                  </a:lnTo>
                  <a:lnTo>
                    <a:pt x="2520295" y="676905"/>
                  </a:lnTo>
                  <a:lnTo>
                    <a:pt x="2521512" y="676499"/>
                  </a:lnTo>
                  <a:lnTo>
                    <a:pt x="2523251" y="675921"/>
                  </a:lnTo>
                  <a:lnTo>
                    <a:pt x="2523425" y="675863"/>
                  </a:lnTo>
                  <a:lnTo>
                    <a:pt x="2525164" y="675284"/>
                  </a:lnTo>
                  <a:lnTo>
                    <a:pt x="2527599" y="674474"/>
                  </a:lnTo>
                  <a:lnTo>
                    <a:pt x="2528816" y="674068"/>
                  </a:lnTo>
                  <a:lnTo>
                    <a:pt x="2532642" y="672795"/>
                  </a:lnTo>
                  <a:lnTo>
                    <a:pt x="2541511" y="669842"/>
                  </a:lnTo>
                  <a:lnTo>
                    <a:pt x="2545510" y="668510"/>
                  </a:lnTo>
                  <a:lnTo>
                    <a:pt x="2545858" y="668394"/>
                  </a:lnTo>
                  <a:lnTo>
                    <a:pt x="2546728" y="668104"/>
                  </a:lnTo>
                  <a:lnTo>
                    <a:pt x="2548467" y="667525"/>
                  </a:lnTo>
                  <a:lnTo>
                    <a:pt x="2549162" y="667294"/>
                  </a:lnTo>
                  <a:lnTo>
                    <a:pt x="2557509" y="664513"/>
                  </a:lnTo>
                  <a:lnTo>
                    <a:pt x="2558553" y="664165"/>
                  </a:lnTo>
                  <a:lnTo>
                    <a:pt x="2564813" y="662080"/>
                  </a:lnTo>
                  <a:lnTo>
                    <a:pt x="2566030" y="661674"/>
                  </a:lnTo>
                  <a:lnTo>
                    <a:pt x="2572117" y="659646"/>
                  </a:lnTo>
                  <a:lnTo>
                    <a:pt x="2574377" y="658892"/>
                  </a:lnTo>
                  <a:lnTo>
                    <a:pt x="2576290" y="658255"/>
                  </a:lnTo>
                  <a:lnTo>
                    <a:pt x="2579942" y="657037"/>
                  </a:lnTo>
                  <a:lnTo>
                    <a:pt x="2580464" y="656864"/>
                  </a:lnTo>
                  <a:lnTo>
                    <a:pt x="2581333" y="656574"/>
                  </a:lnTo>
                  <a:lnTo>
                    <a:pt x="2581855" y="656400"/>
                  </a:lnTo>
                  <a:lnTo>
                    <a:pt x="2582029" y="656342"/>
                  </a:lnTo>
                  <a:lnTo>
                    <a:pt x="2584289" y="655588"/>
                  </a:lnTo>
                  <a:lnTo>
                    <a:pt x="2594376" y="652225"/>
                  </a:lnTo>
                  <a:lnTo>
                    <a:pt x="2595419" y="651877"/>
                  </a:lnTo>
                  <a:lnTo>
                    <a:pt x="2600636" y="650138"/>
                  </a:lnTo>
                  <a:lnTo>
                    <a:pt x="2602375" y="649558"/>
                  </a:lnTo>
                  <a:lnTo>
                    <a:pt x="2602896" y="649384"/>
                  </a:lnTo>
                  <a:lnTo>
                    <a:pt x="2604288" y="648919"/>
                  </a:lnTo>
                  <a:lnTo>
                    <a:pt x="2604983" y="648687"/>
                  </a:lnTo>
                  <a:lnTo>
                    <a:pt x="2608461" y="647527"/>
                  </a:lnTo>
                  <a:lnTo>
                    <a:pt x="2608809" y="647411"/>
                  </a:lnTo>
                  <a:lnTo>
                    <a:pt x="2612113" y="646309"/>
                  </a:lnTo>
                  <a:lnTo>
                    <a:pt x="2614200" y="645613"/>
                  </a:lnTo>
                  <a:lnTo>
                    <a:pt x="2615765" y="645091"/>
                  </a:lnTo>
                  <a:lnTo>
                    <a:pt x="2616808" y="644743"/>
                  </a:lnTo>
                  <a:lnTo>
                    <a:pt x="2618026" y="644336"/>
                  </a:lnTo>
                  <a:lnTo>
                    <a:pt x="2619069" y="643988"/>
                  </a:lnTo>
                  <a:lnTo>
                    <a:pt x="2619591" y="643814"/>
                  </a:lnTo>
                  <a:lnTo>
                    <a:pt x="2619765" y="643756"/>
                  </a:lnTo>
                  <a:lnTo>
                    <a:pt x="2621156" y="643292"/>
                  </a:lnTo>
                  <a:lnTo>
                    <a:pt x="2623069" y="642654"/>
                  </a:lnTo>
                  <a:lnTo>
                    <a:pt x="2625329" y="641899"/>
                  </a:lnTo>
                  <a:lnTo>
                    <a:pt x="2626894" y="641377"/>
                  </a:lnTo>
                  <a:lnTo>
                    <a:pt x="2630720" y="640100"/>
                  </a:lnTo>
                  <a:lnTo>
                    <a:pt x="2631937" y="639694"/>
                  </a:lnTo>
                  <a:lnTo>
                    <a:pt x="2632459" y="639519"/>
                  </a:lnTo>
                  <a:lnTo>
                    <a:pt x="2634024" y="638997"/>
                  </a:lnTo>
                  <a:lnTo>
                    <a:pt x="2639763" y="637081"/>
                  </a:lnTo>
                  <a:lnTo>
                    <a:pt x="2645501" y="635165"/>
                  </a:lnTo>
                  <a:lnTo>
                    <a:pt x="2649153" y="633946"/>
                  </a:lnTo>
                  <a:lnTo>
                    <a:pt x="2649327" y="633888"/>
                  </a:lnTo>
                  <a:lnTo>
                    <a:pt x="2651240" y="633249"/>
                  </a:lnTo>
                  <a:lnTo>
                    <a:pt x="2651414" y="633191"/>
                  </a:lnTo>
                  <a:lnTo>
                    <a:pt x="2652979" y="632668"/>
                  </a:lnTo>
                  <a:lnTo>
                    <a:pt x="2656457" y="631507"/>
                  </a:lnTo>
                  <a:lnTo>
                    <a:pt x="2657500" y="631158"/>
                  </a:lnTo>
                  <a:lnTo>
                    <a:pt x="2658370" y="630868"/>
                  </a:lnTo>
                  <a:lnTo>
                    <a:pt x="2658718" y="630752"/>
                  </a:lnTo>
                  <a:lnTo>
                    <a:pt x="2659761" y="630403"/>
                  </a:lnTo>
                  <a:lnTo>
                    <a:pt x="2666021" y="628312"/>
                  </a:lnTo>
                  <a:lnTo>
                    <a:pt x="2670369" y="626859"/>
                  </a:lnTo>
                  <a:lnTo>
                    <a:pt x="2671934" y="626336"/>
                  </a:lnTo>
                  <a:lnTo>
                    <a:pt x="2673151" y="625930"/>
                  </a:lnTo>
                  <a:lnTo>
                    <a:pt x="2673499" y="625813"/>
                  </a:lnTo>
                  <a:lnTo>
                    <a:pt x="2676455" y="624826"/>
                  </a:lnTo>
                  <a:lnTo>
                    <a:pt x="2679064" y="623954"/>
                  </a:lnTo>
                  <a:lnTo>
                    <a:pt x="2682889" y="622675"/>
                  </a:lnTo>
                  <a:lnTo>
                    <a:pt x="2685672" y="621745"/>
                  </a:lnTo>
                  <a:lnTo>
                    <a:pt x="2689845" y="620350"/>
                  </a:lnTo>
                  <a:lnTo>
                    <a:pt x="2692801" y="619362"/>
                  </a:lnTo>
                  <a:lnTo>
                    <a:pt x="2693845" y="619013"/>
                  </a:lnTo>
                  <a:lnTo>
                    <a:pt x="2694019" y="618955"/>
                  </a:lnTo>
                  <a:lnTo>
                    <a:pt x="2694193" y="618897"/>
                  </a:lnTo>
                  <a:lnTo>
                    <a:pt x="2695410" y="618490"/>
                  </a:lnTo>
                  <a:lnTo>
                    <a:pt x="2697149" y="617909"/>
                  </a:lnTo>
                  <a:lnTo>
                    <a:pt x="2697323" y="617850"/>
                  </a:lnTo>
                  <a:lnTo>
                    <a:pt x="2699062" y="617269"/>
                  </a:lnTo>
                  <a:lnTo>
                    <a:pt x="2701496" y="616455"/>
                  </a:lnTo>
                  <a:lnTo>
                    <a:pt x="2702714" y="616048"/>
                  </a:lnTo>
                  <a:lnTo>
                    <a:pt x="2706539" y="614769"/>
                  </a:lnTo>
                  <a:lnTo>
                    <a:pt x="2715408" y="611802"/>
                  </a:lnTo>
                  <a:lnTo>
                    <a:pt x="2719408" y="610464"/>
                  </a:lnTo>
                  <a:lnTo>
                    <a:pt x="2719756" y="610348"/>
                  </a:lnTo>
                  <a:lnTo>
                    <a:pt x="2720625" y="610057"/>
                  </a:lnTo>
                  <a:lnTo>
                    <a:pt x="2722364" y="609475"/>
                  </a:lnTo>
                  <a:lnTo>
                    <a:pt x="2723060" y="609243"/>
                  </a:lnTo>
                  <a:lnTo>
                    <a:pt x="2731407" y="606450"/>
                  </a:lnTo>
                  <a:lnTo>
                    <a:pt x="2732450" y="606101"/>
                  </a:lnTo>
                  <a:lnTo>
                    <a:pt x="2738710" y="604006"/>
                  </a:lnTo>
                  <a:lnTo>
                    <a:pt x="2739928" y="603598"/>
                  </a:lnTo>
                  <a:lnTo>
                    <a:pt x="2746014" y="601561"/>
                  </a:lnTo>
                  <a:lnTo>
                    <a:pt x="2748275" y="600804"/>
                  </a:lnTo>
                  <a:lnTo>
                    <a:pt x="2750188" y="600164"/>
                  </a:lnTo>
                  <a:lnTo>
                    <a:pt x="2753839" y="598941"/>
                  </a:lnTo>
                  <a:lnTo>
                    <a:pt x="2754361" y="598767"/>
                  </a:lnTo>
                  <a:lnTo>
                    <a:pt x="2755231" y="598476"/>
                  </a:lnTo>
                  <a:lnTo>
                    <a:pt x="2755752" y="598301"/>
                  </a:lnTo>
                  <a:lnTo>
                    <a:pt x="2755926" y="598243"/>
                  </a:lnTo>
                  <a:lnTo>
                    <a:pt x="2758187" y="597486"/>
                  </a:lnTo>
                  <a:lnTo>
                    <a:pt x="2768273" y="594108"/>
                  </a:lnTo>
                  <a:lnTo>
                    <a:pt x="2769316" y="593759"/>
                  </a:lnTo>
                  <a:lnTo>
                    <a:pt x="2770708" y="593293"/>
                  </a:lnTo>
                  <a:lnTo>
                    <a:pt x="2774533" y="592011"/>
                  </a:lnTo>
                  <a:lnTo>
                    <a:pt x="2776272" y="591429"/>
                  </a:lnTo>
                  <a:lnTo>
                    <a:pt x="2776794" y="591254"/>
                  </a:lnTo>
                  <a:lnTo>
                    <a:pt x="2778185" y="590788"/>
                  </a:lnTo>
                  <a:lnTo>
                    <a:pt x="2778881" y="590555"/>
                  </a:lnTo>
                  <a:lnTo>
                    <a:pt x="2782359" y="589390"/>
                  </a:lnTo>
                  <a:lnTo>
                    <a:pt x="2782706" y="589273"/>
                  </a:lnTo>
                  <a:lnTo>
                    <a:pt x="2786011" y="588166"/>
                  </a:lnTo>
                  <a:lnTo>
                    <a:pt x="2788097" y="587467"/>
                  </a:lnTo>
                  <a:lnTo>
                    <a:pt x="2789662" y="586942"/>
                  </a:lnTo>
                  <a:lnTo>
                    <a:pt x="2791923" y="586185"/>
                  </a:lnTo>
                  <a:lnTo>
                    <a:pt x="2792966" y="585835"/>
                  </a:lnTo>
                  <a:lnTo>
                    <a:pt x="2793488" y="585660"/>
                  </a:lnTo>
                  <a:lnTo>
                    <a:pt x="2793662" y="585602"/>
                  </a:lnTo>
                  <a:lnTo>
                    <a:pt x="2795053" y="585136"/>
                  </a:lnTo>
                  <a:lnTo>
                    <a:pt x="2796966" y="584495"/>
                  </a:lnTo>
                  <a:lnTo>
                    <a:pt x="2799227" y="583737"/>
                  </a:lnTo>
                  <a:lnTo>
                    <a:pt x="2800792" y="583213"/>
                  </a:lnTo>
                  <a:lnTo>
                    <a:pt x="2804618" y="581930"/>
                  </a:lnTo>
                  <a:lnTo>
                    <a:pt x="2805835" y="581522"/>
                  </a:lnTo>
                  <a:lnTo>
                    <a:pt x="2806357" y="581347"/>
                  </a:lnTo>
                  <a:lnTo>
                    <a:pt x="2807922" y="580823"/>
                  </a:lnTo>
                  <a:lnTo>
                    <a:pt x="2813660" y="578899"/>
                  </a:lnTo>
                  <a:lnTo>
                    <a:pt x="2819399" y="576974"/>
                  </a:lnTo>
                  <a:lnTo>
                    <a:pt x="2823051" y="575750"/>
                  </a:lnTo>
                  <a:lnTo>
                    <a:pt x="2823225" y="575692"/>
                  </a:lnTo>
                  <a:lnTo>
                    <a:pt x="2825137" y="575050"/>
                  </a:lnTo>
                  <a:lnTo>
                    <a:pt x="2825311" y="574992"/>
                  </a:lnTo>
                  <a:lnTo>
                    <a:pt x="2826876" y="574467"/>
                  </a:lnTo>
                  <a:lnTo>
                    <a:pt x="2830354" y="573300"/>
                  </a:lnTo>
                  <a:lnTo>
                    <a:pt x="2831398" y="572950"/>
                  </a:lnTo>
                  <a:lnTo>
                    <a:pt x="2832267" y="572659"/>
                  </a:lnTo>
                  <a:lnTo>
                    <a:pt x="2832615" y="572542"/>
                  </a:lnTo>
                  <a:lnTo>
                    <a:pt x="2833658" y="572192"/>
                  </a:lnTo>
                  <a:lnTo>
                    <a:pt x="2839919" y="570092"/>
                  </a:lnTo>
                  <a:lnTo>
                    <a:pt x="2844266" y="568633"/>
                  </a:lnTo>
                  <a:lnTo>
                    <a:pt x="2845831" y="568108"/>
                  </a:lnTo>
                  <a:lnTo>
                    <a:pt x="2847049" y="567700"/>
                  </a:lnTo>
                  <a:lnTo>
                    <a:pt x="2847396" y="567583"/>
                  </a:lnTo>
                  <a:lnTo>
                    <a:pt x="2850353" y="566591"/>
                  </a:lnTo>
                  <a:lnTo>
                    <a:pt x="2852961" y="565716"/>
                  </a:lnTo>
                  <a:lnTo>
                    <a:pt x="2856787" y="564432"/>
                  </a:lnTo>
                  <a:lnTo>
                    <a:pt x="2859569" y="563498"/>
                  </a:lnTo>
                  <a:lnTo>
                    <a:pt x="2863743" y="562097"/>
                  </a:lnTo>
                  <a:lnTo>
                    <a:pt x="2866699" y="561105"/>
                  </a:lnTo>
                  <a:lnTo>
                    <a:pt x="2867395" y="560871"/>
                  </a:lnTo>
                  <a:lnTo>
                    <a:pt x="2867742" y="560754"/>
                  </a:lnTo>
                  <a:lnTo>
                    <a:pt x="2867916" y="560696"/>
                  </a:lnTo>
                  <a:lnTo>
                    <a:pt x="2868090" y="560638"/>
                  </a:lnTo>
                  <a:lnTo>
                    <a:pt x="2869307" y="560229"/>
                  </a:lnTo>
                  <a:lnTo>
                    <a:pt x="2871046" y="559645"/>
                  </a:lnTo>
                  <a:lnTo>
                    <a:pt x="2871220" y="559587"/>
                  </a:lnTo>
                  <a:lnTo>
                    <a:pt x="2872959" y="559003"/>
                  </a:lnTo>
                  <a:lnTo>
                    <a:pt x="2875394" y="558186"/>
                  </a:lnTo>
                  <a:lnTo>
                    <a:pt x="2876611" y="557777"/>
                  </a:lnTo>
                  <a:lnTo>
                    <a:pt x="2880437" y="556492"/>
                  </a:lnTo>
                  <a:lnTo>
                    <a:pt x="2889306" y="553514"/>
                  </a:lnTo>
                  <a:lnTo>
                    <a:pt x="2893305" y="552170"/>
                  </a:lnTo>
                  <a:lnTo>
                    <a:pt x="2893653" y="552054"/>
                  </a:lnTo>
                  <a:lnTo>
                    <a:pt x="2894523" y="551762"/>
                  </a:lnTo>
                  <a:lnTo>
                    <a:pt x="2896261" y="551177"/>
                  </a:lnTo>
                  <a:lnTo>
                    <a:pt x="2896957" y="550944"/>
                  </a:lnTo>
                  <a:lnTo>
                    <a:pt x="2905304" y="548139"/>
                  </a:lnTo>
                  <a:lnTo>
                    <a:pt x="2906348" y="547789"/>
                  </a:lnTo>
                  <a:lnTo>
                    <a:pt x="2912608" y="545685"/>
                  </a:lnTo>
                  <a:lnTo>
                    <a:pt x="2913825" y="545276"/>
                  </a:lnTo>
                  <a:lnTo>
                    <a:pt x="2919912" y="543231"/>
                  </a:lnTo>
                  <a:lnTo>
                    <a:pt x="2922172" y="542471"/>
                  </a:lnTo>
                  <a:lnTo>
                    <a:pt x="2924085" y="541828"/>
                  </a:lnTo>
                  <a:lnTo>
                    <a:pt x="2927737" y="540600"/>
                  </a:lnTo>
                  <a:lnTo>
                    <a:pt x="2928259" y="540425"/>
                  </a:lnTo>
                  <a:lnTo>
                    <a:pt x="2929128" y="540133"/>
                  </a:lnTo>
                  <a:lnTo>
                    <a:pt x="2929650" y="539957"/>
                  </a:lnTo>
                  <a:lnTo>
                    <a:pt x="2929824" y="539899"/>
                  </a:lnTo>
                  <a:lnTo>
                    <a:pt x="2932084" y="539139"/>
                  </a:lnTo>
                  <a:lnTo>
                    <a:pt x="2942170" y="535748"/>
                  </a:lnTo>
                  <a:lnTo>
                    <a:pt x="2943214" y="535397"/>
                  </a:lnTo>
                  <a:lnTo>
                    <a:pt x="2944605" y="534929"/>
                  </a:lnTo>
                  <a:lnTo>
                    <a:pt x="2948431" y="533643"/>
                  </a:lnTo>
                  <a:lnTo>
                    <a:pt x="2950170" y="533058"/>
                  </a:lnTo>
                  <a:lnTo>
                    <a:pt x="2950691" y="532882"/>
                  </a:lnTo>
                  <a:lnTo>
                    <a:pt x="2952083" y="532414"/>
                  </a:lnTo>
                  <a:lnTo>
                    <a:pt x="2952778" y="532180"/>
                  </a:lnTo>
                  <a:lnTo>
                    <a:pt x="2956256" y="531011"/>
                  </a:lnTo>
                  <a:lnTo>
                    <a:pt x="2956604" y="530894"/>
                  </a:lnTo>
                  <a:lnTo>
                    <a:pt x="2959908" y="529782"/>
                  </a:lnTo>
                  <a:lnTo>
                    <a:pt x="2961995" y="529080"/>
                  </a:lnTo>
                  <a:lnTo>
                    <a:pt x="2963560" y="528554"/>
                  </a:lnTo>
                  <a:lnTo>
                    <a:pt x="2964603" y="528203"/>
                  </a:lnTo>
                  <a:lnTo>
                    <a:pt x="2965820" y="527793"/>
                  </a:lnTo>
                  <a:lnTo>
                    <a:pt x="2966864" y="527442"/>
                  </a:lnTo>
                  <a:lnTo>
                    <a:pt x="2967386" y="527267"/>
                  </a:lnTo>
                  <a:lnTo>
                    <a:pt x="2967559" y="527208"/>
                  </a:lnTo>
                  <a:lnTo>
                    <a:pt x="2968951" y="526740"/>
                  </a:lnTo>
                  <a:lnTo>
                    <a:pt x="2970863" y="526096"/>
                  </a:lnTo>
                  <a:lnTo>
                    <a:pt x="2973124" y="525336"/>
                  </a:lnTo>
                  <a:lnTo>
                    <a:pt x="2974689" y="524809"/>
                  </a:lnTo>
                  <a:lnTo>
                    <a:pt x="2978515" y="523522"/>
                  </a:lnTo>
                  <a:lnTo>
                    <a:pt x="2979732" y="523112"/>
                  </a:lnTo>
                  <a:lnTo>
                    <a:pt x="2980254" y="522937"/>
                  </a:lnTo>
                  <a:lnTo>
                    <a:pt x="2981819" y="522410"/>
                  </a:lnTo>
                  <a:lnTo>
                    <a:pt x="2987558" y="520478"/>
                  </a:lnTo>
                  <a:lnTo>
                    <a:pt x="2993296" y="518547"/>
                  </a:lnTo>
                  <a:lnTo>
                    <a:pt x="2996948" y="517317"/>
                  </a:lnTo>
                  <a:lnTo>
                    <a:pt x="2997122" y="517259"/>
                  </a:lnTo>
                  <a:lnTo>
                    <a:pt x="2999035" y="516615"/>
                  </a:lnTo>
                  <a:lnTo>
                    <a:pt x="2999209" y="516556"/>
                  </a:lnTo>
                  <a:lnTo>
                    <a:pt x="3000774" y="516029"/>
                  </a:lnTo>
                  <a:lnTo>
                    <a:pt x="3004252" y="514858"/>
                  </a:lnTo>
                  <a:lnTo>
                    <a:pt x="3005295" y="514507"/>
                  </a:lnTo>
                  <a:lnTo>
                    <a:pt x="3006165" y="514214"/>
                  </a:lnTo>
                  <a:lnTo>
                    <a:pt x="3006512" y="514097"/>
                  </a:lnTo>
                  <a:lnTo>
                    <a:pt x="3007556" y="513746"/>
                  </a:lnTo>
                  <a:lnTo>
                    <a:pt x="3013816" y="511638"/>
                  </a:lnTo>
                  <a:lnTo>
                    <a:pt x="3018164" y="510173"/>
                  </a:lnTo>
                  <a:lnTo>
                    <a:pt x="3019729" y="509646"/>
                  </a:lnTo>
                  <a:lnTo>
                    <a:pt x="3020946" y="509236"/>
                  </a:lnTo>
                  <a:lnTo>
                    <a:pt x="3021294" y="509119"/>
                  </a:lnTo>
                  <a:lnTo>
                    <a:pt x="3024250" y="508123"/>
                  </a:lnTo>
                  <a:lnTo>
                    <a:pt x="3026858" y="507245"/>
                  </a:lnTo>
                  <a:lnTo>
                    <a:pt x="3030684" y="505956"/>
                  </a:lnTo>
                  <a:lnTo>
                    <a:pt x="3033467" y="505018"/>
                  </a:lnTo>
                  <a:lnTo>
                    <a:pt x="3037640" y="503612"/>
                  </a:lnTo>
                  <a:lnTo>
                    <a:pt x="3040596" y="502616"/>
                  </a:lnTo>
                  <a:lnTo>
                    <a:pt x="3041292" y="502382"/>
                  </a:lnTo>
                  <a:lnTo>
                    <a:pt x="3041640" y="502264"/>
                  </a:lnTo>
                  <a:lnTo>
                    <a:pt x="3041814" y="502206"/>
                  </a:lnTo>
                  <a:lnTo>
                    <a:pt x="3041988" y="502147"/>
                  </a:lnTo>
                  <a:lnTo>
                    <a:pt x="3043205" y="501737"/>
                  </a:lnTo>
                  <a:lnTo>
                    <a:pt x="3044944" y="501151"/>
                  </a:lnTo>
                  <a:lnTo>
                    <a:pt x="3045118" y="501092"/>
                  </a:lnTo>
                  <a:lnTo>
                    <a:pt x="3046857" y="500506"/>
                  </a:lnTo>
                  <a:lnTo>
                    <a:pt x="3049291" y="499686"/>
                  </a:lnTo>
                  <a:lnTo>
                    <a:pt x="3050509" y="499276"/>
                  </a:lnTo>
                  <a:lnTo>
                    <a:pt x="3054334" y="497986"/>
                  </a:lnTo>
                  <a:lnTo>
                    <a:pt x="3063203" y="494997"/>
                  </a:lnTo>
                  <a:lnTo>
                    <a:pt x="3067203" y="493648"/>
                  </a:lnTo>
                  <a:lnTo>
                    <a:pt x="3067550" y="493531"/>
                  </a:lnTo>
                  <a:lnTo>
                    <a:pt x="3068420" y="493238"/>
                  </a:lnTo>
                  <a:lnTo>
                    <a:pt x="3070159" y="492651"/>
                  </a:lnTo>
                  <a:lnTo>
                    <a:pt x="3070855" y="492417"/>
                  </a:lnTo>
                  <a:lnTo>
                    <a:pt x="3079202" y="489602"/>
                  </a:lnTo>
                  <a:lnTo>
                    <a:pt x="3080245" y="489250"/>
                  </a:lnTo>
                  <a:lnTo>
                    <a:pt x="3086505" y="487139"/>
                  </a:lnTo>
                  <a:lnTo>
                    <a:pt x="3087723" y="486728"/>
                  </a:lnTo>
                  <a:lnTo>
                    <a:pt x="3093809" y="484675"/>
                  </a:lnTo>
                  <a:lnTo>
                    <a:pt x="3096070" y="483913"/>
                  </a:lnTo>
                  <a:lnTo>
                    <a:pt x="3097983" y="483267"/>
                  </a:lnTo>
                  <a:lnTo>
                    <a:pt x="3101634" y="482035"/>
                  </a:lnTo>
                  <a:lnTo>
                    <a:pt x="3102156" y="481859"/>
                  </a:lnTo>
                  <a:lnTo>
                    <a:pt x="3103026" y="481566"/>
                  </a:lnTo>
                  <a:lnTo>
                    <a:pt x="3103547" y="481390"/>
                  </a:lnTo>
                  <a:lnTo>
                    <a:pt x="3103721" y="481331"/>
                  </a:lnTo>
                  <a:lnTo>
                    <a:pt x="3105982" y="480569"/>
                  </a:lnTo>
                  <a:lnTo>
                    <a:pt x="3116068" y="477165"/>
                  </a:lnTo>
                  <a:lnTo>
                    <a:pt x="3117111" y="476813"/>
                  </a:lnTo>
                  <a:lnTo>
                    <a:pt x="3118502" y="476343"/>
                  </a:lnTo>
                  <a:lnTo>
                    <a:pt x="3122328" y="475052"/>
                  </a:lnTo>
                  <a:lnTo>
                    <a:pt x="3124067" y="474465"/>
                  </a:lnTo>
                  <a:lnTo>
                    <a:pt x="3124589" y="474289"/>
                  </a:lnTo>
                  <a:lnTo>
                    <a:pt x="3125980" y="473820"/>
                  </a:lnTo>
                  <a:lnTo>
                    <a:pt x="3126676" y="473585"/>
                  </a:lnTo>
                  <a:lnTo>
                    <a:pt x="3130154" y="472411"/>
                  </a:lnTo>
                  <a:lnTo>
                    <a:pt x="3130501" y="472293"/>
                  </a:lnTo>
                  <a:lnTo>
                    <a:pt x="3133805" y="471178"/>
                  </a:lnTo>
                  <a:lnTo>
                    <a:pt x="3135892" y="470473"/>
                  </a:lnTo>
                  <a:lnTo>
                    <a:pt x="3137457" y="469945"/>
                  </a:lnTo>
                  <a:lnTo>
                    <a:pt x="3138501" y="469593"/>
                  </a:lnTo>
                  <a:lnTo>
                    <a:pt x="3139718" y="469182"/>
                  </a:lnTo>
                  <a:lnTo>
                    <a:pt x="3140761" y="468830"/>
                  </a:lnTo>
                  <a:lnTo>
                    <a:pt x="3141283" y="468653"/>
                  </a:lnTo>
                  <a:lnTo>
                    <a:pt x="3141457" y="468595"/>
                  </a:lnTo>
                  <a:lnTo>
                    <a:pt x="3142848" y="468125"/>
                  </a:lnTo>
                  <a:lnTo>
                    <a:pt x="3144761" y="467479"/>
                  </a:lnTo>
                  <a:lnTo>
                    <a:pt x="3147022" y="466716"/>
                  </a:lnTo>
                  <a:lnTo>
                    <a:pt x="3148587" y="466187"/>
                  </a:lnTo>
                  <a:lnTo>
                    <a:pt x="3152412" y="464895"/>
                  </a:lnTo>
                  <a:lnTo>
                    <a:pt x="3153630" y="464484"/>
                  </a:lnTo>
                  <a:lnTo>
                    <a:pt x="3154151" y="464308"/>
                  </a:lnTo>
                  <a:lnTo>
                    <a:pt x="3155716" y="463779"/>
                  </a:lnTo>
                  <a:lnTo>
                    <a:pt x="3161455" y="461841"/>
                  </a:lnTo>
                  <a:lnTo>
                    <a:pt x="3167194" y="459902"/>
                  </a:lnTo>
                  <a:lnTo>
                    <a:pt x="3170846" y="458669"/>
                  </a:lnTo>
                  <a:lnTo>
                    <a:pt x="3171019" y="458610"/>
                  </a:lnTo>
                  <a:lnTo>
                    <a:pt x="3172932" y="457964"/>
                  </a:lnTo>
                  <a:lnTo>
                    <a:pt x="3173106" y="457905"/>
                  </a:lnTo>
                  <a:lnTo>
                    <a:pt x="3174671" y="457376"/>
                  </a:lnTo>
                  <a:lnTo>
                    <a:pt x="3178149" y="456201"/>
                  </a:lnTo>
                  <a:lnTo>
                    <a:pt x="3179193" y="455849"/>
                  </a:lnTo>
                  <a:lnTo>
                    <a:pt x="3180062" y="455555"/>
                  </a:lnTo>
                  <a:lnTo>
                    <a:pt x="3180410" y="455437"/>
                  </a:lnTo>
                  <a:lnTo>
                    <a:pt x="3181453" y="455085"/>
                  </a:lnTo>
                  <a:lnTo>
                    <a:pt x="3187714" y="452969"/>
                  </a:lnTo>
                  <a:lnTo>
                    <a:pt x="3192061" y="451500"/>
                  </a:lnTo>
                  <a:lnTo>
                    <a:pt x="3193626" y="450971"/>
                  </a:lnTo>
                  <a:lnTo>
                    <a:pt x="3194843" y="450559"/>
                  </a:lnTo>
                  <a:lnTo>
                    <a:pt x="3195191" y="450442"/>
                  </a:lnTo>
                  <a:lnTo>
                    <a:pt x="3198147" y="449443"/>
                  </a:lnTo>
                  <a:lnTo>
                    <a:pt x="3200756" y="448561"/>
                  </a:lnTo>
                  <a:lnTo>
                    <a:pt x="3204582" y="447268"/>
                  </a:lnTo>
                  <a:lnTo>
                    <a:pt x="3207364" y="446327"/>
                  </a:lnTo>
                  <a:lnTo>
                    <a:pt x="3211538" y="444916"/>
                  </a:lnTo>
                  <a:lnTo>
                    <a:pt x="3214494" y="443917"/>
                  </a:lnTo>
                  <a:lnTo>
                    <a:pt x="3215189" y="443681"/>
                  </a:lnTo>
                  <a:lnTo>
                    <a:pt x="3215537" y="443564"/>
                  </a:lnTo>
                  <a:lnTo>
                    <a:pt x="3215711" y="443505"/>
                  </a:lnTo>
                  <a:lnTo>
                    <a:pt x="3215885" y="443446"/>
                  </a:lnTo>
                  <a:lnTo>
                    <a:pt x="3217102" y="443035"/>
                  </a:lnTo>
                  <a:lnTo>
                    <a:pt x="3218841" y="442446"/>
                  </a:lnTo>
                  <a:lnTo>
                    <a:pt x="3219015" y="442388"/>
                  </a:lnTo>
                  <a:lnTo>
                    <a:pt x="3220754" y="441800"/>
                  </a:lnTo>
                  <a:lnTo>
                    <a:pt x="3223189" y="440976"/>
                  </a:lnTo>
                  <a:lnTo>
                    <a:pt x="3224406" y="440565"/>
                  </a:lnTo>
                  <a:lnTo>
                    <a:pt x="3228232" y="439271"/>
                  </a:lnTo>
                  <a:lnTo>
                    <a:pt x="3237100" y="436271"/>
                  </a:lnTo>
                  <a:lnTo>
                    <a:pt x="3241100" y="434918"/>
                  </a:lnTo>
                  <a:lnTo>
                    <a:pt x="3241448" y="434801"/>
                  </a:lnTo>
                  <a:lnTo>
                    <a:pt x="3242317" y="434506"/>
                  </a:lnTo>
                  <a:lnTo>
                    <a:pt x="3244056" y="433918"/>
                  </a:lnTo>
                  <a:lnTo>
                    <a:pt x="3244752" y="433683"/>
                  </a:lnTo>
                  <a:lnTo>
                    <a:pt x="3253099" y="430859"/>
                  </a:lnTo>
                  <a:lnTo>
                    <a:pt x="3254142" y="430506"/>
                  </a:lnTo>
                  <a:lnTo>
                    <a:pt x="3260403" y="428387"/>
                  </a:lnTo>
                  <a:lnTo>
                    <a:pt x="3261620" y="427975"/>
                  </a:lnTo>
                  <a:lnTo>
                    <a:pt x="3267706" y="425915"/>
                  </a:lnTo>
                  <a:lnTo>
                    <a:pt x="3269967" y="425150"/>
                  </a:lnTo>
                  <a:lnTo>
                    <a:pt x="3271880" y="424503"/>
                  </a:lnTo>
                  <a:lnTo>
                    <a:pt x="3275532" y="423267"/>
                  </a:lnTo>
                  <a:lnTo>
                    <a:pt x="3276054" y="423090"/>
                  </a:lnTo>
                  <a:lnTo>
                    <a:pt x="3276923" y="422796"/>
                  </a:lnTo>
                  <a:lnTo>
                    <a:pt x="3277445" y="422619"/>
                  </a:lnTo>
                  <a:lnTo>
                    <a:pt x="3277619" y="422560"/>
                  </a:lnTo>
                  <a:lnTo>
                    <a:pt x="3279879" y="421795"/>
                  </a:lnTo>
                  <a:lnTo>
                    <a:pt x="3289965" y="418380"/>
                  </a:lnTo>
                  <a:lnTo>
                    <a:pt x="3291009" y="418027"/>
                  </a:lnTo>
                  <a:lnTo>
                    <a:pt x="3292400" y="417556"/>
                  </a:lnTo>
                  <a:lnTo>
                    <a:pt x="3296226" y="416261"/>
                  </a:lnTo>
                  <a:lnTo>
                    <a:pt x="3297965" y="415672"/>
                  </a:lnTo>
                  <a:lnTo>
                    <a:pt x="3298486" y="415495"/>
                  </a:lnTo>
                  <a:lnTo>
                    <a:pt x="3299877" y="415024"/>
                  </a:lnTo>
                  <a:lnTo>
                    <a:pt x="3300573" y="414789"/>
                  </a:lnTo>
                  <a:lnTo>
                    <a:pt x="3304051" y="413611"/>
                  </a:lnTo>
                  <a:lnTo>
                    <a:pt x="3304399" y="413493"/>
                  </a:lnTo>
                  <a:lnTo>
                    <a:pt x="3307703" y="412374"/>
                  </a:lnTo>
                  <a:lnTo>
                    <a:pt x="3309790" y="411667"/>
                  </a:lnTo>
                  <a:lnTo>
                    <a:pt x="3311355" y="411137"/>
                  </a:lnTo>
                  <a:lnTo>
                    <a:pt x="3312398" y="410784"/>
                  </a:lnTo>
                  <a:lnTo>
                    <a:pt x="3313615" y="410371"/>
                  </a:lnTo>
                  <a:lnTo>
                    <a:pt x="3314659" y="410018"/>
                  </a:lnTo>
                  <a:lnTo>
                    <a:pt x="3315180" y="409841"/>
                  </a:lnTo>
                  <a:lnTo>
                    <a:pt x="3315354" y="409782"/>
                  </a:lnTo>
                  <a:lnTo>
                    <a:pt x="3316746" y="409311"/>
                  </a:lnTo>
                  <a:lnTo>
                    <a:pt x="3318658" y="408663"/>
                  </a:lnTo>
                  <a:lnTo>
                    <a:pt x="3320919" y="407897"/>
                  </a:lnTo>
                  <a:lnTo>
                    <a:pt x="3322484" y="407367"/>
                  </a:lnTo>
                  <a:lnTo>
                    <a:pt x="3326310" y="406071"/>
                  </a:lnTo>
                  <a:lnTo>
                    <a:pt x="3327527" y="405658"/>
                  </a:lnTo>
                  <a:lnTo>
                    <a:pt x="3328049" y="405482"/>
                  </a:lnTo>
                  <a:lnTo>
                    <a:pt x="3329614" y="404951"/>
                  </a:lnTo>
                  <a:lnTo>
                    <a:pt x="3335353" y="403007"/>
                  </a:lnTo>
                  <a:lnTo>
                    <a:pt x="3341091" y="401062"/>
                  </a:lnTo>
                  <a:lnTo>
                    <a:pt x="3344743" y="399825"/>
                  </a:lnTo>
                  <a:lnTo>
                    <a:pt x="3344917" y="399766"/>
                  </a:lnTo>
                  <a:lnTo>
                    <a:pt x="3346830" y="399117"/>
                  </a:lnTo>
                  <a:lnTo>
                    <a:pt x="3347004" y="399059"/>
                  </a:lnTo>
                  <a:lnTo>
                    <a:pt x="3348569" y="398528"/>
                  </a:lnTo>
                  <a:lnTo>
                    <a:pt x="3352047" y="397349"/>
                  </a:lnTo>
                  <a:lnTo>
                    <a:pt x="3353090" y="396996"/>
                  </a:lnTo>
                  <a:lnTo>
                    <a:pt x="3353960" y="396701"/>
                  </a:lnTo>
                  <a:lnTo>
                    <a:pt x="3354307" y="396583"/>
                  </a:lnTo>
                  <a:lnTo>
                    <a:pt x="3355351" y="396229"/>
                  </a:lnTo>
                  <a:lnTo>
                    <a:pt x="3361611" y="394107"/>
                  </a:lnTo>
                  <a:lnTo>
                    <a:pt x="3365958" y="392633"/>
                  </a:lnTo>
                  <a:lnTo>
                    <a:pt x="3367524" y="392103"/>
                  </a:lnTo>
                  <a:lnTo>
                    <a:pt x="3368741" y="391690"/>
                  </a:lnTo>
                  <a:lnTo>
                    <a:pt x="3369089" y="391572"/>
                  </a:lnTo>
                  <a:lnTo>
                    <a:pt x="3374653" y="389685"/>
                  </a:lnTo>
                  <a:lnTo>
                    <a:pt x="3378479" y="388388"/>
                  </a:lnTo>
                  <a:lnTo>
                    <a:pt x="3381261" y="387445"/>
                  </a:lnTo>
                  <a:lnTo>
                    <a:pt x="3385435" y="386029"/>
                  </a:lnTo>
                  <a:lnTo>
                    <a:pt x="3388391" y="385027"/>
                  </a:lnTo>
                  <a:lnTo>
                    <a:pt x="3389087" y="384791"/>
                  </a:lnTo>
                  <a:lnTo>
                    <a:pt x="3389435" y="384673"/>
                  </a:lnTo>
                  <a:lnTo>
                    <a:pt x="3389609" y="384614"/>
                  </a:lnTo>
                  <a:lnTo>
                    <a:pt x="3389782" y="384555"/>
                  </a:lnTo>
                  <a:lnTo>
                    <a:pt x="3391000" y="384142"/>
                  </a:lnTo>
                  <a:lnTo>
                    <a:pt x="3392739" y="383552"/>
                  </a:lnTo>
                  <a:lnTo>
                    <a:pt x="3392913" y="383493"/>
                  </a:lnTo>
                  <a:lnTo>
                    <a:pt x="3394652" y="382903"/>
                  </a:lnTo>
                  <a:lnTo>
                    <a:pt x="3397086" y="382077"/>
                  </a:lnTo>
                  <a:lnTo>
                    <a:pt x="3398303" y="381664"/>
                  </a:lnTo>
                  <a:lnTo>
                    <a:pt x="3402129" y="380367"/>
                  </a:lnTo>
                  <a:lnTo>
                    <a:pt x="3410998" y="377358"/>
                  </a:lnTo>
                  <a:lnTo>
                    <a:pt x="3414998" y="376001"/>
                  </a:lnTo>
                  <a:lnTo>
                    <a:pt x="3415345" y="375883"/>
                  </a:lnTo>
                  <a:lnTo>
                    <a:pt x="3416215" y="375588"/>
                  </a:lnTo>
                  <a:lnTo>
                    <a:pt x="3417954" y="374998"/>
                  </a:lnTo>
                  <a:lnTo>
                    <a:pt x="3418649" y="374762"/>
                  </a:lnTo>
                  <a:lnTo>
                    <a:pt x="3426996" y="371929"/>
                  </a:lnTo>
                  <a:lnTo>
                    <a:pt x="3428040" y="371575"/>
                  </a:lnTo>
                  <a:lnTo>
                    <a:pt x="3434300" y="369450"/>
                  </a:lnTo>
                  <a:lnTo>
                    <a:pt x="3435517" y="369037"/>
                  </a:lnTo>
                  <a:lnTo>
                    <a:pt x="3441604" y="366971"/>
                  </a:lnTo>
                  <a:lnTo>
                    <a:pt x="3443865" y="366204"/>
                  </a:lnTo>
                  <a:lnTo>
                    <a:pt x="3445777" y="365554"/>
                  </a:lnTo>
                  <a:lnTo>
                    <a:pt x="3449429" y="364315"/>
                  </a:lnTo>
                  <a:lnTo>
                    <a:pt x="3449951" y="364138"/>
                  </a:lnTo>
                  <a:lnTo>
                    <a:pt x="3450820" y="363842"/>
                  </a:lnTo>
                  <a:lnTo>
                    <a:pt x="3451342" y="363665"/>
                  </a:lnTo>
                  <a:lnTo>
                    <a:pt x="3451516" y="363606"/>
                  </a:lnTo>
                  <a:lnTo>
                    <a:pt x="3453777" y="362839"/>
                  </a:lnTo>
                  <a:lnTo>
                    <a:pt x="3463863" y="359414"/>
                  </a:lnTo>
                  <a:lnTo>
                    <a:pt x="3464906" y="359060"/>
                  </a:lnTo>
                  <a:lnTo>
                    <a:pt x="3466297" y="358587"/>
                  </a:lnTo>
                  <a:lnTo>
                    <a:pt x="3470123" y="357288"/>
                  </a:lnTo>
                  <a:lnTo>
                    <a:pt x="3471862" y="356697"/>
                  </a:lnTo>
                  <a:lnTo>
                    <a:pt x="3472384" y="356520"/>
                  </a:lnTo>
                  <a:lnTo>
                    <a:pt x="3473775" y="356048"/>
                  </a:lnTo>
                  <a:lnTo>
                    <a:pt x="3474470" y="355812"/>
                  </a:lnTo>
                  <a:lnTo>
                    <a:pt x="3477948" y="354630"/>
                  </a:lnTo>
                  <a:lnTo>
                    <a:pt x="3478296" y="354512"/>
                  </a:lnTo>
                  <a:lnTo>
                    <a:pt x="3481600" y="353390"/>
                  </a:lnTo>
                  <a:lnTo>
                    <a:pt x="3483687" y="352681"/>
                  </a:lnTo>
                  <a:lnTo>
                    <a:pt x="3485252" y="352149"/>
                  </a:lnTo>
                  <a:lnTo>
                    <a:pt x="3486296" y="351795"/>
                  </a:lnTo>
                  <a:lnTo>
                    <a:pt x="3487513" y="351382"/>
                  </a:lnTo>
                  <a:lnTo>
                    <a:pt x="3488556" y="351027"/>
                  </a:lnTo>
                  <a:lnTo>
                    <a:pt x="3489078" y="350850"/>
                  </a:lnTo>
                  <a:lnTo>
                    <a:pt x="3489252" y="350791"/>
                  </a:lnTo>
                  <a:lnTo>
                    <a:pt x="3490643" y="350318"/>
                  </a:lnTo>
                  <a:lnTo>
                    <a:pt x="3492556" y="349668"/>
                  </a:lnTo>
                  <a:lnTo>
                    <a:pt x="3494816" y="348900"/>
                  </a:lnTo>
                  <a:lnTo>
                    <a:pt x="3496382" y="348369"/>
                  </a:lnTo>
                  <a:lnTo>
                    <a:pt x="3500207" y="347069"/>
                  </a:lnTo>
                  <a:lnTo>
                    <a:pt x="3501425" y="346655"/>
                  </a:lnTo>
                  <a:lnTo>
                    <a:pt x="3501946" y="346478"/>
                  </a:lnTo>
                  <a:lnTo>
                    <a:pt x="3503511" y="345946"/>
                  </a:lnTo>
                  <a:lnTo>
                    <a:pt x="3509250" y="343996"/>
                  </a:lnTo>
                  <a:lnTo>
                    <a:pt x="3514989" y="342046"/>
                  </a:lnTo>
                  <a:lnTo>
                    <a:pt x="3518640" y="340805"/>
                  </a:lnTo>
                  <a:lnTo>
                    <a:pt x="3518814" y="340746"/>
                  </a:lnTo>
                  <a:lnTo>
                    <a:pt x="3520727" y="340096"/>
                  </a:lnTo>
                  <a:lnTo>
                    <a:pt x="3520901" y="340037"/>
                  </a:lnTo>
                  <a:lnTo>
                    <a:pt x="3522466" y="339505"/>
                  </a:lnTo>
                  <a:lnTo>
                    <a:pt x="3525944" y="338322"/>
                  </a:lnTo>
                  <a:lnTo>
                    <a:pt x="3526988" y="337968"/>
                  </a:lnTo>
                  <a:lnTo>
                    <a:pt x="3527857" y="337672"/>
                  </a:lnTo>
                  <a:lnTo>
                    <a:pt x="3528205" y="337554"/>
                  </a:lnTo>
                  <a:lnTo>
                    <a:pt x="3529248" y="337199"/>
                  </a:lnTo>
                  <a:lnTo>
                    <a:pt x="3535508" y="335071"/>
                  </a:lnTo>
                  <a:lnTo>
                    <a:pt x="3539856" y="333593"/>
                  </a:lnTo>
                  <a:lnTo>
                    <a:pt x="3541421" y="333061"/>
                  </a:lnTo>
                  <a:lnTo>
                    <a:pt x="3542638" y="332647"/>
                  </a:lnTo>
                  <a:lnTo>
                    <a:pt x="3542986" y="332529"/>
                  </a:lnTo>
                  <a:lnTo>
                    <a:pt x="3545942" y="331524"/>
                  </a:lnTo>
                  <a:lnTo>
                    <a:pt x="3548551" y="330637"/>
                  </a:lnTo>
                  <a:lnTo>
                    <a:pt x="3552377" y="329336"/>
                  </a:lnTo>
                  <a:lnTo>
                    <a:pt x="3555159" y="328390"/>
                  </a:lnTo>
                  <a:lnTo>
                    <a:pt x="3559332" y="326971"/>
                  </a:lnTo>
                  <a:lnTo>
                    <a:pt x="3562289" y="325965"/>
                  </a:lnTo>
                  <a:lnTo>
                    <a:pt x="3562984" y="325729"/>
                  </a:lnTo>
                  <a:lnTo>
                    <a:pt x="3563332" y="325611"/>
                  </a:lnTo>
                  <a:lnTo>
                    <a:pt x="3563506" y="325552"/>
                  </a:lnTo>
                  <a:lnTo>
                    <a:pt x="3563680" y="325492"/>
                  </a:lnTo>
                  <a:lnTo>
                    <a:pt x="3564897" y="325078"/>
                  </a:lnTo>
                  <a:lnTo>
                    <a:pt x="3566636" y="324487"/>
                  </a:lnTo>
                  <a:lnTo>
                    <a:pt x="3566810" y="324428"/>
                  </a:lnTo>
                  <a:lnTo>
                    <a:pt x="3568549" y="323836"/>
                  </a:lnTo>
                  <a:lnTo>
                    <a:pt x="3570984" y="323008"/>
                  </a:lnTo>
                  <a:lnTo>
                    <a:pt x="3572201" y="322594"/>
                  </a:lnTo>
                  <a:lnTo>
                    <a:pt x="3576027" y="321293"/>
                  </a:lnTo>
                  <a:lnTo>
                    <a:pt x="3584895" y="318276"/>
                  </a:lnTo>
                  <a:lnTo>
                    <a:pt x="3588895" y="316915"/>
                  </a:lnTo>
                  <a:lnTo>
                    <a:pt x="3590112" y="316501"/>
                  </a:lnTo>
                  <a:lnTo>
                    <a:pt x="3591851" y="315909"/>
                  </a:lnTo>
                  <a:lnTo>
                    <a:pt x="3592547" y="315673"/>
                  </a:lnTo>
                  <a:lnTo>
                    <a:pt x="3601937" y="312478"/>
                  </a:lnTo>
                  <a:lnTo>
                    <a:pt x="3608198" y="310347"/>
                  </a:lnTo>
                  <a:lnTo>
                    <a:pt x="3609415" y="309933"/>
                  </a:lnTo>
                  <a:lnTo>
                    <a:pt x="3615501" y="307861"/>
                  </a:lnTo>
                  <a:lnTo>
                    <a:pt x="3617762" y="307092"/>
                  </a:lnTo>
                  <a:lnTo>
                    <a:pt x="3619675" y="306441"/>
                  </a:lnTo>
                  <a:lnTo>
                    <a:pt x="3623327" y="305198"/>
                  </a:lnTo>
                  <a:lnTo>
                    <a:pt x="3623848" y="305020"/>
                  </a:lnTo>
                  <a:lnTo>
                    <a:pt x="3624718" y="304724"/>
                  </a:lnTo>
                  <a:lnTo>
                    <a:pt x="3625240" y="304547"/>
                  </a:lnTo>
                  <a:lnTo>
                    <a:pt x="3625413" y="304488"/>
                  </a:lnTo>
                  <a:lnTo>
                    <a:pt x="3627674" y="303718"/>
                  </a:lnTo>
                  <a:lnTo>
                    <a:pt x="3637760" y="300284"/>
                  </a:lnTo>
                  <a:lnTo>
                    <a:pt x="3638804" y="299929"/>
                  </a:lnTo>
                  <a:lnTo>
                    <a:pt x="3640195" y="299456"/>
                  </a:lnTo>
                  <a:lnTo>
                    <a:pt x="3644021" y="298153"/>
                  </a:lnTo>
                  <a:lnTo>
                    <a:pt x="3645759" y="297561"/>
                  </a:lnTo>
                  <a:lnTo>
                    <a:pt x="3646281" y="297383"/>
                  </a:lnTo>
                  <a:lnTo>
                    <a:pt x="3647672" y="296909"/>
                  </a:lnTo>
                  <a:lnTo>
                    <a:pt x="3648368" y="296673"/>
                  </a:lnTo>
                  <a:lnTo>
                    <a:pt x="3651846" y="295488"/>
                  </a:lnTo>
                  <a:lnTo>
                    <a:pt x="3652194" y="295370"/>
                  </a:lnTo>
                  <a:lnTo>
                    <a:pt x="3655498" y="294245"/>
                  </a:lnTo>
                  <a:lnTo>
                    <a:pt x="3657585" y="293534"/>
                  </a:lnTo>
                  <a:lnTo>
                    <a:pt x="3659150" y="293001"/>
                  </a:lnTo>
                  <a:lnTo>
                    <a:pt x="3660193" y="292646"/>
                  </a:lnTo>
                  <a:lnTo>
                    <a:pt x="3661410" y="292231"/>
                  </a:lnTo>
                  <a:lnTo>
                    <a:pt x="3662454" y="291876"/>
                  </a:lnTo>
                  <a:lnTo>
                    <a:pt x="3662975" y="291698"/>
                  </a:lnTo>
                  <a:lnTo>
                    <a:pt x="3663149" y="291639"/>
                  </a:lnTo>
                  <a:lnTo>
                    <a:pt x="3664540" y="291165"/>
                  </a:lnTo>
                  <a:lnTo>
                    <a:pt x="3666453" y="290514"/>
                  </a:lnTo>
                  <a:lnTo>
                    <a:pt x="3668714" y="289744"/>
                  </a:lnTo>
                  <a:lnTo>
                    <a:pt x="3670279" y="289211"/>
                  </a:lnTo>
                  <a:lnTo>
                    <a:pt x="3674105" y="287907"/>
                  </a:lnTo>
                  <a:lnTo>
                    <a:pt x="3675322" y="287493"/>
                  </a:lnTo>
                  <a:lnTo>
                    <a:pt x="3675844" y="287315"/>
                  </a:lnTo>
                  <a:lnTo>
                    <a:pt x="3677409" y="286782"/>
                  </a:lnTo>
                  <a:lnTo>
                    <a:pt x="3683147" y="284827"/>
                  </a:lnTo>
                  <a:lnTo>
                    <a:pt x="3688886" y="282872"/>
                  </a:lnTo>
                  <a:lnTo>
                    <a:pt x="3692538" y="281628"/>
                  </a:lnTo>
                  <a:lnTo>
                    <a:pt x="3692712" y="281568"/>
                  </a:lnTo>
                  <a:lnTo>
                    <a:pt x="3694625" y="280917"/>
                  </a:lnTo>
                  <a:lnTo>
                    <a:pt x="3694799" y="280857"/>
                  </a:lnTo>
                  <a:lnTo>
                    <a:pt x="3696364" y="280324"/>
                  </a:lnTo>
                  <a:lnTo>
                    <a:pt x="3699842" y="279139"/>
                  </a:lnTo>
                  <a:lnTo>
                    <a:pt x="3700885" y="278784"/>
                  </a:lnTo>
                  <a:lnTo>
                    <a:pt x="3701754" y="278487"/>
                  </a:lnTo>
                  <a:lnTo>
                    <a:pt x="3702102" y="278369"/>
                  </a:lnTo>
                  <a:lnTo>
                    <a:pt x="3703146" y="278013"/>
                  </a:lnTo>
                  <a:lnTo>
                    <a:pt x="3709406" y="275880"/>
                  </a:lnTo>
                  <a:lnTo>
                    <a:pt x="3713753" y="274398"/>
                  </a:lnTo>
                  <a:lnTo>
                    <a:pt x="3715318" y="273865"/>
                  </a:lnTo>
                  <a:lnTo>
                    <a:pt x="3716536" y="273450"/>
                  </a:lnTo>
                  <a:lnTo>
                    <a:pt x="3716884" y="273331"/>
                  </a:lnTo>
                  <a:lnTo>
                    <a:pt x="3719840" y="272324"/>
                  </a:lnTo>
                  <a:lnTo>
                    <a:pt x="3722448" y="271435"/>
                  </a:lnTo>
                  <a:lnTo>
                    <a:pt x="3726274" y="270131"/>
                  </a:lnTo>
                  <a:lnTo>
                    <a:pt x="3729056" y="269182"/>
                  </a:lnTo>
                  <a:lnTo>
                    <a:pt x="3736186" y="266752"/>
                  </a:lnTo>
                  <a:lnTo>
                    <a:pt x="3736882" y="266514"/>
                  </a:lnTo>
                  <a:lnTo>
                    <a:pt x="3737230" y="266396"/>
                  </a:lnTo>
                  <a:lnTo>
                    <a:pt x="3737403" y="266337"/>
                  </a:lnTo>
                  <a:lnTo>
                    <a:pt x="3737577" y="266277"/>
                  </a:lnTo>
                  <a:lnTo>
                    <a:pt x="3738795" y="265862"/>
                  </a:lnTo>
                  <a:lnTo>
                    <a:pt x="3740534" y="265269"/>
                  </a:lnTo>
                  <a:lnTo>
                    <a:pt x="3740707" y="265210"/>
                  </a:lnTo>
                  <a:lnTo>
                    <a:pt x="3742446" y="264617"/>
                  </a:lnTo>
                  <a:lnTo>
                    <a:pt x="3744881" y="263787"/>
                  </a:lnTo>
                  <a:lnTo>
                    <a:pt x="3746098" y="263372"/>
                  </a:lnTo>
                  <a:lnTo>
                    <a:pt x="3749924" y="262068"/>
                  </a:lnTo>
                  <a:lnTo>
                    <a:pt x="3758793" y="259043"/>
                  </a:lnTo>
                  <a:lnTo>
                    <a:pt x="3762792" y="257679"/>
                  </a:lnTo>
                  <a:lnTo>
                    <a:pt x="3763140" y="257561"/>
                  </a:lnTo>
                  <a:lnTo>
                    <a:pt x="3764010" y="257264"/>
                  </a:lnTo>
                  <a:lnTo>
                    <a:pt x="3765749" y="256671"/>
                  </a:lnTo>
                  <a:lnTo>
                    <a:pt x="3766444" y="256434"/>
                  </a:lnTo>
                  <a:lnTo>
                    <a:pt x="3774791" y="253587"/>
                  </a:lnTo>
                  <a:lnTo>
                    <a:pt x="3775835" y="253231"/>
                  </a:lnTo>
                  <a:lnTo>
                    <a:pt x="3782095" y="251096"/>
                  </a:lnTo>
                  <a:lnTo>
                    <a:pt x="3783312" y="250680"/>
                  </a:lnTo>
                  <a:lnTo>
                    <a:pt x="3789399" y="248604"/>
                  </a:lnTo>
                  <a:lnTo>
                    <a:pt x="3791659" y="247833"/>
                  </a:lnTo>
                  <a:lnTo>
                    <a:pt x="3793572" y="247180"/>
                  </a:lnTo>
                  <a:lnTo>
                    <a:pt x="3797224" y="245934"/>
                  </a:lnTo>
                  <a:lnTo>
                    <a:pt x="3797746" y="245756"/>
                  </a:lnTo>
                  <a:lnTo>
                    <a:pt x="3798615" y="245460"/>
                  </a:lnTo>
                  <a:lnTo>
                    <a:pt x="3799137" y="245282"/>
                  </a:lnTo>
                  <a:lnTo>
                    <a:pt x="3799311" y="245222"/>
                  </a:lnTo>
                  <a:lnTo>
                    <a:pt x="3801572" y="244451"/>
                  </a:lnTo>
                  <a:lnTo>
                    <a:pt x="3811658" y="241009"/>
                  </a:lnTo>
                  <a:lnTo>
                    <a:pt x="3812701" y="240653"/>
                  </a:lnTo>
                  <a:lnTo>
                    <a:pt x="3814092" y="240179"/>
                  </a:lnTo>
                  <a:lnTo>
                    <a:pt x="3817918" y="238873"/>
                  </a:lnTo>
                  <a:lnTo>
                    <a:pt x="3819657" y="238279"/>
                  </a:lnTo>
                  <a:lnTo>
                    <a:pt x="3820179" y="238101"/>
                  </a:lnTo>
                  <a:lnTo>
                    <a:pt x="3821570" y="237627"/>
                  </a:lnTo>
                  <a:lnTo>
                    <a:pt x="3822265" y="237389"/>
                  </a:lnTo>
                  <a:lnTo>
                    <a:pt x="3825743" y="236202"/>
                  </a:lnTo>
                  <a:lnTo>
                    <a:pt x="3826091" y="236083"/>
                  </a:lnTo>
                  <a:lnTo>
                    <a:pt x="3829395" y="234956"/>
                  </a:lnTo>
                  <a:lnTo>
                    <a:pt x="3831482" y="234243"/>
                  </a:lnTo>
                  <a:lnTo>
                    <a:pt x="3833047" y="233709"/>
                  </a:lnTo>
                  <a:lnTo>
                    <a:pt x="3834090" y="233353"/>
                  </a:lnTo>
                  <a:lnTo>
                    <a:pt x="3835308" y="232938"/>
                  </a:lnTo>
                  <a:lnTo>
                    <a:pt x="3836351" y="232581"/>
                  </a:lnTo>
                  <a:lnTo>
                    <a:pt x="3836873" y="232403"/>
                  </a:lnTo>
                  <a:lnTo>
                    <a:pt x="3837047" y="232344"/>
                  </a:lnTo>
                  <a:lnTo>
                    <a:pt x="3838438" y="231869"/>
                  </a:lnTo>
                  <a:lnTo>
                    <a:pt x="3840351" y="231216"/>
                  </a:lnTo>
                  <a:lnTo>
                    <a:pt x="3842611" y="230444"/>
                  </a:lnTo>
                  <a:lnTo>
                    <a:pt x="3844176" y="229910"/>
                  </a:lnTo>
                  <a:lnTo>
                    <a:pt x="3848002" y="228604"/>
                  </a:lnTo>
                  <a:lnTo>
                    <a:pt x="3849219" y="228188"/>
                  </a:lnTo>
                  <a:lnTo>
                    <a:pt x="3849741" y="228010"/>
                  </a:lnTo>
                  <a:lnTo>
                    <a:pt x="3851306" y="227476"/>
                  </a:lnTo>
                  <a:lnTo>
                    <a:pt x="3857045" y="225517"/>
                  </a:lnTo>
                  <a:lnTo>
                    <a:pt x="3862783" y="223557"/>
                  </a:lnTo>
                  <a:lnTo>
                    <a:pt x="3866435" y="222310"/>
                  </a:lnTo>
                  <a:lnTo>
                    <a:pt x="3866609" y="222251"/>
                  </a:lnTo>
                  <a:lnTo>
                    <a:pt x="3868522" y="221598"/>
                  </a:lnTo>
                  <a:lnTo>
                    <a:pt x="3868696" y="221538"/>
                  </a:lnTo>
                  <a:lnTo>
                    <a:pt x="3870261" y="221004"/>
                  </a:lnTo>
                  <a:lnTo>
                    <a:pt x="3873739" y="219816"/>
                  </a:lnTo>
                  <a:lnTo>
                    <a:pt x="3874782" y="219460"/>
                  </a:lnTo>
                  <a:lnTo>
                    <a:pt x="3875652" y="219163"/>
                  </a:lnTo>
                  <a:lnTo>
                    <a:pt x="3876000" y="219044"/>
                  </a:lnTo>
                  <a:lnTo>
                    <a:pt x="3877043" y="218688"/>
                  </a:lnTo>
                  <a:lnTo>
                    <a:pt x="3883303" y="216549"/>
                  </a:lnTo>
                  <a:lnTo>
                    <a:pt x="3887651" y="215065"/>
                  </a:lnTo>
                  <a:lnTo>
                    <a:pt x="3889216" y="214530"/>
                  </a:lnTo>
                  <a:lnTo>
                    <a:pt x="3890433" y="214114"/>
                  </a:lnTo>
                  <a:lnTo>
                    <a:pt x="3890781" y="213995"/>
                  </a:lnTo>
                  <a:lnTo>
                    <a:pt x="3893737" y="212986"/>
                  </a:lnTo>
                  <a:lnTo>
                    <a:pt x="3896346" y="212094"/>
                  </a:lnTo>
                  <a:lnTo>
                    <a:pt x="3900171" y="210788"/>
                  </a:lnTo>
                  <a:lnTo>
                    <a:pt x="3902954" y="209837"/>
                  </a:lnTo>
                  <a:lnTo>
                    <a:pt x="3907127" y="208411"/>
                  </a:lnTo>
                  <a:lnTo>
                    <a:pt x="3910084" y="207401"/>
                  </a:lnTo>
                  <a:lnTo>
                    <a:pt x="3910779" y="207164"/>
                  </a:lnTo>
                  <a:lnTo>
                    <a:pt x="3911127" y="207045"/>
                  </a:lnTo>
                  <a:lnTo>
                    <a:pt x="3911301" y="206985"/>
                  </a:lnTo>
                  <a:lnTo>
                    <a:pt x="3911475" y="206926"/>
                  </a:lnTo>
                  <a:lnTo>
                    <a:pt x="3912692" y="206510"/>
                  </a:lnTo>
                  <a:lnTo>
                    <a:pt x="3914431" y="205916"/>
                  </a:lnTo>
                  <a:lnTo>
                    <a:pt x="3914605" y="205856"/>
                  </a:lnTo>
                  <a:lnTo>
                    <a:pt x="3916344" y="205262"/>
                  </a:lnTo>
                  <a:lnTo>
                    <a:pt x="3918778" y="204430"/>
                  </a:lnTo>
                  <a:lnTo>
                    <a:pt x="3919996" y="204014"/>
                  </a:lnTo>
                  <a:lnTo>
                    <a:pt x="3923821" y="202707"/>
                  </a:lnTo>
                  <a:lnTo>
                    <a:pt x="3932690" y="199676"/>
                  </a:lnTo>
                  <a:lnTo>
                    <a:pt x="3936690" y="198310"/>
                  </a:lnTo>
                  <a:lnTo>
                    <a:pt x="3937038" y="198191"/>
                  </a:lnTo>
                  <a:lnTo>
                    <a:pt x="3937907" y="197894"/>
                  </a:lnTo>
                  <a:lnTo>
                    <a:pt x="3939646" y="197299"/>
                  </a:lnTo>
                  <a:lnTo>
                    <a:pt x="3940342" y="197061"/>
                  </a:lnTo>
                  <a:lnTo>
                    <a:pt x="3948689" y="194208"/>
                  </a:lnTo>
                  <a:lnTo>
                    <a:pt x="3949732" y="193852"/>
                  </a:lnTo>
                  <a:lnTo>
                    <a:pt x="3955993" y="191712"/>
                  </a:lnTo>
                  <a:lnTo>
                    <a:pt x="3957210" y="191296"/>
                  </a:lnTo>
                  <a:lnTo>
                    <a:pt x="3963296" y="189215"/>
                  </a:lnTo>
                  <a:lnTo>
                    <a:pt x="3965557" y="188442"/>
                  </a:lnTo>
                  <a:lnTo>
                    <a:pt x="3967470" y="187788"/>
                  </a:lnTo>
                  <a:lnTo>
                    <a:pt x="3971122" y="186540"/>
                  </a:lnTo>
                  <a:lnTo>
                    <a:pt x="3971643" y="186361"/>
                  </a:lnTo>
                  <a:lnTo>
                    <a:pt x="3972513" y="186064"/>
                  </a:lnTo>
                  <a:lnTo>
                    <a:pt x="3973034" y="185886"/>
                  </a:lnTo>
                  <a:lnTo>
                    <a:pt x="3973208" y="185826"/>
                  </a:lnTo>
                  <a:lnTo>
                    <a:pt x="3975469" y="185053"/>
                  </a:lnTo>
                  <a:lnTo>
                    <a:pt x="3985555" y="181605"/>
                  </a:lnTo>
                  <a:lnTo>
                    <a:pt x="3986598" y="181248"/>
                  </a:lnTo>
                  <a:lnTo>
                    <a:pt x="3987990" y="180772"/>
                  </a:lnTo>
                  <a:lnTo>
                    <a:pt x="3991815" y="179464"/>
                  </a:lnTo>
                  <a:lnTo>
                    <a:pt x="3993554" y="178869"/>
                  </a:lnTo>
                  <a:lnTo>
                    <a:pt x="3994076" y="178691"/>
                  </a:lnTo>
                  <a:lnTo>
                    <a:pt x="3995467" y="178215"/>
                  </a:lnTo>
                  <a:lnTo>
                    <a:pt x="3996163" y="177977"/>
                  </a:lnTo>
                  <a:lnTo>
                    <a:pt x="3999989" y="176669"/>
                  </a:lnTo>
                  <a:lnTo>
                    <a:pt x="4003293" y="175539"/>
                  </a:lnTo>
                  <a:lnTo>
                    <a:pt x="4005379" y="174825"/>
                  </a:lnTo>
                  <a:lnTo>
                    <a:pt x="4006944" y="174290"/>
                  </a:lnTo>
                  <a:lnTo>
                    <a:pt x="4007988" y="173933"/>
                  </a:lnTo>
                  <a:lnTo>
                    <a:pt x="4009205" y="173516"/>
                  </a:lnTo>
                  <a:lnTo>
                    <a:pt x="4010249" y="173159"/>
                  </a:lnTo>
                  <a:lnTo>
                    <a:pt x="4010770" y="172981"/>
                  </a:lnTo>
                  <a:lnTo>
                    <a:pt x="4010944" y="172922"/>
                  </a:lnTo>
                  <a:lnTo>
                    <a:pt x="4012335" y="172446"/>
                  </a:lnTo>
                  <a:lnTo>
                    <a:pt x="4014248" y="171791"/>
                  </a:lnTo>
                  <a:lnTo>
                    <a:pt x="4016509" y="171018"/>
                  </a:lnTo>
                  <a:lnTo>
                    <a:pt x="4018074" y="170483"/>
                  </a:lnTo>
                  <a:lnTo>
                    <a:pt x="4021900" y="169174"/>
                  </a:lnTo>
                  <a:lnTo>
                    <a:pt x="4023117" y="168758"/>
                  </a:lnTo>
                  <a:lnTo>
                    <a:pt x="4023639" y="168579"/>
                  </a:lnTo>
                  <a:lnTo>
                    <a:pt x="4025204" y="168044"/>
                  </a:lnTo>
                  <a:lnTo>
                    <a:pt x="4030942" y="166080"/>
                  </a:lnTo>
                  <a:lnTo>
                    <a:pt x="4036681" y="164117"/>
                  </a:lnTo>
                  <a:lnTo>
                    <a:pt x="4040333" y="162868"/>
                  </a:lnTo>
                  <a:lnTo>
                    <a:pt x="4040507" y="162808"/>
                  </a:lnTo>
                  <a:lnTo>
                    <a:pt x="4042420" y="162154"/>
                  </a:lnTo>
                  <a:lnTo>
                    <a:pt x="4042593" y="162094"/>
                  </a:lnTo>
                  <a:lnTo>
                    <a:pt x="4044159" y="161559"/>
                  </a:lnTo>
                  <a:lnTo>
                    <a:pt x="4047636" y="160368"/>
                  </a:lnTo>
                  <a:lnTo>
                    <a:pt x="4048680" y="160011"/>
                  </a:lnTo>
                  <a:lnTo>
                    <a:pt x="4049549" y="159714"/>
                  </a:lnTo>
                  <a:lnTo>
                    <a:pt x="4049897" y="159595"/>
                  </a:lnTo>
                  <a:lnTo>
                    <a:pt x="4050941" y="159238"/>
                  </a:lnTo>
                  <a:lnTo>
                    <a:pt x="4057201" y="157096"/>
                  </a:lnTo>
                  <a:lnTo>
                    <a:pt x="4061548" y="155608"/>
                  </a:lnTo>
                  <a:lnTo>
                    <a:pt x="4063113" y="155072"/>
                  </a:lnTo>
                  <a:lnTo>
                    <a:pt x="4064331" y="154656"/>
                  </a:lnTo>
                  <a:lnTo>
                    <a:pt x="4064678" y="154536"/>
                  </a:lnTo>
                  <a:lnTo>
                    <a:pt x="4067635" y="153525"/>
                  </a:lnTo>
                  <a:lnTo>
                    <a:pt x="4070243" y="152632"/>
                  </a:lnTo>
                  <a:lnTo>
                    <a:pt x="4074069" y="151322"/>
                  </a:lnTo>
                  <a:lnTo>
                    <a:pt x="4076851" y="150370"/>
                  </a:lnTo>
                  <a:lnTo>
                    <a:pt x="4081025" y="148942"/>
                  </a:lnTo>
                  <a:lnTo>
                    <a:pt x="4083981" y="147930"/>
                  </a:lnTo>
                  <a:lnTo>
                    <a:pt x="4084677" y="147691"/>
                  </a:lnTo>
                  <a:lnTo>
                    <a:pt x="4085198" y="147513"/>
                  </a:lnTo>
                  <a:lnTo>
                    <a:pt x="4085372" y="147453"/>
                  </a:lnTo>
                  <a:lnTo>
                    <a:pt x="4086590" y="147037"/>
                  </a:lnTo>
                  <a:lnTo>
                    <a:pt x="4088328" y="146441"/>
                  </a:lnTo>
                  <a:lnTo>
                    <a:pt x="4088502" y="146382"/>
                  </a:lnTo>
                  <a:lnTo>
                    <a:pt x="4090241" y="145787"/>
                  </a:lnTo>
                  <a:lnTo>
                    <a:pt x="4092676" y="144953"/>
                  </a:lnTo>
                  <a:lnTo>
                    <a:pt x="4093893" y="144536"/>
                  </a:lnTo>
                  <a:lnTo>
                    <a:pt x="4097719" y="143227"/>
                  </a:lnTo>
                  <a:lnTo>
                    <a:pt x="4106588" y="140190"/>
                  </a:lnTo>
                  <a:lnTo>
                    <a:pt x="4110587" y="138821"/>
                  </a:lnTo>
                  <a:lnTo>
                    <a:pt x="4110935" y="138702"/>
                  </a:lnTo>
                  <a:lnTo>
                    <a:pt x="4111805" y="138404"/>
                  </a:lnTo>
                  <a:lnTo>
                    <a:pt x="4114239" y="137570"/>
                  </a:lnTo>
                  <a:lnTo>
                    <a:pt x="4122586" y="134712"/>
                  </a:lnTo>
                  <a:lnTo>
                    <a:pt x="4123630" y="134354"/>
                  </a:lnTo>
                  <a:lnTo>
                    <a:pt x="4129890" y="132211"/>
                  </a:lnTo>
                  <a:lnTo>
                    <a:pt x="4131107" y="131794"/>
                  </a:lnTo>
                  <a:lnTo>
                    <a:pt x="4137194" y="129709"/>
                  </a:lnTo>
                  <a:lnTo>
                    <a:pt x="4139454" y="128935"/>
                  </a:lnTo>
                  <a:lnTo>
                    <a:pt x="4141367" y="128280"/>
                  </a:lnTo>
                  <a:lnTo>
                    <a:pt x="4145019" y="127029"/>
                  </a:lnTo>
                  <a:lnTo>
                    <a:pt x="4146410" y="126552"/>
                  </a:lnTo>
                  <a:lnTo>
                    <a:pt x="4146932" y="126374"/>
                  </a:lnTo>
                  <a:lnTo>
                    <a:pt x="4147106" y="126314"/>
                  </a:lnTo>
                  <a:lnTo>
                    <a:pt x="4149366" y="125540"/>
                  </a:lnTo>
                  <a:lnTo>
                    <a:pt x="4159453" y="122085"/>
                  </a:lnTo>
                  <a:lnTo>
                    <a:pt x="4160496" y="121727"/>
                  </a:lnTo>
                  <a:lnTo>
                    <a:pt x="4161887" y="121251"/>
                  </a:lnTo>
                  <a:lnTo>
                    <a:pt x="4167452" y="119344"/>
                  </a:lnTo>
                  <a:lnTo>
                    <a:pt x="4170060" y="118450"/>
                  </a:lnTo>
                  <a:lnTo>
                    <a:pt x="4173886" y="117140"/>
                  </a:lnTo>
                  <a:lnTo>
                    <a:pt x="4177190" y="116008"/>
                  </a:lnTo>
                  <a:lnTo>
                    <a:pt x="4179277" y="115293"/>
                  </a:lnTo>
                  <a:lnTo>
                    <a:pt x="4180842" y="114756"/>
                  </a:lnTo>
                  <a:lnTo>
                    <a:pt x="4183103" y="113982"/>
                  </a:lnTo>
                  <a:lnTo>
                    <a:pt x="4184146" y="113624"/>
                  </a:lnTo>
                  <a:lnTo>
                    <a:pt x="4184668" y="113445"/>
                  </a:lnTo>
                  <a:lnTo>
                    <a:pt x="4184842" y="113386"/>
                  </a:lnTo>
                  <a:lnTo>
                    <a:pt x="4186233" y="112909"/>
                  </a:lnTo>
                  <a:lnTo>
                    <a:pt x="4188146" y="112254"/>
                  </a:lnTo>
                  <a:lnTo>
                    <a:pt x="4190406" y="111479"/>
                  </a:lnTo>
                  <a:lnTo>
                    <a:pt x="4191971" y="110943"/>
                  </a:lnTo>
                  <a:lnTo>
                    <a:pt x="4195797" y="109632"/>
                  </a:lnTo>
                  <a:lnTo>
                    <a:pt x="4197536" y="109036"/>
                  </a:lnTo>
                  <a:lnTo>
                    <a:pt x="4199101" y="108499"/>
                  </a:lnTo>
                  <a:lnTo>
                    <a:pt x="4204840" y="106533"/>
                  </a:lnTo>
                  <a:lnTo>
                    <a:pt x="4210578" y="104566"/>
                  </a:lnTo>
                  <a:lnTo>
                    <a:pt x="4214404" y="103254"/>
                  </a:lnTo>
                  <a:lnTo>
                    <a:pt x="4216317" y="102599"/>
                  </a:lnTo>
                  <a:lnTo>
                    <a:pt x="4221534" y="100810"/>
                  </a:lnTo>
                  <a:lnTo>
                    <a:pt x="4223447" y="100155"/>
                  </a:lnTo>
                  <a:lnTo>
                    <a:pt x="4223795" y="100036"/>
                  </a:lnTo>
                  <a:lnTo>
                    <a:pt x="4224838" y="99678"/>
                  </a:lnTo>
                  <a:lnTo>
                    <a:pt x="4231098" y="97532"/>
                  </a:lnTo>
                  <a:lnTo>
                    <a:pt x="4237011" y="95505"/>
                  </a:lnTo>
                  <a:lnTo>
                    <a:pt x="4238228" y="95088"/>
                  </a:lnTo>
                  <a:lnTo>
                    <a:pt x="4241532" y="93955"/>
                  </a:lnTo>
                  <a:lnTo>
                    <a:pt x="4244141" y="93060"/>
                  </a:lnTo>
                  <a:lnTo>
                    <a:pt x="4250749" y="90795"/>
                  </a:lnTo>
                  <a:lnTo>
                    <a:pt x="4254922" y="89364"/>
                  </a:lnTo>
                  <a:lnTo>
                    <a:pt x="4258574" y="88112"/>
                  </a:lnTo>
                  <a:lnTo>
                    <a:pt x="4259096" y="87933"/>
                  </a:lnTo>
                  <a:lnTo>
                    <a:pt x="4262226" y="86859"/>
                  </a:lnTo>
                  <a:lnTo>
                    <a:pt x="4262400" y="86800"/>
                  </a:lnTo>
                  <a:lnTo>
                    <a:pt x="4264139" y="86203"/>
                  </a:lnTo>
                  <a:lnTo>
                    <a:pt x="4266573" y="85368"/>
                  </a:lnTo>
                  <a:lnTo>
                    <a:pt x="4267791" y="84951"/>
                  </a:lnTo>
                  <a:lnTo>
                    <a:pt x="4271616" y="83639"/>
                  </a:lnTo>
                  <a:lnTo>
                    <a:pt x="4280485" y="80597"/>
                  </a:lnTo>
                  <a:lnTo>
                    <a:pt x="4284485" y="79226"/>
                  </a:lnTo>
                  <a:lnTo>
                    <a:pt x="4284833" y="79106"/>
                  </a:lnTo>
                  <a:lnTo>
                    <a:pt x="4287441" y="78212"/>
                  </a:lnTo>
                  <a:lnTo>
                    <a:pt x="4296484" y="75110"/>
                  </a:lnTo>
                  <a:lnTo>
                    <a:pt x="4303787" y="72605"/>
                  </a:lnTo>
                  <a:lnTo>
                    <a:pt x="4313352" y="69323"/>
                  </a:lnTo>
                  <a:lnTo>
                    <a:pt x="4315265" y="68667"/>
                  </a:lnTo>
                  <a:lnTo>
                    <a:pt x="4318916" y="67414"/>
                  </a:lnTo>
                  <a:lnTo>
                    <a:pt x="4320308" y="66937"/>
                  </a:lnTo>
                  <a:lnTo>
                    <a:pt x="4320829" y="66758"/>
                  </a:lnTo>
                  <a:lnTo>
                    <a:pt x="4323264" y="65923"/>
                  </a:lnTo>
                  <a:lnTo>
                    <a:pt x="4334393" y="62104"/>
                  </a:lnTo>
                  <a:lnTo>
                    <a:pt x="4335785" y="61627"/>
                  </a:lnTo>
                  <a:lnTo>
                    <a:pt x="4341349" y="59717"/>
                  </a:lnTo>
                  <a:lnTo>
                    <a:pt x="4353174" y="55659"/>
                  </a:lnTo>
                  <a:lnTo>
                    <a:pt x="4369695" y="49989"/>
                  </a:lnTo>
                  <a:lnTo>
                    <a:pt x="4378737" y="46885"/>
                  </a:lnTo>
                  <a:lnTo>
                    <a:pt x="4388302" y="43602"/>
                  </a:lnTo>
                  <a:lnTo>
                    <a:pt x="4432472" y="28436"/>
                  </a:lnTo>
                  <a:lnTo>
                    <a:pt x="4432993" y="28257"/>
                  </a:lnTo>
                  <a:lnTo>
                    <a:pt x="4436297" y="27122"/>
                  </a:lnTo>
                  <a:lnTo>
                    <a:pt x="4470381" y="15415"/>
                  </a:lnTo>
                  <a:lnTo>
                    <a:pt x="4515247" y="0"/>
                  </a:lnTo>
                  <a:lnTo>
                    <a:pt x="4515247" y="156791"/>
                  </a:lnTo>
                  <a:lnTo>
                    <a:pt x="4470381" y="170652"/>
                  </a:lnTo>
                  <a:lnTo>
                    <a:pt x="4436297" y="181186"/>
                  </a:lnTo>
                  <a:lnTo>
                    <a:pt x="4432993" y="182207"/>
                  </a:lnTo>
                  <a:lnTo>
                    <a:pt x="4432472" y="182368"/>
                  </a:lnTo>
                  <a:lnTo>
                    <a:pt x="4388302" y="196025"/>
                  </a:lnTo>
                  <a:lnTo>
                    <a:pt x="4378737" y="198982"/>
                  </a:lnTo>
                  <a:lnTo>
                    <a:pt x="4369695" y="201779"/>
                  </a:lnTo>
                  <a:lnTo>
                    <a:pt x="4353174" y="206889"/>
                  </a:lnTo>
                  <a:lnTo>
                    <a:pt x="4341349" y="210547"/>
                  </a:lnTo>
                  <a:lnTo>
                    <a:pt x="4335785" y="212269"/>
                  </a:lnTo>
                  <a:lnTo>
                    <a:pt x="4334393" y="212700"/>
                  </a:lnTo>
                  <a:lnTo>
                    <a:pt x="4323264" y="216143"/>
                  </a:lnTo>
                  <a:lnTo>
                    <a:pt x="4320829" y="216897"/>
                  </a:lnTo>
                  <a:lnTo>
                    <a:pt x="4320308" y="217058"/>
                  </a:lnTo>
                  <a:lnTo>
                    <a:pt x="4318916" y="217488"/>
                  </a:lnTo>
                  <a:lnTo>
                    <a:pt x="4315265" y="218619"/>
                  </a:lnTo>
                  <a:lnTo>
                    <a:pt x="4313352" y="219210"/>
                  </a:lnTo>
                  <a:lnTo>
                    <a:pt x="4303787" y="222170"/>
                  </a:lnTo>
                  <a:lnTo>
                    <a:pt x="4296484" y="224431"/>
                  </a:lnTo>
                  <a:lnTo>
                    <a:pt x="4287441" y="227230"/>
                  </a:lnTo>
                  <a:lnTo>
                    <a:pt x="4284833" y="228037"/>
                  </a:lnTo>
                  <a:lnTo>
                    <a:pt x="4284485" y="228145"/>
                  </a:lnTo>
                  <a:lnTo>
                    <a:pt x="4280485" y="229383"/>
                  </a:lnTo>
                  <a:lnTo>
                    <a:pt x="4271616" y="232129"/>
                  </a:lnTo>
                  <a:lnTo>
                    <a:pt x="4267791" y="233313"/>
                  </a:lnTo>
                  <a:lnTo>
                    <a:pt x="4266573" y="233690"/>
                  </a:lnTo>
                  <a:lnTo>
                    <a:pt x="4264139" y="234444"/>
                  </a:lnTo>
                  <a:lnTo>
                    <a:pt x="4262400" y="234982"/>
                  </a:lnTo>
                  <a:lnTo>
                    <a:pt x="4262226" y="235036"/>
                  </a:lnTo>
                  <a:lnTo>
                    <a:pt x="4259096" y="236005"/>
                  </a:lnTo>
                  <a:lnTo>
                    <a:pt x="4258574" y="236167"/>
                  </a:lnTo>
                  <a:lnTo>
                    <a:pt x="4254922" y="237298"/>
                  </a:lnTo>
                  <a:lnTo>
                    <a:pt x="4250749" y="238590"/>
                  </a:lnTo>
                  <a:lnTo>
                    <a:pt x="4244141" y="240636"/>
                  </a:lnTo>
                  <a:lnTo>
                    <a:pt x="4241532" y="241444"/>
                  </a:lnTo>
                  <a:lnTo>
                    <a:pt x="4238228" y="242467"/>
                  </a:lnTo>
                  <a:lnTo>
                    <a:pt x="4237011" y="242844"/>
                  </a:lnTo>
                  <a:lnTo>
                    <a:pt x="4231098" y="244676"/>
                  </a:lnTo>
                  <a:lnTo>
                    <a:pt x="4224838" y="246615"/>
                  </a:lnTo>
                  <a:lnTo>
                    <a:pt x="4223795" y="246938"/>
                  </a:lnTo>
                  <a:lnTo>
                    <a:pt x="4223447" y="247045"/>
                  </a:lnTo>
                  <a:lnTo>
                    <a:pt x="4221534" y="247638"/>
                  </a:lnTo>
                  <a:lnTo>
                    <a:pt x="4216317" y="249254"/>
                  </a:lnTo>
                  <a:lnTo>
                    <a:pt x="4214404" y="249847"/>
                  </a:lnTo>
                  <a:lnTo>
                    <a:pt x="4210578" y="251032"/>
                  </a:lnTo>
                  <a:lnTo>
                    <a:pt x="4204840" y="252810"/>
                  </a:lnTo>
                  <a:lnTo>
                    <a:pt x="4199101" y="254587"/>
                  </a:lnTo>
                  <a:lnTo>
                    <a:pt x="4197536" y="255072"/>
                  </a:lnTo>
                  <a:lnTo>
                    <a:pt x="4195797" y="255611"/>
                  </a:lnTo>
                  <a:lnTo>
                    <a:pt x="4191971" y="256797"/>
                  </a:lnTo>
                  <a:lnTo>
                    <a:pt x="4190406" y="257281"/>
                  </a:lnTo>
                  <a:lnTo>
                    <a:pt x="4188146" y="257982"/>
                  </a:lnTo>
                  <a:lnTo>
                    <a:pt x="4186233" y="258575"/>
                  </a:lnTo>
                  <a:lnTo>
                    <a:pt x="4184842" y="259006"/>
                  </a:lnTo>
                  <a:lnTo>
                    <a:pt x="4184668" y="259060"/>
                  </a:lnTo>
                  <a:lnTo>
                    <a:pt x="4184146" y="259221"/>
                  </a:lnTo>
                  <a:lnTo>
                    <a:pt x="4183103" y="259545"/>
                  </a:lnTo>
                  <a:lnTo>
                    <a:pt x="4180842" y="260245"/>
                  </a:lnTo>
                  <a:lnTo>
                    <a:pt x="4179277" y="260730"/>
                  </a:lnTo>
                  <a:lnTo>
                    <a:pt x="4177190" y="261377"/>
                  </a:lnTo>
                  <a:lnTo>
                    <a:pt x="4173886" y="262401"/>
                  </a:lnTo>
                  <a:lnTo>
                    <a:pt x="4170060" y="263587"/>
                  </a:lnTo>
                  <a:lnTo>
                    <a:pt x="4167452" y="264395"/>
                  </a:lnTo>
                  <a:lnTo>
                    <a:pt x="4161887" y="266120"/>
                  </a:lnTo>
                  <a:lnTo>
                    <a:pt x="4160496" y="266551"/>
                  </a:lnTo>
                  <a:lnTo>
                    <a:pt x="4159453" y="266874"/>
                  </a:lnTo>
                  <a:lnTo>
                    <a:pt x="4149366" y="270001"/>
                  </a:lnTo>
                  <a:lnTo>
                    <a:pt x="4147106" y="270702"/>
                  </a:lnTo>
                  <a:lnTo>
                    <a:pt x="4146932" y="270755"/>
                  </a:lnTo>
                  <a:lnTo>
                    <a:pt x="4146410" y="270917"/>
                  </a:lnTo>
                  <a:lnTo>
                    <a:pt x="4145019" y="271348"/>
                  </a:lnTo>
                  <a:lnTo>
                    <a:pt x="4141367" y="272481"/>
                  </a:lnTo>
                  <a:lnTo>
                    <a:pt x="4139454" y="273074"/>
                  </a:lnTo>
                  <a:lnTo>
                    <a:pt x="4137194" y="273774"/>
                  </a:lnTo>
                  <a:lnTo>
                    <a:pt x="4131107" y="275662"/>
                  </a:lnTo>
                  <a:lnTo>
                    <a:pt x="4129890" y="276039"/>
                  </a:lnTo>
                  <a:lnTo>
                    <a:pt x="4123630" y="277980"/>
                  </a:lnTo>
                  <a:lnTo>
                    <a:pt x="4122586" y="278304"/>
                  </a:lnTo>
                  <a:lnTo>
                    <a:pt x="4114239" y="280892"/>
                  </a:lnTo>
                  <a:lnTo>
                    <a:pt x="4111805" y="281647"/>
                  </a:lnTo>
                  <a:lnTo>
                    <a:pt x="4110935" y="281917"/>
                  </a:lnTo>
                  <a:lnTo>
                    <a:pt x="4110587" y="282025"/>
                  </a:lnTo>
                  <a:lnTo>
                    <a:pt x="4106588" y="283265"/>
                  </a:lnTo>
                  <a:lnTo>
                    <a:pt x="4097719" y="286016"/>
                  </a:lnTo>
                  <a:lnTo>
                    <a:pt x="4093893" y="287202"/>
                  </a:lnTo>
                  <a:lnTo>
                    <a:pt x="4092676" y="287580"/>
                  </a:lnTo>
                  <a:lnTo>
                    <a:pt x="4090241" y="288335"/>
                  </a:lnTo>
                  <a:lnTo>
                    <a:pt x="4088502" y="288875"/>
                  </a:lnTo>
                  <a:lnTo>
                    <a:pt x="4088328" y="288929"/>
                  </a:lnTo>
                  <a:lnTo>
                    <a:pt x="4086590" y="289468"/>
                  </a:lnTo>
                  <a:lnTo>
                    <a:pt x="4085372" y="289846"/>
                  </a:lnTo>
                  <a:lnTo>
                    <a:pt x="4085198" y="289900"/>
                  </a:lnTo>
                  <a:lnTo>
                    <a:pt x="4084677" y="290061"/>
                  </a:lnTo>
                  <a:lnTo>
                    <a:pt x="4083981" y="290277"/>
                  </a:lnTo>
                  <a:lnTo>
                    <a:pt x="4081025" y="291194"/>
                  </a:lnTo>
                  <a:lnTo>
                    <a:pt x="4076851" y="292489"/>
                  </a:lnTo>
                  <a:lnTo>
                    <a:pt x="4074069" y="293352"/>
                  </a:lnTo>
                  <a:lnTo>
                    <a:pt x="4070243" y="294539"/>
                  </a:lnTo>
                  <a:lnTo>
                    <a:pt x="4067635" y="295349"/>
                  </a:lnTo>
                  <a:lnTo>
                    <a:pt x="4064678" y="296266"/>
                  </a:lnTo>
                  <a:lnTo>
                    <a:pt x="4064331" y="296374"/>
                  </a:lnTo>
                  <a:lnTo>
                    <a:pt x="4063113" y="296752"/>
                  </a:lnTo>
                  <a:lnTo>
                    <a:pt x="4061548" y="297237"/>
                  </a:lnTo>
                  <a:lnTo>
                    <a:pt x="4057201" y="298586"/>
                  </a:lnTo>
                  <a:lnTo>
                    <a:pt x="4050941" y="300529"/>
                  </a:lnTo>
                  <a:lnTo>
                    <a:pt x="4049897" y="300853"/>
                  </a:lnTo>
                  <a:lnTo>
                    <a:pt x="4049549" y="300961"/>
                  </a:lnTo>
                  <a:lnTo>
                    <a:pt x="4048680" y="301231"/>
                  </a:lnTo>
                  <a:lnTo>
                    <a:pt x="4047636" y="301554"/>
                  </a:lnTo>
                  <a:lnTo>
                    <a:pt x="4044159" y="302634"/>
                  </a:lnTo>
                  <a:lnTo>
                    <a:pt x="4042593" y="303120"/>
                  </a:lnTo>
                  <a:lnTo>
                    <a:pt x="4042420" y="303174"/>
                  </a:lnTo>
                  <a:lnTo>
                    <a:pt x="4040507" y="303767"/>
                  </a:lnTo>
                  <a:lnTo>
                    <a:pt x="4040333" y="303821"/>
                  </a:lnTo>
                  <a:lnTo>
                    <a:pt x="4036681" y="304955"/>
                  </a:lnTo>
                  <a:lnTo>
                    <a:pt x="4030942" y="306736"/>
                  </a:lnTo>
                  <a:lnTo>
                    <a:pt x="4025204" y="308517"/>
                  </a:lnTo>
                  <a:lnTo>
                    <a:pt x="4023639" y="309003"/>
                  </a:lnTo>
                  <a:lnTo>
                    <a:pt x="4023117" y="309165"/>
                  </a:lnTo>
                  <a:lnTo>
                    <a:pt x="4021900" y="309543"/>
                  </a:lnTo>
                  <a:lnTo>
                    <a:pt x="4018074" y="310731"/>
                  </a:lnTo>
                  <a:lnTo>
                    <a:pt x="4016509" y="311217"/>
                  </a:lnTo>
                  <a:lnTo>
                    <a:pt x="4014248" y="311919"/>
                  </a:lnTo>
                  <a:lnTo>
                    <a:pt x="4012335" y="312513"/>
                  </a:lnTo>
                  <a:lnTo>
                    <a:pt x="4010944" y="312944"/>
                  </a:lnTo>
                  <a:lnTo>
                    <a:pt x="4010770" y="312998"/>
                  </a:lnTo>
                  <a:lnTo>
                    <a:pt x="4010249" y="313160"/>
                  </a:lnTo>
                  <a:lnTo>
                    <a:pt x="4009205" y="313484"/>
                  </a:lnTo>
                  <a:lnTo>
                    <a:pt x="4007988" y="313862"/>
                  </a:lnTo>
                  <a:lnTo>
                    <a:pt x="4006944" y="314186"/>
                  </a:lnTo>
                  <a:lnTo>
                    <a:pt x="4005379" y="314672"/>
                  </a:lnTo>
                  <a:lnTo>
                    <a:pt x="4003293" y="315320"/>
                  </a:lnTo>
                  <a:lnTo>
                    <a:pt x="3999989" y="316346"/>
                  </a:lnTo>
                  <a:lnTo>
                    <a:pt x="3996163" y="317534"/>
                  </a:lnTo>
                  <a:lnTo>
                    <a:pt x="3995467" y="317750"/>
                  </a:lnTo>
                  <a:lnTo>
                    <a:pt x="3994076" y="318182"/>
                  </a:lnTo>
                  <a:lnTo>
                    <a:pt x="3993554" y="318344"/>
                  </a:lnTo>
                  <a:lnTo>
                    <a:pt x="3991815" y="318884"/>
                  </a:lnTo>
                  <a:lnTo>
                    <a:pt x="3987990" y="320073"/>
                  </a:lnTo>
                  <a:lnTo>
                    <a:pt x="3986598" y="320505"/>
                  </a:lnTo>
                  <a:lnTo>
                    <a:pt x="3985555" y="320829"/>
                  </a:lnTo>
                  <a:lnTo>
                    <a:pt x="3975469" y="323961"/>
                  </a:lnTo>
                  <a:lnTo>
                    <a:pt x="3973208" y="324664"/>
                  </a:lnTo>
                  <a:lnTo>
                    <a:pt x="3973034" y="324718"/>
                  </a:lnTo>
                  <a:lnTo>
                    <a:pt x="3972513" y="324880"/>
                  </a:lnTo>
                  <a:lnTo>
                    <a:pt x="3971643" y="325150"/>
                  </a:lnTo>
                  <a:lnTo>
                    <a:pt x="3971122" y="325312"/>
                  </a:lnTo>
                  <a:lnTo>
                    <a:pt x="3967470" y="326446"/>
                  </a:lnTo>
                  <a:lnTo>
                    <a:pt x="3965557" y="327041"/>
                  </a:lnTo>
                  <a:lnTo>
                    <a:pt x="3963296" y="327743"/>
                  </a:lnTo>
                  <a:lnTo>
                    <a:pt x="3957210" y="329634"/>
                  </a:lnTo>
                  <a:lnTo>
                    <a:pt x="3955993" y="330012"/>
                  </a:lnTo>
                  <a:lnTo>
                    <a:pt x="3949732" y="331957"/>
                  </a:lnTo>
                  <a:lnTo>
                    <a:pt x="3948689" y="332281"/>
                  </a:lnTo>
                  <a:lnTo>
                    <a:pt x="3940342" y="334875"/>
                  </a:lnTo>
                  <a:lnTo>
                    <a:pt x="3939646" y="335091"/>
                  </a:lnTo>
                  <a:lnTo>
                    <a:pt x="3937907" y="335632"/>
                  </a:lnTo>
                  <a:lnTo>
                    <a:pt x="3937038" y="335902"/>
                  </a:lnTo>
                  <a:lnTo>
                    <a:pt x="3936690" y="336010"/>
                  </a:lnTo>
                  <a:lnTo>
                    <a:pt x="3932690" y="337253"/>
                  </a:lnTo>
                  <a:lnTo>
                    <a:pt x="3923821" y="340010"/>
                  </a:lnTo>
                  <a:lnTo>
                    <a:pt x="3919996" y="341199"/>
                  </a:lnTo>
                  <a:lnTo>
                    <a:pt x="3918778" y="341577"/>
                  </a:lnTo>
                  <a:lnTo>
                    <a:pt x="3916344" y="342334"/>
                  </a:lnTo>
                  <a:lnTo>
                    <a:pt x="3914605" y="342874"/>
                  </a:lnTo>
                  <a:lnTo>
                    <a:pt x="3914431" y="342929"/>
                  </a:lnTo>
                  <a:lnTo>
                    <a:pt x="3912692" y="343469"/>
                  </a:lnTo>
                  <a:lnTo>
                    <a:pt x="3911475" y="343848"/>
                  </a:lnTo>
                  <a:lnTo>
                    <a:pt x="3911301" y="343902"/>
                  </a:lnTo>
                  <a:lnTo>
                    <a:pt x="3911127" y="343956"/>
                  </a:lnTo>
                  <a:lnTo>
                    <a:pt x="3910779" y="344064"/>
                  </a:lnTo>
                  <a:lnTo>
                    <a:pt x="3910084" y="344280"/>
                  </a:lnTo>
                  <a:lnTo>
                    <a:pt x="3907127" y="345199"/>
                  </a:lnTo>
                  <a:lnTo>
                    <a:pt x="3902954" y="346497"/>
                  </a:lnTo>
                  <a:lnTo>
                    <a:pt x="3900171" y="347362"/>
                  </a:lnTo>
                  <a:lnTo>
                    <a:pt x="3896346" y="348551"/>
                  </a:lnTo>
                  <a:lnTo>
                    <a:pt x="3893737" y="349362"/>
                  </a:lnTo>
                  <a:lnTo>
                    <a:pt x="3890781" y="350282"/>
                  </a:lnTo>
                  <a:lnTo>
                    <a:pt x="3890433" y="350390"/>
                  </a:lnTo>
                  <a:lnTo>
                    <a:pt x="3889216" y="350768"/>
                  </a:lnTo>
                  <a:lnTo>
                    <a:pt x="3887651" y="351255"/>
                  </a:lnTo>
                  <a:lnTo>
                    <a:pt x="3883303" y="352607"/>
                  </a:lnTo>
                  <a:lnTo>
                    <a:pt x="3877043" y="354554"/>
                  </a:lnTo>
                  <a:lnTo>
                    <a:pt x="3876000" y="354878"/>
                  </a:lnTo>
                  <a:lnTo>
                    <a:pt x="3875652" y="354986"/>
                  </a:lnTo>
                  <a:lnTo>
                    <a:pt x="3874782" y="355257"/>
                  </a:lnTo>
                  <a:lnTo>
                    <a:pt x="3873739" y="355581"/>
                  </a:lnTo>
                  <a:lnTo>
                    <a:pt x="3870261" y="356663"/>
                  </a:lnTo>
                  <a:lnTo>
                    <a:pt x="3868696" y="357150"/>
                  </a:lnTo>
                  <a:lnTo>
                    <a:pt x="3868522" y="357204"/>
                  </a:lnTo>
                  <a:lnTo>
                    <a:pt x="3866609" y="357799"/>
                  </a:lnTo>
                  <a:lnTo>
                    <a:pt x="3866435" y="357853"/>
                  </a:lnTo>
                  <a:lnTo>
                    <a:pt x="3862783" y="358989"/>
                  </a:lnTo>
                  <a:lnTo>
                    <a:pt x="3857045" y="360774"/>
                  </a:lnTo>
                  <a:lnTo>
                    <a:pt x="3851306" y="362560"/>
                  </a:lnTo>
                  <a:lnTo>
                    <a:pt x="3849741" y="363047"/>
                  </a:lnTo>
                  <a:lnTo>
                    <a:pt x="3849219" y="363209"/>
                  </a:lnTo>
                  <a:lnTo>
                    <a:pt x="3848002" y="363588"/>
                  </a:lnTo>
                  <a:lnTo>
                    <a:pt x="3844176" y="364778"/>
                  </a:lnTo>
                  <a:lnTo>
                    <a:pt x="3842611" y="365265"/>
                  </a:lnTo>
                  <a:lnTo>
                    <a:pt x="3840351" y="365968"/>
                  </a:lnTo>
                  <a:lnTo>
                    <a:pt x="3838438" y="366564"/>
                  </a:lnTo>
                  <a:lnTo>
                    <a:pt x="3837047" y="366997"/>
                  </a:lnTo>
                  <a:lnTo>
                    <a:pt x="3836873" y="367051"/>
                  </a:lnTo>
                  <a:lnTo>
                    <a:pt x="3836351" y="367213"/>
                  </a:lnTo>
                  <a:lnTo>
                    <a:pt x="3835308" y="367538"/>
                  </a:lnTo>
                  <a:lnTo>
                    <a:pt x="3834090" y="367916"/>
                  </a:lnTo>
                  <a:lnTo>
                    <a:pt x="3833047" y="368241"/>
                  </a:lnTo>
                  <a:lnTo>
                    <a:pt x="3831482" y="368728"/>
                  </a:lnTo>
                  <a:lnTo>
                    <a:pt x="3829395" y="369378"/>
                  </a:lnTo>
                  <a:lnTo>
                    <a:pt x="3826091" y="370406"/>
                  </a:lnTo>
                  <a:lnTo>
                    <a:pt x="3825743" y="370514"/>
                  </a:lnTo>
                  <a:lnTo>
                    <a:pt x="3822265" y="371597"/>
                  </a:lnTo>
                  <a:lnTo>
                    <a:pt x="3821570" y="371813"/>
                  </a:lnTo>
                  <a:lnTo>
                    <a:pt x="3820179" y="372246"/>
                  </a:lnTo>
                  <a:lnTo>
                    <a:pt x="3819657" y="372409"/>
                  </a:lnTo>
                  <a:lnTo>
                    <a:pt x="3817918" y="372950"/>
                  </a:lnTo>
                  <a:lnTo>
                    <a:pt x="3814092" y="374141"/>
                  </a:lnTo>
                  <a:lnTo>
                    <a:pt x="3812701" y="374574"/>
                  </a:lnTo>
                  <a:lnTo>
                    <a:pt x="3811658" y="374898"/>
                  </a:lnTo>
                  <a:lnTo>
                    <a:pt x="3801572" y="378038"/>
                  </a:lnTo>
                  <a:lnTo>
                    <a:pt x="3799311" y="378742"/>
                  </a:lnTo>
                  <a:lnTo>
                    <a:pt x="3799137" y="378796"/>
                  </a:lnTo>
                  <a:lnTo>
                    <a:pt x="3798615" y="378959"/>
                  </a:lnTo>
                  <a:lnTo>
                    <a:pt x="3797746" y="379229"/>
                  </a:lnTo>
                  <a:lnTo>
                    <a:pt x="3797224" y="379392"/>
                  </a:lnTo>
                  <a:lnTo>
                    <a:pt x="3793572" y="380529"/>
                  </a:lnTo>
                  <a:lnTo>
                    <a:pt x="3791659" y="381124"/>
                  </a:lnTo>
                  <a:lnTo>
                    <a:pt x="3789399" y="381828"/>
                  </a:lnTo>
                  <a:lnTo>
                    <a:pt x="3783312" y="383724"/>
                  </a:lnTo>
                  <a:lnTo>
                    <a:pt x="3782095" y="384103"/>
                  </a:lnTo>
                  <a:lnTo>
                    <a:pt x="3775835" y="386052"/>
                  </a:lnTo>
                  <a:lnTo>
                    <a:pt x="3774791" y="386377"/>
                  </a:lnTo>
                  <a:lnTo>
                    <a:pt x="3766444" y="388977"/>
                  </a:lnTo>
                  <a:lnTo>
                    <a:pt x="3765749" y="389194"/>
                  </a:lnTo>
                  <a:lnTo>
                    <a:pt x="3764010" y="389736"/>
                  </a:lnTo>
                  <a:lnTo>
                    <a:pt x="3763140" y="390006"/>
                  </a:lnTo>
                  <a:lnTo>
                    <a:pt x="3762792" y="390115"/>
                  </a:lnTo>
                  <a:lnTo>
                    <a:pt x="3758793" y="391361"/>
                  </a:lnTo>
                  <a:lnTo>
                    <a:pt x="3749924" y="394124"/>
                  </a:lnTo>
                  <a:lnTo>
                    <a:pt x="3746098" y="395316"/>
                  </a:lnTo>
                  <a:lnTo>
                    <a:pt x="3744881" y="395695"/>
                  </a:lnTo>
                  <a:lnTo>
                    <a:pt x="3742446" y="396453"/>
                  </a:lnTo>
                  <a:lnTo>
                    <a:pt x="3740707" y="396995"/>
                  </a:lnTo>
                  <a:lnTo>
                    <a:pt x="3740534" y="397049"/>
                  </a:lnTo>
                  <a:lnTo>
                    <a:pt x="3738795" y="397591"/>
                  </a:lnTo>
                  <a:lnTo>
                    <a:pt x="3737577" y="397971"/>
                  </a:lnTo>
                  <a:lnTo>
                    <a:pt x="3737403" y="398025"/>
                  </a:lnTo>
                  <a:lnTo>
                    <a:pt x="3737230" y="398079"/>
                  </a:lnTo>
                  <a:lnTo>
                    <a:pt x="3736882" y="398187"/>
                  </a:lnTo>
                  <a:lnTo>
                    <a:pt x="3736186" y="398404"/>
                  </a:lnTo>
                  <a:lnTo>
                    <a:pt x="3729056" y="400626"/>
                  </a:lnTo>
                  <a:lnTo>
                    <a:pt x="3726274" y="401493"/>
                  </a:lnTo>
                  <a:lnTo>
                    <a:pt x="3722448" y="402686"/>
                  </a:lnTo>
                  <a:lnTo>
                    <a:pt x="3719840" y="403499"/>
                  </a:lnTo>
                  <a:lnTo>
                    <a:pt x="3716884" y="404420"/>
                  </a:lnTo>
                  <a:lnTo>
                    <a:pt x="3716536" y="404528"/>
                  </a:lnTo>
                  <a:lnTo>
                    <a:pt x="3715318" y="404908"/>
                  </a:lnTo>
                  <a:lnTo>
                    <a:pt x="3713753" y="405396"/>
                  </a:lnTo>
                  <a:lnTo>
                    <a:pt x="3709406" y="406751"/>
                  </a:lnTo>
                  <a:lnTo>
                    <a:pt x="3703146" y="408703"/>
                  </a:lnTo>
                  <a:lnTo>
                    <a:pt x="3702102" y="409028"/>
                  </a:lnTo>
                  <a:lnTo>
                    <a:pt x="3701754" y="409136"/>
                  </a:lnTo>
                  <a:lnTo>
                    <a:pt x="3700885" y="409407"/>
                  </a:lnTo>
                  <a:lnTo>
                    <a:pt x="3699842" y="409733"/>
                  </a:lnTo>
                  <a:lnTo>
                    <a:pt x="3696364" y="410817"/>
                  </a:lnTo>
                  <a:lnTo>
                    <a:pt x="3694799" y="411305"/>
                  </a:lnTo>
                  <a:lnTo>
                    <a:pt x="3694625" y="411359"/>
                  </a:lnTo>
                  <a:lnTo>
                    <a:pt x="3692712" y="411956"/>
                  </a:lnTo>
                  <a:lnTo>
                    <a:pt x="3692538" y="412010"/>
                  </a:lnTo>
                  <a:lnTo>
                    <a:pt x="3688886" y="413149"/>
                  </a:lnTo>
                  <a:lnTo>
                    <a:pt x="3683147" y="414938"/>
                  </a:lnTo>
                  <a:lnTo>
                    <a:pt x="3677409" y="416728"/>
                  </a:lnTo>
                  <a:lnTo>
                    <a:pt x="3675844" y="417216"/>
                  </a:lnTo>
                  <a:lnTo>
                    <a:pt x="3675322" y="417379"/>
                  </a:lnTo>
                  <a:lnTo>
                    <a:pt x="3674105" y="417759"/>
                  </a:lnTo>
                  <a:lnTo>
                    <a:pt x="3670279" y="418952"/>
                  </a:lnTo>
                  <a:lnTo>
                    <a:pt x="3668714" y="419440"/>
                  </a:lnTo>
                  <a:lnTo>
                    <a:pt x="3666453" y="420145"/>
                  </a:lnTo>
                  <a:lnTo>
                    <a:pt x="3664540" y="420742"/>
                  </a:lnTo>
                  <a:lnTo>
                    <a:pt x="3663149" y="421176"/>
                  </a:lnTo>
                  <a:lnTo>
                    <a:pt x="3662975" y="421230"/>
                  </a:lnTo>
                  <a:lnTo>
                    <a:pt x="3662454" y="421393"/>
                  </a:lnTo>
                  <a:lnTo>
                    <a:pt x="3661410" y="421719"/>
                  </a:lnTo>
                  <a:lnTo>
                    <a:pt x="3660193" y="422098"/>
                  </a:lnTo>
                  <a:lnTo>
                    <a:pt x="3659150" y="422424"/>
                  </a:lnTo>
                  <a:lnTo>
                    <a:pt x="3657585" y="422912"/>
                  </a:lnTo>
                  <a:lnTo>
                    <a:pt x="3655498" y="423563"/>
                  </a:lnTo>
                  <a:lnTo>
                    <a:pt x="3652194" y="424594"/>
                  </a:lnTo>
                  <a:lnTo>
                    <a:pt x="3651846" y="424702"/>
                  </a:lnTo>
                  <a:lnTo>
                    <a:pt x="3648368" y="425788"/>
                  </a:lnTo>
                  <a:lnTo>
                    <a:pt x="3647672" y="426005"/>
                  </a:lnTo>
                  <a:lnTo>
                    <a:pt x="3646281" y="426439"/>
                  </a:lnTo>
                  <a:lnTo>
                    <a:pt x="3645759" y="426602"/>
                  </a:lnTo>
                  <a:lnTo>
                    <a:pt x="3644021" y="427144"/>
                  </a:lnTo>
                  <a:lnTo>
                    <a:pt x="3640195" y="428338"/>
                  </a:lnTo>
                  <a:lnTo>
                    <a:pt x="3638804" y="428772"/>
                  </a:lnTo>
                  <a:lnTo>
                    <a:pt x="3637760" y="429098"/>
                  </a:lnTo>
                  <a:lnTo>
                    <a:pt x="3627674" y="432246"/>
                  </a:lnTo>
                  <a:lnTo>
                    <a:pt x="3625413" y="432951"/>
                  </a:lnTo>
                  <a:lnTo>
                    <a:pt x="3625240" y="433006"/>
                  </a:lnTo>
                  <a:lnTo>
                    <a:pt x="3624718" y="433168"/>
                  </a:lnTo>
                  <a:lnTo>
                    <a:pt x="3623848" y="433440"/>
                  </a:lnTo>
                  <a:lnTo>
                    <a:pt x="3623327" y="433603"/>
                  </a:lnTo>
                  <a:lnTo>
                    <a:pt x="3619675" y="434743"/>
                  </a:lnTo>
                  <a:lnTo>
                    <a:pt x="3617762" y="435340"/>
                  </a:lnTo>
                  <a:lnTo>
                    <a:pt x="3615501" y="436045"/>
                  </a:lnTo>
                  <a:lnTo>
                    <a:pt x="3609415" y="437946"/>
                  </a:lnTo>
                  <a:lnTo>
                    <a:pt x="3608198" y="438326"/>
                  </a:lnTo>
                  <a:lnTo>
                    <a:pt x="3601937" y="440280"/>
                  </a:lnTo>
                  <a:lnTo>
                    <a:pt x="3592547" y="443213"/>
                  </a:lnTo>
                  <a:lnTo>
                    <a:pt x="3591851" y="443430"/>
                  </a:lnTo>
                  <a:lnTo>
                    <a:pt x="3590112" y="443973"/>
                  </a:lnTo>
                  <a:lnTo>
                    <a:pt x="3588895" y="444353"/>
                  </a:lnTo>
                  <a:lnTo>
                    <a:pt x="3584895" y="445602"/>
                  </a:lnTo>
                  <a:lnTo>
                    <a:pt x="3576027" y="448373"/>
                  </a:lnTo>
                  <a:lnTo>
                    <a:pt x="3572201" y="449568"/>
                  </a:lnTo>
                  <a:lnTo>
                    <a:pt x="3570984" y="449948"/>
                  </a:lnTo>
                  <a:lnTo>
                    <a:pt x="3568549" y="450709"/>
                  </a:lnTo>
                  <a:lnTo>
                    <a:pt x="3566810" y="451252"/>
                  </a:lnTo>
                  <a:lnTo>
                    <a:pt x="3566636" y="451306"/>
                  </a:lnTo>
                  <a:lnTo>
                    <a:pt x="3564897" y="451850"/>
                  </a:lnTo>
                  <a:lnTo>
                    <a:pt x="3563680" y="452230"/>
                  </a:lnTo>
                  <a:lnTo>
                    <a:pt x="3563506" y="452284"/>
                  </a:lnTo>
                  <a:lnTo>
                    <a:pt x="3563332" y="452339"/>
                  </a:lnTo>
                  <a:lnTo>
                    <a:pt x="3562984" y="452447"/>
                  </a:lnTo>
                  <a:lnTo>
                    <a:pt x="3562289" y="452665"/>
                  </a:lnTo>
                  <a:lnTo>
                    <a:pt x="3559332" y="453588"/>
                  </a:lnTo>
                  <a:lnTo>
                    <a:pt x="3555159" y="454892"/>
                  </a:lnTo>
                  <a:lnTo>
                    <a:pt x="3552377" y="455762"/>
                  </a:lnTo>
                  <a:lnTo>
                    <a:pt x="3548551" y="456957"/>
                  </a:lnTo>
                  <a:lnTo>
                    <a:pt x="3545942" y="457773"/>
                  </a:lnTo>
                  <a:lnTo>
                    <a:pt x="3542986" y="458697"/>
                  </a:lnTo>
                  <a:lnTo>
                    <a:pt x="3542638" y="458805"/>
                  </a:lnTo>
                  <a:lnTo>
                    <a:pt x="3541421" y="459186"/>
                  </a:lnTo>
                  <a:lnTo>
                    <a:pt x="3539856" y="459675"/>
                  </a:lnTo>
                  <a:lnTo>
                    <a:pt x="3535508" y="461034"/>
                  </a:lnTo>
                  <a:lnTo>
                    <a:pt x="3529248" y="462991"/>
                  </a:lnTo>
                  <a:lnTo>
                    <a:pt x="3528205" y="463317"/>
                  </a:lnTo>
                  <a:lnTo>
                    <a:pt x="3527857" y="463426"/>
                  </a:lnTo>
                  <a:lnTo>
                    <a:pt x="3526988" y="463698"/>
                  </a:lnTo>
                  <a:lnTo>
                    <a:pt x="3525944" y="464024"/>
                  </a:lnTo>
                  <a:lnTo>
                    <a:pt x="3522466" y="465111"/>
                  </a:lnTo>
                  <a:lnTo>
                    <a:pt x="3520901" y="465600"/>
                  </a:lnTo>
                  <a:lnTo>
                    <a:pt x="3520727" y="465655"/>
                  </a:lnTo>
                  <a:lnTo>
                    <a:pt x="3518814" y="466253"/>
                  </a:lnTo>
                  <a:lnTo>
                    <a:pt x="3518640" y="466307"/>
                  </a:lnTo>
                  <a:lnTo>
                    <a:pt x="3514989" y="467449"/>
                  </a:lnTo>
                  <a:lnTo>
                    <a:pt x="3509250" y="469244"/>
                  </a:lnTo>
                  <a:lnTo>
                    <a:pt x="3503511" y="471038"/>
                  </a:lnTo>
                  <a:lnTo>
                    <a:pt x="3501946" y="471528"/>
                  </a:lnTo>
                  <a:lnTo>
                    <a:pt x="3501425" y="471691"/>
                  </a:lnTo>
                  <a:lnTo>
                    <a:pt x="3500207" y="472072"/>
                  </a:lnTo>
                  <a:lnTo>
                    <a:pt x="3496382" y="473268"/>
                  </a:lnTo>
                  <a:lnTo>
                    <a:pt x="3494816" y="473758"/>
                  </a:lnTo>
                  <a:lnTo>
                    <a:pt x="3492556" y="474465"/>
                  </a:lnTo>
                  <a:lnTo>
                    <a:pt x="3490643" y="475063"/>
                  </a:lnTo>
                  <a:lnTo>
                    <a:pt x="3489252" y="475499"/>
                  </a:lnTo>
                  <a:lnTo>
                    <a:pt x="3489078" y="475553"/>
                  </a:lnTo>
                  <a:lnTo>
                    <a:pt x="3488556" y="475716"/>
                  </a:lnTo>
                  <a:lnTo>
                    <a:pt x="3487513" y="476043"/>
                  </a:lnTo>
                  <a:lnTo>
                    <a:pt x="3486296" y="476423"/>
                  </a:lnTo>
                  <a:lnTo>
                    <a:pt x="3485252" y="476750"/>
                  </a:lnTo>
                  <a:lnTo>
                    <a:pt x="3483687" y="477239"/>
                  </a:lnTo>
                  <a:lnTo>
                    <a:pt x="3481600" y="477892"/>
                  </a:lnTo>
                  <a:lnTo>
                    <a:pt x="3478296" y="478926"/>
                  </a:lnTo>
                  <a:lnTo>
                    <a:pt x="3477948" y="479035"/>
                  </a:lnTo>
                  <a:lnTo>
                    <a:pt x="3474470" y="480123"/>
                  </a:lnTo>
                  <a:lnTo>
                    <a:pt x="3473775" y="480341"/>
                  </a:lnTo>
                  <a:lnTo>
                    <a:pt x="3472384" y="480776"/>
                  </a:lnTo>
                  <a:lnTo>
                    <a:pt x="3471862" y="480939"/>
                  </a:lnTo>
                  <a:lnTo>
                    <a:pt x="3470123" y="481484"/>
                  </a:lnTo>
                  <a:lnTo>
                    <a:pt x="3466297" y="482681"/>
                  </a:lnTo>
                  <a:lnTo>
                    <a:pt x="3464906" y="483116"/>
                  </a:lnTo>
                  <a:lnTo>
                    <a:pt x="3463863" y="483443"/>
                  </a:lnTo>
                  <a:lnTo>
                    <a:pt x="3453777" y="486600"/>
                  </a:lnTo>
                  <a:lnTo>
                    <a:pt x="3451516" y="487307"/>
                  </a:lnTo>
                  <a:lnTo>
                    <a:pt x="3451342" y="487362"/>
                  </a:lnTo>
                  <a:lnTo>
                    <a:pt x="3450820" y="487525"/>
                  </a:lnTo>
                  <a:lnTo>
                    <a:pt x="3449951" y="487797"/>
                  </a:lnTo>
                  <a:lnTo>
                    <a:pt x="3449429" y="487960"/>
                  </a:lnTo>
                  <a:lnTo>
                    <a:pt x="3445777" y="489104"/>
                  </a:lnTo>
                  <a:lnTo>
                    <a:pt x="3443865" y="489702"/>
                  </a:lnTo>
                  <a:lnTo>
                    <a:pt x="3441604" y="490410"/>
                  </a:lnTo>
                  <a:lnTo>
                    <a:pt x="3435517" y="492316"/>
                  </a:lnTo>
                  <a:lnTo>
                    <a:pt x="3434300" y="492697"/>
                  </a:lnTo>
                  <a:lnTo>
                    <a:pt x="3428040" y="494657"/>
                  </a:lnTo>
                  <a:lnTo>
                    <a:pt x="3426996" y="494984"/>
                  </a:lnTo>
                  <a:lnTo>
                    <a:pt x="3418649" y="497598"/>
                  </a:lnTo>
                  <a:lnTo>
                    <a:pt x="3417954" y="497816"/>
                  </a:lnTo>
                  <a:lnTo>
                    <a:pt x="3416215" y="498361"/>
                  </a:lnTo>
                  <a:lnTo>
                    <a:pt x="3415345" y="498633"/>
                  </a:lnTo>
                  <a:lnTo>
                    <a:pt x="3414998" y="498742"/>
                  </a:lnTo>
                  <a:lnTo>
                    <a:pt x="3410998" y="499995"/>
                  </a:lnTo>
                  <a:lnTo>
                    <a:pt x="3402129" y="502773"/>
                  </a:lnTo>
                  <a:lnTo>
                    <a:pt x="3398303" y="503972"/>
                  </a:lnTo>
                  <a:lnTo>
                    <a:pt x="3397086" y="504353"/>
                  </a:lnTo>
                  <a:lnTo>
                    <a:pt x="3394652" y="505116"/>
                  </a:lnTo>
                  <a:lnTo>
                    <a:pt x="3392913" y="505661"/>
                  </a:lnTo>
                  <a:lnTo>
                    <a:pt x="3392739" y="505716"/>
                  </a:lnTo>
                  <a:lnTo>
                    <a:pt x="3391000" y="506261"/>
                  </a:lnTo>
                  <a:lnTo>
                    <a:pt x="3389782" y="506642"/>
                  </a:lnTo>
                  <a:lnTo>
                    <a:pt x="3389609" y="506697"/>
                  </a:lnTo>
                  <a:lnTo>
                    <a:pt x="3389435" y="506751"/>
                  </a:lnTo>
                  <a:lnTo>
                    <a:pt x="3389087" y="506860"/>
                  </a:lnTo>
                  <a:lnTo>
                    <a:pt x="3388391" y="507078"/>
                  </a:lnTo>
                  <a:lnTo>
                    <a:pt x="3385435" y="508004"/>
                  </a:lnTo>
                  <a:lnTo>
                    <a:pt x="3381261" y="509313"/>
                  </a:lnTo>
                  <a:lnTo>
                    <a:pt x="3378479" y="510185"/>
                  </a:lnTo>
                  <a:lnTo>
                    <a:pt x="3374653" y="511384"/>
                  </a:lnTo>
                  <a:lnTo>
                    <a:pt x="3369089" y="513128"/>
                  </a:lnTo>
                  <a:lnTo>
                    <a:pt x="3368741" y="513237"/>
                  </a:lnTo>
                  <a:lnTo>
                    <a:pt x="3367524" y="513619"/>
                  </a:lnTo>
                  <a:lnTo>
                    <a:pt x="3365958" y="514109"/>
                  </a:lnTo>
                  <a:lnTo>
                    <a:pt x="3361611" y="515472"/>
                  </a:lnTo>
                  <a:lnTo>
                    <a:pt x="3355351" y="517435"/>
                  </a:lnTo>
                  <a:lnTo>
                    <a:pt x="3354307" y="517763"/>
                  </a:lnTo>
                  <a:lnTo>
                    <a:pt x="3353960" y="517872"/>
                  </a:lnTo>
                  <a:lnTo>
                    <a:pt x="3353090" y="518144"/>
                  </a:lnTo>
                  <a:lnTo>
                    <a:pt x="3352047" y="518471"/>
                  </a:lnTo>
                  <a:lnTo>
                    <a:pt x="3348569" y="519562"/>
                  </a:lnTo>
                  <a:lnTo>
                    <a:pt x="3347004" y="520053"/>
                  </a:lnTo>
                  <a:lnTo>
                    <a:pt x="3346830" y="520107"/>
                  </a:lnTo>
                  <a:lnTo>
                    <a:pt x="3344917" y="520707"/>
                  </a:lnTo>
                  <a:lnTo>
                    <a:pt x="3344743" y="520762"/>
                  </a:lnTo>
                  <a:lnTo>
                    <a:pt x="3341091" y="521907"/>
                  </a:lnTo>
                  <a:lnTo>
                    <a:pt x="3335353" y="523707"/>
                  </a:lnTo>
                  <a:lnTo>
                    <a:pt x="3329614" y="525507"/>
                  </a:lnTo>
                  <a:lnTo>
                    <a:pt x="3328049" y="525998"/>
                  </a:lnTo>
                  <a:lnTo>
                    <a:pt x="3327527" y="526162"/>
                  </a:lnTo>
                  <a:lnTo>
                    <a:pt x="3326310" y="526544"/>
                  </a:lnTo>
                  <a:lnTo>
                    <a:pt x="3322484" y="527744"/>
                  </a:lnTo>
                  <a:lnTo>
                    <a:pt x="3320919" y="528235"/>
                  </a:lnTo>
                  <a:lnTo>
                    <a:pt x="3318658" y="528945"/>
                  </a:lnTo>
                  <a:lnTo>
                    <a:pt x="3316746" y="529545"/>
                  </a:lnTo>
                  <a:lnTo>
                    <a:pt x="3315354" y="529982"/>
                  </a:lnTo>
                  <a:lnTo>
                    <a:pt x="3315180" y="530036"/>
                  </a:lnTo>
                  <a:lnTo>
                    <a:pt x="3314659" y="530200"/>
                  </a:lnTo>
                  <a:lnTo>
                    <a:pt x="3313615" y="530527"/>
                  </a:lnTo>
                  <a:lnTo>
                    <a:pt x="3312398" y="530909"/>
                  </a:lnTo>
                  <a:lnTo>
                    <a:pt x="3311355" y="531237"/>
                  </a:lnTo>
                  <a:lnTo>
                    <a:pt x="3309790" y="531728"/>
                  </a:lnTo>
                  <a:lnTo>
                    <a:pt x="3307703" y="532383"/>
                  </a:lnTo>
                  <a:lnTo>
                    <a:pt x="3304399" y="533420"/>
                  </a:lnTo>
                  <a:lnTo>
                    <a:pt x="3304051" y="533529"/>
                  </a:lnTo>
                  <a:lnTo>
                    <a:pt x="3300573" y="534621"/>
                  </a:lnTo>
                  <a:lnTo>
                    <a:pt x="3299877" y="534839"/>
                  </a:lnTo>
                  <a:lnTo>
                    <a:pt x="3298486" y="535276"/>
                  </a:lnTo>
                  <a:lnTo>
                    <a:pt x="3297965" y="535439"/>
                  </a:lnTo>
                  <a:lnTo>
                    <a:pt x="3296226" y="535985"/>
                  </a:lnTo>
                  <a:lnTo>
                    <a:pt x="3292400" y="537186"/>
                  </a:lnTo>
                  <a:lnTo>
                    <a:pt x="3291009" y="537623"/>
                  </a:lnTo>
                  <a:lnTo>
                    <a:pt x="3289965" y="537951"/>
                  </a:lnTo>
                  <a:lnTo>
                    <a:pt x="3279879" y="541117"/>
                  </a:lnTo>
                  <a:lnTo>
                    <a:pt x="3277619" y="541827"/>
                  </a:lnTo>
                  <a:lnTo>
                    <a:pt x="3277445" y="541882"/>
                  </a:lnTo>
                  <a:lnTo>
                    <a:pt x="3276923" y="542046"/>
                  </a:lnTo>
                  <a:lnTo>
                    <a:pt x="3276054" y="542319"/>
                  </a:lnTo>
                  <a:lnTo>
                    <a:pt x="3275532" y="542483"/>
                  </a:lnTo>
                  <a:lnTo>
                    <a:pt x="3271880" y="543630"/>
                  </a:lnTo>
                  <a:lnTo>
                    <a:pt x="3269967" y="544230"/>
                  </a:lnTo>
                  <a:lnTo>
                    <a:pt x="3267706" y="544940"/>
                  </a:lnTo>
                  <a:lnTo>
                    <a:pt x="3261620" y="546852"/>
                  </a:lnTo>
                  <a:lnTo>
                    <a:pt x="3260403" y="547235"/>
                  </a:lnTo>
                  <a:lnTo>
                    <a:pt x="3254142" y="549201"/>
                  </a:lnTo>
                  <a:lnTo>
                    <a:pt x="3253099" y="549529"/>
                  </a:lnTo>
                  <a:lnTo>
                    <a:pt x="3244752" y="552152"/>
                  </a:lnTo>
                  <a:lnTo>
                    <a:pt x="3244056" y="552370"/>
                  </a:lnTo>
                  <a:lnTo>
                    <a:pt x="3242317" y="552917"/>
                  </a:lnTo>
                  <a:lnTo>
                    <a:pt x="3241448" y="553190"/>
                  </a:lnTo>
                  <a:lnTo>
                    <a:pt x="3241100" y="553299"/>
                  </a:lnTo>
                  <a:lnTo>
                    <a:pt x="3237100" y="554556"/>
                  </a:lnTo>
                  <a:lnTo>
                    <a:pt x="3228232" y="557344"/>
                  </a:lnTo>
                  <a:lnTo>
                    <a:pt x="3224406" y="558546"/>
                  </a:lnTo>
                  <a:lnTo>
                    <a:pt x="3223189" y="558929"/>
                  </a:lnTo>
                  <a:lnTo>
                    <a:pt x="3220754" y="559694"/>
                  </a:lnTo>
                  <a:lnTo>
                    <a:pt x="3219015" y="560241"/>
                  </a:lnTo>
                  <a:lnTo>
                    <a:pt x="3218841" y="560296"/>
                  </a:lnTo>
                  <a:lnTo>
                    <a:pt x="3217102" y="560842"/>
                  </a:lnTo>
                  <a:lnTo>
                    <a:pt x="3215885" y="561225"/>
                  </a:lnTo>
                  <a:lnTo>
                    <a:pt x="3215711" y="561280"/>
                  </a:lnTo>
                  <a:lnTo>
                    <a:pt x="3215537" y="561334"/>
                  </a:lnTo>
                  <a:lnTo>
                    <a:pt x="3215189" y="561444"/>
                  </a:lnTo>
                  <a:lnTo>
                    <a:pt x="3214494" y="561662"/>
                  </a:lnTo>
                  <a:lnTo>
                    <a:pt x="3211538" y="562592"/>
                  </a:lnTo>
                  <a:lnTo>
                    <a:pt x="3207364" y="563904"/>
                  </a:lnTo>
                  <a:lnTo>
                    <a:pt x="3204582" y="564779"/>
                  </a:lnTo>
                  <a:lnTo>
                    <a:pt x="3200756" y="565983"/>
                  </a:lnTo>
                  <a:lnTo>
                    <a:pt x="3198147" y="566803"/>
                  </a:lnTo>
                  <a:lnTo>
                    <a:pt x="3195191" y="567733"/>
                  </a:lnTo>
                  <a:lnTo>
                    <a:pt x="3194843" y="567842"/>
                  </a:lnTo>
                  <a:lnTo>
                    <a:pt x="3193626" y="568225"/>
                  </a:lnTo>
                  <a:lnTo>
                    <a:pt x="3192061" y="568717"/>
                  </a:lnTo>
                  <a:lnTo>
                    <a:pt x="3187714" y="570085"/>
                  </a:lnTo>
                  <a:lnTo>
                    <a:pt x="3181453" y="572054"/>
                  </a:lnTo>
                  <a:lnTo>
                    <a:pt x="3180410" y="572383"/>
                  </a:lnTo>
                  <a:lnTo>
                    <a:pt x="3180062" y="572492"/>
                  </a:lnTo>
                  <a:lnTo>
                    <a:pt x="3179193" y="572766"/>
                  </a:lnTo>
                  <a:lnTo>
                    <a:pt x="3178149" y="573094"/>
                  </a:lnTo>
                  <a:lnTo>
                    <a:pt x="3174671" y="574188"/>
                  </a:lnTo>
                  <a:lnTo>
                    <a:pt x="3173106" y="574681"/>
                  </a:lnTo>
                  <a:lnTo>
                    <a:pt x="3172932" y="574736"/>
                  </a:lnTo>
                  <a:lnTo>
                    <a:pt x="3171019" y="575338"/>
                  </a:lnTo>
                  <a:lnTo>
                    <a:pt x="3170846" y="575392"/>
                  </a:lnTo>
                  <a:lnTo>
                    <a:pt x="3167194" y="576542"/>
                  </a:lnTo>
                  <a:lnTo>
                    <a:pt x="3161455" y="578348"/>
                  </a:lnTo>
                  <a:lnTo>
                    <a:pt x="3155716" y="580154"/>
                  </a:lnTo>
                  <a:lnTo>
                    <a:pt x="3154151" y="580647"/>
                  </a:lnTo>
                  <a:lnTo>
                    <a:pt x="3153630" y="580811"/>
                  </a:lnTo>
                  <a:lnTo>
                    <a:pt x="3152412" y="581194"/>
                  </a:lnTo>
                  <a:lnTo>
                    <a:pt x="3148587" y="582399"/>
                  </a:lnTo>
                  <a:lnTo>
                    <a:pt x="3147022" y="582891"/>
                  </a:lnTo>
                  <a:lnTo>
                    <a:pt x="3144761" y="583603"/>
                  </a:lnTo>
                  <a:lnTo>
                    <a:pt x="3142848" y="584206"/>
                  </a:lnTo>
                  <a:lnTo>
                    <a:pt x="3141457" y="584644"/>
                  </a:lnTo>
                  <a:lnTo>
                    <a:pt x="3141283" y="584698"/>
                  </a:lnTo>
                  <a:lnTo>
                    <a:pt x="3140761" y="584863"/>
                  </a:lnTo>
                  <a:lnTo>
                    <a:pt x="3139718" y="585191"/>
                  </a:lnTo>
                  <a:lnTo>
                    <a:pt x="3138501" y="585575"/>
                  </a:lnTo>
                  <a:lnTo>
                    <a:pt x="3137457" y="585903"/>
                  </a:lnTo>
                  <a:lnTo>
                    <a:pt x="3135892" y="586396"/>
                  </a:lnTo>
                  <a:lnTo>
                    <a:pt x="3133805" y="587053"/>
                  </a:lnTo>
                  <a:lnTo>
                    <a:pt x="3130501" y="588094"/>
                  </a:lnTo>
                  <a:lnTo>
                    <a:pt x="3130154" y="588203"/>
                  </a:lnTo>
                  <a:lnTo>
                    <a:pt x="3126676" y="589299"/>
                  </a:lnTo>
                  <a:lnTo>
                    <a:pt x="3125980" y="589518"/>
                  </a:lnTo>
                  <a:lnTo>
                    <a:pt x="3124589" y="589956"/>
                  </a:lnTo>
                  <a:lnTo>
                    <a:pt x="3124067" y="590120"/>
                  </a:lnTo>
                  <a:lnTo>
                    <a:pt x="3122328" y="590668"/>
                  </a:lnTo>
                  <a:lnTo>
                    <a:pt x="3118502" y="591873"/>
                  </a:lnTo>
                  <a:lnTo>
                    <a:pt x="3117111" y="592312"/>
                  </a:lnTo>
                  <a:lnTo>
                    <a:pt x="3116068" y="592640"/>
                  </a:lnTo>
                  <a:lnTo>
                    <a:pt x="3105982" y="595818"/>
                  </a:lnTo>
                  <a:lnTo>
                    <a:pt x="3103721" y="596531"/>
                  </a:lnTo>
                  <a:lnTo>
                    <a:pt x="3103547" y="596586"/>
                  </a:lnTo>
                  <a:lnTo>
                    <a:pt x="3103026" y="596750"/>
                  </a:lnTo>
                  <a:lnTo>
                    <a:pt x="3102156" y="597024"/>
                  </a:lnTo>
                  <a:lnTo>
                    <a:pt x="3101634" y="597188"/>
                  </a:lnTo>
                  <a:lnTo>
                    <a:pt x="3097983" y="598339"/>
                  </a:lnTo>
                  <a:lnTo>
                    <a:pt x="3096070" y="598942"/>
                  </a:lnTo>
                  <a:lnTo>
                    <a:pt x="3093809" y="599655"/>
                  </a:lnTo>
                  <a:lnTo>
                    <a:pt x="3087723" y="601573"/>
                  </a:lnTo>
                  <a:lnTo>
                    <a:pt x="3086505" y="601957"/>
                  </a:lnTo>
                  <a:lnTo>
                    <a:pt x="3080245" y="603931"/>
                  </a:lnTo>
                  <a:lnTo>
                    <a:pt x="3079202" y="604260"/>
                  </a:lnTo>
                  <a:lnTo>
                    <a:pt x="3070855" y="606892"/>
                  </a:lnTo>
                  <a:lnTo>
                    <a:pt x="3070159" y="607111"/>
                  </a:lnTo>
                  <a:lnTo>
                    <a:pt x="3068420" y="607660"/>
                  </a:lnTo>
                  <a:lnTo>
                    <a:pt x="3067550" y="607934"/>
                  </a:lnTo>
                  <a:lnTo>
                    <a:pt x="3067203" y="608044"/>
                  </a:lnTo>
                  <a:lnTo>
                    <a:pt x="3063203" y="609305"/>
                  </a:lnTo>
                  <a:lnTo>
                    <a:pt x="3054334" y="612103"/>
                  </a:lnTo>
                  <a:lnTo>
                    <a:pt x="3050509" y="613310"/>
                  </a:lnTo>
                  <a:lnTo>
                    <a:pt x="3049291" y="613694"/>
                  </a:lnTo>
                  <a:lnTo>
                    <a:pt x="3046857" y="614462"/>
                  </a:lnTo>
                  <a:lnTo>
                    <a:pt x="3045118" y="615011"/>
                  </a:lnTo>
                  <a:lnTo>
                    <a:pt x="3044944" y="615066"/>
                  </a:lnTo>
                  <a:lnTo>
                    <a:pt x="3043205" y="615614"/>
                  </a:lnTo>
                  <a:lnTo>
                    <a:pt x="3041988" y="615998"/>
                  </a:lnTo>
                  <a:lnTo>
                    <a:pt x="3041814" y="616053"/>
                  </a:lnTo>
                  <a:lnTo>
                    <a:pt x="3041640" y="616108"/>
                  </a:lnTo>
                  <a:lnTo>
                    <a:pt x="3041292" y="616218"/>
                  </a:lnTo>
                  <a:lnTo>
                    <a:pt x="3040596" y="616437"/>
                  </a:lnTo>
                  <a:lnTo>
                    <a:pt x="3037640" y="617370"/>
                  </a:lnTo>
                  <a:lnTo>
                    <a:pt x="3033467" y="618688"/>
                  </a:lnTo>
                  <a:lnTo>
                    <a:pt x="3030684" y="619566"/>
                  </a:lnTo>
                  <a:lnTo>
                    <a:pt x="3026858" y="620773"/>
                  </a:lnTo>
                  <a:lnTo>
                    <a:pt x="3024250" y="621597"/>
                  </a:lnTo>
                  <a:lnTo>
                    <a:pt x="3021294" y="622530"/>
                  </a:lnTo>
                  <a:lnTo>
                    <a:pt x="3020946" y="622640"/>
                  </a:lnTo>
                  <a:lnTo>
                    <a:pt x="3019729" y="623024"/>
                  </a:lnTo>
                  <a:lnTo>
                    <a:pt x="3018164" y="623518"/>
                  </a:lnTo>
                  <a:lnTo>
                    <a:pt x="3013816" y="624891"/>
                  </a:lnTo>
                  <a:lnTo>
                    <a:pt x="3007556" y="626868"/>
                  </a:lnTo>
                  <a:lnTo>
                    <a:pt x="3006512" y="627197"/>
                  </a:lnTo>
                  <a:lnTo>
                    <a:pt x="3006165" y="627307"/>
                  </a:lnTo>
                  <a:lnTo>
                    <a:pt x="3005295" y="627582"/>
                  </a:lnTo>
                  <a:lnTo>
                    <a:pt x="3004252" y="627911"/>
                  </a:lnTo>
                  <a:lnTo>
                    <a:pt x="3000774" y="629010"/>
                  </a:lnTo>
                  <a:lnTo>
                    <a:pt x="2999209" y="629504"/>
                  </a:lnTo>
                  <a:lnTo>
                    <a:pt x="2999035" y="629559"/>
                  </a:lnTo>
                  <a:lnTo>
                    <a:pt x="2997122" y="630163"/>
                  </a:lnTo>
                  <a:lnTo>
                    <a:pt x="2996948" y="630218"/>
                  </a:lnTo>
                  <a:lnTo>
                    <a:pt x="2993296" y="631372"/>
                  </a:lnTo>
                  <a:lnTo>
                    <a:pt x="2987558" y="633185"/>
                  </a:lnTo>
                  <a:lnTo>
                    <a:pt x="2981819" y="634998"/>
                  </a:lnTo>
                  <a:lnTo>
                    <a:pt x="2980254" y="635493"/>
                  </a:lnTo>
                  <a:lnTo>
                    <a:pt x="2979732" y="635657"/>
                  </a:lnTo>
                  <a:lnTo>
                    <a:pt x="2978515" y="636042"/>
                  </a:lnTo>
                  <a:lnTo>
                    <a:pt x="2974689" y="637251"/>
                  </a:lnTo>
                  <a:lnTo>
                    <a:pt x="2973124" y="637746"/>
                  </a:lnTo>
                  <a:lnTo>
                    <a:pt x="2970863" y="638460"/>
                  </a:lnTo>
                  <a:lnTo>
                    <a:pt x="2968951" y="639065"/>
                  </a:lnTo>
                  <a:lnTo>
                    <a:pt x="2967559" y="639505"/>
                  </a:lnTo>
                  <a:lnTo>
                    <a:pt x="2967386" y="639560"/>
                  </a:lnTo>
                  <a:lnTo>
                    <a:pt x="2966864" y="639724"/>
                  </a:lnTo>
                  <a:lnTo>
                    <a:pt x="2965820" y="640054"/>
                  </a:lnTo>
                  <a:lnTo>
                    <a:pt x="2964603" y="640439"/>
                  </a:lnTo>
                  <a:lnTo>
                    <a:pt x="2963560" y="640769"/>
                  </a:lnTo>
                  <a:lnTo>
                    <a:pt x="2961995" y="641264"/>
                  </a:lnTo>
                  <a:lnTo>
                    <a:pt x="2959908" y="641923"/>
                  </a:lnTo>
                  <a:lnTo>
                    <a:pt x="2956604" y="642968"/>
                  </a:lnTo>
                  <a:lnTo>
                    <a:pt x="2956256" y="643078"/>
                  </a:lnTo>
                  <a:lnTo>
                    <a:pt x="2952778" y="644178"/>
                  </a:lnTo>
                  <a:lnTo>
                    <a:pt x="2952083" y="644398"/>
                  </a:lnTo>
                  <a:lnTo>
                    <a:pt x="2950691" y="644837"/>
                  </a:lnTo>
                  <a:lnTo>
                    <a:pt x="2950170" y="645002"/>
                  </a:lnTo>
                  <a:lnTo>
                    <a:pt x="2948431" y="645552"/>
                  </a:lnTo>
                  <a:lnTo>
                    <a:pt x="2944605" y="646762"/>
                  </a:lnTo>
                  <a:lnTo>
                    <a:pt x="2943214" y="647202"/>
                  </a:lnTo>
                  <a:lnTo>
                    <a:pt x="2942170" y="647532"/>
                  </a:lnTo>
                  <a:lnTo>
                    <a:pt x="2932084" y="650722"/>
                  </a:lnTo>
                  <a:lnTo>
                    <a:pt x="2929824" y="651438"/>
                  </a:lnTo>
                  <a:lnTo>
                    <a:pt x="2929650" y="651493"/>
                  </a:lnTo>
                  <a:lnTo>
                    <a:pt x="2929128" y="651658"/>
                  </a:lnTo>
                  <a:lnTo>
                    <a:pt x="2928259" y="651933"/>
                  </a:lnTo>
                  <a:lnTo>
                    <a:pt x="2927737" y="652098"/>
                  </a:lnTo>
                  <a:lnTo>
                    <a:pt x="2924085" y="653253"/>
                  </a:lnTo>
                  <a:lnTo>
                    <a:pt x="2922172" y="653859"/>
                  </a:lnTo>
                  <a:lnTo>
                    <a:pt x="2919912" y="654574"/>
                  </a:lnTo>
                  <a:lnTo>
                    <a:pt x="2913825" y="656500"/>
                  </a:lnTo>
                  <a:lnTo>
                    <a:pt x="2912608" y="656885"/>
                  </a:lnTo>
                  <a:lnTo>
                    <a:pt x="2906348" y="658867"/>
                  </a:lnTo>
                  <a:lnTo>
                    <a:pt x="2905304" y="659197"/>
                  </a:lnTo>
                  <a:lnTo>
                    <a:pt x="2896957" y="661840"/>
                  </a:lnTo>
                  <a:lnTo>
                    <a:pt x="2896261" y="662060"/>
                  </a:lnTo>
                  <a:lnTo>
                    <a:pt x="2894523" y="662610"/>
                  </a:lnTo>
                  <a:lnTo>
                    <a:pt x="2893653" y="662886"/>
                  </a:lnTo>
                  <a:lnTo>
                    <a:pt x="2893305" y="662996"/>
                  </a:lnTo>
                  <a:lnTo>
                    <a:pt x="2889306" y="664262"/>
                  </a:lnTo>
                  <a:lnTo>
                    <a:pt x="2880437" y="667071"/>
                  </a:lnTo>
                  <a:lnTo>
                    <a:pt x="2876611" y="668283"/>
                  </a:lnTo>
                  <a:lnTo>
                    <a:pt x="2875394" y="668669"/>
                  </a:lnTo>
                  <a:lnTo>
                    <a:pt x="2872959" y="669440"/>
                  </a:lnTo>
                  <a:lnTo>
                    <a:pt x="2871220" y="669991"/>
                  </a:lnTo>
                  <a:lnTo>
                    <a:pt x="2871046" y="670046"/>
                  </a:lnTo>
                  <a:lnTo>
                    <a:pt x="2869307" y="670597"/>
                  </a:lnTo>
                  <a:lnTo>
                    <a:pt x="2868090" y="670982"/>
                  </a:lnTo>
                  <a:lnTo>
                    <a:pt x="2867916" y="671037"/>
                  </a:lnTo>
                  <a:lnTo>
                    <a:pt x="2867742" y="671093"/>
                  </a:lnTo>
                  <a:lnTo>
                    <a:pt x="2867395" y="671203"/>
                  </a:lnTo>
                  <a:lnTo>
                    <a:pt x="2866699" y="671423"/>
                  </a:lnTo>
                  <a:lnTo>
                    <a:pt x="2863743" y="672360"/>
                  </a:lnTo>
                  <a:lnTo>
                    <a:pt x="2859569" y="673682"/>
                  </a:lnTo>
                  <a:lnTo>
                    <a:pt x="2856787" y="674564"/>
                  </a:lnTo>
                  <a:lnTo>
                    <a:pt x="2852961" y="675777"/>
                  </a:lnTo>
                  <a:lnTo>
                    <a:pt x="2850353" y="676603"/>
                  </a:lnTo>
                  <a:lnTo>
                    <a:pt x="2847396" y="677540"/>
                  </a:lnTo>
                  <a:lnTo>
                    <a:pt x="2847049" y="677651"/>
                  </a:lnTo>
                  <a:lnTo>
                    <a:pt x="2845831" y="678037"/>
                  </a:lnTo>
                  <a:lnTo>
                    <a:pt x="2844266" y="678533"/>
                  </a:lnTo>
                  <a:lnTo>
                    <a:pt x="2839919" y="679911"/>
                  </a:lnTo>
                  <a:lnTo>
                    <a:pt x="2833658" y="681896"/>
                  </a:lnTo>
                  <a:lnTo>
                    <a:pt x="2832615" y="682227"/>
                  </a:lnTo>
                  <a:lnTo>
                    <a:pt x="2832267" y="682337"/>
                  </a:lnTo>
                  <a:lnTo>
                    <a:pt x="2831398" y="682613"/>
                  </a:lnTo>
                  <a:lnTo>
                    <a:pt x="2830354" y="682944"/>
                  </a:lnTo>
                  <a:lnTo>
                    <a:pt x="2826876" y="684047"/>
                  </a:lnTo>
                  <a:lnTo>
                    <a:pt x="2825311" y="684543"/>
                  </a:lnTo>
                  <a:lnTo>
                    <a:pt x="2825137" y="684598"/>
                  </a:lnTo>
                  <a:lnTo>
                    <a:pt x="2823225" y="685205"/>
                  </a:lnTo>
                  <a:lnTo>
                    <a:pt x="2823051" y="685260"/>
                  </a:lnTo>
                  <a:lnTo>
                    <a:pt x="2819399" y="686418"/>
                  </a:lnTo>
                  <a:lnTo>
                    <a:pt x="2813660" y="688239"/>
                  </a:lnTo>
                  <a:lnTo>
                    <a:pt x="2807922" y="690060"/>
                  </a:lnTo>
                  <a:lnTo>
                    <a:pt x="2806357" y="690556"/>
                  </a:lnTo>
                  <a:lnTo>
                    <a:pt x="2805835" y="690722"/>
                  </a:lnTo>
                  <a:lnTo>
                    <a:pt x="2804618" y="691108"/>
                  </a:lnTo>
                  <a:lnTo>
                    <a:pt x="2800792" y="692322"/>
                  </a:lnTo>
                  <a:lnTo>
                    <a:pt x="2799227" y="692819"/>
                  </a:lnTo>
                  <a:lnTo>
                    <a:pt x="2796966" y="693536"/>
                  </a:lnTo>
                  <a:lnTo>
                    <a:pt x="2795053" y="694143"/>
                  </a:lnTo>
                  <a:lnTo>
                    <a:pt x="2793662" y="694585"/>
                  </a:lnTo>
                  <a:lnTo>
                    <a:pt x="2793488" y="694640"/>
                  </a:lnTo>
                  <a:lnTo>
                    <a:pt x="2792966" y="694806"/>
                  </a:lnTo>
                  <a:lnTo>
                    <a:pt x="2791923" y="695137"/>
                  </a:lnTo>
                  <a:lnTo>
                    <a:pt x="2789662" y="695855"/>
                  </a:lnTo>
                  <a:lnTo>
                    <a:pt x="2788097" y="696351"/>
                  </a:lnTo>
                  <a:lnTo>
                    <a:pt x="2786011" y="697014"/>
                  </a:lnTo>
                  <a:lnTo>
                    <a:pt x="2782706" y="698063"/>
                  </a:lnTo>
                  <a:lnTo>
                    <a:pt x="2782359" y="698173"/>
                  </a:lnTo>
                  <a:lnTo>
                    <a:pt x="2778881" y="699278"/>
                  </a:lnTo>
                  <a:lnTo>
                    <a:pt x="2778185" y="699499"/>
                  </a:lnTo>
                  <a:lnTo>
                    <a:pt x="2776794" y="699940"/>
                  </a:lnTo>
                  <a:lnTo>
                    <a:pt x="2776272" y="700106"/>
                  </a:lnTo>
                  <a:lnTo>
                    <a:pt x="2774533" y="700658"/>
                  </a:lnTo>
                  <a:lnTo>
                    <a:pt x="2770708" y="701873"/>
                  </a:lnTo>
                  <a:lnTo>
                    <a:pt x="2769316" y="702315"/>
                  </a:lnTo>
                  <a:lnTo>
                    <a:pt x="2768273" y="702646"/>
                  </a:lnTo>
                  <a:lnTo>
                    <a:pt x="2758187" y="705850"/>
                  </a:lnTo>
                  <a:lnTo>
                    <a:pt x="2755926" y="706568"/>
                  </a:lnTo>
                  <a:lnTo>
                    <a:pt x="2755752" y="706624"/>
                  </a:lnTo>
                  <a:lnTo>
                    <a:pt x="2755231" y="706789"/>
                  </a:lnTo>
                  <a:lnTo>
                    <a:pt x="2754361" y="707066"/>
                  </a:lnTo>
                  <a:lnTo>
                    <a:pt x="2753839" y="707231"/>
                  </a:lnTo>
                  <a:lnTo>
                    <a:pt x="2750188" y="708392"/>
                  </a:lnTo>
                  <a:lnTo>
                    <a:pt x="2748275" y="709000"/>
                  </a:lnTo>
                  <a:lnTo>
                    <a:pt x="2746014" y="709718"/>
                  </a:lnTo>
                  <a:lnTo>
                    <a:pt x="2739928" y="711652"/>
                  </a:lnTo>
                  <a:lnTo>
                    <a:pt x="2738710" y="712039"/>
                  </a:lnTo>
                  <a:lnTo>
                    <a:pt x="2732450" y="714029"/>
                  </a:lnTo>
                  <a:lnTo>
                    <a:pt x="2731407" y="714361"/>
                  </a:lnTo>
                  <a:lnTo>
                    <a:pt x="2723060" y="717015"/>
                  </a:lnTo>
                  <a:lnTo>
                    <a:pt x="2722364" y="717236"/>
                  </a:lnTo>
                  <a:lnTo>
                    <a:pt x="2720625" y="717789"/>
                  </a:lnTo>
                  <a:lnTo>
                    <a:pt x="2719756" y="718066"/>
                  </a:lnTo>
                  <a:lnTo>
                    <a:pt x="2719408" y="718176"/>
                  </a:lnTo>
                  <a:lnTo>
                    <a:pt x="2715408" y="719448"/>
                  </a:lnTo>
                  <a:lnTo>
                    <a:pt x="2706539" y="722269"/>
                  </a:lnTo>
                  <a:lnTo>
                    <a:pt x="2702714" y="723486"/>
                  </a:lnTo>
                  <a:lnTo>
                    <a:pt x="2701496" y="723874"/>
                  </a:lnTo>
                  <a:lnTo>
                    <a:pt x="2699062" y="724648"/>
                  </a:lnTo>
                  <a:lnTo>
                    <a:pt x="2697323" y="725202"/>
                  </a:lnTo>
                  <a:lnTo>
                    <a:pt x="2697149" y="725257"/>
                  </a:lnTo>
                  <a:lnTo>
                    <a:pt x="2695410" y="725810"/>
                  </a:lnTo>
                  <a:lnTo>
                    <a:pt x="2694193" y="726198"/>
                  </a:lnTo>
                  <a:lnTo>
                    <a:pt x="2694019" y="726253"/>
                  </a:lnTo>
                  <a:lnTo>
                    <a:pt x="2693845" y="726308"/>
                  </a:lnTo>
                  <a:lnTo>
                    <a:pt x="2692801" y="726640"/>
                  </a:lnTo>
                  <a:lnTo>
                    <a:pt x="2689845" y="727581"/>
                  </a:lnTo>
                  <a:lnTo>
                    <a:pt x="2685672" y="728910"/>
                  </a:lnTo>
                  <a:lnTo>
                    <a:pt x="2682889" y="729795"/>
                  </a:lnTo>
                  <a:lnTo>
                    <a:pt x="2679064" y="731013"/>
                  </a:lnTo>
                  <a:lnTo>
                    <a:pt x="2676455" y="731843"/>
                  </a:lnTo>
                  <a:lnTo>
                    <a:pt x="2673499" y="732785"/>
                  </a:lnTo>
                  <a:lnTo>
                    <a:pt x="2673151" y="732895"/>
                  </a:lnTo>
                  <a:lnTo>
                    <a:pt x="2671934" y="733283"/>
                  </a:lnTo>
                  <a:lnTo>
                    <a:pt x="2670369" y="733781"/>
                  </a:lnTo>
                  <a:lnTo>
                    <a:pt x="2666021" y="735166"/>
                  </a:lnTo>
                  <a:lnTo>
                    <a:pt x="2659761" y="737159"/>
                  </a:lnTo>
                  <a:lnTo>
                    <a:pt x="2658718" y="737492"/>
                  </a:lnTo>
                  <a:lnTo>
                    <a:pt x="2658370" y="737603"/>
                  </a:lnTo>
                  <a:lnTo>
                    <a:pt x="2657500" y="737880"/>
                  </a:lnTo>
                  <a:lnTo>
                    <a:pt x="2656457" y="738212"/>
                  </a:lnTo>
                  <a:lnTo>
                    <a:pt x="2652979" y="739320"/>
                  </a:lnTo>
                  <a:lnTo>
                    <a:pt x="2651414" y="739818"/>
                  </a:lnTo>
                  <a:lnTo>
                    <a:pt x="2651240" y="739874"/>
                  </a:lnTo>
                  <a:lnTo>
                    <a:pt x="2649327" y="740483"/>
                  </a:lnTo>
                  <a:lnTo>
                    <a:pt x="2649153" y="740539"/>
                  </a:lnTo>
                  <a:lnTo>
                    <a:pt x="2645501" y="741702"/>
                  </a:lnTo>
                  <a:lnTo>
                    <a:pt x="2639763" y="743531"/>
                  </a:lnTo>
                  <a:lnTo>
                    <a:pt x="2634024" y="745360"/>
                  </a:lnTo>
                  <a:lnTo>
                    <a:pt x="2632459" y="745859"/>
                  </a:lnTo>
                  <a:lnTo>
                    <a:pt x="2631937" y="746025"/>
                  </a:lnTo>
                  <a:lnTo>
                    <a:pt x="2630720" y="746413"/>
                  </a:lnTo>
                  <a:lnTo>
                    <a:pt x="2626894" y="747632"/>
                  </a:lnTo>
                  <a:lnTo>
                    <a:pt x="2625329" y="748131"/>
                  </a:lnTo>
                  <a:lnTo>
                    <a:pt x="2623069" y="748852"/>
                  </a:lnTo>
                  <a:lnTo>
                    <a:pt x="2621156" y="749462"/>
                  </a:lnTo>
                  <a:lnTo>
                    <a:pt x="2619765" y="749906"/>
                  </a:lnTo>
                  <a:lnTo>
                    <a:pt x="2619591" y="749961"/>
                  </a:lnTo>
                  <a:lnTo>
                    <a:pt x="2619069" y="750127"/>
                  </a:lnTo>
                  <a:lnTo>
                    <a:pt x="2618026" y="750460"/>
                  </a:lnTo>
                  <a:lnTo>
                    <a:pt x="2616808" y="750848"/>
                  </a:lnTo>
                  <a:lnTo>
                    <a:pt x="2615765" y="751181"/>
                  </a:lnTo>
                  <a:lnTo>
                    <a:pt x="2614200" y="751680"/>
                  </a:lnTo>
                  <a:lnTo>
                    <a:pt x="2612113" y="752345"/>
                  </a:lnTo>
                  <a:lnTo>
                    <a:pt x="2608809" y="753399"/>
                  </a:lnTo>
                  <a:lnTo>
                    <a:pt x="2608461" y="753510"/>
                  </a:lnTo>
                  <a:lnTo>
                    <a:pt x="2604983" y="754619"/>
                  </a:lnTo>
                  <a:lnTo>
                    <a:pt x="2604288" y="754841"/>
                  </a:lnTo>
                  <a:lnTo>
                    <a:pt x="2602896" y="755285"/>
                  </a:lnTo>
                  <a:lnTo>
                    <a:pt x="2602375" y="755452"/>
                  </a:lnTo>
                  <a:lnTo>
                    <a:pt x="2600636" y="756006"/>
                  </a:lnTo>
                  <a:lnTo>
                    <a:pt x="2595419" y="757671"/>
                  </a:lnTo>
                  <a:lnTo>
                    <a:pt x="2594376" y="758004"/>
                  </a:lnTo>
                  <a:lnTo>
                    <a:pt x="2584289" y="761222"/>
                  </a:lnTo>
                  <a:lnTo>
                    <a:pt x="2582029" y="761944"/>
                  </a:lnTo>
                  <a:lnTo>
                    <a:pt x="2581855" y="761999"/>
                  </a:lnTo>
                  <a:lnTo>
                    <a:pt x="2581333" y="762166"/>
                  </a:lnTo>
                  <a:lnTo>
                    <a:pt x="2580464" y="762443"/>
                  </a:lnTo>
                  <a:lnTo>
                    <a:pt x="2579942" y="762610"/>
                  </a:lnTo>
                  <a:lnTo>
                    <a:pt x="2576290" y="763775"/>
                  </a:lnTo>
                  <a:lnTo>
                    <a:pt x="2574377" y="764386"/>
                  </a:lnTo>
                  <a:lnTo>
                    <a:pt x="2572117" y="765108"/>
                  </a:lnTo>
                  <a:lnTo>
                    <a:pt x="2566030" y="767051"/>
                  </a:lnTo>
                  <a:lnTo>
                    <a:pt x="2564813" y="767440"/>
                  </a:lnTo>
                  <a:lnTo>
                    <a:pt x="2558553" y="769439"/>
                  </a:lnTo>
                  <a:lnTo>
                    <a:pt x="2557509" y="769772"/>
                  </a:lnTo>
                  <a:lnTo>
                    <a:pt x="2549162" y="772439"/>
                  </a:lnTo>
                  <a:lnTo>
                    <a:pt x="2548467" y="772661"/>
                  </a:lnTo>
                  <a:lnTo>
                    <a:pt x="2546728" y="773216"/>
                  </a:lnTo>
                  <a:lnTo>
                    <a:pt x="2545858" y="773494"/>
                  </a:lnTo>
                  <a:lnTo>
                    <a:pt x="2545510" y="773605"/>
                  </a:lnTo>
                  <a:lnTo>
                    <a:pt x="2541511" y="774883"/>
                  </a:lnTo>
                  <a:lnTo>
                    <a:pt x="2532642" y="777718"/>
                  </a:lnTo>
                  <a:lnTo>
                    <a:pt x="2528816" y="778940"/>
                  </a:lnTo>
                  <a:lnTo>
                    <a:pt x="2527599" y="779329"/>
                  </a:lnTo>
                  <a:lnTo>
                    <a:pt x="2525164" y="780108"/>
                  </a:lnTo>
                  <a:lnTo>
                    <a:pt x="2523425" y="780664"/>
                  </a:lnTo>
                  <a:lnTo>
                    <a:pt x="2523251" y="780719"/>
                  </a:lnTo>
                  <a:lnTo>
                    <a:pt x="2521512" y="781275"/>
                  </a:lnTo>
                  <a:lnTo>
                    <a:pt x="2520295" y="781664"/>
                  </a:lnTo>
                  <a:lnTo>
                    <a:pt x="2520121" y="781720"/>
                  </a:lnTo>
                  <a:lnTo>
                    <a:pt x="2519947" y="781776"/>
                  </a:lnTo>
                  <a:lnTo>
                    <a:pt x="2519600" y="781887"/>
                  </a:lnTo>
                  <a:lnTo>
                    <a:pt x="2518904" y="782109"/>
                  </a:lnTo>
                  <a:lnTo>
                    <a:pt x="2515948" y="783054"/>
                  </a:lnTo>
                  <a:lnTo>
                    <a:pt x="2511774" y="784389"/>
                  </a:lnTo>
                  <a:lnTo>
                    <a:pt x="2508992" y="785279"/>
                  </a:lnTo>
                  <a:lnTo>
                    <a:pt x="2505166" y="786503"/>
                  </a:lnTo>
                  <a:lnTo>
                    <a:pt x="2502558" y="787337"/>
                  </a:lnTo>
                  <a:lnTo>
                    <a:pt x="2499601" y="788283"/>
                  </a:lnTo>
                  <a:lnTo>
                    <a:pt x="2499254" y="788394"/>
                  </a:lnTo>
                  <a:lnTo>
                    <a:pt x="2498036" y="788783"/>
                  </a:lnTo>
                  <a:lnTo>
                    <a:pt x="2496471" y="789284"/>
                  </a:lnTo>
                  <a:lnTo>
                    <a:pt x="2492124" y="790675"/>
                  </a:lnTo>
                  <a:lnTo>
                    <a:pt x="2485864" y="792678"/>
                  </a:lnTo>
                  <a:lnTo>
                    <a:pt x="2484820" y="793012"/>
                  </a:lnTo>
                  <a:lnTo>
                    <a:pt x="2484472" y="793124"/>
                  </a:lnTo>
                  <a:lnTo>
                    <a:pt x="2483603" y="793402"/>
                  </a:lnTo>
                  <a:lnTo>
                    <a:pt x="2482559" y="793736"/>
                  </a:lnTo>
                  <a:lnTo>
                    <a:pt x="2479082" y="794849"/>
                  </a:lnTo>
                  <a:lnTo>
                    <a:pt x="2477516" y="795350"/>
                  </a:lnTo>
                  <a:lnTo>
                    <a:pt x="2477343" y="795406"/>
                  </a:lnTo>
                  <a:lnTo>
                    <a:pt x="2475430" y="796018"/>
                  </a:lnTo>
                  <a:lnTo>
                    <a:pt x="2475256" y="796074"/>
                  </a:lnTo>
                  <a:lnTo>
                    <a:pt x="2471604" y="797243"/>
                  </a:lnTo>
                  <a:lnTo>
                    <a:pt x="2465865" y="799080"/>
                  </a:lnTo>
                  <a:lnTo>
                    <a:pt x="2460127" y="800918"/>
                  </a:lnTo>
                  <a:lnTo>
                    <a:pt x="2458562" y="801419"/>
                  </a:lnTo>
                  <a:lnTo>
                    <a:pt x="2458040" y="801586"/>
                  </a:lnTo>
                  <a:lnTo>
                    <a:pt x="2456823" y="801976"/>
                  </a:lnTo>
                  <a:lnTo>
                    <a:pt x="2452997" y="803202"/>
                  </a:lnTo>
                  <a:lnTo>
                    <a:pt x="2451432" y="803703"/>
                  </a:lnTo>
                  <a:lnTo>
                    <a:pt x="2449171" y="804427"/>
                  </a:lnTo>
                  <a:lnTo>
                    <a:pt x="2447258" y="805040"/>
                  </a:lnTo>
                  <a:lnTo>
                    <a:pt x="2445867" y="805486"/>
                  </a:lnTo>
                  <a:lnTo>
                    <a:pt x="2445693" y="805541"/>
                  </a:lnTo>
                  <a:lnTo>
                    <a:pt x="2445172" y="805709"/>
                  </a:lnTo>
                  <a:lnTo>
                    <a:pt x="2444128" y="806043"/>
                  </a:lnTo>
                  <a:lnTo>
                    <a:pt x="2442911" y="806433"/>
                  </a:lnTo>
                  <a:lnTo>
                    <a:pt x="2441867" y="806767"/>
                  </a:lnTo>
                  <a:lnTo>
                    <a:pt x="2440302" y="807269"/>
                  </a:lnTo>
                  <a:lnTo>
                    <a:pt x="2438216" y="807937"/>
                  </a:lnTo>
                  <a:lnTo>
                    <a:pt x="2434912" y="808996"/>
                  </a:lnTo>
                  <a:lnTo>
                    <a:pt x="2434564" y="809108"/>
                  </a:lnTo>
                  <a:lnTo>
                    <a:pt x="2431086" y="810223"/>
                  </a:lnTo>
                  <a:lnTo>
                    <a:pt x="2430390" y="810446"/>
                  </a:lnTo>
                  <a:lnTo>
                    <a:pt x="2428999" y="810891"/>
                  </a:lnTo>
                  <a:lnTo>
                    <a:pt x="2428477" y="811059"/>
                  </a:lnTo>
                  <a:lnTo>
                    <a:pt x="2426738" y="811616"/>
                  </a:lnTo>
                  <a:lnTo>
                    <a:pt x="2422913" y="812843"/>
                  </a:lnTo>
                  <a:lnTo>
                    <a:pt x="2421521" y="813289"/>
                  </a:lnTo>
                  <a:lnTo>
                    <a:pt x="2420478" y="813623"/>
                  </a:lnTo>
                  <a:lnTo>
                    <a:pt x="2410392" y="816858"/>
                  </a:lnTo>
                  <a:lnTo>
                    <a:pt x="2408131" y="817583"/>
                  </a:lnTo>
                  <a:lnTo>
                    <a:pt x="2407957" y="817638"/>
                  </a:lnTo>
                  <a:lnTo>
                    <a:pt x="2407436" y="817806"/>
                  </a:lnTo>
                  <a:lnTo>
                    <a:pt x="2406566" y="818085"/>
                  </a:lnTo>
                  <a:lnTo>
                    <a:pt x="2406045" y="818252"/>
                  </a:lnTo>
                  <a:lnTo>
                    <a:pt x="2402393" y="819423"/>
                  </a:lnTo>
                  <a:lnTo>
                    <a:pt x="2400480" y="820037"/>
                  </a:lnTo>
                  <a:lnTo>
                    <a:pt x="2398219" y="820762"/>
                  </a:lnTo>
                  <a:lnTo>
                    <a:pt x="2392133" y="822715"/>
                  </a:lnTo>
                  <a:lnTo>
                    <a:pt x="2390916" y="823106"/>
                  </a:lnTo>
                  <a:lnTo>
                    <a:pt x="2384655" y="825115"/>
                  </a:lnTo>
                  <a:lnTo>
                    <a:pt x="2383612" y="825450"/>
                  </a:lnTo>
                  <a:lnTo>
                    <a:pt x="2375265" y="828129"/>
                  </a:lnTo>
                  <a:lnTo>
                    <a:pt x="2374569" y="828353"/>
                  </a:lnTo>
                  <a:lnTo>
                    <a:pt x="2372830" y="828911"/>
                  </a:lnTo>
                  <a:lnTo>
                    <a:pt x="2371961" y="829190"/>
                  </a:lnTo>
                  <a:lnTo>
                    <a:pt x="2371613" y="829302"/>
                  </a:lnTo>
                  <a:lnTo>
                    <a:pt x="2367613" y="830586"/>
                  </a:lnTo>
                  <a:lnTo>
                    <a:pt x="2358744" y="833435"/>
                  </a:lnTo>
                  <a:lnTo>
                    <a:pt x="2354919" y="834664"/>
                  </a:lnTo>
                  <a:lnTo>
                    <a:pt x="2353701" y="835055"/>
                  </a:lnTo>
                  <a:lnTo>
                    <a:pt x="2349528" y="836395"/>
                  </a:lnTo>
                  <a:lnTo>
                    <a:pt x="2349354" y="836451"/>
                  </a:lnTo>
                  <a:lnTo>
                    <a:pt x="2347615" y="837010"/>
                  </a:lnTo>
                  <a:lnTo>
                    <a:pt x="2346398" y="837401"/>
                  </a:lnTo>
                  <a:lnTo>
                    <a:pt x="2346224" y="837457"/>
                  </a:lnTo>
                  <a:lnTo>
                    <a:pt x="2346050" y="837513"/>
                  </a:lnTo>
                  <a:lnTo>
                    <a:pt x="2345702" y="837625"/>
                  </a:lnTo>
                  <a:lnTo>
                    <a:pt x="2345007" y="837848"/>
                  </a:lnTo>
                  <a:lnTo>
                    <a:pt x="2342050" y="838798"/>
                  </a:lnTo>
                  <a:lnTo>
                    <a:pt x="2337877" y="840140"/>
                  </a:lnTo>
                  <a:lnTo>
                    <a:pt x="2335094" y="841034"/>
                  </a:lnTo>
                  <a:lnTo>
                    <a:pt x="2331269" y="842264"/>
                  </a:lnTo>
                  <a:lnTo>
                    <a:pt x="2328660" y="843102"/>
                  </a:lnTo>
                  <a:lnTo>
                    <a:pt x="2325704" y="844053"/>
                  </a:lnTo>
                  <a:lnTo>
                    <a:pt x="2325356" y="844164"/>
                  </a:lnTo>
                  <a:lnTo>
                    <a:pt x="2324139" y="844556"/>
                  </a:lnTo>
                  <a:lnTo>
                    <a:pt x="2322574" y="845059"/>
                  </a:lnTo>
                  <a:lnTo>
                    <a:pt x="2318226" y="846457"/>
                  </a:lnTo>
                  <a:lnTo>
                    <a:pt x="2311966" y="848471"/>
                  </a:lnTo>
                  <a:lnTo>
                    <a:pt x="2310923" y="848806"/>
                  </a:lnTo>
                  <a:lnTo>
                    <a:pt x="2310575" y="848918"/>
                  </a:lnTo>
                  <a:lnTo>
                    <a:pt x="2309705" y="849198"/>
                  </a:lnTo>
                  <a:lnTo>
                    <a:pt x="2308662" y="849533"/>
                  </a:lnTo>
                  <a:lnTo>
                    <a:pt x="2303619" y="851156"/>
                  </a:lnTo>
                  <a:lnTo>
                    <a:pt x="2303445" y="851212"/>
                  </a:lnTo>
                  <a:lnTo>
                    <a:pt x="2301532" y="851827"/>
                  </a:lnTo>
                  <a:lnTo>
                    <a:pt x="2301358" y="851883"/>
                  </a:lnTo>
                  <a:lnTo>
                    <a:pt x="2297706" y="853058"/>
                  </a:lnTo>
                  <a:lnTo>
                    <a:pt x="2291968" y="854905"/>
                  </a:lnTo>
                  <a:lnTo>
                    <a:pt x="2286229" y="856752"/>
                  </a:lnTo>
                  <a:lnTo>
                    <a:pt x="2284664" y="857256"/>
                  </a:lnTo>
                  <a:lnTo>
                    <a:pt x="2284142" y="857424"/>
                  </a:lnTo>
                  <a:lnTo>
                    <a:pt x="2282925" y="857816"/>
                  </a:lnTo>
                  <a:lnTo>
                    <a:pt x="2279099" y="859047"/>
                  </a:lnTo>
                  <a:lnTo>
                    <a:pt x="2277534" y="859551"/>
                  </a:lnTo>
                  <a:lnTo>
                    <a:pt x="2275274" y="860279"/>
                  </a:lnTo>
                  <a:lnTo>
                    <a:pt x="2273361" y="860895"/>
                  </a:lnTo>
                  <a:lnTo>
                    <a:pt x="2271970" y="861343"/>
                  </a:lnTo>
                  <a:lnTo>
                    <a:pt x="2271796" y="861399"/>
                  </a:lnTo>
                  <a:lnTo>
                    <a:pt x="2271274" y="861567"/>
                  </a:lnTo>
                  <a:lnTo>
                    <a:pt x="2270231" y="861903"/>
                  </a:lnTo>
                  <a:lnTo>
                    <a:pt x="2269013" y="862295"/>
                  </a:lnTo>
                  <a:lnTo>
                    <a:pt x="2267970" y="862631"/>
                  </a:lnTo>
                  <a:lnTo>
                    <a:pt x="2266405" y="863135"/>
                  </a:lnTo>
                  <a:lnTo>
                    <a:pt x="2264318" y="863808"/>
                  </a:lnTo>
                  <a:lnTo>
                    <a:pt x="2261014" y="864872"/>
                  </a:lnTo>
                  <a:lnTo>
                    <a:pt x="2260666" y="864984"/>
                  </a:lnTo>
                  <a:lnTo>
                    <a:pt x="2257188" y="866104"/>
                  </a:lnTo>
                  <a:lnTo>
                    <a:pt x="2256493" y="866328"/>
                  </a:lnTo>
                  <a:lnTo>
                    <a:pt x="2255102" y="866777"/>
                  </a:lnTo>
                  <a:lnTo>
                    <a:pt x="2254580" y="866945"/>
                  </a:lnTo>
                  <a:lnTo>
                    <a:pt x="2252841" y="867505"/>
                  </a:lnTo>
                  <a:lnTo>
                    <a:pt x="2249015" y="868738"/>
                  </a:lnTo>
                  <a:lnTo>
                    <a:pt x="2247624" y="869186"/>
                  </a:lnTo>
                  <a:lnTo>
                    <a:pt x="2246581" y="869523"/>
                  </a:lnTo>
                  <a:lnTo>
                    <a:pt x="2236495" y="872774"/>
                  </a:lnTo>
                  <a:lnTo>
                    <a:pt x="2234234" y="873502"/>
                  </a:lnTo>
                  <a:lnTo>
                    <a:pt x="2234060" y="873558"/>
                  </a:lnTo>
                  <a:lnTo>
                    <a:pt x="2233538" y="873727"/>
                  </a:lnTo>
                  <a:lnTo>
                    <a:pt x="2232669" y="874007"/>
                  </a:lnTo>
                  <a:lnTo>
                    <a:pt x="2232147" y="874175"/>
                  </a:lnTo>
                  <a:lnTo>
                    <a:pt x="2228495" y="875353"/>
                  </a:lnTo>
                  <a:lnTo>
                    <a:pt x="2226582" y="875970"/>
                  </a:lnTo>
                  <a:lnTo>
                    <a:pt x="2224322" y="876699"/>
                  </a:lnTo>
                  <a:lnTo>
                    <a:pt x="2217018" y="879054"/>
                  </a:lnTo>
                  <a:lnTo>
                    <a:pt x="2210758" y="881074"/>
                  </a:lnTo>
                  <a:lnTo>
                    <a:pt x="2209714" y="881411"/>
                  </a:lnTo>
                  <a:lnTo>
                    <a:pt x="2201367" y="884104"/>
                  </a:lnTo>
                  <a:lnTo>
                    <a:pt x="2200672" y="884328"/>
                  </a:lnTo>
                  <a:lnTo>
                    <a:pt x="2198933" y="884890"/>
                  </a:lnTo>
                  <a:lnTo>
                    <a:pt x="2198063" y="885170"/>
                  </a:lnTo>
                  <a:lnTo>
                    <a:pt x="2197715" y="885283"/>
                  </a:lnTo>
                  <a:lnTo>
                    <a:pt x="2193716" y="886574"/>
                  </a:lnTo>
                  <a:lnTo>
                    <a:pt x="2184847" y="889437"/>
                  </a:lnTo>
                  <a:lnTo>
                    <a:pt x="2181021" y="890672"/>
                  </a:lnTo>
                  <a:lnTo>
                    <a:pt x="2179804" y="891065"/>
                  </a:lnTo>
                  <a:lnTo>
                    <a:pt x="2177369" y="891852"/>
                  </a:lnTo>
                  <a:lnTo>
                    <a:pt x="2175630" y="892413"/>
                  </a:lnTo>
                  <a:lnTo>
                    <a:pt x="2175457" y="892469"/>
                  </a:lnTo>
                  <a:lnTo>
                    <a:pt x="2173718" y="893031"/>
                  </a:lnTo>
                  <a:lnTo>
                    <a:pt x="2172500" y="893424"/>
                  </a:lnTo>
                  <a:lnTo>
                    <a:pt x="2172326" y="893480"/>
                  </a:lnTo>
                  <a:lnTo>
                    <a:pt x="2172153" y="893537"/>
                  </a:lnTo>
                  <a:lnTo>
                    <a:pt x="2171805" y="893649"/>
                  </a:lnTo>
                  <a:lnTo>
                    <a:pt x="2171109" y="893874"/>
                  </a:lnTo>
                  <a:lnTo>
                    <a:pt x="2168153" y="894829"/>
                  </a:lnTo>
                  <a:lnTo>
                    <a:pt x="2163979" y="896177"/>
                  </a:lnTo>
                  <a:lnTo>
                    <a:pt x="2161197" y="897076"/>
                  </a:lnTo>
                  <a:lnTo>
                    <a:pt x="2157371" y="898312"/>
                  </a:lnTo>
                  <a:lnTo>
                    <a:pt x="2154763" y="899155"/>
                  </a:lnTo>
                  <a:lnTo>
                    <a:pt x="2151807" y="900111"/>
                  </a:lnTo>
                  <a:lnTo>
                    <a:pt x="2151459" y="900223"/>
                  </a:lnTo>
                  <a:lnTo>
                    <a:pt x="2150241" y="900616"/>
                  </a:lnTo>
                  <a:lnTo>
                    <a:pt x="2148676" y="901122"/>
                  </a:lnTo>
                  <a:lnTo>
                    <a:pt x="2144329" y="902528"/>
                  </a:lnTo>
                  <a:lnTo>
                    <a:pt x="2138069" y="904552"/>
                  </a:lnTo>
                  <a:lnTo>
                    <a:pt x="2137025" y="904889"/>
                  </a:lnTo>
                  <a:lnTo>
                    <a:pt x="2136677" y="905002"/>
                  </a:lnTo>
                  <a:lnTo>
                    <a:pt x="2135808" y="905283"/>
                  </a:lnTo>
                  <a:lnTo>
                    <a:pt x="2134765" y="905620"/>
                  </a:lnTo>
                  <a:lnTo>
                    <a:pt x="2131287" y="906745"/>
                  </a:lnTo>
                  <a:lnTo>
                    <a:pt x="2129722" y="907251"/>
                  </a:lnTo>
                  <a:lnTo>
                    <a:pt x="2129548" y="907307"/>
                  </a:lnTo>
                  <a:lnTo>
                    <a:pt x="2127635" y="907926"/>
                  </a:lnTo>
                  <a:lnTo>
                    <a:pt x="2127461" y="907982"/>
                  </a:lnTo>
                  <a:lnTo>
                    <a:pt x="2123809" y="909164"/>
                  </a:lnTo>
                  <a:lnTo>
                    <a:pt x="2118070" y="911020"/>
                  </a:lnTo>
                  <a:lnTo>
                    <a:pt x="2112332" y="912877"/>
                  </a:lnTo>
                  <a:lnTo>
                    <a:pt x="2110767" y="913384"/>
                  </a:lnTo>
                  <a:lnTo>
                    <a:pt x="2110245" y="913552"/>
                  </a:lnTo>
                  <a:lnTo>
                    <a:pt x="2109028" y="913946"/>
                  </a:lnTo>
                  <a:lnTo>
                    <a:pt x="2105202" y="915185"/>
                  </a:lnTo>
                  <a:lnTo>
                    <a:pt x="2103637" y="915691"/>
                  </a:lnTo>
                  <a:lnTo>
                    <a:pt x="2101376" y="916423"/>
                  </a:lnTo>
                  <a:lnTo>
                    <a:pt x="2099463" y="917042"/>
                  </a:lnTo>
                  <a:lnTo>
                    <a:pt x="2098072" y="917493"/>
                  </a:lnTo>
                  <a:lnTo>
                    <a:pt x="2097898" y="917549"/>
                  </a:lnTo>
                  <a:lnTo>
                    <a:pt x="2097377" y="917718"/>
                  </a:lnTo>
                  <a:lnTo>
                    <a:pt x="2096333" y="918056"/>
                  </a:lnTo>
                  <a:lnTo>
                    <a:pt x="2095116" y="918450"/>
                  </a:lnTo>
                  <a:lnTo>
                    <a:pt x="2094073" y="918788"/>
                  </a:lnTo>
                  <a:lnTo>
                    <a:pt x="2092507" y="919294"/>
                  </a:lnTo>
                  <a:lnTo>
                    <a:pt x="2090421" y="919970"/>
                  </a:lnTo>
                  <a:lnTo>
                    <a:pt x="2087117" y="921040"/>
                  </a:lnTo>
                  <a:lnTo>
                    <a:pt x="2086769" y="921153"/>
                  </a:lnTo>
                  <a:lnTo>
                    <a:pt x="2083291" y="922279"/>
                  </a:lnTo>
                  <a:lnTo>
                    <a:pt x="2082595" y="922504"/>
                  </a:lnTo>
                  <a:lnTo>
                    <a:pt x="2081204" y="922955"/>
                  </a:lnTo>
                  <a:lnTo>
                    <a:pt x="2080682" y="923124"/>
                  </a:lnTo>
                  <a:lnTo>
                    <a:pt x="2078943" y="923687"/>
                  </a:lnTo>
                  <a:lnTo>
                    <a:pt x="2075118" y="924927"/>
                  </a:lnTo>
                  <a:lnTo>
                    <a:pt x="2073727" y="925377"/>
                  </a:lnTo>
                  <a:lnTo>
                    <a:pt x="2072683" y="925715"/>
                  </a:lnTo>
                  <a:lnTo>
                    <a:pt x="2062597" y="928984"/>
                  </a:lnTo>
                  <a:lnTo>
                    <a:pt x="2060336" y="929717"/>
                  </a:lnTo>
                  <a:lnTo>
                    <a:pt x="2060163" y="929773"/>
                  </a:lnTo>
                  <a:lnTo>
                    <a:pt x="2059641" y="929942"/>
                  </a:lnTo>
                  <a:lnTo>
                    <a:pt x="2058771" y="930224"/>
                  </a:lnTo>
                  <a:lnTo>
                    <a:pt x="2058250" y="930393"/>
                  </a:lnTo>
                  <a:lnTo>
                    <a:pt x="2054598" y="931577"/>
                  </a:lnTo>
                  <a:lnTo>
                    <a:pt x="2052685" y="932197"/>
                  </a:lnTo>
                  <a:lnTo>
                    <a:pt x="2050424" y="932930"/>
                  </a:lnTo>
                  <a:lnTo>
                    <a:pt x="2044338" y="934904"/>
                  </a:lnTo>
                  <a:lnTo>
                    <a:pt x="2043121" y="935298"/>
                  </a:lnTo>
                  <a:lnTo>
                    <a:pt x="2036860" y="937329"/>
                  </a:lnTo>
                  <a:lnTo>
                    <a:pt x="2035817" y="937667"/>
                  </a:lnTo>
                  <a:lnTo>
                    <a:pt x="2027470" y="940375"/>
                  </a:lnTo>
                  <a:lnTo>
                    <a:pt x="2026774" y="940601"/>
                  </a:lnTo>
                  <a:lnTo>
                    <a:pt x="2023818" y="941560"/>
                  </a:lnTo>
                  <a:lnTo>
                    <a:pt x="2019818" y="942858"/>
                  </a:lnTo>
                  <a:lnTo>
                    <a:pt x="2010950" y="945737"/>
                  </a:lnTo>
                  <a:lnTo>
                    <a:pt x="2007124" y="946979"/>
                  </a:lnTo>
                  <a:lnTo>
                    <a:pt x="2005907" y="947374"/>
                  </a:lnTo>
                  <a:lnTo>
                    <a:pt x="2003472" y="948164"/>
                  </a:lnTo>
                  <a:lnTo>
                    <a:pt x="2001733" y="948729"/>
                  </a:lnTo>
                  <a:lnTo>
                    <a:pt x="2001559" y="948785"/>
                  </a:lnTo>
                  <a:lnTo>
                    <a:pt x="1999820" y="949350"/>
                  </a:lnTo>
                  <a:lnTo>
                    <a:pt x="1998603" y="949745"/>
                  </a:lnTo>
                  <a:lnTo>
                    <a:pt x="1998429" y="949802"/>
                  </a:lnTo>
                  <a:lnTo>
                    <a:pt x="1998255" y="949858"/>
                  </a:lnTo>
                  <a:lnTo>
                    <a:pt x="1997907" y="949971"/>
                  </a:lnTo>
                  <a:lnTo>
                    <a:pt x="1997212" y="950197"/>
                  </a:lnTo>
                  <a:lnTo>
                    <a:pt x="1994255" y="951157"/>
                  </a:lnTo>
                  <a:lnTo>
                    <a:pt x="1990082" y="952513"/>
                  </a:lnTo>
                  <a:lnTo>
                    <a:pt x="1987300" y="953417"/>
                  </a:lnTo>
                  <a:lnTo>
                    <a:pt x="1983474" y="954660"/>
                  </a:lnTo>
                  <a:lnTo>
                    <a:pt x="1980865" y="955507"/>
                  </a:lnTo>
                  <a:lnTo>
                    <a:pt x="1977909" y="956468"/>
                  </a:lnTo>
                  <a:lnTo>
                    <a:pt x="1977561" y="956581"/>
                  </a:lnTo>
                  <a:lnTo>
                    <a:pt x="1974779" y="957485"/>
                  </a:lnTo>
                  <a:lnTo>
                    <a:pt x="1970431" y="958898"/>
                  </a:lnTo>
                  <a:lnTo>
                    <a:pt x="1964171" y="960933"/>
                  </a:lnTo>
                  <a:lnTo>
                    <a:pt x="1963128" y="961272"/>
                  </a:lnTo>
                  <a:lnTo>
                    <a:pt x="1962780" y="961385"/>
                  </a:lnTo>
                  <a:lnTo>
                    <a:pt x="1961910" y="961668"/>
                  </a:lnTo>
                  <a:lnTo>
                    <a:pt x="1960867" y="962007"/>
                  </a:lnTo>
                  <a:lnTo>
                    <a:pt x="1957389" y="963138"/>
                  </a:lnTo>
                  <a:lnTo>
                    <a:pt x="1955824" y="963647"/>
                  </a:lnTo>
                  <a:lnTo>
                    <a:pt x="1955650" y="963704"/>
                  </a:lnTo>
                  <a:lnTo>
                    <a:pt x="1953737" y="964326"/>
                  </a:lnTo>
                  <a:lnTo>
                    <a:pt x="1953563" y="964382"/>
                  </a:lnTo>
                  <a:lnTo>
                    <a:pt x="1949912" y="965570"/>
                  </a:lnTo>
                  <a:lnTo>
                    <a:pt x="1944173" y="967437"/>
                  </a:lnTo>
                  <a:lnTo>
                    <a:pt x="1938434" y="969304"/>
                  </a:lnTo>
                  <a:lnTo>
                    <a:pt x="1936869" y="969813"/>
                  </a:lnTo>
                  <a:lnTo>
                    <a:pt x="1936348" y="969983"/>
                  </a:lnTo>
                  <a:lnTo>
                    <a:pt x="1935130" y="970379"/>
                  </a:lnTo>
                  <a:lnTo>
                    <a:pt x="1931305" y="971624"/>
                  </a:lnTo>
                  <a:lnTo>
                    <a:pt x="1929739" y="972133"/>
                  </a:lnTo>
                  <a:lnTo>
                    <a:pt x="1927479" y="972869"/>
                  </a:lnTo>
                  <a:lnTo>
                    <a:pt x="1925566" y="973491"/>
                  </a:lnTo>
                  <a:lnTo>
                    <a:pt x="1924175" y="973944"/>
                  </a:lnTo>
                  <a:lnTo>
                    <a:pt x="1924001" y="974001"/>
                  </a:lnTo>
                  <a:lnTo>
                    <a:pt x="1923479" y="974171"/>
                  </a:lnTo>
                  <a:lnTo>
                    <a:pt x="1922436" y="974510"/>
                  </a:lnTo>
                  <a:lnTo>
                    <a:pt x="1921218" y="974906"/>
                  </a:lnTo>
                  <a:lnTo>
                    <a:pt x="1920175" y="975246"/>
                  </a:lnTo>
                  <a:lnTo>
                    <a:pt x="1918610" y="975756"/>
                  </a:lnTo>
                  <a:lnTo>
                    <a:pt x="1916523" y="976435"/>
                  </a:lnTo>
                  <a:lnTo>
                    <a:pt x="1913219" y="977511"/>
                  </a:lnTo>
                  <a:lnTo>
                    <a:pt x="1912871" y="977624"/>
                  </a:lnTo>
                  <a:lnTo>
                    <a:pt x="1909393" y="978757"/>
                  </a:lnTo>
                  <a:lnTo>
                    <a:pt x="1908698" y="978983"/>
                  </a:lnTo>
                  <a:lnTo>
                    <a:pt x="1907307" y="979436"/>
                  </a:lnTo>
                  <a:lnTo>
                    <a:pt x="1906785" y="979606"/>
                  </a:lnTo>
                  <a:lnTo>
                    <a:pt x="1905046" y="980172"/>
                  </a:lnTo>
                  <a:lnTo>
                    <a:pt x="1901220" y="981419"/>
                  </a:lnTo>
                  <a:lnTo>
                    <a:pt x="1899829" y="981872"/>
                  </a:lnTo>
                  <a:lnTo>
                    <a:pt x="1898786" y="982212"/>
                  </a:lnTo>
                  <a:lnTo>
                    <a:pt x="1888700" y="985498"/>
                  </a:lnTo>
                  <a:lnTo>
                    <a:pt x="1886439" y="986235"/>
                  </a:lnTo>
                  <a:lnTo>
                    <a:pt x="1886265" y="986291"/>
                  </a:lnTo>
                  <a:lnTo>
                    <a:pt x="1885743" y="986461"/>
                  </a:lnTo>
                  <a:lnTo>
                    <a:pt x="1884874" y="986745"/>
                  </a:lnTo>
                  <a:lnTo>
                    <a:pt x="1884352" y="986915"/>
                  </a:lnTo>
                  <a:lnTo>
                    <a:pt x="1880700" y="988105"/>
                  </a:lnTo>
                  <a:lnTo>
                    <a:pt x="1878788" y="988728"/>
                  </a:lnTo>
                  <a:lnTo>
                    <a:pt x="1876527" y="989465"/>
                  </a:lnTo>
                  <a:lnTo>
                    <a:pt x="1870440" y="991450"/>
                  </a:lnTo>
                  <a:lnTo>
                    <a:pt x="1869223" y="991847"/>
                  </a:lnTo>
                  <a:lnTo>
                    <a:pt x="1862963" y="993888"/>
                  </a:lnTo>
                  <a:lnTo>
                    <a:pt x="1861919" y="994228"/>
                  </a:lnTo>
                  <a:lnTo>
                    <a:pt x="1853572" y="996951"/>
                  </a:lnTo>
                  <a:lnTo>
                    <a:pt x="1852877" y="997178"/>
                  </a:lnTo>
                  <a:lnTo>
                    <a:pt x="1851138" y="997745"/>
                  </a:lnTo>
                  <a:lnTo>
                    <a:pt x="1850268" y="998029"/>
                  </a:lnTo>
                  <a:lnTo>
                    <a:pt x="1849921" y="998142"/>
                  </a:lnTo>
                  <a:lnTo>
                    <a:pt x="1845921" y="999447"/>
                  </a:lnTo>
                  <a:lnTo>
                    <a:pt x="1837052" y="1002342"/>
                  </a:lnTo>
                  <a:lnTo>
                    <a:pt x="1833226" y="1003591"/>
                  </a:lnTo>
                  <a:lnTo>
                    <a:pt x="1832009" y="1003988"/>
                  </a:lnTo>
                  <a:lnTo>
                    <a:pt x="1829575" y="1004783"/>
                  </a:lnTo>
                  <a:lnTo>
                    <a:pt x="1827836" y="1005350"/>
                  </a:lnTo>
                  <a:lnTo>
                    <a:pt x="1827662" y="1005407"/>
                  </a:lnTo>
                  <a:lnTo>
                    <a:pt x="1825923" y="1005975"/>
                  </a:lnTo>
                  <a:lnTo>
                    <a:pt x="1824705" y="1006372"/>
                  </a:lnTo>
                  <a:lnTo>
                    <a:pt x="1824532" y="1006429"/>
                  </a:lnTo>
                  <a:lnTo>
                    <a:pt x="1824358" y="1006486"/>
                  </a:lnTo>
                  <a:lnTo>
                    <a:pt x="1824010" y="1006600"/>
                  </a:lnTo>
                  <a:lnTo>
                    <a:pt x="1823314" y="1006827"/>
                  </a:lnTo>
                  <a:lnTo>
                    <a:pt x="1820358" y="1007792"/>
                  </a:lnTo>
                  <a:lnTo>
                    <a:pt x="1816184" y="1009155"/>
                  </a:lnTo>
                  <a:lnTo>
                    <a:pt x="1813402" y="1010064"/>
                  </a:lnTo>
                  <a:lnTo>
                    <a:pt x="1809576" y="1011314"/>
                  </a:lnTo>
                  <a:lnTo>
                    <a:pt x="1806968" y="1012166"/>
                  </a:lnTo>
                  <a:lnTo>
                    <a:pt x="1804012" y="1013132"/>
                  </a:lnTo>
                  <a:lnTo>
                    <a:pt x="1803664" y="1013245"/>
                  </a:lnTo>
                  <a:lnTo>
                    <a:pt x="1802447" y="1013643"/>
                  </a:lnTo>
                  <a:lnTo>
                    <a:pt x="1800881" y="1014154"/>
                  </a:lnTo>
                  <a:lnTo>
                    <a:pt x="1796534" y="1015575"/>
                  </a:lnTo>
                  <a:lnTo>
                    <a:pt x="1790274" y="1017621"/>
                  </a:lnTo>
                  <a:lnTo>
                    <a:pt x="1789230" y="1017962"/>
                  </a:lnTo>
                  <a:lnTo>
                    <a:pt x="1788883" y="1018076"/>
                  </a:lnTo>
                  <a:lnTo>
                    <a:pt x="1788013" y="1018360"/>
                  </a:lnTo>
                  <a:lnTo>
                    <a:pt x="1786970" y="1018701"/>
                  </a:lnTo>
                  <a:lnTo>
                    <a:pt x="1783492" y="1019838"/>
                  </a:lnTo>
                  <a:lnTo>
                    <a:pt x="1781927" y="1020350"/>
                  </a:lnTo>
                  <a:lnTo>
                    <a:pt x="1781753" y="1020407"/>
                  </a:lnTo>
                  <a:lnTo>
                    <a:pt x="1779840" y="1021032"/>
                  </a:lnTo>
                  <a:lnTo>
                    <a:pt x="1779666" y="1021089"/>
                  </a:lnTo>
                  <a:lnTo>
                    <a:pt x="1776014" y="1022283"/>
                  </a:lnTo>
                  <a:lnTo>
                    <a:pt x="1770276" y="1024160"/>
                  </a:lnTo>
                  <a:lnTo>
                    <a:pt x="1762972" y="1026549"/>
                  </a:lnTo>
                  <a:lnTo>
                    <a:pt x="1762450" y="1026720"/>
                  </a:lnTo>
                  <a:lnTo>
                    <a:pt x="1761233" y="1027118"/>
                  </a:lnTo>
                  <a:lnTo>
                    <a:pt x="1757407" y="1028370"/>
                  </a:lnTo>
                  <a:lnTo>
                    <a:pt x="1755842" y="1028882"/>
                  </a:lnTo>
                  <a:lnTo>
                    <a:pt x="1753581" y="1029622"/>
                  </a:lnTo>
                  <a:lnTo>
                    <a:pt x="1751668" y="1030248"/>
                  </a:lnTo>
                  <a:lnTo>
                    <a:pt x="1750277" y="1030703"/>
                  </a:lnTo>
                  <a:lnTo>
                    <a:pt x="1750103" y="1030760"/>
                  </a:lnTo>
                  <a:lnTo>
                    <a:pt x="1749582" y="1030931"/>
                  </a:lnTo>
                  <a:lnTo>
                    <a:pt x="1748538" y="1031272"/>
                  </a:lnTo>
                  <a:lnTo>
                    <a:pt x="1747321" y="1031670"/>
                  </a:lnTo>
                  <a:lnTo>
                    <a:pt x="1746278" y="1032012"/>
                  </a:lnTo>
                  <a:lnTo>
                    <a:pt x="1744713" y="1032524"/>
                  </a:lnTo>
                  <a:lnTo>
                    <a:pt x="1742626" y="1033207"/>
                  </a:lnTo>
                  <a:lnTo>
                    <a:pt x="1739322" y="1034289"/>
                  </a:lnTo>
                  <a:lnTo>
                    <a:pt x="1738974" y="1034403"/>
                  </a:lnTo>
                  <a:lnTo>
                    <a:pt x="1735496" y="1035542"/>
                  </a:lnTo>
                  <a:lnTo>
                    <a:pt x="1734800" y="1035769"/>
                  </a:lnTo>
                  <a:lnTo>
                    <a:pt x="1733409" y="1036225"/>
                  </a:lnTo>
                  <a:lnTo>
                    <a:pt x="1732888" y="1036396"/>
                  </a:lnTo>
                  <a:lnTo>
                    <a:pt x="1731149" y="1036965"/>
                  </a:lnTo>
                  <a:lnTo>
                    <a:pt x="1727323" y="1038218"/>
                  </a:lnTo>
                  <a:lnTo>
                    <a:pt x="1725932" y="1038674"/>
                  </a:lnTo>
                  <a:lnTo>
                    <a:pt x="1724888" y="1039015"/>
                  </a:lnTo>
                  <a:lnTo>
                    <a:pt x="1714802" y="1042320"/>
                  </a:lnTo>
                  <a:lnTo>
                    <a:pt x="1712542" y="1043060"/>
                  </a:lnTo>
                  <a:lnTo>
                    <a:pt x="1712368" y="1043117"/>
                  </a:lnTo>
                  <a:lnTo>
                    <a:pt x="1711846" y="1043288"/>
                  </a:lnTo>
                  <a:lnTo>
                    <a:pt x="1710976" y="1043573"/>
                  </a:lnTo>
                  <a:lnTo>
                    <a:pt x="1710455" y="1043744"/>
                  </a:lnTo>
                  <a:lnTo>
                    <a:pt x="1706803" y="1044941"/>
                  </a:lnTo>
                  <a:lnTo>
                    <a:pt x="1704890" y="1045568"/>
                  </a:lnTo>
                  <a:lnTo>
                    <a:pt x="1702629" y="1046309"/>
                  </a:lnTo>
                  <a:lnTo>
                    <a:pt x="1696543" y="1048304"/>
                  </a:lnTo>
                  <a:lnTo>
                    <a:pt x="1695326" y="1048703"/>
                  </a:lnTo>
                  <a:lnTo>
                    <a:pt x="1689065" y="1050755"/>
                  </a:lnTo>
                  <a:lnTo>
                    <a:pt x="1688022" y="1051097"/>
                  </a:lnTo>
                  <a:lnTo>
                    <a:pt x="1679675" y="1053835"/>
                  </a:lnTo>
                  <a:lnTo>
                    <a:pt x="1678979" y="1054063"/>
                  </a:lnTo>
                  <a:lnTo>
                    <a:pt x="1677240" y="1054633"/>
                  </a:lnTo>
                  <a:lnTo>
                    <a:pt x="1676371" y="1054919"/>
                  </a:lnTo>
                  <a:lnTo>
                    <a:pt x="1676023" y="1055033"/>
                  </a:lnTo>
                  <a:lnTo>
                    <a:pt x="1672023" y="1056345"/>
                  </a:lnTo>
                  <a:lnTo>
                    <a:pt x="1663155" y="1059255"/>
                  </a:lnTo>
                  <a:lnTo>
                    <a:pt x="1659329" y="1060510"/>
                  </a:lnTo>
                  <a:lnTo>
                    <a:pt x="1658112" y="1060910"/>
                  </a:lnTo>
                  <a:lnTo>
                    <a:pt x="1655677" y="1061709"/>
                  </a:lnTo>
                  <a:lnTo>
                    <a:pt x="1653938" y="1062280"/>
                  </a:lnTo>
                  <a:lnTo>
                    <a:pt x="1653764" y="1062337"/>
                  </a:lnTo>
                  <a:lnTo>
                    <a:pt x="1652025" y="1062908"/>
                  </a:lnTo>
                  <a:lnTo>
                    <a:pt x="1650808" y="1063307"/>
                  </a:lnTo>
                  <a:lnTo>
                    <a:pt x="1650634" y="1063364"/>
                  </a:lnTo>
                  <a:lnTo>
                    <a:pt x="1650460" y="1063421"/>
                  </a:lnTo>
                  <a:lnTo>
                    <a:pt x="1650112" y="1063536"/>
                  </a:lnTo>
                  <a:lnTo>
                    <a:pt x="1649417" y="1063764"/>
                  </a:lnTo>
                  <a:lnTo>
                    <a:pt x="1646461" y="1064734"/>
                  </a:lnTo>
                  <a:lnTo>
                    <a:pt x="1642287" y="1066105"/>
                  </a:lnTo>
                  <a:lnTo>
                    <a:pt x="1639505" y="1067019"/>
                  </a:lnTo>
                  <a:lnTo>
                    <a:pt x="1635679" y="1068275"/>
                  </a:lnTo>
                  <a:lnTo>
                    <a:pt x="1633070" y="1069132"/>
                  </a:lnTo>
                  <a:lnTo>
                    <a:pt x="1630114" y="1070103"/>
                  </a:lnTo>
                  <a:lnTo>
                    <a:pt x="1629766" y="1070217"/>
                  </a:lnTo>
                  <a:lnTo>
                    <a:pt x="1628549" y="1070617"/>
                  </a:lnTo>
                  <a:lnTo>
                    <a:pt x="1626984" y="1071131"/>
                  </a:lnTo>
                  <a:lnTo>
                    <a:pt x="1622637" y="1072559"/>
                  </a:lnTo>
                  <a:lnTo>
                    <a:pt x="1616376" y="1074617"/>
                  </a:lnTo>
                  <a:lnTo>
                    <a:pt x="1615333" y="1074959"/>
                  </a:lnTo>
                  <a:lnTo>
                    <a:pt x="1614985" y="1075074"/>
                  </a:lnTo>
                  <a:lnTo>
                    <a:pt x="1614116" y="1075360"/>
                  </a:lnTo>
                  <a:lnTo>
                    <a:pt x="1613072" y="1075702"/>
                  </a:lnTo>
                  <a:lnTo>
                    <a:pt x="1609594" y="1076846"/>
                  </a:lnTo>
                  <a:lnTo>
                    <a:pt x="1608029" y="1077360"/>
                  </a:lnTo>
                  <a:lnTo>
                    <a:pt x="1605942" y="1078046"/>
                  </a:lnTo>
                  <a:lnTo>
                    <a:pt x="1605769" y="1078103"/>
                  </a:lnTo>
                  <a:lnTo>
                    <a:pt x="1602117" y="1079304"/>
                  </a:lnTo>
                  <a:lnTo>
                    <a:pt x="1596378" y="1081191"/>
                  </a:lnTo>
                  <a:lnTo>
                    <a:pt x="1590639" y="1083078"/>
                  </a:lnTo>
                  <a:lnTo>
                    <a:pt x="1589074" y="1083593"/>
                  </a:lnTo>
                  <a:lnTo>
                    <a:pt x="1588553" y="1083764"/>
                  </a:lnTo>
                  <a:lnTo>
                    <a:pt x="1587335" y="1084165"/>
                  </a:lnTo>
                  <a:lnTo>
                    <a:pt x="1583510" y="1085423"/>
                  </a:lnTo>
                  <a:lnTo>
                    <a:pt x="1581945" y="1085938"/>
                  </a:lnTo>
                  <a:lnTo>
                    <a:pt x="1579684" y="1086682"/>
                  </a:lnTo>
                  <a:lnTo>
                    <a:pt x="1577771" y="1087311"/>
                  </a:lnTo>
                  <a:lnTo>
                    <a:pt x="1576380" y="1087769"/>
                  </a:lnTo>
                  <a:lnTo>
                    <a:pt x="1576206" y="1087826"/>
                  </a:lnTo>
                  <a:lnTo>
                    <a:pt x="1575684" y="1087997"/>
                  </a:lnTo>
                  <a:lnTo>
                    <a:pt x="1574641" y="1088341"/>
                  </a:lnTo>
                  <a:lnTo>
                    <a:pt x="1573424" y="1088741"/>
                  </a:lnTo>
                  <a:lnTo>
                    <a:pt x="1572380" y="1089085"/>
                  </a:lnTo>
                  <a:lnTo>
                    <a:pt x="1570815" y="1089600"/>
                  </a:lnTo>
                  <a:lnTo>
                    <a:pt x="1568728" y="1090286"/>
                  </a:lnTo>
                  <a:lnTo>
                    <a:pt x="1565424" y="1091374"/>
                  </a:lnTo>
                  <a:lnTo>
                    <a:pt x="1565077" y="1091488"/>
                  </a:lnTo>
                  <a:lnTo>
                    <a:pt x="1561599" y="1092633"/>
                  </a:lnTo>
                  <a:lnTo>
                    <a:pt x="1560903" y="1092862"/>
                  </a:lnTo>
                  <a:lnTo>
                    <a:pt x="1559512" y="1093320"/>
                  </a:lnTo>
                  <a:lnTo>
                    <a:pt x="1558990" y="1093492"/>
                  </a:lnTo>
                  <a:lnTo>
                    <a:pt x="1557251" y="1094064"/>
                  </a:lnTo>
                  <a:lnTo>
                    <a:pt x="1553425" y="1095324"/>
                  </a:lnTo>
                  <a:lnTo>
                    <a:pt x="1552034" y="1095782"/>
                  </a:lnTo>
                  <a:lnTo>
                    <a:pt x="1550991" y="1096126"/>
                  </a:lnTo>
                  <a:lnTo>
                    <a:pt x="1540905" y="1099447"/>
                  </a:lnTo>
                  <a:lnTo>
                    <a:pt x="1538644" y="1100192"/>
                  </a:lnTo>
                  <a:lnTo>
                    <a:pt x="1538470" y="1100249"/>
                  </a:lnTo>
                  <a:lnTo>
                    <a:pt x="1537949" y="1100421"/>
                  </a:lnTo>
                  <a:lnTo>
                    <a:pt x="1537079" y="1100707"/>
                  </a:lnTo>
                  <a:lnTo>
                    <a:pt x="1536557" y="1100879"/>
                  </a:lnTo>
                  <a:lnTo>
                    <a:pt x="1532905" y="1102082"/>
                  </a:lnTo>
                  <a:lnTo>
                    <a:pt x="1530993" y="1102713"/>
                  </a:lnTo>
                  <a:lnTo>
                    <a:pt x="1528732" y="1103458"/>
                  </a:lnTo>
                  <a:lnTo>
                    <a:pt x="1522646" y="1105463"/>
                  </a:lnTo>
                  <a:lnTo>
                    <a:pt x="1521428" y="1105864"/>
                  </a:lnTo>
                  <a:lnTo>
                    <a:pt x="1515168" y="1107928"/>
                  </a:lnTo>
                  <a:lnTo>
                    <a:pt x="1514125" y="1108272"/>
                  </a:lnTo>
                  <a:lnTo>
                    <a:pt x="1505777" y="1111024"/>
                  </a:lnTo>
                  <a:lnTo>
                    <a:pt x="1505082" y="1111253"/>
                  </a:lnTo>
                  <a:lnTo>
                    <a:pt x="1503343" y="1111826"/>
                  </a:lnTo>
                  <a:lnTo>
                    <a:pt x="1502473" y="1112113"/>
                  </a:lnTo>
                  <a:lnTo>
                    <a:pt x="1502126" y="1112228"/>
                  </a:lnTo>
                  <a:lnTo>
                    <a:pt x="1498126" y="1113547"/>
                  </a:lnTo>
                  <a:lnTo>
                    <a:pt x="1489257" y="1116472"/>
                  </a:lnTo>
                  <a:lnTo>
                    <a:pt x="1485431" y="1117734"/>
                  </a:lnTo>
                  <a:lnTo>
                    <a:pt x="1484214" y="1118136"/>
                  </a:lnTo>
                  <a:lnTo>
                    <a:pt x="1481780" y="1118939"/>
                  </a:lnTo>
                  <a:lnTo>
                    <a:pt x="1480041" y="1119513"/>
                  </a:lnTo>
                  <a:lnTo>
                    <a:pt x="1479867" y="1119571"/>
                  </a:lnTo>
                  <a:lnTo>
                    <a:pt x="1478128" y="1120144"/>
                  </a:lnTo>
                  <a:lnTo>
                    <a:pt x="1476911" y="1120546"/>
                  </a:lnTo>
                  <a:lnTo>
                    <a:pt x="1476737" y="1120604"/>
                  </a:lnTo>
                  <a:lnTo>
                    <a:pt x="1476563" y="1120661"/>
                  </a:lnTo>
                  <a:lnTo>
                    <a:pt x="1476215" y="1120776"/>
                  </a:lnTo>
                  <a:lnTo>
                    <a:pt x="1475519" y="1121005"/>
                  </a:lnTo>
                  <a:lnTo>
                    <a:pt x="1472563" y="1121981"/>
                  </a:lnTo>
                  <a:lnTo>
                    <a:pt x="1468390" y="1123359"/>
                  </a:lnTo>
                  <a:lnTo>
                    <a:pt x="1465607" y="1124277"/>
                  </a:lnTo>
                  <a:lnTo>
                    <a:pt x="1461781" y="1125540"/>
                  </a:lnTo>
                  <a:lnTo>
                    <a:pt x="1459173" y="1126401"/>
                  </a:lnTo>
                  <a:lnTo>
                    <a:pt x="1456217" y="1127377"/>
                  </a:lnTo>
                  <a:lnTo>
                    <a:pt x="1455869" y="1127492"/>
                  </a:lnTo>
                  <a:lnTo>
                    <a:pt x="1453087" y="1128411"/>
                  </a:lnTo>
                  <a:lnTo>
                    <a:pt x="1448739" y="1129847"/>
                  </a:lnTo>
                  <a:lnTo>
                    <a:pt x="1442479" y="1131915"/>
                  </a:lnTo>
                  <a:lnTo>
                    <a:pt x="1441435" y="1132259"/>
                  </a:lnTo>
                  <a:lnTo>
                    <a:pt x="1441088" y="1132374"/>
                  </a:lnTo>
                  <a:lnTo>
                    <a:pt x="1440218" y="1132662"/>
                  </a:lnTo>
                  <a:lnTo>
                    <a:pt x="1439175" y="1133006"/>
                  </a:lnTo>
                  <a:lnTo>
                    <a:pt x="1435697" y="1134155"/>
                  </a:lnTo>
                  <a:lnTo>
                    <a:pt x="1434132" y="1134673"/>
                  </a:lnTo>
                  <a:lnTo>
                    <a:pt x="1433958" y="1134730"/>
                  </a:lnTo>
                  <a:lnTo>
                    <a:pt x="1432045" y="1135362"/>
                  </a:lnTo>
                  <a:lnTo>
                    <a:pt x="1431871" y="1135420"/>
                  </a:lnTo>
                  <a:lnTo>
                    <a:pt x="1428219" y="1136626"/>
                  </a:lnTo>
                  <a:lnTo>
                    <a:pt x="1422481" y="1138523"/>
                  </a:lnTo>
                  <a:lnTo>
                    <a:pt x="1416742" y="1140420"/>
                  </a:lnTo>
                  <a:lnTo>
                    <a:pt x="1415177" y="1140938"/>
                  </a:lnTo>
                  <a:lnTo>
                    <a:pt x="1414655" y="1141110"/>
                  </a:lnTo>
                  <a:lnTo>
                    <a:pt x="1413438" y="1141513"/>
                  </a:lnTo>
                  <a:lnTo>
                    <a:pt x="1409612" y="1142777"/>
                  </a:lnTo>
                  <a:lnTo>
                    <a:pt x="1408047" y="1143295"/>
                  </a:lnTo>
                  <a:lnTo>
                    <a:pt x="1405786" y="1144043"/>
                  </a:lnTo>
                  <a:lnTo>
                    <a:pt x="1403874" y="1144675"/>
                  </a:lnTo>
                  <a:lnTo>
                    <a:pt x="1402482" y="1145135"/>
                  </a:lnTo>
                  <a:lnTo>
                    <a:pt x="1402309" y="1145193"/>
                  </a:lnTo>
                  <a:lnTo>
                    <a:pt x="1401787" y="1145365"/>
                  </a:lnTo>
                  <a:lnTo>
                    <a:pt x="1400743" y="1145710"/>
                  </a:lnTo>
                  <a:lnTo>
                    <a:pt x="1399526" y="1146113"/>
                  </a:lnTo>
                  <a:lnTo>
                    <a:pt x="1398483" y="1146458"/>
                  </a:lnTo>
                  <a:lnTo>
                    <a:pt x="1396918" y="1146976"/>
                  </a:lnTo>
                  <a:lnTo>
                    <a:pt x="1394831" y="1147666"/>
                  </a:lnTo>
                  <a:lnTo>
                    <a:pt x="1391527" y="1148759"/>
                  </a:lnTo>
                  <a:lnTo>
                    <a:pt x="1391179" y="1148874"/>
                  </a:lnTo>
                  <a:lnTo>
                    <a:pt x="1387701" y="1150025"/>
                  </a:lnTo>
                  <a:lnTo>
                    <a:pt x="1387006" y="1150255"/>
                  </a:lnTo>
                  <a:lnTo>
                    <a:pt x="1385614" y="1150716"/>
                  </a:lnTo>
                  <a:lnTo>
                    <a:pt x="1385093" y="1150888"/>
                  </a:lnTo>
                  <a:lnTo>
                    <a:pt x="1383354" y="1151464"/>
                  </a:lnTo>
                  <a:lnTo>
                    <a:pt x="1379528" y="1152730"/>
                  </a:lnTo>
                  <a:lnTo>
                    <a:pt x="1378137" y="1153190"/>
                  </a:lnTo>
                  <a:lnTo>
                    <a:pt x="1377093" y="1153535"/>
                  </a:lnTo>
                  <a:lnTo>
                    <a:pt x="1367007" y="1156874"/>
                  </a:lnTo>
                  <a:lnTo>
                    <a:pt x="1364747" y="1157623"/>
                  </a:lnTo>
                  <a:lnTo>
                    <a:pt x="1364573" y="1157680"/>
                  </a:lnTo>
                  <a:lnTo>
                    <a:pt x="1364051" y="1157853"/>
                  </a:lnTo>
                  <a:lnTo>
                    <a:pt x="1363182" y="1158141"/>
                  </a:lnTo>
                  <a:lnTo>
                    <a:pt x="1362660" y="1158314"/>
                  </a:lnTo>
                  <a:lnTo>
                    <a:pt x="1359008" y="1159523"/>
                  </a:lnTo>
                  <a:lnTo>
                    <a:pt x="1357095" y="1160156"/>
                  </a:lnTo>
                  <a:lnTo>
                    <a:pt x="1354835" y="1160905"/>
                  </a:lnTo>
                  <a:lnTo>
                    <a:pt x="1348748" y="1162921"/>
                  </a:lnTo>
                  <a:lnTo>
                    <a:pt x="1341271" y="1165398"/>
                  </a:lnTo>
                  <a:lnTo>
                    <a:pt x="1340227" y="1165744"/>
                  </a:lnTo>
                  <a:lnTo>
                    <a:pt x="1331880" y="1168510"/>
                  </a:lnTo>
                  <a:lnTo>
                    <a:pt x="1331184" y="1168740"/>
                  </a:lnTo>
                  <a:lnTo>
                    <a:pt x="1329445" y="1169317"/>
                  </a:lnTo>
                  <a:lnTo>
                    <a:pt x="1328576" y="1169605"/>
                  </a:lnTo>
                  <a:lnTo>
                    <a:pt x="1328228" y="1169720"/>
                  </a:lnTo>
                  <a:lnTo>
                    <a:pt x="1324229" y="1171046"/>
                  </a:lnTo>
                  <a:lnTo>
                    <a:pt x="1315360" y="1173986"/>
                  </a:lnTo>
                  <a:lnTo>
                    <a:pt x="1311534" y="1175254"/>
                  </a:lnTo>
                  <a:lnTo>
                    <a:pt x="1310317" y="1175658"/>
                  </a:lnTo>
                  <a:lnTo>
                    <a:pt x="1307882" y="1176465"/>
                  </a:lnTo>
                  <a:lnTo>
                    <a:pt x="1306143" y="1177042"/>
                  </a:lnTo>
                  <a:lnTo>
                    <a:pt x="1305969" y="1177100"/>
                  </a:lnTo>
                  <a:lnTo>
                    <a:pt x="1304230" y="1177677"/>
                  </a:lnTo>
                  <a:lnTo>
                    <a:pt x="1303013" y="1178080"/>
                  </a:lnTo>
                  <a:lnTo>
                    <a:pt x="1302839" y="1178138"/>
                  </a:lnTo>
                  <a:lnTo>
                    <a:pt x="1302665" y="1178196"/>
                  </a:lnTo>
                  <a:lnTo>
                    <a:pt x="1302317" y="1178311"/>
                  </a:lnTo>
                  <a:lnTo>
                    <a:pt x="1301622" y="1178542"/>
                  </a:lnTo>
                  <a:lnTo>
                    <a:pt x="1298666" y="1179522"/>
                  </a:lnTo>
                  <a:lnTo>
                    <a:pt x="1294492" y="1180907"/>
                  </a:lnTo>
                  <a:lnTo>
                    <a:pt x="1291710" y="1181830"/>
                  </a:lnTo>
                  <a:lnTo>
                    <a:pt x="1287884" y="1183099"/>
                  </a:lnTo>
                  <a:lnTo>
                    <a:pt x="1285276" y="1183965"/>
                  </a:lnTo>
                  <a:lnTo>
                    <a:pt x="1282319" y="1184946"/>
                  </a:lnTo>
                  <a:lnTo>
                    <a:pt x="1281971" y="1185061"/>
                  </a:lnTo>
                  <a:lnTo>
                    <a:pt x="1280754" y="1185465"/>
                  </a:lnTo>
                  <a:lnTo>
                    <a:pt x="1279189" y="1185985"/>
                  </a:lnTo>
                  <a:lnTo>
                    <a:pt x="1274842" y="1187428"/>
                  </a:lnTo>
                  <a:lnTo>
                    <a:pt x="1268581" y="1189506"/>
                  </a:lnTo>
                  <a:lnTo>
                    <a:pt x="1267538" y="1189852"/>
                  </a:lnTo>
                  <a:lnTo>
                    <a:pt x="1267190" y="1189968"/>
                  </a:lnTo>
                  <a:lnTo>
                    <a:pt x="1266321" y="1190257"/>
                  </a:lnTo>
                  <a:lnTo>
                    <a:pt x="1265277" y="1190603"/>
                  </a:lnTo>
                  <a:lnTo>
                    <a:pt x="1261799" y="1191758"/>
                  </a:lnTo>
                  <a:lnTo>
                    <a:pt x="1260234" y="1192278"/>
                  </a:lnTo>
                  <a:lnTo>
                    <a:pt x="1260060" y="1192335"/>
                  </a:lnTo>
                  <a:lnTo>
                    <a:pt x="1258148" y="1192971"/>
                  </a:lnTo>
                  <a:lnTo>
                    <a:pt x="1257974" y="1193028"/>
                  </a:lnTo>
                  <a:lnTo>
                    <a:pt x="1254322" y="1194241"/>
                  </a:lnTo>
                  <a:lnTo>
                    <a:pt x="1248583" y="1196147"/>
                  </a:lnTo>
                  <a:lnTo>
                    <a:pt x="1242845" y="1198054"/>
                  </a:lnTo>
                  <a:lnTo>
                    <a:pt x="1241279" y="1198574"/>
                  </a:lnTo>
                  <a:lnTo>
                    <a:pt x="1240758" y="1198747"/>
                  </a:lnTo>
                  <a:lnTo>
                    <a:pt x="1239541" y="1199151"/>
                  </a:lnTo>
                  <a:lnTo>
                    <a:pt x="1235715" y="1200423"/>
                  </a:lnTo>
                  <a:lnTo>
                    <a:pt x="1234150" y="1200943"/>
                  </a:lnTo>
                  <a:lnTo>
                    <a:pt x="1231889" y="1201694"/>
                  </a:lnTo>
                  <a:lnTo>
                    <a:pt x="1229976" y="1202330"/>
                  </a:lnTo>
                  <a:lnTo>
                    <a:pt x="1228585" y="1202792"/>
                  </a:lnTo>
                  <a:lnTo>
                    <a:pt x="1228411" y="1202850"/>
                  </a:lnTo>
                  <a:lnTo>
                    <a:pt x="1227889" y="1203023"/>
                  </a:lnTo>
                  <a:lnTo>
                    <a:pt x="1226846" y="1203370"/>
                  </a:lnTo>
                  <a:lnTo>
                    <a:pt x="1225629" y="1203775"/>
                  </a:lnTo>
                  <a:lnTo>
                    <a:pt x="1224585" y="1204121"/>
                  </a:lnTo>
                  <a:lnTo>
                    <a:pt x="1223020" y="1204642"/>
                  </a:lnTo>
                  <a:lnTo>
                    <a:pt x="1220933" y="1205335"/>
                  </a:lnTo>
                  <a:lnTo>
                    <a:pt x="1217629" y="1206434"/>
                  </a:lnTo>
                  <a:lnTo>
                    <a:pt x="1217282" y="1206549"/>
                  </a:lnTo>
                  <a:lnTo>
                    <a:pt x="1213804" y="1207706"/>
                  </a:lnTo>
                  <a:lnTo>
                    <a:pt x="1213108" y="1207937"/>
                  </a:lnTo>
                  <a:lnTo>
                    <a:pt x="1211717" y="1208400"/>
                  </a:lnTo>
                  <a:lnTo>
                    <a:pt x="1211195" y="1208573"/>
                  </a:lnTo>
                  <a:lnTo>
                    <a:pt x="1209456" y="1209151"/>
                  </a:lnTo>
                  <a:lnTo>
                    <a:pt x="1205631" y="1210424"/>
                  </a:lnTo>
                  <a:lnTo>
                    <a:pt x="1204239" y="1210886"/>
                  </a:lnTo>
                  <a:lnTo>
                    <a:pt x="1203196" y="1211233"/>
                  </a:lnTo>
                  <a:lnTo>
                    <a:pt x="1193110" y="1214588"/>
                  </a:lnTo>
                  <a:lnTo>
                    <a:pt x="1190849" y="1215340"/>
                  </a:lnTo>
                  <a:lnTo>
                    <a:pt x="1190675" y="1215398"/>
                  </a:lnTo>
                  <a:lnTo>
                    <a:pt x="1190154" y="1215572"/>
                  </a:lnTo>
                  <a:lnTo>
                    <a:pt x="1189284" y="1215861"/>
                  </a:lnTo>
                  <a:lnTo>
                    <a:pt x="1188762" y="1216035"/>
                  </a:lnTo>
                  <a:lnTo>
                    <a:pt x="1185111" y="1217250"/>
                  </a:lnTo>
                  <a:lnTo>
                    <a:pt x="1183198" y="1217886"/>
                  </a:lnTo>
                  <a:lnTo>
                    <a:pt x="1180937" y="1218639"/>
                  </a:lnTo>
                  <a:lnTo>
                    <a:pt x="1174851" y="1220664"/>
                  </a:lnTo>
                  <a:lnTo>
                    <a:pt x="1173633" y="1221070"/>
                  </a:lnTo>
                  <a:lnTo>
                    <a:pt x="1167373" y="1223154"/>
                  </a:lnTo>
                  <a:lnTo>
                    <a:pt x="1166330" y="1223501"/>
                  </a:lnTo>
                  <a:lnTo>
                    <a:pt x="1157983" y="1226280"/>
                  </a:lnTo>
                  <a:lnTo>
                    <a:pt x="1157287" y="1226512"/>
                  </a:lnTo>
                  <a:lnTo>
                    <a:pt x="1155548" y="1227091"/>
                  </a:lnTo>
                  <a:lnTo>
                    <a:pt x="1154679" y="1227380"/>
                  </a:lnTo>
                  <a:lnTo>
                    <a:pt x="1154331" y="1227496"/>
                  </a:lnTo>
                  <a:lnTo>
                    <a:pt x="1150331" y="1228828"/>
                  </a:lnTo>
                  <a:lnTo>
                    <a:pt x="1141462" y="1231783"/>
                  </a:lnTo>
                  <a:lnTo>
                    <a:pt x="1137637" y="1233057"/>
                  </a:lnTo>
                  <a:lnTo>
                    <a:pt x="1136419" y="1233463"/>
                  </a:lnTo>
                  <a:lnTo>
                    <a:pt x="1133985" y="1234274"/>
                  </a:lnTo>
                  <a:lnTo>
                    <a:pt x="1132246" y="1234853"/>
                  </a:lnTo>
                  <a:lnTo>
                    <a:pt x="1132072" y="1234911"/>
                  </a:lnTo>
                  <a:lnTo>
                    <a:pt x="1130333" y="1235491"/>
                  </a:lnTo>
                  <a:lnTo>
                    <a:pt x="1129116" y="1235896"/>
                  </a:lnTo>
                  <a:lnTo>
                    <a:pt x="1128942" y="1235954"/>
                  </a:lnTo>
                  <a:lnTo>
                    <a:pt x="1128768" y="1236012"/>
                  </a:lnTo>
                  <a:lnTo>
                    <a:pt x="1128420" y="1236128"/>
                  </a:lnTo>
                  <a:lnTo>
                    <a:pt x="1127724" y="1236360"/>
                  </a:lnTo>
                  <a:lnTo>
                    <a:pt x="1124768" y="1237345"/>
                  </a:lnTo>
                  <a:lnTo>
                    <a:pt x="1120595" y="1238736"/>
                  </a:lnTo>
                  <a:lnTo>
                    <a:pt x="1117812" y="1239664"/>
                  </a:lnTo>
                  <a:lnTo>
                    <a:pt x="1113987" y="1240939"/>
                  </a:lnTo>
                  <a:lnTo>
                    <a:pt x="1111378" y="1241809"/>
                  </a:lnTo>
                  <a:lnTo>
                    <a:pt x="1108422" y="1242795"/>
                  </a:lnTo>
                  <a:lnTo>
                    <a:pt x="1108074" y="1242911"/>
                  </a:lnTo>
                  <a:lnTo>
                    <a:pt x="1106857" y="1243316"/>
                  </a:lnTo>
                  <a:lnTo>
                    <a:pt x="1105292" y="1243838"/>
                  </a:lnTo>
                  <a:lnTo>
                    <a:pt x="1100944" y="1245288"/>
                  </a:lnTo>
                  <a:lnTo>
                    <a:pt x="1094684" y="1247376"/>
                  </a:lnTo>
                  <a:lnTo>
                    <a:pt x="1093641" y="1247724"/>
                  </a:lnTo>
                  <a:lnTo>
                    <a:pt x="1093293" y="1247840"/>
                  </a:lnTo>
                  <a:lnTo>
                    <a:pt x="1092423" y="1248130"/>
                  </a:lnTo>
                  <a:lnTo>
                    <a:pt x="1091380" y="1248478"/>
                  </a:lnTo>
                  <a:lnTo>
                    <a:pt x="1087902" y="1249638"/>
                  </a:lnTo>
                  <a:lnTo>
                    <a:pt x="1086337" y="1250161"/>
                  </a:lnTo>
                  <a:lnTo>
                    <a:pt x="1086163" y="1250219"/>
                  </a:lnTo>
                  <a:lnTo>
                    <a:pt x="1084250" y="1250857"/>
                  </a:lnTo>
                  <a:lnTo>
                    <a:pt x="1084076" y="1250915"/>
                  </a:lnTo>
                  <a:lnTo>
                    <a:pt x="1080424" y="1252133"/>
                  </a:lnTo>
                  <a:lnTo>
                    <a:pt x="1074686" y="1254048"/>
                  </a:lnTo>
                  <a:lnTo>
                    <a:pt x="1068947" y="1255963"/>
                  </a:lnTo>
                  <a:lnTo>
                    <a:pt x="1067382" y="1256486"/>
                  </a:lnTo>
                  <a:lnTo>
                    <a:pt x="1066860" y="1256660"/>
                  </a:lnTo>
                  <a:lnTo>
                    <a:pt x="1065643" y="1257066"/>
                  </a:lnTo>
                  <a:lnTo>
                    <a:pt x="1061817" y="1258343"/>
                  </a:lnTo>
                  <a:lnTo>
                    <a:pt x="1060252" y="1258866"/>
                  </a:lnTo>
                  <a:lnTo>
                    <a:pt x="1056079" y="1260259"/>
                  </a:lnTo>
                  <a:lnTo>
                    <a:pt x="1054688" y="1260724"/>
                  </a:lnTo>
                  <a:lnTo>
                    <a:pt x="1054514" y="1260782"/>
                  </a:lnTo>
                  <a:lnTo>
                    <a:pt x="1053992" y="1260956"/>
                  </a:lnTo>
                  <a:lnTo>
                    <a:pt x="1052949" y="1261304"/>
                  </a:lnTo>
                  <a:lnTo>
                    <a:pt x="1051731" y="1261711"/>
                  </a:lnTo>
                  <a:lnTo>
                    <a:pt x="1050688" y="1262059"/>
                  </a:lnTo>
                  <a:lnTo>
                    <a:pt x="1049123" y="1262582"/>
                  </a:lnTo>
                  <a:lnTo>
                    <a:pt x="1047036" y="1263279"/>
                  </a:lnTo>
                  <a:lnTo>
                    <a:pt x="1043732" y="1264382"/>
                  </a:lnTo>
                  <a:lnTo>
                    <a:pt x="1043384" y="1264499"/>
                  </a:lnTo>
                  <a:lnTo>
                    <a:pt x="1039906" y="1265660"/>
                  </a:lnTo>
                  <a:lnTo>
                    <a:pt x="1039211" y="1265893"/>
                  </a:lnTo>
                  <a:lnTo>
                    <a:pt x="1037819" y="1266357"/>
                  </a:lnTo>
                  <a:lnTo>
                    <a:pt x="1037298" y="1266531"/>
                  </a:lnTo>
                  <a:lnTo>
                    <a:pt x="1035559" y="1267112"/>
                  </a:lnTo>
                  <a:lnTo>
                    <a:pt x="1031733" y="1268390"/>
                  </a:lnTo>
                  <a:lnTo>
                    <a:pt x="1030342" y="1268855"/>
                  </a:lnTo>
                  <a:lnTo>
                    <a:pt x="1029298" y="1269204"/>
                  </a:lnTo>
                  <a:lnTo>
                    <a:pt x="1019212" y="1272574"/>
                  </a:lnTo>
                  <a:lnTo>
                    <a:pt x="1016952" y="1273330"/>
                  </a:lnTo>
                  <a:lnTo>
                    <a:pt x="1016778" y="1273388"/>
                  </a:lnTo>
                  <a:lnTo>
                    <a:pt x="1016256" y="1273562"/>
                  </a:lnTo>
                  <a:lnTo>
                    <a:pt x="1015387" y="1273853"/>
                  </a:lnTo>
                  <a:lnTo>
                    <a:pt x="1014865" y="1274027"/>
                  </a:lnTo>
                  <a:lnTo>
                    <a:pt x="1011213" y="1275248"/>
                  </a:lnTo>
                  <a:lnTo>
                    <a:pt x="1009300" y="1275887"/>
                  </a:lnTo>
                  <a:lnTo>
                    <a:pt x="1007040" y="1276643"/>
                  </a:lnTo>
                  <a:lnTo>
                    <a:pt x="1000953" y="1278678"/>
                  </a:lnTo>
                  <a:lnTo>
                    <a:pt x="999736" y="1279085"/>
                  </a:lnTo>
                  <a:lnTo>
                    <a:pt x="993476" y="1281178"/>
                  </a:lnTo>
                  <a:lnTo>
                    <a:pt x="992432" y="1281527"/>
                  </a:lnTo>
                  <a:lnTo>
                    <a:pt x="984085" y="1284319"/>
                  </a:lnTo>
                  <a:lnTo>
                    <a:pt x="983390" y="1284551"/>
                  </a:lnTo>
                  <a:lnTo>
                    <a:pt x="981651" y="1285133"/>
                  </a:lnTo>
                  <a:lnTo>
                    <a:pt x="980781" y="1285424"/>
                  </a:lnTo>
                  <a:lnTo>
                    <a:pt x="980433" y="1285540"/>
                  </a:lnTo>
                  <a:lnTo>
                    <a:pt x="976434" y="1286878"/>
                  </a:lnTo>
                  <a:lnTo>
                    <a:pt x="967565" y="1289846"/>
                  </a:lnTo>
                  <a:lnTo>
                    <a:pt x="963739" y="1291126"/>
                  </a:lnTo>
                  <a:lnTo>
                    <a:pt x="962522" y="1291533"/>
                  </a:lnTo>
                  <a:lnTo>
                    <a:pt x="960087" y="1292348"/>
                  </a:lnTo>
                  <a:lnTo>
                    <a:pt x="958348" y="1292930"/>
                  </a:lnTo>
                  <a:lnTo>
                    <a:pt x="958174" y="1292988"/>
                  </a:lnTo>
                  <a:lnTo>
                    <a:pt x="956435" y="1293570"/>
                  </a:lnTo>
                  <a:lnTo>
                    <a:pt x="955218" y="1293978"/>
                  </a:lnTo>
                  <a:lnTo>
                    <a:pt x="955044" y="1294036"/>
                  </a:lnTo>
                  <a:lnTo>
                    <a:pt x="954870" y="1294094"/>
                  </a:lnTo>
                  <a:lnTo>
                    <a:pt x="954523" y="1294210"/>
                  </a:lnTo>
                  <a:lnTo>
                    <a:pt x="953827" y="1294443"/>
                  </a:lnTo>
                  <a:lnTo>
                    <a:pt x="950871" y="1295433"/>
                  </a:lnTo>
                  <a:lnTo>
                    <a:pt x="946697" y="1296830"/>
                  </a:lnTo>
                  <a:lnTo>
                    <a:pt x="943915" y="1297762"/>
                  </a:lnTo>
                  <a:lnTo>
                    <a:pt x="940089" y="1299043"/>
                  </a:lnTo>
                  <a:lnTo>
                    <a:pt x="937481" y="1299916"/>
                  </a:lnTo>
                  <a:lnTo>
                    <a:pt x="934177" y="1301023"/>
                  </a:lnTo>
                  <a:lnTo>
                    <a:pt x="932959" y="1301430"/>
                  </a:lnTo>
                  <a:lnTo>
                    <a:pt x="931394" y="1301954"/>
                  </a:lnTo>
                  <a:lnTo>
                    <a:pt x="927047" y="1303410"/>
                  </a:lnTo>
                  <a:lnTo>
                    <a:pt x="920786" y="1305507"/>
                  </a:lnTo>
                  <a:lnTo>
                    <a:pt x="919743" y="1305857"/>
                  </a:lnTo>
                  <a:lnTo>
                    <a:pt x="919395" y="1305974"/>
                  </a:lnTo>
                  <a:lnTo>
                    <a:pt x="918526" y="1306265"/>
                  </a:lnTo>
                  <a:lnTo>
                    <a:pt x="917482" y="1306614"/>
                  </a:lnTo>
                  <a:lnTo>
                    <a:pt x="914004" y="1307780"/>
                  </a:lnTo>
                  <a:lnTo>
                    <a:pt x="912439" y="1308304"/>
                  </a:lnTo>
                  <a:lnTo>
                    <a:pt x="912266" y="1308362"/>
                  </a:lnTo>
                  <a:lnTo>
                    <a:pt x="910353" y="1309003"/>
                  </a:lnTo>
                  <a:lnTo>
                    <a:pt x="910179" y="1309062"/>
                  </a:lnTo>
                  <a:lnTo>
                    <a:pt x="906527" y="1310285"/>
                  </a:lnTo>
                  <a:lnTo>
                    <a:pt x="900788" y="1312208"/>
                  </a:lnTo>
                  <a:lnTo>
                    <a:pt x="895050" y="1314132"/>
                  </a:lnTo>
                  <a:lnTo>
                    <a:pt x="893485" y="1314657"/>
                  </a:lnTo>
                  <a:lnTo>
                    <a:pt x="892963" y="1314831"/>
                  </a:lnTo>
                  <a:lnTo>
                    <a:pt x="891746" y="1315240"/>
                  </a:lnTo>
                  <a:lnTo>
                    <a:pt x="887920" y="1316522"/>
                  </a:lnTo>
                  <a:lnTo>
                    <a:pt x="886355" y="1317047"/>
                  </a:lnTo>
                  <a:lnTo>
                    <a:pt x="884094" y="1317805"/>
                  </a:lnTo>
                  <a:lnTo>
                    <a:pt x="882181" y="1318446"/>
                  </a:lnTo>
                  <a:lnTo>
                    <a:pt x="880790" y="1318913"/>
                  </a:lnTo>
                  <a:lnTo>
                    <a:pt x="880616" y="1318971"/>
                  </a:lnTo>
                  <a:lnTo>
                    <a:pt x="880094" y="1319146"/>
                  </a:lnTo>
                  <a:lnTo>
                    <a:pt x="879051" y="1319496"/>
                  </a:lnTo>
                  <a:lnTo>
                    <a:pt x="877834" y="1319904"/>
                  </a:lnTo>
                  <a:lnTo>
                    <a:pt x="876790" y="1320254"/>
                  </a:lnTo>
                  <a:lnTo>
                    <a:pt x="875225" y="1320779"/>
                  </a:lnTo>
                  <a:lnTo>
                    <a:pt x="873139" y="1321479"/>
                  </a:lnTo>
                  <a:lnTo>
                    <a:pt x="869835" y="1322587"/>
                  </a:lnTo>
                  <a:lnTo>
                    <a:pt x="869487" y="1322703"/>
                  </a:lnTo>
                  <a:lnTo>
                    <a:pt x="866009" y="1323870"/>
                  </a:lnTo>
                  <a:lnTo>
                    <a:pt x="865313" y="1324103"/>
                  </a:lnTo>
                  <a:lnTo>
                    <a:pt x="863922" y="1324570"/>
                  </a:lnTo>
                  <a:lnTo>
                    <a:pt x="863400" y="1324745"/>
                  </a:lnTo>
                  <a:lnTo>
                    <a:pt x="861661" y="1325328"/>
                  </a:lnTo>
                  <a:lnTo>
                    <a:pt x="857836" y="1326612"/>
                  </a:lnTo>
                  <a:lnTo>
                    <a:pt x="856444" y="1327078"/>
                  </a:lnTo>
                  <a:lnTo>
                    <a:pt x="845315" y="1330813"/>
                  </a:lnTo>
                  <a:lnTo>
                    <a:pt x="843054" y="1331572"/>
                  </a:lnTo>
                  <a:lnTo>
                    <a:pt x="842880" y="1331630"/>
                  </a:lnTo>
                  <a:lnTo>
                    <a:pt x="842359" y="1331805"/>
                  </a:lnTo>
                  <a:lnTo>
                    <a:pt x="841489" y="1332097"/>
                  </a:lnTo>
                  <a:lnTo>
                    <a:pt x="840968" y="1332272"/>
                  </a:lnTo>
                  <a:lnTo>
                    <a:pt x="837316" y="1333498"/>
                  </a:lnTo>
                  <a:lnTo>
                    <a:pt x="835403" y="1334140"/>
                  </a:lnTo>
                  <a:lnTo>
                    <a:pt x="833142" y="1334899"/>
                  </a:lnTo>
                  <a:lnTo>
                    <a:pt x="827056" y="1336942"/>
                  </a:lnTo>
                  <a:lnTo>
                    <a:pt x="825838" y="1337351"/>
                  </a:lnTo>
                  <a:lnTo>
                    <a:pt x="819578" y="1339453"/>
                  </a:lnTo>
                  <a:lnTo>
                    <a:pt x="818535" y="1339803"/>
                  </a:lnTo>
                  <a:lnTo>
                    <a:pt x="810188" y="1342606"/>
                  </a:lnTo>
                  <a:lnTo>
                    <a:pt x="809492" y="1342840"/>
                  </a:lnTo>
                  <a:lnTo>
                    <a:pt x="807753" y="1343424"/>
                  </a:lnTo>
                  <a:lnTo>
                    <a:pt x="806884" y="1343716"/>
                  </a:lnTo>
                  <a:lnTo>
                    <a:pt x="806536" y="1343833"/>
                  </a:lnTo>
                  <a:lnTo>
                    <a:pt x="802536" y="1345176"/>
                  </a:lnTo>
                  <a:lnTo>
                    <a:pt x="793667" y="1348156"/>
                  </a:lnTo>
                  <a:lnTo>
                    <a:pt x="789842" y="1349441"/>
                  </a:lnTo>
                  <a:lnTo>
                    <a:pt x="788624" y="1349850"/>
                  </a:lnTo>
                  <a:lnTo>
                    <a:pt x="786190" y="1350668"/>
                  </a:lnTo>
                  <a:lnTo>
                    <a:pt x="784451" y="1351253"/>
                  </a:lnTo>
                  <a:lnTo>
                    <a:pt x="784277" y="1351311"/>
                  </a:lnTo>
                  <a:lnTo>
                    <a:pt x="782538" y="1351896"/>
                  </a:lnTo>
                  <a:lnTo>
                    <a:pt x="781321" y="1352305"/>
                  </a:lnTo>
                  <a:lnTo>
                    <a:pt x="781147" y="1352363"/>
                  </a:lnTo>
                  <a:lnTo>
                    <a:pt x="780973" y="1352422"/>
                  </a:lnTo>
                  <a:lnTo>
                    <a:pt x="780625" y="1352538"/>
                  </a:lnTo>
                  <a:lnTo>
                    <a:pt x="776973" y="1353766"/>
                  </a:lnTo>
                  <a:lnTo>
                    <a:pt x="772800" y="1355169"/>
                  </a:lnTo>
                  <a:lnTo>
                    <a:pt x="770017" y="1356104"/>
                  </a:lnTo>
                  <a:lnTo>
                    <a:pt x="766192" y="1357390"/>
                  </a:lnTo>
                  <a:lnTo>
                    <a:pt x="763583" y="1358267"/>
                  </a:lnTo>
                  <a:lnTo>
                    <a:pt x="760627" y="1359261"/>
                  </a:lnTo>
                  <a:lnTo>
                    <a:pt x="760279" y="1359378"/>
                  </a:lnTo>
                  <a:lnTo>
                    <a:pt x="759062" y="1359787"/>
                  </a:lnTo>
                  <a:lnTo>
                    <a:pt x="757497" y="1360313"/>
                  </a:lnTo>
                  <a:lnTo>
                    <a:pt x="753149" y="1361775"/>
                  </a:lnTo>
                  <a:lnTo>
                    <a:pt x="746889" y="1363881"/>
                  </a:lnTo>
                  <a:lnTo>
                    <a:pt x="745846" y="1364232"/>
                  </a:lnTo>
                  <a:lnTo>
                    <a:pt x="745498" y="1364349"/>
                  </a:lnTo>
                  <a:lnTo>
                    <a:pt x="744628" y="1364641"/>
                  </a:lnTo>
                  <a:lnTo>
                    <a:pt x="743585" y="1364992"/>
                  </a:lnTo>
                  <a:lnTo>
                    <a:pt x="740107" y="1366162"/>
                  </a:lnTo>
                  <a:lnTo>
                    <a:pt x="738542" y="1366688"/>
                  </a:lnTo>
                  <a:lnTo>
                    <a:pt x="738368" y="1366747"/>
                  </a:lnTo>
                  <a:lnTo>
                    <a:pt x="736455" y="1367390"/>
                  </a:lnTo>
                  <a:lnTo>
                    <a:pt x="736281" y="1367449"/>
                  </a:lnTo>
                  <a:lnTo>
                    <a:pt x="732629" y="1368677"/>
                  </a:lnTo>
                  <a:lnTo>
                    <a:pt x="726891" y="1370608"/>
                  </a:lnTo>
                  <a:lnTo>
                    <a:pt x="721152" y="1372539"/>
                  </a:lnTo>
                  <a:lnTo>
                    <a:pt x="719587" y="1373066"/>
                  </a:lnTo>
                  <a:lnTo>
                    <a:pt x="719065" y="1373242"/>
                  </a:lnTo>
                  <a:lnTo>
                    <a:pt x="717848" y="1373651"/>
                  </a:lnTo>
                  <a:lnTo>
                    <a:pt x="714022" y="1374939"/>
                  </a:lnTo>
                  <a:lnTo>
                    <a:pt x="712457" y="1375466"/>
                  </a:lnTo>
                  <a:lnTo>
                    <a:pt x="710197" y="1376226"/>
                  </a:lnTo>
                  <a:lnTo>
                    <a:pt x="708284" y="1376870"/>
                  </a:lnTo>
                  <a:lnTo>
                    <a:pt x="706893" y="1377339"/>
                  </a:lnTo>
                  <a:lnTo>
                    <a:pt x="706719" y="1377397"/>
                  </a:lnTo>
                  <a:lnTo>
                    <a:pt x="706197" y="1377573"/>
                  </a:lnTo>
                  <a:lnTo>
                    <a:pt x="705154" y="1377924"/>
                  </a:lnTo>
                  <a:lnTo>
                    <a:pt x="703936" y="1378334"/>
                  </a:lnTo>
                  <a:lnTo>
                    <a:pt x="702893" y="1378685"/>
                  </a:lnTo>
                  <a:lnTo>
                    <a:pt x="701328" y="1379212"/>
                  </a:lnTo>
                  <a:lnTo>
                    <a:pt x="699241" y="1379915"/>
                  </a:lnTo>
                  <a:lnTo>
                    <a:pt x="695937" y="1381027"/>
                  </a:lnTo>
                  <a:lnTo>
                    <a:pt x="695589" y="1381144"/>
                  </a:lnTo>
                  <a:lnTo>
                    <a:pt x="692111" y="1382315"/>
                  </a:lnTo>
                  <a:lnTo>
                    <a:pt x="691416" y="1382549"/>
                  </a:lnTo>
                  <a:lnTo>
                    <a:pt x="690025" y="1383018"/>
                  </a:lnTo>
                  <a:lnTo>
                    <a:pt x="689503" y="1383194"/>
                  </a:lnTo>
                  <a:lnTo>
                    <a:pt x="687764" y="1383779"/>
                  </a:lnTo>
                  <a:lnTo>
                    <a:pt x="683938" y="1385068"/>
                  </a:lnTo>
                  <a:lnTo>
                    <a:pt x="682547" y="1385536"/>
                  </a:lnTo>
                  <a:lnTo>
                    <a:pt x="681504" y="1385887"/>
                  </a:lnTo>
                  <a:lnTo>
                    <a:pt x="671418" y="1389285"/>
                  </a:lnTo>
                  <a:lnTo>
                    <a:pt x="669157" y="1390046"/>
                  </a:lnTo>
                  <a:lnTo>
                    <a:pt x="668983" y="1390105"/>
                  </a:lnTo>
                  <a:lnTo>
                    <a:pt x="668461" y="1390281"/>
                  </a:lnTo>
                  <a:lnTo>
                    <a:pt x="667592" y="1390574"/>
                  </a:lnTo>
                  <a:lnTo>
                    <a:pt x="667070" y="1390749"/>
                  </a:lnTo>
                  <a:lnTo>
                    <a:pt x="663418" y="1391980"/>
                  </a:lnTo>
                  <a:lnTo>
                    <a:pt x="661505" y="1392624"/>
                  </a:lnTo>
                  <a:lnTo>
                    <a:pt x="659245" y="1393386"/>
                  </a:lnTo>
                  <a:lnTo>
                    <a:pt x="653158" y="1395437"/>
                  </a:lnTo>
                  <a:lnTo>
                    <a:pt x="651941" y="1395847"/>
                  </a:lnTo>
                  <a:lnTo>
                    <a:pt x="645681" y="1397957"/>
                  </a:lnTo>
                  <a:lnTo>
                    <a:pt x="644637" y="1398309"/>
                  </a:lnTo>
                  <a:lnTo>
                    <a:pt x="636290" y="1401123"/>
                  </a:lnTo>
                  <a:lnTo>
                    <a:pt x="635595" y="1401357"/>
                  </a:lnTo>
                  <a:lnTo>
                    <a:pt x="632986" y="1402237"/>
                  </a:lnTo>
                  <a:lnTo>
                    <a:pt x="632638" y="1402354"/>
                  </a:lnTo>
                  <a:lnTo>
                    <a:pt x="628639" y="1403702"/>
                  </a:lnTo>
                  <a:lnTo>
                    <a:pt x="619770" y="1406693"/>
                  </a:lnTo>
                  <a:lnTo>
                    <a:pt x="615944" y="1407983"/>
                  </a:lnTo>
                  <a:lnTo>
                    <a:pt x="614727" y="1408394"/>
                  </a:lnTo>
                  <a:lnTo>
                    <a:pt x="612292" y="1409215"/>
                  </a:lnTo>
                  <a:lnTo>
                    <a:pt x="610553" y="1409801"/>
                  </a:lnTo>
                  <a:lnTo>
                    <a:pt x="610380" y="1409860"/>
                  </a:lnTo>
                  <a:lnTo>
                    <a:pt x="608641" y="1410446"/>
                  </a:lnTo>
                  <a:lnTo>
                    <a:pt x="607423" y="1410857"/>
                  </a:lnTo>
                  <a:lnTo>
                    <a:pt x="607249" y="1410916"/>
                  </a:lnTo>
                  <a:lnTo>
                    <a:pt x="607075" y="1410974"/>
                  </a:lnTo>
                  <a:lnTo>
                    <a:pt x="606728" y="1411092"/>
                  </a:lnTo>
                  <a:lnTo>
                    <a:pt x="606032" y="1411326"/>
                  </a:lnTo>
                  <a:lnTo>
                    <a:pt x="598902" y="1413732"/>
                  </a:lnTo>
                  <a:lnTo>
                    <a:pt x="596120" y="1414670"/>
                  </a:lnTo>
                  <a:lnTo>
                    <a:pt x="592294" y="1415961"/>
                  </a:lnTo>
                  <a:lnTo>
                    <a:pt x="589686" y="1416841"/>
                  </a:lnTo>
                  <a:lnTo>
                    <a:pt x="586729" y="1417839"/>
                  </a:lnTo>
                  <a:lnTo>
                    <a:pt x="586382" y="1417956"/>
                  </a:lnTo>
                  <a:lnTo>
                    <a:pt x="585164" y="1418367"/>
                  </a:lnTo>
                  <a:lnTo>
                    <a:pt x="583599" y="1418895"/>
                  </a:lnTo>
                  <a:lnTo>
                    <a:pt x="579252" y="1420362"/>
                  </a:lnTo>
                  <a:lnTo>
                    <a:pt x="572992" y="1422475"/>
                  </a:lnTo>
                  <a:lnTo>
                    <a:pt x="571948" y="1422828"/>
                  </a:lnTo>
                  <a:lnTo>
                    <a:pt x="571600" y="1422945"/>
                  </a:lnTo>
                  <a:lnTo>
                    <a:pt x="570731" y="1423238"/>
                  </a:lnTo>
                  <a:lnTo>
                    <a:pt x="569688" y="1423591"/>
                  </a:lnTo>
                  <a:lnTo>
                    <a:pt x="566210" y="1424765"/>
                  </a:lnTo>
                  <a:lnTo>
                    <a:pt x="564645" y="1425293"/>
                  </a:lnTo>
                  <a:lnTo>
                    <a:pt x="564471" y="1425352"/>
                  </a:lnTo>
                  <a:lnTo>
                    <a:pt x="562558" y="1425998"/>
                  </a:lnTo>
                  <a:lnTo>
                    <a:pt x="562384" y="1426056"/>
                  </a:lnTo>
                  <a:lnTo>
                    <a:pt x="558732" y="1427289"/>
                  </a:lnTo>
                  <a:lnTo>
                    <a:pt x="552993" y="1429227"/>
                  </a:lnTo>
                  <a:lnTo>
                    <a:pt x="547255" y="1431165"/>
                  </a:lnTo>
                  <a:lnTo>
                    <a:pt x="545690" y="1431693"/>
                  </a:lnTo>
                  <a:lnTo>
                    <a:pt x="545168" y="1431870"/>
                  </a:lnTo>
                  <a:lnTo>
                    <a:pt x="543951" y="1432281"/>
                  </a:lnTo>
                  <a:lnTo>
                    <a:pt x="540125" y="1433573"/>
                  </a:lnTo>
                  <a:lnTo>
                    <a:pt x="538560" y="1434102"/>
                  </a:lnTo>
                  <a:lnTo>
                    <a:pt x="536299" y="1434865"/>
                  </a:lnTo>
                  <a:lnTo>
                    <a:pt x="534386" y="1435511"/>
                  </a:lnTo>
                  <a:lnTo>
                    <a:pt x="532995" y="1435981"/>
                  </a:lnTo>
                  <a:lnTo>
                    <a:pt x="532821" y="1436040"/>
                  </a:lnTo>
                  <a:lnTo>
                    <a:pt x="532300" y="1436216"/>
                  </a:lnTo>
                  <a:lnTo>
                    <a:pt x="531256" y="1436569"/>
                  </a:lnTo>
                  <a:lnTo>
                    <a:pt x="530039" y="1436980"/>
                  </a:lnTo>
                  <a:lnTo>
                    <a:pt x="528996" y="1437332"/>
                  </a:lnTo>
                  <a:lnTo>
                    <a:pt x="527430" y="1437861"/>
                  </a:lnTo>
                  <a:lnTo>
                    <a:pt x="525344" y="1438566"/>
                  </a:lnTo>
                  <a:lnTo>
                    <a:pt x="522040" y="1439683"/>
                  </a:lnTo>
                  <a:lnTo>
                    <a:pt x="521692" y="1439800"/>
                  </a:lnTo>
                  <a:lnTo>
                    <a:pt x="518214" y="1440975"/>
                  </a:lnTo>
                  <a:lnTo>
                    <a:pt x="517518" y="1441210"/>
                  </a:lnTo>
                  <a:lnTo>
                    <a:pt x="516127" y="1441680"/>
                  </a:lnTo>
                  <a:lnTo>
                    <a:pt x="513866" y="1442444"/>
                  </a:lnTo>
                  <a:lnTo>
                    <a:pt x="510041" y="1443737"/>
                  </a:lnTo>
                  <a:lnTo>
                    <a:pt x="508650" y="1444207"/>
                  </a:lnTo>
                  <a:lnTo>
                    <a:pt x="507606" y="1444560"/>
                  </a:lnTo>
                  <a:lnTo>
                    <a:pt x="497520" y="1447969"/>
                  </a:lnTo>
                  <a:lnTo>
                    <a:pt x="495259" y="1448733"/>
                  </a:lnTo>
                  <a:lnTo>
                    <a:pt x="495086" y="1448792"/>
                  </a:lnTo>
                  <a:lnTo>
                    <a:pt x="494564" y="1448968"/>
                  </a:lnTo>
                  <a:lnTo>
                    <a:pt x="493694" y="1449262"/>
                  </a:lnTo>
                  <a:lnTo>
                    <a:pt x="493173" y="1449439"/>
                  </a:lnTo>
                  <a:lnTo>
                    <a:pt x="489521" y="1450673"/>
                  </a:lnTo>
                  <a:lnTo>
                    <a:pt x="487608" y="1451320"/>
                  </a:lnTo>
                  <a:lnTo>
                    <a:pt x="485347" y="1452084"/>
                  </a:lnTo>
                  <a:lnTo>
                    <a:pt x="479261" y="1454142"/>
                  </a:lnTo>
                  <a:lnTo>
                    <a:pt x="478044" y="1454554"/>
                  </a:lnTo>
                  <a:lnTo>
                    <a:pt x="462393" y="1459847"/>
                  </a:lnTo>
                  <a:lnTo>
                    <a:pt x="461697" y="1460083"/>
                  </a:lnTo>
                  <a:lnTo>
                    <a:pt x="459958" y="1460671"/>
                  </a:lnTo>
                  <a:lnTo>
                    <a:pt x="459089" y="1460965"/>
                  </a:lnTo>
                  <a:lnTo>
                    <a:pt x="458741" y="1461083"/>
                  </a:lnTo>
                  <a:lnTo>
                    <a:pt x="454741" y="1462436"/>
                  </a:lnTo>
                  <a:lnTo>
                    <a:pt x="445873" y="1465436"/>
                  </a:lnTo>
                  <a:lnTo>
                    <a:pt x="442047" y="1466731"/>
                  </a:lnTo>
                  <a:lnTo>
                    <a:pt x="440830" y="1467143"/>
                  </a:lnTo>
                  <a:lnTo>
                    <a:pt x="438395" y="1467966"/>
                  </a:lnTo>
                  <a:lnTo>
                    <a:pt x="436482" y="1468614"/>
                  </a:lnTo>
                  <a:lnTo>
                    <a:pt x="433526" y="1469614"/>
                  </a:lnTo>
                  <a:lnTo>
                    <a:pt x="433178" y="1469732"/>
                  </a:lnTo>
                  <a:lnTo>
                    <a:pt x="432135" y="1470085"/>
                  </a:lnTo>
                  <a:lnTo>
                    <a:pt x="429178" y="1471086"/>
                  </a:lnTo>
                  <a:lnTo>
                    <a:pt x="425005" y="1472498"/>
                  </a:lnTo>
                  <a:lnTo>
                    <a:pt x="422223" y="1473440"/>
                  </a:lnTo>
                  <a:lnTo>
                    <a:pt x="418397" y="1474735"/>
                  </a:lnTo>
                  <a:lnTo>
                    <a:pt x="415788" y="1475618"/>
                  </a:lnTo>
                  <a:lnTo>
                    <a:pt x="412832" y="1476619"/>
                  </a:lnTo>
                  <a:lnTo>
                    <a:pt x="412484" y="1476737"/>
                  </a:lnTo>
                  <a:lnTo>
                    <a:pt x="411267" y="1477149"/>
                  </a:lnTo>
                  <a:lnTo>
                    <a:pt x="409702" y="1477679"/>
                  </a:lnTo>
                  <a:lnTo>
                    <a:pt x="405354" y="1479151"/>
                  </a:lnTo>
                  <a:lnTo>
                    <a:pt x="399094" y="1481271"/>
                  </a:lnTo>
                  <a:lnTo>
                    <a:pt x="398051" y="1481624"/>
                  </a:lnTo>
                  <a:lnTo>
                    <a:pt x="397703" y="1481742"/>
                  </a:lnTo>
                  <a:lnTo>
                    <a:pt x="396833" y="1482036"/>
                  </a:lnTo>
                  <a:lnTo>
                    <a:pt x="395790" y="1482390"/>
                  </a:lnTo>
                  <a:lnTo>
                    <a:pt x="392312" y="1483568"/>
                  </a:lnTo>
                  <a:lnTo>
                    <a:pt x="390747" y="1484098"/>
                  </a:lnTo>
                  <a:lnTo>
                    <a:pt x="390573" y="1484156"/>
                  </a:lnTo>
                  <a:lnTo>
                    <a:pt x="388486" y="1484863"/>
                  </a:lnTo>
                  <a:lnTo>
                    <a:pt x="384835" y="1486100"/>
                  </a:lnTo>
                  <a:lnTo>
                    <a:pt x="379096" y="1488044"/>
                  </a:lnTo>
                  <a:lnTo>
                    <a:pt x="373357" y="1489988"/>
                  </a:lnTo>
                  <a:lnTo>
                    <a:pt x="371792" y="1490519"/>
                  </a:lnTo>
                  <a:lnTo>
                    <a:pt x="371271" y="1490695"/>
                  </a:lnTo>
                  <a:lnTo>
                    <a:pt x="366228" y="1492404"/>
                  </a:lnTo>
                  <a:lnTo>
                    <a:pt x="364662" y="1492934"/>
                  </a:lnTo>
                  <a:lnTo>
                    <a:pt x="362402" y="1493700"/>
                  </a:lnTo>
                  <a:lnTo>
                    <a:pt x="360489" y="1494348"/>
                  </a:lnTo>
                  <a:lnTo>
                    <a:pt x="359098" y="1494820"/>
                  </a:lnTo>
                  <a:lnTo>
                    <a:pt x="358924" y="1494879"/>
                  </a:lnTo>
                  <a:lnTo>
                    <a:pt x="358402" y="1495056"/>
                  </a:lnTo>
                  <a:lnTo>
                    <a:pt x="357359" y="1495409"/>
                  </a:lnTo>
                  <a:lnTo>
                    <a:pt x="356141" y="1495822"/>
                  </a:lnTo>
                  <a:lnTo>
                    <a:pt x="355098" y="1496175"/>
                  </a:lnTo>
                  <a:lnTo>
                    <a:pt x="351446" y="1497413"/>
                  </a:lnTo>
                  <a:lnTo>
                    <a:pt x="348142" y="1498533"/>
                  </a:lnTo>
                  <a:lnTo>
                    <a:pt x="347794" y="1498651"/>
                  </a:lnTo>
                  <a:lnTo>
                    <a:pt x="344316" y="1499830"/>
                  </a:lnTo>
                  <a:lnTo>
                    <a:pt x="343621" y="1500065"/>
                  </a:lnTo>
                  <a:lnTo>
                    <a:pt x="342230" y="1500537"/>
                  </a:lnTo>
                  <a:lnTo>
                    <a:pt x="339969" y="1501303"/>
                  </a:lnTo>
                  <a:lnTo>
                    <a:pt x="333709" y="1503426"/>
                  </a:lnTo>
                  <a:lnTo>
                    <a:pt x="321362" y="1507612"/>
                  </a:lnTo>
                  <a:lnTo>
                    <a:pt x="319797" y="1508143"/>
                  </a:lnTo>
                  <a:lnTo>
                    <a:pt x="311450" y="1510973"/>
                  </a:lnTo>
                  <a:lnTo>
                    <a:pt x="305363" y="1513038"/>
                  </a:lnTo>
                  <a:lnTo>
                    <a:pt x="297886" y="1515574"/>
                  </a:lnTo>
                  <a:lnTo>
                    <a:pt x="288495" y="1518760"/>
                  </a:lnTo>
                  <a:lnTo>
                    <a:pt x="286061" y="1519586"/>
                  </a:lnTo>
                  <a:lnTo>
                    <a:pt x="268149" y="1525664"/>
                  </a:lnTo>
                  <a:lnTo>
                    <a:pt x="260846" y="1528143"/>
                  </a:lnTo>
                  <a:lnTo>
                    <a:pt x="259628" y="1528556"/>
                  </a:lnTo>
                  <a:lnTo>
                    <a:pt x="258237" y="1529028"/>
                  </a:lnTo>
                  <a:lnTo>
                    <a:pt x="251107" y="1531449"/>
                  </a:lnTo>
                  <a:lnTo>
                    <a:pt x="248325" y="1532393"/>
                  </a:lnTo>
                  <a:lnTo>
                    <a:pt x="238935" y="1535582"/>
                  </a:lnTo>
                  <a:lnTo>
                    <a:pt x="235804" y="1536645"/>
                  </a:lnTo>
                  <a:lnTo>
                    <a:pt x="222936" y="1541015"/>
                  </a:lnTo>
                  <a:lnTo>
                    <a:pt x="216850" y="1543082"/>
                  </a:lnTo>
                  <a:lnTo>
                    <a:pt x="214589" y="1543850"/>
                  </a:lnTo>
                  <a:lnTo>
                    <a:pt x="210937" y="1545090"/>
                  </a:lnTo>
                  <a:lnTo>
                    <a:pt x="197373" y="1549699"/>
                  </a:lnTo>
                  <a:lnTo>
                    <a:pt x="192330" y="1551412"/>
                  </a:lnTo>
                  <a:lnTo>
                    <a:pt x="182244" y="1554840"/>
                  </a:lnTo>
                  <a:lnTo>
                    <a:pt x="173897" y="1557677"/>
                  </a:lnTo>
                  <a:lnTo>
                    <a:pt x="168332" y="1559568"/>
                  </a:lnTo>
                  <a:lnTo>
                    <a:pt x="166072" y="1560337"/>
                  </a:lnTo>
                  <a:lnTo>
                    <a:pt x="145899" y="1567195"/>
                  </a:lnTo>
                  <a:lnTo>
                    <a:pt x="77210" y="1590564"/>
                  </a:lnTo>
                  <a:lnTo>
                    <a:pt x="0" y="1616859"/>
                  </a:lnTo>
                  <a:close/>
                </a:path>
              </a:pathLst>
            </a:custGeom>
            <a:solidFill>
              <a:srgbClr val="00BA38">
                <a:alpha val="14901"/>
              </a:srgbClr>
            </a:solidFill>
          </p:spPr>
          <p:txBody>
            <a:bodyPr/>
            <a:lstStyle/>
            <a:p/>
          </p:txBody>
        </p:sp>
        <p:sp>
          <p:nvSpPr>
            <p:cNvPr id="11" name="pl10"/>
            <p:cNvSpPr/>
            <p:nvPr/>
          </p:nvSpPr>
          <p:spPr>
            <a:xfrm>
              <a:off x="3269760" y="3066258"/>
              <a:ext cx="4515247" cy="1486295"/>
            </a:xfrm>
            <a:custGeom>
              <a:avLst/>
              <a:pathLst>
                <a:path w="4515247" h="1486295">
                  <a:moveTo>
                    <a:pt x="0" y="1486295"/>
                  </a:moveTo>
                  <a:lnTo>
                    <a:pt x="77210" y="1462208"/>
                  </a:lnTo>
                  <a:lnTo>
                    <a:pt x="145899" y="1440754"/>
                  </a:lnTo>
                  <a:lnTo>
                    <a:pt x="166072" y="1434449"/>
                  </a:lnTo>
                  <a:lnTo>
                    <a:pt x="168332" y="1433743"/>
                  </a:lnTo>
                  <a:lnTo>
                    <a:pt x="173897" y="1432003"/>
                  </a:lnTo>
                  <a:lnTo>
                    <a:pt x="182244" y="1429393"/>
                  </a:lnTo>
                  <a:lnTo>
                    <a:pt x="192330" y="1426239"/>
                  </a:lnTo>
                  <a:lnTo>
                    <a:pt x="197373" y="1424662"/>
                  </a:lnTo>
                  <a:lnTo>
                    <a:pt x="210937" y="1420419"/>
                  </a:lnTo>
                  <a:lnTo>
                    <a:pt x="214589" y="1419277"/>
                  </a:lnTo>
                  <a:lnTo>
                    <a:pt x="216850" y="1418570"/>
                  </a:lnTo>
                  <a:lnTo>
                    <a:pt x="222936" y="1416665"/>
                  </a:lnTo>
                  <a:lnTo>
                    <a:pt x="235804" y="1412638"/>
                  </a:lnTo>
                  <a:lnTo>
                    <a:pt x="238935" y="1411659"/>
                  </a:lnTo>
                  <a:lnTo>
                    <a:pt x="248325" y="1408719"/>
                  </a:lnTo>
                  <a:lnTo>
                    <a:pt x="251107" y="1407848"/>
                  </a:lnTo>
                  <a:lnTo>
                    <a:pt x="258237" y="1405616"/>
                  </a:lnTo>
                  <a:lnTo>
                    <a:pt x="259628" y="1405181"/>
                  </a:lnTo>
                  <a:lnTo>
                    <a:pt x="260846" y="1404799"/>
                  </a:lnTo>
                  <a:lnTo>
                    <a:pt x="268149" y="1402513"/>
                  </a:lnTo>
                  <a:lnTo>
                    <a:pt x="286061" y="1396903"/>
                  </a:lnTo>
                  <a:lnTo>
                    <a:pt x="288495" y="1396140"/>
                  </a:lnTo>
                  <a:lnTo>
                    <a:pt x="297886" y="1393198"/>
                  </a:lnTo>
                  <a:lnTo>
                    <a:pt x="305363" y="1390855"/>
                  </a:lnTo>
                  <a:lnTo>
                    <a:pt x="311450" y="1388948"/>
                  </a:lnTo>
                  <a:lnTo>
                    <a:pt x="319797" y="1386332"/>
                  </a:lnTo>
                  <a:lnTo>
                    <a:pt x="321362" y="1385841"/>
                  </a:lnTo>
                  <a:lnTo>
                    <a:pt x="333709" y="1381971"/>
                  </a:lnTo>
                  <a:lnTo>
                    <a:pt x="339969" y="1380008"/>
                  </a:lnTo>
                  <a:lnTo>
                    <a:pt x="342230" y="1379299"/>
                  </a:lnTo>
                  <a:lnTo>
                    <a:pt x="343621" y="1378863"/>
                  </a:lnTo>
                  <a:lnTo>
                    <a:pt x="344316" y="1378645"/>
                  </a:lnTo>
                  <a:lnTo>
                    <a:pt x="347794" y="1377554"/>
                  </a:lnTo>
                  <a:lnTo>
                    <a:pt x="348142" y="1377445"/>
                  </a:lnTo>
                  <a:lnTo>
                    <a:pt x="351446" y="1376409"/>
                  </a:lnTo>
                  <a:lnTo>
                    <a:pt x="355098" y="1375264"/>
                  </a:lnTo>
                  <a:lnTo>
                    <a:pt x="356141" y="1374937"/>
                  </a:lnTo>
                  <a:lnTo>
                    <a:pt x="357359" y="1374555"/>
                  </a:lnTo>
                  <a:lnTo>
                    <a:pt x="358402" y="1374228"/>
                  </a:lnTo>
                  <a:lnTo>
                    <a:pt x="358924" y="1374064"/>
                  </a:lnTo>
                  <a:lnTo>
                    <a:pt x="359098" y="1374009"/>
                  </a:lnTo>
                  <a:lnTo>
                    <a:pt x="360489" y="1373573"/>
                  </a:lnTo>
                  <a:lnTo>
                    <a:pt x="362402" y="1372973"/>
                  </a:lnTo>
                  <a:lnTo>
                    <a:pt x="364662" y="1372264"/>
                  </a:lnTo>
                  <a:lnTo>
                    <a:pt x="366228" y="1371773"/>
                  </a:lnTo>
                  <a:lnTo>
                    <a:pt x="371271" y="1370191"/>
                  </a:lnTo>
                  <a:lnTo>
                    <a:pt x="371792" y="1370027"/>
                  </a:lnTo>
                  <a:lnTo>
                    <a:pt x="373357" y="1369536"/>
                  </a:lnTo>
                  <a:lnTo>
                    <a:pt x="379096" y="1367736"/>
                  </a:lnTo>
                  <a:lnTo>
                    <a:pt x="384835" y="1365935"/>
                  </a:lnTo>
                  <a:lnTo>
                    <a:pt x="388486" y="1364789"/>
                  </a:lnTo>
                  <a:lnTo>
                    <a:pt x="390573" y="1364134"/>
                  </a:lnTo>
                  <a:lnTo>
                    <a:pt x="390747" y="1364079"/>
                  </a:lnTo>
                  <a:lnTo>
                    <a:pt x="392312" y="1363588"/>
                  </a:lnTo>
                  <a:lnTo>
                    <a:pt x="395790" y="1362497"/>
                  </a:lnTo>
                  <a:lnTo>
                    <a:pt x="396833" y="1362169"/>
                  </a:lnTo>
                  <a:lnTo>
                    <a:pt x="397703" y="1361896"/>
                  </a:lnTo>
                  <a:lnTo>
                    <a:pt x="398051" y="1361787"/>
                  </a:lnTo>
                  <a:lnTo>
                    <a:pt x="399094" y="1361460"/>
                  </a:lnTo>
                  <a:lnTo>
                    <a:pt x="405354" y="1359494"/>
                  </a:lnTo>
                  <a:lnTo>
                    <a:pt x="409702" y="1358129"/>
                  </a:lnTo>
                  <a:lnTo>
                    <a:pt x="411267" y="1357638"/>
                  </a:lnTo>
                  <a:lnTo>
                    <a:pt x="412484" y="1357256"/>
                  </a:lnTo>
                  <a:lnTo>
                    <a:pt x="412832" y="1357147"/>
                  </a:lnTo>
                  <a:lnTo>
                    <a:pt x="415788" y="1356219"/>
                  </a:lnTo>
                  <a:lnTo>
                    <a:pt x="418397" y="1355399"/>
                  </a:lnTo>
                  <a:lnTo>
                    <a:pt x="422223" y="1354198"/>
                  </a:lnTo>
                  <a:lnTo>
                    <a:pt x="425005" y="1353324"/>
                  </a:lnTo>
                  <a:lnTo>
                    <a:pt x="429178" y="1352014"/>
                  </a:lnTo>
                  <a:lnTo>
                    <a:pt x="432135" y="1351085"/>
                  </a:lnTo>
                  <a:lnTo>
                    <a:pt x="433178" y="1350757"/>
                  </a:lnTo>
                  <a:lnTo>
                    <a:pt x="433526" y="1350648"/>
                  </a:lnTo>
                  <a:lnTo>
                    <a:pt x="436482" y="1349719"/>
                  </a:lnTo>
                  <a:lnTo>
                    <a:pt x="438395" y="1349119"/>
                  </a:lnTo>
                  <a:lnTo>
                    <a:pt x="440830" y="1348354"/>
                  </a:lnTo>
                  <a:lnTo>
                    <a:pt x="442047" y="1347971"/>
                  </a:lnTo>
                  <a:lnTo>
                    <a:pt x="445873" y="1346769"/>
                  </a:lnTo>
                  <a:lnTo>
                    <a:pt x="454741" y="1343983"/>
                  </a:lnTo>
                  <a:lnTo>
                    <a:pt x="458741" y="1342726"/>
                  </a:lnTo>
                  <a:lnTo>
                    <a:pt x="459089" y="1342617"/>
                  </a:lnTo>
                  <a:lnTo>
                    <a:pt x="459958" y="1342343"/>
                  </a:lnTo>
                  <a:lnTo>
                    <a:pt x="461697" y="1341797"/>
                  </a:lnTo>
                  <a:lnTo>
                    <a:pt x="462393" y="1341578"/>
                  </a:lnTo>
                  <a:lnTo>
                    <a:pt x="478044" y="1336659"/>
                  </a:lnTo>
                  <a:lnTo>
                    <a:pt x="479261" y="1336276"/>
                  </a:lnTo>
                  <a:lnTo>
                    <a:pt x="485347" y="1334363"/>
                  </a:lnTo>
                  <a:lnTo>
                    <a:pt x="487608" y="1333652"/>
                  </a:lnTo>
                  <a:lnTo>
                    <a:pt x="489521" y="1333050"/>
                  </a:lnTo>
                  <a:lnTo>
                    <a:pt x="493173" y="1331902"/>
                  </a:lnTo>
                  <a:lnTo>
                    <a:pt x="493694" y="1331738"/>
                  </a:lnTo>
                  <a:lnTo>
                    <a:pt x="494564" y="1331464"/>
                  </a:lnTo>
                  <a:lnTo>
                    <a:pt x="495086" y="1331300"/>
                  </a:lnTo>
                  <a:lnTo>
                    <a:pt x="495259" y="1331246"/>
                  </a:lnTo>
                  <a:lnTo>
                    <a:pt x="497520" y="1330535"/>
                  </a:lnTo>
                  <a:lnTo>
                    <a:pt x="507606" y="1327362"/>
                  </a:lnTo>
                  <a:lnTo>
                    <a:pt x="508650" y="1327034"/>
                  </a:lnTo>
                  <a:lnTo>
                    <a:pt x="510041" y="1326596"/>
                  </a:lnTo>
                  <a:lnTo>
                    <a:pt x="513866" y="1325393"/>
                  </a:lnTo>
                  <a:lnTo>
                    <a:pt x="516127" y="1324682"/>
                  </a:lnTo>
                  <a:lnTo>
                    <a:pt x="517518" y="1324244"/>
                  </a:lnTo>
                  <a:lnTo>
                    <a:pt x="518214" y="1324025"/>
                  </a:lnTo>
                  <a:lnTo>
                    <a:pt x="521692" y="1322931"/>
                  </a:lnTo>
                  <a:lnTo>
                    <a:pt x="522040" y="1322821"/>
                  </a:lnTo>
                  <a:lnTo>
                    <a:pt x="525344" y="1321782"/>
                  </a:lnTo>
                  <a:lnTo>
                    <a:pt x="527430" y="1321125"/>
                  </a:lnTo>
                  <a:lnTo>
                    <a:pt x="528996" y="1320632"/>
                  </a:lnTo>
                  <a:lnTo>
                    <a:pt x="530039" y="1320304"/>
                  </a:lnTo>
                  <a:lnTo>
                    <a:pt x="531256" y="1319921"/>
                  </a:lnTo>
                  <a:lnTo>
                    <a:pt x="532300" y="1319593"/>
                  </a:lnTo>
                  <a:lnTo>
                    <a:pt x="532821" y="1319428"/>
                  </a:lnTo>
                  <a:lnTo>
                    <a:pt x="532995" y="1319374"/>
                  </a:lnTo>
                  <a:lnTo>
                    <a:pt x="534386" y="1318936"/>
                  </a:lnTo>
                  <a:lnTo>
                    <a:pt x="536299" y="1318334"/>
                  </a:lnTo>
                  <a:lnTo>
                    <a:pt x="538560" y="1317622"/>
                  </a:lnTo>
                  <a:lnTo>
                    <a:pt x="540125" y="1317130"/>
                  </a:lnTo>
                  <a:lnTo>
                    <a:pt x="543951" y="1315925"/>
                  </a:lnTo>
                  <a:lnTo>
                    <a:pt x="545168" y="1315542"/>
                  </a:lnTo>
                  <a:lnTo>
                    <a:pt x="545690" y="1315378"/>
                  </a:lnTo>
                  <a:lnTo>
                    <a:pt x="547255" y="1314885"/>
                  </a:lnTo>
                  <a:lnTo>
                    <a:pt x="552993" y="1313078"/>
                  </a:lnTo>
                  <a:lnTo>
                    <a:pt x="558732" y="1311271"/>
                  </a:lnTo>
                  <a:lnTo>
                    <a:pt x="562384" y="1310121"/>
                  </a:lnTo>
                  <a:lnTo>
                    <a:pt x="562558" y="1310067"/>
                  </a:lnTo>
                  <a:lnTo>
                    <a:pt x="564471" y="1309464"/>
                  </a:lnTo>
                  <a:lnTo>
                    <a:pt x="564645" y="1309409"/>
                  </a:lnTo>
                  <a:lnTo>
                    <a:pt x="566210" y="1308917"/>
                  </a:lnTo>
                  <a:lnTo>
                    <a:pt x="569688" y="1307821"/>
                  </a:lnTo>
                  <a:lnTo>
                    <a:pt x="570731" y="1307493"/>
                  </a:lnTo>
                  <a:lnTo>
                    <a:pt x="571600" y="1307219"/>
                  </a:lnTo>
                  <a:lnTo>
                    <a:pt x="571948" y="1307109"/>
                  </a:lnTo>
                  <a:lnTo>
                    <a:pt x="572992" y="1306780"/>
                  </a:lnTo>
                  <a:lnTo>
                    <a:pt x="579252" y="1304808"/>
                  </a:lnTo>
                  <a:lnTo>
                    <a:pt x="583599" y="1303439"/>
                  </a:lnTo>
                  <a:lnTo>
                    <a:pt x="585164" y="1302946"/>
                  </a:lnTo>
                  <a:lnTo>
                    <a:pt x="586382" y="1302562"/>
                  </a:lnTo>
                  <a:lnTo>
                    <a:pt x="586729" y="1302453"/>
                  </a:lnTo>
                  <a:lnTo>
                    <a:pt x="589686" y="1301521"/>
                  </a:lnTo>
                  <a:lnTo>
                    <a:pt x="592294" y="1300699"/>
                  </a:lnTo>
                  <a:lnTo>
                    <a:pt x="596120" y="1299493"/>
                  </a:lnTo>
                  <a:lnTo>
                    <a:pt x="598902" y="1298617"/>
                  </a:lnTo>
                  <a:lnTo>
                    <a:pt x="606032" y="1296369"/>
                  </a:lnTo>
                  <a:lnTo>
                    <a:pt x="606728" y="1296150"/>
                  </a:lnTo>
                  <a:lnTo>
                    <a:pt x="607075" y="1296040"/>
                  </a:lnTo>
                  <a:lnTo>
                    <a:pt x="607249" y="1295986"/>
                  </a:lnTo>
                  <a:lnTo>
                    <a:pt x="607423" y="1295931"/>
                  </a:lnTo>
                  <a:lnTo>
                    <a:pt x="608641" y="1295547"/>
                  </a:lnTo>
                  <a:lnTo>
                    <a:pt x="610380" y="1294999"/>
                  </a:lnTo>
                  <a:lnTo>
                    <a:pt x="610553" y="1294944"/>
                  </a:lnTo>
                  <a:lnTo>
                    <a:pt x="612292" y="1294396"/>
                  </a:lnTo>
                  <a:lnTo>
                    <a:pt x="614727" y="1293628"/>
                  </a:lnTo>
                  <a:lnTo>
                    <a:pt x="615944" y="1293245"/>
                  </a:lnTo>
                  <a:lnTo>
                    <a:pt x="619770" y="1292038"/>
                  </a:lnTo>
                  <a:lnTo>
                    <a:pt x="628639" y="1289242"/>
                  </a:lnTo>
                  <a:lnTo>
                    <a:pt x="632638" y="1287980"/>
                  </a:lnTo>
                  <a:lnTo>
                    <a:pt x="632986" y="1287871"/>
                  </a:lnTo>
                  <a:lnTo>
                    <a:pt x="635595" y="1287048"/>
                  </a:lnTo>
                  <a:lnTo>
                    <a:pt x="636290" y="1286829"/>
                  </a:lnTo>
                  <a:lnTo>
                    <a:pt x="644637" y="1284195"/>
                  </a:lnTo>
                  <a:lnTo>
                    <a:pt x="645681" y="1283866"/>
                  </a:lnTo>
                  <a:lnTo>
                    <a:pt x="651941" y="1281891"/>
                  </a:lnTo>
                  <a:lnTo>
                    <a:pt x="653158" y="1281507"/>
                  </a:lnTo>
                  <a:lnTo>
                    <a:pt x="659245" y="1279586"/>
                  </a:lnTo>
                  <a:lnTo>
                    <a:pt x="661505" y="1278873"/>
                  </a:lnTo>
                  <a:lnTo>
                    <a:pt x="663418" y="1278269"/>
                  </a:lnTo>
                  <a:lnTo>
                    <a:pt x="667070" y="1277117"/>
                  </a:lnTo>
                  <a:lnTo>
                    <a:pt x="667592" y="1276952"/>
                  </a:lnTo>
                  <a:lnTo>
                    <a:pt x="668461" y="1276678"/>
                  </a:lnTo>
                  <a:lnTo>
                    <a:pt x="668983" y="1276513"/>
                  </a:lnTo>
                  <a:lnTo>
                    <a:pt x="669157" y="1276458"/>
                  </a:lnTo>
                  <a:lnTo>
                    <a:pt x="671418" y="1275744"/>
                  </a:lnTo>
                  <a:lnTo>
                    <a:pt x="681504" y="1272560"/>
                  </a:lnTo>
                  <a:lnTo>
                    <a:pt x="682547" y="1272231"/>
                  </a:lnTo>
                  <a:lnTo>
                    <a:pt x="683938" y="1271792"/>
                  </a:lnTo>
                  <a:lnTo>
                    <a:pt x="687764" y="1270584"/>
                  </a:lnTo>
                  <a:lnTo>
                    <a:pt x="689503" y="1270034"/>
                  </a:lnTo>
                  <a:lnTo>
                    <a:pt x="690025" y="1269870"/>
                  </a:lnTo>
                  <a:lnTo>
                    <a:pt x="691416" y="1269430"/>
                  </a:lnTo>
                  <a:lnTo>
                    <a:pt x="692111" y="1269211"/>
                  </a:lnTo>
                  <a:lnTo>
                    <a:pt x="695589" y="1268112"/>
                  </a:lnTo>
                  <a:lnTo>
                    <a:pt x="695937" y="1268002"/>
                  </a:lnTo>
                  <a:lnTo>
                    <a:pt x="699241" y="1266959"/>
                  </a:lnTo>
                  <a:lnTo>
                    <a:pt x="701328" y="1266300"/>
                  </a:lnTo>
                  <a:lnTo>
                    <a:pt x="702893" y="1265805"/>
                  </a:lnTo>
                  <a:lnTo>
                    <a:pt x="703936" y="1265476"/>
                  </a:lnTo>
                  <a:lnTo>
                    <a:pt x="705154" y="1265091"/>
                  </a:lnTo>
                  <a:lnTo>
                    <a:pt x="706197" y="1264762"/>
                  </a:lnTo>
                  <a:lnTo>
                    <a:pt x="706719" y="1264597"/>
                  </a:lnTo>
                  <a:lnTo>
                    <a:pt x="706893" y="1264542"/>
                  </a:lnTo>
                  <a:lnTo>
                    <a:pt x="708284" y="1264102"/>
                  </a:lnTo>
                  <a:lnTo>
                    <a:pt x="710197" y="1263498"/>
                  </a:lnTo>
                  <a:lnTo>
                    <a:pt x="712457" y="1262784"/>
                  </a:lnTo>
                  <a:lnTo>
                    <a:pt x="714022" y="1262289"/>
                  </a:lnTo>
                  <a:lnTo>
                    <a:pt x="717848" y="1261080"/>
                  </a:lnTo>
                  <a:lnTo>
                    <a:pt x="719065" y="1260696"/>
                  </a:lnTo>
                  <a:lnTo>
                    <a:pt x="719587" y="1260531"/>
                  </a:lnTo>
                  <a:lnTo>
                    <a:pt x="721152" y="1260036"/>
                  </a:lnTo>
                  <a:lnTo>
                    <a:pt x="726891" y="1258223"/>
                  </a:lnTo>
                  <a:lnTo>
                    <a:pt x="732629" y="1256409"/>
                  </a:lnTo>
                  <a:lnTo>
                    <a:pt x="736281" y="1255254"/>
                  </a:lnTo>
                  <a:lnTo>
                    <a:pt x="736455" y="1255199"/>
                  </a:lnTo>
                  <a:lnTo>
                    <a:pt x="738368" y="1254595"/>
                  </a:lnTo>
                  <a:lnTo>
                    <a:pt x="738542" y="1254540"/>
                  </a:lnTo>
                  <a:lnTo>
                    <a:pt x="740107" y="1254045"/>
                  </a:lnTo>
                  <a:lnTo>
                    <a:pt x="743585" y="1252945"/>
                  </a:lnTo>
                  <a:lnTo>
                    <a:pt x="744628" y="1252615"/>
                  </a:lnTo>
                  <a:lnTo>
                    <a:pt x="745498" y="1252341"/>
                  </a:lnTo>
                  <a:lnTo>
                    <a:pt x="745846" y="1252231"/>
                  </a:lnTo>
                  <a:lnTo>
                    <a:pt x="746889" y="1251901"/>
                  </a:lnTo>
                  <a:lnTo>
                    <a:pt x="753149" y="1249921"/>
                  </a:lnTo>
                  <a:lnTo>
                    <a:pt x="757497" y="1248546"/>
                  </a:lnTo>
                  <a:lnTo>
                    <a:pt x="759062" y="1248051"/>
                  </a:lnTo>
                  <a:lnTo>
                    <a:pt x="760279" y="1247666"/>
                  </a:lnTo>
                  <a:lnTo>
                    <a:pt x="760627" y="1247556"/>
                  </a:lnTo>
                  <a:lnTo>
                    <a:pt x="763583" y="1246621"/>
                  </a:lnTo>
                  <a:lnTo>
                    <a:pt x="766192" y="1245796"/>
                  </a:lnTo>
                  <a:lnTo>
                    <a:pt x="770017" y="1244585"/>
                  </a:lnTo>
                  <a:lnTo>
                    <a:pt x="772800" y="1243705"/>
                  </a:lnTo>
                  <a:lnTo>
                    <a:pt x="776973" y="1242385"/>
                  </a:lnTo>
                  <a:lnTo>
                    <a:pt x="780625" y="1241229"/>
                  </a:lnTo>
                  <a:lnTo>
                    <a:pt x="780973" y="1241119"/>
                  </a:lnTo>
                  <a:lnTo>
                    <a:pt x="781147" y="1241064"/>
                  </a:lnTo>
                  <a:lnTo>
                    <a:pt x="781321" y="1241009"/>
                  </a:lnTo>
                  <a:lnTo>
                    <a:pt x="782538" y="1240624"/>
                  </a:lnTo>
                  <a:lnTo>
                    <a:pt x="784277" y="1240073"/>
                  </a:lnTo>
                  <a:lnTo>
                    <a:pt x="784451" y="1240018"/>
                  </a:lnTo>
                  <a:lnTo>
                    <a:pt x="786190" y="1239468"/>
                  </a:lnTo>
                  <a:lnTo>
                    <a:pt x="788624" y="1238697"/>
                  </a:lnTo>
                  <a:lnTo>
                    <a:pt x="789842" y="1238312"/>
                  </a:lnTo>
                  <a:lnTo>
                    <a:pt x="793667" y="1237101"/>
                  </a:lnTo>
                  <a:lnTo>
                    <a:pt x="802536" y="1234293"/>
                  </a:lnTo>
                  <a:lnTo>
                    <a:pt x="806536" y="1233027"/>
                  </a:lnTo>
                  <a:lnTo>
                    <a:pt x="806884" y="1232917"/>
                  </a:lnTo>
                  <a:lnTo>
                    <a:pt x="807753" y="1232641"/>
                  </a:lnTo>
                  <a:lnTo>
                    <a:pt x="809492" y="1232091"/>
                  </a:lnTo>
                  <a:lnTo>
                    <a:pt x="810188" y="1231870"/>
                  </a:lnTo>
                  <a:lnTo>
                    <a:pt x="818535" y="1229227"/>
                  </a:lnTo>
                  <a:lnTo>
                    <a:pt x="819578" y="1228896"/>
                  </a:lnTo>
                  <a:lnTo>
                    <a:pt x="825838" y="1226913"/>
                  </a:lnTo>
                  <a:lnTo>
                    <a:pt x="827056" y="1226528"/>
                  </a:lnTo>
                  <a:lnTo>
                    <a:pt x="833142" y="1224599"/>
                  </a:lnTo>
                  <a:lnTo>
                    <a:pt x="835403" y="1223883"/>
                  </a:lnTo>
                  <a:lnTo>
                    <a:pt x="837316" y="1223277"/>
                  </a:lnTo>
                  <a:lnTo>
                    <a:pt x="840968" y="1222120"/>
                  </a:lnTo>
                  <a:lnTo>
                    <a:pt x="841489" y="1221954"/>
                  </a:lnTo>
                  <a:lnTo>
                    <a:pt x="842359" y="1221679"/>
                  </a:lnTo>
                  <a:lnTo>
                    <a:pt x="842880" y="1221513"/>
                  </a:lnTo>
                  <a:lnTo>
                    <a:pt x="843054" y="1221458"/>
                  </a:lnTo>
                  <a:lnTo>
                    <a:pt x="845315" y="1220742"/>
                  </a:lnTo>
                  <a:lnTo>
                    <a:pt x="856444" y="1217214"/>
                  </a:lnTo>
                  <a:lnTo>
                    <a:pt x="857836" y="1216773"/>
                  </a:lnTo>
                  <a:lnTo>
                    <a:pt x="861661" y="1215560"/>
                  </a:lnTo>
                  <a:lnTo>
                    <a:pt x="863400" y="1215009"/>
                  </a:lnTo>
                  <a:lnTo>
                    <a:pt x="863922" y="1214843"/>
                  </a:lnTo>
                  <a:lnTo>
                    <a:pt x="865313" y="1214402"/>
                  </a:lnTo>
                  <a:lnTo>
                    <a:pt x="866009" y="1214181"/>
                  </a:lnTo>
                  <a:lnTo>
                    <a:pt x="869487" y="1213079"/>
                  </a:lnTo>
                  <a:lnTo>
                    <a:pt x="869835" y="1212968"/>
                  </a:lnTo>
                  <a:lnTo>
                    <a:pt x="873139" y="1211920"/>
                  </a:lnTo>
                  <a:lnTo>
                    <a:pt x="875225" y="1211259"/>
                  </a:lnTo>
                  <a:lnTo>
                    <a:pt x="876790" y="1210762"/>
                  </a:lnTo>
                  <a:lnTo>
                    <a:pt x="877834" y="1210431"/>
                  </a:lnTo>
                  <a:lnTo>
                    <a:pt x="879051" y="1210045"/>
                  </a:lnTo>
                  <a:lnTo>
                    <a:pt x="880094" y="1209714"/>
                  </a:lnTo>
                  <a:lnTo>
                    <a:pt x="880616" y="1209549"/>
                  </a:lnTo>
                  <a:lnTo>
                    <a:pt x="880790" y="1209493"/>
                  </a:lnTo>
                  <a:lnTo>
                    <a:pt x="882181" y="1209052"/>
                  </a:lnTo>
                  <a:lnTo>
                    <a:pt x="884094" y="1208445"/>
                  </a:lnTo>
                  <a:lnTo>
                    <a:pt x="886355" y="1207728"/>
                  </a:lnTo>
                  <a:lnTo>
                    <a:pt x="887920" y="1207231"/>
                  </a:lnTo>
                  <a:lnTo>
                    <a:pt x="891746" y="1206018"/>
                  </a:lnTo>
                  <a:lnTo>
                    <a:pt x="892963" y="1205631"/>
                  </a:lnTo>
                  <a:lnTo>
                    <a:pt x="893485" y="1205466"/>
                  </a:lnTo>
                  <a:lnTo>
                    <a:pt x="895050" y="1204969"/>
                  </a:lnTo>
                  <a:lnTo>
                    <a:pt x="900788" y="1203148"/>
                  </a:lnTo>
                  <a:lnTo>
                    <a:pt x="906527" y="1201327"/>
                  </a:lnTo>
                  <a:lnTo>
                    <a:pt x="910179" y="1200167"/>
                  </a:lnTo>
                  <a:lnTo>
                    <a:pt x="910353" y="1200112"/>
                  </a:lnTo>
                  <a:lnTo>
                    <a:pt x="912266" y="1199505"/>
                  </a:lnTo>
                  <a:lnTo>
                    <a:pt x="912439" y="1199450"/>
                  </a:lnTo>
                  <a:lnTo>
                    <a:pt x="914004" y="1198953"/>
                  </a:lnTo>
                  <a:lnTo>
                    <a:pt x="917482" y="1197849"/>
                  </a:lnTo>
                  <a:lnTo>
                    <a:pt x="918526" y="1197517"/>
                  </a:lnTo>
                  <a:lnTo>
                    <a:pt x="919395" y="1197241"/>
                  </a:lnTo>
                  <a:lnTo>
                    <a:pt x="919743" y="1197131"/>
                  </a:lnTo>
                  <a:lnTo>
                    <a:pt x="920786" y="1196799"/>
                  </a:lnTo>
                  <a:lnTo>
                    <a:pt x="927047" y="1194811"/>
                  </a:lnTo>
                  <a:lnTo>
                    <a:pt x="931394" y="1193431"/>
                  </a:lnTo>
                  <a:lnTo>
                    <a:pt x="932959" y="1192934"/>
                  </a:lnTo>
                  <a:lnTo>
                    <a:pt x="934177" y="1192547"/>
                  </a:lnTo>
                  <a:lnTo>
                    <a:pt x="937481" y="1191497"/>
                  </a:lnTo>
                  <a:lnTo>
                    <a:pt x="940089" y="1190669"/>
                  </a:lnTo>
                  <a:lnTo>
                    <a:pt x="943915" y="1189453"/>
                  </a:lnTo>
                  <a:lnTo>
                    <a:pt x="946697" y="1188569"/>
                  </a:lnTo>
                  <a:lnTo>
                    <a:pt x="950871" y="1187243"/>
                  </a:lnTo>
                  <a:lnTo>
                    <a:pt x="953827" y="1186303"/>
                  </a:lnTo>
                  <a:lnTo>
                    <a:pt x="954523" y="1186082"/>
                  </a:lnTo>
                  <a:lnTo>
                    <a:pt x="954870" y="1185972"/>
                  </a:lnTo>
                  <a:lnTo>
                    <a:pt x="955044" y="1185917"/>
                  </a:lnTo>
                  <a:lnTo>
                    <a:pt x="955218" y="1185861"/>
                  </a:lnTo>
                  <a:lnTo>
                    <a:pt x="956435" y="1185474"/>
                  </a:lnTo>
                  <a:lnTo>
                    <a:pt x="958174" y="1184922"/>
                  </a:lnTo>
                  <a:lnTo>
                    <a:pt x="958348" y="1184867"/>
                  </a:lnTo>
                  <a:lnTo>
                    <a:pt x="960087" y="1184314"/>
                  </a:lnTo>
                  <a:lnTo>
                    <a:pt x="962522" y="1183540"/>
                  </a:lnTo>
                  <a:lnTo>
                    <a:pt x="963739" y="1183153"/>
                  </a:lnTo>
                  <a:lnTo>
                    <a:pt x="967565" y="1181937"/>
                  </a:lnTo>
                  <a:lnTo>
                    <a:pt x="976434" y="1179117"/>
                  </a:lnTo>
                  <a:lnTo>
                    <a:pt x="980433" y="1177845"/>
                  </a:lnTo>
                  <a:lnTo>
                    <a:pt x="980781" y="1177734"/>
                  </a:lnTo>
                  <a:lnTo>
                    <a:pt x="981651" y="1177458"/>
                  </a:lnTo>
                  <a:lnTo>
                    <a:pt x="983390" y="1176905"/>
                  </a:lnTo>
                  <a:lnTo>
                    <a:pt x="984085" y="1176684"/>
                  </a:lnTo>
                  <a:lnTo>
                    <a:pt x="992432" y="1174029"/>
                  </a:lnTo>
                  <a:lnTo>
                    <a:pt x="993476" y="1173697"/>
                  </a:lnTo>
                  <a:lnTo>
                    <a:pt x="999736" y="1171705"/>
                  </a:lnTo>
                  <a:lnTo>
                    <a:pt x="1000953" y="1171318"/>
                  </a:lnTo>
                  <a:lnTo>
                    <a:pt x="1007040" y="1169381"/>
                  </a:lnTo>
                  <a:lnTo>
                    <a:pt x="1009300" y="1168661"/>
                  </a:lnTo>
                  <a:lnTo>
                    <a:pt x="1011213" y="1168053"/>
                  </a:lnTo>
                  <a:lnTo>
                    <a:pt x="1014865" y="1166890"/>
                  </a:lnTo>
                  <a:lnTo>
                    <a:pt x="1015387" y="1166724"/>
                  </a:lnTo>
                  <a:lnTo>
                    <a:pt x="1016256" y="1166447"/>
                  </a:lnTo>
                  <a:lnTo>
                    <a:pt x="1016778" y="1166281"/>
                  </a:lnTo>
                  <a:lnTo>
                    <a:pt x="1016952" y="1166226"/>
                  </a:lnTo>
                  <a:lnTo>
                    <a:pt x="1019212" y="1165506"/>
                  </a:lnTo>
                  <a:lnTo>
                    <a:pt x="1029298" y="1162295"/>
                  </a:lnTo>
                  <a:lnTo>
                    <a:pt x="1030342" y="1161963"/>
                  </a:lnTo>
                  <a:lnTo>
                    <a:pt x="1031733" y="1161520"/>
                  </a:lnTo>
                  <a:lnTo>
                    <a:pt x="1035559" y="1160301"/>
                  </a:lnTo>
                  <a:lnTo>
                    <a:pt x="1037298" y="1159748"/>
                  </a:lnTo>
                  <a:lnTo>
                    <a:pt x="1037819" y="1159581"/>
                  </a:lnTo>
                  <a:lnTo>
                    <a:pt x="1039211" y="1159138"/>
                  </a:lnTo>
                  <a:lnTo>
                    <a:pt x="1039906" y="1158917"/>
                  </a:lnTo>
                  <a:lnTo>
                    <a:pt x="1043384" y="1157809"/>
                  </a:lnTo>
                  <a:lnTo>
                    <a:pt x="1043732" y="1157698"/>
                  </a:lnTo>
                  <a:lnTo>
                    <a:pt x="1047036" y="1156646"/>
                  </a:lnTo>
                  <a:lnTo>
                    <a:pt x="1049123" y="1155981"/>
                  </a:lnTo>
                  <a:lnTo>
                    <a:pt x="1050688" y="1155482"/>
                  </a:lnTo>
                  <a:lnTo>
                    <a:pt x="1051731" y="1155150"/>
                  </a:lnTo>
                  <a:lnTo>
                    <a:pt x="1052949" y="1154762"/>
                  </a:lnTo>
                  <a:lnTo>
                    <a:pt x="1053992" y="1154429"/>
                  </a:lnTo>
                  <a:lnTo>
                    <a:pt x="1054514" y="1154263"/>
                  </a:lnTo>
                  <a:lnTo>
                    <a:pt x="1054688" y="1154208"/>
                  </a:lnTo>
                  <a:lnTo>
                    <a:pt x="1056079" y="1153764"/>
                  </a:lnTo>
                  <a:lnTo>
                    <a:pt x="1060252" y="1152434"/>
                  </a:lnTo>
                  <a:lnTo>
                    <a:pt x="1061817" y="1151936"/>
                  </a:lnTo>
                  <a:lnTo>
                    <a:pt x="1065643" y="1150716"/>
                  </a:lnTo>
                  <a:lnTo>
                    <a:pt x="1066860" y="1150328"/>
                  </a:lnTo>
                  <a:lnTo>
                    <a:pt x="1067382" y="1150162"/>
                  </a:lnTo>
                  <a:lnTo>
                    <a:pt x="1068947" y="1149663"/>
                  </a:lnTo>
                  <a:lnTo>
                    <a:pt x="1074686" y="1147834"/>
                  </a:lnTo>
                  <a:lnTo>
                    <a:pt x="1080424" y="1146004"/>
                  </a:lnTo>
                  <a:lnTo>
                    <a:pt x="1084076" y="1144840"/>
                  </a:lnTo>
                  <a:lnTo>
                    <a:pt x="1084250" y="1144784"/>
                  </a:lnTo>
                  <a:lnTo>
                    <a:pt x="1086163" y="1144174"/>
                  </a:lnTo>
                  <a:lnTo>
                    <a:pt x="1086337" y="1144119"/>
                  </a:lnTo>
                  <a:lnTo>
                    <a:pt x="1087902" y="1143620"/>
                  </a:lnTo>
                  <a:lnTo>
                    <a:pt x="1091380" y="1142510"/>
                  </a:lnTo>
                  <a:lnTo>
                    <a:pt x="1092423" y="1142178"/>
                  </a:lnTo>
                  <a:lnTo>
                    <a:pt x="1093293" y="1141900"/>
                  </a:lnTo>
                  <a:lnTo>
                    <a:pt x="1093641" y="1141789"/>
                  </a:lnTo>
                  <a:lnTo>
                    <a:pt x="1094684" y="1141456"/>
                  </a:lnTo>
                  <a:lnTo>
                    <a:pt x="1100944" y="1139459"/>
                  </a:lnTo>
                  <a:lnTo>
                    <a:pt x="1105292" y="1138072"/>
                  </a:lnTo>
                  <a:lnTo>
                    <a:pt x="1106857" y="1137573"/>
                  </a:lnTo>
                  <a:lnTo>
                    <a:pt x="1108074" y="1137184"/>
                  </a:lnTo>
                  <a:lnTo>
                    <a:pt x="1108422" y="1137073"/>
                  </a:lnTo>
                  <a:lnTo>
                    <a:pt x="1111378" y="1136130"/>
                  </a:lnTo>
                  <a:lnTo>
                    <a:pt x="1113987" y="1135298"/>
                  </a:lnTo>
                  <a:lnTo>
                    <a:pt x="1117812" y="1134076"/>
                  </a:lnTo>
                  <a:lnTo>
                    <a:pt x="1120595" y="1133188"/>
                  </a:lnTo>
                  <a:lnTo>
                    <a:pt x="1124768" y="1131856"/>
                  </a:lnTo>
                  <a:lnTo>
                    <a:pt x="1127724" y="1130912"/>
                  </a:lnTo>
                  <a:lnTo>
                    <a:pt x="1128420" y="1130690"/>
                  </a:lnTo>
                  <a:lnTo>
                    <a:pt x="1128768" y="1130579"/>
                  </a:lnTo>
                  <a:lnTo>
                    <a:pt x="1128942" y="1130524"/>
                  </a:lnTo>
                  <a:lnTo>
                    <a:pt x="1129116" y="1130468"/>
                  </a:lnTo>
                  <a:lnTo>
                    <a:pt x="1130333" y="1130079"/>
                  </a:lnTo>
                  <a:lnTo>
                    <a:pt x="1132072" y="1129524"/>
                  </a:lnTo>
                  <a:lnTo>
                    <a:pt x="1132246" y="1129469"/>
                  </a:lnTo>
                  <a:lnTo>
                    <a:pt x="1133985" y="1128913"/>
                  </a:lnTo>
                  <a:lnTo>
                    <a:pt x="1136419" y="1128136"/>
                  </a:lnTo>
                  <a:lnTo>
                    <a:pt x="1137637" y="1127747"/>
                  </a:lnTo>
                  <a:lnTo>
                    <a:pt x="1141462" y="1126525"/>
                  </a:lnTo>
                  <a:lnTo>
                    <a:pt x="1150331" y="1123692"/>
                  </a:lnTo>
                  <a:lnTo>
                    <a:pt x="1154331" y="1122414"/>
                  </a:lnTo>
                  <a:lnTo>
                    <a:pt x="1154679" y="1122303"/>
                  </a:lnTo>
                  <a:lnTo>
                    <a:pt x="1155548" y="1122026"/>
                  </a:lnTo>
                  <a:lnTo>
                    <a:pt x="1157287" y="1121470"/>
                  </a:lnTo>
                  <a:lnTo>
                    <a:pt x="1157983" y="1121248"/>
                  </a:lnTo>
                  <a:lnTo>
                    <a:pt x="1166330" y="1118580"/>
                  </a:lnTo>
                  <a:lnTo>
                    <a:pt x="1167373" y="1118247"/>
                  </a:lnTo>
                  <a:lnTo>
                    <a:pt x="1173633" y="1116246"/>
                  </a:lnTo>
                  <a:lnTo>
                    <a:pt x="1174851" y="1115856"/>
                  </a:lnTo>
                  <a:lnTo>
                    <a:pt x="1180937" y="1113910"/>
                  </a:lnTo>
                  <a:lnTo>
                    <a:pt x="1183198" y="1113188"/>
                  </a:lnTo>
                  <a:lnTo>
                    <a:pt x="1185111" y="1112576"/>
                  </a:lnTo>
                  <a:lnTo>
                    <a:pt x="1188762" y="1111408"/>
                  </a:lnTo>
                  <a:lnTo>
                    <a:pt x="1189284" y="1111241"/>
                  </a:lnTo>
                  <a:lnTo>
                    <a:pt x="1190154" y="1110963"/>
                  </a:lnTo>
                  <a:lnTo>
                    <a:pt x="1190675" y="1110796"/>
                  </a:lnTo>
                  <a:lnTo>
                    <a:pt x="1190849" y="1110741"/>
                  </a:lnTo>
                  <a:lnTo>
                    <a:pt x="1193110" y="1110018"/>
                  </a:lnTo>
                  <a:lnTo>
                    <a:pt x="1203196" y="1106791"/>
                  </a:lnTo>
                  <a:lnTo>
                    <a:pt x="1204239" y="1106457"/>
                  </a:lnTo>
                  <a:lnTo>
                    <a:pt x="1205631" y="1106012"/>
                  </a:lnTo>
                  <a:lnTo>
                    <a:pt x="1209456" y="1104788"/>
                  </a:lnTo>
                  <a:lnTo>
                    <a:pt x="1211195" y="1104231"/>
                  </a:lnTo>
                  <a:lnTo>
                    <a:pt x="1211717" y="1104065"/>
                  </a:lnTo>
                  <a:lnTo>
                    <a:pt x="1213108" y="1103619"/>
                  </a:lnTo>
                  <a:lnTo>
                    <a:pt x="1213804" y="1103397"/>
                  </a:lnTo>
                  <a:lnTo>
                    <a:pt x="1217282" y="1102284"/>
                  </a:lnTo>
                  <a:lnTo>
                    <a:pt x="1217629" y="1102172"/>
                  </a:lnTo>
                  <a:lnTo>
                    <a:pt x="1220933" y="1101115"/>
                  </a:lnTo>
                  <a:lnTo>
                    <a:pt x="1223020" y="1100447"/>
                  </a:lnTo>
                  <a:lnTo>
                    <a:pt x="1224585" y="1099946"/>
                  </a:lnTo>
                  <a:lnTo>
                    <a:pt x="1225629" y="1099612"/>
                  </a:lnTo>
                  <a:lnTo>
                    <a:pt x="1226846" y="1099222"/>
                  </a:lnTo>
                  <a:lnTo>
                    <a:pt x="1227889" y="1098888"/>
                  </a:lnTo>
                  <a:lnTo>
                    <a:pt x="1228411" y="1098721"/>
                  </a:lnTo>
                  <a:lnTo>
                    <a:pt x="1228585" y="1098665"/>
                  </a:lnTo>
                  <a:lnTo>
                    <a:pt x="1229976" y="1098220"/>
                  </a:lnTo>
                  <a:lnTo>
                    <a:pt x="1231889" y="1097607"/>
                  </a:lnTo>
                  <a:lnTo>
                    <a:pt x="1234150" y="1096883"/>
                  </a:lnTo>
                  <a:lnTo>
                    <a:pt x="1235715" y="1096382"/>
                  </a:lnTo>
                  <a:lnTo>
                    <a:pt x="1239541" y="1095157"/>
                  </a:lnTo>
                  <a:lnTo>
                    <a:pt x="1240758" y="1094767"/>
                  </a:lnTo>
                  <a:lnTo>
                    <a:pt x="1241279" y="1094600"/>
                  </a:lnTo>
                  <a:lnTo>
                    <a:pt x="1242845" y="1094099"/>
                  </a:lnTo>
                  <a:lnTo>
                    <a:pt x="1248583" y="1092260"/>
                  </a:lnTo>
                  <a:lnTo>
                    <a:pt x="1254322" y="1090422"/>
                  </a:lnTo>
                  <a:lnTo>
                    <a:pt x="1257974" y="1089252"/>
                  </a:lnTo>
                  <a:lnTo>
                    <a:pt x="1258148" y="1089196"/>
                  </a:lnTo>
                  <a:lnTo>
                    <a:pt x="1260060" y="1088583"/>
                  </a:lnTo>
                  <a:lnTo>
                    <a:pt x="1260234" y="1088527"/>
                  </a:lnTo>
                  <a:lnTo>
                    <a:pt x="1261799" y="1088026"/>
                  </a:lnTo>
                  <a:lnTo>
                    <a:pt x="1265277" y="1086911"/>
                  </a:lnTo>
                  <a:lnTo>
                    <a:pt x="1266321" y="1086577"/>
                  </a:lnTo>
                  <a:lnTo>
                    <a:pt x="1267190" y="1086298"/>
                  </a:lnTo>
                  <a:lnTo>
                    <a:pt x="1267538" y="1086186"/>
                  </a:lnTo>
                  <a:lnTo>
                    <a:pt x="1268581" y="1085852"/>
                  </a:lnTo>
                  <a:lnTo>
                    <a:pt x="1274842" y="1083845"/>
                  </a:lnTo>
                  <a:lnTo>
                    <a:pt x="1279189" y="1082451"/>
                  </a:lnTo>
                  <a:lnTo>
                    <a:pt x="1280754" y="1081949"/>
                  </a:lnTo>
                  <a:lnTo>
                    <a:pt x="1281971" y="1081559"/>
                  </a:lnTo>
                  <a:lnTo>
                    <a:pt x="1282319" y="1081448"/>
                  </a:lnTo>
                  <a:lnTo>
                    <a:pt x="1285276" y="1080500"/>
                  </a:lnTo>
                  <a:lnTo>
                    <a:pt x="1287884" y="1079663"/>
                  </a:lnTo>
                  <a:lnTo>
                    <a:pt x="1291710" y="1078436"/>
                  </a:lnTo>
                  <a:lnTo>
                    <a:pt x="1294492" y="1077543"/>
                  </a:lnTo>
                  <a:lnTo>
                    <a:pt x="1298666" y="1076205"/>
                  </a:lnTo>
                  <a:lnTo>
                    <a:pt x="1301622" y="1075256"/>
                  </a:lnTo>
                  <a:lnTo>
                    <a:pt x="1302317" y="1075033"/>
                  </a:lnTo>
                  <a:lnTo>
                    <a:pt x="1302665" y="1074921"/>
                  </a:lnTo>
                  <a:lnTo>
                    <a:pt x="1302839" y="1074866"/>
                  </a:lnTo>
                  <a:lnTo>
                    <a:pt x="1303013" y="1074810"/>
                  </a:lnTo>
                  <a:lnTo>
                    <a:pt x="1304230" y="1074419"/>
                  </a:lnTo>
                  <a:lnTo>
                    <a:pt x="1305969" y="1073861"/>
                  </a:lnTo>
                  <a:lnTo>
                    <a:pt x="1306143" y="1073805"/>
                  </a:lnTo>
                  <a:lnTo>
                    <a:pt x="1307882" y="1073247"/>
                  </a:lnTo>
                  <a:lnTo>
                    <a:pt x="1310317" y="1072466"/>
                  </a:lnTo>
                  <a:lnTo>
                    <a:pt x="1311534" y="1072075"/>
                  </a:lnTo>
                  <a:lnTo>
                    <a:pt x="1315360" y="1070847"/>
                  </a:lnTo>
                  <a:lnTo>
                    <a:pt x="1324229" y="1068000"/>
                  </a:lnTo>
                  <a:lnTo>
                    <a:pt x="1328228" y="1066716"/>
                  </a:lnTo>
                  <a:lnTo>
                    <a:pt x="1328576" y="1066605"/>
                  </a:lnTo>
                  <a:lnTo>
                    <a:pt x="1329445" y="1066325"/>
                  </a:lnTo>
                  <a:lnTo>
                    <a:pt x="1331184" y="1065767"/>
                  </a:lnTo>
                  <a:lnTo>
                    <a:pt x="1331880" y="1065544"/>
                  </a:lnTo>
                  <a:lnTo>
                    <a:pt x="1340227" y="1062863"/>
                  </a:lnTo>
                  <a:lnTo>
                    <a:pt x="1341271" y="1062528"/>
                  </a:lnTo>
                  <a:lnTo>
                    <a:pt x="1348748" y="1060125"/>
                  </a:lnTo>
                  <a:lnTo>
                    <a:pt x="1354835" y="1058170"/>
                  </a:lnTo>
                  <a:lnTo>
                    <a:pt x="1357095" y="1057443"/>
                  </a:lnTo>
                  <a:lnTo>
                    <a:pt x="1359008" y="1056829"/>
                  </a:lnTo>
                  <a:lnTo>
                    <a:pt x="1362660" y="1055655"/>
                  </a:lnTo>
                  <a:lnTo>
                    <a:pt x="1363182" y="1055487"/>
                  </a:lnTo>
                  <a:lnTo>
                    <a:pt x="1364051" y="1055208"/>
                  </a:lnTo>
                  <a:lnTo>
                    <a:pt x="1364573" y="1055040"/>
                  </a:lnTo>
                  <a:lnTo>
                    <a:pt x="1364747" y="1054984"/>
                  </a:lnTo>
                  <a:lnTo>
                    <a:pt x="1367007" y="1054257"/>
                  </a:lnTo>
                  <a:lnTo>
                    <a:pt x="1377093" y="1051015"/>
                  </a:lnTo>
                  <a:lnTo>
                    <a:pt x="1378137" y="1050679"/>
                  </a:lnTo>
                  <a:lnTo>
                    <a:pt x="1379528" y="1050232"/>
                  </a:lnTo>
                  <a:lnTo>
                    <a:pt x="1383354" y="1049001"/>
                  </a:lnTo>
                  <a:lnTo>
                    <a:pt x="1385093" y="1048442"/>
                  </a:lnTo>
                  <a:lnTo>
                    <a:pt x="1385614" y="1048274"/>
                  </a:lnTo>
                  <a:lnTo>
                    <a:pt x="1387006" y="1047827"/>
                  </a:lnTo>
                  <a:lnTo>
                    <a:pt x="1387701" y="1047603"/>
                  </a:lnTo>
                  <a:lnTo>
                    <a:pt x="1391179" y="1046484"/>
                  </a:lnTo>
                  <a:lnTo>
                    <a:pt x="1391527" y="1046372"/>
                  </a:lnTo>
                  <a:lnTo>
                    <a:pt x="1394831" y="1045309"/>
                  </a:lnTo>
                  <a:lnTo>
                    <a:pt x="1396918" y="1044638"/>
                  </a:lnTo>
                  <a:lnTo>
                    <a:pt x="1398483" y="1044134"/>
                  </a:lnTo>
                  <a:lnTo>
                    <a:pt x="1399526" y="1043799"/>
                  </a:lnTo>
                  <a:lnTo>
                    <a:pt x="1400743" y="1043407"/>
                  </a:lnTo>
                  <a:lnTo>
                    <a:pt x="1401787" y="1043071"/>
                  </a:lnTo>
                  <a:lnTo>
                    <a:pt x="1402309" y="1042903"/>
                  </a:lnTo>
                  <a:lnTo>
                    <a:pt x="1402482" y="1042847"/>
                  </a:lnTo>
                  <a:lnTo>
                    <a:pt x="1403874" y="1042400"/>
                  </a:lnTo>
                  <a:lnTo>
                    <a:pt x="1405786" y="1041784"/>
                  </a:lnTo>
                  <a:lnTo>
                    <a:pt x="1408047" y="1041057"/>
                  </a:lnTo>
                  <a:lnTo>
                    <a:pt x="1409612" y="1040553"/>
                  </a:lnTo>
                  <a:lnTo>
                    <a:pt x="1413438" y="1039321"/>
                  </a:lnTo>
                  <a:lnTo>
                    <a:pt x="1414655" y="1038929"/>
                  </a:lnTo>
                  <a:lnTo>
                    <a:pt x="1415177" y="1038762"/>
                  </a:lnTo>
                  <a:lnTo>
                    <a:pt x="1416742" y="1038258"/>
                  </a:lnTo>
                  <a:lnTo>
                    <a:pt x="1422481" y="1036410"/>
                  </a:lnTo>
                  <a:lnTo>
                    <a:pt x="1428219" y="1034562"/>
                  </a:lnTo>
                  <a:lnTo>
                    <a:pt x="1431871" y="1033386"/>
                  </a:lnTo>
                  <a:lnTo>
                    <a:pt x="1432045" y="1033330"/>
                  </a:lnTo>
                  <a:lnTo>
                    <a:pt x="1433958" y="1032714"/>
                  </a:lnTo>
                  <a:lnTo>
                    <a:pt x="1434132" y="1032658"/>
                  </a:lnTo>
                  <a:lnTo>
                    <a:pt x="1435697" y="1032154"/>
                  </a:lnTo>
                  <a:lnTo>
                    <a:pt x="1439175" y="1031033"/>
                  </a:lnTo>
                  <a:lnTo>
                    <a:pt x="1440218" y="1030697"/>
                  </a:lnTo>
                  <a:lnTo>
                    <a:pt x="1441088" y="1030417"/>
                  </a:lnTo>
                  <a:lnTo>
                    <a:pt x="1441435" y="1030305"/>
                  </a:lnTo>
                  <a:lnTo>
                    <a:pt x="1442479" y="1029969"/>
                  </a:lnTo>
                  <a:lnTo>
                    <a:pt x="1448739" y="1027952"/>
                  </a:lnTo>
                  <a:lnTo>
                    <a:pt x="1453087" y="1026551"/>
                  </a:lnTo>
                  <a:lnTo>
                    <a:pt x="1455869" y="1025654"/>
                  </a:lnTo>
                  <a:lnTo>
                    <a:pt x="1456217" y="1025542"/>
                  </a:lnTo>
                  <a:lnTo>
                    <a:pt x="1459173" y="1024589"/>
                  </a:lnTo>
                  <a:lnTo>
                    <a:pt x="1461781" y="1023748"/>
                  </a:lnTo>
                  <a:lnTo>
                    <a:pt x="1465607" y="1022515"/>
                  </a:lnTo>
                  <a:lnTo>
                    <a:pt x="1468390" y="1021617"/>
                  </a:lnTo>
                  <a:lnTo>
                    <a:pt x="1472563" y="1020272"/>
                  </a:lnTo>
                  <a:lnTo>
                    <a:pt x="1475519" y="1019318"/>
                  </a:lnTo>
                  <a:lnTo>
                    <a:pt x="1476215" y="1019094"/>
                  </a:lnTo>
                  <a:lnTo>
                    <a:pt x="1476563" y="1018982"/>
                  </a:lnTo>
                  <a:lnTo>
                    <a:pt x="1476737" y="1018926"/>
                  </a:lnTo>
                  <a:lnTo>
                    <a:pt x="1476911" y="1018870"/>
                  </a:lnTo>
                  <a:lnTo>
                    <a:pt x="1478128" y="1018477"/>
                  </a:lnTo>
                  <a:lnTo>
                    <a:pt x="1479867" y="1017916"/>
                  </a:lnTo>
                  <a:lnTo>
                    <a:pt x="1480041" y="1017860"/>
                  </a:lnTo>
                  <a:lnTo>
                    <a:pt x="1481780" y="1017299"/>
                  </a:lnTo>
                  <a:lnTo>
                    <a:pt x="1484214" y="1016514"/>
                  </a:lnTo>
                  <a:lnTo>
                    <a:pt x="1485431" y="1016121"/>
                  </a:lnTo>
                  <a:lnTo>
                    <a:pt x="1489257" y="1014887"/>
                  </a:lnTo>
                  <a:lnTo>
                    <a:pt x="1498126" y="1012025"/>
                  </a:lnTo>
                  <a:lnTo>
                    <a:pt x="1502126" y="1010734"/>
                  </a:lnTo>
                  <a:lnTo>
                    <a:pt x="1502473" y="1010622"/>
                  </a:lnTo>
                  <a:lnTo>
                    <a:pt x="1503343" y="1010341"/>
                  </a:lnTo>
                  <a:lnTo>
                    <a:pt x="1505082" y="1009780"/>
                  </a:lnTo>
                  <a:lnTo>
                    <a:pt x="1505777" y="1009555"/>
                  </a:lnTo>
                  <a:lnTo>
                    <a:pt x="1514125" y="1006860"/>
                  </a:lnTo>
                  <a:lnTo>
                    <a:pt x="1515168" y="1006523"/>
                  </a:lnTo>
                  <a:lnTo>
                    <a:pt x="1521428" y="1004502"/>
                  </a:lnTo>
                  <a:lnTo>
                    <a:pt x="1522646" y="1004109"/>
                  </a:lnTo>
                  <a:lnTo>
                    <a:pt x="1528732" y="1002143"/>
                  </a:lnTo>
                  <a:lnTo>
                    <a:pt x="1530993" y="1001412"/>
                  </a:lnTo>
                  <a:lnTo>
                    <a:pt x="1532905" y="1000794"/>
                  </a:lnTo>
                  <a:lnTo>
                    <a:pt x="1536557" y="999615"/>
                  </a:lnTo>
                  <a:lnTo>
                    <a:pt x="1537079" y="999446"/>
                  </a:lnTo>
                  <a:lnTo>
                    <a:pt x="1537949" y="999165"/>
                  </a:lnTo>
                  <a:lnTo>
                    <a:pt x="1538470" y="998996"/>
                  </a:lnTo>
                  <a:lnTo>
                    <a:pt x="1538644" y="998940"/>
                  </a:lnTo>
                  <a:lnTo>
                    <a:pt x="1540905" y="998210"/>
                  </a:lnTo>
                  <a:lnTo>
                    <a:pt x="1550991" y="994950"/>
                  </a:lnTo>
                  <a:lnTo>
                    <a:pt x="1552034" y="994613"/>
                  </a:lnTo>
                  <a:lnTo>
                    <a:pt x="1553425" y="994163"/>
                  </a:lnTo>
                  <a:lnTo>
                    <a:pt x="1557251" y="992926"/>
                  </a:lnTo>
                  <a:lnTo>
                    <a:pt x="1558990" y="992364"/>
                  </a:lnTo>
                  <a:lnTo>
                    <a:pt x="1559512" y="992195"/>
                  </a:lnTo>
                  <a:lnTo>
                    <a:pt x="1560903" y="991745"/>
                  </a:lnTo>
                  <a:lnTo>
                    <a:pt x="1561599" y="991520"/>
                  </a:lnTo>
                  <a:lnTo>
                    <a:pt x="1565077" y="990396"/>
                  </a:lnTo>
                  <a:lnTo>
                    <a:pt x="1565424" y="990283"/>
                  </a:lnTo>
                  <a:lnTo>
                    <a:pt x="1568728" y="989215"/>
                  </a:lnTo>
                  <a:lnTo>
                    <a:pt x="1570815" y="988540"/>
                  </a:lnTo>
                  <a:lnTo>
                    <a:pt x="1572380" y="988033"/>
                  </a:lnTo>
                  <a:lnTo>
                    <a:pt x="1573424" y="987696"/>
                  </a:lnTo>
                  <a:lnTo>
                    <a:pt x="1574641" y="987302"/>
                  </a:lnTo>
                  <a:lnTo>
                    <a:pt x="1575684" y="986965"/>
                  </a:lnTo>
                  <a:lnTo>
                    <a:pt x="1576206" y="986796"/>
                  </a:lnTo>
                  <a:lnTo>
                    <a:pt x="1576380" y="986740"/>
                  </a:lnTo>
                  <a:lnTo>
                    <a:pt x="1577771" y="986290"/>
                  </a:lnTo>
                  <a:lnTo>
                    <a:pt x="1579684" y="985671"/>
                  </a:lnTo>
                  <a:lnTo>
                    <a:pt x="1581945" y="984939"/>
                  </a:lnTo>
                  <a:lnTo>
                    <a:pt x="1583510" y="984433"/>
                  </a:lnTo>
                  <a:lnTo>
                    <a:pt x="1587335" y="983195"/>
                  </a:lnTo>
                  <a:lnTo>
                    <a:pt x="1588553" y="982801"/>
                  </a:lnTo>
                  <a:lnTo>
                    <a:pt x="1589074" y="982632"/>
                  </a:lnTo>
                  <a:lnTo>
                    <a:pt x="1590639" y="982126"/>
                  </a:lnTo>
                  <a:lnTo>
                    <a:pt x="1596378" y="980268"/>
                  </a:lnTo>
                  <a:lnTo>
                    <a:pt x="1602117" y="978410"/>
                  </a:lnTo>
                  <a:lnTo>
                    <a:pt x="1605769" y="977228"/>
                  </a:lnTo>
                  <a:lnTo>
                    <a:pt x="1605942" y="977172"/>
                  </a:lnTo>
                  <a:lnTo>
                    <a:pt x="1608029" y="976496"/>
                  </a:lnTo>
                  <a:lnTo>
                    <a:pt x="1609594" y="975989"/>
                  </a:lnTo>
                  <a:lnTo>
                    <a:pt x="1613072" y="974863"/>
                  </a:lnTo>
                  <a:lnTo>
                    <a:pt x="1614116" y="974525"/>
                  </a:lnTo>
                  <a:lnTo>
                    <a:pt x="1614985" y="974243"/>
                  </a:lnTo>
                  <a:lnTo>
                    <a:pt x="1615333" y="974131"/>
                  </a:lnTo>
                  <a:lnTo>
                    <a:pt x="1616376" y="973793"/>
                  </a:lnTo>
                  <a:lnTo>
                    <a:pt x="1622637" y="971765"/>
                  </a:lnTo>
                  <a:lnTo>
                    <a:pt x="1626984" y="970356"/>
                  </a:lnTo>
                  <a:lnTo>
                    <a:pt x="1628549" y="969849"/>
                  </a:lnTo>
                  <a:lnTo>
                    <a:pt x="1629766" y="969455"/>
                  </a:lnTo>
                  <a:lnTo>
                    <a:pt x="1630114" y="969342"/>
                  </a:lnTo>
                  <a:lnTo>
                    <a:pt x="1633070" y="968384"/>
                  </a:lnTo>
                  <a:lnTo>
                    <a:pt x="1635679" y="967538"/>
                  </a:lnTo>
                  <a:lnTo>
                    <a:pt x="1639505" y="966299"/>
                  </a:lnTo>
                  <a:lnTo>
                    <a:pt x="1642287" y="965397"/>
                  </a:lnTo>
                  <a:lnTo>
                    <a:pt x="1646461" y="964044"/>
                  </a:lnTo>
                  <a:lnTo>
                    <a:pt x="1649417" y="963085"/>
                  </a:lnTo>
                  <a:lnTo>
                    <a:pt x="1650112" y="962860"/>
                  </a:lnTo>
                  <a:lnTo>
                    <a:pt x="1650460" y="962747"/>
                  </a:lnTo>
                  <a:lnTo>
                    <a:pt x="1650634" y="962690"/>
                  </a:lnTo>
                  <a:lnTo>
                    <a:pt x="1650808" y="962634"/>
                  </a:lnTo>
                  <a:lnTo>
                    <a:pt x="1652025" y="962239"/>
                  </a:lnTo>
                  <a:lnTo>
                    <a:pt x="1653764" y="961675"/>
                  </a:lnTo>
                  <a:lnTo>
                    <a:pt x="1653938" y="961619"/>
                  </a:lnTo>
                  <a:lnTo>
                    <a:pt x="1655677" y="961055"/>
                  </a:lnTo>
                  <a:lnTo>
                    <a:pt x="1658112" y="960266"/>
                  </a:lnTo>
                  <a:lnTo>
                    <a:pt x="1659329" y="959871"/>
                  </a:lnTo>
                  <a:lnTo>
                    <a:pt x="1663155" y="958630"/>
                  </a:lnTo>
                  <a:lnTo>
                    <a:pt x="1672023" y="955753"/>
                  </a:lnTo>
                  <a:lnTo>
                    <a:pt x="1676023" y="954455"/>
                  </a:lnTo>
                  <a:lnTo>
                    <a:pt x="1676371" y="954342"/>
                  </a:lnTo>
                  <a:lnTo>
                    <a:pt x="1677240" y="954060"/>
                  </a:lnTo>
                  <a:lnTo>
                    <a:pt x="1678979" y="953495"/>
                  </a:lnTo>
                  <a:lnTo>
                    <a:pt x="1679675" y="953270"/>
                  </a:lnTo>
                  <a:lnTo>
                    <a:pt x="1688022" y="950560"/>
                  </a:lnTo>
                  <a:lnTo>
                    <a:pt x="1689065" y="950222"/>
                  </a:lnTo>
                  <a:lnTo>
                    <a:pt x="1695326" y="948189"/>
                  </a:lnTo>
                  <a:lnTo>
                    <a:pt x="1696543" y="947794"/>
                  </a:lnTo>
                  <a:lnTo>
                    <a:pt x="1702629" y="945817"/>
                  </a:lnTo>
                  <a:lnTo>
                    <a:pt x="1704890" y="945083"/>
                  </a:lnTo>
                  <a:lnTo>
                    <a:pt x="1706803" y="944462"/>
                  </a:lnTo>
                  <a:lnTo>
                    <a:pt x="1710455" y="943275"/>
                  </a:lnTo>
                  <a:lnTo>
                    <a:pt x="1710976" y="943106"/>
                  </a:lnTo>
                  <a:lnTo>
                    <a:pt x="1711846" y="942824"/>
                  </a:lnTo>
                  <a:lnTo>
                    <a:pt x="1712368" y="942654"/>
                  </a:lnTo>
                  <a:lnTo>
                    <a:pt x="1712542" y="942598"/>
                  </a:lnTo>
                  <a:lnTo>
                    <a:pt x="1714802" y="941863"/>
                  </a:lnTo>
                  <a:lnTo>
                    <a:pt x="1724888" y="938586"/>
                  </a:lnTo>
                  <a:lnTo>
                    <a:pt x="1725932" y="938247"/>
                  </a:lnTo>
                  <a:lnTo>
                    <a:pt x="1727323" y="937794"/>
                  </a:lnTo>
                  <a:lnTo>
                    <a:pt x="1731149" y="936551"/>
                  </a:lnTo>
                  <a:lnTo>
                    <a:pt x="1732888" y="935986"/>
                  </a:lnTo>
                  <a:lnTo>
                    <a:pt x="1733409" y="935816"/>
                  </a:lnTo>
                  <a:lnTo>
                    <a:pt x="1734800" y="935364"/>
                  </a:lnTo>
                  <a:lnTo>
                    <a:pt x="1735496" y="935138"/>
                  </a:lnTo>
                  <a:lnTo>
                    <a:pt x="1738974" y="934007"/>
                  </a:lnTo>
                  <a:lnTo>
                    <a:pt x="1739322" y="933894"/>
                  </a:lnTo>
                  <a:lnTo>
                    <a:pt x="1742626" y="932819"/>
                  </a:lnTo>
                  <a:lnTo>
                    <a:pt x="1744713" y="932141"/>
                  </a:lnTo>
                  <a:lnTo>
                    <a:pt x="1746278" y="931632"/>
                  </a:lnTo>
                  <a:lnTo>
                    <a:pt x="1747321" y="931292"/>
                  </a:lnTo>
                  <a:lnTo>
                    <a:pt x="1748538" y="930897"/>
                  </a:lnTo>
                  <a:lnTo>
                    <a:pt x="1749582" y="930557"/>
                  </a:lnTo>
                  <a:lnTo>
                    <a:pt x="1750103" y="930387"/>
                  </a:lnTo>
                  <a:lnTo>
                    <a:pt x="1750277" y="930331"/>
                  </a:lnTo>
                  <a:lnTo>
                    <a:pt x="1751668" y="929878"/>
                  </a:lnTo>
                  <a:lnTo>
                    <a:pt x="1753581" y="929256"/>
                  </a:lnTo>
                  <a:lnTo>
                    <a:pt x="1755842" y="928521"/>
                  </a:lnTo>
                  <a:lnTo>
                    <a:pt x="1757407" y="928012"/>
                  </a:lnTo>
                  <a:lnTo>
                    <a:pt x="1761233" y="926767"/>
                  </a:lnTo>
                  <a:lnTo>
                    <a:pt x="1762450" y="926371"/>
                  </a:lnTo>
                  <a:lnTo>
                    <a:pt x="1762972" y="926201"/>
                  </a:lnTo>
                  <a:lnTo>
                    <a:pt x="1770276" y="923824"/>
                  </a:lnTo>
                  <a:lnTo>
                    <a:pt x="1776014" y="921956"/>
                  </a:lnTo>
                  <a:lnTo>
                    <a:pt x="1779666" y="920768"/>
                  </a:lnTo>
                  <a:lnTo>
                    <a:pt x="1779840" y="920711"/>
                  </a:lnTo>
                  <a:lnTo>
                    <a:pt x="1781753" y="920088"/>
                  </a:lnTo>
                  <a:lnTo>
                    <a:pt x="1781927" y="920032"/>
                  </a:lnTo>
                  <a:lnTo>
                    <a:pt x="1783492" y="919522"/>
                  </a:lnTo>
                  <a:lnTo>
                    <a:pt x="1786970" y="918390"/>
                  </a:lnTo>
                  <a:lnTo>
                    <a:pt x="1788013" y="918050"/>
                  </a:lnTo>
                  <a:lnTo>
                    <a:pt x="1788883" y="917767"/>
                  </a:lnTo>
                  <a:lnTo>
                    <a:pt x="1789230" y="917653"/>
                  </a:lnTo>
                  <a:lnTo>
                    <a:pt x="1790274" y="917314"/>
                  </a:lnTo>
                  <a:lnTo>
                    <a:pt x="1796534" y="915275"/>
                  </a:lnTo>
                  <a:lnTo>
                    <a:pt x="1800881" y="913858"/>
                  </a:lnTo>
                  <a:lnTo>
                    <a:pt x="1802447" y="913349"/>
                  </a:lnTo>
                  <a:lnTo>
                    <a:pt x="1803664" y="912952"/>
                  </a:lnTo>
                  <a:lnTo>
                    <a:pt x="1804012" y="912839"/>
                  </a:lnTo>
                  <a:lnTo>
                    <a:pt x="1806968" y="911875"/>
                  </a:lnTo>
                  <a:lnTo>
                    <a:pt x="1809576" y="911025"/>
                  </a:lnTo>
                  <a:lnTo>
                    <a:pt x="1813402" y="909779"/>
                  </a:lnTo>
                  <a:lnTo>
                    <a:pt x="1816184" y="908872"/>
                  </a:lnTo>
                  <a:lnTo>
                    <a:pt x="1820358" y="907512"/>
                  </a:lnTo>
                  <a:lnTo>
                    <a:pt x="1823314" y="906548"/>
                  </a:lnTo>
                  <a:lnTo>
                    <a:pt x="1824010" y="906321"/>
                  </a:lnTo>
                  <a:lnTo>
                    <a:pt x="1824358" y="906208"/>
                  </a:lnTo>
                  <a:lnTo>
                    <a:pt x="1824532" y="906151"/>
                  </a:lnTo>
                  <a:lnTo>
                    <a:pt x="1824705" y="906094"/>
                  </a:lnTo>
                  <a:lnTo>
                    <a:pt x="1825923" y="905697"/>
                  </a:lnTo>
                  <a:lnTo>
                    <a:pt x="1827662" y="905130"/>
                  </a:lnTo>
                  <a:lnTo>
                    <a:pt x="1827836" y="905074"/>
                  </a:lnTo>
                  <a:lnTo>
                    <a:pt x="1829575" y="904507"/>
                  </a:lnTo>
                  <a:lnTo>
                    <a:pt x="1832009" y="903713"/>
                  </a:lnTo>
                  <a:lnTo>
                    <a:pt x="1833226" y="903316"/>
                  </a:lnTo>
                  <a:lnTo>
                    <a:pt x="1837052" y="902068"/>
                  </a:lnTo>
                  <a:lnTo>
                    <a:pt x="1845921" y="899175"/>
                  </a:lnTo>
                  <a:lnTo>
                    <a:pt x="1849921" y="897871"/>
                  </a:lnTo>
                  <a:lnTo>
                    <a:pt x="1850268" y="897757"/>
                  </a:lnTo>
                  <a:lnTo>
                    <a:pt x="1851138" y="897473"/>
                  </a:lnTo>
                  <a:lnTo>
                    <a:pt x="1852877" y="896906"/>
                  </a:lnTo>
                  <a:lnTo>
                    <a:pt x="1853572" y="896679"/>
                  </a:lnTo>
                  <a:lnTo>
                    <a:pt x="1861919" y="893955"/>
                  </a:lnTo>
                  <a:lnTo>
                    <a:pt x="1862963" y="893614"/>
                  </a:lnTo>
                  <a:lnTo>
                    <a:pt x="1869223" y="891571"/>
                  </a:lnTo>
                  <a:lnTo>
                    <a:pt x="1870440" y="891173"/>
                  </a:lnTo>
                  <a:lnTo>
                    <a:pt x="1876527" y="889186"/>
                  </a:lnTo>
                  <a:lnTo>
                    <a:pt x="1878788" y="888448"/>
                  </a:lnTo>
                  <a:lnTo>
                    <a:pt x="1880700" y="887823"/>
                  </a:lnTo>
                  <a:lnTo>
                    <a:pt x="1884352" y="886630"/>
                  </a:lnTo>
                  <a:lnTo>
                    <a:pt x="1884874" y="886460"/>
                  </a:lnTo>
                  <a:lnTo>
                    <a:pt x="1885743" y="886176"/>
                  </a:lnTo>
                  <a:lnTo>
                    <a:pt x="1886265" y="886006"/>
                  </a:lnTo>
                  <a:lnTo>
                    <a:pt x="1886439" y="885949"/>
                  </a:lnTo>
                  <a:lnTo>
                    <a:pt x="1888700" y="885210"/>
                  </a:lnTo>
                  <a:lnTo>
                    <a:pt x="1898786" y="881915"/>
                  </a:lnTo>
                  <a:lnTo>
                    <a:pt x="1899829" y="881574"/>
                  </a:lnTo>
                  <a:lnTo>
                    <a:pt x="1901220" y="881119"/>
                  </a:lnTo>
                  <a:lnTo>
                    <a:pt x="1905046" y="879869"/>
                  </a:lnTo>
                  <a:lnTo>
                    <a:pt x="1906785" y="879301"/>
                  </a:lnTo>
                  <a:lnTo>
                    <a:pt x="1907307" y="879130"/>
                  </a:lnTo>
                  <a:lnTo>
                    <a:pt x="1908698" y="878675"/>
                  </a:lnTo>
                  <a:lnTo>
                    <a:pt x="1909393" y="878448"/>
                  </a:lnTo>
                  <a:lnTo>
                    <a:pt x="1912871" y="877311"/>
                  </a:lnTo>
                  <a:lnTo>
                    <a:pt x="1913219" y="877197"/>
                  </a:lnTo>
                  <a:lnTo>
                    <a:pt x="1916523" y="876117"/>
                  </a:lnTo>
                  <a:lnTo>
                    <a:pt x="1918610" y="875435"/>
                  </a:lnTo>
                  <a:lnTo>
                    <a:pt x="1920175" y="874923"/>
                  </a:lnTo>
                  <a:lnTo>
                    <a:pt x="1921218" y="874582"/>
                  </a:lnTo>
                  <a:lnTo>
                    <a:pt x="1922436" y="874184"/>
                  </a:lnTo>
                  <a:lnTo>
                    <a:pt x="1923479" y="873843"/>
                  </a:lnTo>
                  <a:lnTo>
                    <a:pt x="1924001" y="873672"/>
                  </a:lnTo>
                  <a:lnTo>
                    <a:pt x="1924175" y="873615"/>
                  </a:lnTo>
                  <a:lnTo>
                    <a:pt x="1925566" y="873160"/>
                  </a:lnTo>
                  <a:lnTo>
                    <a:pt x="1927479" y="872535"/>
                  </a:lnTo>
                  <a:lnTo>
                    <a:pt x="1929739" y="871795"/>
                  </a:lnTo>
                  <a:lnTo>
                    <a:pt x="1931305" y="871283"/>
                  </a:lnTo>
                  <a:lnTo>
                    <a:pt x="1935130" y="870032"/>
                  </a:lnTo>
                  <a:lnTo>
                    <a:pt x="1936348" y="869634"/>
                  </a:lnTo>
                  <a:lnTo>
                    <a:pt x="1936869" y="869463"/>
                  </a:lnTo>
                  <a:lnTo>
                    <a:pt x="1938434" y="868951"/>
                  </a:lnTo>
                  <a:lnTo>
                    <a:pt x="1944173" y="867073"/>
                  </a:lnTo>
                  <a:lnTo>
                    <a:pt x="1949912" y="865195"/>
                  </a:lnTo>
                  <a:lnTo>
                    <a:pt x="1953563" y="864000"/>
                  </a:lnTo>
                  <a:lnTo>
                    <a:pt x="1953737" y="863943"/>
                  </a:lnTo>
                  <a:lnTo>
                    <a:pt x="1955650" y="863317"/>
                  </a:lnTo>
                  <a:lnTo>
                    <a:pt x="1955824" y="863260"/>
                  </a:lnTo>
                  <a:lnTo>
                    <a:pt x="1957389" y="862748"/>
                  </a:lnTo>
                  <a:lnTo>
                    <a:pt x="1960867" y="861609"/>
                  </a:lnTo>
                  <a:lnTo>
                    <a:pt x="1961910" y="861267"/>
                  </a:lnTo>
                  <a:lnTo>
                    <a:pt x="1962780" y="860983"/>
                  </a:lnTo>
                  <a:lnTo>
                    <a:pt x="1963128" y="860869"/>
                  </a:lnTo>
                  <a:lnTo>
                    <a:pt x="1964171" y="860527"/>
                  </a:lnTo>
                  <a:lnTo>
                    <a:pt x="1970431" y="858477"/>
                  </a:lnTo>
                  <a:lnTo>
                    <a:pt x="1974779" y="857053"/>
                  </a:lnTo>
                  <a:lnTo>
                    <a:pt x="1977561" y="856142"/>
                  </a:lnTo>
                  <a:lnTo>
                    <a:pt x="1977909" y="856028"/>
                  </a:lnTo>
                  <a:lnTo>
                    <a:pt x="1980865" y="855059"/>
                  </a:lnTo>
                  <a:lnTo>
                    <a:pt x="1983474" y="854205"/>
                  </a:lnTo>
                  <a:lnTo>
                    <a:pt x="1987300" y="852951"/>
                  </a:lnTo>
                  <a:lnTo>
                    <a:pt x="1990082" y="852040"/>
                  </a:lnTo>
                  <a:lnTo>
                    <a:pt x="1994255" y="850672"/>
                  </a:lnTo>
                  <a:lnTo>
                    <a:pt x="1997212" y="849703"/>
                  </a:lnTo>
                  <a:lnTo>
                    <a:pt x="1997907" y="849475"/>
                  </a:lnTo>
                  <a:lnTo>
                    <a:pt x="1998255" y="849361"/>
                  </a:lnTo>
                  <a:lnTo>
                    <a:pt x="1998429" y="849304"/>
                  </a:lnTo>
                  <a:lnTo>
                    <a:pt x="1998603" y="849247"/>
                  </a:lnTo>
                  <a:lnTo>
                    <a:pt x="1999820" y="848848"/>
                  </a:lnTo>
                  <a:lnTo>
                    <a:pt x="2001559" y="848278"/>
                  </a:lnTo>
                  <a:lnTo>
                    <a:pt x="2001733" y="848221"/>
                  </a:lnTo>
                  <a:lnTo>
                    <a:pt x="2003472" y="847651"/>
                  </a:lnTo>
                  <a:lnTo>
                    <a:pt x="2005907" y="846853"/>
                  </a:lnTo>
                  <a:lnTo>
                    <a:pt x="2007124" y="846453"/>
                  </a:lnTo>
                  <a:lnTo>
                    <a:pt x="2010950" y="845199"/>
                  </a:lnTo>
                  <a:lnTo>
                    <a:pt x="2019818" y="842290"/>
                  </a:lnTo>
                  <a:lnTo>
                    <a:pt x="2023818" y="840979"/>
                  </a:lnTo>
                  <a:lnTo>
                    <a:pt x="2026774" y="840009"/>
                  </a:lnTo>
                  <a:lnTo>
                    <a:pt x="2027470" y="839780"/>
                  </a:lnTo>
                  <a:lnTo>
                    <a:pt x="2035817" y="837042"/>
                  </a:lnTo>
                  <a:lnTo>
                    <a:pt x="2036860" y="836699"/>
                  </a:lnTo>
                  <a:lnTo>
                    <a:pt x="2043121" y="834645"/>
                  </a:lnTo>
                  <a:lnTo>
                    <a:pt x="2044338" y="834245"/>
                  </a:lnTo>
                  <a:lnTo>
                    <a:pt x="2050424" y="832247"/>
                  </a:lnTo>
                  <a:lnTo>
                    <a:pt x="2052685" y="831505"/>
                  </a:lnTo>
                  <a:lnTo>
                    <a:pt x="2054598" y="830877"/>
                  </a:lnTo>
                  <a:lnTo>
                    <a:pt x="2058250" y="829678"/>
                  </a:lnTo>
                  <a:lnTo>
                    <a:pt x="2058771" y="829506"/>
                  </a:lnTo>
                  <a:lnTo>
                    <a:pt x="2059641" y="829221"/>
                  </a:lnTo>
                  <a:lnTo>
                    <a:pt x="2060163" y="829049"/>
                  </a:lnTo>
                  <a:lnTo>
                    <a:pt x="2060336" y="828992"/>
                  </a:lnTo>
                  <a:lnTo>
                    <a:pt x="2062597" y="828250"/>
                  </a:lnTo>
                  <a:lnTo>
                    <a:pt x="2072683" y="824937"/>
                  </a:lnTo>
                  <a:lnTo>
                    <a:pt x="2073727" y="824594"/>
                  </a:lnTo>
                  <a:lnTo>
                    <a:pt x="2075118" y="824137"/>
                  </a:lnTo>
                  <a:lnTo>
                    <a:pt x="2078943" y="822880"/>
                  </a:lnTo>
                  <a:lnTo>
                    <a:pt x="2080682" y="822308"/>
                  </a:lnTo>
                  <a:lnTo>
                    <a:pt x="2081204" y="822137"/>
                  </a:lnTo>
                  <a:lnTo>
                    <a:pt x="2082595" y="821680"/>
                  </a:lnTo>
                  <a:lnTo>
                    <a:pt x="2083291" y="821451"/>
                  </a:lnTo>
                  <a:lnTo>
                    <a:pt x="2086769" y="820308"/>
                  </a:lnTo>
                  <a:lnTo>
                    <a:pt x="2087117" y="820194"/>
                  </a:lnTo>
                  <a:lnTo>
                    <a:pt x="2090421" y="819108"/>
                  </a:lnTo>
                  <a:lnTo>
                    <a:pt x="2092507" y="818422"/>
                  </a:lnTo>
                  <a:lnTo>
                    <a:pt x="2094073" y="817907"/>
                  </a:lnTo>
                  <a:lnTo>
                    <a:pt x="2095116" y="817564"/>
                  </a:lnTo>
                  <a:lnTo>
                    <a:pt x="2096333" y="817164"/>
                  </a:lnTo>
                  <a:lnTo>
                    <a:pt x="2097377" y="816821"/>
                  </a:lnTo>
                  <a:lnTo>
                    <a:pt x="2097898" y="816650"/>
                  </a:lnTo>
                  <a:lnTo>
                    <a:pt x="2098072" y="816592"/>
                  </a:lnTo>
                  <a:lnTo>
                    <a:pt x="2099463" y="816135"/>
                  </a:lnTo>
                  <a:lnTo>
                    <a:pt x="2101376" y="815506"/>
                  </a:lnTo>
                  <a:lnTo>
                    <a:pt x="2103637" y="814763"/>
                  </a:lnTo>
                  <a:lnTo>
                    <a:pt x="2105202" y="814248"/>
                  </a:lnTo>
                  <a:lnTo>
                    <a:pt x="2109028" y="812990"/>
                  </a:lnTo>
                  <a:lnTo>
                    <a:pt x="2110245" y="812589"/>
                  </a:lnTo>
                  <a:lnTo>
                    <a:pt x="2110767" y="812418"/>
                  </a:lnTo>
                  <a:lnTo>
                    <a:pt x="2112332" y="811903"/>
                  </a:lnTo>
                  <a:lnTo>
                    <a:pt x="2118070" y="810015"/>
                  </a:lnTo>
                  <a:lnTo>
                    <a:pt x="2123809" y="808127"/>
                  </a:lnTo>
                  <a:lnTo>
                    <a:pt x="2127461" y="806925"/>
                  </a:lnTo>
                  <a:lnTo>
                    <a:pt x="2127635" y="806868"/>
                  </a:lnTo>
                  <a:lnTo>
                    <a:pt x="2129548" y="806239"/>
                  </a:lnTo>
                  <a:lnTo>
                    <a:pt x="2129722" y="806181"/>
                  </a:lnTo>
                  <a:lnTo>
                    <a:pt x="2131287" y="805666"/>
                  </a:lnTo>
                  <a:lnTo>
                    <a:pt x="2134765" y="804522"/>
                  </a:lnTo>
                  <a:lnTo>
                    <a:pt x="2135808" y="804178"/>
                  </a:lnTo>
                  <a:lnTo>
                    <a:pt x="2136677" y="803892"/>
                  </a:lnTo>
                  <a:lnTo>
                    <a:pt x="2137025" y="803778"/>
                  </a:lnTo>
                  <a:lnTo>
                    <a:pt x="2138069" y="803434"/>
                  </a:lnTo>
                  <a:lnTo>
                    <a:pt x="2144329" y="801373"/>
                  </a:lnTo>
                  <a:lnTo>
                    <a:pt x="2148676" y="799942"/>
                  </a:lnTo>
                  <a:lnTo>
                    <a:pt x="2150241" y="799426"/>
                  </a:lnTo>
                  <a:lnTo>
                    <a:pt x="2151459" y="799025"/>
                  </a:lnTo>
                  <a:lnTo>
                    <a:pt x="2151807" y="798911"/>
                  </a:lnTo>
                  <a:lnTo>
                    <a:pt x="2154763" y="797937"/>
                  </a:lnTo>
                  <a:lnTo>
                    <a:pt x="2157371" y="797078"/>
                  </a:lnTo>
                  <a:lnTo>
                    <a:pt x="2161197" y="795818"/>
                  </a:lnTo>
                  <a:lnTo>
                    <a:pt x="2163979" y="794901"/>
                  </a:lnTo>
                  <a:lnTo>
                    <a:pt x="2168153" y="793526"/>
                  </a:lnTo>
                  <a:lnTo>
                    <a:pt x="2171109" y="792552"/>
                  </a:lnTo>
                  <a:lnTo>
                    <a:pt x="2171805" y="792323"/>
                  </a:lnTo>
                  <a:lnTo>
                    <a:pt x="2172153" y="792208"/>
                  </a:lnTo>
                  <a:lnTo>
                    <a:pt x="2172326" y="792151"/>
                  </a:lnTo>
                  <a:lnTo>
                    <a:pt x="2172500" y="792094"/>
                  </a:lnTo>
                  <a:lnTo>
                    <a:pt x="2173718" y="791693"/>
                  </a:lnTo>
                  <a:lnTo>
                    <a:pt x="2175457" y="791120"/>
                  </a:lnTo>
                  <a:lnTo>
                    <a:pt x="2175630" y="791062"/>
                  </a:lnTo>
                  <a:lnTo>
                    <a:pt x="2177369" y="790489"/>
                  </a:lnTo>
                  <a:lnTo>
                    <a:pt x="2179804" y="789687"/>
                  </a:lnTo>
                  <a:lnTo>
                    <a:pt x="2181021" y="789285"/>
                  </a:lnTo>
                  <a:lnTo>
                    <a:pt x="2184847" y="788024"/>
                  </a:lnTo>
                  <a:lnTo>
                    <a:pt x="2193716" y="785100"/>
                  </a:lnTo>
                  <a:lnTo>
                    <a:pt x="2197715" y="783781"/>
                  </a:lnTo>
                  <a:lnTo>
                    <a:pt x="2198063" y="783667"/>
                  </a:lnTo>
                  <a:lnTo>
                    <a:pt x="2198933" y="783380"/>
                  </a:lnTo>
                  <a:lnTo>
                    <a:pt x="2200672" y="782807"/>
                  </a:lnTo>
                  <a:lnTo>
                    <a:pt x="2201367" y="782577"/>
                  </a:lnTo>
                  <a:lnTo>
                    <a:pt x="2209714" y="779824"/>
                  </a:lnTo>
                  <a:lnTo>
                    <a:pt x="2210758" y="779480"/>
                  </a:lnTo>
                  <a:lnTo>
                    <a:pt x="2217018" y="777414"/>
                  </a:lnTo>
                  <a:lnTo>
                    <a:pt x="2224322" y="775004"/>
                  </a:lnTo>
                  <a:lnTo>
                    <a:pt x="2226582" y="774258"/>
                  </a:lnTo>
                  <a:lnTo>
                    <a:pt x="2228495" y="773626"/>
                  </a:lnTo>
                  <a:lnTo>
                    <a:pt x="2232147" y="772421"/>
                  </a:lnTo>
                  <a:lnTo>
                    <a:pt x="2232669" y="772249"/>
                  </a:lnTo>
                  <a:lnTo>
                    <a:pt x="2233538" y="771962"/>
                  </a:lnTo>
                  <a:lnTo>
                    <a:pt x="2234060" y="771789"/>
                  </a:lnTo>
                  <a:lnTo>
                    <a:pt x="2234234" y="771732"/>
                  </a:lnTo>
                  <a:lnTo>
                    <a:pt x="2236495" y="770986"/>
                  </a:lnTo>
                  <a:lnTo>
                    <a:pt x="2246581" y="767655"/>
                  </a:lnTo>
                  <a:lnTo>
                    <a:pt x="2247624" y="767311"/>
                  </a:lnTo>
                  <a:lnTo>
                    <a:pt x="2249015" y="766851"/>
                  </a:lnTo>
                  <a:lnTo>
                    <a:pt x="2252841" y="765588"/>
                  </a:lnTo>
                  <a:lnTo>
                    <a:pt x="2254580" y="765013"/>
                  </a:lnTo>
                  <a:lnTo>
                    <a:pt x="2255102" y="764841"/>
                  </a:lnTo>
                  <a:lnTo>
                    <a:pt x="2256493" y="764381"/>
                  </a:lnTo>
                  <a:lnTo>
                    <a:pt x="2257188" y="764151"/>
                  </a:lnTo>
                  <a:lnTo>
                    <a:pt x="2260666" y="763002"/>
                  </a:lnTo>
                  <a:lnTo>
                    <a:pt x="2261014" y="762888"/>
                  </a:lnTo>
                  <a:lnTo>
                    <a:pt x="2264318" y="761796"/>
                  </a:lnTo>
                  <a:lnTo>
                    <a:pt x="2266405" y="761106"/>
                  </a:lnTo>
                  <a:lnTo>
                    <a:pt x="2267970" y="760589"/>
                  </a:lnTo>
                  <a:lnTo>
                    <a:pt x="2269013" y="760244"/>
                  </a:lnTo>
                  <a:lnTo>
                    <a:pt x="2270231" y="759842"/>
                  </a:lnTo>
                  <a:lnTo>
                    <a:pt x="2271274" y="759497"/>
                  </a:lnTo>
                  <a:lnTo>
                    <a:pt x="2271796" y="759325"/>
                  </a:lnTo>
                  <a:lnTo>
                    <a:pt x="2271970" y="759267"/>
                  </a:lnTo>
                  <a:lnTo>
                    <a:pt x="2273361" y="758807"/>
                  </a:lnTo>
                  <a:lnTo>
                    <a:pt x="2275274" y="758175"/>
                  </a:lnTo>
                  <a:lnTo>
                    <a:pt x="2277534" y="757428"/>
                  </a:lnTo>
                  <a:lnTo>
                    <a:pt x="2279099" y="756911"/>
                  </a:lnTo>
                  <a:lnTo>
                    <a:pt x="2282925" y="755646"/>
                  </a:lnTo>
                  <a:lnTo>
                    <a:pt x="2284142" y="755243"/>
                  </a:lnTo>
                  <a:lnTo>
                    <a:pt x="2284664" y="755071"/>
                  </a:lnTo>
                  <a:lnTo>
                    <a:pt x="2286229" y="754554"/>
                  </a:lnTo>
                  <a:lnTo>
                    <a:pt x="2291968" y="752656"/>
                  </a:lnTo>
                  <a:lnTo>
                    <a:pt x="2297706" y="750758"/>
                  </a:lnTo>
                  <a:lnTo>
                    <a:pt x="2301358" y="749550"/>
                  </a:lnTo>
                  <a:lnTo>
                    <a:pt x="2301532" y="749493"/>
                  </a:lnTo>
                  <a:lnTo>
                    <a:pt x="2303445" y="748860"/>
                  </a:lnTo>
                  <a:lnTo>
                    <a:pt x="2303619" y="748802"/>
                  </a:lnTo>
                  <a:lnTo>
                    <a:pt x="2308662" y="747134"/>
                  </a:lnTo>
                  <a:lnTo>
                    <a:pt x="2309705" y="746789"/>
                  </a:lnTo>
                  <a:lnTo>
                    <a:pt x="2310575" y="746501"/>
                  </a:lnTo>
                  <a:lnTo>
                    <a:pt x="2310923" y="746386"/>
                  </a:lnTo>
                  <a:lnTo>
                    <a:pt x="2311966" y="746041"/>
                  </a:lnTo>
                  <a:lnTo>
                    <a:pt x="2318226" y="743969"/>
                  </a:lnTo>
                  <a:lnTo>
                    <a:pt x="2322574" y="742530"/>
                  </a:lnTo>
                  <a:lnTo>
                    <a:pt x="2324139" y="742012"/>
                  </a:lnTo>
                  <a:lnTo>
                    <a:pt x="2325356" y="741609"/>
                  </a:lnTo>
                  <a:lnTo>
                    <a:pt x="2325704" y="741494"/>
                  </a:lnTo>
                  <a:lnTo>
                    <a:pt x="2328660" y="740516"/>
                  </a:lnTo>
                  <a:lnTo>
                    <a:pt x="2331269" y="739652"/>
                  </a:lnTo>
                  <a:lnTo>
                    <a:pt x="2335094" y="738385"/>
                  </a:lnTo>
                  <a:lnTo>
                    <a:pt x="2337877" y="737464"/>
                  </a:lnTo>
                  <a:lnTo>
                    <a:pt x="2342050" y="736082"/>
                  </a:lnTo>
                  <a:lnTo>
                    <a:pt x="2345007" y="735103"/>
                  </a:lnTo>
                  <a:lnTo>
                    <a:pt x="2345702" y="734873"/>
                  </a:lnTo>
                  <a:lnTo>
                    <a:pt x="2346050" y="734757"/>
                  </a:lnTo>
                  <a:lnTo>
                    <a:pt x="2346224" y="734700"/>
                  </a:lnTo>
                  <a:lnTo>
                    <a:pt x="2346398" y="734642"/>
                  </a:lnTo>
                  <a:lnTo>
                    <a:pt x="2347615" y="734239"/>
                  </a:lnTo>
                  <a:lnTo>
                    <a:pt x="2349354" y="733663"/>
                  </a:lnTo>
                  <a:lnTo>
                    <a:pt x="2349528" y="733605"/>
                  </a:lnTo>
                  <a:lnTo>
                    <a:pt x="2353701" y="732223"/>
                  </a:lnTo>
                  <a:lnTo>
                    <a:pt x="2354919" y="731820"/>
                  </a:lnTo>
                  <a:lnTo>
                    <a:pt x="2358744" y="730552"/>
                  </a:lnTo>
                  <a:lnTo>
                    <a:pt x="2367613" y="727613"/>
                  </a:lnTo>
                  <a:lnTo>
                    <a:pt x="2371613" y="726288"/>
                  </a:lnTo>
                  <a:lnTo>
                    <a:pt x="2371961" y="726172"/>
                  </a:lnTo>
                  <a:lnTo>
                    <a:pt x="2372830" y="725884"/>
                  </a:lnTo>
                  <a:lnTo>
                    <a:pt x="2374569" y="725308"/>
                  </a:lnTo>
                  <a:lnTo>
                    <a:pt x="2375265" y="725077"/>
                  </a:lnTo>
                  <a:lnTo>
                    <a:pt x="2383612" y="722310"/>
                  </a:lnTo>
                  <a:lnTo>
                    <a:pt x="2384655" y="721964"/>
                  </a:lnTo>
                  <a:lnTo>
                    <a:pt x="2390916" y="719888"/>
                  </a:lnTo>
                  <a:lnTo>
                    <a:pt x="2392133" y="719484"/>
                  </a:lnTo>
                  <a:lnTo>
                    <a:pt x="2398219" y="717466"/>
                  </a:lnTo>
                  <a:lnTo>
                    <a:pt x="2400480" y="716716"/>
                  </a:lnTo>
                  <a:lnTo>
                    <a:pt x="2402393" y="716081"/>
                  </a:lnTo>
                  <a:lnTo>
                    <a:pt x="2406045" y="714870"/>
                  </a:lnTo>
                  <a:lnTo>
                    <a:pt x="2406566" y="714697"/>
                  </a:lnTo>
                  <a:lnTo>
                    <a:pt x="2407436" y="714408"/>
                  </a:lnTo>
                  <a:lnTo>
                    <a:pt x="2407957" y="714235"/>
                  </a:lnTo>
                  <a:lnTo>
                    <a:pt x="2408131" y="714177"/>
                  </a:lnTo>
                  <a:lnTo>
                    <a:pt x="2410392" y="713427"/>
                  </a:lnTo>
                  <a:lnTo>
                    <a:pt x="2420478" y="710080"/>
                  </a:lnTo>
                  <a:lnTo>
                    <a:pt x="2421521" y="709734"/>
                  </a:lnTo>
                  <a:lnTo>
                    <a:pt x="2422913" y="709272"/>
                  </a:lnTo>
                  <a:lnTo>
                    <a:pt x="2426738" y="708002"/>
                  </a:lnTo>
                  <a:lnTo>
                    <a:pt x="2428477" y="707425"/>
                  </a:lnTo>
                  <a:lnTo>
                    <a:pt x="2428999" y="707252"/>
                  </a:lnTo>
                  <a:lnTo>
                    <a:pt x="2430390" y="706790"/>
                  </a:lnTo>
                  <a:lnTo>
                    <a:pt x="2431086" y="706559"/>
                  </a:lnTo>
                  <a:lnTo>
                    <a:pt x="2434564" y="705404"/>
                  </a:lnTo>
                  <a:lnTo>
                    <a:pt x="2434912" y="705289"/>
                  </a:lnTo>
                  <a:lnTo>
                    <a:pt x="2438216" y="704191"/>
                  </a:lnTo>
                  <a:lnTo>
                    <a:pt x="2440302" y="703498"/>
                  </a:lnTo>
                  <a:lnTo>
                    <a:pt x="2441867" y="702979"/>
                  </a:lnTo>
                  <a:lnTo>
                    <a:pt x="2442911" y="702632"/>
                  </a:lnTo>
                  <a:lnTo>
                    <a:pt x="2444128" y="702228"/>
                  </a:lnTo>
                  <a:lnTo>
                    <a:pt x="2445172" y="701881"/>
                  </a:lnTo>
                  <a:lnTo>
                    <a:pt x="2445693" y="701708"/>
                  </a:lnTo>
                  <a:lnTo>
                    <a:pt x="2445867" y="701650"/>
                  </a:lnTo>
                  <a:lnTo>
                    <a:pt x="2447258" y="701188"/>
                  </a:lnTo>
                  <a:lnTo>
                    <a:pt x="2449171" y="700553"/>
                  </a:lnTo>
                  <a:lnTo>
                    <a:pt x="2451432" y="699802"/>
                  </a:lnTo>
                  <a:lnTo>
                    <a:pt x="2452997" y="699282"/>
                  </a:lnTo>
                  <a:lnTo>
                    <a:pt x="2456823" y="698011"/>
                  </a:lnTo>
                  <a:lnTo>
                    <a:pt x="2458040" y="697607"/>
                  </a:lnTo>
                  <a:lnTo>
                    <a:pt x="2458562" y="697433"/>
                  </a:lnTo>
                  <a:lnTo>
                    <a:pt x="2460127" y="696913"/>
                  </a:lnTo>
                  <a:lnTo>
                    <a:pt x="2465865" y="695006"/>
                  </a:lnTo>
                  <a:lnTo>
                    <a:pt x="2471604" y="693099"/>
                  </a:lnTo>
                  <a:lnTo>
                    <a:pt x="2475256" y="691885"/>
                  </a:lnTo>
                  <a:lnTo>
                    <a:pt x="2475430" y="691827"/>
                  </a:lnTo>
                  <a:lnTo>
                    <a:pt x="2477343" y="691192"/>
                  </a:lnTo>
                  <a:lnTo>
                    <a:pt x="2477516" y="691134"/>
                  </a:lnTo>
                  <a:lnTo>
                    <a:pt x="2479082" y="690613"/>
                  </a:lnTo>
                  <a:lnTo>
                    <a:pt x="2482559" y="689457"/>
                  </a:lnTo>
                  <a:lnTo>
                    <a:pt x="2483603" y="689110"/>
                  </a:lnTo>
                  <a:lnTo>
                    <a:pt x="2484472" y="688821"/>
                  </a:lnTo>
                  <a:lnTo>
                    <a:pt x="2484820" y="688706"/>
                  </a:lnTo>
                  <a:lnTo>
                    <a:pt x="2485864" y="688359"/>
                  </a:lnTo>
                  <a:lnTo>
                    <a:pt x="2492124" y="686277"/>
                  </a:lnTo>
                  <a:lnTo>
                    <a:pt x="2496471" y="684831"/>
                  </a:lnTo>
                  <a:lnTo>
                    <a:pt x="2498036" y="684310"/>
                  </a:lnTo>
                  <a:lnTo>
                    <a:pt x="2499254" y="683906"/>
                  </a:lnTo>
                  <a:lnTo>
                    <a:pt x="2499601" y="683790"/>
                  </a:lnTo>
                  <a:lnTo>
                    <a:pt x="2502558" y="682807"/>
                  </a:lnTo>
                  <a:lnTo>
                    <a:pt x="2505166" y="681939"/>
                  </a:lnTo>
                  <a:lnTo>
                    <a:pt x="2508992" y="680666"/>
                  </a:lnTo>
                  <a:lnTo>
                    <a:pt x="2511774" y="679740"/>
                  </a:lnTo>
                  <a:lnTo>
                    <a:pt x="2515948" y="678351"/>
                  </a:lnTo>
                  <a:lnTo>
                    <a:pt x="2518904" y="677368"/>
                  </a:lnTo>
                  <a:lnTo>
                    <a:pt x="2519600" y="677136"/>
                  </a:lnTo>
                  <a:lnTo>
                    <a:pt x="2519947" y="677020"/>
                  </a:lnTo>
                  <a:lnTo>
                    <a:pt x="2520121" y="676962"/>
                  </a:lnTo>
                  <a:lnTo>
                    <a:pt x="2520295" y="676905"/>
                  </a:lnTo>
                  <a:lnTo>
                    <a:pt x="2521512" y="676499"/>
                  </a:lnTo>
                  <a:lnTo>
                    <a:pt x="2523251" y="675921"/>
                  </a:lnTo>
                  <a:lnTo>
                    <a:pt x="2523425" y="675863"/>
                  </a:lnTo>
                  <a:lnTo>
                    <a:pt x="2525164" y="675284"/>
                  </a:lnTo>
                  <a:lnTo>
                    <a:pt x="2527599" y="674474"/>
                  </a:lnTo>
                  <a:lnTo>
                    <a:pt x="2528816" y="674068"/>
                  </a:lnTo>
                  <a:lnTo>
                    <a:pt x="2532642" y="672795"/>
                  </a:lnTo>
                  <a:lnTo>
                    <a:pt x="2541511" y="669842"/>
                  </a:lnTo>
                  <a:lnTo>
                    <a:pt x="2545510" y="668510"/>
                  </a:lnTo>
                  <a:lnTo>
                    <a:pt x="2545858" y="668394"/>
                  </a:lnTo>
                  <a:lnTo>
                    <a:pt x="2546728" y="668104"/>
                  </a:lnTo>
                  <a:lnTo>
                    <a:pt x="2548467" y="667525"/>
                  </a:lnTo>
                  <a:lnTo>
                    <a:pt x="2549162" y="667294"/>
                  </a:lnTo>
                  <a:lnTo>
                    <a:pt x="2557509" y="664513"/>
                  </a:lnTo>
                  <a:lnTo>
                    <a:pt x="2558553" y="664165"/>
                  </a:lnTo>
                  <a:lnTo>
                    <a:pt x="2564813" y="662080"/>
                  </a:lnTo>
                  <a:lnTo>
                    <a:pt x="2566030" y="661674"/>
                  </a:lnTo>
                  <a:lnTo>
                    <a:pt x="2572117" y="659646"/>
                  </a:lnTo>
                  <a:lnTo>
                    <a:pt x="2574377" y="658892"/>
                  </a:lnTo>
                  <a:lnTo>
                    <a:pt x="2576290" y="658255"/>
                  </a:lnTo>
                  <a:lnTo>
                    <a:pt x="2579942" y="657037"/>
                  </a:lnTo>
                  <a:lnTo>
                    <a:pt x="2580464" y="656864"/>
                  </a:lnTo>
                  <a:lnTo>
                    <a:pt x="2581333" y="656574"/>
                  </a:lnTo>
                  <a:lnTo>
                    <a:pt x="2581855" y="656400"/>
                  </a:lnTo>
                  <a:lnTo>
                    <a:pt x="2582029" y="656342"/>
                  </a:lnTo>
                  <a:lnTo>
                    <a:pt x="2584289" y="655588"/>
                  </a:lnTo>
                  <a:lnTo>
                    <a:pt x="2594376" y="652225"/>
                  </a:lnTo>
                  <a:lnTo>
                    <a:pt x="2595419" y="651877"/>
                  </a:lnTo>
                  <a:lnTo>
                    <a:pt x="2600636" y="650138"/>
                  </a:lnTo>
                  <a:lnTo>
                    <a:pt x="2602375" y="649558"/>
                  </a:lnTo>
                  <a:lnTo>
                    <a:pt x="2602896" y="649384"/>
                  </a:lnTo>
                  <a:lnTo>
                    <a:pt x="2604288" y="648919"/>
                  </a:lnTo>
                  <a:lnTo>
                    <a:pt x="2604983" y="648687"/>
                  </a:lnTo>
                  <a:lnTo>
                    <a:pt x="2608461" y="647527"/>
                  </a:lnTo>
                  <a:lnTo>
                    <a:pt x="2608809" y="647411"/>
                  </a:lnTo>
                  <a:lnTo>
                    <a:pt x="2612113" y="646309"/>
                  </a:lnTo>
                  <a:lnTo>
                    <a:pt x="2614200" y="645613"/>
                  </a:lnTo>
                  <a:lnTo>
                    <a:pt x="2615765" y="645091"/>
                  </a:lnTo>
                  <a:lnTo>
                    <a:pt x="2616808" y="644743"/>
                  </a:lnTo>
                  <a:lnTo>
                    <a:pt x="2618026" y="644336"/>
                  </a:lnTo>
                  <a:lnTo>
                    <a:pt x="2619069" y="643988"/>
                  </a:lnTo>
                  <a:lnTo>
                    <a:pt x="2619591" y="643814"/>
                  </a:lnTo>
                  <a:lnTo>
                    <a:pt x="2619765" y="643756"/>
                  </a:lnTo>
                  <a:lnTo>
                    <a:pt x="2621156" y="643292"/>
                  </a:lnTo>
                  <a:lnTo>
                    <a:pt x="2623069" y="642654"/>
                  </a:lnTo>
                  <a:lnTo>
                    <a:pt x="2625329" y="641899"/>
                  </a:lnTo>
                  <a:lnTo>
                    <a:pt x="2626894" y="641377"/>
                  </a:lnTo>
                  <a:lnTo>
                    <a:pt x="2630720" y="640100"/>
                  </a:lnTo>
                  <a:lnTo>
                    <a:pt x="2631937" y="639694"/>
                  </a:lnTo>
                  <a:lnTo>
                    <a:pt x="2632459" y="639519"/>
                  </a:lnTo>
                  <a:lnTo>
                    <a:pt x="2634024" y="638997"/>
                  </a:lnTo>
                  <a:lnTo>
                    <a:pt x="2639763" y="637081"/>
                  </a:lnTo>
                  <a:lnTo>
                    <a:pt x="2645501" y="635165"/>
                  </a:lnTo>
                  <a:lnTo>
                    <a:pt x="2649153" y="633946"/>
                  </a:lnTo>
                  <a:lnTo>
                    <a:pt x="2649327" y="633888"/>
                  </a:lnTo>
                  <a:lnTo>
                    <a:pt x="2651240" y="633249"/>
                  </a:lnTo>
                  <a:lnTo>
                    <a:pt x="2651414" y="633191"/>
                  </a:lnTo>
                  <a:lnTo>
                    <a:pt x="2652979" y="632668"/>
                  </a:lnTo>
                  <a:lnTo>
                    <a:pt x="2656457" y="631507"/>
                  </a:lnTo>
                  <a:lnTo>
                    <a:pt x="2657500" y="631158"/>
                  </a:lnTo>
                  <a:lnTo>
                    <a:pt x="2658370" y="630868"/>
                  </a:lnTo>
                  <a:lnTo>
                    <a:pt x="2658718" y="630752"/>
                  </a:lnTo>
                  <a:lnTo>
                    <a:pt x="2659761" y="630403"/>
                  </a:lnTo>
                  <a:lnTo>
                    <a:pt x="2666021" y="628312"/>
                  </a:lnTo>
                  <a:lnTo>
                    <a:pt x="2670369" y="626859"/>
                  </a:lnTo>
                  <a:lnTo>
                    <a:pt x="2671934" y="626336"/>
                  </a:lnTo>
                  <a:lnTo>
                    <a:pt x="2673151" y="625930"/>
                  </a:lnTo>
                  <a:lnTo>
                    <a:pt x="2673499" y="625813"/>
                  </a:lnTo>
                  <a:lnTo>
                    <a:pt x="2676455" y="624826"/>
                  </a:lnTo>
                  <a:lnTo>
                    <a:pt x="2679064" y="623954"/>
                  </a:lnTo>
                  <a:lnTo>
                    <a:pt x="2682889" y="622675"/>
                  </a:lnTo>
                  <a:lnTo>
                    <a:pt x="2685672" y="621745"/>
                  </a:lnTo>
                  <a:lnTo>
                    <a:pt x="2689845" y="620350"/>
                  </a:lnTo>
                  <a:lnTo>
                    <a:pt x="2692801" y="619362"/>
                  </a:lnTo>
                  <a:lnTo>
                    <a:pt x="2693845" y="619013"/>
                  </a:lnTo>
                  <a:lnTo>
                    <a:pt x="2694019" y="618955"/>
                  </a:lnTo>
                  <a:lnTo>
                    <a:pt x="2694193" y="618897"/>
                  </a:lnTo>
                  <a:lnTo>
                    <a:pt x="2695410" y="618490"/>
                  </a:lnTo>
                  <a:lnTo>
                    <a:pt x="2697149" y="617909"/>
                  </a:lnTo>
                  <a:lnTo>
                    <a:pt x="2697323" y="617850"/>
                  </a:lnTo>
                  <a:lnTo>
                    <a:pt x="2699062" y="617269"/>
                  </a:lnTo>
                  <a:lnTo>
                    <a:pt x="2701496" y="616455"/>
                  </a:lnTo>
                  <a:lnTo>
                    <a:pt x="2702714" y="616048"/>
                  </a:lnTo>
                  <a:lnTo>
                    <a:pt x="2706539" y="614769"/>
                  </a:lnTo>
                  <a:lnTo>
                    <a:pt x="2715408" y="611802"/>
                  </a:lnTo>
                  <a:lnTo>
                    <a:pt x="2719408" y="610464"/>
                  </a:lnTo>
                  <a:lnTo>
                    <a:pt x="2719756" y="610348"/>
                  </a:lnTo>
                  <a:lnTo>
                    <a:pt x="2720625" y="610057"/>
                  </a:lnTo>
                  <a:lnTo>
                    <a:pt x="2722364" y="609475"/>
                  </a:lnTo>
                  <a:lnTo>
                    <a:pt x="2723060" y="609243"/>
                  </a:lnTo>
                  <a:lnTo>
                    <a:pt x="2731407" y="606450"/>
                  </a:lnTo>
                  <a:lnTo>
                    <a:pt x="2732450" y="606101"/>
                  </a:lnTo>
                  <a:lnTo>
                    <a:pt x="2738710" y="604006"/>
                  </a:lnTo>
                  <a:lnTo>
                    <a:pt x="2739928" y="603598"/>
                  </a:lnTo>
                  <a:lnTo>
                    <a:pt x="2746014" y="601561"/>
                  </a:lnTo>
                  <a:lnTo>
                    <a:pt x="2748275" y="600804"/>
                  </a:lnTo>
                  <a:lnTo>
                    <a:pt x="2750188" y="600164"/>
                  </a:lnTo>
                  <a:lnTo>
                    <a:pt x="2753839" y="598941"/>
                  </a:lnTo>
                  <a:lnTo>
                    <a:pt x="2754361" y="598767"/>
                  </a:lnTo>
                  <a:lnTo>
                    <a:pt x="2755231" y="598476"/>
                  </a:lnTo>
                  <a:lnTo>
                    <a:pt x="2755752" y="598301"/>
                  </a:lnTo>
                  <a:lnTo>
                    <a:pt x="2755926" y="598243"/>
                  </a:lnTo>
                  <a:lnTo>
                    <a:pt x="2758187" y="597486"/>
                  </a:lnTo>
                  <a:lnTo>
                    <a:pt x="2768273" y="594108"/>
                  </a:lnTo>
                  <a:lnTo>
                    <a:pt x="2769316" y="593759"/>
                  </a:lnTo>
                  <a:lnTo>
                    <a:pt x="2770708" y="593293"/>
                  </a:lnTo>
                  <a:lnTo>
                    <a:pt x="2774533" y="592011"/>
                  </a:lnTo>
                  <a:lnTo>
                    <a:pt x="2776272" y="591429"/>
                  </a:lnTo>
                  <a:lnTo>
                    <a:pt x="2776794" y="591254"/>
                  </a:lnTo>
                  <a:lnTo>
                    <a:pt x="2778185" y="590788"/>
                  </a:lnTo>
                  <a:lnTo>
                    <a:pt x="2778881" y="590555"/>
                  </a:lnTo>
                  <a:lnTo>
                    <a:pt x="2782359" y="589390"/>
                  </a:lnTo>
                  <a:lnTo>
                    <a:pt x="2782706" y="589273"/>
                  </a:lnTo>
                  <a:lnTo>
                    <a:pt x="2786011" y="588166"/>
                  </a:lnTo>
                  <a:lnTo>
                    <a:pt x="2788097" y="587467"/>
                  </a:lnTo>
                  <a:lnTo>
                    <a:pt x="2789662" y="586942"/>
                  </a:lnTo>
                  <a:lnTo>
                    <a:pt x="2791923" y="586185"/>
                  </a:lnTo>
                  <a:lnTo>
                    <a:pt x="2792966" y="585835"/>
                  </a:lnTo>
                  <a:lnTo>
                    <a:pt x="2793488" y="585660"/>
                  </a:lnTo>
                  <a:lnTo>
                    <a:pt x="2793662" y="585602"/>
                  </a:lnTo>
                  <a:lnTo>
                    <a:pt x="2795053" y="585136"/>
                  </a:lnTo>
                  <a:lnTo>
                    <a:pt x="2796966" y="584495"/>
                  </a:lnTo>
                  <a:lnTo>
                    <a:pt x="2799227" y="583737"/>
                  </a:lnTo>
                  <a:lnTo>
                    <a:pt x="2800792" y="583213"/>
                  </a:lnTo>
                  <a:lnTo>
                    <a:pt x="2804618" y="581930"/>
                  </a:lnTo>
                  <a:lnTo>
                    <a:pt x="2805835" y="581522"/>
                  </a:lnTo>
                  <a:lnTo>
                    <a:pt x="2806357" y="581347"/>
                  </a:lnTo>
                  <a:lnTo>
                    <a:pt x="2807922" y="580823"/>
                  </a:lnTo>
                  <a:lnTo>
                    <a:pt x="2813660" y="578899"/>
                  </a:lnTo>
                  <a:lnTo>
                    <a:pt x="2819399" y="576974"/>
                  </a:lnTo>
                  <a:lnTo>
                    <a:pt x="2823051" y="575750"/>
                  </a:lnTo>
                  <a:lnTo>
                    <a:pt x="2823225" y="575692"/>
                  </a:lnTo>
                  <a:lnTo>
                    <a:pt x="2825137" y="575050"/>
                  </a:lnTo>
                  <a:lnTo>
                    <a:pt x="2825311" y="574992"/>
                  </a:lnTo>
                  <a:lnTo>
                    <a:pt x="2826876" y="574467"/>
                  </a:lnTo>
                  <a:lnTo>
                    <a:pt x="2830354" y="573300"/>
                  </a:lnTo>
                  <a:lnTo>
                    <a:pt x="2831398" y="572950"/>
                  </a:lnTo>
                  <a:lnTo>
                    <a:pt x="2832267" y="572659"/>
                  </a:lnTo>
                  <a:lnTo>
                    <a:pt x="2832615" y="572542"/>
                  </a:lnTo>
                  <a:lnTo>
                    <a:pt x="2833658" y="572192"/>
                  </a:lnTo>
                  <a:lnTo>
                    <a:pt x="2839919" y="570092"/>
                  </a:lnTo>
                  <a:lnTo>
                    <a:pt x="2844266" y="568633"/>
                  </a:lnTo>
                  <a:lnTo>
                    <a:pt x="2845831" y="568108"/>
                  </a:lnTo>
                  <a:lnTo>
                    <a:pt x="2847049" y="567700"/>
                  </a:lnTo>
                  <a:lnTo>
                    <a:pt x="2847396" y="567583"/>
                  </a:lnTo>
                  <a:lnTo>
                    <a:pt x="2850353" y="566591"/>
                  </a:lnTo>
                  <a:lnTo>
                    <a:pt x="2852961" y="565716"/>
                  </a:lnTo>
                  <a:lnTo>
                    <a:pt x="2856787" y="564432"/>
                  </a:lnTo>
                  <a:lnTo>
                    <a:pt x="2859569" y="563498"/>
                  </a:lnTo>
                  <a:lnTo>
                    <a:pt x="2863743" y="562097"/>
                  </a:lnTo>
                  <a:lnTo>
                    <a:pt x="2866699" y="561105"/>
                  </a:lnTo>
                  <a:lnTo>
                    <a:pt x="2867395" y="560871"/>
                  </a:lnTo>
                  <a:lnTo>
                    <a:pt x="2867742" y="560754"/>
                  </a:lnTo>
                  <a:lnTo>
                    <a:pt x="2867916" y="560696"/>
                  </a:lnTo>
                  <a:lnTo>
                    <a:pt x="2868090" y="560638"/>
                  </a:lnTo>
                  <a:lnTo>
                    <a:pt x="2869307" y="560229"/>
                  </a:lnTo>
                  <a:lnTo>
                    <a:pt x="2871046" y="559645"/>
                  </a:lnTo>
                  <a:lnTo>
                    <a:pt x="2871220" y="559587"/>
                  </a:lnTo>
                  <a:lnTo>
                    <a:pt x="2872959" y="559003"/>
                  </a:lnTo>
                  <a:lnTo>
                    <a:pt x="2875394" y="558186"/>
                  </a:lnTo>
                  <a:lnTo>
                    <a:pt x="2876611" y="557777"/>
                  </a:lnTo>
                  <a:lnTo>
                    <a:pt x="2880437" y="556492"/>
                  </a:lnTo>
                  <a:lnTo>
                    <a:pt x="2889306" y="553514"/>
                  </a:lnTo>
                  <a:lnTo>
                    <a:pt x="2893305" y="552170"/>
                  </a:lnTo>
                  <a:lnTo>
                    <a:pt x="2893653" y="552054"/>
                  </a:lnTo>
                  <a:lnTo>
                    <a:pt x="2894523" y="551762"/>
                  </a:lnTo>
                  <a:lnTo>
                    <a:pt x="2896261" y="551177"/>
                  </a:lnTo>
                  <a:lnTo>
                    <a:pt x="2896957" y="550944"/>
                  </a:lnTo>
                  <a:lnTo>
                    <a:pt x="2905304" y="548139"/>
                  </a:lnTo>
                  <a:lnTo>
                    <a:pt x="2906348" y="547789"/>
                  </a:lnTo>
                  <a:lnTo>
                    <a:pt x="2912608" y="545685"/>
                  </a:lnTo>
                  <a:lnTo>
                    <a:pt x="2913825" y="545276"/>
                  </a:lnTo>
                  <a:lnTo>
                    <a:pt x="2919912" y="543231"/>
                  </a:lnTo>
                  <a:lnTo>
                    <a:pt x="2922172" y="542471"/>
                  </a:lnTo>
                  <a:lnTo>
                    <a:pt x="2924085" y="541828"/>
                  </a:lnTo>
                  <a:lnTo>
                    <a:pt x="2927737" y="540600"/>
                  </a:lnTo>
                  <a:lnTo>
                    <a:pt x="2928259" y="540425"/>
                  </a:lnTo>
                  <a:lnTo>
                    <a:pt x="2929128" y="540133"/>
                  </a:lnTo>
                  <a:lnTo>
                    <a:pt x="2929650" y="539957"/>
                  </a:lnTo>
                  <a:lnTo>
                    <a:pt x="2929824" y="539899"/>
                  </a:lnTo>
                  <a:lnTo>
                    <a:pt x="2932084" y="539139"/>
                  </a:lnTo>
                  <a:lnTo>
                    <a:pt x="2942170" y="535748"/>
                  </a:lnTo>
                  <a:lnTo>
                    <a:pt x="2943214" y="535397"/>
                  </a:lnTo>
                  <a:lnTo>
                    <a:pt x="2944605" y="534929"/>
                  </a:lnTo>
                  <a:lnTo>
                    <a:pt x="2948431" y="533643"/>
                  </a:lnTo>
                  <a:lnTo>
                    <a:pt x="2950170" y="533058"/>
                  </a:lnTo>
                  <a:lnTo>
                    <a:pt x="2950691" y="532882"/>
                  </a:lnTo>
                  <a:lnTo>
                    <a:pt x="2952083" y="532414"/>
                  </a:lnTo>
                  <a:lnTo>
                    <a:pt x="2952778" y="532180"/>
                  </a:lnTo>
                  <a:lnTo>
                    <a:pt x="2956256" y="531011"/>
                  </a:lnTo>
                  <a:lnTo>
                    <a:pt x="2956604" y="530894"/>
                  </a:lnTo>
                  <a:lnTo>
                    <a:pt x="2959908" y="529782"/>
                  </a:lnTo>
                  <a:lnTo>
                    <a:pt x="2961995" y="529080"/>
                  </a:lnTo>
                  <a:lnTo>
                    <a:pt x="2963560" y="528554"/>
                  </a:lnTo>
                  <a:lnTo>
                    <a:pt x="2964603" y="528203"/>
                  </a:lnTo>
                  <a:lnTo>
                    <a:pt x="2965820" y="527793"/>
                  </a:lnTo>
                  <a:lnTo>
                    <a:pt x="2966864" y="527442"/>
                  </a:lnTo>
                  <a:lnTo>
                    <a:pt x="2967386" y="527267"/>
                  </a:lnTo>
                  <a:lnTo>
                    <a:pt x="2967559" y="527208"/>
                  </a:lnTo>
                  <a:lnTo>
                    <a:pt x="2968951" y="526740"/>
                  </a:lnTo>
                  <a:lnTo>
                    <a:pt x="2970863" y="526096"/>
                  </a:lnTo>
                  <a:lnTo>
                    <a:pt x="2973124" y="525336"/>
                  </a:lnTo>
                  <a:lnTo>
                    <a:pt x="2974689" y="524809"/>
                  </a:lnTo>
                  <a:lnTo>
                    <a:pt x="2978515" y="523522"/>
                  </a:lnTo>
                  <a:lnTo>
                    <a:pt x="2979732" y="523112"/>
                  </a:lnTo>
                  <a:lnTo>
                    <a:pt x="2980254" y="522937"/>
                  </a:lnTo>
                  <a:lnTo>
                    <a:pt x="2981819" y="522410"/>
                  </a:lnTo>
                  <a:lnTo>
                    <a:pt x="2987558" y="520478"/>
                  </a:lnTo>
                  <a:lnTo>
                    <a:pt x="2993296" y="518547"/>
                  </a:lnTo>
                  <a:lnTo>
                    <a:pt x="2996948" y="517317"/>
                  </a:lnTo>
                  <a:lnTo>
                    <a:pt x="2997122" y="517259"/>
                  </a:lnTo>
                  <a:lnTo>
                    <a:pt x="2999035" y="516615"/>
                  </a:lnTo>
                  <a:lnTo>
                    <a:pt x="2999209" y="516556"/>
                  </a:lnTo>
                  <a:lnTo>
                    <a:pt x="3000774" y="516029"/>
                  </a:lnTo>
                  <a:lnTo>
                    <a:pt x="3004252" y="514858"/>
                  </a:lnTo>
                  <a:lnTo>
                    <a:pt x="3005295" y="514507"/>
                  </a:lnTo>
                  <a:lnTo>
                    <a:pt x="3006165" y="514214"/>
                  </a:lnTo>
                  <a:lnTo>
                    <a:pt x="3006512" y="514097"/>
                  </a:lnTo>
                  <a:lnTo>
                    <a:pt x="3007556" y="513746"/>
                  </a:lnTo>
                  <a:lnTo>
                    <a:pt x="3013816" y="511638"/>
                  </a:lnTo>
                  <a:lnTo>
                    <a:pt x="3018164" y="510173"/>
                  </a:lnTo>
                  <a:lnTo>
                    <a:pt x="3019729" y="509646"/>
                  </a:lnTo>
                  <a:lnTo>
                    <a:pt x="3020946" y="509236"/>
                  </a:lnTo>
                  <a:lnTo>
                    <a:pt x="3021294" y="509119"/>
                  </a:lnTo>
                  <a:lnTo>
                    <a:pt x="3024250" y="508123"/>
                  </a:lnTo>
                  <a:lnTo>
                    <a:pt x="3026858" y="507245"/>
                  </a:lnTo>
                  <a:lnTo>
                    <a:pt x="3030684" y="505956"/>
                  </a:lnTo>
                  <a:lnTo>
                    <a:pt x="3033467" y="505018"/>
                  </a:lnTo>
                  <a:lnTo>
                    <a:pt x="3037640" y="503612"/>
                  </a:lnTo>
                  <a:lnTo>
                    <a:pt x="3040596" y="502616"/>
                  </a:lnTo>
                  <a:lnTo>
                    <a:pt x="3041292" y="502382"/>
                  </a:lnTo>
                  <a:lnTo>
                    <a:pt x="3041640" y="502264"/>
                  </a:lnTo>
                  <a:lnTo>
                    <a:pt x="3041814" y="502206"/>
                  </a:lnTo>
                  <a:lnTo>
                    <a:pt x="3041988" y="502147"/>
                  </a:lnTo>
                  <a:lnTo>
                    <a:pt x="3043205" y="501737"/>
                  </a:lnTo>
                  <a:lnTo>
                    <a:pt x="3044944" y="501151"/>
                  </a:lnTo>
                  <a:lnTo>
                    <a:pt x="3045118" y="501092"/>
                  </a:lnTo>
                  <a:lnTo>
                    <a:pt x="3046857" y="500506"/>
                  </a:lnTo>
                  <a:lnTo>
                    <a:pt x="3049291" y="499686"/>
                  </a:lnTo>
                  <a:lnTo>
                    <a:pt x="3050509" y="499276"/>
                  </a:lnTo>
                  <a:lnTo>
                    <a:pt x="3054334" y="497986"/>
                  </a:lnTo>
                  <a:lnTo>
                    <a:pt x="3063203" y="494997"/>
                  </a:lnTo>
                  <a:lnTo>
                    <a:pt x="3067203" y="493648"/>
                  </a:lnTo>
                  <a:lnTo>
                    <a:pt x="3067550" y="493531"/>
                  </a:lnTo>
                  <a:lnTo>
                    <a:pt x="3068420" y="493238"/>
                  </a:lnTo>
                  <a:lnTo>
                    <a:pt x="3070159" y="492651"/>
                  </a:lnTo>
                  <a:lnTo>
                    <a:pt x="3070855" y="492417"/>
                  </a:lnTo>
                  <a:lnTo>
                    <a:pt x="3079202" y="489602"/>
                  </a:lnTo>
                  <a:lnTo>
                    <a:pt x="3080245" y="489250"/>
                  </a:lnTo>
                  <a:lnTo>
                    <a:pt x="3086505" y="487139"/>
                  </a:lnTo>
                  <a:lnTo>
                    <a:pt x="3087723" y="486728"/>
                  </a:lnTo>
                  <a:lnTo>
                    <a:pt x="3093809" y="484675"/>
                  </a:lnTo>
                  <a:lnTo>
                    <a:pt x="3096070" y="483913"/>
                  </a:lnTo>
                  <a:lnTo>
                    <a:pt x="3097983" y="483267"/>
                  </a:lnTo>
                  <a:lnTo>
                    <a:pt x="3101634" y="482035"/>
                  </a:lnTo>
                  <a:lnTo>
                    <a:pt x="3102156" y="481859"/>
                  </a:lnTo>
                  <a:lnTo>
                    <a:pt x="3103026" y="481566"/>
                  </a:lnTo>
                  <a:lnTo>
                    <a:pt x="3103547" y="481390"/>
                  </a:lnTo>
                  <a:lnTo>
                    <a:pt x="3103721" y="481331"/>
                  </a:lnTo>
                  <a:lnTo>
                    <a:pt x="3105982" y="480569"/>
                  </a:lnTo>
                  <a:lnTo>
                    <a:pt x="3116068" y="477165"/>
                  </a:lnTo>
                  <a:lnTo>
                    <a:pt x="3117111" y="476813"/>
                  </a:lnTo>
                  <a:lnTo>
                    <a:pt x="3118502" y="476343"/>
                  </a:lnTo>
                  <a:lnTo>
                    <a:pt x="3122328" y="475052"/>
                  </a:lnTo>
                  <a:lnTo>
                    <a:pt x="3124067" y="474465"/>
                  </a:lnTo>
                  <a:lnTo>
                    <a:pt x="3124589" y="474289"/>
                  </a:lnTo>
                  <a:lnTo>
                    <a:pt x="3125980" y="473820"/>
                  </a:lnTo>
                  <a:lnTo>
                    <a:pt x="3126676" y="473585"/>
                  </a:lnTo>
                  <a:lnTo>
                    <a:pt x="3130154" y="472411"/>
                  </a:lnTo>
                  <a:lnTo>
                    <a:pt x="3130501" y="472293"/>
                  </a:lnTo>
                  <a:lnTo>
                    <a:pt x="3133805" y="471178"/>
                  </a:lnTo>
                  <a:lnTo>
                    <a:pt x="3135892" y="470473"/>
                  </a:lnTo>
                  <a:lnTo>
                    <a:pt x="3137457" y="469945"/>
                  </a:lnTo>
                  <a:lnTo>
                    <a:pt x="3138501" y="469593"/>
                  </a:lnTo>
                  <a:lnTo>
                    <a:pt x="3139718" y="469182"/>
                  </a:lnTo>
                  <a:lnTo>
                    <a:pt x="3140761" y="468830"/>
                  </a:lnTo>
                  <a:lnTo>
                    <a:pt x="3141283" y="468653"/>
                  </a:lnTo>
                  <a:lnTo>
                    <a:pt x="3141457" y="468595"/>
                  </a:lnTo>
                  <a:lnTo>
                    <a:pt x="3142848" y="468125"/>
                  </a:lnTo>
                  <a:lnTo>
                    <a:pt x="3144761" y="467479"/>
                  </a:lnTo>
                  <a:lnTo>
                    <a:pt x="3147022" y="466716"/>
                  </a:lnTo>
                  <a:lnTo>
                    <a:pt x="3148587" y="466187"/>
                  </a:lnTo>
                  <a:lnTo>
                    <a:pt x="3152412" y="464895"/>
                  </a:lnTo>
                  <a:lnTo>
                    <a:pt x="3153630" y="464484"/>
                  </a:lnTo>
                  <a:lnTo>
                    <a:pt x="3154151" y="464308"/>
                  </a:lnTo>
                  <a:lnTo>
                    <a:pt x="3155716" y="463779"/>
                  </a:lnTo>
                  <a:lnTo>
                    <a:pt x="3161455" y="461841"/>
                  </a:lnTo>
                  <a:lnTo>
                    <a:pt x="3167194" y="459902"/>
                  </a:lnTo>
                  <a:lnTo>
                    <a:pt x="3170846" y="458669"/>
                  </a:lnTo>
                  <a:lnTo>
                    <a:pt x="3171019" y="458610"/>
                  </a:lnTo>
                  <a:lnTo>
                    <a:pt x="3172932" y="457964"/>
                  </a:lnTo>
                  <a:lnTo>
                    <a:pt x="3173106" y="457905"/>
                  </a:lnTo>
                  <a:lnTo>
                    <a:pt x="3174671" y="457376"/>
                  </a:lnTo>
                  <a:lnTo>
                    <a:pt x="3178149" y="456201"/>
                  </a:lnTo>
                  <a:lnTo>
                    <a:pt x="3179193" y="455849"/>
                  </a:lnTo>
                  <a:lnTo>
                    <a:pt x="3180062" y="455555"/>
                  </a:lnTo>
                  <a:lnTo>
                    <a:pt x="3180410" y="455437"/>
                  </a:lnTo>
                  <a:lnTo>
                    <a:pt x="3181453" y="455085"/>
                  </a:lnTo>
                  <a:lnTo>
                    <a:pt x="3187714" y="452969"/>
                  </a:lnTo>
                  <a:lnTo>
                    <a:pt x="3192061" y="451500"/>
                  </a:lnTo>
                  <a:lnTo>
                    <a:pt x="3193626" y="450971"/>
                  </a:lnTo>
                  <a:lnTo>
                    <a:pt x="3194843" y="450559"/>
                  </a:lnTo>
                  <a:lnTo>
                    <a:pt x="3195191" y="450442"/>
                  </a:lnTo>
                  <a:lnTo>
                    <a:pt x="3198147" y="449443"/>
                  </a:lnTo>
                  <a:lnTo>
                    <a:pt x="3200756" y="448561"/>
                  </a:lnTo>
                  <a:lnTo>
                    <a:pt x="3204582" y="447268"/>
                  </a:lnTo>
                  <a:lnTo>
                    <a:pt x="3207364" y="446327"/>
                  </a:lnTo>
                  <a:lnTo>
                    <a:pt x="3211538" y="444916"/>
                  </a:lnTo>
                  <a:lnTo>
                    <a:pt x="3214494" y="443917"/>
                  </a:lnTo>
                  <a:lnTo>
                    <a:pt x="3215189" y="443681"/>
                  </a:lnTo>
                  <a:lnTo>
                    <a:pt x="3215537" y="443564"/>
                  </a:lnTo>
                  <a:lnTo>
                    <a:pt x="3215711" y="443505"/>
                  </a:lnTo>
                  <a:lnTo>
                    <a:pt x="3215885" y="443446"/>
                  </a:lnTo>
                  <a:lnTo>
                    <a:pt x="3217102" y="443035"/>
                  </a:lnTo>
                  <a:lnTo>
                    <a:pt x="3218841" y="442446"/>
                  </a:lnTo>
                  <a:lnTo>
                    <a:pt x="3219015" y="442388"/>
                  </a:lnTo>
                  <a:lnTo>
                    <a:pt x="3220754" y="441800"/>
                  </a:lnTo>
                  <a:lnTo>
                    <a:pt x="3223189" y="440976"/>
                  </a:lnTo>
                  <a:lnTo>
                    <a:pt x="3224406" y="440565"/>
                  </a:lnTo>
                  <a:lnTo>
                    <a:pt x="3228232" y="439271"/>
                  </a:lnTo>
                  <a:lnTo>
                    <a:pt x="3237100" y="436271"/>
                  </a:lnTo>
                  <a:lnTo>
                    <a:pt x="3241100" y="434918"/>
                  </a:lnTo>
                  <a:lnTo>
                    <a:pt x="3241448" y="434801"/>
                  </a:lnTo>
                  <a:lnTo>
                    <a:pt x="3242317" y="434506"/>
                  </a:lnTo>
                  <a:lnTo>
                    <a:pt x="3244056" y="433918"/>
                  </a:lnTo>
                  <a:lnTo>
                    <a:pt x="3244752" y="433683"/>
                  </a:lnTo>
                  <a:lnTo>
                    <a:pt x="3253099" y="430859"/>
                  </a:lnTo>
                  <a:lnTo>
                    <a:pt x="3254142" y="430506"/>
                  </a:lnTo>
                  <a:lnTo>
                    <a:pt x="3260403" y="428387"/>
                  </a:lnTo>
                  <a:lnTo>
                    <a:pt x="3261620" y="427975"/>
                  </a:lnTo>
                  <a:lnTo>
                    <a:pt x="3267706" y="425915"/>
                  </a:lnTo>
                  <a:lnTo>
                    <a:pt x="3269967" y="425150"/>
                  </a:lnTo>
                  <a:lnTo>
                    <a:pt x="3271880" y="424503"/>
                  </a:lnTo>
                  <a:lnTo>
                    <a:pt x="3275532" y="423267"/>
                  </a:lnTo>
                  <a:lnTo>
                    <a:pt x="3276054" y="423090"/>
                  </a:lnTo>
                  <a:lnTo>
                    <a:pt x="3276923" y="422796"/>
                  </a:lnTo>
                  <a:lnTo>
                    <a:pt x="3277445" y="422619"/>
                  </a:lnTo>
                  <a:lnTo>
                    <a:pt x="3277619" y="422560"/>
                  </a:lnTo>
                  <a:lnTo>
                    <a:pt x="3279879" y="421795"/>
                  </a:lnTo>
                  <a:lnTo>
                    <a:pt x="3289965" y="418380"/>
                  </a:lnTo>
                  <a:lnTo>
                    <a:pt x="3291009" y="418027"/>
                  </a:lnTo>
                  <a:lnTo>
                    <a:pt x="3292400" y="417556"/>
                  </a:lnTo>
                  <a:lnTo>
                    <a:pt x="3296226" y="416261"/>
                  </a:lnTo>
                  <a:lnTo>
                    <a:pt x="3297965" y="415672"/>
                  </a:lnTo>
                  <a:lnTo>
                    <a:pt x="3298486" y="415495"/>
                  </a:lnTo>
                  <a:lnTo>
                    <a:pt x="3299877" y="415024"/>
                  </a:lnTo>
                  <a:lnTo>
                    <a:pt x="3300573" y="414789"/>
                  </a:lnTo>
                  <a:lnTo>
                    <a:pt x="3304051" y="413611"/>
                  </a:lnTo>
                  <a:lnTo>
                    <a:pt x="3304399" y="413493"/>
                  </a:lnTo>
                  <a:lnTo>
                    <a:pt x="3307703" y="412374"/>
                  </a:lnTo>
                  <a:lnTo>
                    <a:pt x="3309790" y="411667"/>
                  </a:lnTo>
                  <a:lnTo>
                    <a:pt x="3311355" y="411137"/>
                  </a:lnTo>
                  <a:lnTo>
                    <a:pt x="3312398" y="410784"/>
                  </a:lnTo>
                  <a:lnTo>
                    <a:pt x="3313615" y="410371"/>
                  </a:lnTo>
                  <a:lnTo>
                    <a:pt x="3314659" y="410018"/>
                  </a:lnTo>
                  <a:lnTo>
                    <a:pt x="3315180" y="409841"/>
                  </a:lnTo>
                  <a:lnTo>
                    <a:pt x="3315354" y="409782"/>
                  </a:lnTo>
                  <a:lnTo>
                    <a:pt x="3316746" y="409311"/>
                  </a:lnTo>
                  <a:lnTo>
                    <a:pt x="3318658" y="408663"/>
                  </a:lnTo>
                  <a:lnTo>
                    <a:pt x="3320919" y="407897"/>
                  </a:lnTo>
                  <a:lnTo>
                    <a:pt x="3322484" y="407367"/>
                  </a:lnTo>
                  <a:lnTo>
                    <a:pt x="3326310" y="406071"/>
                  </a:lnTo>
                  <a:lnTo>
                    <a:pt x="3327527" y="405658"/>
                  </a:lnTo>
                  <a:lnTo>
                    <a:pt x="3328049" y="405482"/>
                  </a:lnTo>
                  <a:lnTo>
                    <a:pt x="3329614" y="404951"/>
                  </a:lnTo>
                  <a:lnTo>
                    <a:pt x="3335353" y="403007"/>
                  </a:lnTo>
                  <a:lnTo>
                    <a:pt x="3341091" y="401062"/>
                  </a:lnTo>
                  <a:lnTo>
                    <a:pt x="3344743" y="399825"/>
                  </a:lnTo>
                  <a:lnTo>
                    <a:pt x="3344917" y="399766"/>
                  </a:lnTo>
                  <a:lnTo>
                    <a:pt x="3346830" y="399117"/>
                  </a:lnTo>
                  <a:lnTo>
                    <a:pt x="3347004" y="399059"/>
                  </a:lnTo>
                  <a:lnTo>
                    <a:pt x="3348569" y="398528"/>
                  </a:lnTo>
                  <a:lnTo>
                    <a:pt x="3352047" y="397349"/>
                  </a:lnTo>
                  <a:lnTo>
                    <a:pt x="3353090" y="396996"/>
                  </a:lnTo>
                  <a:lnTo>
                    <a:pt x="3353960" y="396701"/>
                  </a:lnTo>
                  <a:lnTo>
                    <a:pt x="3354307" y="396583"/>
                  </a:lnTo>
                  <a:lnTo>
                    <a:pt x="3355351" y="396229"/>
                  </a:lnTo>
                  <a:lnTo>
                    <a:pt x="3361611" y="394107"/>
                  </a:lnTo>
                  <a:lnTo>
                    <a:pt x="3365958" y="392633"/>
                  </a:lnTo>
                  <a:lnTo>
                    <a:pt x="3367524" y="392103"/>
                  </a:lnTo>
                  <a:lnTo>
                    <a:pt x="3368741" y="391690"/>
                  </a:lnTo>
                  <a:lnTo>
                    <a:pt x="3369089" y="391572"/>
                  </a:lnTo>
                  <a:lnTo>
                    <a:pt x="3374653" y="389685"/>
                  </a:lnTo>
                  <a:lnTo>
                    <a:pt x="3378479" y="388388"/>
                  </a:lnTo>
                  <a:lnTo>
                    <a:pt x="3381261" y="387445"/>
                  </a:lnTo>
                  <a:lnTo>
                    <a:pt x="3385435" y="386029"/>
                  </a:lnTo>
                  <a:lnTo>
                    <a:pt x="3388391" y="385027"/>
                  </a:lnTo>
                  <a:lnTo>
                    <a:pt x="3389087" y="384791"/>
                  </a:lnTo>
                  <a:lnTo>
                    <a:pt x="3389435" y="384673"/>
                  </a:lnTo>
                  <a:lnTo>
                    <a:pt x="3389609" y="384614"/>
                  </a:lnTo>
                  <a:lnTo>
                    <a:pt x="3389782" y="384555"/>
                  </a:lnTo>
                  <a:lnTo>
                    <a:pt x="3391000" y="384142"/>
                  </a:lnTo>
                  <a:lnTo>
                    <a:pt x="3392739" y="383552"/>
                  </a:lnTo>
                  <a:lnTo>
                    <a:pt x="3392913" y="383493"/>
                  </a:lnTo>
                  <a:lnTo>
                    <a:pt x="3394652" y="382903"/>
                  </a:lnTo>
                  <a:lnTo>
                    <a:pt x="3397086" y="382077"/>
                  </a:lnTo>
                  <a:lnTo>
                    <a:pt x="3398303" y="381664"/>
                  </a:lnTo>
                  <a:lnTo>
                    <a:pt x="3402129" y="380367"/>
                  </a:lnTo>
                  <a:lnTo>
                    <a:pt x="3410998" y="377358"/>
                  </a:lnTo>
                  <a:lnTo>
                    <a:pt x="3414998" y="376001"/>
                  </a:lnTo>
                  <a:lnTo>
                    <a:pt x="3415345" y="375883"/>
                  </a:lnTo>
                  <a:lnTo>
                    <a:pt x="3416215" y="375588"/>
                  </a:lnTo>
                  <a:lnTo>
                    <a:pt x="3417954" y="374998"/>
                  </a:lnTo>
                  <a:lnTo>
                    <a:pt x="3418649" y="374762"/>
                  </a:lnTo>
                  <a:lnTo>
                    <a:pt x="3426996" y="371929"/>
                  </a:lnTo>
                  <a:lnTo>
                    <a:pt x="3428040" y="371575"/>
                  </a:lnTo>
                  <a:lnTo>
                    <a:pt x="3434300" y="369450"/>
                  </a:lnTo>
                  <a:lnTo>
                    <a:pt x="3435517" y="369037"/>
                  </a:lnTo>
                  <a:lnTo>
                    <a:pt x="3441604" y="366971"/>
                  </a:lnTo>
                  <a:lnTo>
                    <a:pt x="3443865" y="366204"/>
                  </a:lnTo>
                  <a:lnTo>
                    <a:pt x="3445777" y="365554"/>
                  </a:lnTo>
                  <a:lnTo>
                    <a:pt x="3449429" y="364315"/>
                  </a:lnTo>
                  <a:lnTo>
                    <a:pt x="3449951" y="364138"/>
                  </a:lnTo>
                  <a:lnTo>
                    <a:pt x="3450820" y="363842"/>
                  </a:lnTo>
                  <a:lnTo>
                    <a:pt x="3451342" y="363665"/>
                  </a:lnTo>
                  <a:lnTo>
                    <a:pt x="3451516" y="363606"/>
                  </a:lnTo>
                  <a:lnTo>
                    <a:pt x="3453777" y="362839"/>
                  </a:lnTo>
                  <a:lnTo>
                    <a:pt x="3463863" y="359414"/>
                  </a:lnTo>
                  <a:lnTo>
                    <a:pt x="3464906" y="359060"/>
                  </a:lnTo>
                  <a:lnTo>
                    <a:pt x="3466297" y="358587"/>
                  </a:lnTo>
                  <a:lnTo>
                    <a:pt x="3470123" y="357288"/>
                  </a:lnTo>
                  <a:lnTo>
                    <a:pt x="3471862" y="356697"/>
                  </a:lnTo>
                  <a:lnTo>
                    <a:pt x="3472384" y="356520"/>
                  </a:lnTo>
                  <a:lnTo>
                    <a:pt x="3473775" y="356048"/>
                  </a:lnTo>
                  <a:lnTo>
                    <a:pt x="3474470" y="355812"/>
                  </a:lnTo>
                  <a:lnTo>
                    <a:pt x="3477948" y="354630"/>
                  </a:lnTo>
                  <a:lnTo>
                    <a:pt x="3478296" y="354512"/>
                  </a:lnTo>
                  <a:lnTo>
                    <a:pt x="3481600" y="353390"/>
                  </a:lnTo>
                  <a:lnTo>
                    <a:pt x="3483687" y="352681"/>
                  </a:lnTo>
                  <a:lnTo>
                    <a:pt x="3485252" y="352149"/>
                  </a:lnTo>
                  <a:lnTo>
                    <a:pt x="3486296" y="351795"/>
                  </a:lnTo>
                  <a:lnTo>
                    <a:pt x="3487513" y="351382"/>
                  </a:lnTo>
                  <a:lnTo>
                    <a:pt x="3488556" y="351027"/>
                  </a:lnTo>
                  <a:lnTo>
                    <a:pt x="3489078" y="350850"/>
                  </a:lnTo>
                  <a:lnTo>
                    <a:pt x="3489252" y="350791"/>
                  </a:lnTo>
                  <a:lnTo>
                    <a:pt x="3490643" y="350318"/>
                  </a:lnTo>
                  <a:lnTo>
                    <a:pt x="3492556" y="349668"/>
                  </a:lnTo>
                  <a:lnTo>
                    <a:pt x="3494816" y="348900"/>
                  </a:lnTo>
                  <a:lnTo>
                    <a:pt x="3496382" y="348369"/>
                  </a:lnTo>
                  <a:lnTo>
                    <a:pt x="3500207" y="347069"/>
                  </a:lnTo>
                  <a:lnTo>
                    <a:pt x="3501425" y="346655"/>
                  </a:lnTo>
                  <a:lnTo>
                    <a:pt x="3501946" y="346478"/>
                  </a:lnTo>
                  <a:lnTo>
                    <a:pt x="3503511" y="345946"/>
                  </a:lnTo>
                  <a:lnTo>
                    <a:pt x="3509250" y="343996"/>
                  </a:lnTo>
                  <a:lnTo>
                    <a:pt x="3514989" y="342046"/>
                  </a:lnTo>
                  <a:lnTo>
                    <a:pt x="3518640" y="340805"/>
                  </a:lnTo>
                  <a:lnTo>
                    <a:pt x="3518814" y="340746"/>
                  </a:lnTo>
                  <a:lnTo>
                    <a:pt x="3520727" y="340096"/>
                  </a:lnTo>
                  <a:lnTo>
                    <a:pt x="3520901" y="340037"/>
                  </a:lnTo>
                  <a:lnTo>
                    <a:pt x="3522466" y="339505"/>
                  </a:lnTo>
                  <a:lnTo>
                    <a:pt x="3525944" y="338322"/>
                  </a:lnTo>
                  <a:lnTo>
                    <a:pt x="3526988" y="337968"/>
                  </a:lnTo>
                  <a:lnTo>
                    <a:pt x="3527857" y="337672"/>
                  </a:lnTo>
                  <a:lnTo>
                    <a:pt x="3528205" y="337554"/>
                  </a:lnTo>
                  <a:lnTo>
                    <a:pt x="3529248" y="337199"/>
                  </a:lnTo>
                  <a:lnTo>
                    <a:pt x="3535508" y="335071"/>
                  </a:lnTo>
                  <a:lnTo>
                    <a:pt x="3539856" y="333593"/>
                  </a:lnTo>
                  <a:lnTo>
                    <a:pt x="3541421" y="333061"/>
                  </a:lnTo>
                  <a:lnTo>
                    <a:pt x="3542638" y="332647"/>
                  </a:lnTo>
                  <a:lnTo>
                    <a:pt x="3542986" y="332529"/>
                  </a:lnTo>
                  <a:lnTo>
                    <a:pt x="3545942" y="331524"/>
                  </a:lnTo>
                  <a:lnTo>
                    <a:pt x="3548551" y="330637"/>
                  </a:lnTo>
                  <a:lnTo>
                    <a:pt x="3552377" y="329336"/>
                  </a:lnTo>
                  <a:lnTo>
                    <a:pt x="3555159" y="328390"/>
                  </a:lnTo>
                  <a:lnTo>
                    <a:pt x="3559332" y="326971"/>
                  </a:lnTo>
                  <a:lnTo>
                    <a:pt x="3562289" y="325965"/>
                  </a:lnTo>
                  <a:lnTo>
                    <a:pt x="3562984" y="325729"/>
                  </a:lnTo>
                  <a:lnTo>
                    <a:pt x="3563332" y="325611"/>
                  </a:lnTo>
                  <a:lnTo>
                    <a:pt x="3563506" y="325552"/>
                  </a:lnTo>
                  <a:lnTo>
                    <a:pt x="3563680" y="325492"/>
                  </a:lnTo>
                  <a:lnTo>
                    <a:pt x="3564897" y="325078"/>
                  </a:lnTo>
                  <a:lnTo>
                    <a:pt x="3566636" y="324487"/>
                  </a:lnTo>
                  <a:lnTo>
                    <a:pt x="3566810" y="324428"/>
                  </a:lnTo>
                  <a:lnTo>
                    <a:pt x="3568549" y="323836"/>
                  </a:lnTo>
                  <a:lnTo>
                    <a:pt x="3570984" y="323008"/>
                  </a:lnTo>
                  <a:lnTo>
                    <a:pt x="3572201" y="322594"/>
                  </a:lnTo>
                  <a:lnTo>
                    <a:pt x="3576027" y="321293"/>
                  </a:lnTo>
                  <a:lnTo>
                    <a:pt x="3584895" y="318276"/>
                  </a:lnTo>
                  <a:lnTo>
                    <a:pt x="3588895" y="316915"/>
                  </a:lnTo>
                  <a:lnTo>
                    <a:pt x="3590112" y="316501"/>
                  </a:lnTo>
                  <a:lnTo>
                    <a:pt x="3591851" y="315909"/>
                  </a:lnTo>
                  <a:lnTo>
                    <a:pt x="3592547" y="315673"/>
                  </a:lnTo>
                  <a:lnTo>
                    <a:pt x="3601937" y="312478"/>
                  </a:lnTo>
                  <a:lnTo>
                    <a:pt x="3608198" y="310347"/>
                  </a:lnTo>
                  <a:lnTo>
                    <a:pt x="3609415" y="309933"/>
                  </a:lnTo>
                  <a:lnTo>
                    <a:pt x="3615501" y="307861"/>
                  </a:lnTo>
                  <a:lnTo>
                    <a:pt x="3617762" y="307092"/>
                  </a:lnTo>
                  <a:lnTo>
                    <a:pt x="3619675" y="306441"/>
                  </a:lnTo>
                  <a:lnTo>
                    <a:pt x="3623327" y="305198"/>
                  </a:lnTo>
                  <a:lnTo>
                    <a:pt x="3623848" y="305020"/>
                  </a:lnTo>
                  <a:lnTo>
                    <a:pt x="3624718" y="304724"/>
                  </a:lnTo>
                  <a:lnTo>
                    <a:pt x="3625240" y="304547"/>
                  </a:lnTo>
                  <a:lnTo>
                    <a:pt x="3625413" y="304488"/>
                  </a:lnTo>
                  <a:lnTo>
                    <a:pt x="3627674" y="303718"/>
                  </a:lnTo>
                  <a:lnTo>
                    <a:pt x="3637760" y="300284"/>
                  </a:lnTo>
                  <a:lnTo>
                    <a:pt x="3638804" y="299929"/>
                  </a:lnTo>
                  <a:lnTo>
                    <a:pt x="3640195" y="299456"/>
                  </a:lnTo>
                  <a:lnTo>
                    <a:pt x="3644021" y="298153"/>
                  </a:lnTo>
                  <a:lnTo>
                    <a:pt x="3645759" y="297561"/>
                  </a:lnTo>
                  <a:lnTo>
                    <a:pt x="3646281" y="297383"/>
                  </a:lnTo>
                  <a:lnTo>
                    <a:pt x="3647672" y="296909"/>
                  </a:lnTo>
                  <a:lnTo>
                    <a:pt x="3648368" y="296673"/>
                  </a:lnTo>
                  <a:lnTo>
                    <a:pt x="3651846" y="295488"/>
                  </a:lnTo>
                  <a:lnTo>
                    <a:pt x="3652194" y="295370"/>
                  </a:lnTo>
                  <a:lnTo>
                    <a:pt x="3655498" y="294245"/>
                  </a:lnTo>
                  <a:lnTo>
                    <a:pt x="3657585" y="293534"/>
                  </a:lnTo>
                  <a:lnTo>
                    <a:pt x="3659150" y="293001"/>
                  </a:lnTo>
                  <a:lnTo>
                    <a:pt x="3660193" y="292646"/>
                  </a:lnTo>
                  <a:lnTo>
                    <a:pt x="3661410" y="292231"/>
                  </a:lnTo>
                  <a:lnTo>
                    <a:pt x="3662454" y="291876"/>
                  </a:lnTo>
                  <a:lnTo>
                    <a:pt x="3662975" y="291698"/>
                  </a:lnTo>
                  <a:lnTo>
                    <a:pt x="3663149" y="291639"/>
                  </a:lnTo>
                  <a:lnTo>
                    <a:pt x="3664540" y="291165"/>
                  </a:lnTo>
                  <a:lnTo>
                    <a:pt x="3666453" y="290514"/>
                  </a:lnTo>
                  <a:lnTo>
                    <a:pt x="3668714" y="289744"/>
                  </a:lnTo>
                  <a:lnTo>
                    <a:pt x="3670279" y="289211"/>
                  </a:lnTo>
                  <a:lnTo>
                    <a:pt x="3674105" y="287907"/>
                  </a:lnTo>
                  <a:lnTo>
                    <a:pt x="3675322" y="287493"/>
                  </a:lnTo>
                  <a:lnTo>
                    <a:pt x="3675844" y="287315"/>
                  </a:lnTo>
                  <a:lnTo>
                    <a:pt x="3677409" y="286782"/>
                  </a:lnTo>
                  <a:lnTo>
                    <a:pt x="3683147" y="284827"/>
                  </a:lnTo>
                  <a:lnTo>
                    <a:pt x="3688886" y="282872"/>
                  </a:lnTo>
                  <a:lnTo>
                    <a:pt x="3692538" y="281628"/>
                  </a:lnTo>
                  <a:lnTo>
                    <a:pt x="3692712" y="281568"/>
                  </a:lnTo>
                  <a:lnTo>
                    <a:pt x="3694625" y="280917"/>
                  </a:lnTo>
                  <a:lnTo>
                    <a:pt x="3694799" y="280857"/>
                  </a:lnTo>
                  <a:lnTo>
                    <a:pt x="3696364" y="280324"/>
                  </a:lnTo>
                  <a:lnTo>
                    <a:pt x="3699842" y="279139"/>
                  </a:lnTo>
                  <a:lnTo>
                    <a:pt x="3700885" y="278784"/>
                  </a:lnTo>
                  <a:lnTo>
                    <a:pt x="3701754" y="278487"/>
                  </a:lnTo>
                  <a:lnTo>
                    <a:pt x="3702102" y="278369"/>
                  </a:lnTo>
                  <a:lnTo>
                    <a:pt x="3703146" y="278013"/>
                  </a:lnTo>
                  <a:lnTo>
                    <a:pt x="3709406" y="275880"/>
                  </a:lnTo>
                  <a:lnTo>
                    <a:pt x="3713753" y="274398"/>
                  </a:lnTo>
                  <a:lnTo>
                    <a:pt x="3715318" y="273865"/>
                  </a:lnTo>
                  <a:lnTo>
                    <a:pt x="3716536" y="273450"/>
                  </a:lnTo>
                  <a:lnTo>
                    <a:pt x="3716884" y="273331"/>
                  </a:lnTo>
                  <a:lnTo>
                    <a:pt x="3719840" y="272324"/>
                  </a:lnTo>
                  <a:lnTo>
                    <a:pt x="3722448" y="271435"/>
                  </a:lnTo>
                  <a:lnTo>
                    <a:pt x="3726274" y="270131"/>
                  </a:lnTo>
                  <a:lnTo>
                    <a:pt x="3729056" y="269182"/>
                  </a:lnTo>
                  <a:lnTo>
                    <a:pt x="3736186" y="266752"/>
                  </a:lnTo>
                  <a:lnTo>
                    <a:pt x="3736882" y="266514"/>
                  </a:lnTo>
                  <a:lnTo>
                    <a:pt x="3737230" y="266396"/>
                  </a:lnTo>
                  <a:lnTo>
                    <a:pt x="3737403" y="266337"/>
                  </a:lnTo>
                  <a:lnTo>
                    <a:pt x="3737577" y="266277"/>
                  </a:lnTo>
                  <a:lnTo>
                    <a:pt x="3738795" y="265862"/>
                  </a:lnTo>
                  <a:lnTo>
                    <a:pt x="3740534" y="265269"/>
                  </a:lnTo>
                  <a:lnTo>
                    <a:pt x="3740707" y="265210"/>
                  </a:lnTo>
                  <a:lnTo>
                    <a:pt x="3742446" y="264617"/>
                  </a:lnTo>
                  <a:lnTo>
                    <a:pt x="3744881" y="263787"/>
                  </a:lnTo>
                  <a:lnTo>
                    <a:pt x="3746098" y="263372"/>
                  </a:lnTo>
                  <a:lnTo>
                    <a:pt x="3749924" y="262068"/>
                  </a:lnTo>
                  <a:lnTo>
                    <a:pt x="3758793" y="259043"/>
                  </a:lnTo>
                  <a:lnTo>
                    <a:pt x="3762792" y="257679"/>
                  </a:lnTo>
                  <a:lnTo>
                    <a:pt x="3763140" y="257561"/>
                  </a:lnTo>
                  <a:lnTo>
                    <a:pt x="3764010" y="257264"/>
                  </a:lnTo>
                  <a:lnTo>
                    <a:pt x="3765749" y="256671"/>
                  </a:lnTo>
                  <a:lnTo>
                    <a:pt x="3766444" y="256434"/>
                  </a:lnTo>
                  <a:lnTo>
                    <a:pt x="3774791" y="253587"/>
                  </a:lnTo>
                  <a:lnTo>
                    <a:pt x="3775835" y="253231"/>
                  </a:lnTo>
                  <a:lnTo>
                    <a:pt x="3782095" y="251096"/>
                  </a:lnTo>
                  <a:lnTo>
                    <a:pt x="3783312" y="250680"/>
                  </a:lnTo>
                  <a:lnTo>
                    <a:pt x="3789399" y="248604"/>
                  </a:lnTo>
                  <a:lnTo>
                    <a:pt x="3791659" y="247833"/>
                  </a:lnTo>
                  <a:lnTo>
                    <a:pt x="3793572" y="247180"/>
                  </a:lnTo>
                  <a:lnTo>
                    <a:pt x="3797224" y="245934"/>
                  </a:lnTo>
                  <a:lnTo>
                    <a:pt x="3797746" y="245756"/>
                  </a:lnTo>
                  <a:lnTo>
                    <a:pt x="3798615" y="245460"/>
                  </a:lnTo>
                  <a:lnTo>
                    <a:pt x="3799137" y="245282"/>
                  </a:lnTo>
                  <a:lnTo>
                    <a:pt x="3799311" y="245222"/>
                  </a:lnTo>
                  <a:lnTo>
                    <a:pt x="3801572" y="244451"/>
                  </a:lnTo>
                  <a:lnTo>
                    <a:pt x="3811658" y="241009"/>
                  </a:lnTo>
                  <a:lnTo>
                    <a:pt x="3812701" y="240653"/>
                  </a:lnTo>
                  <a:lnTo>
                    <a:pt x="3814092" y="240179"/>
                  </a:lnTo>
                  <a:lnTo>
                    <a:pt x="3817918" y="238873"/>
                  </a:lnTo>
                  <a:lnTo>
                    <a:pt x="3819657" y="238279"/>
                  </a:lnTo>
                  <a:lnTo>
                    <a:pt x="3820179" y="238101"/>
                  </a:lnTo>
                  <a:lnTo>
                    <a:pt x="3821570" y="237627"/>
                  </a:lnTo>
                  <a:lnTo>
                    <a:pt x="3822265" y="237389"/>
                  </a:lnTo>
                  <a:lnTo>
                    <a:pt x="3825743" y="236202"/>
                  </a:lnTo>
                  <a:lnTo>
                    <a:pt x="3826091" y="236083"/>
                  </a:lnTo>
                  <a:lnTo>
                    <a:pt x="3829395" y="234956"/>
                  </a:lnTo>
                  <a:lnTo>
                    <a:pt x="3831482" y="234243"/>
                  </a:lnTo>
                  <a:lnTo>
                    <a:pt x="3833047" y="233709"/>
                  </a:lnTo>
                  <a:lnTo>
                    <a:pt x="3834090" y="233353"/>
                  </a:lnTo>
                  <a:lnTo>
                    <a:pt x="3835308" y="232938"/>
                  </a:lnTo>
                  <a:lnTo>
                    <a:pt x="3836351" y="232581"/>
                  </a:lnTo>
                  <a:lnTo>
                    <a:pt x="3836873" y="232403"/>
                  </a:lnTo>
                  <a:lnTo>
                    <a:pt x="3837047" y="232344"/>
                  </a:lnTo>
                  <a:lnTo>
                    <a:pt x="3838438" y="231869"/>
                  </a:lnTo>
                  <a:lnTo>
                    <a:pt x="3840351" y="231216"/>
                  </a:lnTo>
                  <a:lnTo>
                    <a:pt x="3842611" y="230444"/>
                  </a:lnTo>
                  <a:lnTo>
                    <a:pt x="3844176" y="229910"/>
                  </a:lnTo>
                  <a:lnTo>
                    <a:pt x="3848002" y="228604"/>
                  </a:lnTo>
                  <a:lnTo>
                    <a:pt x="3849219" y="228188"/>
                  </a:lnTo>
                  <a:lnTo>
                    <a:pt x="3849741" y="228010"/>
                  </a:lnTo>
                  <a:lnTo>
                    <a:pt x="3851306" y="227476"/>
                  </a:lnTo>
                  <a:lnTo>
                    <a:pt x="3857045" y="225517"/>
                  </a:lnTo>
                  <a:lnTo>
                    <a:pt x="3862783" y="223557"/>
                  </a:lnTo>
                  <a:lnTo>
                    <a:pt x="3866435" y="222310"/>
                  </a:lnTo>
                  <a:lnTo>
                    <a:pt x="3866609" y="222251"/>
                  </a:lnTo>
                  <a:lnTo>
                    <a:pt x="3868522" y="221598"/>
                  </a:lnTo>
                  <a:lnTo>
                    <a:pt x="3868696" y="221538"/>
                  </a:lnTo>
                  <a:lnTo>
                    <a:pt x="3870261" y="221004"/>
                  </a:lnTo>
                  <a:lnTo>
                    <a:pt x="3873739" y="219816"/>
                  </a:lnTo>
                  <a:lnTo>
                    <a:pt x="3874782" y="219460"/>
                  </a:lnTo>
                  <a:lnTo>
                    <a:pt x="3875652" y="219163"/>
                  </a:lnTo>
                  <a:lnTo>
                    <a:pt x="3876000" y="219044"/>
                  </a:lnTo>
                  <a:lnTo>
                    <a:pt x="3877043" y="218688"/>
                  </a:lnTo>
                  <a:lnTo>
                    <a:pt x="3883303" y="216549"/>
                  </a:lnTo>
                  <a:lnTo>
                    <a:pt x="3887651" y="215065"/>
                  </a:lnTo>
                  <a:lnTo>
                    <a:pt x="3889216" y="214530"/>
                  </a:lnTo>
                  <a:lnTo>
                    <a:pt x="3890433" y="214114"/>
                  </a:lnTo>
                  <a:lnTo>
                    <a:pt x="3890781" y="213995"/>
                  </a:lnTo>
                  <a:lnTo>
                    <a:pt x="3893737" y="212986"/>
                  </a:lnTo>
                  <a:lnTo>
                    <a:pt x="3896346" y="212094"/>
                  </a:lnTo>
                  <a:lnTo>
                    <a:pt x="3900171" y="210788"/>
                  </a:lnTo>
                  <a:lnTo>
                    <a:pt x="3902954" y="209837"/>
                  </a:lnTo>
                  <a:lnTo>
                    <a:pt x="3907127" y="208411"/>
                  </a:lnTo>
                  <a:lnTo>
                    <a:pt x="3910084" y="207401"/>
                  </a:lnTo>
                  <a:lnTo>
                    <a:pt x="3910779" y="207164"/>
                  </a:lnTo>
                  <a:lnTo>
                    <a:pt x="3911127" y="207045"/>
                  </a:lnTo>
                  <a:lnTo>
                    <a:pt x="3911301" y="206985"/>
                  </a:lnTo>
                  <a:lnTo>
                    <a:pt x="3911475" y="206926"/>
                  </a:lnTo>
                  <a:lnTo>
                    <a:pt x="3912692" y="206510"/>
                  </a:lnTo>
                  <a:lnTo>
                    <a:pt x="3914431" y="205916"/>
                  </a:lnTo>
                  <a:lnTo>
                    <a:pt x="3914605" y="205856"/>
                  </a:lnTo>
                  <a:lnTo>
                    <a:pt x="3916344" y="205262"/>
                  </a:lnTo>
                  <a:lnTo>
                    <a:pt x="3918778" y="204430"/>
                  </a:lnTo>
                  <a:lnTo>
                    <a:pt x="3919996" y="204014"/>
                  </a:lnTo>
                  <a:lnTo>
                    <a:pt x="3923821" y="202707"/>
                  </a:lnTo>
                  <a:lnTo>
                    <a:pt x="3932690" y="199676"/>
                  </a:lnTo>
                  <a:lnTo>
                    <a:pt x="3936690" y="198310"/>
                  </a:lnTo>
                  <a:lnTo>
                    <a:pt x="3937038" y="198191"/>
                  </a:lnTo>
                  <a:lnTo>
                    <a:pt x="3937907" y="197894"/>
                  </a:lnTo>
                  <a:lnTo>
                    <a:pt x="3939646" y="197299"/>
                  </a:lnTo>
                  <a:lnTo>
                    <a:pt x="3940342" y="197061"/>
                  </a:lnTo>
                  <a:lnTo>
                    <a:pt x="3948689" y="194208"/>
                  </a:lnTo>
                  <a:lnTo>
                    <a:pt x="3949732" y="193852"/>
                  </a:lnTo>
                  <a:lnTo>
                    <a:pt x="3955993" y="191712"/>
                  </a:lnTo>
                  <a:lnTo>
                    <a:pt x="3957210" y="191296"/>
                  </a:lnTo>
                  <a:lnTo>
                    <a:pt x="3963296" y="189215"/>
                  </a:lnTo>
                  <a:lnTo>
                    <a:pt x="3965557" y="188442"/>
                  </a:lnTo>
                  <a:lnTo>
                    <a:pt x="3967470" y="187788"/>
                  </a:lnTo>
                  <a:lnTo>
                    <a:pt x="3971122" y="186540"/>
                  </a:lnTo>
                  <a:lnTo>
                    <a:pt x="3971643" y="186361"/>
                  </a:lnTo>
                  <a:lnTo>
                    <a:pt x="3972513" y="186064"/>
                  </a:lnTo>
                  <a:lnTo>
                    <a:pt x="3973034" y="185886"/>
                  </a:lnTo>
                  <a:lnTo>
                    <a:pt x="3973208" y="185826"/>
                  </a:lnTo>
                  <a:lnTo>
                    <a:pt x="3975469" y="185053"/>
                  </a:lnTo>
                  <a:lnTo>
                    <a:pt x="3985555" y="181605"/>
                  </a:lnTo>
                  <a:lnTo>
                    <a:pt x="3986598" y="181248"/>
                  </a:lnTo>
                  <a:lnTo>
                    <a:pt x="3987990" y="180772"/>
                  </a:lnTo>
                  <a:lnTo>
                    <a:pt x="3991815" y="179464"/>
                  </a:lnTo>
                  <a:lnTo>
                    <a:pt x="3993554" y="178869"/>
                  </a:lnTo>
                  <a:lnTo>
                    <a:pt x="3994076" y="178691"/>
                  </a:lnTo>
                  <a:lnTo>
                    <a:pt x="3995467" y="178215"/>
                  </a:lnTo>
                  <a:lnTo>
                    <a:pt x="3996163" y="177977"/>
                  </a:lnTo>
                  <a:lnTo>
                    <a:pt x="3999989" y="176669"/>
                  </a:lnTo>
                  <a:lnTo>
                    <a:pt x="4003293" y="175539"/>
                  </a:lnTo>
                  <a:lnTo>
                    <a:pt x="4005379" y="174825"/>
                  </a:lnTo>
                  <a:lnTo>
                    <a:pt x="4006944" y="174290"/>
                  </a:lnTo>
                  <a:lnTo>
                    <a:pt x="4007988" y="173933"/>
                  </a:lnTo>
                  <a:lnTo>
                    <a:pt x="4009205" y="173516"/>
                  </a:lnTo>
                  <a:lnTo>
                    <a:pt x="4010249" y="173159"/>
                  </a:lnTo>
                  <a:lnTo>
                    <a:pt x="4010770" y="172981"/>
                  </a:lnTo>
                  <a:lnTo>
                    <a:pt x="4010944" y="172922"/>
                  </a:lnTo>
                  <a:lnTo>
                    <a:pt x="4012335" y="172446"/>
                  </a:lnTo>
                  <a:lnTo>
                    <a:pt x="4014248" y="171791"/>
                  </a:lnTo>
                  <a:lnTo>
                    <a:pt x="4016509" y="171018"/>
                  </a:lnTo>
                  <a:lnTo>
                    <a:pt x="4018074" y="170483"/>
                  </a:lnTo>
                  <a:lnTo>
                    <a:pt x="4021900" y="169174"/>
                  </a:lnTo>
                  <a:lnTo>
                    <a:pt x="4023117" y="168758"/>
                  </a:lnTo>
                  <a:lnTo>
                    <a:pt x="4023639" y="168579"/>
                  </a:lnTo>
                  <a:lnTo>
                    <a:pt x="4025204" y="168044"/>
                  </a:lnTo>
                  <a:lnTo>
                    <a:pt x="4030942" y="166080"/>
                  </a:lnTo>
                  <a:lnTo>
                    <a:pt x="4036681" y="164117"/>
                  </a:lnTo>
                  <a:lnTo>
                    <a:pt x="4040333" y="162868"/>
                  </a:lnTo>
                  <a:lnTo>
                    <a:pt x="4040507" y="162808"/>
                  </a:lnTo>
                  <a:lnTo>
                    <a:pt x="4042420" y="162154"/>
                  </a:lnTo>
                  <a:lnTo>
                    <a:pt x="4042593" y="162094"/>
                  </a:lnTo>
                  <a:lnTo>
                    <a:pt x="4044159" y="161559"/>
                  </a:lnTo>
                  <a:lnTo>
                    <a:pt x="4047636" y="160368"/>
                  </a:lnTo>
                  <a:lnTo>
                    <a:pt x="4048680" y="160011"/>
                  </a:lnTo>
                  <a:lnTo>
                    <a:pt x="4049549" y="159714"/>
                  </a:lnTo>
                  <a:lnTo>
                    <a:pt x="4049897" y="159595"/>
                  </a:lnTo>
                  <a:lnTo>
                    <a:pt x="4050941" y="159238"/>
                  </a:lnTo>
                  <a:lnTo>
                    <a:pt x="4057201" y="157096"/>
                  </a:lnTo>
                  <a:lnTo>
                    <a:pt x="4061548" y="155608"/>
                  </a:lnTo>
                  <a:lnTo>
                    <a:pt x="4063113" y="155072"/>
                  </a:lnTo>
                  <a:lnTo>
                    <a:pt x="4064331" y="154656"/>
                  </a:lnTo>
                  <a:lnTo>
                    <a:pt x="4064678" y="154536"/>
                  </a:lnTo>
                  <a:lnTo>
                    <a:pt x="4067635" y="153525"/>
                  </a:lnTo>
                  <a:lnTo>
                    <a:pt x="4070243" y="152632"/>
                  </a:lnTo>
                  <a:lnTo>
                    <a:pt x="4074069" y="151322"/>
                  </a:lnTo>
                  <a:lnTo>
                    <a:pt x="4076851" y="150370"/>
                  </a:lnTo>
                  <a:lnTo>
                    <a:pt x="4081025" y="148942"/>
                  </a:lnTo>
                  <a:lnTo>
                    <a:pt x="4083981" y="147930"/>
                  </a:lnTo>
                  <a:lnTo>
                    <a:pt x="4084677" y="147691"/>
                  </a:lnTo>
                  <a:lnTo>
                    <a:pt x="4085198" y="147513"/>
                  </a:lnTo>
                  <a:lnTo>
                    <a:pt x="4085372" y="147453"/>
                  </a:lnTo>
                  <a:lnTo>
                    <a:pt x="4086590" y="147037"/>
                  </a:lnTo>
                  <a:lnTo>
                    <a:pt x="4088328" y="146441"/>
                  </a:lnTo>
                  <a:lnTo>
                    <a:pt x="4088502" y="146382"/>
                  </a:lnTo>
                  <a:lnTo>
                    <a:pt x="4090241" y="145787"/>
                  </a:lnTo>
                  <a:lnTo>
                    <a:pt x="4092676" y="144953"/>
                  </a:lnTo>
                  <a:lnTo>
                    <a:pt x="4093893" y="144536"/>
                  </a:lnTo>
                  <a:lnTo>
                    <a:pt x="4097719" y="143227"/>
                  </a:lnTo>
                  <a:lnTo>
                    <a:pt x="4106588" y="140190"/>
                  </a:lnTo>
                  <a:lnTo>
                    <a:pt x="4110587" y="138821"/>
                  </a:lnTo>
                  <a:lnTo>
                    <a:pt x="4110935" y="138702"/>
                  </a:lnTo>
                  <a:lnTo>
                    <a:pt x="4111805" y="138404"/>
                  </a:lnTo>
                  <a:lnTo>
                    <a:pt x="4114239" y="137570"/>
                  </a:lnTo>
                  <a:lnTo>
                    <a:pt x="4122586" y="134712"/>
                  </a:lnTo>
                  <a:lnTo>
                    <a:pt x="4123630" y="134354"/>
                  </a:lnTo>
                  <a:lnTo>
                    <a:pt x="4129890" y="132211"/>
                  </a:lnTo>
                  <a:lnTo>
                    <a:pt x="4131107" y="131794"/>
                  </a:lnTo>
                  <a:lnTo>
                    <a:pt x="4137194" y="129709"/>
                  </a:lnTo>
                  <a:lnTo>
                    <a:pt x="4139454" y="128935"/>
                  </a:lnTo>
                  <a:lnTo>
                    <a:pt x="4141367" y="128280"/>
                  </a:lnTo>
                  <a:lnTo>
                    <a:pt x="4145019" y="127029"/>
                  </a:lnTo>
                  <a:lnTo>
                    <a:pt x="4146410" y="126552"/>
                  </a:lnTo>
                  <a:lnTo>
                    <a:pt x="4146932" y="126374"/>
                  </a:lnTo>
                  <a:lnTo>
                    <a:pt x="4147106" y="126314"/>
                  </a:lnTo>
                  <a:lnTo>
                    <a:pt x="4149366" y="125540"/>
                  </a:lnTo>
                  <a:lnTo>
                    <a:pt x="4159453" y="122085"/>
                  </a:lnTo>
                  <a:lnTo>
                    <a:pt x="4160496" y="121727"/>
                  </a:lnTo>
                  <a:lnTo>
                    <a:pt x="4161887" y="121251"/>
                  </a:lnTo>
                  <a:lnTo>
                    <a:pt x="4167452" y="119344"/>
                  </a:lnTo>
                  <a:lnTo>
                    <a:pt x="4170060" y="118450"/>
                  </a:lnTo>
                  <a:lnTo>
                    <a:pt x="4173886" y="117140"/>
                  </a:lnTo>
                  <a:lnTo>
                    <a:pt x="4177190" y="116008"/>
                  </a:lnTo>
                  <a:lnTo>
                    <a:pt x="4179277" y="115293"/>
                  </a:lnTo>
                  <a:lnTo>
                    <a:pt x="4180842" y="114756"/>
                  </a:lnTo>
                  <a:lnTo>
                    <a:pt x="4183103" y="113982"/>
                  </a:lnTo>
                  <a:lnTo>
                    <a:pt x="4184146" y="113624"/>
                  </a:lnTo>
                  <a:lnTo>
                    <a:pt x="4184668" y="113445"/>
                  </a:lnTo>
                  <a:lnTo>
                    <a:pt x="4184842" y="113386"/>
                  </a:lnTo>
                  <a:lnTo>
                    <a:pt x="4186233" y="112909"/>
                  </a:lnTo>
                  <a:lnTo>
                    <a:pt x="4188146" y="112254"/>
                  </a:lnTo>
                  <a:lnTo>
                    <a:pt x="4190406" y="111479"/>
                  </a:lnTo>
                  <a:lnTo>
                    <a:pt x="4191971" y="110943"/>
                  </a:lnTo>
                  <a:lnTo>
                    <a:pt x="4195797" y="109632"/>
                  </a:lnTo>
                  <a:lnTo>
                    <a:pt x="4197536" y="109036"/>
                  </a:lnTo>
                  <a:lnTo>
                    <a:pt x="4199101" y="108499"/>
                  </a:lnTo>
                  <a:lnTo>
                    <a:pt x="4204840" y="106533"/>
                  </a:lnTo>
                  <a:lnTo>
                    <a:pt x="4210578" y="104566"/>
                  </a:lnTo>
                  <a:lnTo>
                    <a:pt x="4214404" y="103254"/>
                  </a:lnTo>
                  <a:lnTo>
                    <a:pt x="4216317" y="102599"/>
                  </a:lnTo>
                  <a:lnTo>
                    <a:pt x="4221534" y="100810"/>
                  </a:lnTo>
                  <a:lnTo>
                    <a:pt x="4223447" y="100155"/>
                  </a:lnTo>
                  <a:lnTo>
                    <a:pt x="4223795" y="100036"/>
                  </a:lnTo>
                  <a:lnTo>
                    <a:pt x="4224838" y="99678"/>
                  </a:lnTo>
                  <a:lnTo>
                    <a:pt x="4231098" y="97532"/>
                  </a:lnTo>
                  <a:lnTo>
                    <a:pt x="4237011" y="95505"/>
                  </a:lnTo>
                  <a:lnTo>
                    <a:pt x="4238228" y="95088"/>
                  </a:lnTo>
                  <a:lnTo>
                    <a:pt x="4241532" y="93955"/>
                  </a:lnTo>
                  <a:lnTo>
                    <a:pt x="4244141" y="93060"/>
                  </a:lnTo>
                  <a:lnTo>
                    <a:pt x="4250749" y="90795"/>
                  </a:lnTo>
                  <a:lnTo>
                    <a:pt x="4254922" y="89364"/>
                  </a:lnTo>
                  <a:lnTo>
                    <a:pt x="4258574" y="88112"/>
                  </a:lnTo>
                  <a:lnTo>
                    <a:pt x="4259096" y="87933"/>
                  </a:lnTo>
                  <a:lnTo>
                    <a:pt x="4262226" y="86859"/>
                  </a:lnTo>
                  <a:lnTo>
                    <a:pt x="4262400" y="86800"/>
                  </a:lnTo>
                  <a:lnTo>
                    <a:pt x="4264139" y="86203"/>
                  </a:lnTo>
                  <a:lnTo>
                    <a:pt x="4266573" y="85368"/>
                  </a:lnTo>
                  <a:lnTo>
                    <a:pt x="4267791" y="84951"/>
                  </a:lnTo>
                  <a:lnTo>
                    <a:pt x="4271616" y="83639"/>
                  </a:lnTo>
                  <a:lnTo>
                    <a:pt x="4280485" y="80597"/>
                  </a:lnTo>
                  <a:lnTo>
                    <a:pt x="4284485" y="79226"/>
                  </a:lnTo>
                  <a:lnTo>
                    <a:pt x="4284833" y="79106"/>
                  </a:lnTo>
                  <a:lnTo>
                    <a:pt x="4287441" y="78212"/>
                  </a:lnTo>
                  <a:lnTo>
                    <a:pt x="4296484" y="75110"/>
                  </a:lnTo>
                  <a:lnTo>
                    <a:pt x="4303787" y="72605"/>
                  </a:lnTo>
                  <a:lnTo>
                    <a:pt x="4313352" y="69323"/>
                  </a:lnTo>
                  <a:lnTo>
                    <a:pt x="4315265" y="68667"/>
                  </a:lnTo>
                  <a:lnTo>
                    <a:pt x="4318916" y="67414"/>
                  </a:lnTo>
                  <a:lnTo>
                    <a:pt x="4320308" y="66937"/>
                  </a:lnTo>
                  <a:lnTo>
                    <a:pt x="4320829" y="66758"/>
                  </a:lnTo>
                  <a:lnTo>
                    <a:pt x="4323264" y="65923"/>
                  </a:lnTo>
                  <a:lnTo>
                    <a:pt x="4334393" y="62104"/>
                  </a:lnTo>
                  <a:lnTo>
                    <a:pt x="4335785" y="61627"/>
                  </a:lnTo>
                  <a:lnTo>
                    <a:pt x="4341349" y="59717"/>
                  </a:lnTo>
                  <a:lnTo>
                    <a:pt x="4353174" y="55659"/>
                  </a:lnTo>
                  <a:lnTo>
                    <a:pt x="4369695" y="49989"/>
                  </a:lnTo>
                  <a:lnTo>
                    <a:pt x="4378737" y="46885"/>
                  </a:lnTo>
                  <a:lnTo>
                    <a:pt x="4388302" y="43602"/>
                  </a:lnTo>
                  <a:lnTo>
                    <a:pt x="4432472" y="28436"/>
                  </a:lnTo>
                  <a:lnTo>
                    <a:pt x="4432993" y="28257"/>
                  </a:lnTo>
                  <a:lnTo>
                    <a:pt x="4436297" y="27122"/>
                  </a:lnTo>
                  <a:lnTo>
                    <a:pt x="4470381" y="15415"/>
                  </a:lnTo>
                  <a:lnTo>
                    <a:pt x="4515247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" name="pl11"/>
            <p:cNvSpPr/>
            <p:nvPr/>
          </p:nvSpPr>
          <p:spPr>
            <a:xfrm>
              <a:off x="3269760" y="3223049"/>
              <a:ext cx="4515247" cy="1460068"/>
            </a:xfrm>
            <a:custGeom>
              <a:avLst/>
              <a:pathLst>
                <a:path w="4515247" h="1460068">
                  <a:moveTo>
                    <a:pt x="4515247" y="0"/>
                  </a:moveTo>
                  <a:lnTo>
                    <a:pt x="4470381" y="13861"/>
                  </a:lnTo>
                  <a:lnTo>
                    <a:pt x="4436297" y="24395"/>
                  </a:lnTo>
                  <a:lnTo>
                    <a:pt x="4432993" y="25416"/>
                  </a:lnTo>
                  <a:lnTo>
                    <a:pt x="4432472" y="25577"/>
                  </a:lnTo>
                  <a:lnTo>
                    <a:pt x="4388302" y="39233"/>
                  </a:lnTo>
                  <a:lnTo>
                    <a:pt x="4378737" y="42191"/>
                  </a:lnTo>
                  <a:lnTo>
                    <a:pt x="4369695" y="44988"/>
                  </a:lnTo>
                  <a:lnTo>
                    <a:pt x="4353174" y="50098"/>
                  </a:lnTo>
                  <a:lnTo>
                    <a:pt x="4341349" y="53756"/>
                  </a:lnTo>
                  <a:lnTo>
                    <a:pt x="4335785" y="55478"/>
                  </a:lnTo>
                  <a:lnTo>
                    <a:pt x="4334393" y="55908"/>
                  </a:lnTo>
                  <a:lnTo>
                    <a:pt x="4323264" y="59352"/>
                  </a:lnTo>
                  <a:lnTo>
                    <a:pt x="4320829" y="60105"/>
                  </a:lnTo>
                  <a:lnTo>
                    <a:pt x="4320308" y="60267"/>
                  </a:lnTo>
                  <a:lnTo>
                    <a:pt x="4318916" y="60697"/>
                  </a:lnTo>
                  <a:lnTo>
                    <a:pt x="4315265" y="61827"/>
                  </a:lnTo>
                  <a:lnTo>
                    <a:pt x="4313352" y="62419"/>
                  </a:lnTo>
                  <a:lnTo>
                    <a:pt x="4303787" y="65379"/>
                  </a:lnTo>
                  <a:lnTo>
                    <a:pt x="4296484" y="67640"/>
                  </a:lnTo>
                  <a:lnTo>
                    <a:pt x="4287441" y="70439"/>
                  </a:lnTo>
                  <a:lnTo>
                    <a:pt x="4284833" y="71246"/>
                  </a:lnTo>
                  <a:lnTo>
                    <a:pt x="4284485" y="71354"/>
                  </a:lnTo>
                  <a:lnTo>
                    <a:pt x="4280485" y="72592"/>
                  </a:lnTo>
                  <a:lnTo>
                    <a:pt x="4271616" y="75338"/>
                  </a:lnTo>
                  <a:lnTo>
                    <a:pt x="4267791" y="76522"/>
                  </a:lnTo>
                  <a:lnTo>
                    <a:pt x="4266573" y="76899"/>
                  </a:lnTo>
                  <a:lnTo>
                    <a:pt x="4264139" y="77653"/>
                  </a:lnTo>
                  <a:lnTo>
                    <a:pt x="4262400" y="78191"/>
                  </a:lnTo>
                  <a:lnTo>
                    <a:pt x="4262226" y="78245"/>
                  </a:lnTo>
                  <a:lnTo>
                    <a:pt x="4259096" y="79214"/>
                  </a:lnTo>
                  <a:lnTo>
                    <a:pt x="4258574" y="79376"/>
                  </a:lnTo>
                  <a:lnTo>
                    <a:pt x="4254922" y="80506"/>
                  </a:lnTo>
                  <a:lnTo>
                    <a:pt x="4250749" y="81799"/>
                  </a:lnTo>
                  <a:lnTo>
                    <a:pt x="4244141" y="83845"/>
                  </a:lnTo>
                  <a:lnTo>
                    <a:pt x="4241532" y="84653"/>
                  </a:lnTo>
                  <a:lnTo>
                    <a:pt x="4238228" y="85676"/>
                  </a:lnTo>
                  <a:lnTo>
                    <a:pt x="4237011" y="86053"/>
                  </a:lnTo>
                  <a:lnTo>
                    <a:pt x="4231098" y="87884"/>
                  </a:lnTo>
                  <a:lnTo>
                    <a:pt x="4224838" y="89823"/>
                  </a:lnTo>
                  <a:lnTo>
                    <a:pt x="4223795" y="90147"/>
                  </a:lnTo>
                  <a:lnTo>
                    <a:pt x="4223447" y="90254"/>
                  </a:lnTo>
                  <a:lnTo>
                    <a:pt x="4221534" y="90847"/>
                  </a:lnTo>
                  <a:lnTo>
                    <a:pt x="4216317" y="92463"/>
                  </a:lnTo>
                  <a:lnTo>
                    <a:pt x="4214404" y="93055"/>
                  </a:lnTo>
                  <a:lnTo>
                    <a:pt x="4210578" y="94241"/>
                  </a:lnTo>
                  <a:lnTo>
                    <a:pt x="4204840" y="96018"/>
                  </a:lnTo>
                  <a:lnTo>
                    <a:pt x="4199101" y="97796"/>
                  </a:lnTo>
                  <a:lnTo>
                    <a:pt x="4197536" y="98281"/>
                  </a:lnTo>
                  <a:lnTo>
                    <a:pt x="4195797" y="98820"/>
                  </a:lnTo>
                  <a:lnTo>
                    <a:pt x="4191971" y="100005"/>
                  </a:lnTo>
                  <a:lnTo>
                    <a:pt x="4190406" y="100490"/>
                  </a:lnTo>
                  <a:lnTo>
                    <a:pt x="4188146" y="101191"/>
                  </a:lnTo>
                  <a:lnTo>
                    <a:pt x="4186233" y="101784"/>
                  </a:lnTo>
                  <a:lnTo>
                    <a:pt x="4184842" y="102215"/>
                  </a:lnTo>
                  <a:lnTo>
                    <a:pt x="4184668" y="102269"/>
                  </a:lnTo>
                  <a:lnTo>
                    <a:pt x="4184146" y="102430"/>
                  </a:lnTo>
                  <a:lnTo>
                    <a:pt x="4183103" y="102754"/>
                  </a:lnTo>
                  <a:lnTo>
                    <a:pt x="4180842" y="103454"/>
                  </a:lnTo>
                  <a:lnTo>
                    <a:pt x="4179277" y="103939"/>
                  </a:lnTo>
                  <a:lnTo>
                    <a:pt x="4177190" y="104586"/>
                  </a:lnTo>
                  <a:lnTo>
                    <a:pt x="4173886" y="105610"/>
                  </a:lnTo>
                  <a:lnTo>
                    <a:pt x="4170060" y="106795"/>
                  </a:lnTo>
                  <a:lnTo>
                    <a:pt x="4167452" y="107604"/>
                  </a:lnTo>
                  <a:lnTo>
                    <a:pt x="4161887" y="109329"/>
                  </a:lnTo>
                  <a:lnTo>
                    <a:pt x="4160496" y="109760"/>
                  </a:lnTo>
                  <a:lnTo>
                    <a:pt x="4159453" y="110083"/>
                  </a:lnTo>
                  <a:lnTo>
                    <a:pt x="4149366" y="113210"/>
                  </a:lnTo>
                  <a:lnTo>
                    <a:pt x="4147106" y="113910"/>
                  </a:lnTo>
                  <a:lnTo>
                    <a:pt x="4146932" y="113964"/>
                  </a:lnTo>
                  <a:lnTo>
                    <a:pt x="4146410" y="114126"/>
                  </a:lnTo>
                  <a:lnTo>
                    <a:pt x="4145019" y="114557"/>
                  </a:lnTo>
                  <a:lnTo>
                    <a:pt x="4141367" y="115689"/>
                  </a:lnTo>
                  <a:lnTo>
                    <a:pt x="4139454" y="116282"/>
                  </a:lnTo>
                  <a:lnTo>
                    <a:pt x="4137194" y="116983"/>
                  </a:lnTo>
                  <a:lnTo>
                    <a:pt x="4131107" y="118870"/>
                  </a:lnTo>
                  <a:lnTo>
                    <a:pt x="4129890" y="119248"/>
                  </a:lnTo>
                  <a:lnTo>
                    <a:pt x="4123630" y="121189"/>
                  </a:lnTo>
                  <a:lnTo>
                    <a:pt x="4122586" y="121512"/>
                  </a:lnTo>
                  <a:lnTo>
                    <a:pt x="4114239" y="124101"/>
                  </a:lnTo>
                  <a:lnTo>
                    <a:pt x="4111805" y="124856"/>
                  </a:lnTo>
                  <a:lnTo>
                    <a:pt x="4110935" y="125126"/>
                  </a:lnTo>
                  <a:lnTo>
                    <a:pt x="4110587" y="125233"/>
                  </a:lnTo>
                  <a:lnTo>
                    <a:pt x="4106588" y="126474"/>
                  </a:lnTo>
                  <a:lnTo>
                    <a:pt x="4097719" y="129225"/>
                  </a:lnTo>
                  <a:lnTo>
                    <a:pt x="4093893" y="130411"/>
                  </a:lnTo>
                  <a:lnTo>
                    <a:pt x="4092676" y="130789"/>
                  </a:lnTo>
                  <a:lnTo>
                    <a:pt x="4090241" y="131544"/>
                  </a:lnTo>
                  <a:lnTo>
                    <a:pt x="4088502" y="132083"/>
                  </a:lnTo>
                  <a:lnTo>
                    <a:pt x="4088328" y="132137"/>
                  </a:lnTo>
                  <a:lnTo>
                    <a:pt x="4086590" y="132677"/>
                  </a:lnTo>
                  <a:lnTo>
                    <a:pt x="4085372" y="133054"/>
                  </a:lnTo>
                  <a:lnTo>
                    <a:pt x="4085198" y="133108"/>
                  </a:lnTo>
                  <a:lnTo>
                    <a:pt x="4084677" y="133270"/>
                  </a:lnTo>
                  <a:lnTo>
                    <a:pt x="4083981" y="133486"/>
                  </a:lnTo>
                  <a:lnTo>
                    <a:pt x="4081025" y="134403"/>
                  </a:lnTo>
                  <a:lnTo>
                    <a:pt x="4076851" y="135698"/>
                  </a:lnTo>
                  <a:lnTo>
                    <a:pt x="4074069" y="136561"/>
                  </a:lnTo>
                  <a:lnTo>
                    <a:pt x="4070243" y="137748"/>
                  </a:lnTo>
                  <a:lnTo>
                    <a:pt x="4067635" y="138558"/>
                  </a:lnTo>
                  <a:lnTo>
                    <a:pt x="4064678" y="139475"/>
                  </a:lnTo>
                  <a:lnTo>
                    <a:pt x="4064331" y="139583"/>
                  </a:lnTo>
                  <a:lnTo>
                    <a:pt x="4063113" y="139960"/>
                  </a:lnTo>
                  <a:lnTo>
                    <a:pt x="4061548" y="140446"/>
                  </a:lnTo>
                  <a:lnTo>
                    <a:pt x="4057201" y="141795"/>
                  </a:lnTo>
                  <a:lnTo>
                    <a:pt x="4050941" y="143738"/>
                  </a:lnTo>
                  <a:lnTo>
                    <a:pt x="4049897" y="144062"/>
                  </a:lnTo>
                  <a:lnTo>
                    <a:pt x="4049549" y="144170"/>
                  </a:lnTo>
                  <a:lnTo>
                    <a:pt x="4048680" y="144439"/>
                  </a:lnTo>
                  <a:lnTo>
                    <a:pt x="4047636" y="144763"/>
                  </a:lnTo>
                  <a:lnTo>
                    <a:pt x="4044159" y="145843"/>
                  </a:lnTo>
                  <a:lnTo>
                    <a:pt x="4042593" y="146328"/>
                  </a:lnTo>
                  <a:lnTo>
                    <a:pt x="4042420" y="146382"/>
                  </a:lnTo>
                  <a:lnTo>
                    <a:pt x="4040507" y="146976"/>
                  </a:lnTo>
                  <a:lnTo>
                    <a:pt x="4040333" y="147030"/>
                  </a:lnTo>
                  <a:lnTo>
                    <a:pt x="4036681" y="148164"/>
                  </a:lnTo>
                  <a:lnTo>
                    <a:pt x="4030942" y="149945"/>
                  </a:lnTo>
                  <a:lnTo>
                    <a:pt x="4025204" y="151726"/>
                  </a:lnTo>
                  <a:lnTo>
                    <a:pt x="4023639" y="152212"/>
                  </a:lnTo>
                  <a:lnTo>
                    <a:pt x="4023117" y="152374"/>
                  </a:lnTo>
                  <a:lnTo>
                    <a:pt x="4021900" y="152752"/>
                  </a:lnTo>
                  <a:lnTo>
                    <a:pt x="4018074" y="153940"/>
                  </a:lnTo>
                  <a:lnTo>
                    <a:pt x="4016509" y="154426"/>
                  </a:lnTo>
                  <a:lnTo>
                    <a:pt x="4014248" y="155127"/>
                  </a:lnTo>
                  <a:lnTo>
                    <a:pt x="4012335" y="155721"/>
                  </a:lnTo>
                  <a:lnTo>
                    <a:pt x="4010944" y="156153"/>
                  </a:lnTo>
                  <a:lnTo>
                    <a:pt x="4010770" y="156207"/>
                  </a:lnTo>
                  <a:lnTo>
                    <a:pt x="4010249" y="156369"/>
                  </a:lnTo>
                  <a:lnTo>
                    <a:pt x="4009205" y="156693"/>
                  </a:lnTo>
                  <a:lnTo>
                    <a:pt x="4007988" y="157071"/>
                  </a:lnTo>
                  <a:lnTo>
                    <a:pt x="4006944" y="157395"/>
                  </a:lnTo>
                  <a:lnTo>
                    <a:pt x="4005379" y="157881"/>
                  </a:lnTo>
                  <a:lnTo>
                    <a:pt x="4003293" y="158529"/>
                  </a:lnTo>
                  <a:lnTo>
                    <a:pt x="3999989" y="159555"/>
                  </a:lnTo>
                  <a:lnTo>
                    <a:pt x="3996163" y="160743"/>
                  </a:lnTo>
                  <a:lnTo>
                    <a:pt x="3995467" y="160959"/>
                  </a:lnTo>
                  <a:lnTo>
                    <a:pt x="3994076" y="161391"/>
                  </a:lnTo>
                  <a:lnTo>
                    <a:pt x="3993554" y="161553"/>
                  </a:lnTo>
                  <a:lnTo>
                    <a:pt x="3991815" y="162093"/>
                  </a:lnTo>
                  <a:lnTo>
                    <a:pt x="3987990" y="163281"/>
                  </a:lnTo>
                  <a:lnTo>
                    <a:pt x="3986598" y="163713"/>
                  </a:lnTo>
                  <a:lnTo>
                    <a:pt x="3985555" y="164038"/>
                  </a:lnTo>
                  <a:lnTo>
                    <a:pt x="3975469" y="167170"/>
                  </a:lnTo>
                  <a:lnTo>
                    <a:pt x="3973208" y="167873"/>
                  </a:lnTo>
                  <a:lnTo>
                    <a:pt x="3973034" y="167927"/>
                  </a:lnTo>
                  <a:lnTo>
                    <a:pt x="3972513" y="168089"/>
                  </a:lnTo>
                  <a:lnTo>
                    <a:pt x="3971643" y="168359"/>
                  </a:lnTo>
                  <a:lnTo>
                    <a:pt x="3971122" y="168521"/>
                  </a:lnTo>
                  <a:lnTo>
                    <a:pt x="3967470" y="169655"/>
                  </a:lnTo>
                  <a:lnTo>
                    <a:pt x="3965557" y="170249"/>
                  </a:lnTo>
                  <a:lnTo>
                    <a:pt x="3963296" y="170952"/>
                  </a:lnTo>
                  <a:lnTo>
                    <a:pt x="3957210" y="172843"/>
                  </a:lnTo>
                  <a:lnTo>
                    <a:pt x="3955993" y="173221"/>
                  </a:lnTo>
                  <a:lnTo>
                    <a:pt x="3949732" y="175166"/>
                  </a:lnTo>
                  <a:lnTo>
                    <a:pt x="3948689" y="175490"/>
                  </a:lnTo>
                  <a:lnTo>
                    <a:pt x="3940342" y="178084"/>
                  </a:lnTo>
                  <a:lnTo>
                    <a:pt x="3939646" y="178300"/>
                  </a:lnTo>
                  <a:lnTo>
                    <a:pt x="3937907" y="178841"/>
                  </a:lnTo>
                  <a:lnTo>
                    <a:pt x="3937038" y="179111"/>
                  </a:lnTo>
                  <a:lnTo>
                    <a:pt x="3936690" y="179219"/>
                  </a:lnTo>
                  <a:lnTo>
                    <a:pt x="3932690" y="180462"/>
                  </a:lnTo>
                  <a:lnTo>
                    <a:pt x="3923821" y="183218"/>
                  </a:lnTo>
                  <a:lnTo>
                    <a:pt x="3919996" y="184408"/>
                  </a:lnTo>
                  <a:lnTo>
                    <a:pt x="3918778" y="184786"/>
                  </a:lnTo>
                  <a:lnTo>
                    <a:pt x="3916344" y="185543"/>
                  </a:lnTo>
                  <a:lnTo>
                    <a:pt x="3914605" y="186083"/>
                  </a:lnTo>
                  <a:lnTo>
                    <a:pt x="3914431" y="186137"/>
                  </a:lnTo>
                  <a:lnTo>
                    <a:pt x="3912692" y="186678"/>
                  </a:lnTo>
                  <a:lnTo>
                    <a:pt x="3911475" y="187056"/>
                  </a:lnTo>
                  <a:lnTo>
                    <a:pt x="3911301" y="187110"/>
                  </a:lnTo>
                  <a:lnTo>
                    <a:pt x="3911127" y="187164"/>
                  </a:lnTo>
                  <a:lnTo>
                    <a:pt x="3910779" y="187273"/>
                  </a:lnTo>
                  <a:lnTo>
                    <a:pt x="3910084" y="187489"/>
                  </a:lnTo>
                  <a:lnTo>
                    <a:pt x="3907127" y="188408"/>
                  </a:lnTo>
                  <a:lnTo>
                    <a:pt x="3902954" y="189705"/>
                  </a:lnTo>
                  <a:lnTo>
                    <a:pt x="3900171" y="190571"/>
                  </a:lnTo>
                  <a:lnTo>
                    <a:pt x="3896346" y="191760"/>
                  </a:lnTo>
                  <a:lnTo>
                    <a:pt x="3893737" y="192571"/>
                  </a:lnTo>
                  <a:lnTo>
                    <a:pt x="3890781" y="193490"/>
                  </a:lnTo>
                  <a:lnTo>
                    <a:pt x="3890433" y="193599"/>
                  </a:lnTo>
                  <a:lnTo>
                    <a:pt x="3889216" y="193977"/>
                  </a:lnTo>
                  <a:lnTo>
                    <a:pt x="3887651" y="194464"/>
                  </a:lnTo>
                  <a:lnTo>
                    <a:pt x="3883303" y="195816"/>
                  </a:lnTo>
                  <a:lnTo>
                    <a:pt x="3877043" y="197763"/>
                  </a:lnTo>
                  <a:lnTo>
                    <a:pt x="3876000" y="198087"/>
                  </a:lnTo>
                  <a:lnTo>
                    <a:pt x="3875652" y="198195"/>
                  </a:lnTo>
                  <a:lnTo>
                    <a:pt x="3874782" y="198466"/>
                  </a:lnTo>
                  <a:lnTo>
                    <a:pt x="3873739" y="198790"/>
                  </a:lnTo>
                  <a:lnTo>
                    <a:pt x="3870261" y="199872"/>
                  </a:lnTo>
                  <a:lnTo>
                    <a:pt x="3868696" y="200359"/>
                  </a:lnTo>
                  <a:lnTo>
                    <a:pt x="3868522" y="200413"/>
                  </a:lnTo>
                  <a:lnTo>
                    <a:pt x="3866609" y="201008"/>
                  </a:lnTo>
                  <a:lnTo>
                    <a:pt x="3866435" y="201062"/>
                  </a:lnTo>
                  <a:lnTo>
                    <a:pt x="3862783" y="202198"/>
                  </a:lnTo>
                  <a:lnTo>
                    <a:pt x="3857045" y="203983"/>
                  </a:lnTo>
                  <a:lnTo>
                    <a:pt x="3851306" y="205769"/>
                  </a:lnTo>
                  <a:lnTo>
                    <a:pt x="3849741" y="206255"/>
                  </a:lnTo>
                  <a:lnTo>
                    <a:pt x="3849219" y="206418"/>
                  </a:lnTo>
                  <a:lnTo>
                    <a:pt x="3848002" y="206796"/>
                  </a:lnTo>
                  <a:lnTo>
                    <a:pt x="3844176" y="207987"/>
                  </a:lnTo>
                  <a:lnTo>
                    <a:pt x="3842611" y="208474"/>
                  </a:lnTo>
                  <a:lnTo>
                    <a:pt x="3840351" y="209177"/>
                  </a:lnTo>
                  <a:lnTo>
                    <a:pt x="3838438" y="209772"/>
                  </a:lnTo>
                  <a:lnTo>
                    <a:pt x="3837047" y="210205"/>
                  </a:lnTo>
                  <a:lnTo>
                    <a:pt x="3836873" y="210259"/>
                  </a:lnTo>
                  <a:lnTo>
                    <a:pt x="3836351" y="210422"/>
                  </a:lnTo>
                  <a:lnTo>
                    <a:pt x="3835308" y="210747"/>
                  </a:lnTo>
                  <a:lnTo>
                    <a:pt x="3834090" y="211125"/>
                  </a:lnTo>
                  <a:lnTo>
                    <a:pt x="3833047" y="211450"/>
                  </a:lnTo>
                  <a:lnTo>
                    <a:pt x="3831482" y="211937"/>
                  </a:lnTo>
                  <a:lnTo>
                    <a:pt x="3829395" y="212586"/>
                  </a:lnTo>
                  <a:lnTo>
                    <a:pt x="3826091" y="213615"/>
                  </a:lnTo>
                  <a:lnTo>
                    <a:pt x="3825743" y="213723"/>
                  </a:lnTo>
                  <a:lnTo>
                    <a:pt x="3822265" y="214805"/>
                  </a:lnTo>
                  <a:lnTo>
                    <a:pt x="3821570" y="215022"/>
                  </a:lnTo>
                  <a:lnTo>
                    <a:pt x="3820179" y="215455"/>
                  </a:lnTo>
                  <a:lnTo>
                    <a:pt x="3819657" y="215617"/>
                  </a:lnTo>
                  <a:lnTo>
                    <a:pt x="3817918" y="216159"/>
                  </a:lnTo>
                  <a:lnTo>
                    <a:pt x="3814092" y="217349"/>
                  </a:lnTo>
                  <a:lnTo>
                    <a:pt x="3812701" y="217782"/>
                  </a:lnTo>
                  <a:lnTo>
                    <a:pt x="3811658" y="218107"/>
                  </a:lnTo>
                  <a:lnTo>
                    <a:pt x="3801572" y="221247"/>
                  </a:lnTo>
                  <a:lnTo>
                    <a:pt x="3799311" y="221951"/>
                  </a:lnTo>
                  <a:lnTo>
                    <a:pt x="3799137" y="222005"/>
                  </a:lnTo>
                  <a:lnTo>
                    <a:pt x="3798615" y="222168"/>
                  </a:lnTo>
                  <a:lnTo>
                    <a:pt x="3797746" y="222438"/>
                  </a:lnTo>
                  <a:lnTo>
                    <a:pt x="3797224" y="222601"/>
                  </a:lnTo>
                  <a:lnTo>
                    <a:pt x="3793572" y="223738"/>
                  </a:lnTo>
                  <a:lnTo>
                    <a:pt x="3791659" y="224333"/>
                  </a:lnTo>
                  <a:lnTo>
                    <a:pt x="3789399" y="225037"/>
                  </a:lnTo>
                  <a:lnTo>
                    <a:pt x="3783312" y="226933"/>
                  </a:lnTo>
                  <a:lnTo>
                    <a:pt x="3782095" y="227312"/>
                  </a:lnTo>
                  <a:lnTo>
                    <a:pt x="3775835" y="229261"/>
                  </a:lnTo>
                  <a:lnTo>
                    <a:pt x="3774791" y="229586"/>
                  </a:lnTo>
                  <a:lnTo>
                    <a:pt x="3766444" y="232186"/>
                  </a:lnTo>
                  <a:lnTo>
                    <a:pt x="3765749" y="232403"/>
                  </a:lnTo>
                  <a:lnTo>
                    <a:pt x="3764010" y="232944"/>
                  </a:lnTo>
                  <a:lnTo>
                    <a:pt x="3763140" y="233215"/>
                  </a:lnTo>
                  <a:lnTo>
                    <a:pt x="3762792" y="233324"/>
                  </a:lnTo>
                  <a:lnTo>
                    <a:pt x="3758793" y="234569"/>
                  </a:lnTo>
                  <a:lnTo>
                    <a:pt x="3749924" y="237332"/>
                  </a:lnTo>
                  <a:lnTo>
                    <a:pt x="3746098" y="238524"/>
                  </a:lnTo>
                  <a:lnTo>
                    <a:pt x="3744881" y="238904"/>
                  </a:lnTo>
                  <a:lnTo>
                    <a:pt x="3742446" y="239662"/>
                  </a:lnTo>
                  <a:lnTo>
                    <a:pt x="3740707" y="240204"/>
                  </a:lnTo>
                  <a:lnTo>
                    <a:pt x="3740534" y="240258"/>
                  </a:lnTo>
                  <a:lnTo>
                    <a:pt x="3738795" y="240800"/>
                  </a:lnTo>
                  <a:lnTo>
                    <a:pt x="3737577" y="241179"/>
                  </a:lnTo>
                  <a:lnTo>
                    <a:pt x="3737403" y="241234"/>
                  </a:lnTo>
                  <a:lnTo>
                    <a:pt x="3737230" y="241288"/>
                  </a:lnTo>
                  <a:lnTo>
                    <a:pt x="3736882" y="241396"/>
                  </a:lnTo>
                  <a:lnTo>
                    <a:pt x="3736186" y="241613"/>
                  </a:lnTo>
                  <a:lnTo>
                    <a:pt x="3729056" y="243835"/>
                  </a:lnTo>
                  <a:lnTo>
                    <a:pt x="3726274" y="244702"/>
                  </a:lnTo>
                  <a:lnTo>
                    <a:pt x="3722448" y="245894"/>
                  </a:lnTo>
                  <a:lnTo>
                    <a:pt x="3719840" y="246707"/>
                  </a:lnTo>
                  <a:lnTo>
                    <a:pt x="3716884" y="247629"/>
                  </a:lnTo>
                  <a:lnTo>
                    <a:pt x="3716536" y="247737"/>
                  </a:lnTo>
                  <a:lnTo>
                    <a:pt x="3715318" y="248117"/>
                  </a:lnTo>
                  <a:lnTo>
                    <a:pt x="3713753" y="248605"/>
                  </a:lnTo>
                  <a:lnTo>
                    <a:pt x="3709406" y="249960"/>
                  </a:lnTo>
                  <a:lnTo>
                    <a:pt x="3703146" y="251911"/>
                  </a:lnTo>
                  <a:lnTo>
                    <a:pt x="3702102" y="252237"/>
                  </a:lnTo>
                  <a:lnTo>
                    <a:pt x="3701754" y="252345"/>
                  </a:lnTo>
                  <a:lnTo>
                    <a:pt x="3700885" y="252616"/>
                  </a:lnTo>
                  <a:lnTo>
                    <a:pt x="3699842" y="252942"/>
                  </a:lnTo>
                  <a:lnTo>
                    <a:pt x="3696364" y="254026"/>
                  </a:lnTo>
                  <a:lnTo>
                    <a:pt x="3694799" y="254514"/>
                  </a:lnTo>
                  <a:lnTo>
                    <a:pt x="3694625" y="254568"/>
                  </a:lnTo>
                  <a:lnTo>
                    <a:pt x="3692712" y="255165"/>
                  </a:lnTo>
                  <a:lnTo>
                    <a:pt x="3692538" y="255219"/>
                  </a:lnTo>
                  <a:lnTo>
                    <a:pt x="3688886" y="256358"/>
                  </a:lnTo>
                  <a:lnTo>
                    <a:pt x="3683147" y="258147"/>
                  </a:lnTo>
                  <a:lnTo>
                    <a:pt x="3677409" y="259937"/>
                  </a:lnTo>
                  <a:lnTo>
                    <a:pt x="3675844" y="260425"/>
                  </a:lnTo>
                  <a:lnTo>
                    <a:pt x="3675322" y="260588"/>
                  </a:lnTo>
                  <a:lnTo>
                    <a:pt x="3674105" y="260967"/>
                  </a:lnTo>
                  <a:lnTo>
                    <a:pt x="3670279" y="262161"/>
                  </a:lnTo>
                  <a:lnTo>
                    <a:pt x="3668714" y="262649"/>
                  </a:lnTo>
                  <a:lnTo>
                    <a:pt x="3666453" y="263354"/>
                  </a:lnTo>
                  <a:lnTo>
                    <a:pt x="3664540" y="263951"/>
                  </a:lnTo>
                  <a:lnTo>
                    <a:pt x="3663149" y="264385"/>
                  </a:lnTo>
                  <a:lnTo>
                    <a:pt x="3662975" y="264439"/>
                  </a:lnTo>
                  <a:lnTo>
                    <a:pt x="3662454" y="264602"/>
                  </a:lnTo>
                  <a:lnTo>
                    <a:pt x="3661410" y="264927"/>
                  </a:lnTo>
                  <a:lnTo>
                    <a:pt x="3660193" y="265307"/>
                  </a:lnTo>
                  <a:lnTo>
                    <a:pt x="3659150" y="265633"/>
                  </a:lnTo>
                  <a:lnTo>
                    <a:pt x="3657585" y="266121"/>
                  </a:lnTo>
                  <a:lnTo>
                    <a:pt x="3655498" y="266772"/>
                  </a:lnTo>
                  <a:lnTo>
                    <a:pt x="3652194" y="267803"/>
                  </a:lnTo>
                  <a:lnTo>
                    <a:pt x="3651846" y="267911"/>
                  </a:lnTo>
                  <a:lnTo>
                    <a:pt x="3648368" y="268996"/>
                  </a:lnTo>
                  <a:lnTo>
                    <a:pt x="3647672" y="269214"/>
                  </a:lnTo>
                  <a:lnTo>
                    <a:pt x="3646281" y="269648"/>
                  </a:lnTo>
                  <a:lnTo>
                    <a:pt x="3645759" y="269810"/>
                  </a:lnTo>
                  <a:lnTo>
                    <a:pt x="3644021" y="270353"/>
                  </a:lnTo>
                  <a:lnTo>
                    <a:pt x="3640195" y="271547"/>
                  </a:lnTo>
                  <a:lnTo>
                    <a:pt x="3638804" y="271981"/>
                  </a:lnTo>
                  <a:lnTo>
                    <a:pt x="3637760" y="272307"/>
                  </a:lnTo>
                  <a:lnTo>
                    <a:pt x="3627674" y="275455"/>
                  </a:lnTo>
                  <a:lnTo>
                    <a:pt x="3625413" y="276160"/>
                  </a:lnTo>
                  <a:lnTo>
                    <a:pt x="3625240" y="276214"/>
                  </a:lnTo>
                  <a:lnTo>
                    <a:pt x="3624718" y="276377"/>
                  </a:lnTo>
                  <a:lnTo>
                    <a:pt x="3623848" y="276649"/>
                  </a:lnTo>
                  <a:lnTo>
                    <a:pt x="3623327" y="276811"/>
                  </a:lnTo>
                  <a:lnTo>
                    <a:pt x="3619675" y="277951"/>
                  </a:lnTo>
                  <a:lnTo>
                    <a:pt x="3617762" y="278549"/>
                  </a:lnTo>
                  <a:lnTo>
                    <a:pt x="3615501" y="279254"/>
                  </a:lnTo>
                  <a:lnTo>
                    <a:pt x="3609415" y="281154"/>
                  </a:lnTo>
                  <a:lnTo>
                    <a:pt x="3608198" y="281535"/>
                  </a:lnTo>
                  <a:lnTo>
                    <a:pt x="3601937" y="283489"/>
                  </a:lnTo>
                  <a:lnTo>
                    <a:pt x="3592547" y="286422"/>
                  </a:lnTo>
                  <a:lnTo>
                    <a:pt x="3591851" y="286639"/>
                  </a:lnTo>
                  <a:lnTo>
                    <a:pt x="3590112" y="287182"/>
                  </a:lnTo>
                  <a:lnTo>
                    <a:pt x="3588895" y="287562"/>
                  </a:lnTo>
                  <a:lnTo>
                    <a:pt x="3584895" y="288811"/>
                  </a:lnTo>
                  <a:lnTo>
                    <a:pt x="3576027" y="291582"/>
                  </a:lnTo>
                  <a:lnTo>
                    <a:pt x="3572201" y="292777"/>
                  </a:lnTo>
                  <a:lnTo>
                    <a:pt x="3570984" y="293157"/>
                  </a:lnTo>
                  <a:lnTo>
                    <a:pt x="3568549" y="293918"/>
                  </a:lnTo>
                  <a:lnTo>
                    <a:pt x="3566810" y="294461"/>
                  </a:lnTo>
                  <a:lnTo>
                    <a:pt x="3566636" y="294515"/>
                  </a:lnTo>
                  <a:lnTo>
                    <a:pt x="3564897" y="295058"/>
                  </a:lnTo>
                  <a:lnTo>
                    <a:pt x="3563680" y="295439"/>
                  </a:lnTo>
                  <a:lnTo>
                    <a:pt x="3563506" y="295493"/>
                  </a:lnTo>
                  <a:lnTo>
                    <a:pt x="3563332" y="295547"/>
                  </a:lnTo>
                  <a:lnTo>
                    <a:pt x="3562984" y="295656"/>
                  </a:lnTo>
                  <a:lnTo>
                    <a:pt x="3562289" y="295873"/>
                  </a:lnTo>
                  <a:lnTo>
                    <a:pt x="3559332" y="296797"/>
                  </a:lnTo>
                  <a:lnTo>
                    <a:pt x="3555159" y="298101"/>
                  </a:lnTo>
                  <a:lnTo>
                    <a:pt x="3552377" y="298971"/>
                  </a:lnTo>
                  <a:lnTo>
                    <a:pt x="3548551" y="300166"/>
                  </a:lnTo>
                  <a:lnTo>
                    <a:pt x="3545942" y="300982"/>
                  </a:lnTo>
                  <a:lnTo>
                    <a:pt x="3542986" y="301905"/>
                  </a:lnTo>
                  <a:lnTo>
                    <a:pt x="3542638" y="302014"/>
                  </a:lnTo>
                  <a:lnTo>
                    <a:pt x="3541421" y="302395"/>
                  </a:lnTo>
                  <a:lnTo>
                    <a:pt x="3539856" y="302884"/>
                  </a:lnTo>
                  <a:lnTo>
                    <a:pt x="3535508" y="304243"/>
                  </a:lnTo>
                  <a:lnTo>
                    <a:pt x="3529248" y="306200"/>
                  </a:lnTo>
                  <a:lnTo>
                    <a:pt x="3528205" y="306526"/>
                  </a:lnTo>
                  <a:lnTo>
                    <a:pt x="3527857" y="306635"/>
                  </a:lnTo>
                  <a:lnTo>
                    <a:pt x="3526988" y="306906"/>
                  </a:lnTo>
                  <a:lnTo>
                    <a:pt x="3525944" y="307233"/>
                  </a:lnTo>
                  <a:lnTo>
                    <a:pt x="3522466" y="308320"/>
                  </a:lnTo>
                  <a:lnTo>
                    <a:pt x="3520901" y="308809"/>
                  </a:lnTo>
                  <a:lnTo>
                    <a:pt x="3520727" y="308864"/>
                  </a:lnTo>
                  <a:lnTo>
                    <a:pt x="3518814" y="309462"/>
                  </a:lnTo>
                  <a:lnTo>
                    <a:pt x="3518640" y="309516"/>
                  </a:lnTo>
                  <a:lnTo>
                    <a:pt x="3514989" y="310658"/>
                  </a:lnTo>
                  <a:lnTo>
                    <a:pt x="3509250" y="312453"/>
                  </a:lnTo>
                  <a:lnTo>
                    <a:pt x="3503511" y="314247"/>
                  </a:lnTo>
                  <a:lnTo>
                    <a:pt x="3501946" y="314737"/>
                  </a:lnTo>
                  <a:lnTo>
                    <a:pt x="3501425" y="314900"/>
                  </a:lnTo>
                  <a:lnTo>
                    <a:pt x="3500207" y="315281"/>
                  </a:lnTo>
                  <a:lnTo>
                    <a:pt x="3496382" y="316477"/>
                  </a:lnTo>
                  <a:lnTo>
                    <a:pt x="3494816" y="316967"/>
                  </a:lnTo>
                  <a:lnTo>
                    <a:pt x="3492556" y="317674"/>
                  </a:lnTo>
                  <a:lnTo>
                    <a:pt x="3490643" y="318272"/>
                  </a:lnTo>
                  <a:lnTo>
                    <a:pt x="3489252" y="318707"/>
                  </a:lnTo>
                  <a:lnTo>
                    <a:pt x="3489078" y="318762"/>
                  </a:lnTo>
                  <a:lnTo>
                    <a:pt x="3488556" y="318925"/>
                  </a:lnTo>
                  <a:lnTo>
                    <a:pt x="3487513" y="319251"/>
                  </a:lnTo>
                  <a:lnTo>
                    <a:pt x="3486296" y="319632"/>
                  </a:lnTo>
                  <a:lnTo>
                    <a:pt x="3485252" y="319959"/>
                  </a:lnTo>
                  <a:lnTo>
                    <a:pt x="3483687" y="320448"/>
                  </a:lnTo>
                  <a:lnTo>
                    <a:pt x="3481600" y="321101"/>
                  </a:lnTo>
                  <a:lnTo>
                    <a:pt x="3478296" y="322135"/>
                  </a:lnTo>
                  <a:lnTo>
                    <a:pt x="3477948" y="322244"/>
                  </a:lnTo>
                  <a:lnTo>
                    <a:pt x="3474470" y="323332"/>
                  </a:lnTo>
                  <a:lnTo>
                    <a:pt x="3473775" y="323550"/>
                  </a:lnTo>
                  <a:lnTo>
                    <a:pt x="3472384" y="323985"/>
                  </a:lnTo>
                  <a:lnTo>
                    <a:pt x="3471862" y="324148"/>
                  </a:lnTo>
                  <a:lnTo>
                    <a:pt x="3470123" y="324692"/>
                  </a:lnTo>
                  <a:lnTo>
                    <a:pt x="3466297" y="325890"/>
                  </a:lnTo>
                  <a:lnTo>
                    <a:pt x="3464906" y="326325"/>
                  </a:lnTo>
                  <a:lnTo>
                    <a:pt x="3463863" y="326652"/>
                  </a:lnTo>
                  <a:lnTo>
                    <a:pt x="3453777" y="329808"/>
                  </a:lnTo>
                  <a:lnTo>
                    <a:pt x="3451516" y="330516"/>
                  </a:lnTo>
                  <a:lnTo>
                    <a:pt x="3451342" y="330570"/>
                  </a:lnTo>
                  <a:lnTo>
                    <a:pt x="3450820" y="330734"/>
                  </a:lnTo>
                  <a:lnTo>
                    <a:pt x="3449951" y="331006"/>
                  </a:lnTo>
                  <a:lnTo>
                    <a:pt x="3449429" y="331169"/>
                  </a:lnTo>
                  <a:lnTo>
                    <a:pt x="3445777" y="332312"/>
                  </a:lnTo>
                  <a:lnTo>
                    <a:pt x="3443865" y="332911"/>
                  </a:lnTo>
                  <a:lnTo>
                    <a:pt x="3441604" y="333619"/>
                  </a:lnTo>
                  <a:lnTo>
                    <a:pt x="3435517" y="335525"/>
                  </a:lnTo>
                  <a:lnTo>
                    <a:pt x="3434300" y="335906"/>
                  </a:lnTo>
                  <a:lnTo>
                    <a:pt x="3428040" y="337866"/>
                  </a:lnTo>
                  <a:lnTo>
                    <a:pt x="3426996" y="338193"/>
                  </a:lnTo>
                  <a:lnTo>
                    <a:pt x="3418649" y="340807"/>
                  </a:lnTo>
                  <a:lnTo>
                    <a:pt x="3417954" y="341025"/>
                  </a:lnTo>
                  <a:lnTo>
                    <a:pt x="3416215" y="341570"/>
                  </a:lnTo>
                  <a:lnTo>
                    <a:pt x="3415345" y="341842"/>
                  </a:lnTo>
                  <a:lnTo>
                    <a:pt x="3414998" y="341951"/>
                  </a:lnTo>
                  <a:lnTo>
                    <a:pt x="3410998" y="343204"/>
                  </a:lnTo>
                  <a:lnTo>
                    <a:pt x="3402129" y="345982"/>
                  </a:lnTo>
                  <a:lnTo>
                    <a:pt x="3398303" y="347181"/>
                  </a:lnTo>
                  <a:lnTo>
                    <a:pt x="3397086" y="347562"/>
                  </a:lnTo>
                  <a:lnTo>
                    <a:pt x="3394652" y="348325"/>
                  </a:lnTo>
                  <a:lnTo>
                    <a:pt x="3392913" y="348870"/>
                  </a:lnTo>
                  <a:lnTo>
                    <a:pt x="3392739" y="348925"/>
                  </a:lnTo>
                  <a:lnTo>
                    <a:pt x="3391000" y="349469"/>
                  </a:lnTo>
                  <a:lnTo>
                    <a:pt x="3389782" y="349851"/>
                  </a:lnTo>
                  <a:lnTo>
                    <a:pt x="3389609" y="349905"/>
                  </a:lnTo>
                  <a:lnTo>
                    <a:pt x="3389435" y="349960"/>
                  </a:lnTo>
                  <a:lnTo>
                    <a:pt x="3389087" y="350069"/>
                  </a:lnTo>
                  <a:lnTo>
                    <a:pt x="3388391" y="350287"/>
                  </a:lnTo>
                  <a:lnTo>
                    <a:pt x="3385435" y="351213"/>
                  </a:lnTo>
                  <a:lnTo>
                    <a:pt x="3381261" y="352521"/>
                  </a:lnTo>
                  <a:lnTo>
                    <a:pt x="3378479" y="353393"/>
                  </a:lnTo>
                  <a:lnTo>
                    <a:pt x="3374653" y="354593"/>
                  </a:lnTo>
                  <a:lnTo>
                    <a:pt x="3369089" y="356337"/>
                  </a:lnTo>
                  <a:lnTo>
                    <a:pt x="3368741" y="356446"/>
                  </a:lnTo>
                  <a:lnTo>
                    <a:pt x="3367524" y="356828"/>
                  </a:lnTo>
                  <a:lnTo>
                    <a:pt x="3365958" y="357318"/>
                  </a:lnTo>
                  <a:lnTo>
                    <a:pt x="3361611" y="358681"/>
                  </a:lnTo>
                  <a:lnTo>
                    <a:pt x="3355351" y="360644"/>
                  </a:lnTo>
                  <a:lnTo>
                    <a:pt x="3354307" y="360971"/>
                  </a:lnTo>
                  <a:lnTo>
                    <a:pt x="3353960" y="361080"/>
                  </a:lnTo>
                  <a:lnTo>
                    <a:pt x="3353090" y="361353"/>
                  </a:lnTo>
                  <a:lnTo>
                    <a:pt x="3352047" y="361680"/>
                  </a:lnTo>
                  <a:lnTo>
                    <a:pt x="3348569" y="362771"/>
                  </a:lnTo>
                  <a:lnTo>
                    <a:pt x="3347004" y="363262"/>
                  </a:lnTo>
                  <a:lnTo>
                    <a:pt x="3346830" y="363316"/>
                  </a:lnTo>
                  <a:lnTo>
                    <a:pt x="3344917" y="363916"/>
                  </a:lnTo>
                  <a:lnTo>
                    <a:pt x="3344743" y="363971"/>
                  </a:lnTo>
                  <a:lnTo>
                    <a:pt x="3341091" y="365116"/>
                  </a:lnTo>
                  <a:lnTo>
                    <a:pt x="3335353" y="366916"/>
                  </a:lnTo>
                  <a:lnTo>
                    <a:pt x="3329614" y="368716"/>
                  </a:lnTo>
                  <a:lnTo>
                    <a:pt x="3328049" y="369207"/>
                  </a:lnTo>
                  <a:lnTo>
                    <a:pt x="3327527" y="369371"/>
                  </a:lnTo>
                  <a:lnTo>
                    <a:pt x="3326310" y="369753"/>
                  </a:lnTo>
                  <a:lnTo>
                    <a:pt x="3322484" y="370953"/>
                  </a:lnTo>
                  <a:lnTo>
                    <a:pt x="3320919" y="371444"/>
                  </a:lnTo>
                  <a:lnTo>
                    <a:pt x="3318658" y="372154"/>
                  </a:lnTo>
                  <a:lnTo>
                    <a:pt x="3316746" y="372754"/>
                  </a:lnTo>
                  <a:lnTo>
                    <a:pt x="3315354" y="373190"/>
                  </a:lnTo>
                  <a:lnTo>
                    <a:pt x="3315180" y="373245"/>
                  </a:lnTo>
                  <a:lnTo>
                    <a:pt x="3314659" y="373409"/>
                  </a:lnTo>
                  <a:lnTo>
                    <a:pt x="3313615" y="373736"/>
                  </a:lnTo>
                  <a:lnTo>
                    <a:pt x="3312398" y="374118"/>
                  </a:lnTo>
                  <a:lnTo>
                    <a:pt x="3311355" y="374446"/>
                  </a:lnTo>
                  <a:lnTo>
                    <a:pt x="3309790" y="374937"/>
                  </a:lnTo>
                  <a:lnTo>
                    <a:pt x="3307703" y="375592"/>
                  </a:lnTo>
                  <a:lnTo>
                    <a:pt x="3304399" y="376629"/>
                  </a:lnTo>
                  <a:lnTo>
                    <a:pt x="3304051" y="376738"/>
                  </a:lnTo>
                  <a:lnTo>
                    <a:pt x="3300573" y="377829"/>
                  </a:lnTo>
                  <a:lnTo>
                    <a:pt x="3299877" y="378048"/>
                  </a:lnTo>
                  <a:lnTo>
                    <a:pt x="3298486" y="378484"/>
                  </a:lnTo>
                  <a:lnTo>
                    <a:pt x="3297965" y="378648"/>
                  </a:lnTo>
                  <a:lnTo>
                    <a:pt x="3296226" y="379194"/>
                  </a:lnTo>
                  <a:lnTo>
                    <a:pt x="3292400" y="380395"/>
                  </a:lnTo>
                  <a:lnTo>
                    <a:pt x="3291009" y="380832"/>
                  </a:lnTo>
                  <a:lnTo>
                    <a:pt x="3289965" y="381159"/>
                  </a:lnTo>
                  <a:lnTo>
                    <a:pt x="3279879" y="384326"/>
                  </a:lnTo>
                  <a:lnTo>
                    <a:pt x="3277619" y="385036"/>
                  </a:lnTo>
                  <a:lnTo>
                    <a:pt x="3277445" y="385091"/>
                  </a:lnTo>
                  <a:lnTo>
                    <a:pt x="3276923" y="385255"/>
                  </a:lnTo>
                  <a:lnTo>
                    <a:pt x="3276054" y="385528"/>
                  </a:lnTo>
                  <a:lnTo>
                    <a:pt x="3275532" y="385692"/>
                  </a:lnTo>
                  <a:lnTo>
                    <a:pt x="3271880" y="386838"/>
                  </a:lnTo>
                  <a:lnTo>
                    <a:pt x="3269967" y="387439"/>
                  </a:lnTo>
                  <a:lnTo>
                    <a:pt x="3267706" y="388149"/>
                  </a:lnTo>
                  <a:lnTo>
                    <a:pt x="3261620" y="390061"/>
                  </a:lnTo>
                  <a:lnTo>
                    <a:pt x="3260403" y="390443"/>
                  </a:lnTo>
                  <a:lnTo>
                    <a:pt x="3254142" y="392410"/>
                  </a:lnTo>
                  <a:lnTo>
                    <a:pt x="3253099" y="392738"/>
                  </a:lnTo>
                  <a:lnTo>
                    <a:pt x="3244752" y="395361"/>
                  </a:lnTo>
                  <a:lnTo>
                    <a:pt x="3244056" y="395579"/>
                  </a:lnTo>
                  <a:lnTo>
                    <a:pt x="3242317" y="396126"/>
                  </a:lnTo>
                  <a:lnTo>
                    <a:pt x="3241448" y="396399"/>
                  </a:lnTo>
                  <a:lnTo>
                    <a:pt x="3241100" y="396508"/>
                  </a:lnTo>
                  <a:lnTo>
                    <a:pt x="3237100" y="397765"/>
                  </a:lnTo>
                  <a:lnTo>
                    <a:pt x="3228232" y="400553"/>
                  </a:lnTo>
                  <a:lnTo>
                    <a:pt x="3224406" y="401755"/>
                  </a:lnTo>
                  <a:lnTo>
                    <a:pt x="3223189" y="402138"/>
                  </a:lnTo>
                  <a:lnTo>
                    <a:pt x="3220754" y="402903"/>
                  </a:lnTo>
                  <a:lnTo>
                    <a:pt x="3219015" y="403450"/>
                  </a:lnTo>
                  <a:lnTo>
                    <a:pt x="3218841" y="403504"/>
                  </a:lnTo>
                  <a:lnTo>
                    <a:pt x="3217102" y="404051"/>
                  </a:lnTo>
                  <a:lnTo>
                    <a:pt x="3215885" y="404434"/>
                  </a:lnTo>
                  <a:lnTo>
                    <a:pt x="3215711" y="404489"/>
                  </a:lnTo>
                  <a:lnTo>
                    <a:pt x="3215537" y="404543"/>
                  </a:lnTo>
                  <a:lnTo>
                    <a:pt x="3215189" y="404653"/>
                  </a:lnTo>
                  <a:lnTo>
                    <a:pt x="3214494" y="404871"/>
                  </a:lnTo>
                  <a:lnTo>
                    <a:pt x="3211538" y="405801"/>
                  </a:lnTo>
                  <a:lnTo>
                    <a:pt x="3207364" y="407113"/>
                  </a:lnTo>
                  <a:lnTo>
                    <a:pt x="3204582" y="407988"/>
                  </a:lnTo>
                  <a:lnTo>
                    <a:pt x="3200756" y="409191"/>
                  </a:lnTo>
                  <a:lnTo>
                    <a:pt x="3198147" y="410012"/>
                  </a:lnTo>
                  <a:lnTo>
                    <a:pt x="3195191" y="410942"/>
                  </a:lnTo>
                  <a:lnTo>
                    <a:pt x="3194843" y="411051"/>
                  </a:lnTo>
                  <a:lnTo>
                    <a:pt x="3193626" y="411434"/>
                  </a:lnTo>
                  <a:lnTo>
                    <a:pt x="3192061" y="411926"/>
                  </a:lnTo>
                  <a:lnTo>
                    <a:pt x="3187714" y="413294"/>
                  </a:lnTo>
                  <a:lnTo>
                    <a:pt x="3181453" y="415263"/>
                  </a:lnTo>
                  <a:lnTo>
                    <a:pt x="3180410" y="415592"/>
                  </a:lnTo>
                  <a:lnTo>
                    <a:pt x="3180062" y="415701"/>
                  </a:lnTo>
                  <a:lnTo>
                    <a:pt x="3179193" y="415975"/>
                  </a:lnTo>
                  <a:lnTo>
                    <a:pt x="3178149" y="416303"/>
                  </a:lnTo>
                  <a:lnTo>
                    <a:pt x="3174671" y="417397"/>
                  </a:lnTo>
                  <a:lnTo>
                    <a:pt x="3173106" y="417890"/>
                  </a:lnTo>
                  <a:lnTo>
                    <a:pt x="3172932" y="417944"/>
                  </a:lnTo>
                  <a:lnTo>
                    <a:pt x="3171019" y="418546"/>
                  </a:lnTo>
                  <a:lnTo>
                    <a:pt x="3170846" y="418601"/>
                  </a:lnTo>
                  <a:lnTo>
                    <a:pt x="3167194" y="419750"/>
                  </a:lnTo>
                  <a:lnTo>
                    <a:pt x="3161455" y="421557"/>
                  </a:lnTo>
                  <a:lnTo>
                    <a:pt x="3155716" y="423363"/>
                  </a:lnTo>
                  <a:lnTo>
                    <a:pt x="3154151" y="423856"/>
                  </a:lnTo>
                  <a:lnTo>
                    <a:pt x="3153630" y="424020"/>
                  </a:lnTo>
                  <a:lnTo>
                    <a:pt x="3152412" y="424403"/>
                  </a:lnTo>
                  <a:lnTo>
                    <a:pt x="3148587" y="425608"/>
                  </a:lnTo>
                  <a:lnTo>
                    <a:pt x="3147022" y="426100"/>
                  </a:lnTo>
                  <a:lnTo>
                    <a:pt x="3144761" y="426812"/>
                  </a:lnTo>
                  <a:lnTo>
                    <a:pt x="3142848" y="427414"/>
                  </a:lnTo>
                  <a:lnTo>
                    <a:pt x="3141457" y="427852"/>
                  </a:lnTo>
                  <a:lnTo>
                    <a:pt x="3141283" y="427907"/>
                  </a:lnTo>
                  <a:lnTo>
                    <a:pt x="3140761" y="428071"/>
                  </a:lnTo>
                  <a:lnTo>
                    <a:pt x="3139718" y="428400"/>
                  </a:lnTo>
                  <a:lnTo>
                    <a:pt x="3138501" y="428783"/>
                  </a:lnTo>
                  <a:lnTo>
                    <a:pt x="3137457" y="429112"/>
                  </a:lnTo>
                  <a:lnTo>
                    <a:pt x="3135892" y="429605"/>
                  </a:lnTo>
                  <a:lnTo>
                    <a:pt x="3133805" y="430262"/>
                  </a:lnTo>
                  <a:lnTo>
                    <a:pt x="3130501" y="431303"/>
                  </a:lnTo>
                  <a:lnTo>
                    <a:pt x="3130154" y="431412"/>
                  </a:lnTo>
                  <a:lnTo>
                    <a:pt x="3126676" y="432508"/>
                  </a:lnTo>
                  <a:lnTo>
                    <a:pt x="3125980" y="432727"/>
                  </a:lnTo>
                  <a:lnTo>
                    <a:pt x="3124589" y="433165"/>
                  </a:lnTo>
                  <a:lnTo>
                    <a:pt x="3124067" y="433329"/>
                  </a:lnTo>
                  <a:lnTo>
                    <a:pt x="3122328" y="433877"/>
                  </a:lnTo>
                  <a:lnTo>
                    <a:pt x="3118502" y="435082"/>
                  </a:lnTo>
                  <a:lnTo>
                    <a:pt x="3117111" y="435521"/>
                  </a:lnTo>
                  <a:lnTo>
                    <a:pt x="3116068" y="435849"/>
                  </a:lnTo>
                  <a:lnTo>
                    <a:pt x="3105982" y="439027"/>
                  </a:lnTo>
                  <a:lnTo>
                    <a:pt x="3103721" y="439740"/>
                  </a:lnTo>
                  <a:lnTo>
                    <a:pt x="3103547" y="439794"/>
                  </a:lnTo>
                  <a:lnTo>
                    <a:pt x="3103026" y="439959"/>
                  </a:lnTo>
                  <a:lnTo>
                    <a:pt x="3102156" y="440233"/>
                  </a:lnTo>
                  <a:lnTo>
                    <a:pt x="3101634" y="440397"/>
                  </a:lnTo>
                  <a:lnTo>
                    <a:pt x="3097983" y="441548"/>
                  </a:lnTo>
                  <a:lnTo>
                    <a:pt x="3096070" y="442151"/>
                  </a:lnTo>
                  <a:lnTo>
                    <a:pt x="3093809" y="442864"/>
                  </a:lnTo>
                  <a:lnTo>
                    <a:pt x="3087723" y="444782"/>
                  </a:lnTo>
                  <a:lnTo>
                    <a:pt x="3086505" y="445166"/>
                  </a:lnTo>
                  <a:lnTo>
                    <a:pt x="3080245" y="447140"/>
                  </a:lnTo>
                  <a:lnTo>
                    <a:pt x="3079202" y="447469"/>
                  </a:lnTo>
                  <a:lnTo>
                    <a:pt x="3070855" y="450101"/>
                  </a:lnTo>
                  <a:lnTo>
                    <a:pt x="3070159" y="450320"/>
                  </a:lnTo>
                  <a:lnTo>
                    <a:pt x="3068420" y="450869"/>
                  </a:lnTo>
                  <a:lnTo>
                    <a:pt x="3067550" y="451143"/>
                  </a:lnTo>
                  <a:lnTo>
                    <a:pt x="3067203" y="451253"/>
                  </a:lnTo>
                  <a:lnTo>
                    <a:pt x="3063203" y="452514"/>
                  </a:lnTo>
                  <a:lnTo>
                    <a:pt x="3054334" y="455312"/>
                  </a:lnTo>
                  <a:lnTo>
                    <a:pt x="3050509" y="456519"/>
                  </a:lnTo>
                  <a:lnTo>
                    <a:pt x="3049291" y="456903"/>
                  </a:lnTo>
                  <a:lnTo>
                    <a:pt x="3046857" y="457671"/>
                  </a:lnTo>
                  <a:lnTo>
                    <a:pt x="3045118" y="458220"/>
                  </a:lnTo>
                  <a:lnTo>
                    <a:pt x="3044944" y="458274"/>
                  </a:lnTo>
                  <a:lnTo>
                    <a:pt x="3043205" y="458823"/>
                  </a:lnTo>
                  <a:lnTo>
                    <a:pt x="3041988" y="459207"/>
                  </a:lnTo>
                  <a:lnTo>
                    <a:pt x="3041814" y="459262"/>
                  </a:lnTo>
                  <a:lnTo>
                    <a:pt x="3041640" y="459317"/>
                  </a:lnTo>
                  <a:lnTo>
                    <a:pt x="3041292" y="459427"/>
                  </a:lnTo>
                  <a:lnTo>
                    <a:pt x="3040596" y="459646"/>
                  </a:lnTo>
                  <a:lnTo>
                    <a:pt x="3037640" y="460579"/>
                  </a:lnTo>
                  <a:lnTo>
                    <a:pt x="3033467" y="461896"/>
                  </a:lnTo>
                  <a:lnTo>
                    <a:pt x="3030684" y="462775"/>
                  </a:lnTo>
                  <a:lnTo>
                    <a:pt x="3026858" y="463982"/>
                  </a:lnTo>
                  <a:lnTo>
                    <a:pt x="3024250" y="464806"/>
                  </a:lnTo>
                  <a:lnTo>
                    <a:pt x="3021294" y="465739"/>
                  </a:lnTo>
                  <a:lnTo>
                    <a:pt x="3020946" y="465849"/>
                  </a:lnTo>
                  <a:lnTo>
                    <a:pt x="3019729" y="466233"/>
                  </a:lnTo>
                  <a:lnTo>
                    <a:pt x="3018164" y="466727"/>
                  </a:lnTo>
                  <a:lnTo>
                    <a:pt x="3013816" y="468100"/>
                  </a:lnTo>
                  <a:lnTo>
                    <a:pt x="3007556" y="470077"/>
                  </a:lnTo>
                  <a:lnTo>
                    <a:pt x="3006512" y="470406"/>
                  </a:lnTo>
                  <a:lnTo>
                    <a:pt x="3006165" y="470516"/>
                  </a:lnTo>
                  <a:lnTo>
                    <a:pt x="3005295" y="470791"/>
                  </a:lnTo>
                  <a:lnTo>
                    <a:pt x="3004252" y="471120"/>
                  </a:lnTo>
                  <a:lnTo>
                    <a:pt x="3000774" y="472219"/>
                  </a:lnTo>
                  <a:lnTo>
                    <a:pt x="2999209" y="472713"/>
                  </a:lnTo>
                  <a:lnTo>
                    <a:pt x="2999035" y="472768"/>
                  </a:lnTo>
                  <a:lnTo>
                    <a:pt x="2997122" y="473372"/>
                  </a:lnTo>
                  <a:lnTo>
                    <a:pt x="2996948" y="473427"/>
                  </a:lnTo>
                  <a:lnTo>
                    <a:pt x="2993296" y="474581"/>
                  </a:lnTo>
                  <a:lnTo>
                    <a:pt x="2987558" y="476394"/>
                  </a:lnTo>
                  <a:lnTo>
                    <a:pt x="2981819" y="478207"/>
                  </a:lnTo>
                  <a:lnTo>
                    <a:pt x="2980254" y="478701"/>
                  </a:lnTo>
                  <a:lnTo>
                    <a:pt x="2979732" y="478866"/>
                  </a:lnTo>
                  <a:lnTo>
                    <a:pt x="2978515" y="479251"/>
                  </a:lnTo>
                  <a:lnTo>
                    <a:pt x="2974689" y="480460"/>
                  </a:lnTo>
                  <a:lnTo>
                    <a:pt x="2973124" y="480955"/>
                  </a:lnTo>
                  <a:lnTo>
                    <a:pt x="2970863" y="481669"/>
                  </a:lnTo>
                  <a:lnTo>
                    <a:pt x="2968951" y="482274"/>
                  </a:lnTo>
                  <a:lnTo>
                    <a:pt x="2967559" y="482713"/>
                  </a:lnTo>
                  <a:lnTo>
                    <a:pt x="2967386" y="482768"/>
                  </a:lnTo>
                  <a:lnTo>
                    <a:pt x="2966864" y="482933"/>
                  </a:lnTo>
                  <a:lnTo>
                    <a:pt x="2965820" y="483263"/>
                  </a:lnTo>
                  <a:lnTo>
                    <a:pt x="2964603" y="483648"/>
                  </a:lnTo>
                  <a:lnTo>
                    <a:pt x="2963560" y="483978"/>
                  </a:lnTo>
                  <a:lnTo>
                    <a:pt x="2961995" y="484472"/>
                  </a:lnTo>
                  <a:lnTo>
                    <a:pt x="2959908" y="485132"/>
                  </a:lnTo>
                  <a:lnTo>
                    <a:pt x="2956604" y="486177"/>
                  </a:lnTo>
                  <a:lnTo>
                    <a:pt x="2956256" y="486287"/>
                  </a:lnTo>
                  <a:lnTo>
                    <a:pt x="2952778" y="487386"/>
                  </a:lnTo>
                  <a:lnTo>
                    <a:pt x="2952083" y="487606"/>
                  </a:lnTo>
                  <a:lnTo>
                    <a:pt x="2950691" y="488046"/>
                  </a:lnTo>
                  <a:lnTo>
                    <a:pt x="2950170" y="488211"/>
                  </a:lnTo>
                  <a:lnTo>
                    <a:pt x="2948431" y="488761"/>
                  </a:lnTo>
                  <a:lnTo>
                    <a:pt x="2944605" y="489971"/>
                  </a:lnTo>
                  <a:lnTo>
                    <a:pt x="2943214" y="490411"/>
                  </a:lnTo>
                  <a:lnTo>
                    <a:pt x="2942170" y="490741"/>
                  </a:lnTo>
                  <a:lnTo>
                    <a:pt x="2932084" y="493931"/>
                  </a:lnTo>
                  <a:lnTo>
                    <a:pt x="2929824" y="494647"/>
                  </a:lnTo>
                  <a:lnTo>
                    <a:pt x="2929650" y="494702"/>
                  </a:lnTo>
                  <a:lnTo>
                    <a:pt x="2929128" y="494867"/>
                  </a:lnTo>
                  <a:lnTo>
                    <a:pt x="2928259" y="495142"/>
                  </a:lnTo>
                  <a:lnTo>
                    <a:pt x="2927737" y="495307"/>
                  </a:lnTo>
                  <a:lnTo>
                    <a:pt x="2924085" y="496462"/>
                  </a:lnTo>
                  <a:lnTo>
                    <a:pt x="2922172" y="497067"/>
                  </a:lnTo>
                  <a:lnTo>
                    <a:pt x="2919912" y="497783"/>
                  </a:lnTo>
                  <a:lnTo>
                    <a:pt x="2913825" y="499709"/>
                  </a:lnTo>
                  <a:lnTo>
                    <a:pt x="2912608" y="500094"/>
                  </a:lnTo>
                  <a:lnTo>
                    <a:pt x="2906348" y="502076"/>
                  </a:lnTo>
                  <a:lnTo>
                    <a:pt x="2905304" y="502406"/>
                  </a:lnTo>
                  <a:lnTo>
                    <a:pt x="2896957" y="505048"/>
                  </a:lnTo>
                  <a:lnTo>
                    <a:pt x="2896261" y="505269"/>
                  </a:lnTo>
                  <a:lnTo>
                    <a:pt x="2894523" y="505819"/>
                  </a:lnTo>
                  <a:lnTo>
                    <a:pt x="2893653" y="506095"/>
                  </a:lnTo>
                  <a:lnTo>
                    <a:pt x="2893305" y="506205"/>
                  </a:lnTo>
                  <a:lnTo>
                    <a:pt x="2889306" y="507471"/>
                  </a:lnTo>
                  <a:lnTo>
                    <a:pt x="2880437" y="510280"/>
                  </a:lnTo>
                  <a:lnTo>
                    <a:pt x="2876611" y="511492"/>
                  </a:lnTo>
                  <a:lnTo>
                    <a:pt x="2875394" y="511877"/>
                  </a:lnTo>
                  <a:lnTo>
                    <a:pt x="2872959" y="512649"/>
                  </a:lnTo>
                  <a:lnTo>
                    <a:pt x="2871220" y="513200"/>
                  </a:lnTo>
                  <a:lnTo>
                    <a:pt x="2871046" y="513255"/>
                  </a:lnTo>
                  <a:lnTo>
                    <a:pt x="2869307" y="513806"/>
                  </a:lnTo>
                  <a:lnTo>
                    <a:pt x="2868090" y="514191"/>
                  </a:lnTo>
                  <a:lnTo>
                    <a:pt x="2867916" y="514246"/>
                  </a:lnTo>
                  <a:lnTo>
                    <a:pt x="2867742" y="514301"/>
                  </a:lnTo>
                  <a:lnTo>
                    <a:pt x="2867395" y="514412"/>
                  </a:lnTo>
                  <a:lnTo>
                    <a:pt x="2866699" y="514632"/>
                  </a:lnTo>
                  <a:lnTo>
                    <a:pt x="2863743" y="515569"/>
                  </a:lnTo>
                  <a:lnTo>
                    <a:pt x="2859569" y="516891"/>
                  </a:lnTo>
                  <a:lnTo>
                    <a:pt x="2856787" y="517773"/>
                  </a:lnTo>
                  <a:lnTo>
                    <a:pt x="2852961" y="518985"/>
                  </a:lnTo>
                  <a:lnTo>
                    <a:pt x="2850353" y="519812"/>
                  </a:lnTo>
                  <a:lnTo>
                    <a:pt x="2847396" y="520749"/>
                  </a:lnTo>
                  <a:lnTo>
                    <a:pt x="2847049" y="520860"/>
                  </a:lnTo>
                  <a:lnTo>
                    <a:pt x="2845831" y="521245"/>
                  </a:lnTo>
                  <a:lnTo>
                    <a:pt x="2844266" y="521742"/>
                  </a:lnTo>
                  <a:lnTo>
                    <a:pt x="2839919" y="523120"/>
                  </a:lnTo>
                  <a:lnTo>
                    <a:pt x="2833658" y="525105"/>
                  </a:lnTo>
                  <a:lnTo>
                    <a:pt x="2832615" y="525436"/>
                  </a:lnTo>
                  <a:lnTo>
                    <a:pt x="2832267" y="525546"/>
                  </a:lnTo>
                  <a:lnTo>
                    <a:pt x="2831398" y="525822"/>
                  </a:lnTo>
                  <a:lnTo>
                    <a:pt x="2830354" y="526153"/>
                  </a:lnTo>
                  <a:lnTo>
                    <a:pt x="2826876" y="527256"/>
                  </a:lnTo>
                  <a:lnTo>
                    <a:pt x="2825311" y="527752"/>
                  </a:lnTo>
                  <a:lnTo>
                    <a:pt x="2825137" y="527807"/>
                  </a:lnTo>
                  <a:lnTo>
                    <a:pt x="2823225" y="528414"/>
                  </a:lnTo>
                  <a:lnTo>
                    <a:pt x="2823051" y="528469"/>
                  </a:lnTo>
                  <a:lnTo>
                    <a:pt x="2819399" y="529627"/>
                  </a:lnTo>
                  <a:lnTo>
                    <a:pt x="2813660" y="531448"/>
                  </a:lnTo>
                  <a:lnTo>
                    <a:pt x="2807922" y="533269"/>
                  </a:lnTo>
                  <a:lnTo>
                    <a:pt x="2806357" y="533765"/>
                  </a:lnTo>
                  <a:lnTo>
                    <a:pt x="2805835" y="533931"/>
                  </a:lnTo>
                  <a:lnTo>
                    <a:pt x="2804618" y="534317"/>
                  </a:lnTo>
                  <a:lnTo>
                    <a:pt x="2800792" y="535531"/>
                  </a:lnTo>
                  <a:lnTo>
                    <a:pt x="2799227" y="536028"/>
                  </a:lnTo>
                  <a:lnTo>
                    <a:pt x="2796966" y="536745"/>
                  </a:lnTo>
                  <a:lnTo>
                    <a:pt x="2795053" y="537352"/>
                  </a:lnTo>
                  <a:lnTo>
                    <a:pt x="2793662" y="537794"/>
                  </a:lnTo>
                  <a:lnTo>
                    <a:pt x="2793488" y="537849"/>
                  </a:lnTo>
                  <a:lnTo>
                    <a:pt x="2792966" y="538015"/>
                  </a:lnTo>
                  <a:lnTo>
                    <a:pt x="2791923" y="538346"/>
                  </a:lnTo>
                  <a:lnTo>
                    <a:pt x="2789662" y="539063"/>
                  </a:lnTo>
                  <a:lnTo>
                    <a:pt x="2788097" y="539560"/>
                  </a:lnTo>
                  <a:lnTo>
                    <a:pt x="2786011" y="540223"/>
                  </a:lnTo>
                  <a:lnTo>
                    <a:pt x="2782706" y="541272"/>
                  </a:lnTo>
                  <a:lnTo>
                    <a:pt x="2782359" y="541382"/>
                  </a:lnTo>
                  <a:lnTo>
                    <a:pt x="2778881" y="542486"/>
                  </a:lnTo>
                  <a:lnTo>
                    <a:pt x="2778185" y="542707"/>
                  </a:lnTo>
                  <a:lnTo>
                    <a:pt x="2776794" y="543149"/>
                  </a:lnTo>
                  <a:lnTo>
                    <a:pt x="2776272" y="543315"/>
                  </a:lnTo>
                  <a:lnTo>
                    <a:pt x="2774533" y="543867"/>
                  </a:lnTo>
                  <a:lnTo>
                    <a:pt x="2770708" y="545082"/>
                  </a:lnTo>
                  <a:lnTo>
                    <a:pt x="2769316" y="545524"/>
                  </a:lnTo>
                  <a:lnTo>
                    <a:pt x="2768273" y="545855"/>
                  </a:lnTo>
                  <a:lnTo>
                    <a:pt x="2758187" y="549059"/>
                  </a:lnTo>
                  <a:lnTo>
                    <a:pt x="2755926" y="549777"/>
                  </a:lnTo>
                  <a:lnTo>
                    <a:pt x="2755752" y="549833"/>
                  </a:lnTo>
                  <a:lnTo>
                    <a:pt x="2755231" y="549998"/>
                  </a:lnTo>
                  <a:lnTo>
                    <a:pt x="2754361" y="550275"/>
                  </a:lnTo>
                  <a:lnTo>
                    <a:pt x="2753839" y="550440"/>
                  </a:lnTo>
                  <a:lnTo>
                    <a:pt x="2750188" y="551601"/>
                  </a:lnTo>
                  <a:lnTo>
                    <a:pt x="2748275" y="552209"/>
                  </a:lnTo>
                  <a:lnTo>
                    <a:pt x="2746014" y="552927"/>
                  </a:lnTo>
                  <a:lnTo>
                    <a:pt x="2739928" y="554861"/>
                  </a:lnTo>
                  <a:lnTo>
                    <a:pt x="2738710" y="555248"/>
                  </a:lnTo>
                  <a:lnTo>
                    <a:pt x="2732450" y="557238"/>
                  </a:lnTo>
                  <a:lnTo>
                    <a:pt x="2731407" y="557570"/>
                  </a:lnTo>
                  <a:lnTo>
                    <a:pt x="2723060" y="560224"/>
                  </a:lnTo>
                  <a:lnTo>
                    <a:pt x="2722364" y="560445"/>
                  </a:lnTo>
                  <a:lnTo>
                    <a:pt x="2720625" y="560998"/>
                  </a:lnTo>
                  <a:lnTo>
                    <a:pt x="2719756" y="561275"/>
                  </a:lnTo>
                  <a:lnTo>
                    <a:pt x="2719408" y="561385"/>
                  </a:lnTo>
                  <a:lnTo>
                    <a:pt x="2715408" y="562657"/>
                  </a:lnTo>
                  <a:lnTo>
                    <a:pt x="2706539" y="565478"/>
                  </a:lnTo>
                  <a:lnTo>
                    <a:pt x="2702714" y="566695"/>
                  </a:lnTo>
                  <a:lnTo>
                    <a:pt x="2701496" y="567083"/>
                  </a:lnTo>
                  <a:lnTo>
                    <a:pt x="2699062" y="567857"/>
                  </a:lnTo>
                  <a:lnTo>
                    <a:pt x="2697323" y="568410"/>
                  </a:lnTo>
                  <a:lnTo>
                    <a:pt x="2697149" y="568466"/>
                  </a:lnTo>
                  <a:lnTo>
                    <a:pt x="2695410" y="569019"/>
                  </a:lnTo>
                  <a:lnTo>
                    <a:pt x="2694193" y="569407"/>
                  </a:lnTo>
                  <a:lnTo>
                    <a:pt x="2694019" y="569462"/>
                  </a:lnTo>
                  <a:lnTo>
                    <a:pt x="2693845" y="569517"/>
                  </a:lnTo>
                  <a:lnTo>
                    <a:pt x="2692801" y="569849"/>
                  </a:lnTo>
                  <a:lnTo>
                    <a:pt x="2689845" y="570790"/>
                  </a:lnTo>
                  <a:lnTo>
                    <a:pt x="2685672" y="572118"/>
                  </a:lnTo>
                  <a:lnTo>
                    <a:pt x="2682889" y="573004"/>
                  </a:lnTo>
                  <a:lnTo>
                    <a:pt x="2679064" y="574222"/>
                  </a:lnTo>
                  <a:lnTo>
                    <a:pt x="2676455" y="575052"/>
                  </a:lnTo>
                  <a:lnTo>
                    <a:pt x="2673499" y="575993"/>
                  </a:lnTo>
                  <a:lnTo>
                    <a:pt x="2673151" y="576104"/>
                  </a:lnTo>
                  <a:lnTo>
                    <a:pt x="2671934" y="576492"/>
                  </a:lnTo>
                  <a:lnTo>
                    <a:pt x="2670369" y="576990"/>
                  </a:lnTo>
                  <a:lnTo>
                    <a:pt x="2666021" y="578375"/>
                  </a:lnTo>
                  <a:lnTo>
                    <a:pt x="2659761" y="580368"/>
                  </a:lnTo>
                  <a:lnTo>
                    <a:pt x="2658718" y="580701"/>
                  </a:lnTo>
                  <a:lnTo>
                    <a:pt x="2658370" y="580811"/>
                  </a:lnTo>
                  <a:lnTo>
                    <a:pt x="2657500" y="581088"/>
                  </a:lnTo>
                  <a:lnTo>
                    <a:pt x="2656457" y="581421"/>
                  </a:lnTo>
                  <a:lnTo>
                    <a:pt x="2652979" y="582529"/>
                  </a:lnTo>
                  <a:lnTo>
                    <a:pt x="2651414" y="583027"/>
                  </a:lnTo>
                  <a:lnTo>
                    <a:pt x="2651240" y="583083"/>
                  </a:lnTo>
                  <a:lnTo>
                    <a:pt x="2649327" y="583692"/>
                  </a:lnTo>
                  <a:lnTo>
                    <a:pt x="2649153" y="583747"/>
                  </a:lnTo>
                  <a:lnTo>
                    <a:pt x="2645501" y="584911"/>
                  </a:lnTo>
                  <a:lnTo>
                    <a:pt x="2639763" y="586740"/>
                  </a:lnTo>
                  <a:lnTo>
                    <a:pt x="2634024" y="588569"/>
                  </a:lnTo>
                  <a:lnTo>
                    <a:pt x="2632459" y="589067"/>
                  </a:lnTo>
                  <a:lnTo>
                    <a:pt x="2631937" y="589234"/>
                  </a:lnTo>
                  <a:lnTo>
                    <a:pt x="2630720" y="589622"/>
                  </a:lnTo>
                  <a:lnTo>
                    <a:pt x="2626894" y="590841"/>
                  </a:lnTo>
                  <a:lnTo>
                    <a:pt x="2625329" y="591340"/>
                  </a:lnTo>
                  <a:lnTo>
                    <a:pt x="2623069" y="592061"/>
                  </a:lnTo>
                  <a:lnTo>
                    <a:pt x="2621156" y="592671"/>
                  </a:lnTo>
                  <a:lnTo>
                    <a:pt x="2619765" y="593114"/>
                  </a:lnTo>
                  <a:lnTo>
                    <a:pt x="2619591" y="593170"/>
                  </a:lnTo>
                  <a:lnTo>
                    <a:pt x="2619069" y="593336"/>
                  </a:lnTo>
                  <a:lnTo>
                    <a:pt x="2618026" y="593669"/>
                  </a:lnTo>
                  <a:lnTo>
                    <a:pt x="2616808" y="594057"/>
                  </a:lnTo>
                  <a:lnTo>
                    <a:pt x="2615765" y="594390"/>
                  </a:lnTo>
                  <a:lnTo>
                    <a:pt x="2614200" y="594889"/>
                  </a:lnTo>
                  <a:lnTo>
                    <a:pt x="2612113" y="595554"/>
                  </a:lnTo>
                  <a:lnTo>
                    <a:pt x="2608809" y="596608"/>
                  </a:lnTo>
                  <a:lnTo>
                    <a:pt x="2608461" y="596719"/>
                  </a:lnTo>
                  <a:lnTo>
                    <a:pt x="2604983" y="597828"/>
                  </a:lnTo>
                  <a:lnTo>
                    <a:pt x="2604288" y="598050"/>
                  </a:lnTo>
                  <a:lnTo>
                    <a:pt x="2602896" y="598494"/>
                  </a:lnTo>
                  <a:lnTo>
                    <a:pt x="2602375" y="598660"/>
                  </a:lnTo>
                  <a:lnTo>
                    <a:pt x="2600636" y="599215"/>
                  </a:lnTo>
                  <a:lnTo>
                    <a:pt x="2595419" y="600880"/>
                  </a:lnTo>
                  <a:lnTo>
                    <a:pt x="2594376" y="601212"/>
                  </a:lnTo>
                  <a:lnTo>
                    <a:pt x="2584289" y="604431"/>
                  </a:lnTo>
                  <a:lnTo>
                    <a:pt x="2582029" y="605153"/>
                  </a:lnTo>
                  <a:lnTo>
                    <a:pt x="2581855" y="605208"/>
                  </a:lnTo>
                  <a:lnTo>
                    <a:pt x="2581333" y="605375"/>
                  </a:lnTo>
                  <a:lnTo>
                    <a:pt x="2580464" y="605652"/>
                  </a:lnTo>
                  <a:lnTo>
                    <a:pt x="2579942" y="605819"/>
                  </a:lnTo>
                  <a:lnTo>
                    <a:pt x="2576290" y="606984"/>
                  </a:lnTo>
                  <a:lnTo>
                    <a:pt x="2574377" y="607595"/>
                  </a:lnTo>
                  <a:lnTo>
                    <a:pt x="2572117" y="608317"/>
                  </a:lnTo>
                  <a:lnTo>
                    <a:pt x="2566030" y="610260"/>
                  </a:lnTo>
                  <a:lnTo>
                    <a:pt x="2564813" y="610649"/>
                  </a:lnTo>
                  <a:lnTo>
                    <a:pt x="2558553" y="612648"/>
                  </a:lnTo>
                  <a:lnTo>
                    <a:pt x="2557509" y="612981"/>
                  </a:lnTo>
                  <a:lnTo>
                    <a:pt x="2549162" y="615648"/>
                  </a:lnTo>
                  <a:lnTo>
                    <a:pt x="2548467" y="615870"/>
                  </a:lnTo>
                  <a:lnTo>
                    <a:pt x="2546728" y="616425"/>
                  </a:lnTo>
                  <a:lnTo>
                    <a:pt x="2545858" y="616703"/>
                  </a:lnTo>
                  <a:lnTo>
                    <a:pt x="2545510" y="616814"/>
                  </a:lnTo>
                  <a:lnTo>
                    <a:pt x="2541511" y="618092"/>
                  </a:lnTo>
                  <a:lnTo>
                    <a:pt x="2532642" y="620926"/>
                  </a:lnTo>
                  <a:lnTo>
                    <a:pt x="2528816" y="622149"/>
                  </a:lnTo>
                  <a:lnTo>
                    <a:pt x="2527599" y="622538"/>
                  </a:lnTo>
                  <a:lnTo>
                    <a:pt x="2525164" y="623317"/>
                  </a:lnTo>
                  <a:lnTo>
                    <a:pt x="2523425" y="623872"/>
                  </a:lnTo>
                  <a:lnTo>
                    <a:pt x="2523251" y="623928"/>
                  </a:lnTo>
                  <a:lnTo>
                    <a:pt x="2521512" y="624484"/>
                  </a:lnTo>
                  <a:lnTo>
                    <a:pt x="2520295" y="624873"/>
                  </a:lnTo>
                  <a:lnTo>
                    <a:pt x="2520121" y="624929"/>
                  </a:lnTo>
                  <a:lnTo>
                    <a:pt x="2519947" y="624984"/>
                  </a:lnTo>
                  <a:lnTo>
                    <a:pt x="2519600" y="625096"/>
                  </a:lnTo>
                  <a:lnTo>
                    <a:pt x="2518904" y="625318"/>
                  </a:lnTo>
                  <a:lnTo>
                    <a:pt x="2515948" y="626263"/>
                  </a:lnTo>
                  <a:lnTo>
                    <a:pt x="2511774" y="627598"/>
                  </a:lnTo>
                  <a:lnTo>
                    <a:pt x="2508992" y="628488"/>
                  </a:lnTo>
                  <a:lnTo>
                    <a:pt x="2505166" y="629711"/>
                  </a:lnTo>
                  <a:lnTo>
                    <a:pt x="2502558" y="630546"/>
                  </a:lnTo>
                  <a:lnTo>
                    <a:pt x="2499601" y="631491"/>
                  </a:lnTo>
                  <a:lnTo>
                    <a:pt x="2499254" y="631603"/>
                  </a:lnTo>
                  <a:lnTo>
                    <a:pt x="2498036" y="631992"/>
                  </a:lnTo>
                  <a:lnTo>
                    <a:pt x="2496471" y="632493"/>
                  </a:lnTo>
                  <a:lnTo>
                    <a:pt x="2492124" y="633884"/>
                  </a:lnTo>
                  <a:lnTo>
                    <a:pt x="2485864" y="635887"/>
                  </a:lnTo>
                  <a:lnTo>
                    <a:pt x="2484820" y="636221"/>
                  </a:lnTo>
                  <a:lnTo>
                    <a:pt x="2484472" y="636332"/>
                  </a:lnTo>
                  <a:lnTo>
                    <a:pt x="2483603" y="636611"/>
                  </a:lnTo>
                  <a:lnTo>
                    <a:pt x="2482559" y="636945"/>
                  </a:lnTo>
                  <a:lnTo>
                    <a:pt x="2479082" y="638058"/>
                  </a:lnTo>
                  <a:lnTo>
                    <a:pt x="2477516" y="638559"/>
                  </a:lnTo>
                  <a:lnTo>
                    <a:pt x="2477343" y="638614"/>
                  </a:lnTo>
                  <a:lnTo>
                    <a:pt x="2475430" y="639227"/>
                  </a:lnTo>
                  <a:lnTo>
                    <a:pt x="2475256" y="639282"/>
                  </a:lnTo>
                  <a:lnTo>
                    <a:pt x="2471604" y="640452"/>
                  </a:lnTo>
                  <a:lnTo>
                    <a:pt x="2465865" y="642289"/>
                  </a:lnTo>
                  <a:lnTo>
                    <a:pt x="2460127" y="644127"/>
                  </a:lnTo>
                  <a:lnTo>
                    <a:pt x="2458562" y="644628"/>
                  </a:lnTo>
                  <a:lnTo>
                    <a:pt x="2458040" y="644795"/>
                  </a:lnTo>
                  <a:lnTo>
                    <a:pt x="2456823" y="645185"/>
                  </a:lnTo>
                  <a:lnTo>
                    <a:pt x="2452997" y="646410"/>
                  </a:lnTo>
                  <a:lnTo>
                    <a:pt x="2451432" y="646912"/>
                  </a:lnTo>
                  <a:lnTo>
                    <a:pt x="2449171" y="647636"/>
                  </a:lnTo>
                  <a:lnTo>
                    <a:pt x="2447258" y="648249"/>
                  </a:lnTo>
                  <a:lnTo>
                    <a:pt x="2445867" y="648695"/>
                  </a:lnTo>
                  <a:lnTo>
                    <a:pt x="2445693" y="648750"/>
                  </a:lnTo>
                  <a:lnTo>
                    <a:pt x="2445172" y="648917"/>
                  </a:lnTo>
                  <a:lnTo>
                    <a:pt x="2444128" y="649252"/>
                  </a:lnTo>
                  <a:lnTo>
                    <a:pt x="2442911" y="649642"/>
                  </a:lnTo>
                  <a:lnTo>
                    <a:pt x="2441867" y="649976"/>
                  </a:lnTo>
                  <a:lnTo>
                    <a:pt x="2440302" y="650478"/>
                  </a:lnTo>
                  <a:lnTo>
                    <a:pt x="2438216" y="651146"/>
                  </a:lnTo>
                  <a:lnTo>
                    <a:pt x="2434912" y="652205"/>
                  </a:lnTo>
                  <a:lnTo>
                    <a:pt x="2434564" y="652317"/>
                  </a:lnTo>
                  <a:lnTo>
                    <a:pt x="2431086" y="653431"/>
                  </a:lnTo>
                  <a:lnTo>
                    <a:pt x="2430390" y="653654"/>
                  </a:lnTo>
                  <a:lnTo>
                    <a:pt x="2428999" y="654100"/>
                  </a:lnTo>
                  <a:lnTo>
                    <a:pt x="2428477" y="654268"/>
                  </a:lnTo>
                  <a:lnTo>
                    <a:pt x="2426738" y="654825"/>
                  </a:lnTo>
                  <a:lnTo>
                    <a:pt x="2422913" y="656051"/>
                  </a:lnTo>
                  <a:lnTo>
                    <a:pt x="2421521" y="656498"/>
                  </a:lnTo>
                  <a:lnTo>
                    <a:pt x="2420478" y="656832"/>
                  </a:lnTo>
                  <a:lnTo>
                    <a:pt x="2410392" y="660066"/>
                  </a:lnTo>
                  <a:lnTo>
                    <a:pt x="2408131" y="660791"/>
                  </a:lnTo>
                  <a:lnTo>
                    <a:pt x="2407957" y="660847"/>
                  </a:lnTo>
                  <a:lnTo>
                    <a:pt x="2407436" y="661015"/>
                  </a:lnTo>
                  <a:lnTo>
                    <a:pt x="2406566" y="661293"/>
                  </a:lnTo>
                  <a:lnTo>
                    <a:pt x="2406045" y="661461"/>
                  </a:lnTo>
                  <a:lnTo>
                    <a:pt x="2402393" y="662632"/>
                  </a:lnTo>
                  <a:lnTo>
                    <a:pt x="2400480" y="663246"/>
                  </a:lnTo>
                  <a:lnTo>
                    <a:pt x="2398219" y="663971"/>
                  </a:lnTo>
                  <a:lnTo>
                    <a:pt x="2392133" y="665924"/>
                  </a:lnTo>
                  <a:lnTo>
                    <a:pt x="2390916" y="666315"/>
                  </a:lnTo>
                  <a:lnTo>
                    <a:pt x="2384655" y="668324"/>
                  </a:lnTo>
                  <a:lnTo>
                    <a:pt x="2383612" y="668659"/>
                  </a:lnTo>
                  <a:lnTo>
                    <a:pt x="2375265" y="671338"/>
                  </a:lnTo>
                  <a:lnTo>
                    <a:pt x="2374569" y="671562"/>
                  </a:lnTo>
                  <a:lnTo>
                    <a:pt x="2372830" y="672120"/>
                  </a:lnTo>
                  <a:lnTo>
                    <a:pt x="2371961" y="672399"/>
                  </a:lnTo>
                  <a:lnTo>
                    <a:pt x="2371613" y="672511"/>
                  </a:lnTo>
                  <a:lnTo>
                    <a:pt x="2367613" y="673795"/>
                  </a:lnTo>
                  <a:lnTo>
                    <a:pt x="2358744" y="676643"/>
                  </a:lnTo>
                  <a:lnTo>
                    <a:pt x="2354919" y="677872"/>
                  </a:lnTo>
                  <a:lnTo>
                    <a:pt x="2353701" y="678263"/>
                  </a:lnTo>
                  <a:lnTo>
                    <a:pt x="2349528" y="679604"/>
                  </a:lnTo>
                  <a:lnTo>
                    <a:pt x="2349354" y="679660"/>
                  </a:lnTo>
                  <a:lnTo>
                    <a:pt x="2347615" y="680219"/>
                  </a:lnTo>
                  <a:lnTo>
                    <a:pt x="2346398" y="680610"/>
                  </a:lnTo>
                  <a:lnTo>
                    <a:pt x="2346224" y="680666"/>
                  </a:lnTo>
                  <a:lnTo>
                    <a:pt x="2346050" y="680722"/>
                  </a:lnTo>
                  <a:lnTo>
                    <a:pt x="2345702" y="680834"/>
                  </a:lnTo>
                  <a:lnTo>
                    <a:pt x="2345007" y="681057"/>
                  </a:lnTo>
                  <a:lnTo>
                    <a:pt x="2342050" y="682007"/>
                  </a:lnTo>
                  <a:lnTo>
                    <a:pt x="2337877" y="683348"/>
                  </a:lnTo>
                  <a:lnTo>
                    <a:pt x="2335094" y="684243"/>
                  </a:lnTo>
                  <a:lnTo>
                    <a:pt x="2331269" y="685472"/>
                  </a:lnTo>
                  <a:lnTo>
                    <a:pt x="2328660" y="686311"/>
                  </a:lnTo>
                  <a:lnTo>
                    <a:pt x="2325704" y="687262"/>
                  </a:lnTo>
                  <a:lnTo>
                    <a:pt x="2325356" y="687373"/>
                  </a:lnTo>
                  <a:lnTo>
                    <a:pt x="2324139" y="687765"/>
                  </a:lnTo>
                  <a:lnTo>
                    <a:pt x="2322574" y="688268"/>
                  </a:lnTo>
                  <a:lnTo>
                    <a:pt x="2318226" y="689666"/>
                  </a:lnTo>
                  <a:lnTo>
                    <a:pt x="2311966" y="691679"/>
                  </a:lnTo>
                  <a:lnTo>
                    <a:pt x="2310923" y="692015"/>
                  </a:lnTo>
                  <a:lnTo>
                    <a:pt x="2310575" y="692127"/>
                  </a:lnTo>
                  <a:lnTo>
                    <a:pt x="2309705" y="692407"/>
                  </a:lnTo>
                  <a:lnTo>
                    <a:pt x="2308662" y="692742"/>
                  </a:lnTo>
                  <a:lnTo>
                    <a:pt x="2303619" y="694365"/>
                  </a:lnTo>
                  <a:lnTo>
                    <a:pt x="2303445" y="694421"/>
                  </a:lnTo>
                  <a:lnTo>
                    <a:pt x="2301532" y="695036"/>
                  </a:lnTo>
                  <a:lnTo>
                    <a:pt x="2301358" y="695092"/>
                  </a:lnTo>
                  <a:lnTo>
                    <a:pt x="2297706" y="696267"/>
                  </a:lnTo>
                  <a:lnTo>
                    <a:pt x="2291968" y="698114"/>
                  </a:lnTo>
                  <a:lnTo>
                    <a:pt x="2286229" y="699961"/>
                  </a:lnTo>
                  <a:lnTo>
                    <a:pt x="2284664" y="700465"/>
                  </a:lnTo>
                  <a:lnTo>
                    <a:pt x="2284142" y="700633"/>
                  </a:lnTo>
                  <a:lnTo>
                    <a:pt x="2282925" y="701025"/>
                  </a:lnTo>
                  <a:lnTo>
                    <a:pt x="2279099" y="702256"/>
                  </a:lnTo>
                  <a:lnTo>
                    <a:pt x="2277534" y="702760"/>
                  </a:lnTo>
                  <a:lnTo>
                    <a:pt x="2275274" y="703488"/>
                  </a:lnTo>
                  <a:lnTo>
                    <a:pt x="2273361" y="704104"/>
                  </a:lnTo>
                  <a:lnTo>
                    <a:pt x="2271970" y="704552"/>
                  </a:lnTo>
                  <a:lnTo>
                    <a:pt x="2271796" y="704608"/>
                  </a:lnTo>
                  <a:lnTo>
                    <a:pt x="2271274" y="704776"/>
                  </a:lnTo>
                  <a:lnTo>
                    <a:pt x="2270231" y="705112"/>
                  </a:lnTo>
                  <a:lnTo>
                    <a:pt x="2269013" y="705504"/>
                  </a:lnTo>
                  <a:lnTo>
                    <a:pt x="2267970" y="705840"/>
                  </a:lnTo>
                  <a:lnTo>
                    <a:pt x="2266405" y="706344"/>
                  </a:lnTo>
                  <a:lnTo>
                    <a:pt x="2264318" y="707016"/>
                  </a:lnTo>
                  <a:lnTo>
                    <a:pt x="2261014" y="708081"/>
                  </a:lnTo>
                  <a:lnTo>
                    <a:pt x="2260666" y="708193"/>
                  </a:lnTo>
                  <a:lnTo>
                    <a:pt x="2257188" y="709313"/>
                  </a:lnTo>
                  <a:lnTo>
                    <a:pt x="2256493" y="709537"/>
                  </a:lnTo>
                  <a:lnTo>
                    <a:pt x="2255102" y="709986"/>
                  </a:lnTo>
                  <a:lnTo>
                    <a:pt x="2254580" y="710154"/>
                  </a:lnTo>
                  <a:lnTo>
                    <a:pt x="2252841" y="710714"/>
                  </a:lnTo>
                  <a:lnTo>
                    <a:pt x="2249015" y="711947"/>
                  </a:lnTo>
                  <a:lnTo>
                    <a:pt x="2247624" y="712395"/>
                  </a:lnTo>
                  <a:lnTo>
                    <a:pt x="2246581" y="712731"/>
                  </a:lnTo>
                  <a:lnTo>
                    <a:pt x="2236495" y="715982"/>
                  </a:lnTo>
                  <a:lnTo>
                    <a:pt x="2234234" y="716711"/>
                  </a:lnTo>
                  <a:lnTo>
                    <a:pt x="2234060" y="716767"/>
                  </a:lnTo>
                  <a:lnTo>
                    <a:pt x="2233538" y="716936"/>
                  </a:lnTo>
                  <a:lnTo>
                    <a:pt x="2232669" y="717216"/>
                  </a:lnTo>
                  <a:lnTo>
                    <a:pt x="2232147" y="717384"/>
                  </a:lnTo>
                  <a:lnTo>
                    <a:pt x="2228495" y="718562"/>
                  </a:lnTo>
                  <a:lnTo>
                    <a:pt x="2226582" y="719178"/>
                  </a:lnTo>
                  <a:lnTo>
                    <a:pt x="2224322" y="719907"/>
                  </a:lnTo>
                  <a:lnTo>
                    <a:pt x="2217018" y="722263"/>
                  </a:lnTo>
                  <a:lnTo>
                    <a:pt x="2210758" y="724283"/>
                  </a:lnTo>
                  <a:lnTo>
                    <a:pt x="2209714" y="724619"/>
                  </a:lnTo>
                  <a:lnTo>
                    <a:pt x="2201367" y="727313"/>
                  </a:lnTo>
                  <a:lnTo>
                    <a:pt x="2200672" y="727537"/>
                  </a:lnTo>
                  <a:lnTo>
                    <a:pt x="2198933" y="728099"/>
                  </a:lnTo>
                  <a:lnTo>
                    <a:pt x="2198063" y="728379"/>
                  </a:lnTo>
                  <a:lnTo>
                    <a:pt x="2197715" y="728491"/>
                  </a:lnTo>
                  <a:lnTo>
                    <a:pt x="2193716" y="729782"/>
                  </a:lnTo>
                  <a:lnTo>
                    <a:pt x="2184847" y="732646"/>
                  </a:lnTo>
                  <a:lnTo>
                    <a:pt x="2181021" y="733881"/>
                  </a:lnTo>
                  <a:lnTo>
                    <a:pt x="2179804" y="734274"/>
                  </a:lnTo>
                  <a:lnTo>
                    <a:pt x="2177369" y="735060"/>
                  </a:lnTo>
                  <a:lnTo>
                    <a:pt x="2175630" y="735622"/>
                  </a:lnTo>
                  <a:lnTo>
                    <a:pt x="2175457" y="735678"/>
                  </a:lnTo>
                  <a:lnTo>
                    <a:pt x="2173718" y="736240"/>
                  </a:lnTo>
                  <a:lnTo>
                    <a:pt x="2172500" y="736633"/>
                  </a:lnTo>
                  <a:lnTo>
                    <a:pt x="2172326" y="736689"/>
                  </a:lnTo>
                  <a:lnTo>
                    <a:pt x="2172153" y="736745"/>
                  </a:lnTo>
                  <a:lnTo>
                    <a:pt x="2171805" y="736858"/>
                  </a:lnTo>
                  <a:lnTo>
                    <a:pt x="2171109" y="737082"/>
                  </a:lnTo>
                  <a:lnTo>
                    <a:pt x="2168153" y="738037"/>
                  </a:lnTo>
                  <a:lnTo>
                    <a:pt x="2163979" y="739386"/>
                  </a:lnTo>
                  <a:lnTo>
                    <a:pt x="2161197" y="740285"/>
                  </a:lnTo>
                  <a:lnTo>
                    <a:pt x="2157371" y="741521"/>
                  </a:lnTo>
                  <a:lnTo>
                    <a:pt x="2154763" y="742364"/>
                  </a:lnTo>
                  <a:lnTo>
                    <a:pt x="2151807" y="743319"/>
                  </a:lnTo>
                  <a:lnTo>
                    <a:pt x="2151459" y="743432"/>
                  </a:lnTo>
                  <a:lnTo>
                    <a:pt x="2150241" y="743825"/>
                  </a:lnTo>
                  <a:lnTo>
                    <a:pt x="2148676" y="744331"/>
                  </a:lnTo>
                  <a:lnTo>
                    <a:pt x="2144329" y="745737"/>
                  </a:lnTo>
                  <a:lnTo>
                    <a:pt x="2138069" y="747761"/>
                  </a:lnTo>
                  <a:lnTo>
                    <a:pt x="2137025" y="748098"/>
                  </a:lnTo>
                  <a:lnTo>
                    <a:pt x="2136677" y="748210"/>
                  </a:lnTo>
                  <a:lnTo>
                    <a:pt x="2135808" y="748492"/>
                  </a:lnTo>
                  <a:lnTo>
                    <a:pt x="2134765" y="748829"/>
                  </a:lnTo>
                  <a:lnTo>
                    <a:pt x="2131287" y="749954"/>
                  </a:lnTo>
                  <a:lnTo>
                    <a:pt x="2129722" y="750460"/>
                  </a:lnTo>
                  <a:lnTo>
                    <a:pt x="2129548" y="750516"/>
                  </a:lnTo>
                  <a:lnTo>
                    <a:pt x="2127635" y="751135"/>
                  </a:lnTo>
                  <a:lnTo>
                    <a:pt x="2127461" y="751191"/>
                  </a:lnTo>
                  <a:lnTo>
                    <a:pt x="2123809" y="752372"/>
                  </a:lnTo>
                  <a:lnTo>
                    <a:pt x="2118070" y="754229"/>
                  </a:lnTo>
                  <a:lnTo>
                    <a:pt x="2112332" y="756086"/>
                  </a:lnTo>
                  <a:lnTo>
                    <a:pt x="2110767" y="756592"/>
                  </a:lnTo>
                  <a:lnTo>
                    <a:pt x="2110245" y="756761"/>
                  </a:lnTo>
                  <a:lnTo>
                    <a:pt x="2109028" y="757155"/>
                  </a:lnTo>
                  <a:lnTo>
                    <a:pt x="2105202" y="758393"/>
                  </a:lnTo>
                  <a:lnTo>
                    <a:pt x="2103637" y="758900"/>
                  </a:lnTo>
                  <a:lnTo>
                    <a:pt x="2101376" y="759632"/>
                  </a:lnTo>
                  <a:lnTo>
                    <a:pt x="2099463" y="760251"/>
                  </a:lnTo>
                  <a:lnTo>
                    <a:pt x="2098072" y="760701"/>
                  </a:lnTo>
                  <a:lnTo>
                    <a:pt x="2097898" y="760758"/>
                  </a:lnTo>
                  <a:lnTo>
                    <a:pt x="2097377" y="760927"/>
                  </a:lnTo>
                  <a:lnTo>
                    <a:pt x="2096333" y="761264"/>
                  </a:lnTo>
                  <a:lnTo>
                    <a:pt x="2095116" y="761659"/>
                  </a:lnTo>
                  <a:lnTo>
                    <a:pt x="2094073" y="761996"/>
                  </a:lnTo>
                  <a:lnTo>
                    <a:pt x="2092507" y="762503"/>
                  </a:lnTo>
                  <a:lnTo>
                    <a:pt x="2090421" y="763179"/>
                  </a:lnTo>
                  <a:lnTo>
                    <a:pt x="2087117" y="764249"/>
                  </a:lnTo>
                  <a:lnTo>
                    <a:pt x="2086769" y="764362"/>
                  </a:lnTo>
                  <a:lnTo>
                    <a:pt x="2083291" y="765488"/>
                  </a:lnTo>
                  <a:lnTo>
                    <a:pt x="2082595" y="765713"/>
                  </a:lnTo>
                  <a:lnTo>
                    <a:pt x="2081204" y="766164"/>
                  </a:lnTo>
                  <a:lnTo>
                    <a:pt x="2080682" y="766333"/>
                  </a:lnTo>
                  <a:lnTo>
                    <a:pt x="2078943" y="766896"/>
                  </a:lnTo>
                  <a:lnTo>
                    <a:pt x="2075118" y="768136"/>
                  </a:lnTo>
                  <a:lnTo>
                    <a:pt x="2073727" y="768586"/>
                  </a:lnTo>
                  <a:lnTo>
                    <a:pt x="2072683" y="768924"/>
                  </a:lnTo>
                  <a:lnTo>
                    <a:pt x="2062597" y="772193"/>
                  </a:lnTo>
                  <a:lnTo>
                    <a:pt x="2060336" y="772925"/>
                  </a:lnTo>
                  <a:lnTo>
                    <a:pt x="2060163" y="772982"/>
                  </a:lnTo>
                  <a:lnTo>
                    <a:pt x="2059641" y="773151"/>
                  </a:lnTo>
                  <a:lnTo>
                    <a:pt x="2058771" y="773433"/>
                  </a:lnTo>
                  <a:lnTo>
                    <a:pt x="2058250" y="773602"/>
                  </a:lnTo>
                  <a:lnTo>
                    <a:pt x="2054598" y="774786"/>
                  </a:lnTo>
                  <a:lnTo>
                    <a:pt x="2052685" y="775406"/>
                  </a:lnTo>
                  <a:lnTo>
                    <a:pt x="2050424" y="776139"/>
                  </a:lnTo>
                  <a:lnTo>
                    <a:pt x="2044338" y="778112"/>
                  </a:lnTo>
                  <a:lnTo>
                    <a:pt x="2043121" y="778507"/>
                  </a:lnTo>
                  <a:lnTo>
                    <a:pt x="2036860" y="780538"/>
                  </a:lnTo>
                  <a:lnTo>
                    <a:pt x="2035817" y="780876"/>
                  </a:lnTo>
                  <a:lnTo>
                    <a:pt x="2027470" y="783584"/>
                  </a:lnTo>
                  <a:lnTo>
                    <a:pt x="2026774" y="783810"/>
                  </a:lnTo>
                  <a:lnTo>
                    <a:pt x="2023818" y="784769"/>
                  </a:lnTo>
                  <a:lnTo>
                    <a:pt x="2019818" y="786067"/>
                  </a:lnTo>
                  <a:lnTo>
                    <a:pt x="2010950" y="788945"/>
                  </a:lnTo>
                  <a:lnTo>
                    <a:pt x="2007124" y="790187"/>
                  </a:lnTo>
                  <a:lnTo>
                    <a:pt x="2005907" y="790583"/>
                  </a:lnTo>
                  <a:lnTo>
                    <a:pt x="2003472" y="791373"/>
                  </a:lnTo>
                  <a:lnTo>
                    <a:pt x="2001733" y="791938"/>
                  </a:lnTo>
                  <a:lnTo>
                    <a:pt x="2001559" y="791994"/>
                  </a:lnTo>
                  <a:lnTo>
                    <a:pt x="1999820" y="792559"/>
                  </a:lnTo>
                  <a:lnTo>
                    <a:pt x="1998603" y="792954"/>
                  </a:lnTo>
                  <a:lnTo>
                    <a:pt x="1998429" y="793011"/>
                  </a:lnTo>
                  <a:lnTo>
                    <a:pt x="1998255" y="793067"/>
                  </a:lnTo>
                  <a:lnTo>
                    <a:pt x="1997907" y="793180"/>
                  </a:lnTo>
                  <a:lnTo>
                    <a:pt x="1997212" y="793406"/>
                  </a:lnTo>
                  <a:lnTo>
                    <a:pt x="1994255" y="794366"/>
                  </a:lnTo>
                  <a:lnTo>
                    <a:pt x="1990082" y="795722"/>
                  </a:lnTo>
                  <a:lnTo>
                    <a:pt x="1987300" y="796626"/>
                  </a:lnTo>
                  <a:lnTo>
                    <a:pt x="1983474" y="797869"/>
                  </a:lnTo>
                  <a:lnTo>
                    <a:pt x="1980865" y="798716"/>
                  </a:lnTo>
                  <a:lnTo>
                    <a:pt x="1977909" y="799677"/>
                  </a:lnTo>
                  <a:lnTo>
                    <a:pt x="1977561" y="799790"/>
                  </a:lnTo>
                  <a:lnTo>
                    <a:pt x="1974779" y="800694"/>
                  </a:lnTo>
                  <a:lnTo>
                    <a:pt x="1970431" y="802107"/>
                  </a:lnTo>
                  <a:lnTo>
                    <a:pt x="1964171" y="804142"/>
                  </a:lnTo>
                  <a:lnTo>
                    <a:pt x="1963128" y="804481"/>
                  </a:lnTo>
                  <a:lnTo>
                    <a:pt x="1962780" y="804594"/>
                  </a:lnTo>
                  <a:lnTo>
                    <a:pt x="1961910" y="804877"/>
                  </a:lnTo>
                  <a:lnTo>
                    <a:pt x="1960867" y="805216"/>
                  </a:lnTo>
                  <a:lnTo>
                    <a:pt x="1957389" y="806347"/>
                  </a:lnTo>
                  <a:lnTo>
                    <a:pt x="1955824" y="806856"/>
                  </a:lnTo>
                  <a:lnTo>
                    <a:pt x="1955650" y="806913"/>
                  </a:lnTo>
                  <a:lnTo>
                    <a:pt x="1953737" y="807535"/>
                  </a:lnTo>
                  <a:lnTo>
                    <a:pt x="1953563" y="807591"/>
                  </a:lnTo>
                  <a:lnTo>
                    <a:pt x="1949912" y="808779"/>
                  </a:lnTo>
                  <a:lnTo>
                    <a:pt x="1944173" y="810645"/>
                  </a:lnTo>
                  <a:lnTo>
                    <a:pt x="1938434" y="812512"/>
                  </a:lnTo>
                  <a:lnTo>
                    <a:pt x="1936869" y="813022"/>
                  </a:lnTo>
                  <a:lnTo>
                    <a:pt x="1936348" y="813191"/>
                  </a:lnTo>
                  <a:lnTo>
                    <a:pt x="1935130" y="813587"/>
                  </a:lnTo>
                  <a:lnTo>
                    <a:pt x="1931305" y="814832"/>
                  </a:lnTo>
                  <a:lnTo>
                    <a:pt x="1929739" y="815342"/>
                  </a:lnTo>
                  <a:lnTo>
                    <a:pt x="1927479" y="816078"/>
                  </a:lnTo>
                  <a:lnTo>
                    <a:pt x="1925566" y="816700"/>
                  </a:lnTo>
                  <a:lnTo>
                    <a:pt x="1924175" y="817153"/>
                  </a:lnTo>
                  <a:lnTo>
                    <a:pt x="1924001" y="817210"/>
                  </a:lnTo>
                  <a:lnTo>
                    <a:pt x="1923479" y="817379"/>
                  </a:lnTo>
                  <a:lnTo>
                    <a:pt x="1922436" y="817719"/>
                  </a:lnTo>
                  <a:lnTo>
                    <a:pt x="1921218" y="818115"/>
                  </a:lnTo>
                  <a:lnTo>
                    <a:pt x="1920175" y="818455"/>
                  </a:lnTo>
                  <a:lnTo>
                    <a:pt x="1918610" y="818964"/>
                  </a:lnTo>
                  <a:lnTo>
                    <a:pt x="1916523" y="819644"/>
                  </a:lnTo>
                  <a:lnTo>
                    <a:pt x="1913219" y="820720"/>
                  </a:lnTo>
                  <a:lnTo>
                    <a:pt x="1912871" y="820833"/>
                  </a:lnTo>
                  <a:lnTo>
                    <a:pt x="1909393" y="821965"/>
                  </a:lnTo>
                  <a:lnTo>
                    <a:pt x="1908698" y="822192"/>
                  </a:lnTo>
                  <a:lnTo>
                    <a:pt x="1907307" y="822645"/>
                  </a:lnTo>
                  <a:lnTo>
                    <a:pt x="1906785" y="822815"/>
                  </a:lnTo>
                  <a:lnTo>
                    <a:pt x="1905046" y="823381"/>
                  </a:lnTo>
                  <a:lnTo>
                    <a:pt x="1901220" y="824627"/>
                  </a:lnTo>
                  <a:lnTo>
                    <a:pt x="1899829" y="825081"/>
                  </a:lnTo>
                  <a:lnTo>
                    <a:pt x="1898786" y="825421"/>
                  </a:lnTo>
                  <a:lnTo>
                    <a:pt x="1888700" y="828707"/>
                  </a:lnTo>
                  <a:lnTo>
                    <a:pt x="1886439" y="829443"/>
                  </a:lnTo>
                  <a:lnTo>
                    <a:pt x="1886265" y="829500"/>
                  </a:lnTo>
                  <a:lnTo>
                    <a:pt x="1885743" y="829670"/>
                  </a:lnTo>
                  <a:lnTo>
                    <a:pt x="1884874" y="829953"/>
                  </a:lnTo>
                  <a:lnTo>
                    <a:pt x="1884352" y="830124"/>
                  </a:lnTo>
                  <a:lnTo>
                    <a:pt x="1880700" y="831314"/>
                  </a:lnTo>
                  <a:lnTo>
                    <a:pt x="1878788" y="831937"/>
                  </a:lnTo>
                  <a:lnTo>
                    <a:pt x="1876527" y="832674"/>
                  </a:lnTo>
                  <a:lnTo>
                    <a:pt x="1870440" y="834659"/>
                  </a:lnTo>
                  <a:lnTo>
                    <a:pt x="1869223" y="835055"/>
                  </a:lnTo>
                  <a:lnTo>
                    <a:pt x="1862963" y="837097"/>
                  </a:lnTo>
                  <a:lnTo>
                    <a:pt x="1861919" y="837437"/>
                  </a:lnTo>
                  <a:lnTo>
                    <a:pt x="1853572" y="840160"/>
                  </a:lnTo>
                  <a:lnTo>
                    <a:pt x="1852877" y="840387"/>
                  </a:lnTo>
                  <a:lnTo>
                    <a:pt x="1851138" y="840954"/>
                  </a:lnTo>
                  <a:lnTo>
                    <a:pt x="1850268" y="841238"/>
                  </a:lnTo>
                  <a:lnTo>
                    <a:pt x="1849921" y="841351"/>
                  </a:lnTo>
                  <a:lnTo>
                    <a:pt x="1845921" y="842656"/>
                  </a:lnTo>
                  <a:lnTo>
                    <a:pt x="1837052" y="845551"/>
                  </a:lnTo>
                  <a:lnTo>
                    <a:pt x="1833226" y="846799"/>
                  </a:lnTo>
                  <a:lnTo>
                    <a:pt x="1832009" y="847197"/>
                  </a:lnTo>
                  <a:lnTo>
                    <a:pt x="1829575" y="847992"/>
                  </a:lnTo>
                  <a:lnTo>
                    <a:pt x="1827836" y="848559"/>
                  </a:lnTo>
                  <a:lnTo>
                    <a:pt x="1827662" y="848616"/>
                  </a:lnTo>
                  <a:lnTo>
                    <a:pt x="1825923" y="849184"/>
                  </a:lnTo>
                  <a:lnTo>
                    <a:pt x="1824705" y="849581"/>
                  </a:lnTo>
                  <a:lnTo>
                    <a:pt x="1824532" y="849638"/>
                  </a:lnTo>
                  <a:lnTo>
                    <a:pt x="1824358" y="849695"/>
                  </a:lnTo>
                  <a:lnTo>
                    <a:pt x="1824010" y="849808"/>
                  </a:lnTo>
                  <a:lnTo>
                    <a:pt x="1823314" y="850036"/>
                  </a:lnTo>
                  <a:lnTo>
                    <a:pt x="1820358" y="851001"/>
                  </a:lnTo>
                  <a:lnTo>
                    <a:pt x="1816184" y="852364"/>
                  </a:lnTo>
                  <a:lnTo>
                    <a:pt x="1813402" y="853273"/>
                  </a:lnTo>
                  <a:lnTo>
                    <a:pt x="1809576" y="854522"/>
                  </a:lnTo>
                  <a:lnTo>
                    <a:pt x="1806968" y="855375"/>
                  </a:lnTo>
                  <a:lnTo>
                    <a:pt x="1804012" y="856340"/>
                  </a:lnTo>
                  <a:lnTo>
                    <a:pt x="1803664" y="856454"/>
                  </a:lnTo>
                  <a:lnTo>
                    <a:pt x="1802447" y="856852"/>
                  </a:lnTo>
                  <a:lnTo>
                    <a:pt x="1800881" y="857363"/>
                  </a:lnTo>
                  <a:lnTo>
                    <a:pt x="1796534" y="858784"/>
                  </a:lnTo>
                  <a:lnTo>
                    <a:pt x="1790274" y="860830"/>
                  </a:lnTo>
                  <a:lnTo>
                    <a:pt x="1789230" y="861171"/>
                  </a:lnTo>
                  <a:lnTo>
                    <a:pt x="1788883" y="861285"/>
                  </a:lnTo>
                  <a:lnTo>
                    <a:pt x="1788013" y="861569"/>
                  </a:lnTo>
                  <a:lnTo>
                    <a:pt x="1786970" y="861910"/>
                  </a:lnTo>
                  <a:lnTo>
                    <a:pt x="1783492" y="863047"/>
                  </a:lnTo>
                  <a:lnTo>
                    <a:pt x="1781927" y="863559"/>
                  </a:lnTo>
                  <a:lnTo>
                    <a:pt x="1781753" y="863616"/>
                  </a:lnTo>
                  <a:lnTo>
                    <a:pt x="1779840" y="864241"/>
                  </a:lnTo>
                  <a:lnTo>
                    <a:pt x="1779666" y="864298"/>
                  </a:lnTo>
                  <a:lnTo>
                    <a:pt x="1776014" y="865492"/>
                  </a:lnTo>
                  <a:lnTo>
                    <a:pt x="1770276" y="867369"/>
                  </a:lnTo>
                  <a:lnTo>
                    <a:pt x="1762972" y="869758"/>
                  </a:lnTo>
                  <a:lnTo>
                    <a:pt x="1762450" y="869929"/>
                  </a:lnTo>
                  <a:lnTo>
                    <a:pt x="1761233" y="870327"/>
                  </a:lnTo>
                  <a:lnTo>
                    <a:pt x="1757407" y="871579"/>
                  </a:lnTo>
                  <a:lnTo>
                    <a:pt x="1755842" y="872091"/>
                  </a:lnTo>
                  <a:lnTo>
                    <a:pt x="1753581" y="872830"/>
                  </a:lnTo>
                  <a:lnTo>
                    <a:pt x="1751668" y="873456"/>
                  </a:lnTo>
                  <a:lnTo>
                    <a:pt x="1750277" y="873912"/>
                  </a:lnTo>
                  <a:lnTo>
                    <a:pt x="1750103" y="873969"/>
                  </a:lnTo>
                  <a:lnTo>
                    <a:pt x="1749582" y="874139"/>
                  </a:lnTo>
                  <a:lnTo>
                    <a:pt x="1748538" y="874481"/>
                  </a:lnTo>
                  <a:lnTo>
                    <a:pt x="1747321" y="874879"/>
                  </a:lnTo>
                  <a:lnTo>
                    <a:pt x="1746278" y="875221"/>
                  </a:lnTo>
                  <a:lnTo>
                    <a:pt x="1744713" y="875733"/>
                  </a:lnTo>
                  <a:lnTo>
                    <a:pt x="1742626" y="876416"/>
                  </a:lnTo>
                  <a:lnTo>
                    <a:pt x="1739322" y="877498"/>
                  </a:lnTo>
                  <a:lnTo>
                    <a:pt x="1738974" y="877612"/>
                  </a:lnTo>
                  <a:lnTo>
                    <a:pt x="1735496" y="878750"/>
                  </a:lnTo>
                  <a:lnTo>
                    <a:pt x="1734800" y="878978"/>
                  </a:lnTo>
                  <a:lnTo>
                    <a:pt x="1733409" y="879434"/>
                  </a:lnTo>
                  <a:lnTo>
                    <a:pt x="1732888" y="879605"/>
                  </a:lnTo>
                  <a:lnTo>
                    <a:pt x="1731149" y="880174"/>
                  </a:lnTo>
                  <a:lnTo>
                    <a:pt x="1727323" y="881427"/>
                  </a:lnTo>
                  <a:lnTo>
                    <a:pt x="1725932" y="881883"/>
                  </a:lnTo>
                  <a:lnTo>
                    <a:pt x="1724888" y="882224"/>
                  </a:lnTo>
                  <a:lnTo>
                    <a:pt x="1714802" y="885528"/>
                  </a:lnTo>
                  <a:lnTo>
                    <a:pt x="1712542" y="886269"/>
                  </a:lnTo>
                  <a:lnTo>
                    <a:pt x="1712368" y="886326"/>
                  </a:lnTo>
                  <a:lnTo>
                    <a:pt x="1711846" y="886497"/>
                  </a:lnTo>
                  <a:lnTo>
                    <a:pt x="1710976" y="886782"/>
                  </a:lnTo>
                  <a:lnTo>
                    <a:pt x="1710455" y="886953"/>
                  </a:lnTo>
                  <a:lnTo>
                    <a:pt x="1706803" y="888150"/>
                  </a:lnTo>
                  <a:lnTo>
                    <a:pt x="1704890" y="888776"/>
                  </a:lnTo>
                  <a:lnTo>
                    <a:pt x="1702629" y="889517"/>
                  </a:lnTo>
                  <a:lnTo>
                    <a:pt x="1696543" y="891512"/>
                  </a:lnTo>
                  <a:lnTo>
                    <a:pt x="1695326" y="891912"/>
                  </a:lnTo>
                  <a:lnTo>
                    <a:pt x="1689065" y="893964"/>
                  </a:lnTo>
                  <a:lnTo>
                    <a:pt x="1688022" y="894306"/>
                  </a:lnTo>
                  <a:lnTo>
                    <a:pt x="1679675" y="897044"/>
                  </a:lnTo>
                  <a:lnTo>
                    <a:pt x="1678979" y="897272"/>
                  </a:lnTo>
                  <a:lnTo>
                    <a:pt x="1677240" y="897842"/>
                  </a:lnTo>
                  <a:lnTo>
                    <a:pt x="1676371" y="898127"/>
                  </a:lnTo>
                  <a:lnTo>
                    <a:pt x="1676023" y="898241"/>
                  </a:lnTo>
                  <a:lnTo>
                    <a:pt x="1672023" y="899554"/>
                  </a:lnTo>
                  <a:lnTo>
                    <a:pt x="1663155" y="902464"/>
                  </a:lnTo>
                  <a:lnTo>
                    <a:pt x="1659329" y="903719"/>
                  </a:lnTo>
                  <a:lnTo>
                    <a:pt x="1658112" y="904119"/>
                  </a:lnTo>
                  <a:lnTo>
                    <a:pt x="1655677" y="904918"/>
                  </a:lnTo>
                  <a:lnTo>
                    <a:pt x="1653938" y="905489"/>
                  </a:lnTo>
                  <a:lnTo>
                    <a:pt x="1653764" y="905546"/>
                  </a:lnTo>
                  <a:lnTo>
                    <a:pt x="1652025" y="906116"/>
                  </a:lnTo>
                  <a:lnTo>
                    <a:pt x="1650808" y="906516"/>
                  </a:lnTo>
                  <a:lnTo>
                    <a:pt x="1650634" y="906573"/>
                  </a:lnTo>
                  <a:lnTo>
                    <a:pt x="1650460" y="906630"/>
                  </a:lnTo>
                  <a:lnTo>
                    <a:pt x="1650112" y="906744"/>
                  </a:lnTo>
                  <a:lnTo>
                    <a:pt x="1649417" y="906973"/>
                  </a:lnTo>
                  <a:lnTo>
                    <a:pt x="1646461" y="907943"/>
                  </a:lnTo>
                  <a:lnTo>
                    <a:pt x="1642287" y="909314"/>
                  </a:lnTo>
                  <a:lnTo>
                    <a:pt x="1639505" y="910227"/>
                  </a:lnTo>
                  <a:lnTo>
                    <a:pt x="1635679" y="911484"/>
                  </a:lnTo>
                  <a:lnTo>
                    <a:pt x="1633070" y="912341"/>
                  </a:lnTo>
                  <a:lnTo>
                    <a:pt x="1630114" y="913312"/>
                  </a:lnTo>
                  <a:lnTo>
                    <a:pt x="1629766" y="913426"/>
                  </a:lnTo>
                  <a:lnTo>
                    <a:pt x="1628549" y="913826"/>
                  </a:lnTo>
                  <a:lnTo>
                    <a:pt x="1626984" y="914340"/>
                  </a:lnTo>
                  <a:lnTo>
                    <a:pt x="1622637" y="915768"/>
                  </a:lnTo>
                  <a:lnTo>
                    <a:pt x="1616376" y="917825"/>
                  </a:lnTo>
                  <a:lnTo>
                    <a:pt x="1615333" y="918168"/>
                  </a:lnTo>
                  <a:lnTo>
                    <a:pt x="1614985" y="918283"/>
                  </a:lnTo>
                  <a:lnTo>
                    <a:pt x="1614116" y="918568"/>
                  </a:lnTo>
                  <a:lnTo>
                    <a:pt x="1613072" y="918911"/>
                  </a:lnTo>
                  <a:lnTo>
                    <a:pt x="1609594" y="920054"/>
                  </a:lnTo>
                  <a:lnTo>
                    <a:pt x="1608029" y="920569"/>
                  </a:lnTo>
                  <a:lnTo>
                    <a:pt x="1605942" y="921255"/>
                  </a:lnTo>
                  <a:lnTo>
                    <a:pt x="1605769" y="921312"/>
                  </a:lnTo>
                  <a:lnTo>
                    <a:pt x="1602117" y="922513"/>
                  </a:lnTo>
                  <a:lnTo>
                    <a:pt x="1596378" y="924399"/>
                  </a:lnTo>
                  <a:lnTo>
                    <a:pt x="1590639" y="926287"/>
                  </a:lnTo>
                  <a:lnTo>
                    <a:pt x="1589074" y="926801"/>
                  </a:lnTo>
                  <a:lnTo>
                    <a:pt x="1588553" y="926973"/>
                  </a:lnTo>
                  <a:lnTo>
                    <a:pt x="1587335" y="927373"/>
                  </a:lnTo>
                  <a:lnTo>
                    <a:pt x="1583510" y="928632"/>
                  </a:lnTo>
                  <a:lnTo>
                    <a:pt x="1581945" y="929147"/>
                  </a:lnTo>
                  <a:lnTo>
                    <a:pt x="1579684" y="929890"/>
                  </a:lnTo>
                  <a:lnTo>
                    <a:pt x="1577771" y="930520"/>
                  </a:lnTo>
                  <a:lnTo>
                    <a:pt x="1576380" y="930977"/>
                  </a:lnTo>
                  <a:lnTo>
                    <a:pt x="1576206" y="931035"/>
                  </a:lnTo>
                  <a:lnTo>
                    <a:pt x="1575684" y="931206"/>
                  </a:lnTo>
                  <a:lnTo>
                    <a:pt x="1574641" y="931550"/>
                  </a:lnTo>
                  <a:lnTo>
                    <a:pt x="1573424" y="931950"/>
                  </a:lnTo>
                  <a:lnTo>
                    <a:pt x="1572380" y="932294"/>
                  </a:lnTo>
                  <a:lnTo>
                    <a:pt x="1570815" y="932809"/>
                  </a:lnTo>
                  <a:lnTo>
                    <a:pt x="1568728" y="933495"/>
                  </a:lnTo>
                  <a:lnTo>
                    <a:pt x="1565424" y="934583"/>
                  </a:lnTo>
                  <a:lnTo>
                    <a:pt x="1565077" y="934697"/>
                  </a:lnTo>
                  <a:lnTo>
                    <a:pt x="1561599" y="935842"/>
                  </a:lnTo>
                  <a:lnTo>
                    <a:pt x="1560903" y="936071"/>
                  </a:lnTo>
                  <a:lnTo>
                    <a:pt x="1559512" y="936529"/>
                  </a:lnTo>
                  <a:lnTo>
                    <a:pt x="1558990" y="936701"/>
                  </a:lnTo>
                  <a:lnTo>
                    <a:pt x="1557251" y="937273"/>
                  </a:lnTo>
                  <a:lnTo>
                    <a:pt x="1553425" y="938533"/>
                  </a:lnTo>
                  <a:lnTo>
                    <a:pt x="1552034" y="938991"/>
                  </a:lnTo>
                  <a:lnTo>
                    <a:pt x="1550991" y="939334"/>
                  </a:lnTo>
                  <a:lnTo>
                    <a:pt x="1540905" y="942656"/>
                  </a:lnTo>
                  <a:lnTo>
                    <a:pt x="1538644" y="943401"/>
                  </a:lnTo>
                  <a:lnTo>
                    <a:pt x="1538470" y="943458"/>
                  </a:lnTo>
                  <a:lnTo>
                    <a:pt x="1537949" y="943630"/>
                  </a:lnTo>
                  <a:lnTo>
                    <a:pt x="1537079" y="943916"/>
                  </a:lnTo>
                  <a:lnTo>
                    <a:pt x="1536557" y="944088"/>
                  </a:lnTo>
                  <a:lnTo>
                    <a:pt x="1532905" y="945291"/>
                  </a:lnTo>
                  <a:lnTo>
                    <a:pt x="1530993" y="945922"/>
                  </a:lnTo>
                  <a:lnTo>
                    <a:pt x="1528732" y="946666"/>
                  </a:lnTo>
                  <a:lnTo>
                    <a:pt x="1522646" y="948672"/>
                  </a:lnTo>
                  <a:lnTo>
                    <a:pt x="1521428" y="949073"/>
                  </a:lnTo>
                  <a:lnTo>
                    <a:pt x="1515168" y="951137"/>
                  </a:lnTo>
                  <a:lnTo>
                    <a:pt x="1514125" y="951481"/>
                  </a:lnTo>
                  <a:lnTo>
                    <a:pt x="1505777" y="954233"/>
                  </a:lnTo>
                  <a:lnTo>
                    <a:pt x="1505082" y="954462"/>
                  </a:lnTo>
                  <a:lnTo>
                    <a:pt x="1503343" y="955035"/>
                  </a:lnTo>
                  <a:lnTo>
                    <a:pt x="1502473" y="955322"/>
                  </a:lnTo>
                  <a:lnTo>
                    <a:pt x="1502126" y="955437"/>
                  </a:lnTo>
                  <a:lnTo>
                    <a:pt x="1498126" y="956756"/>
                  </a:lnTo>
                  <a:lnTo>
                    <a:pt x="1489257" y="959681"/>
                  </a:lnTo>
                  <a:lnTo>
                    <a:pt x="1485431" y="960943"/>
                  </a:lnTo>
                  <a:lnTo>
                    <a:pt x="1484214" y="961345"/>
                  </a:lnTo>
                  <a:lnTo>
                    <a:pt x="1481780" y="962148"/>
                  </a:lnTo>
                  <a:lnTo>
                    <a:pt x="1480041" y="962722"/>
                  </a:lnTo>
                  <a:lnTo>
                    <a:pt x="1479867" y="962779"/>
                  </a:lnTo>
                  <a:lnTo>
                    <a:pt x="1478128" y="963353"/>
                  </a:lnTo>
                  <a:lnTo>
                    <a:pt x="1476911" y="963755"/>
                  </a:lnTo>
                  <a:lnTo>
                    <a:pt x="1476737" y="963812"/>
                  </a:lnTo>
                  <a:lnTo>
                    <a:pt x="1476563" y="963870"/>
                  </a:lnTo>
                  <a:lnTo>
                    <a:pt x="1476215" y="963985"/>
                  </a:lnTo>
                  <a:lnTo>
                    <a:pt x="1475519" y="964214"/>
                  </a:lnTo>
                  <a:lnTo>
                    <a:pt x="1472563" y="965190"/>
                  </a:lnTo>
                  <a:lnTo>
                    <a:pt x="1468390" y="966567"/>
                  </a:lnTo>
                  <a:lnTo>
                    <a:pt x="1465607" y="967486"/>
                  </a:lnTo>
                  <a:lnTo>
                    <a:pt x="1461781" y="968749"/>
                  </a:lnTo>
                  <a:lnTo>
                    <a:pt x="1459173" y="969610"/>
                  </a:lnTo>
                  <a:lnTo>
                    <a:pt x="1456217" y="970586"/>
                  </a:lnTo>
                  <a:lnTo>
                    <a:pt x="1455869" y="970701"/>
                  </a:lnTo>
                  <a:lnTo>
                    <a:pt x="1453087" y="971620"/>
                  </a:lnTo>
                  <a:lnTo>
                    <a:pt x="1448739" y="973056"/>
                  </a:lnTo>
                  <a:lnTo>
                    <a:pt x="1442479" y="975124"/>
                  </a:lnTo>
                  <a:lnTo>
                    <a:pt x="1441435" y="975468"/>
                  </a:lnTo>
                  <a:lnTo>
                    <a:pt x="1441088" y="975583"/>
                  </a:lnTo>
                  <a:lnTo>
                    <a:pt x="1440218" y="975870"/>
                  </a:lnTo>
                  <a:lnTo>
                    <a:pt x="1439175" y="976215"/>
                  </a:lnTo>
                  <a:lnTo>
                    <a:pt x="1435697" y="977364"/>
                  </a:lnTo>
                  <a:lnTo>
                    <a:pt x="1434132" y="977881"/>
                  </a:lnTo>
                  <a:lnTo>
                    <a:pt x="1433958" y="977939"/>
                  </a:lnTo>
                  <a:lnTo>
                    <a:pt x="1432045" y="978571"/>
                  </a:lnTo>
                  <a:lnTo>
                    <a:pt x="1431871" y="978628"/>
                  </a:lnTo>
                  <a:lnTo>
                    <a:pt x="1428219" y="979835"/>
                  </a:lnTo>
                  <a:lnTo>
                    <a:pt x="1422481" y="981732"/>
                  </a:lnTo>
                  <a:lnTo>
                    <a:pt x="1416742" y="983629"/>
                  </a:lnTo>
                  <a:lnTo>
                    <a:pt x="1415177" y="984146"/>
                  </a:lnTo>
                  <a:lnTo>
                    <a:pt x="1414655" y="984319"/>
                  </a:lnTo>
                  <a:lnTo>
                    <a:pt x="1413438" y="984721"/>
                  </a:lnTo>
                  <a:lnTo>
                    <a:pt x="1409612" y="985986"/>
                  </a:lnTo>
                  <a:lnTo>
                    <a:pt x="1408047" y="986504"/>
                  </a:lnTo>
                  <a:lnTo>
                    <a:pt x="1405786" y="987251"/>
                  </a:lnTo>
                  <a:lnTo>
                    <a:pt x="1403874" y="987884"/>
                  </a:lnTo>
                  <a:lnTo>
                    <a:pt x="1402482" y="988344"/>
                  </a:lnTo>
                  <a:lnTo>
                    <a:pt x="1402309" y="988402"/>
                  </a:lnTo>
                  <a:lnTo>
                    <a:pt x="1401787" y="988574"/>
                  </a:lnTo>
                  <a:lnTo>
                    <a:pt x="1400743" y="988919"/>
                  </a:lnTo>
                  <a:lnTo>
                    <a:pt x="1399526" y="989322"/>
                  </a:lnTo>
                  <a:lnTo>
                    <a:pt x="1398483" y="989667"/>
                  </a:lnTo>
                  <a:lnTo>
                    <a:pt x="1396918" y="990185"/>
                  </a:lnTo>
                  <a:lnTo>
                    <a:pt x="1394831" y="990875"/>
                  </a:lnTo>
                  <a:lnTo>
                    <a:pt x="1391527" y="991968"/>
                  </a:lnTo>
                  <a:lnTo>
                    <a:pt x="1391179" y="992083"/>
                  </a:lnTo>
                  <a:lnTo>
                    <a:pt x="1387701" y="993234"/>
                  </a:lnTo>
                  <a:lnTo>
                    <a:pt x="1387006" y="993464"/>
                  </a:lnTo>
                  <a:lnTo>
                    <a:pt x="1385614" y="993924"/>
                  </a:lnTo>
                  <a:lnTo>
                    <a:pt x="1385093" y="994097"/>
                  </a:lnTo>
                  <a:lnTo>
                    <a:pt x="1383354" y="994672"/>
                  </a:lnTo>
                  <a:lnTo>
                    <a:pt x="1379528" y="995939"/>
                  </a:lnTo>
                  <a:lnTo>
                    <a:pt x="1378137" y="996399"/>
                  </a:lnTo>
                  <a:lnTo>
                    <a:pt x="1377093" y="996744"/>
                  </a:lnTo>
                  <a:lnTo>
                    <a:pt x="1367007" y="1000083"/>
                  </a:lnTo>
                  <a:lnTo>
                    <a:pt x="1364747" y="1000831"/>
                  </a:lnTo>
                  <a:lnTo>
                    <a:pt x="1364573" y="1000889"/>
                  </a:lnTo>
                  <a:lnTo>
                    <a:pt x="1364051" y="1001062"/>
                  </a:lnTo>
                  <a:lnTo>
                    <a:pt x="1363182" y="1001350"/>
                  </a:lnTo>
                  <a:lnTo>
                    <a:pt x="1362660" y="1001522"/>
                  </a:lnTo>
                  <a:lnTo>
                    <a:pt x="1359008" y="1002732"/>
                  </a:lnTo>
                  <a:lnTo>
                    <a:pt x="1357095" y="1003365"/>
                  </a:lnTo>
                  <a:lnTo>
                    <a:pt x="1354835" y="1004114"/>
                  </a:lnTo>
                  <a:lnTo>
                    <a:pt x="1348748" y="1006130"/>
                  </a:lnTo>
                  <a:lnTo>
                    <a:pt x="1341271" y="1008607"/>
                  </a:lnTo>
                  <a:lnTo>
                    <a:pt x="1340227" y="1008953"/>
                  </a:lnTo>
                  <a:lnTo>
                    <a:pt x="1331880" y="1011719"/>
                  </a:lnTo>
                  <a:lnTo>
                    <a:pt x="1331184" y="1011949"/>
                  </a:lnTo>
                  <a:lnTo>
                    <a:pt x="1329445" y="1012525"/>
                  </a:lnTo>
                  <a:lnTo>
                    <a:pt x="1328576" y="1012814"/>
                  </a:lnTo>
                  <a:lnTo>
                    <a:pt x="1328228" y="1012929"/>
                  </a:lnTo>
                  <a:lnTo>
                    <a:pt x="1324229" y="1014255"/>
                  </a:lnTo>
                  <a:lnTo>
                    <a:pt x="1315360" y="1017195"/>
                  </a:lnTo>
                  <a:lnTo>
                    <a:pt x="1311534" y="1018463"/>
                  </a:lnTo>
                  <a:lnTo>
                    <a:pt x="1310317" y="1018867"/>
                  </a:lnTo>
                  <a:lnTo>
                    <a:pt x="1307882" y="1019674"/>
                  </a:lnTo>
                  <a:lnTo>
                    <a:pt x="1306143" y="1020251"/>
                  </a:lnTo>
                  <a:lnTo>
                    <a:pt x="1305969" y="1020309"/>
                  </a:lnTo>
                  <a:lnTo>
                    <a:pt x="1304230" y="1020885"/>
                  </a:lnTo>
                  <a:lnTo>
                    <a:pt x="1303013" y="1021289"/>
                  </a:lnTo>
                  <a:lnTo>
                    <a:pt x="1302839" y="1021347"/>
                  </a:lnTo>
                  <a:lnTo>
                    <a:pt x="1302665" y="1021405"/>
                  </a:lnTo>
                  <a:lnTo>
                    <a:pt x="1302317" y="1021520"/>
                  </a:lnTo>
                  <a:lnTo>
                    <a:pt x="1301622" y="1021751"/>
                  </a:lnTo>
                  <a:lnTo>
                    <a:pt x="1298666" y="1022731"/>
                  </a:lnTo>
                  <a:lnTo>
                    <a:pt x="1294492" y="1024116"/>
                  </a:lnTo>
                  <a:lnTo>
                    <a:pt x="1291710" y="1025039"/>
                  </a:lnTo>
                  <a:lnTo>
                    <a:pt x="1287884" y="1026308"/>
                  </a:lnTo>
                  <a:lnTo>
                    <a:pt x="1285276" y="1027174"/>
                  </a:lnTo>
                  <a:lnTo>
                    <a:pt x="1282319" y="1028155"/>
                  </a:lnTo>
                  <a:lnTo>
                    <a:pt x="1281971" y="1028270"/>
                  </a:lnTo>
                  <a:lnTo>
                    <a:pt x="1280754" y="1028674"/>
                  </a:lnTo>
                  <a:lnTo>
                    <a:pt x="1279189" y="1029194"/>
                  </a:lnTo>
                  <a:lnTo>
                    <a:pt x="1274842" y="1030637"/>
                  </a:lnTo>
                  <a:lnTo>
                    <a:pt x="1268581" y="1032715"/>
                  </a:lnTo>
                  <a:lnTo>
                    <a:pt x="1267538" y="1033061"/>
                  </a:lnTo>
                  <a:lnTo>
                    <a:pt x="1267190" y="1033177"/>
                  </a:lnTo>
                  <a:lnTo>
                    <a:pt x="1266321" y="1033465"/>
                  </a:lnTo>
                  <a:lnTo>
                    <a:pt x="1265277" y="1033812"/>
                  </a:lnTo>
                  <a:lnTo>
                    <a:pt x="1261799" y="1034967"/>
                  </a:lnTo>
                  <a:lnTo>
                    <a:pt x="1260234" y="1035486"/>
                  </a:lnTo>
                  <a:lnTo>
                    <a:pt x="1260060" y="1035544"/>
                  </a:lnTo>
                  <a:lnTo>
                    <a:pt x="1258148" y="1036179"/>
                  </a:lnTo>
                  <a:lnTo>
                    <a:pt x="1257974" y="1036237"/>
                  </a:lnTo>
                  <a:lnTo>
                    <a:pt x="1254322" y="1037450"/>
                  </a:lnTo>
                  <a:lnTo>
                    <a:pt x="1248583" y="1039356"/>
                  </a:lnTo>
                  <a:lnTo>
                    <a:pt x="1242845" y="1041262"/>
                  </a:lnTo>
                  <a:lnTo>
                    <a:pt x="1241279" y="1041782"/>
                  </a:lnTo>
                  <a:lnTo>
                    <a:pt x="1240758" y="1041956"/>
                  </a:lnTo>
                  <a:lnTo>
                    <a:pt x="1239541" y="1042360"/>
                  </a:lnTo>
                  <a:lnTo>
                    <a:pt x="1235715" y="1043631"/>
                  </a:lnTo>
                  <a:lnTo>
                    <a:pt x="1234150" y="1044152"/>
                  </a:lnTo>
                  <a:lnTo>
                    <a:pt x="1231889" y="1044903"/>
                  </a:lnTo>
                  <a:lnTo>
                    <a:pt x="1229976" y="1045539"/>
                  </a:lnTo>
                  <a:lnTo>
                    <a:pt x="1228585" y="1046001"/>
                  </a:lnTo>
                  <a:lnTo>
                    <a:pt x="1228411" y="1046059"/>
                  </a:lnTo>
                  <a:lnTo>
                    <a:pt x="1227889" y="1046232"/>
                  </a:lnTo>
                  <a:lnTo>
                    <a:pt x="1226846" y="1046579"/>
                  </a:lnTo>
                  <a:lnTo>
                    <a:pt x="1225629" y="1046983"/>
                  </a:lnTo>
                  <a:lnTo>
                    <a:pt x="1224585" y="1047330"/>
                  </a:lnTo>
                  <a:lnTo>
                    <a:pt x="1223020" y="1047851"/>
                  </a:lnTo>
                  <a:lnTo>
                    <a:pt x="1220933" y="1048544"/>
                  </a:lnTo>
                  <a:lnTo>
                    <a:pt x="1217629" y="1049643"/>
                  </a:lnTo>
                  <a:lnTo>
                    <a:pt x="1217282" y="1049758"/>
                  </a:lnTo>
                  <a:lnTo>
                    <a:pt x="1213804" y="1050915"/>
                  </a:lnTo>
                  <a:lnTo>
                    <a:pt x="1213108" y="1051146"/>
                  </a:lnTo>
                  <a:lnTo>
                    <a:pt x="1211717" y="1051608"/>
                  </a:lnTo>
                  <a:lnTo>
                    <a:pt x="1211195" y="1051782"/>
                  </a:lnTo>
                  <a:lnTo>
                    <a:pt x="1209456" y="1052360"/>
                  </a:lnTo>
                  <a:lnTo>
                    <a:pt x="1205631" y="1053632"/>
                  </a:lnTo>
                  <a:lnTo>
                    <a:pt x="1204239" y="1054095"/>
                  </a:lnTo>
                  <a:lnTo>
                    <a:pt x="1203196" y="1054442"/>
                  </a:lnTo>
                  <a:lnTo>
                    <a:pt x="1193110" y="1057797"/>
                  </a:lnTo>
                  <a:lnTo>
                    <a:pt x="1190849" y="1058549"/>
                  </a:lnTo>
                  <a:lnTo>
                    <a:pt x="1190675" y="1058607"/>
                  </a:lnTo>
                  <a:lnTo>
                    <a:pt x="1190154" y="1058781"/>
                  </a:lnTo>
                  <a:lnTo>
                    <a:pt x="1189284" y="1059070"/>
                  </a:lnTo>
                  <a:lnTo>
                    <a:pt x="1188762" y="1059244"/>
                  </a:lnTo>
                  <a:lnTo>
                    <a:pt x="1185111" y="1060459"/>
                  </a:lnTo>
                  <a:lnTo>
                    <a:pt x="1183198" y="1061095"/>
                  </a:lnTo>
                  <a:lnTo>
                    <a:pt x="1180937" y="1061848"/>
                  </a:lnTo>
                  <a:lnTo>
                    <a:pt x="1174851" y="1063873"/>
                  </a:lnTo>
                  <a:lnTo>
                    <a:pt x="1173633" y="1064278"/>
                  </a:lnTo>
                  <a:lnTo>
                    <a:pt x="1167373" y="1066362"/>
                  </a:lnTo>
                  <a:lnTo>
                    <a:pt x="1166330" y="1066710"/>
                  </a:lnTo>
                  <a:lnTo>
                    <a:pt x="1157983" y="1069489"/>
                  </a:lnTo>
                  <a:lnTo>
                    <a:pt x="1157287" y="1069721"/>
                  </a:lnTo>
                  <a:lnTo>
                    <a:pt x="1155548" y="1070300"/>
                  </a:lnTo>
                  <a:lnTo>
                    <a:pt x="1154679" y="1070589"/>
                  </a:lnTo>
                  <a:lnTo>
                    <a:pt x="1154331" y="1070705"/>
                  </a:lnTo>
                  <a:lnTo>
                    <a:pt x="1150331" y="1072037"/>
                  </a:lnTo>
                  <a:lnTo>
                    <a:pt x="1141462" y="1074991"/>
                  </a:lnTo>
                  <a:lnTo>
                    <a:pt x="1137637" y="1076266"/>
                  </a:lnTo>
                  <a:lnTo>
                    <a:pt x="1136419" y="1076672"/>
                  </a:lnTo>
                  <a:lnTo>
                    <a:pt x="1133985" y="1077483"/>
                  </a:lnTo>
                  <a:lnTo>
                    <a:pt x="1132246" y="1078062"/>
                  </a:lnTo>
                  <a:lnTo>
                    <a:pt x="1132072" y="1078120"/>
                  </a:lnTo>
                  <a:lnTo>
                    <a:pt x="1130333" y="1078700"/>
                  </a:lnTo>
                  <a:lnTo>
                    <a:pt x="1129116" y="1079105"/>
                  </a:lnTo>
                  <a:lnTo>
                    <a:pt x="1128942" y="1079163"/>
                  </a:lnTo>
                  <a:lnTo>
                    <a:pt x="1128768" y="1079221"/>
                  </a:lnTo>
                  <a:lnTo>
                    <a:pt x="1128420" y="1079337"/>
                  </a:lnTo>
                  <a:lnTo>
                    <a:pt x="1127724" y="1079569"/>
                  </a:lnTo>
                  <a:lnTo>
                    <a:pt x="1124768" y="1080554"/>
                  </a:lnTo>
                  <a:lnTo>
                    <a:pt x="1120595" y="1081945"/>
                  </a:lnTo>
                  <a:lnTo>
                    <a:pt x="1117812" y="1082873"/>
                  </a:lnTo>
                  <a:lnTo>
                    <a:pt x="1113987" y="1084148"/>
                  </a:lnTo>
                  <a:lnTo>
                    <a:pt x="1111378" y="1085018"/>
                  </a:lnTo>
                  <a:lnTo>
                    <a:pt x="1108422" y="1086003"/>
                  </a:lnTo>
                  <a:lnTo>
                    <a:pt x="1108074" y="1086119"/>
                  </a:lnTo>
                  <a:lnTo>
                    <a:pt x="1106857" y="1086525"/>
                  </a:lnTo>
                  <a:lnTo>
                    <a:pt x="1105292" y="1087047"/>
                  </a:lnTo>
                  <a:lnTo>
                    <a:pt x="1100944" y="1088497"/>
                  </a:lnTo>
                  <a:lnTo>
                    <a:pt x="1094684" y="1090585"/>
                  </a:lnTo>
                  <a:lnTo>
                    <a:pt x="1093641" y="1090933"/>
                  </a:lnTo>
                  <a:lnTo>
                    <a:pt x="1093293" y="1091049"/>
                  </a:lnTo>
                  <a:lnTo>
                    <a:pt x="1092423" y="1091339"/>
                  </a:lnTo>
                  <a:lnTo>
                    <a:pt x="1091380" y="1091687"/>
                  </a:lnTo>
                  <a:lnTo>
                    <a:pt x="1087902" y="1092847"/>
                  </a:lnTo>
                  <a:lnTo>
                    <a:pt x="1086337" y="1093369"/>
                  </a:lnTo>
                  <a:lnTo>
                    <a:pt x="1086163" y="1093427"/>
                  </a:lnTo>
                  <a:lnTo>
                    <a:pt x="1084250" y="1094066"/>
                  </a:lnTo>
                  <a:lnTo>
                    <a:pt x="1084076" y="1094124"/>
                  </a:lnTo>
                  <a:lnTo>
                    <a:pt x="1080424" y="1095342"/>
                  </a:lnTo>
                  <a:lnTo>
                    <a:pt x="1074686" y="1097257"/>
                  </a:lnTo>
                  <a:lnTo>
                    <a:pt x="1068947" y="1099172"/>
                  </a:lnTo>
                  <a:lnTo>
                    <a:pt x="1067382" y="1099695"/>
                  </a:lnTo>
                  <a:lnTo>
                    <a:pt x="1066860" y="1099869"/>
                  </a:lnTo>
                  <a:lnTo>
                    <a:pt x="1065643" y="1100275"/>
                  </a:lnTo>
                  <a:lnTo>
                    <a:pt x="1061817" y="1101552"/>
                  </a:lnTo>
                  <a:lnTo>
                    <a:pt x="1060252" y="1102075"/>
                  </a:lnTo>
                  <a:lnTo>
                    <a:pt x="1056079" y="1103468"/>
                  </a:lnTo>
                  <a:lnTo>
                    <a:pt x="1054688" y="1103933"/>
                  </a:lnTo>
                  <a:lnTo>
                    <a:pt x="1054514" y="1103991"/>
                  </a:lnTo>
                  <a:lnTo>
                    <a:pt x="1053992" y="1104165"/>
                  </a:lnTo>
                  <a:lnTo>
                    <a:pt x="1052949" y="1104513"/>
                  </a:lnTo>
                  <a:lnTo>
                    <a:pt x="1051731" y="1104920"/>
                  </a:lnTo>
                  <a:lnTo>
                    <a:pt x="1050688" y="1105268"/>
                  </a:lnTo>
                  <a:lnTo>
                    <a:pt x="1049123" y="1105791"/>
                  </a:lnTo>
                  <a:lnTo>
                    <a:pt x="1047036" y="1106488"/>
                  </a:lnTo>
                  <a:lnTo>
                    <a:pt x="1043732" y="1107591"/>
                  </a:lnTo>
                  <a:lnTo>
                    <a:pt x="1043384" y="1107707"/>
                  </a:lnTo>
                  <a:lnTo>
                    <a:pt x="1039906" y="1108869"/>
                  </a:lnTo>
                  <a:lnTo>
                    <a:pt x="1039211" y="1109101"/>
                  </a:lnTo>
                  <a:lnTo>
                    <a:pt x="1037819" y="1109566"/>
                  </a:lnTo>
                  <a:lnTo>
                    <a:pt x="1037298" y="1109740"/>
                  </a:lnTo>
                  <a:lnTo>
                    <a:pt x="1035559" y="1110321"/>
                  </a:lnTo>
                  <a:lnTo>
                    <a:pt x="1031733" y="1111599"/>
                  </a:lnTo>
                  <a:lnTo>
                    <a:pt x="1030342" y="1112064"/>
                  </a:lnTo>
                  <a:lnTo>
                    <a:pt x="1029298" y="1112413"/>
                  </a:lnTo>
                  <a:lnTo>
                    <a:pt x="1019212" y="1115783"/>
                  </a:lnTo>
                  <a:lnTo>
                    <a:pt x="1016952" y="1116538"/>
                  </a:lnTo>
                  <a:lnTo>
                    <a:pt x="1016778" y="1116597"/>
                  </a:lnTo>
                  <a:lnTo>
                    <a:pt x="1016256" y="1116771"/>
                  </a:lnTo>
                  <a:lnTo>
                    <a:pt x="1015387" y="1117062"/>
                  </a:lnTo>
                  <a:lnTo>
                    <a:pt x="1014865" y="1117236"/>
                  </a:lnTo>
                  <a:lnTo>
                    <a:pt x="1011213" y="1118457"/>
                  </a:lnTo>
                  <a:lnTo>
                    <a:pt x="1009300" y="1119096"/>
                  </a:lnTo>
                  <a:lnTo>
                    <a:pt x="1007040" y="1119852"/>
                  </a:lnTo>
                  <a:lnTo>
                    <a:pt x="1000953" y="1121886"/>
                  </a:lnTo>
                  <a:lnTo>
                    <a:pt x="999736" y="1122293"/>
                  </a:lnTo>
                  <a:lnTo>
                    <a:pt x="993476" y="1124387"/>
                  </a:lnTo>
                  <a:lnTo>
                    <a:pt x="992432" y="1124736"/>
                  </a:lnTo>
                  <a:lnTo>
                    <a:pt x="984085" y="1127527"/>
                  </a:lnTo>
                  <a:lnTo>
                    <a:pt x="983390" y="1127760"/>
                  </a:lnTo>
                  <a:lnTo>
                    <a:pt x="981651" y="1128342"/>
                  </a:lnTo>
                  <a:lnTo>
                    <a:pt x="980781" y="1128633"/>
                  </a:lnTo>
                  <a:lnTo>
                    <a:pt x="980433" y="1128749"/>
                  </a:lnTo>
                  <a:lnTo>
                    <a:pt x="976434" y="1130087"/>
                  </a:lnTo>
                  <a:lnTo>
                    <a:pt x="967565" y="1133054"/>
                  </a:lnTo>
                  <a:lnTo>
                    <a:pt x="963739" y="1134335"/>
                  </a:lnTo>
                  <a:lnTo>
                    <a:pt x="962522" y="1134742"/>
                  </a:lnTo>
                  <a:lnTo>
                    <a:pt x="960087" y="1135557"/>
                  </a:lnTo>
                  <a:lnTo>
                    <a:pt x="958348" y="1136139"/>
                  </a:lnTo>
                  <a:lnTo>
                    <a:pt x="958174" y="1136197"/>
                  </a:lnTo>
                  <a:lnTo>
                    <a:pt x="956435" y="1136779"/>
                  </a:lnTo>
                  <a:lnTo>
                    <a:pt x="955218" y="1137186"/>
                  </a:lnTo>
                  <a:lnTo>
                    <a:pt x="955044" y="1137245"/>
                  </a:lnTo>
                  <a:lnTo>
                    <a:pt x="954870" y="1137303"/>
                  </a:lnTo>
                  <a:lnTo>
                    <a:pt x="954523" y="1137419"/>
                  </a:lnTo>
                  <a:lnTo>
                    <a:pt x="953827" y="1137652"/>
                  </a:lnTo>
                  <a:lnTo>
                    <a:pt x="950871" y="1138642"/>
                  </a:lnTo>
                  <a:lnTo>
                    <a:pt x="946697" y="1140039"/>
                  </a:lnTo>
                  <a:lnTo>
                    <a:pt x="943915" y="1140970"/>
                  </a:lnTo>
                  <a:lnTo>
                    <a:pt x="940089" y="1142251"/>
                  </a:lnTo>
                  <a:lnTo>
                    <a:pt x="937481" y="1143125"/>
                  </a:lnTo>
                  <a:lnTo>
                    <a:pt x="934177" y="1144231"/>
                  </a:lnTo>
                  <a:lnTo>
                    <a:pt x="932959" y="1144639"/>
                  </a:lnTo>
                  <a:lnTo>
                    <a:pt x="931394" y="1145163"/>
                  </a:lnTo>
                  <a:lnTo>
                    <a:pt x="927047" y="1146619"/>
                  </a:lnTo>
                  <a:lnTo>
                    <a:pt x="920786" y="1148716"/>
                  </a:lnTo>
                  <a:lnTo>
                    <a:pt x="919743" y="1149066"/>
                  </a:lnTo>
                  <a:lnTo>
                    <a:pt x="919395" y="1149182"/>
                  </a:lnTo>
                  <a:lnTo>
                    <a:pt x="918526" y="1149474"/>
                  </a:lnTo>
                  <a:lnTo>
                    <a:pt x="917482" y="1149823"/>
                  </a:lnTo>
                  <a:lnTo>
                    <a:pt x="914004" y="1150988"/>
                  </a:lnTo>
                  <a:lnTo>
                    <a:pt x="912439" y="1151513"/>
                  </a:lnTo>
                  <a:lnTo>
                    <a:pt x="912266" y="1151571"/>
                  </a:lnTo>
                  <a:lnTo>
                    <a:pt x="910353" y="1152212"/>
                  </a:lnTo>
                  <a:lnTo>
                    <a:pt x="910179" y="1152270"/>
                  </a:lnTo>
                  <a:lnTo>
                    <a:pt x="906527" y="1153494"/>
                  </a:lnTo>
                  <a:lnTo>
                    <a:pt x="900788" y="1155417"/>
                  </a:lnTo>
                  <a:lnTo>
                    <a:pt x="895050" y="1157341"/>
                  </a:lnTo>
                  <a:lnTo>
                    <a:pt x="893485" y="1157865"/>
                  </a:lnTo>
                  <a:lnTo>
                    <a:pt x="892963" y="1158040"/>
                  </a:lnTo>
                  <a:lnTo>
                    <a:pt x="891746" y="1158448"/>
                  </a:lnTo>
                  <a:lnTo>
                    <a:pt x="887920" y="1159731"/>
                  </a:lnTo>
                  <a:lnTo>
                    <a:pt x="886355" y="1160256"/>
                  </a:lnTo>
                  <a:lnTo>
                    <a:pt x="884094" y="1161014"/>
                  </a:lnTo>
                  <a:lnTo>
                    <a:pt x="882181" y="1161655"/>
                  </a:lnTo>
                  <a:lnTo>
                    <a:pt x="880790" y="1162122"/>
                  </a:lnTo>
                  <a:lnTo>
                    <a:pt x="880616" y="1162180"/>
                  </a:lnTo>
                  <a:lnTo>
                    <a:pt x="880094" y="1162355"/>
                  </a:lnTo>
                  <a:lnTo>
                    <a:pt x="879051" y="1162705"/>
                  </a:lnTo>
                  <a:lnTo>
                    <a:pt x="877834" y="1163113"/>
                  </a:lnTo>
                  <a:lnTo>
                    <a:pt x="876790" y="1163463"/>
                  </a:lnTo>
                  <a:lnTo>
                    <a:pt x="875225" y="1163988"/>
                  </a:lnTo>
                  <a:lnTo>
                    <a:pt x="873139" y="1164687"/>
                  </a:lnTo>
                  <a:lnTo>
                    <a:pt x="869835" y="1165796"/>
                  </a:lnTo>
                  <a:lnTo>
                    <a:pt x="869487" y="1165912"/>
                  </a:lnTo>
                  <a:lnTo>
                    <a:pt x="866009" y="1167079"/>
                  </a:lnTo>
                  <a:lnTo>
                    <a:pt x="865313" y="1167312"/>
                  </a:lnTo>
                  <a:lnTo>
                    <a:pt x="863922" y="1167779"/>
                  </a:lnTo>
                  <a:lnTo>
                    <a:pt x="863400" y="1167954"/>
                  </a:lnTo>
                  <a:lnTo>
                    <a:pt x="861661" y="1168537"/>
                  </a:lnTo>
                  <a:lnTo>
                    <a:pt x="857836" y="1169821"/>
                  </a:lnTo>
                  <a:lnTo>
                    <a:pt x="856444" y="1170287"/>
                  </a:lnTo>
                  <a:lnTo>
                    <a:pt x="845315" y="1174022"/>
                  </a:lnTo>
                  <a:lnTo>
                    <a:pt x="843054" y="1174781"/>
                  </a:lnTo>
                  <a:lnTo>
                    <a:pt x="842880" y="1174839"/>
                  </a:lnTo>
                  <a:lnTo>
                    <a:pt x="842359" y="1175014"/>
                  </a:lnTo>
                  <a:lnTo>
                    <a:pt x="841489" y="1175306"/>
                  </a:lnTo>
                  <a:lnTo>
                    <a:pt x="840968" y="1175481"/>
                  </a:lnTo>
                  <a:lnTo>
                    <a:pt x="837316" y="1176707"/>
                  </a:lnTo>
                  <a:lnTo>
                    <a:pt x="835403" y="1177349"/>
                  </a:lnTo>
                  <a:lnTo>
                    <a:pt x="833142" y="1178108"/>
                  </a:lnTo>
                  <a:lnTo>
                    <a:pt x="827056" y="1180151"/>
                  </a:lnTo>
                  <a:lnTo>
                    <a:pt x="825838" y="1180559"/>
                  </a:lnTo>
                  <a:lnTo>
                    <a:pt x="819578" y="1182661"/>
                  </a:lnTo>
                  <a:lnTo>
                    <a:pt x="818535" y="1183012"/>
                  </a:lnTo>
                  <a:lnTo>
                    <a:pt x="810188" y="1185815"/>
                  </a:lnTo>
                  <a:lnTo>
                    <a:pt x="809492" y="1186049"/>
                  </a:lnTo>
                  <a:lnTo>
                    <a:pt x="807753" y="1186633"/>
                  </a:lnTo>
                  <a:lnTo>
                    <a:pt x="806884" y="1186925"/>
                  </a:lnTo>
                  <a:lnTo>
                    <a:pt x="806536" y="1187042"/>
                  </a:lnTo>
                  <a:lnTo>
                    <a:pt x="802536" y="1188385"/>
                  </a:lnTo>
                  <a:lnTo>
                    <a:pt x="793667" y="1191365"/>
                  </a:lnTo>
                  <a:lnTo>
                    <a:pt x="789842" y="1192650"/>
                  </a:lnTo>
                  <a:lnTo>
                    <a:pt x="788624" y="1193059"/>
                  </a:lnTo>
                  <a:lnTo>
                    <a:pt x="786190" y="1193877"/>
                  </a:lnTo>
                  <a:lnTo>
                    <a:pt x="784451" y="1194462"/>
                  </a:lnTo>
                  <a:lnTo>
                    <a:pt x="784277" y="1194520"/>
                  </a:lnTo>
                  <a:lnTo>
                    <a:pt x="782538" y="1195104"/>
                  </a:lnTo>
                  <a:lnTo>
                    <a:pt x="781321" y="1195513"/>
                  </a:lnTo>
                  <a:lnTo>
                    <a:pt x="781147" y="1195572"/>
                  </a:lnTo>
                  <a:lnTo>
                    <a:pt x="780973" y="1195630"/>
                  </a:lnTo>
                  <a:lnTo>
                    <a:pt x="780625" y="1195747"/>
                  </a:lnTo>
                  <a:lnTo>
                    <a:pt x="776973" y="1196975"/>
                  </a:lnTo>
                  <a:lnTo>
                    <a:pt x="772800" y="1198377"/>
                  </a:lnTo>
                  <a:lnTo>
                    <a:pt x="770017" y="1199313"/>
                  </a:lnTo>
                  <a:lnTo>
                    <a:pt x="766192" y="1200599"/>
                  </a:lnTo>
                  <a:lnTo>
                    <a:pt x="763583" y="1201476"/>
                  </a:lnTo>
                  <a:lnTo>
                    <a:pt x="760627" y="1202470"/>
                  </a:lnTo>
                  <a:lnTo>
                    <a:pt x="760279" y="1202587"/>
                  </a:lnTo>
                  <a:lnTo>
                    <a:pt x="759062" y="1202996"/>
                  </a:lnTo>
                  <a:lnTo>
                    <a:pt x="757497" y="1203522"/>
                  </a:lnTo>
                  <a:lnTo>
                    <a:pt x="753149" y="1204984"/>
                  </a:lnTo>
                  <a:lnTo>
                    <a:pt x="746889" y="1207090"/>
                  </a:lnTo>
                  <a:lnTo>
                    <a:pt x="745846" y="1207441"/>
                  </a:lnTo>
                  <a:lnTo>
                    <a:pt x="745498" y="1207558"/>
                  </a:lnTo>
                  <a:lnTo>
                    <a:pt x="744628" y="1207850"/>
                  </a:lnTo>
                  <a:lnTo>
                    <a:pt x="743585" y="1208201"/>
                  </a:lnTo>
                  <a:lnTo>
                    <a:pt x="740107" y="1209371"/>
                  </a:lnTo>
                  <a:lnTo>
                    <a:pt x="738542" y="1209897"/>
                  </a:lnTo>
                  <a:lnTo>
                    <a:pt x="738368" y="1209956"/>
                  </a:lnTo>
                  <a:lnTo>
                    <a:pt x="736455" y="1210599"/>
                  </a:lnTo>
                  <a:lnTo>
                    <a:pt x="736281" y="1210658"/>
                  </a:lnTo>
                  <a:lnTo>
                    <a:pt x="732629" y="1211886"/>
                  </a:lnTo>
                  <a:lnTo>
                    <a:pt x="726891" y="1213817"/>
                  </a:lnTo>
                  <a:lnTo>
                    <a:pt x="721152" y="1215748"/>
                  </a:lnTo>
                  <a:lnTo>
                    <a:pt x="719587" y="1216275"/>
                  </a:lnTo>
                  <a:lnTo>
                    <a:pt x="719065" y="1216450"/>
                  </a:lnTo>
                  <a:lnTo>
                    <a:pt x="717848" y="1216860"/>
                  </a:lnTo>
                  <a:lnTo>
                    <a:pt x="714022" y="1218148"/>
                  </a:lnTo>
                  <a:lnTo>
                    <a:pt x="712457" y="1218674"/>
                  </a:lnTo>
                  <a:lnTo>
                    <a:pt x="710197" y="1219435"/>
                  </a:lnTo>
                  <a:lnTo>
                    <a:pt x="708284" y="1220079"/>
                  </a:lnTo>
                  <a:lnTo>
                    <a:pt x="706893" y="1220548"/>
                  </a:lnTo>
                  <a:lnTo>
                    <a:pt x="706719" y="1220606"/>
                  </a:lnTo>
                  <a:lnTo>
                    <a:pt x="706197" y="1220782"/>
                  </a:lnTo>
                  <a:lnTo>
                    <a:pt x="705154" y="1221133"/>
                  </a:lnTo>
                  <a:lnTo>
                    <a:pt x="703936" y="1221543"/>
                  </a:lnTo>
                  <a:lnTo>
                    <a:pt x="702893" y="1221894"/>
                  </a:lnTo>
                  <a:lnTo>
                    <a:pt x="701328" y="1222421"/>
                  </a:lnTo>
                  <a:lnTo>
                    <a:pt x="699241" y="1223123"/>
                  </a:lnTo>
                  <a:lnTo>
                    <a:pt x="695937" y="1224236"/>
                  </a:lnTo>
                  <a:lnTo>
                    <a:pt x="695589" y="1224353"/>
                  </a:lnTo>
                  <a:lnTo>
                    <a:pt x="692111" y="1225524"/>
                  </a:lnTo>
                  <a:lnTo>
                    <a:pt x="691416" y="1225758"/>
                  </a:lnTo>
                  <a:lnTo>
                    <a:pt x="690025" y="1226227"/>
                  </a:lnTo>
                  <a:lnTo>
                    <a:pt x="689503" y="1226402"/>
                  </a:lnTo>
                  <a:lnTo>
                    <a:pt x="687764" y="1226988"/>
                  </a:lnTo>
                  <a:lnTo>
                    <a:pt x="683938" y="1228276"/>
                  </a:lnTo>
                  <a:lnTo>
                    <a:pt x="682547" y="1228745"/>
                  </a:lnTo>
                  <a:lnTo>
                    <a:pt x="681504" y="1229096"/>
                  </a:lnTo>
                  <a:lnTo>
                    <a:pt x="671418" y="1232494"/>
                  </a:lnTo>
                  <a:lnTo>
                    <a:pt x="669157" y="1233255"/>
                  </a:lnTo>
                  <a:lnTo>
                    <a:pt x="668983" y="1233314"/>
                  </a:lnTo>
                  <a:lnTo>
                    <a:pt x="668461" y="1233490"/>
                  </a:lnTo>
                  <a:lnTo>
                    <a:pt x="667592" y="1233783"/>
                  </a:lnTo>
                  <a:lnTo>
                    <a:pt x="667070" y="1233958"/>
                  </a:lnTo>
                  <a:lnTo>
                    <a:pt x="663418" y="1235189"/>
                  </a:lnTo>
                  <a:lnTo>
                    <a:pt x="661505" y="1235833"/>
                  </a:lnTo>
                  <a:lnTo>
                    <a:pt x="659245" y="1236595"/>
                  </a:lnTo>
                  <a:lnTo>
                    <a:pt x="653158" y="1238646"/>
                  </a:lnTo>
                  <a:lnTo>
                    <a:pt x="651941" y="1239056"/>
                  </a:lnTo>
                  <a:lnTo>
                    <a:pt x="645681" y="1241166"/>
                  </a:lnTo>
                  <a:lnTo>
                    <a:pt x="644637" y="1241518"/>
                  </a:lnTo>
                  <a:lnTo>
                    <a:pt x="636290" y="1244331"/>
                  </a:lnTo>
                  <a:lnTo>
                    <a:pt x="635595" y="1244566"/>
                  </a:lnTo>
                  <a:lnTo>
                    <a:pt x="632986" y="1245445"/>
                  </a:lnTo>
                  <a:lnTo>
                    <a:pt x="632638" y="1245563"/>
                  </a:lnTo>
                  <a:lnTo>
                    <a:pt x="628639" y="1246911"/>
                  </a:lnTo>
                  <a:lnTo>
                    <a:pt x="619770" y="1249902"/>
                  </a:lnTo>
                  <a:lnTo>
                    <a:pt x="615944" y="1251192"/>
                  </a:lnTo>
                  <a:lnTo>
                    <a:pt x="614727" y="1251602"/>
                  </a:lnTo>
                  <a:lnTo>
                    <a:pt x="612292" y="1252424"/>
                  </a:lnTo>
                  <a:lnTo>
                    <a:pt x="610553" y="1253010"/>
                  </a:lnTo>
                  <a:lnTo>
                    <a:pt x="610380" y="1253069"/>
                  </a:lnTo>
                  <a:lnTo>
                    <a:pt x="608641" y="1253655"/>
                  </a:lnTo>
                  <a:lnTo>
                    <a:pt x="607423" y="1254066"/>
                  </a:lnTo>
                  <a:lnTo>
                    <a:pt x="607249" y="1254125"/>
                  </a:lnTo>
                  <a:lnTo>
                    <a:pt x="607075" y="1254183"/>
                  </a:lnTo>
                  <a:lnTo>
                    <a:pt x="606728" y="1254301"/>
                  </a:lnTo>
                  <a:lnTo>
                    <a:pt x="606032" y="1254535"/>
                  </a:lnTo>
                  <a:lnTo>
                    <a:pt x="598902" y="1256940"/>
                  </a:lnTo>
                  <a:lnTo>
                    <a:pt x="596120" y="1257879"/>
                  </a:lnTo>
                  <a:lnTo>
                    <a:pt x="592294" y="1259170"/>
                  </a:lnTo>
                  <a:lnTo>
                    <a:pt x="589686" y="1260050"/>
                  </a:lnTo>
                  <a:lnTo>
                    <a:pt x="586729" y="1261048"/>
                  </a:lnTo>
                  <a:lnTo>
                    <a:pt x="586382" y="1261165"/>
                  </a:lnTo>
                  <a:lnTo>
                    <a:pt x="585164" y="1261576"/>
                  </a:lnTo>
                  <a:lnTo>
                    <a:pt x="583599" y="1262104"/>
                  </a:lnTo>
                  <a:lnTo>
                    <a:pt x="579252" y="1263571"/>
                  </a:lnTo>
                  <a:lnTo>
                    <a:pt x="572992" y="1265684"/>
                  </a:lnTo>
                  <a:lnTo>
                    <a:pt x="571948" y="1266036"/>
                  </a:lnTo>
                  <a:lnTo>
                    <a:pt x="571600" y="1266154"/>
                  </a:lnTo>
                  <a:lnTo>
                    <a:pt x="570731" y="1266447"/>
                  </a:lnTo>
                  <a:lnTo>
                    <a:pt x="569688" y="1266800"/>
                  </a:lnTo>
                  <a:lnTo>
                    <a:pt x="566210" y="1267974"/>
                  </a:lnTo>
                  <a:lnTo>
                    <a:pt x="564645" y="1268502"/>
                  </a:lnTo>
                  <a:lnTo>
                    <a:pt x="564471" y="1268561"/>
                  </a:lnTo>
                  <a:lnTo>
                    <a:pt x="562558" y="1269206"/>
                  </a:lnTo>
                  <a:lnTo>
                    <a:pt x="562384" y="1269265"/>
                  </a:lnTo>
                  <a:lnTo>
                    <a:pt x="558732" y="1270498"/>
                  </a:lnTo>
                  <a:lnTo>
                    <a:pt x="552993" y="1272436"/>
                  </a:lnTo>
                  <a:lnTo>
                    <a:pt x="547255" y="1274374"/>
                  </a:lnTo>
                  <a:lnTo>
                    <a:pt x="545690" y="1274902"/>
                  </a:lnTo>
                  <a:lnTo>
                    <a:pt x="545168" y="1275078"/>
                  </a:lnTo>
                  <a:lnTo>
                    <a:pt x="543951" y="1275490"/>
                  </a:lnTo>
                  <a:lnTo>
                    <a:pt x="540125" y="1276782"/>
                  </a:lnTo>
                  <a:lnTo>
                    <a:pt x="538560" y="1277310"/>
                  </a:lnTo>
                  <a:lnTo>
                    <a:pt x="536299" y="1278074"/>
                  </a:lnTo>
                  <a:lnTo>
                    <a:pt x="534386" y="1278720"/>
                  </a:lnTo>
                  <a:lnTo>
                    <a:pt x="532995" y="1279190"/>
                  </a:lnTo>
                  <a:lnTo>
                    <a:pt x="532821" y="1279249"/>
                  </a:lnTo>
                  <a:lnTo>
                    <a:pt x="532300" y="1279425"/>
                  </a:lnTo>
                  <a:lnTo>
                    <a:pt x="531256" y="1279778"/>
                  </a:lnTo>
                  <a:lnTo>
                    <a:pt x="530039" y="1280189"/>
                  </a:lnTo>
                  <a:lnTo>
                    <a:pt x="528996" y="1280541"/>
                  </a:lnTo>
                  <a:lnTo>
                    <a:pt x="527430" y="1281070"/>
                  </a:lnTo>
                  <a:lnTo>
                    <a:pt x="525344" y="1281775"/>
                  </a:lnTo>
                  <a:lnTo>
                    <a:pt x="522040" y="1282891"/>
                  </a:lnTo>
                  <a:lnTo>
                    <a:pt x="521692" y="1283009"/>
                  </a:lnTo>
                  <a:lnTo>
                    <a:pt x="518214" y="1284184"/>
                  </a:lnTo>
                  <a:lnTo>
                    <a:pt x="517518" y="1284419"/>
                  </a:lnTo>
                  <a:lnTo>
                    <a:pt x="516127" y="1284889"/>
                  </a:lnTo>
                  <a:lnTo>
                    <a:pt x="513866" y="1285653"/>
                  </a:lnTo>
                  <a:lnTo>
                    <a:pt x="510041" y="1286946"/>
                  </a:lnTo>
                  <a:lnTo>
                    <a:pt x="508650" y="1287416"/>
                  </a:lnTo>
                  <a:lnTo>
                    <a:pt x="507606" y="1287769"/>
                  </a:lnTo>
                  <a:lnTo>
                    <a:pt x="497520" y="1291178"/>
                  </a:lnTo>
                  <a:lnTo>
                    <a:pt x="495259" y="1291942"/>
                  </a:lnTo>
                  <a:lnTo>
                    <a:pt x="495086" y="1292001"/>
                  </a:lnTo>
                  <a:lnTo>
                    <a:pt x="494564" y="1292177"/>
                  </a:lnTo>
                  <a:lnTo>
                    <a:pt x="493694" y="1292471"/>
                  </a:lnTo>
                  <a:lnTo>
                    <a:pt x="493173" y="1292648"/>
                  </a:lnTo>
                  <a:lnTo>
                    <a:pt x="489521" y="1293882"/>
                  </a:lnTo>
                  <a:lnTo>
                    <a:pt x="487608" y="1294529"/>
                  </a:lnTo>
                  <a:lnTo>
                    <a:pt x="485347" y="1295293"/>
                  </a:lnTo>
                  <a:lnTo>
                    <a:pt x="479261" y="1297351"/>
                  </a:lnTo>
                  <a:lnTo>
                    <a:pt x="478044" y="1297763"/>
                  </a:lnTo>
                  <a:lnTo>
                    <a:pt x="462393" y="1303056"/>
                  </a:lnTo>
                  <a:lnTo>
                    <a:pt x="461697" y="1303291"/>
                  </a:lnTo>
                  <a:lnTo>
                    <a:pt x="459958" y="1303880"/>
                  </a:lnTo>
                  <a:lnTo>
                    <a:pt x="459089" y="1304174"/>
                  </a:lnTo>
                  <a:lnTo>
                    <a:pt x="458741" y="1304291"/>
                  </a:lnTo>
                  <a:lnTo>
                    <a:pt x="454741" y="1305644"/>
                  </a:lnTo>
                  <a:lnTo>
                    <a:pt x="445873" y="1308645"/>
                  </a:lnTo>
                  <a:lnTo>
                    <a:pt x="442047" y="1309940"/>
                  </a:lnTo>
                  <a:lnTo>
                    <a:pt x="440830" y="1310351"/>
                  </a:lnTo>
                  <a:lnTo>
                    <a:pt x="438395" y="1311175"/>
                  </a:lnTo>
                  <a:lnTo>
                    <a:pt x="436482" y="1311823"/>
                  </a:lnTo>
                  <a:lnTo>
                    <a:pt x="433526" y="1312823"/>
                  </a:lnTo>
                  <a:lnTo>
                    <a:pt x="433178" y="1312941"/>
                  </a:lnTo>
                  <a:lnTo>
                    <a:pt x="432135" y="1313294"/>
                  </a:lnTo>
                  <a:lnTo>
                    <a:pt x="429178" y="1314294"/>
                  </a:lnTo>
                  <a:lnTo>
                    <a:pt x="425005" y="1315707"/>
                  </a:lnTo>
                  <a:lnTo>
                    <a:pt x="422223" y="1316649"/>
                  </a:lnTo>
                  <a:lnTo>
                    <a:pt x="418397" y="1317944"/>
                  </a:lnTo>
                  <a:lnTo>
                    <a:pt x="415788" y="1318827"/>
                  </a:lnTo>
                  <a:lnTo>
                    <a:pt x="412832" y="1319828"/>
                  </a:lnTo>
                  <a:lnTo>
                    <a:pt x="412484" y="1319946"/>
                  </a:lnTo>
                  <a:lnTo>
                    <a:pt x="411267" y="1320358"/>
                  </a:lnTo>
                  <a:lnTo>
                    <a:pt x="409702" y="1320888"/>
                  </a:lnTo>
                  <a:lnTo>
                    <a:pt x="405354" y="1322360"/>
                  </a:lnTo>
                  <a:lnTo>
                    <a:pt x="399094" y="1324480"/>
                  </a:lnTo>
                  <a:lnTo>
                    <a:pt x="398051" y="1324833"/>
                  </a:lnTo>
                  <a:lnTo>
                    <a:pt x="397703" y="1324951"/>
                  </a:lnTo>
                  <a:lnTo>
                    <a:pt x="396833" y="1325245"/>
                  </a:lnTo>
                  <a:lnTo>
                    <a:pt x="395790" y="1325598"/>
                  </a:lnTo>
                  <a:lnTo>
                    <a:pt x="392312" y="1326776"/>
                  </a:lnTo>
                  <a:lnTo>
                    <a:pt x="390747" y="1327306"/>
                  </a:lnTo>
                  <a:lnTo>
                    <a:pt x="390573" y="1327365"/>
                  </a:lnTo>
                  <a:lnTo>
                    <a:pt x="388486" y="1328072"/>
                  </a:lnTo>
                  <a:lnTo>
                    <a:pt x="384835" y="1329309"/>
                  </a:lnTo>
                  <a:lnTo>
                    <a:pt x="379096" y="1331253"/>
                  </a:lnTo>
                  <a:lnTo>
                    <a:pt x="373357" y="1333197"/>
                  </a:lnTo>
                  <a:lnTo>
                    <a:pt x="371792" y="1333727"/>
                  </a:lnTo>
                  <a:lnTo>
                    <a:pt x="371271" y="1333904"/>
                  </a:lnTo>
                  <a:lnTo>
                    <a:pt x="366228" y="1335613"/>
                  </a:lnTo>
                  <a:lnTo>
                    <a:pt x="364662" y="1336143"/>
                  </a:lnTo>
                  <a:lnTo>
                    <a:pt x="362402" y="1336909"/>
                  </a:lnTo>
                  <a:lnTo>
                    <a:pt x="360489" y="1337557"/>
                  </a:lnTo>
                  <a:lnTo>
                    <a:pt x="359098" y="1338029"/>
                  </a:lnTo>
                  <a:lnTo>
                    <a:pt x="358924" y="1338088"/>
                  </a:lnTo>
                  <a:lnTo>
                    <a:pt x="358402" y="1338264"/>
                  </a:lnTo>
                  <a:lnTo>
                    <a:pt x="357359" y="1338618"/>
                  </a:lnTo>
                  <a:lnTo>
                    <a:pt x="356141" y="1339031"/>
                  </a:lnTo>
                  <a:lnTo>
                    <a:pt x="355098" y="1339384"/>
                  </a:lnTo>
                  <a:lnTo>
                    <a:pt x="351446" y="1340622"/>
                  </a:lnTo>
                  <a:lnTo>
                    <a:pt x="348142" y="1341742"/>
                  </a:lnTo>
                  <a:lnTo>
                    <a:pt x="347794" y="1341860"/>
                  </a:lnTo>
                  <a:lnTo>
                    <a:pt x="344316" y="1343038"/>
                  </a:lnTo>
                  <a:lnTo>
                    <a:pt x="343621" y="1343274"/>
                  </a:lnTo>
                  <a:lnTo>
                    <a:pt x="342230" y="1343746"/>
                  </a:lnTo>
                  <a:lnTo>
                    <a:pt x="339969" y="1344512"/>
                  </a:lnTo>
                  <a:lnTo>
                    <a:pt x="333709" y="1346634"/>
                  </a:lnTo>
                  <a:lnTo>
                    <a:pt x="321362" y="1350821"/>
                  </a:lnTo>
                  <a:lnTo>
                    <a:pt x="319797" y="1351351"/>
                  </a:lnTo>
                  <a:lnTo>
                    <a:pt x="311450" y="1354182"/>
                  </a:lnTo>
                  <a:lnTo>
                    <a:pt x="305363" y="1356246"/>
                  </a:lnTo>
                  <a:lnTo>
                    <a:pt x="297886" y="1358783"/>
                  </a:lnTo>
                  <a:lnTo>
                    <a:pt x="288495" y="1361969"/>
                  </a:lnTo>
                  <a:lnTo>
                    <a:pt x="286061" y="1362795"/>
                  </a:lnTo>
                  <a:lnTo>
                    <a:pt x="268149" y="1368873"/>
                  </a:lnTo>
                  <a:lnTo>
                    <a:pt x="260846" y="1371352"/>
                  </a:lnTo>
                  <a:lnTo>
                    <a:pt x="259628" y="1371765"/>
                  </a:lnTo>
                  <a:lnTo>
                    <a:pt x="258237" y="1372237"/>
                  </a:lnTo>
                  <a:lnTo>
                    <a:pt x="251107" y="1374658"/>
                  </a:lnTo>
                  <a:lnTo>
                    <a:pt x="248325" y="1375602"/>
                  </a:lnTo>
                  <a:lnTo>
                    <a:pt x="238935" y="1378790"/>
                  </a:lnTo>
                  <a:lnTo>
                    <a:pt x="235804" y="1379853"/>
                  </a:lnTo>
                  <a:lnTo>
                    <a:pt x="222936" y="1384224"/>
                  </a:lnTo>
                  <a:lnTo>
                    <a:pt x="216850" y="1386291"/>
                  </a:lnTo>
                  <a:lnTo>
                    <a:pt x="214589" y="1387059"/>
                  </a:lnTo>
                  <a:lnTo>
                    <a:pt x="210937" y="1388299"/>
                  </a:lnTo>
                  <a:lnTo>
                    <a:pt x="197373" y="1392907"/>
                  </a:lnTo>
                  <a:lnTo>
                    <a:pt x="192330" y="1394621"/>
                  </a:lnTo>
                  <a:lnTo>
                    <a:pt x="182244" y="1398048"/>
                  </a:lnTo>
                  <a:lnTo>
                    <a:pt x="173897" y="1400885"/>
                  </a:lnTo>
                  <a:lnTo>
                    <a:pt x="168332" y="1402777"/>
                  </a:lnTo>
                  <a:lnTo>
                    <a:pt x="166072" y="1403545"/>
                  </a:lnTo>
                  <a:lnTo>
                    <a:pt x="145899" y="1410404"/>
                  </a:lnTo>
                  <a:lnTo>
                    <a:pt x="77210" y="1433773"/>
                  </a:lnTo>
                  <a:lnTo>
                    <a:pt x="0" y="146006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" name="pg12"/>
            <p:cNvSpPr/>
            <p:nvPr/>
          </p:nvSpPr>
          <p:spPr>
            <a:xfrm>
              <a:off x="3269760" y="3132901"/>
              <a:ext cx="4515247" cy="1758769"/>
            </a:xfrm>
            <a:custGeom>
              <a:avLst/>
              <a:pathLst>
                <a:path w="4515247" h="1758769">
                  <a:moveTo>
                    <a:pt x="0" y="1608371"/>
                  </a:moveTo>
                  <a:lnTo>
                    <a:pt x="77210" y="1582007"/>
                  </a:lnTo>
                  <a:lnTo>
                    <a:pt x="145899" y="1558533"/>
                  </a:lnTo>
                  <a:lnTo>
                    <a:pt x="166072" y="1551635"/>
                  </a:lnTo>
                  <a:lnTo>
                    <a:pt x="168332" y="1550862"/>
                  </a:lnTo>
                  <a:lnTo>
                    <a:pt x="173897" y="1548959"/>
                  </a:lnTo>
                  <a:lnTo>
                    <a:pt x="182244" y="1546104"/>
                  </a:lnTo>
                  <a:lnTo>
                    <a:pt x="192330" y="1542654"/>
                  </a:lnTo>
                  <a:lnTo>
                    <a:pt x="197373" y="1540929"/>
                  </a:lnTo>
                  <a:lnTo>
                    <a:pt x="210937" y="1536288"/>
                  </a:lnTo>
                  <a:lnTo>
                    <a:pt x="214589" y="1535038"/>
                  </a:lnTo>
                  <a:lnTo>
                    <a:pt x="216850" y="1534265"/>
                  </a:lnTo>
                  <a:lnTo>
                    <a:pt x="222936" y="1532182"/>
                  </a:lnTo>
                  <a:lnTo>
                    <a:pt x="235804" y="1527777"/>
                  </a:lnTo>
                  <a:lnTo>
                    <a:pt x="238935" y="1526706"/>
                  </a:lnTo>
                  <a:lnTo>
                    <a:pt x="248325" y="1523491"/>
                  </a:lnTo>
                  <a:lnTo>
                    <a:pt x="251107" y="1522539"/>
                  </a:lnTo>
                  <a:lnTo>
                    <a:pt x="258237" y="1520098"/>
                  </a:lnTo>
                  <a:lnTo>
                    <a:pt x="259628" y="1519622"/>
                  </a:lnTo>
                  <a:lnTo>
                    <a:pt x="260846" y="1519205"/>
                  </a:lnTo>
                  <a:lnTo>
                    <a:pt x="268149" y="1516704"/>
                  </a:lnTo>
                  <a:lnTo>
                    <a:pt x="286061" y="1510570"/>
                  </a:lnTo>
                  <a:lnTo>
                    <a:pt x="288495" y="1509736"/>
                  </a:lnTo>
                  <a:lnTo>
                    <a:pt x="297886" y="1506519"/>
                  </a:lnTo>
                  <a:lnTo>
                    <a:pt x="305363" y="1503957"/>
                  </a:lnTo>
                  <a:lnTo>
                    <a:pt x="311450" y="1501872"/>
                  </a:lnTo>
                  <a:lnTo>
                    <a:pt x="319797" y="1499012"/>
                  </a:lnTo>
                  <a:lnTo>
                    <a:pt x="321362" y="1498475"/>
                  </a:lnTo>
                  <a:lnTo>
                    <a:pt x="333709" y="1494244"/>
                  </a:lnTo>
                  <a:lnTo>
                    <a:pt x="339969" y="1492098"/>
                  </a:lnTo>
                  <a:lnTo>
                    <a:pt x="342230" y="1491323"/>
                  </a:lnTo>
                  <a:lnTo>
                    <a:pt x="343621" y="1490847"/>
                  </a:lnTo>
                  <a:lnTo>
                    <a:pt x="344316" y="1490608"/>
                  </a:lnTo>
                  <a:lnTo>
                    <a:pt x="347794" y="1489416"/>
                  </a:lnTo>
                  <a:lnTo>
                    <a:pt x="348142" y="1489297"/>
                  </a:lnTo>
                  <a:lnTo>
                    <a:pt x="351446" y="1488164"/>
                  </a:lnTo>
                  <a:lnTo>
                    <a:pt x="355098" y="1486912"/>
                  </a:lnTo>
                  <a:lnTo>
                    <a:pt x="356141" y="1486554"/>
                  </a:lnTo>
                  <a:lnTo>
                    <a:pt x="357359" y="1486137"/>
                  </a:lnTo>
                  <a:lnTo>
                    <a:pt x="358402" y="1485779"/>
                  </a:lnTo>
                  <a:lnTo>
                    <a:pt x="358924" y="1485600"/>
                  </a:lnTo>
                  <a:lnTo>
                    <a:pt x="359098" y="1485541"/>
                  </a:lnTo>
                  <a:lnTo>
                    <a:pt x="360489" y="1485064"/>
                  </a:lnTo>
                  <a:lnTo>
                    <a:pt x="362402" y="1484408"/>
                  </a:lnTo>
                  <a:lnTo>
                    <a:pt x="364662" y="1483633"/>
                  </a:lnTo>
                  <a:lnTo>
                    <a:pt x="366228" y="1483096"/>
                  </a:lnTo>
                  <a:lnTo>
                    <a:pt x="371271" y="1481367"/>
                  </a:lnTo>
                  <a:lnTo>
                    <a:pt x="371792" y="1481188"/>
                  </a:lnTo>
                  <a:lnTo>
                    <a:pt x="373357" y="1480651"/>
                  </a:lnTo>
                  <a:lnTo>
                    <a:pt x="379096" y="1478683"/>
                  </a:lnTo>
                  <a:lnTo>
                    <a:pt x="384835" y="1476715"/>
                  </a:lnTo>
                  <a:lnTo>
                    <a:pt x="388486" y="1475462"/>
                  </a:lnTo>
                  <a:lnTo>
                    <a:pt x="390573" y="1474747"/>
                  </a:lnTo>
                  <a:lnTo>
                    <a:pt x="390747" y="1474687"/>
                  </a:lnTo>
                  <a:lnTo>
                    <a:pt x="392312" y="1474150"/>
                  </a:lnTo>
                  <a:lnTo>
                    <a:pt x="395790" y="1472957"/>
                  </a:lnTo>
                  <a:lnTo>
                    <a:pt x="396833" y="1472599"/>
                  </a:lnTo>
                  <a:lnTo>
                    <a:pt x="397703" y="1472301"/>
                  </a:lnTo>
                  <a:lnTo>
                    <a:pt x="398051" y="1472181"/>
                  </a:lnTo>
                  <a:lnTo>
                    <a:pt x="399094" y="1471824"/>
                  </a:lnTo>
                  <a:lnTo>
                    <a:pt x="405354" y="1469676"/>
                  </a:lnTo>
                  <a:lnTo>
                    <a:pt x="409702" y="1468184"/>
                  </a:lnTo>
                  <a:lnTo>
                    <a:pt x="411267" y="1467647"/>
                  </a:lnTo>
                  <a:lnTo>
                    <a:pt x="412484" y="1467230"/>
                  </a:lnTo>
                  <a:lnTo>
                    <a:pt x="412832" y="1467110"/>
                  </a:lnTo>
                  <a:lnTo>
                    <a:pt x="415788" y="1466096"/>
                  </a:lnTo>
                  <a:lnTo>
                    <a:pt x="418397" y="1465201"/>
                  </a:lnTo>
                  <a:lnTo>
                    <a:pt x="422223" y="1463888"/>
                  </a:lnTo>
                  <a:lnTo>
                    <a:pt x="425005" y="1462933"/>
                  </a:lnTo>
                  <a:lnTo>
                    <a:pt x="429178" y="1461501"/>
                  </a:lnTo>
                  <a:lnTo>
                    <a:pt x="432135" y="1460486"/>
                  </a:lnTo>
                  <a:lnTo>
                    <a:pt x="433178" y="1460128"/>
                  </a:lnTo>
                  <a:lnTo>
                    <a:pt x="433526" y="1460009"/>
                  </a:lnTo>
                  <a:lnTo>
                    <a:pt x="436482" y="1458994"/>
                  </a:lnTo>
                  <a:lnTo>
                    <a:pt x="438395" y="1458337"/>
                  </a:lnTo>
                  <a:lnTo>
                    <a:pt x="440830" y="1457502"/>
                  </a:lnTo>
                  <a:lnTo>
                    <a:pt x="442047" y="1457084"/>
                  </a:lnTo>
                  <a:lnTo>
                    <a:pt x="445873" y="1455770"/>
                  </a:lnTo>
                  <a:lnTo>
                    <a:pt x="454741" y="1452726"/>
                  </a:lnTo>
                  <a:lnTo>
                    <a:pt x="458741" y="1451352"/>
                  </a:lnTo>
                  <a:lnTo>
                    <a:pt x="459089" y="1451233"/>
                  </a:lnTo>
                  <a:lnTo>
                    <a:pt x="459958" y="1450934"/>
                  </a:lnTo>
                  <a:lnTo>
                    <a:pt x="461697" y="1450337"/>
                  </a:lnTo>
                  <a:lnTo>
                    <a:pt x="462393" y="1450099"/>
                  </a:lnTo>
                  <a:lnTo>
                    <a:pt x="478044" y="1444724"/>
                  </a:lnTo>
                  <a:lnTo>
                    <a:pt x="479261" y="1444306"/>
                  </a:lnTo>
                  <a:lnTo>
                    <a:pt x="485347" y="1442215"/>
                  </a:lnTo>
                  <a:lnTo>
                    <a:pt x="487608" y="1441439"/>
                  </a:lnTo>
                  <a:lnTo>
                    <a:pt x="489521" y="1440782"/>
                  </a:lnTo>
                  <a:lnTo>
                    <a:pt x="493173" y="1439527"/>
                  </a:lnTo>
                  <a:lnTo>
                    <a:pt x="493694" y="1439348"/>
                  </a:lnTo>
                  <a:lnTo>
                    <a:pt x="494564" y="1439049"/>
                  </a:lnTo>
                  <a:lnTo>
                    <a:pt x="495086" y="1438870"/>
                  </a:lnTo>
                  <a:lnTo>
                    <a:pt x="495259" y="1438810"/>
                  </a:lnTo>
                  <a:lnTo>
                    <a:pt x="497520" y="1438034"/>
                  </a:lnTo>
                  <a:lnTo>
                    <a:pt x="507606" y="1434568"/>
                  </a:lnTo>
                  <a:lnTo>
                    <a:pt x="508650" y="1434210"/>
                  </a:lnTo>
                  <a:lnTo>
                    <a:pt x="510041" y="1433732"/>
                  </a:lnTo>
                  <a:lnTo>
                    <a:pt x="513866" y="1432417"/>
                  </a:lnTo>
                  <a:lnTo>
                    <a:pt x="516127" y="1431640"/>
                  </a:lnTo>
                  <a:lnTo>
                    <a:pt x="517518" y="1431162"/>
                  </a:lnTo>
                  <a:lnTo>
                    <a:pt x="518214" y="1430923"/>
                  </a:lnTo>
                  <a:lnTo>
                    <a:pt x="521692" y="1429728"/>
                  </a:lnTo>
                  <a:lnTo>
                    <a:pt x="522040" y="1429608"/>
                  </a:lnTo>
                  <a:lnTo>
                    <a:pt x="525344" y="1428473"/>
                  </a:lnTo>
                  <a:lnTo>
                    <a:pt x="527430" y="1427755"/>
                  </a:lnTo>
                  <a:lnTo>
                    <a:pt x="528996" y="1427218"/>
                  </a:lnTo>
                  <a:lnTo>
                    <a:pt x="530039" y="1426859"/>
                  </a:lnTo>
                  <a:lnTo>
                    <a:pt x="531256" y="1426440"/>
                  </a:lnTo>
                  <a:lnTo>
                    <a:pt x="532300" y="1426082"/>
                  </a:lnTo>
                  <a:lnTo>
                    <a:pt x="532821" y="1425902"/>
                  </a:lnTo>
                  <a:lnTo>
                    <a:pt x="532995" y="1425843"/>
                  </a:lnTo>
                  <a:lnTo>
                    <a:pt x="534386" y="1425365"/>
                  </a:lnTo>
                  <a:lnTo>
                    <a:pt x="536299" y="1424707"/>
                  </a:lnTo>
                  <a:lnTo>
                    <a:pt x="538560" y="1423930"/>
                  </a:lnTo>
                  <a:lnTo>
                    <a:pt x="540125" y="1423392"/>
                  </a:lnTo>
                  <a:lnTo>
                    <a:pt x="543951" y="1422077"/>
                  </a:lnTo>
                  <a:lnTo>
                    <a:pt x="545168" y="1421658"/>
                  </a:lnTo>
                  <a:lnTo>
                    <a:pt x="545690" y="1421479"/>
                  </a:lnTo>
                  <a:lnTo>
                    <a:pt x="547255" y="1420941"/>
                  </a:lnTo>
                  <a:lnTo>
                    <a:pt x="552993" y="1418967"/>
                  </a:lnTo>
                  <a:lnTo>
                    <a:pt x="558732" y="1416994"/>
                  </a:lnTo>
                  <a:lnTo>
                    <a:pt x="562384" y="1415738"/>
                  </a:lnTo>
                  <a:lnTo>
                    <a:pt x="562558" y="1415679"/>
                  </a:lnTo>
                  <a:lnTo>
                    <a:pt x="564471" y="1415021"/>
                  </a:lnTo>
                  <a:lnTo>
                    <a:pt x="564645" y="1414961"/>
                  </a:lnTo>
                  <a:lnTo>
                    <a:pt x="566210" y="1414423"/>
                  </a:lnTo>
                  <a:lnTo>
                    <a:pt x="569688" y="1413227"/>
                  </a:lnTo>
                  <a:lnTo>
                    <a:pt x="570731" y="1412868"/>
                  </a:lnTo>
                  <a:lnTo>
                    <a:pt x="571600" y="1412569"/>
                  </a:lnTo>
                  <a:lnTo>
                    <a:pt x="571948" y="1412449"/>
                  </a:lnTo>
                  <a:lnTo>
                    <a:pt x="572992" y="1412090"/>
                  </a:lnTo>
                  <a:lnTo>
                    <a:pt x="579252" y="1409937"/>
                  </a:lnTo>
                  <a:lnTo>
                    <a:pt x="583599" y="1408441"/>
                  </a:lnTo>
                  <a:lnTo>
                    <a:pt x="585164" y="1407903"/>
                  </a:lnTo>
                  <a:lnTo>
                    <a:pt x="586382" y="1407484"/>
                  </a:lnTo>
                  <a:lnTo>
                    <a:pt x="586729" y="1407364"/>
                  </a:lnTo>
                  <a:lnTo>
                    <a:pt x="589686" y="1406347"/>
                  </a:lnTo>
                  <a:lnTo>
                    <a:pt x="592294" y="1405450"/>
                  </a:lnTo>
                  <a:lnTo>
                    <a:pt x="596120" y="1404134"/>
                  </a:lnTo>
                  <a:lnTo>
                    <a:pt x="598902" y="1403176"/>
                  </a:lnTo>
                  <a:lnTo>
                    <a:pt x="606032" y="1400723"/>
                  </a:lnTo>
                  <a:lnTo>
                    <a:pt x="606728" y="1400483"/>
                  </a:lnTo>
                  <a:lnTo>
                    <a:pt x="607075" y="1400364"/>
                  </a:lnTo>
                  <a:lnTo>
                    <a:pt x="607249" y="1400304"/>
                  </a:lnTo>
                  <a:lnTo>
                    <a:pt x="607423" y="1400244"/>
                  </a:lnTo>
                  <a:lnTo>
                    <a:pt x="608641" y="1399825"/>
                  </a:lnTo>
                  <a:lnTo>
                    <a:pt x="610380" y="1399227"/>
                  </a:lnTo>
                  <a:lnTo>
                    <a:pt x="610553" y="1399167"/>
                  </a:lnTo>
                  <a:lnTo>
                    <a:pt x="612292" y="1398568"/>
                  </a:lnTo>
                  <a:lnTo>
                    <a:pt x="614727" y="1397730"/>
                  </a:lnTo>
                  <a:lnTo>
                    <a:pt x="615944" y="1397311"/>
                  </a:lnTo>
                  <a:lnTo>
                    <a:pt x="619770" y="1395995"/>
                  </a:lnTo>
                  <a:lnTo>
                    <a:pt x="628639" y="1392942"/>
                  </a:lnTo>
                  <a:lnTo>
                    <a:pt x="632638" y="1391565"/>
                  </a:lnTo>
                  <a:lnTo>
                    <a:pt x="632986" y="1391445"/>
                  </a:lnTo>
                  <a:lnTo>
                    <a:pt x="635595" y="1390547"/>
                  </a:lnTo>
                  <a:lnTo>
                    <a:pt x="636290" y="1390307"/>
                  </a:lnTo>
                  <a:lnTo>
                    <a:pt x="644637" y="1387433"/>
                  </a:lnTo>
                  <a:lnTo>
                    <a:pt x="645681" y="1387074"/>
                  </a:lnTo>
                  <a:lnTo>
                    <a:pt x="651941" y="1384918"/>
                  </a:lnTo>
                  <a:lnTo>
                    <a:pt x="653158" y="1384499"/>
                  </a:lnTo>
                  <a:lnTo>
                    <a:pt x="659245" y="1382403"/>
                  </a:lnTo>
                  <a:lnTo>
                    <a:pt x="661505" y="1381624"/>
                  </a:lnTo>
                  <a:lnTo>
                    <a:pt x="663418" y="1380965"/>
                  </a:lnTo>
                  <a:lnTo>
                    <a:pt x="667070" y="1379707"/>
                  </a:lnTo>
                  <a:lnTo>
                    <a:pt x="667592" y="1379528"/>
                  </a:lnTo>
                  <a:lnTo>
                    <a:pt x="668461" y="1379228"/>
                  </a:lnTo>
                  <a:lnTo>
                    <a:pt x="668983" y="1379048"/>
                  </a:lnTo>
                  <a:lnTo>
                    <a:pt x="669157" y="1378989"/>
                  </a:lnTo>
                  <a:lnTo>
                    <a:pt x="671418" y="1378210"/>
                  </a:lnTo>
                  <a:lnTo>
                    <a:pt x="681504" y="1374735"/>
                  </a:lnTo>
                  <a:lnTo>
                    <a:pt x="682547" y="1374375"/>
                  </a:lnTo>
                  <a:lnTo>
                    <a:pt x="683938" y="1373896"/>
                  </a:lnTo>
                  <a:lnTo>
                    <a:pt x="687764" y="1372578"/>
                  </a:lnTo>
                  <a:lnTo>
                    <a:pt x="689503" y="1371978"/>
                  </a:lnTo>
                  <a:lnTo>
                    <a:pt x="690025" y="1371799"/>
                  </a:lnTo>
                  <a:lnTo>
                    <a:pt x="691416" y="1371319"/>
                  </a:lnTo>
                  <a:lnTo>
                    <a:pt x="692111" y="1371080"/>
                  </a:lnTo>
                  <a:lnTo>
                    <a:pt x="695589" y="1369881"/>
                  </a:lnTo>
                  <a:lnTo>
                    <a:pt x="695937" y="1369761"/>
                  </a:lnTo>
                  <a:lnTo>
                    <a:pt x="699241" y="1368622"/>
                  </a:lnTo>
                  <a:lnTo>
                    <a:pt x="701328" y="1367903"/>
                  </a:lnTo>
                  <a:lnTo>
                    <a:pt x="702893" y="1367364"/>
                  </a:lnTo>
                  <a:lnTo>
                    <a:pt x="703936" y="1367004"/>
                  </a:lnTo>
                  <a:lnTo>
                    <a:pt x="705154" y="1366585"/>
                  </a:lnTo>
                  <a:lnTo>
                    <a:pt x="706197" y="1366225"/>
                  </a:lnTo>
                  <a:lnTo>
                    <a:pt x="706719" y="1366045"/>
                  </a:lnTo>
                  <a:lnTo>
                    <a:pt x="706893" y="1365985"/>
                  </a:lnTo>
                  <a:lnTo>
                    <a:pt x="708284" y="1365506"/>
                  </a:lnTo>
                  <a:lnTo>
                    <a:pt x="710197" y="1364846"/>
                  </a:lnTo>
                  <a:lnTo>
                    <a:pt x="712457" y="1364067"/>
                  </a:lnTo>
                  <a:lnTo>
                    <a:pt x="714022" y="1363527"/>
                  </a:lnTo>
                  <a:lnTo>
                    <a:pt x="717848" y="1362208"/>
                  </a:lnTo>
                  <a:lnTo>
                    <a:pt x="719065" y="1361789"/>
                  </a:lnTo>
                  <a:lnTo>
                    <a:pt x="719587" y="1361609"/>
                  </a:lnTo>
                  <a:lnTo>
                    <a:pt x="721152" y="1361069"/>
                  </a:lnTo>
                  <a:lnTo>
                    <a:pt x="726891" y="1359091"/>
                  </a:lnTo>
                  <a:lnTo>
                    <a:pt x="732629" y="1357112"/>
                  </a:lnTo>
                  <a:lnTo>
                    <a:pt x="736281" y="1355852"/>
                  </a:lnTo>
                  <a:lnTo>
                    <a:pt x="736455" y="1355792"/>
                  </a:lnTo>
                  <a:lnTo>
                    <a:pt x="738368" y="1355133"/>
                  </a:lnTo>
                  <a:lnTo>
                    <a:pt x="738542" y="1355073"/>
                  </a:lnTo>
                  <a:lnTo>
                    <a:pt x="740107" y="1354533"/>
                  </a:lnTo>
                  <a:lnTo>
                    <a:pt x="743585" y="1353333"/>
                  </a:lnTo>
                  <a:lnTo>
                    <a:pt x="744628" y="1352974"/>
                  </a:lnTo>
                  <a:lnTo>
                    <a:pt x="745498" y="1352674"/>
                  </a:lnTo>
                  <a:lnTo>
                    <a:pt x="745846" y="1352554"/>
                  </a:lnTo>
                  <a:lnTo>
                    <a:pt x="746889" y="1352194"/>
                  </a:lnTo>
                  <a:lnTo>
                    <a:pt x="753149" y="1350034"/>
                  </a:lnTo>
                  <a:lnTo>
                    <a:pt x="757497" y="1348534"/>
                  </a:lnTo>
                  <a:lnTo>
                    <a:pt x="759062" y="1347995"/>
                  </a:lnTo>
                  <a:lnTo>
                    <a:pt x="760279" y="1347575"/>
                  </a:lnTo>
                  <a:lnTo>
                    <a:pt x="760627" y="1347455"/>
                  </a:lnTo>
                  <a:lnTo>
                    <a:pt x="763583" y="1346435"/>
                  </a:lnTo>
                  <a:lnTo>
                    <a:pt x="766192" y="1345535"/>
                  </a:lnTo>
                  <a:lnTo>
                    <a:pt x="770017" y="1344215"/>
                  </a:lnTo>
                  <a:lnTo>
                    <a:pt x="772800" y="1343254"/>
                  </a:lnTo>
                  <a:lnTo>
                    <a:pt x="776973" y="1341814"/>
                  </a:lnTo>
                  <a:lnTo>
                    <a:pt x="780625" y="1340554"/>
                  </a:lnTo>
                  <a:lnTo>
                    <a:pt x="780973" y="1340434"/>
                  </a:lnTo>
                  <a:lnTo>
                    <a:pt x="781147" y="1340374"/>
                  </a:lnTo>
                  <a:lnTo>
                    <a:pt x="781321" y="1340314"/>
                  </a:lnTo>
                  <a:lnTo>
                    <a:pt x="782538" y="1339894"/>
                  </a:lnTo>
                  <a:lnTo>
                    <a:pt x="784277" y="1339293"/>
                  </a:lnTo>
                  <a:lnTo>
                    <a:pt x="784451" y="1339233"/>
                  </a:lnTo>
                  <a:lnTo>
                    <a:pt x="786190" y="1338633"/>
                  </a:lnTo>
                  <a:lnTo>
                    <a:pt x="788624" y="1337793"/>
                  </a:lnTo>
                  <a:lnTo>
                    <a:pt x="789842" y="1337373"/>
                  </a:lnTo>
                  <a:lnTo>
                    <a:pt x="793667" y="1336052"/>
                  </a:lnTo>
                  <a:lnTo>
                    <a:pt x="802536" y="1332990"/>
                  </a:lnTo>
                  <a:lnTo>
                    <a:pt x="806536" y="1331609"/>
                  </a:lnTo>
                  <a:lnTo>
                    <a:pt x="806884" y="1331489"/>
                  </a:lnTo>
                  <a:lnTo>
                    <a:pt x="807753" y="1331189"/>
                  </a:lnTo>
                  <a:lnTo>
                    <a:pt x="809492" y="1330588"/>
                  </a:lnTo>
                  <a:lnTo>
                    <a:pt x="810188" y="1330348"/>
                  </a:lnTo>
                  <a:lnTo>
                    <a:pt x="818535" y="1327466"/>
                  </a:lnTo>
                  <a:lnTo>
                    <a:pt x="819578" y="1327105"/>
                  </a:lnTo>
                  <a:lnTo>
                    <a:pt x="825838" y="1324943"/>
                  </a:lnTo>
                  <a:lnTo>
                    <a:pt x="827056" y="1324523"/>
                  </a:lnTo>
                  <a:lnTo>
                    <a:pt x="833142" y="1322420"/>
                  </a:lnTo>
                  <a:lnTo>
                    <a:pt x="835403" y="1321639"/>
                  </a:lnTo>
                  <a:lnTo>
                    <a:pt x="837316" y="1320978"/>
                  </a:lnTo>
                  <a:lnTo>
                    <a:pt x="840968" y="1319717"/>
                  </a:lnTo>
                  <a:lnTo>
                    <a:pt x="841489" y="1319537"/>
                  </a:lnTo>
                  <a:lnTo>
                    <a:pt x="842359" y="1319236"/>
                  </a:lnTo>
                  <a:lnTo>
                    <a:pt x="842880" y="1319056"/>
                  </a:lnTo>
                  <a:lnTo>
                    <a:pt x="843054" y="1318996"/>
                  </a:lnTo>
                  <a:lnTo>
                    <a:pt x="845315" y="1318215"/>
                  </a:lnTo>
                  <a:lnTo>
                    <a:pt x="856444" y="1314369"/>
                  </a:lnTo>
                  <a:lnTo>
                    <a:pt x="857836" y="1313888"/>
                  </a:lnTo>
                  <a:lnTo>
                    <a:pt x="861661" y="1312566"/>
                  </a:lnTo>
                  <a:lnTo>
                    <a:pt x="863400" y="1311965"/>
                  </a:lnTo>
                  <a:lnTo>
                    <a:pt x="863922" y="1311784"/>
                  </a:lnTo>
                  <a:lnTo>
                    <a:pt x="865313" y="1311304"/>
                  </a:lnTo>
                  <a:lnTo>
                    <a:pt x="866009" y="1311063"/>
                  </a:lnTo>
                  <a:lnTo>
                    <a:pt x="869487" y="1309861"/>
                  </a:lnTo>
                  <a:lnTo>
                    <a:pt x="869835" y="1309741"/>
                  </a:lnTo>
                  <a:lnTo>
                    <a:pt x="873139" y="1308599"/>
                  </a:lnTo>
                  <a:lnTo>
                    <a:pt x="875225" y="1307877"/>
                  </a:lnTo>
                  <a:lnTo>
                    <a:pt x="876790" y="1307336"/>
                  </a:lnTo>
                  <a:lnTo>
                    <a:pt x="877834" y="1306975"/>
                  </a:lnTo>
                  <a:lnTo>
                    <a:pt x="879051" y="1306555"/>
                  </a:lnTo>
                  <a:lnTo>
                    <a:pt x="880094" y="1306194"/>
                  </a:lnTo>
                  <a:lnTo>
                    <a:pt x="880616" y="1306013"/>
                  </a:lnTo>
                  <a:lnTo>
                    <a:pt x="880790" y="1305953"/>
                  </a:lnTo>
                  <a:lnTo>
                    <a:pt x="882181" y="1305472"/>
                  </a:lnTo>
                  <a:lnTo>
                    <a:pt x="884094" y="1304811"/>
                  </a:lnTo>
                  <a:lnTo>
                    <a:pt x="886355" y="1304029"/>
                  </a:lnTo>
                  <a:lnTo>
                    <a:pt x="887920" y="1303488"/>
                  </a:lnTo>
                  <a:lnTo>
                    <a:pt x="891746" y="1302165"/>
                  </a:lnTo>
                  <a:lnTo>
                    <a:pt x="892963" y="1301744"/>
                  </a:lnTo>
                  <a:lnTo>
                    <a:pt x="893485" y="1301564"/>
                  </a:lnTo>
                  <a:lnTo>
                    <a:pt x="895050" y="1301023"/>
                  </a:lnTo>
                  <a:lnTo>
                    <a:pt x="900788" y="1299038"/>
                  </a:lnTo>
                  <a:lnTo>
                    <a:pt x="906527" y="1297053"/>
                  </a:lnTo>
                  <a:lnTo>
                    <a:pt x="910179" y="1295790"/>
                  </a:lnTo>
                  <a:lnTo>
                    <a:pt x="910353" y="1295730"/>
                  </a:lnTo>
                  <a:lnTo>
                    <a:pt x="912266" y="1295068"/>
                  </a:lnTo>
                  <a:lnTo>
                    <a:pt x="912439" y="1295008"/>
                  </a:lnTo>
                  <a:lnTo>
                    <a:pt x="914004" y="1294466"/>
                  </a:lnTo>
                  <a:lnTo>
                    <a:pt x="917482" y="1293263"/>
                  </a:lnTo>
                  <a:lnTo>
                    <a:pt x="918526" y="1292902"/>
                  </a:lnTo>
                  <a:lnTo>
                    <a:pt x="919395" y="1292601"/>
                  </a:lnTo>
                  <a:lnTo>
                    <a:pt x="919743" y="1292481"/>
                  </a:lnTo>
                  <a:lnTo>
                    <a:pt x="920786" y="1292120"/>
                  </a:lnTo>
                  <a:lnTo>
                    <a:pt x="927047" y="1289954"/>
                  </a:lnTo>
                  <a:lnTo>
                    <a:pt x="931394" y="1288449"/>
                  </a:lnTo>
                  <a:lnTo>
                    <a:pt x="932959" y="1287908"/>
                  </a:lnTo>
                  <a:lnTo>
                    <a:pt x="934177" y="1287486"/>
                  </a:lnTo>
                  <a:lnTo>
                    <a:pt x="937481" y="1286343"/>
                  </a:lnTo>
                  <a:lnTo>
                    <a:pt x="940089" y="1285440"/>
                  </a:lnTo>
                  <a:lnTo>
                    <a:pt x="943915" y="1284116"/>
                  </a:lnTo>
                  <a:lnTo>
                    <a:pt x="946697" y="1283153"/>
                  </a:lnTo>
                  <a:lnTo>
                    <a:pt x="950871" y="1281708"/>
                  </a:lnTo>
                  <a:lnTo>
                    <a:pt x="953827" y="1280685"/>
                  </a:lnTo>
                  <a:lnTo>
                    <a:pt x="954523" y="1280444"/>
                  </a:lnTo>
                  <a:lnTo>
                    <a:pt x="954870" y="1280323"/>
                  </a:lnTo>
                  <a:lnTo>
                    <a:pt x="955044" y="1280263"/>
                  </a:lnTo>
                  <a:lnTo>
                    <a:pt x="955218" y="1280203"/>
                  </a:lnTo>
                  <a:lnTo>
                    <a:pt x="956435" y="1279781"/>
                  </a:lnTo>
                  <a:lnTo>
                    <a:pt x="958174" y="1279179"/>
                  </a:lnTo>
                  <a:lnTo>
                    <a:pt x="958348" y="1279119"/>
                  </a:lnTo>
                  <a:lnTo>
                    <a:pt x="960087" y="1278517"/>
                  </a:lnTo>
                  <a:lnTo>
                    <a:pt x="962522" y="1277674"/>
                  </a:lnTo>
                  <a:lnTo>
                    <a:pt x="963739" y="1277253"/>
                  </a:lnTo>
                  <a:lnTo>
                    <a:pt x="967565" y="1275928"/>
                  </a:lnTo>
                  <a:lnTo>
                    <a:pt x="976434" y="1272856"/>
                  </a:lnTo>
                  <a:lnTo>
                    <a:pt x="980433" y="1271471"/>
                  </a:lnTo>
                  <a:lnTo>
                    <a:pt x="980781" y="1271351"/>
                  </a:lnTo>
                  <a:lnTo>
                    <a:pt x="981651" y="1271049"/>
                  </a:lnTo>
                  <a:lnTo>
                    <a:pt x="983390" y="1270447"/>
                  </a:lnTo>
                  <a:lnTo>
                    <a:pt x="984085" y="1270206"/>
                  </a:lnTo>
                  <a:lnTo>
                    <a:pt x="992432" y="1267314"/>
                  </a:lnTo>
                  <a:lnTo>
                    <a:pt x="993476" y="1266953"/>
                  </a:lnTo>
                  <a:lnTo>
                    <a:pt x="999736" y="1264784"/>
                  </a:lnTo>
                  <a:lnTo>
                    <a:pt x="1000953" y="1264362"/>
                  </a:lnTo>
                  <a:lnTo>
                    <a:pt x="1007040" y="1262253"/>
                  </a:lnTo>
                  <a:lnTo>
                    <a:pt x="1009300" y="1261469"/>
                  </a:lnTo>
                  <a:lnTo>
                    <a:pt x="1011213" y="1260806"/>
                  </a:lnTo>
                  <a:lnTo>
                    <a:pt x="1014865" y="1259541"/>
                  </a:lnTo>
                  <a:lnTo>
                    <a:pt x="1015387" y="1259360"/>
                  </a:lnTo>
                  <a:lnTo>
                    <a:pt x="1016256" y="1259058"/>
                  </a:lnTo>
                  <a:lnTo>
                    <a:pt x="1016778" y="1258878"/>
                  </a:lnTo>
                  <a:lnTo>
                    <a:pt x="1016952" y="1258817"/>
                  </a:lnTo>
                  <a:lnTo>
                    <a:pt x="1019212" y="1258034"/>
                  </a:lnTo>
                  <a:lnTo>
                    <a:pt x="1029298" y="1254537"/>
                  </a:lnTo>
                  <a:lnTo>
                    <a:pt x="1030342" y="1254176"/>
                  </a:lnTo>
                  <a:lnTo>
                    <a:pt x="1031733" y="1253693"/>
                  </a:lnTo>
                  <a:lnTo>
                    <a:pt x="1035559" y="1252367"/>
                  </a:lnTo>
                  <a:lnTo>
                    <a:pt x="1037298" y="1251764"/>
                  </a:lnTo>
                  <a:lnTo>
                    <a:pt x="1037819" y="1251583"/>
                  </a:lnTo>
                  <a:lnTo>
                    <a:pt x="1039211" y="1251100"/>
                  </a:lnTo>
                  <a:lnTo>
                    <a:pt x="1039906" y="1250859"/>
                  </a:lnTo>
                  <a:lnTo>
                    <a:pt x="1043384" y="1249653"/>
                  </a:lnTo>
                  <a:lnTo>
                    <a:pt x="1043732" y="1249532"/>
                  </a:lnTo>
                  <a:lnTo>
                    <a:pt x="1047036" y="1248387"/>
                  </a:lnTo>
                  <a:lnTo>
                    <a:pt x="1049123" y="1247663"/>
                  </a:lnTo>
                  <a:lnTo>
                    <a:pt x="1050688" y="1247120"/>
                  </a:lnTo>
                  <a:lnTo>
                    <a:pt x="1051731" y="1246758"/>
                  </a:lnTo>
                  <a:lnTo>
                    <a:pt x="1052949" y="1246336"/>
                  </a:lnTo>
                  <a:lnTo>
                    <a:pt x="1053992" y="1245974"/>
                  </a:lnTo>
                  <a:lnTo>
                    <a:pt x="1054514" y="1245793"/>
                  </a:lnTo>
                  <a:lnTo>
                    <a:pt x="1054688" y="1245733"/>
                  </a:lnTo>
                  <a:lnTo>
                    <a:pt x="1056079" y="1245250"/>
                  </a:lnTo>
                  <a:lnTo>
                    <a:pt x="1060252" y="1243802"/>
                  </a:lnTo>
                  <a:lnTo>
                    <a:pt x="1061817" y="1243259"/>
                  </a:lnTo>
                  <a:lnTo>
                    <a:pt x="1065643" y="1241932"/>
                  </a:lnTo>
                  <a:lnTo>
                    <a:pt x="1066860" y="1241510"/>
                  </a:lnTo>
                  <a:lnTo>
                    <a:pt x="1067382" y="1241329"/>
                  </a:lnTo>
                  <a:lnTo>
                    <a:pt x="1068947" y="1240786"/>
                  </a:lnTo>
                  <a:lnTo>
                    <a:pt x="1074686" y="1238795"/>
                  </a:lnTo>
                  <a:lnTo>
                    <a:pt x="1080424" y="1236803"/>
                  </a:lnTo>
                  <a:lnTo>
                    <a:pt x="1084076" y="1235536"/>
                  </a:lnTo>
                  <a:lnTo>
                    <a:pt x="1084250" y="1235475"/>
                  </a:lnTo>
                  <a:lnTo>
                    <a:pt x="1086163" y="1234811"/>
                  </a:lnTo>
                  <a:lnTo>
                    <a:pt x="1086337" y="1234751"/>
                  </a:lnTo>
                  <a:lnTo>
                    <a:pt x="1087902" y="1234208"/>
                  </a:lnTo>
                  <a:lnTo>
                    <a:pt x="1091380" y="1233001"/>
                  </a:lnTo>
                  <a:lnTo>
                    <a:pt x="1092423" y="1232638"/>
                  </a:lnTo>
                  <a:lnTo>
                    <a:pt x="1093293" y="1232337"/>
                  </a:lnTo>
                  <a:lnTo>
                    <a:pt x="1093641" y="1232216"/>
                  </a:lnTo>
                  <a:lnTo>
                    <a:pt x="1094684" y="1231854"/>
                  </a:lnTo>
                  <a:lnTo>
                    <a:pt x="1100944" y="1229680"/>
                  </a:lnTo>
                  <a:lnTo>
                    <a:pt x="1105292" y="1228171"/>
                  </a:lnTo>
                  <a:lnTo>
                    <a:pt x="1106857" y="1227627"/>
                  </a:lnTo>
                  <a:lnTo>
                    <a:pt x="1108074" y="1227205"/>
                  </a:lnTo>
                  <a:lnTo>
                    <a:pt x="1108422" y="1227084"/>
                  </a:lnTo>
                  <a:lnTo>
                    <a:pt x="1111378" y="1226057"/>
                  </a:lnTo>
                  <a:lnTo>
                    <a:pt x="1113987" y="1225152"/>
                  </a:lnTo>
                  <a:lnTo>
                    <a:pt x="1117812" y="1223823"/>
                  </a:lnTo>
                  <a:lnTo>
                    <a:pt x="1120595" y="1222857"/>
                  </a:lnTo>
                  <a:lnTo>
                    <a:pt x="1124768" y="1221407"/>
                  </a:lnTo>
                  <a:lnTo>
                    <a:pt x="1127724" y="1220380"/>
                  </a:lnTo>
                  <a:lnTo>
                    <a:pt x="1128420" y="1220139"/>
                  </a:lnTo>
                  <a:lnTo>
                    <a:pt x="1128768" y="1220018"/>
                  </a:lnTo>
                  <a:lnTo>
                    <a:pt x="1128942" y="1219957"/>
                  </a:lnTo>
                  <a:lnTo>
                    <a:pt x="1129116" y="1219897"/>
                  </a:lnTo>
                  <a:lnTo>
                    <a:pt x="1130333" y="1219474"/>
                  </a:lnTo>
                  <a:lnTo>
                    <a:pt x="1132072" y="1218870"/>
                  </a:lnTo>
                  <a:lnTo>
                    <a:pt x="1132246" y="1218809"/>
                  </a:lnTo>
                  <a:lnTo>
                    <a:pt x="1133985" y="1218205"/>
                  </a:lnTo>
                  <a:lnTo>
                    <a:pt x="1136419" y="1217360"/>
                  </a:lnTo>
                  <a:lnTo>
                    <a:pt x="1137637" y="1216937"/>
                  </a:lnTo>
                  <a:lnTo>
                    <a:pt x="1141462" y="1215607"/>
                  </a:lnTo>
                  <a:lnTo>
                    <a:pt x="1150331" y="1212525"/>
                  </a:lnTo>
                  <a:lnTo>
                    <a:pt x="1154331" y="1211135"/>
                  </a:lnTo>
                  <a:lnTo>
                    <a:pt x="1154679" y="1211015"/>
                  </a:lnTo>
                  <a:lnTo>
                    <a:pt x="1155548" y="1210712"/>
                  </a:lnTo>
                  <a:lnTo>
                    <a:pt x="1157287" y="1210108"/>
                  </a:lnTo>
                  <a:lnTo>
                    <a:pt x="1157983" y="1209866"/>
                  </a:lnTo>
                  <a:lnTo>
                    <a:pt x="1166330" y="1206965"/>
                  </a:lnTo>
                  <a:lnTo>
                    <a:pt x="1167373" y="1206602"/>
                  </a:lnTo>
                  <a:lnTo>
                    <a:pt x="1173633" y="1204425"/>
                  </a:lnTo>
                  <a:lnTo>
                    <a:pt x="1174851" y="1204002"/>
                  </a:lnTo>
                  <a:lnTo>
                    <a:pt x="1180937" y="1201886"/>
                  </a:lnTo>
                  <a:lnTo>
                    <a:pt x="1183198" y="1201100"/>
                  </a:lnTo>
                  <a:lnTo>
                    <a:pt x="1185111" y="1200434"/>
                  </a:lnTo>
                  <a:lnTo>
                    <a:pt x="1188762" y="1199164"/>
                  </a:lnTo>
                  <a:lnTo>
                    <a:pt x="1189284" y="1198983"/>
                  </a:lnTo>
                  <a:lnTo>
                    <a:pt x="1190154" y="1198680"/>
                  </a:lnTo>
                  <a:lnTo>
                    <a:pt x="1190675" y="1198499"/>
                  </a:lnTo>
                  <a:lnTo>
                    <a:pt x="1190849" y="1198439"/>
                  </a:lnTo>
                  <a:lnTo>
                    <a:pt x="1193110" y="1197652"/>
                  </a:lnTo>
                  <a:lnTo>
                    <a:pt x="1203196" y="1194144"/>
                  </a:lnTo>
                  <a:lnTo>
                    <a:pt x="1204239" y="1193781"/>
                  </a:lnTo>
                  <a:lnTo>
                    <a:pt x="1205631" y="1193297"/>
                  </a:lnTo>
                  <a:lnTo>
                    <a:pt x="1209456" y="1191966"/>
                  </a:lnTo>
                  <a:lnTo>
                    <a:pt x="1211195" y="1191360"/>
                  </a:lnTo>
                  <a:lnTo>
                    <a:pt x="1211717" y="1191179"/>
                  </a:lnTo>
                  <a:lnTo>
                    <a:pt x="1213108" y="1190695"/>
                  </a:lnTo>
                  <a:lnTo>
                    <a:pt x="1213804" y="1190453"/>
                  </a:lnTo>
                  <a:lnTo>
                    <a:pt x="1217282" y="1189242"/>
                  </a:lnTo>
                  <a:lnTo>
                    <a:pt x="1217629" y="1189121"/>
                  </a:lnTo>
                  <a:lnTo>
                    <a:pt x="1220933" y="1187972"/>
                  </a:lnTo>
                  <a:lnTo>
                    <a:pt x="1223020" y="1187245"/>
                  </a:lnTo>
                  <a:lnTo>
                    <a:pt x="1224585" y="1186701"/>
                  </a:lnTo>
                  <a:lnTo>
                    <a:pt x="1225629" y="1186337"/>
                  </a:lnTo>
                  <a:lnTo>
                    <a:pt x="1226846" y="1185914"/>
                  </a:lnTo>
                  <a:lnTo>
                    <a:pt x="1227889" y="1185551"/>
                  </a:lnTo>
                  <a:lnTo>
                    <a:pt x="1228411" y="1185369"/>
                  </a:lnTo>
                  <a:lnTo>
                    <a:pt x="1228585" y="1185308"/>
                  </a:lnTo>
                  <a:lnTo>
                    <a:pt x="1229976" y="1184824"/>
                  </a:lnTo>
                  <a:lnTo>
                    <a:pt x="1231889" y="1184158"/>
                  </a:lnTo>
                  <a:lnTo>
                    <a:pt x="1234150" y="1183371"/>
                  </a:lnTo>
                  <a:lnTo>
                    <a:pt x="1235715" y="1182827"/>
                  </a:lnTo>
                  <a:lnTo>
                    <a:pt x="1239541" y="1181495"/>
                  </a:lnTo>
                  <a:lnTo>
                    <a:pt x="1240758" y="1181071"/>
                  </a:lnTo>
                  <a:lnTo>
                    <a:pt x="1241279" y="1180889"/>
                  </a:lnTo>
                  <a:lnTo>
                    <a:pt x="1242845" y="1180344"/>
                  </a:lnTo>
                  <a:lnTo>
                    <a:pt x="1248583" y="1178346"/>
                  </a:lnTo>
                  <a:lnTo>
                    <a:pt x="1254322" y="1176348"/>
                  </a:lnTo>
                  <a:lnTo>
                    <a:pt x="1257974" y="1175076"/>
                  </a:lnTo>
                  <a:lnTo>
                    <a:pt x="1258148" y="1175015"/>
                  </a:lnTo>
                  <a:lnTo>
                    <a:pt x="1260060" y="1174349"/>
                  </a:lnTo>
                  <a:lnTo>
                    <a:pt x="1260234" y="1174288"/>
                  </a:lnTo>
                  <a:lnTo>
                    <a:pt x="1261799" y="1173743"/>
                  </a:lnTo>
                  <a:lnTo>
                    <a:pt x="1265277" y="1172532"/>
                  </a:lnTo>
                  <a:lnTo>
                    <a:pt x="1266321" y="1172168"/>
                  </a:lnTo>
                  <a:lnTo>
                    <a:pt x="1267190" y="1171865"/>
                  </a:lnTo>
                  <a:lnTo>
                    <a:pt x="1267538" y="1171744"/>
                  </a:lnTo>
                  <a:lnTo>
                    <a:pt x="1268581" y="1171381"/>
                  </a:lnTo>
                  <a:lnTo>
                    <a:pt x="1274842" y="1169200"/>
                  </a:lnTo>
                  <a:lnTo>
                    <a:pt x="1279189" y="1167685"/>
                  </a:lnTo>
                  <a:lnTo>
                    <a:pt x="1280754" y="1167139"/>
                  </a:lnTo>
                  <a:lnTo>
                    <a:pt x="1281971" y="1166715"/>
                  </a:lnTo>
                  <a:lnTo>
                    <a:pt x="1282319" y="1166594"/>
                  </a:lnTo>
                  <a:lnTo>
                    <a:pt x="1285276" y="1165564"/>
                  </a:lnTo>
                  <a:lnTo>
                    <a:pt x="1287884" y="1164655"/>
                  </a:lnTo>
                  <a:lnTo>
                    <a:pt x="1291710" y="1163321"/>
                  </a:lnTo>
                  <a:lnTo>
                    <a:pt x="1294492" y="1162352"/>
                  </a:lnTo>
                  <a:lnTo>
                    <a:pt x="1298666" y="1160897"/>
                  </a:lnTo>
                  <a:lnTo>
                    <a:pt x="1301622" y="1159866"/>
                  </a:lnTo>
                  <a:lnTo>
                    <a:pt x="1302317" y="1159624"/>
                  </a:lnTo>
                  <a:lnTo>
                    <a:pt x="1302665" y="1159502"/>
                  </a:lnTo>
                  <a:lnTo>
                    <a:pt x="1302839" y="1159442"/>
                  </a:lnTo>
                  <a:lnTo>
                    <a:pt x="1303013" y="1159381"/>
                  </a:lnTo>
                  <a:lnTo>
                    <a:pt x="1304230" y="1158957"/>
                  </a:lnTo>
                  <a:lnTo>
                    <a:pt x="1305969" y="1158351"/>
                  </a:lnTo>
                  <a:lnTo>
                    <a:pt x="1306143" y="1158290"/>
                  </a:lnTo>
                  <a:lnTo>
                    <a:pt x="1307882" y="1157684"/>
                  </a:lnTo>
                  <a:lnTo>
                    <a:pt x="1310317" y="1156835"/>
                  </a:lnTo>
                  <a:lnTo>
                    <a:pt x="1311534" y="1156410"/>
                  </a:lnTo>
                  <a:lnTo>
                    <a:pt x="1315360" y="1155076"/>
                  </a:lnTo>
                  <a:lnTo>
                    <a:pt x="1324229" y="1151983"/>
                  </a:lnTo>
                  <a:lnTo>
                    <a:pt x="1328228" y="1150588"/>
                  </a:lnTo>
                  <a:lnTo>
                    <a:pt x="1328576" y="1150467"/>
                  </a:lnTo>
                  <a:lnTo>
                    <a:pt x="1329445" y="1150164"/>
                  </a:lnTo>
                  <a:lnTo>
                    <a:pt x="1331184" y="1149557"/>
                  </a:lnTo>
                  <a:lnTo>
                    <a:pt x="1331880" y="1149314"/>
                  </a:lnTo>
                  <a:lnTo>
                    <a:pt x="1340227" y="1146402"/>
                  </a:lnTo>
                  <a:lnTo>
                    <a:pt x="1341271" y="1146038"/>
                  </a:lnTo>
                  <a:lnTo>
                    <a:pt x="1348748" y="1143429"/>
                  </a:lnTo>
                  <a:lnTo>
                    <a:pt x="1354835" y="1141305"/>
                  </a:lnTo>
                  <a:lnTo>
                    <a:pt x="1357095" y="1140516"/>
                  </a:lnTo>
                  <a:lnTo>
                    <a:pt x="1359008" y="1139848"/>
                  </a:lnTo>
                  <a:lnTo>
                    <a:pt x="1362660" y="1138573"/>
                  </a:lnTo>
                  <a:lnTo>
                    <a:pt x="1363182" y="1138391"/>
                  </a:lnTo>
                  <a:lnTo>
                    <a:pt x="1364051" y="1138088"/>
                  </a:lnTo>
                  <a:lnTo>
                    <a:pt x="1364573" y="1137906"/>
                  </a:lnTo>
                  <a:lnTo>
                    <a:pt x="1364747" y="1137845"/>
                  </a:lnTo>
                  <a:lnTo>
                    <a:pt x="1367007" y="1137056"/>
                  </a:lnTo>
                  <a:lnTo>
                    <a:pt x="1377093" y="1133534"/>
                  </a:lnTo>
                  <a:lnTo>
                    <a:pt x="1378137" y="1133170"/>
                  </a:lnTo>
                  <a:lnTo>
                    <a:pt x="1379528" y="1132684"/>
                  </a:lnTo>
                  <a:lnTo>
                    <a:pt x="1383354" y="1131348"/>
                  </a:lnTo>
                  <a:lnTo>
                    <a:pt x="1385093" y="1130741"/>
                  </a:lnTo>
                  <a:lnTo>
                    <a:pt x="1385614" y="1130559"/>
                  </a:lnTo>
                  <a:lnTo>
                    <a:pt x="1387006" y="1130073"/>
                  </a:lnTo>
                  <a:lnTo>
                    <a:pt x="1387701" y="1129830"/>
                  </a:lnTo>
                  <a:lnTo>
                    <a:pt x="1391179" y="1128615"/>
                  </a:lnTo>
                  <a:lnTo>
                    <a:pt x="1391527" y="1128494"/>
                  </a:lnTo>
                  <a:lnTo>
                    <a:pt x="1394831" y="1127340"/>
                  </a:lnTo>
                  <a:lnTo>
                    <a:pt x="1396918" y="1126611"/>
                  </a:lnTo>
                  <a:lnTo>
                    <a:pt x="1398483" y="1126064"/>
                  </a:lnTo>
                  <a:lnTo>
                    <a:pt x="1399526" y="1125699"/>
                  </a:lnTo>
                  <a:lnTo>
                    <a:pt x="1400743" y="1125274"/>
                  </a:lnTo>
                  <a:lnTo>
                    <a:pt x="1401787" y="1124910"/>
                  </a:lnTo>
                  <a:lnTo>
                    <a:pt x="1402309" y="1124727"/>
                  </a:lnTo>
                  <a:lnTo>
                    <a:pt x="1402482" y="1124667"/>
                  </a:lnTo>
                  <a:lnTo>
                    <a:pt x="1403874" y="1124181"/>
                  </a:lnTo>
                  <a:lnTo>
                    <a:pt x="1405786" y="1123512"/>
                  </a:lnTo>
                  <a:lnTo>
                    <a:pt x="1408047" y="1122722"/>
                  </a:lnTo>
                  <a:lnTo>
                    <a:pt x="1409612" y="1122175"/>
                  </a:lnTo>
                  <a:lnTo>
                    <a:pt x="1413438" y="1120839"/>
                  </a:lnTo>
                  <a:lnTo>
                    <a:pt x="1414655" y="1120413"/>
                  </a:lnTo>
                  <a:lnTo>
                    <a:pt x="1415177" y="1120231"/>
                  </a:lnTo>
                  <a:lnTo>
                    <a:pt x="1416742" y="1119684"/>
                  </a:lnTo>
                  <a:lnTo>
                    <a:pt x="1422481" y="1117678"/>
                  </a:lnTo>
                  <a:lnTo>
                    <a:pt x="1428219" y="1115672"/>
                  </a:lnTo>
                  <a:lnTo>
                    <a:pt x="1431871" y="1114396"/>
                  </a:lnTo>
                  <a:lnTo>
                    <a:pt x="1432045" y="1114335"/>
                  </a:lnTo>
                  <a:lnTo>
                    <a:pt x="1433958" y="1113666"/>
                  </a:lnTo>
                  <a:lnTo>
                    <a:pt x="1434132" y="1113605"/>
                  </a:lnTo>
                  <a:lnTo>
                    <a:pt x="1435697" y="1113058"/>
                  </a:lnTo>
                  <a:lnTo>
                    <a:pt x="1439175" y="1111842"/>
                  </a:lnTo>
                  <a:lnTo>
                    <a:pt x="1440218" y="1111477"/>
                  </a:lnTo>
                  <a:lnTo>
                    <a:pt x="1441088" y="1111173"/>
                  </a:lnTo>
                  <a:lnTo>
                    <a:pt x="1441435" y="1111052"/>
                  </a:lnTo>
                  <a:lnTo>
                    <a:pt x="1442479" y="1110687"/>
                  </a:lnTo>
                  <a:lnTo>
                    <a:pt x="1448739" y="1108498"/>
                  </a:lnTo>
                  <a:lnTo>
                    <a:pt x="1453087" y="1106977"/>
                  </a:lnTo>
                  <a:lnTo>
                    <a:pt x="1455869" y="1106004"/>
                  </a:lnTo>
                  <a:lnTo>
                    <a:pt x="1456217" y="1105882"/>
                  </a:lnTo>
                  <a:lnTo>
                    <a:pt x="1459173" y="1104848"/>
                  </a:lnTo>
                  <a:lnTo>
                    <a:pt x="1461781" y="1103936"/>
                  </a:lnTo>
                  <a:lnTo>
                    <a:pt x="1465607" y="1102597"/>
                  </a:lnTo>
                  <a:lnTo>
                    <a:pt x="1468390" y="1101624"/>
                  </a:lnTo>
                  <a:lnTo>
                    <a:pt x="1472563" y="1100163"/>
                  </a:lnTo>
                  <a:lnTo>
                    <a:pt x="1475519" y="1099129"/>
                  </a:lnTo>
                  <a:lnTo>
                    <a:pt x="1476215" y="1098886"/>
                  </a:lnTo>
                  <a:lnTo>
                    <a:pt x="1476563" y="1098764"/>
                  </a:lnTo>
                  <a:lnTo>
                    <a:pt x="1476737" y="1098703"/>
                  </a:lnTo>
                  <a:lnTo>
                    <a:pt x="1476911" y="1098642"/>
                  </a:lnTo>
                  <a:lnTo>
                    <a:pt x="1478128" y="1098216"/>
                  </a:lnTo>
                  <a:lnTo>
                    <a:pt x="1479867" y="1097608"/>
                  </a:lnTo>
                  <a:lnTo>
                    <a:pt x="1480041" y="1097547"/>
                  </a:lnTo>
                  <a:lnTo>
                    <a:pt x="1481780" y="1096938"/>
                  </a:lnTo>
                  <a:lnTo>
                    <a:pt x="1484214" y="1096086"/>
                  </a:lnTo>
                  <a:lnTo>
                    <a:pt x="1485431" y="1095660"/>
                  </a:lnTo>
                  <a:lnTo>
                    <a:pt x="1489257" y="1094321"/>
                  </a:lnTo>
                  <a:lnTo>
                    <a:pt x="1498126" y="1091216"/>
                  </a:lnTo>
                  <a:lnTo>
                    <a:pt x="1502126" y="1089816"/>
                  </a:lnTo>
                  <a:lnTo>
                    <a:pt x="1502473" y="1089694"/>
                  </a:lnTo>
                  <a:lnTo>
                    <a:pt x="1503343" y="1089390"/>
                  </a:lnTo>
                  <a:lnTo>
                    <a:pt x="1505082" y="1088781"/>
                  </a:lnTo>
                  <a:lnTo>
                    <a:pt x="1505777" y="1088537"/>
                  </a:lnTo>
                  <a:lnTo>
                    <a:pt x="1514125" y="1085614"/>
                  </a:lnTo>
                  <a:lnTo>
                    <a:pt x="1515168" y="1085248"/>
                  </a:lnTo>
                  <a:lnTo>
                    <a:pt x="1521428" y="1083056"/>
                  </a:lnTo>
                  <a:lnTo>
                    <a:pt x="1522646" y="1082629"/>
                  </a:lnTo>
                  <a:lnTo>
                    <a:pt x="1528732" y="1080497"/>
                  </a:lnTo>
                  <a:lnTo>
                    <a:pt x="1530993" y="1079705"/>
                  </a:lnTo>
                  <a:lnTo>
                    <a:pt x="1532905" y="1079035"/>
                  </a:lnTo>
                  <a:lnTo>
                    <a:pt x="1536557" y="1077755"/>
                  </a:lnTo>
                  <a:lnTo>
                    <a:pt x="1537079" y="1077572"/>
                  </a:lnTo>
                  <a:lnTo>
                    <a:pt x="1537949" y="1077268"/>
                  </a:lnTo>
                  <a:lnTo>
                    <a:pt x="1538470" y="1077085"/>
                  </a:lnTo>
                  <a:lnTo>
                    <a:pt x="1538644" y="1077024"/>
                  </a:lnTo>
                  <a:lnTo>
                    <a:pt x="1540905" y="1076232"/>
                  </a:lnTo>
                  <a:lnTo>
                    <a:pt x="1550991" y="1072696"/>
                  </a:lnTo>
                  <a:lnTo>
                    <a:pt x="1552034" y="1072331"/>
                  </a:lnTo>
                  <a:lnTo>
                    <a:pt x="1553425" y="1071843"/>
                  </a:lnTo>
                  <a:lnTo>
                    <a:pt x="1557251" y="1070502"/>
                  </a:lnTo>
                  <a:lnTo>
                    <a:pt x="1558990" y="1069892"/>
                  </a:lnTo>
                  <a:lnTo>
                    <a:pt x="1559512" y="1069709"/>
                  </a:lnTo>
                  <a:lnTo>
                    <a:pt x="1560903" y="1069222"/>
                  </a:lnTo>
                  <a:lnTo>
                    <a:pt x="1561599" y="1068978"/>
                  </a:lnTo>
                  <a:lnTo>
                    <a:pt x="1565077" y="1067758"/>
                  </a:lnTo>
                  <a:lnTo>
                    <a:pt x="1565424" y="1067636"/>
                  </a:lnTo>
                  <a:lnTo>
                    <a:pt x="1568728" y="1066478"/>
                  </a:lnTo>
                  <a:lnTo>
                    <a:pt x="1570815" y="1065746"/>
                  </a:lnTo>
                  <a:lnTo>
                    <a:pt x="1572380" y="1065197"/>
                  </a:lnTo>
                  <a:lnTo>
                    <a:pt x="1573424" y="1064831"/>
                  </a:lnTo>
                  <a:lnTo>
                    <a:pt x="1574641" y="1064404"/>
                  </a:lnTo>
                  <a:lnTo>
                    <a:pt x="1575684" y="1064038"/>
                  </a:lnTo>
                  <a:lnTo>
                    <a:pt x="1576206" y="1063855"/>
                  </a:lnTo>
                  <a:lnTo>
                    <a:pt x="1576380" y="1063794"/>
                  </a:lnTo>
                  <a:lnTo>
                    <a:pt x="1577771" y="1063306"/>
                  </a:lnTo>
                  <a:lnTo>
                    <a:pt x="1579684" y="1062635"/>
                  </a:lnTo>
                  <a:lnTo>
                    <a:pt x="1581945" y="1061842"/>
                  </a:lnTo>
                  <a:lnTo>
                    <a:pt x="1583510" y="1061293"/>
                  </a:lnTo>
                  <a:lnTo>
                    <a:pt x="1587335" y="1059951"/>
                  </a:lnTo>
                  <a:lnTo>
                    <a:pt x="1588553" y="1059524"/>
                  </a:lnTo>
                  <a:lnTo>
                    <a:pt x="1589074" y="1059341"/>
                  </a:lnTo>
                  <a:lnTo>
                    <a:pt x="1590639" y="1058792"/>
                  </a:lnTo>
                  <a:lnTo>
                    <a:pt x="1596378" y="1056779"/>
                  </a:lnTo>
                  <a:lnTo>
                    <a:pt x="1602117" y="1054765"/>
                  </a:lnTo>
                  <a:lnTo>
                    <a:pt x="1605769" y="1053483"/>
                  </a:lnTo>
                  <a:lnTo>
                    <a:pt x="1605942" y="1053422"/>
                  </a:lnTo>
                  <a:lnTo>
                    <a:pt x="1608029" y="1052690"/>
                  </a:lnTo>
                  <a:lnTo>
                    <a:pt x="1609594" y="1052141"/>
                  </a:lnTo>
                  <a:lnTo>
                    <a:pt x="1613072" y="1050920"/>
                  </a:lnTo>
                  <a:lnTo>
                    <a:pt x="1614116" y="1050553"/>
                  </a:lnTo>
                  <a:lnTo>
                    <a:pt x="1614985" y="1050248"/>
                  </a:lnTo>
                  <a:lnTo>
                    <a:pt x="1615333" y="1050126"/>
                  </a:lnTo>
                  <a:lnTo>
                    <a:pt x="1616376" y="1049760"/>
                  </a:lnTo>
                  <a:lnTo>
                    <a:pt x="1622637" y="1047562"/>
                  </a:lnTo>
                  <a:lnTo>
                    <a:pt x="1626984" y="1046036"/>
                  </a:lnTo>
                  <a:lnTo>
                    <a:pt x="1628549" y="1045486"/>
                  </a:lnTo>
                  <a:lnTo>
                    <a:pt x="1629766" y="1045059"/>
                  </a:lnTo>
                  <a:lnTo>
                    <a:pt x="1630114" y="1044936"/>
                  </a:lnTo>
                  <a:lnTo>
                    <a:pt x="1633070" y="1043898"/>
                  </a:lnTo>
                  <a:lnTo>
                    <a:pt x="1635679" y="1042982"/>
                  </a:lnTo>
                  <a:lnTo>
                    <a:pt x="1639505" y="1041638"/>
                  </a:lnTo>
                  <a:lnTo>
                    <a:pt x="1642287" y="1040661"/>
                  </a:lnTo>
                  <a:lnTo>
                    <a:pt x="1646461" y="1039195"/>
                  </a:lnTo>
                  <a:lnTo>
                    <a:pt x="1649417" y="1038156"/>
                  </a:lnTo>
                  <a:lnTo>
                    <a:pt x="1650112" y="1037912"/>
                  </a:lnTo>
                  <a:lnTo>
                    <a:pt x="1650460" y="1037790"/>
                  </a:lnTo>
                  <a:lnTo>
                    <a:pt x="1650634" y="1037729"/>
                  </a:lnTo>
                  <a:lnTo>
                    <a:pt x="1650808" y="1037668"/>
                  </a:lnTo>
                  <a:lnTo>
                    <a:pt x="1652025" y="1037240"/>
                  </a:lnTo>
                  <a:lnTo>
                    <a:pt x="1653764" y="1036629"/>
                  </a:lnTo>
                  <a:lnTo>
                    <a:pt x="1653938" y="1036568"/>
                  </a:lnTo>
                  <a:lnTo>
                    <a:pt x="1655677" y="1035957"/>
                  </a:lnTo>
                  <a:lnTo>
                    <a:pt x="1658112" y="1035102"/>
                  </a:lnTo>
                  <a:lnTo>
                    <a:pt x="1659329" y="1034674"/>
                  </a:lnTo>
                  <a:lnTo>
                    <a:pt x="1663155" y="1033329"/>
                  </a:lnTo>
                  <a:lnTo>
                    <a:pt x="1672023" y="1030212"/>
                  </a:lnTo>
                  <a:lnTo>
                    <a:pt x="1676023" y="1028806"/>
                  </a:lnTo>
                  <a:lnTo>
                    <a:pt x="1676371" y="1028684"/>
                  </a:lnTo>
                  <a:lnTo>
                    <a:pt x="1677240" y="1028378"/>
                  </a:lnTo>
                  <a:lnTo>
                    <a:pt x="1678979" y="1027767"/>
                  </a:lnTo>
                  <a:lnTo>
                    <a:pt x="1679675" y="1027522"/>
                  </a:lnTo>
                  <a:lnTo>
                    <a:pt x="1688022" y="1024588"/>
                  </a:lnTo>
                  <a:lnTo>
                    <a:pt x="1689065" y="1024221"/>
                  </a:lnTo>
                  <a:lnTo>
                    <a:pt x="1695326" y="1022019"/>
                  </a:lnTo>
                  <a:lnTo>
                    <a:pt x="1696543" y="1021591"/>
                  </a:lnTo>
                  <a:lnTo>
                    <a:pt x="1702629" y="1019450"/>
                  </a:lnTo>
                  <a:lnTo>
                    <a:pt x="1704890" y="1018655"/>
                  </a:lnTo>
                  <a:lnTo>
                    <a:pt x="1706803" y="1017982"/>
                  </a:lnTo>
                  <a:lnTo>
                    <a:pt x="1710455" y="1016697"/>
                  </a:lnTo>
                  <a:lnTo>
                    <a:pt x="1710976" y="1016514"/>
                  </a:lnTo>
                  <a:lnTo>
                    <a:pt x="1711846" y="1016208"/>
                  </a:lnTo>
                  <a:lnTo>
                    <a:pt x="1712368" y="1016024"/>
                  </a:lnTo>
                  <a:lnTo>
                    <a:pt x="1712542" y="1015963"/>
                  </a:lnTo>
                  <a:lnTo>
                    <a:pt x="1714802" y="1015168"/>
                  </a:lnTo>
                  <a:lnTo>
                    <a:pt x="1724888" y="1011619"/>
                  </a:lnTo>
                  <a:lnTo>
                    <a:pt x="1725932" y="1011251"/>
                  </a:lnTo>
                  <a:lnTo>
                    <a:pt x="1727323" y="1010762"/>
                  </a:lnTo>
                  <a:lnTo>
                    <a:pt x="1731149" y="1009415"/>
                  </a:lnTo>
                  <a:lnTo>
                    <a:pt x="1732888" y="1008803"/>
                  </a:lnTo>
                  <a:lnTo>
                    <a:pt x="1733409" y="1008619"/>
                  </a:lnTo>
                  <a:lnTo>
                    <a:pt x="1734800" y="1008130"/>
                  </a:lnTo>
                  <a:lnTo>
                    <a:pt x="1735496" y="1007885"/>
                  </a:lnTo>
                  <a:lnTo>
                    <a:pt x="1738974" y="1006660"/>
                  </a:lnTo>
                  <a:lnTo>
                    <a:pt x="1739322" y="1006538"/>
                  </a:lnTo>
                  <a:lnTo>
                    <a:pt x="1742626" y="1005375"/>
                  </a:lnTo>
                  <a:lnTo>
                    <a:pt x="1744713" y="1004640"/>
                  </a:lnTo>
                  <a:lnTo>
                    <a:pt x="1746278" y="1004089"/>
                  </a:lnTo>
                  <a:lnTo>
                    <a:pt x="1747321" y="1003722"/>
                  </a:lnTo>
                  <a:lnTo>
                    <a:pt x="1748538" y="1003293"/>
                  </a:lnTo>
                  <a:lnTo>
                    <a:pt x="1749582" y="1002925"/>
                  </a:lnTo>
                  <a:lnTo>
                    <a:pt x="1750103" y="1002742"/>
                  </a:lnTo>
                  <a:lnTo>
                    <a:pt x="1750277" y="1002681"/>
                  </a:lnTo>
                  <a:lnTo>
                    <a:pt x="1751668" y="1002191"/>
                  </a:lnTo>
                  <a:lnTo>
                    <a:pt x="1753581" y="1001517"/>
                  </a:lnTo>
                  <a:lnTo>
                    <a:pt x="1755842" y="1000721"/>
                  </a:lnTo>
                  <a:lnTo>
                    <a:pt x="1757407" y="1000170"/>
                  </a:lnTo>
                  <a:lnTo>
                    <a:pt x="1761233" y="998822"/>
                  </a:lnTo>
                  <a:lnTo>
                    <a:pt x="1762450" y="998393"/>
                  </a:lnTo>
                  <a:lnTo>
                    <a:pt x="1762972" y="998210"/>
                  </a:lnTo>
                  <a:lnTo>
                    <a:pt x="1770276" y="995637"/>
                  </a:lnTo>
                  <a:lnTo>
                    <a:pt x="1776014" y="993615"/>
                  </a:lnTo>
                  <a:lnTo>
                    <a:pt x="1779666" y="992328"/>
                  </a:lnTo>
                  <a:lnTo>
                    <a:pt x="1779840" y="992266"/>
                  </a:lnTo>
                  <a:lnTo>
                    <a:pt x="1781753" y="991592"/>
                  </a:lnTo>
                  <a:lnTo>
                    <a:pt x="1781927" y="991531"/>
                  </a:lnTo>
                  <a:lnTo>
                    <a:pt x="1783492" y="990980"/>
                  </a:lnTo>
                  <a:lnTo>
                    <a:pt x="1786970" y="989754"/>
                  </a:lnTo>
                  <a:lnTo>
                    <a:pt x="1788013" y="989386"/>
                  </a:lnTo>
                  <a:lnTo>
                    <a:pt x="1788883" y="989080"/>
                  </a:lnTo>
                  <a:lnTo>
                    <a:pt x="1789230" y="988957"/>
                  </a:lnTo>
                  <a:lnTo>
                    <a:pt x="1790274" y="988589"/>
                  </a:lnTo>
                  <a:lnTo>
                    <a:pt x="1796534" y="986382"/>
                  </a:lnTo>
                  <a:lnTo>
                    <a:pt x="1800881" y="984850"/>
                  </a:lnTo>
                  <a:lnTo>
                    <a:pt x="1802447" y="984298"/>
                  </a:lnTo>
                  <a:lnTo>
                    <a:pt x="1803664" y="983869"/>
                  </a:lnTo>
                  <a:lnTo>
                    <a:pt x="1804012" y="983746"/>
                  </a:lnTo>
                  <a:lnTo>
                    <a:pt x="1806968" y="982704"/>
                  </a:lnTo>
                  <a:lnTo>
                    <a:pt x="1809576" y="981784"/>
                  </a:lnTo>
                  <a:lnTo>
                    <a:pt x="1813402" y="980435"/>
                  </a:lnTo>
                  <a:lnTo>
                    <a:pt x="1816184" y="979453"/>
                  </a:lnTo>
                  <a:lnTo>
                    <a:pt x="1820358" y="977981"/>
                  </a:lnTo>
                  <a:lnTo>
                    <a:pt x="1823314" y="976939"/>
                  </a:lnTo>
                  <a:lnTo>
                    <a:pt x="1824010" y="976693"/>
                  </a:lnTo>
                  <a:lnTo>
                    <a:pt x="1824358" y="976570"/>
                  </a:lnTo>
                  <a:lnTo>
                    <a:pt x="1824532" y="976509"/>
                  </a:lnTo>
                  <a:lnTo>
                    <a:pt x="1824705" y="976448"/>
                  </a:lnTo>
                  <a:lnTo>
                    <a:pt x="1825923" y="976018"/>
                  </a:lnTo>
                  <a:lnTo>
                    <a:pt x="1827662" y="975405"/>
                  </a:lnTo>
                  <a:lnTo>
                    <a:pt x="1827836" y="975344"/>
                  </a:lnTo>
                  <a:lnTo>
                    <a:pt x="1829575" y="974730"/>
                  </a:lnTo>
                  <a:lnTo>
                    <a:pt x="1832009" y="973871"/>
                  </a:lnTo>
                  <a:lnTo>
                    <a:pt x="1833226" y="973442"/>
                  </a:lnTo>
                  <a:lnTo>
                    <a:pt x="1837052" y="972092"/>
                  </a:lnTo>
                  <a:lnTo>
                    <a:pt x="1845921" y="968962"/>
                  </a:lnTo>
                  <a:lnTo>
                    <a:pt x="1849921" y="967550"/>
                  </a:lnTo>
                  <a:lnTo>
                    <a:pt x="1850268" y="967427"/>
                  </a:lnTo>
                  <a:lnTo>
                    <a:pt x="1851138" y="967120"/>
                  </a:lnTo>
                  <a:lnTo>
                    <a:pt x="1852877" y="966506"/>
                  </a:lnTo>
                  <a:lnTo>
                    <a:pt x="1853572" y="966261"/>
                  </a:lnTo>
                  <a:lnTo>
                    <a:pt x="1861919" y="963314"/>
                  </a:lnTo>
                  <a:lnTo>
                    <a:pt x="1862963" y="962946"/>
                  </a:lnTo>
                  <a:lnTo>
                    <a:pt x="1869223" y="960735"/>
                  </a:lnTo>
                  <a:lnTo>
                    <a:pt x="1870440" y="960305"/>
                  </a:lnTo>
                  <a:lnTo>
                    <a:pt x="1876527" y="958156"/>
                  </a:lnTo>
                  <a:lnTo>
                    <a:pt x="1878788" y="957357"/>
                  </a:lnTo>
                  <a:lnTo>
                    <a:pt x="1880700" y="956681"/>
                  </a:lnTo>
                  <a:lnTo>
                    <a:pt x="1884352" y="955391"/>
                  </a:lnTo>
                  <a:lnTo>
                    <a:pt x="1884874" y="955207"/>
                  </a:lnTo>
                  <a:lnTo>
                    <a:pt x="1885743" y="954900"/>
                  </a:lnTo>
                  <a:lnTo>
                    <a:pt x="1886265" y="954716"/>
                  </a:lnTo>
                  <a:lnTo>
                    <a:pt x="1886439" y="954654"/>
                  </a:lnTo>
                  <a:lnTo>
                    <a:pt x="1888700" y="953855"/>
                  </a:lnTo>
                  <a:lnTo>
                    <a:pt x="1898786" y="950292"/>
                  </a:lnTo>
                  <a:lnTo>
                    <a:pt x="1899829" y="949923"/>
                  </a:lnTo>
                  <a:lnTo>
                    <a:pt x="1901220" y="949431"/>
                  </a:lnTo>
                  <a:lnTo>
                    <a:pt x="1905046" y="948079"/>
                  </a:lnTo>
                  <a:lnTo>
                    <a:pt x="1906785" y="947464"/>
                  </a:lnTo>
                  <a:lnTo>
                    <a:pt x="1907307" y="947280"/>
                  </a:lnTo>
                  <a:lnTo>
                    <a:pt x="1908698" y="946788"/>
                  </a:lnTo>
                  <a:lnTo>
                    <a:pt x="1909393" y="946542"/>
                  </a:lnTo>
                  <a:lnTo>
                    <a:pt x="1912871" y="945313"/>
                  </a:lnTo>
                  <a:lnTo>
                    <a:pt x="1913219" y="945190"/>
                  </a:lnTo>
                  <a:lnTo>
                    <a:pt x="1916523" y="944022"/>
                  </a:lnTo>
                  <a:lnTo>
                    <a:pt x="1918610" y="943284"/>
                  </a:lnTo>
                  <a:lnTo>
                    <a:pt x="1920175" y="942731"/>
                  </a:lnTo>
                  <a:lnTo>
                    <a:pt x="1921218" y="942362"/>
                  </a:lnTo>
                  <a:lnTo>
                    <a:pt x="1922436" y="941931"/>
                  </a:lnTo>
                  <a:lnTo>
                    <a:pt x="1923479" y="941563"/>
                  </a:lnTo>
                  <a:lnTo>
                    <a:pt x="1924001" y="941378"/>
                  </a:lnTo>
                  <a:lnTo>
                    <a:pt x="1924175" y="941317"/>
                  </a:lnTo>
                  <a:lnTo>
                    <a:pt x="1925566" y="940825"/>
                  </a:lnTo>
                  <a:lnTo>
                    <a:pt x="1927479" y="940148"/>
                  </a:lnTo>
                  <a:lnTo>
                    <a:pt x="1929739" y="939349"/>
                  </a:lnTo>
                  <a:lnTo>
                    <a:pt x="1931305" y="938795"/>
                  </a:lnTo>
                  <a:lnTo>
                    <a:pt x="1935130" y="937442"/>
                  </a:lnTo>
                  <a:lnTo>
                    <a:pt x="1936348" y="937012"/>
                  </a:lnTo>
                  <a:lnTo>
                    <a:pt x="1936869" y="936827"/>
                  </a:lnTo>
                  <a:lnTo>
                    <a:pt x="1938434" y="936273"/>
                  </a:lnTo>
                  <a:lnTo>
                    <a:pt x="1944173" y="934243"/>
                  </a:lnTo>
                  <a:lnTo>
                    <a:pt x="1949912" y="932213"/>
                  </a:lnTo>
                  <a:lnTo>
                    <a:pt x="1953563" y="930921"/>
                  </a:lnTo>
                  <a:lnTo>
                    <a:pt x="1953737" y="930859"/>
                  </a:lnTo>
                  <a:lnTo>
                    <a:pt x="1955650" y="930182"/>
                  </a:lnTo>
                  <a:lnTo>
                    <a:pt x="1955824" y="930121"/>
                  </a:lnTo>
                  <a:lnTo>
                    <a:pt x="1957389" y="929567"/>
                  </a:lnTo>
                  <a:lnTo>
                    <a:pt x="1960867" y="928336"/>
                  </a:lnTo>
                  <a:lnTo>
                    <a:pt x="1961910" y="927967"/>
                  </a:lnTo>
                  <a:lnTo>
                    <a:pt x="1962780" y="927659"/>
                  </a:lnTo>
                  <a:lnTo>
                    <a:pt x="1963128" y="927536"/>
                  </a:lnTo>
                  <a:lnTo>
                    <a:pt x="1964171" y="927167"/>
                  </a:lnTo>
                  <a:lnTo>
                    <a:pt x="1970431" y="924951"/>
                  </a:lnTo>
                  <a:lnTo>
                    <a:pt x="1974779" y="923412"/>
                  </a:lnTo>
                  <a:lnTo>
                    <a:pt x="1977561" y="922427"/>
                  </a:lnTo>
                  <a:lnTo>
                    <a:pt x="1977909" y="922303"/>
                  </a:lnTo>
                  <a:lnTo>
                    <a:pt x="1980865" y="921257"/>
                  </a:lnTo>
                  <a:lnTo>
                    <a:pt x="1983474" y="920333"/>
                  </a:lnTo>
                  <a:lnTo>
                    <a:pt x="1987300" y="918978"/>
                  </a:lnTo>
                  <a:lnTo>
                    <a:pt x="1990082" y="917993"/>
                  </a:lnTo>
                  <a:lnTo>
                    <a:pt x="1994255" y="916515"/>
                  </a:lnTo>
                  <a:lnTo>
                    <a:pt x="1997212" y="915468"/>
                  </a:lnTo>
                  <a:lnTo>
                    <a:pt x="1997907" y="915221"/>
                  </a:lnTo>
                  <a:lnTo>
                    <a:pt x="1998255" y="915098"/>
                  </a:lnTo>
                  <a:lnTo>
                    <a:pt x="1998429" y="915036"/>
                  </a:lnTo>
                  <a:lnTo>
                    <a:pt x="1998603" y="914975"/>
                  </a:lnTo>
                  <a:lnTo>
                    <a:pt x="1999820" y="914544"/>
                  </a:lnTo>
                  <a:lnTo>
                    <a:pt x="2001559" y="913928"/>
                  </a:lnTo>
                  <a:lnTo>
                    <a:pt x="2001733" y="913866"/>
                  </a:lnTo>
                  <a:lnTo>
                    <a:pt x="2003472" y="913250"/>
                  </a:lnTo>
                  <a:lnTo>
                    <a:pt x="2005907" y="912387"/>
                  </a:lnTo>
                  <a:lnTo>
                    <a:pt x="2007124" y="911956"/>
                  </a:lnTo>
                  <a:lnTo>
                    <a:pt x="2010950" y="910600"/>
                  </a:lnTo>
                  <a:lnTo>
                    <a:pt x="2019818" y="907457"/>
                  </a:lnTo>
                  <a:lnTo>
                    <a:pt x="2023818" y="906040"/>
                  </a:lnTo>
                  <a:lnTo>
                    <a:pt x="2026774" y="904992"/>
                  </a:lnTo>
                  <a:lnTo>
                    <a:pt x="2027470" y="904745"/>
                  </a:lnTo>
                  <a:lnTo>
                    <a:pt x="2035817" y="901786"/>
                  </a:lnTo>
                  <a:lnTo>
                    <a:pt x="2036860" y="901416"/>
                  </a:lnTo>
                  <a:lnTo>
                    <a:pt x="2043121" y="899196"/>
                  </a:lnTo>
                  <a:lnTo>
                    <a:pt x="2044338" y="898765"/>
                  </a:lnTo>
                  <a:lnTo>
                    <a:pt x="2050424" y="896606"/>
                  </a:lnTo>
                  <a:lnTo>
                    <a:pt x="2052685" y="895804"/>
                  </a:lnTo>
                  <a:lnTo>
                    <a:pt x="2054598" y="895126"/>
                  </a:lnTo>
                  <a:lnTo>
                    <a:pt x="2058250" y="893830"/>
                  </a:lnTo>
                  <a:lnTo>
                    <a:pt x="2058771" y="893645"/>
                  </a:lnTo>
                  <a:lnTo>
                    <a:pt x="2059641" y="893337"/>
                  </a:lnTo>
                  <a:lnTo>
                    <a:pt x="2060163" y="893152"/>
                  </a:lnTo>
                  <a:lnTo>
                    <a:pt x="2060336" y="893090"/>
                  </a:lnTo>
                  <a:lnTo>
                    <a:pt x="2062597" y="892288"/>
                  </a:lnTo>
                  <a:lnTo>
                    <a:pt x="2072683" y="888709"/>
                  </a:lnTo>
                  <a:lnTo>
                    <a:pt x="2073727" y="888339"/>
                  </a:lnTo>
                  <a:lnTo>
                    <a:pt x="2075118" y="887845"/>
                  </a:lnTo>
                  <a:lnTo>
                    <a:pt x="2078943" y="886487"/>
                  </a:lnTo>
                  <a:lnTo>
                    <a:pt x="2080682" y="885870"/>
                  </a:lnTo>
                  <a:lnTo>
                    <a:pt x="2081204" y="885685"/>
                  </a:lnTo>
                  <a:lnTo>
                    <a:pt x="2082595" y="885191"/>
                  </a:lnTo>
                  <a:lnTo>
                    <a:pt x="2083291" y="884944"/>
                  </a:lnTo>
                  <a:lnTo>
                    <a:pt x="2086769" y="883710"/>
                  </a:lnTo>
                  <a:lnTo>
                    <a:pt x="2087117" y="883586"/>
                  </a:lnTo>
                  <a:lnTo>
                    <a:pt x="2090421" y="882413"/>
                  </a:lnTo>
                  <a:lnTo>
                    <a:pt x="2092507" y="881672"/>
                  </a:lnTo>
                  <a:lnTo>
                    <a:pt x="2094073" y="881117"/>
                  </a:lnTo>
                  <a:lnTo>
                    <a:pt x="2095116" y="880746"/>
                  </a:lnTo>
                  <a:lnTo>
                    <a:pt x="2096333" y="880314"/>
                  </a:lnTo>
                  <a:lnTo>
                    <a:pt x="2097377" y="879944"/>
                  </a:lnTo>
                  <a:lnTo>
                    <a:pt x="2097898" y="879758"/>
                  </a:lnTo>
                  <a:lnTo>
                    <a:pt x="2098072" y="879697"/>
                  </a:lnTo>
                  <a:lnTo>
                    <a:pt x="2099463" y="879203"/>
                  </a:lnTo>
                  <a:lnTo>
                    <a:pt x="2101376" y="878523"/>
                  </a:lnTo>
                  <a:lnTo>
                    <a:pt x="2103637" y="877720"/>
                  </a:lnTo>
                  <a:lnTo>
                    <a:pt x="2105202" y="877165"/>
                  </a:lnTo>
                  <a:lnTo>
                    <a:pt x="2109028" y="875806"/>
                  </a:lnTo>
                  <a:lnTo>
                    <a:pt x="2110245" y="875374"/>
                  </a:lnTo>
                  <a:lnTo>
                    <a:pt x="2110767" y="875188"/>
                  </a:lnTo>
                  <a:lnTo>
                    <a:pt x="2112332" y="874632"/>
                  </a:lnTo>
                  <a:lnTo>
                    <a:pt x="2118070" y="872594"/>
                  </a:lnTo>
                  <a:lnTo>
                    <a:pt x="2123809" y="870555"/>
                  </a:lnTo>
                  <a:lnTo>
                    <a:pt x="2127461" y="869257"/>
                  </a:lnTo>
                  <a:lnTo>
                    <a:pt x="2127635" y="869196"/>
                  </a:lnTo>
                  <a:lnTo>
                    <a:pt x="2129548" y="868516"/>
                  </a:lnTo>
                  <a:lnTo>
                    <a:pt x="2129722" y="868454"/>
                  </a:lnTo>
                  <a:lnTo>
                    <a:pt x="2131287" y="867898"/>
                  </a:lnTo>
                  <a:lnTo>
                    <a:pt x="2134765" y="866662"/>
                  </a:lnTo>
                  <a:lnTo>
                    <a:pt x="2135808" y="866291"/>
                  </a:lnTo>
                  <a:lnTo>
                    <a:pt x="2136677" y="865982"/>
                  </a:lnTo>
                  <a:lnTo>
                    <a:pt x="2137025" y="865858"/>
                  </a:lnTo>
                  <a:lnTo>
                    <a:pt x="2138069" y="865487"/>
                  </a:lnTo>
                  <a:lnTo>
                    <a:pt x="2144329" y="863262"/>
                  </a:lnTo>
                  <a:lnTo>
                    <a:pt x="2148676" y="861717"/>
                  </a:lnTo>
                  <a:lnTo>
                    <a:pt x="2150241" y="861160"/>
                  </a:lnTo>
                  <a:lnTo>
                    <a:pt x="2151459" y="860727"/>
                  </a:lnTo>
                  <a:lnTo>
                    <a:pt x="2151807" y="860604"/>
                  </a:lnTo>
                  <a:lnTo>
                    <a:pt x="2154763" y="859553"/>
                  </a:lnTo>
                  <a:lnTo>
                    <a:pt x="2157371" y="858625"/>
                  </a:lnTo>
                  <a:lnTo>
                    <a:pt x="2161197" y="857265"/>
                  </a:lnTo>
                  <a:lnTo>
                    <a:pt x="2163979" y="856275"/>
                  </a:lnTo>
                  <a:lnTo>
                    <a:pt x="2168153" y="854791"/>
                  </a:lnTo>
                  <a:lnTo>
                    <a:pt x="2171109" y="853739"/>
                  </a:lnTo>
                  <a:lnTo>
                    <a:pt x="2171805" y="853492"/>
                  </a:lnTo>
                  <a:lnTo>
                    <a:pt x="2172153" y="853368"/>
                  </a:lnTo>
                  <a:lnTo>
                    <a:pt x="2172326" y="853306"/>
                  </a:lnTo>
                  <a:lnTo>
                    <a:pt x="2172500" y="853244"/>
                  </a:lnTo>
                  <a:lnTo>
                    <a:pt x="2173718" y="852811"/>
                  </a:lnTo>
                  <a:lnTo>
                    <a:pt x="2175457" y="852193"/>
                  </a:lnTo>
                  <a:lnTo>
                    <a:pt x="2175630" y="852131"/>
                  </a:lnTo>
                  <a:lnTo>
                    <a:pt x="2177369" y="851512"/>
                  </a:lnTo>
                  <a:lnTo>
                    <a:pt x="2179804" y="850646"/>
                  </a:lnTo>
                  <a:lnTo>
                    <a:pt x="2181021" y="850213"/>
                  </a:lnTo>
                  <a:lnTo>
                    <a:pt x="2184847" y="848852"/>
                  </a:lnTo>
                  <a:lnTo>
                    <a:pt x="2193716" y="845695"/>
                  </a:lnTo>
                  <a:lnTo>
                    <a:pt x="2197715" y="844272"/>
                  </a:lnTo>
                  <a:lnTo>
                    <a:pt x="2198063" y="844148"/>
                  </a:lnTo>
                  <a:lnTo>
                    <a:pt x="2198933" y="843839"/>
                  </a:lnTo>
                  <a:lnTo>
                    <a:pt x="2200672" y="843220"/>
                  </a:lnTo>
                  <a:lnTo>
                    <a:pt x="2201367" y="842972"/>
                  </a:lnTo>
                  <a:lnTo>
                    <a:pt x="2209714" y="840000"/>
                  </a:lnTo>
                  <a:lnTo>
                    <a:pt x="2210758" y="839629"/>
                  </a:lnTo>
                  <a:lnTo>
                    <a:pt x="2217018" y="837400"/>
                  </a:lnTo>
                  <a:lnTo>
                    <a:pt x="2224322" y="834799"/>
                  </a:lnTo>
                  <a:lnTo>
                    <a:pt x="2226582" y="833993"/>
                  </a:lnTo>
                  <a:lnTo>
                    <a:pt x="2228495" y="833312"/>
                  </a:lnTo>
                  <a:lnTo>
                    <a:pt x="2232147" y="832011"/>
                  </a:lnTo>
                  <a:lnTo>
                    <a:pt x="2232669" y="831825"/>
                  </a:lnTo>
                  <a:lnTo>
                    <a:pt x="2233538" y="831516"/>
                  </a:lnTo>
                  <a:lnTo>
                    <a:pt x="2234060" y="831330"/>
                  </a:lnTo>
                  <a:lnTo>
                    <a:pt x="2234234" y="831268"/>
                  </a:lnTo>
                  <a:lnTo>
                    <a:pt x="2236495" y="830462"/>
                  </a:lnTo>
                  <a:lnTo>
                    <a:pt x="2246581" y="826869"/>
                  </a:lnTo>
                  <a:lnTo>
                    <a:pt x="2247624" y="826497"/>
                  </a:lnTo>
                  <a:lnTo>
                    <a:pt x="2249015" y="826001"/>
                  </a:lnTo>
                  <a:lnTo>
                    <a:pt x="2252841" y="824637"/>
                  </a:lnTo>
                  <a:lnTo>
                    <a:pt x="2254580" y="824018"/>
                  </a:lnTo>
                  <a:lnTo>
                    <a:pt x="2255102" y="823832"/>
                  </a:lnTo>
                  <a:lnTo>
                    <a:pt x="2256493" y="823336"/>
                  </a:lnTo>
                  <a:lnTo>
                    <a:pt x="2257188" y="823088"/>
                  </a:lnTo>
                  <a:lnTo>
                    <a:pt x="2260666" y="821848"/>
                  </a:lnTo>
                  <a:lnTo>
                    <a:pt x="2261014" y="821724"/>
                  </a:lnTo>
                  <a:lnTo>
                    <a:pt x="2264318" y="820546"/>
                  </a:lnTo>
                  <a:lnTo>
                    <a:pt x="2266405" y="819802"/>
                  </a:lnTo>
                  <a:lnTo>
                    <a:pt x="2267970" y="819244"/>
                  </a:lnTo>
                  <a:lnTo>
                    <a:pt x="2269013" y="818872"/>
                  </a:lnTo>
                  <a:lnTo>
                    <a:pt x="2270231" y="818438"/>
                  </a:lnTo>
                  <a:lnTo>
                    <a:pt x="2271274" y="818066"/>
                  </a:lnTo>
                  <a:lnTo>
                    <a:pt x="2271796" y="817880"/>
                  </a:lnTo>
                  <a:lnTo>
                    <a:pt x="2271970" y="817818"/>
                  </a:lnTo>
                  <a:lnTo>
                    <a:pt x="2273361" y="817322"/>
                  </a:lnTo>
                  <a:lnTo>
                    <a:pt x="2275274" y="816640"/>
                  </a:lnTo>
                  <a:lnTo>
                    <a:pt x="2277534" y="815834"/>
                  </a:lnTo>
                  <a:lnTo>
                    <a:pt x="2279099" y="815276"/>
                  </a:lnTo>
                  <a:lnTo>
                    <a:pt x="2282925" y="813911"/>
                  </a:lnTo>
                  <a:lnTo>
                    <a:pt x="2284142" y="813477"/>
                  </a:lnTo>
                  <a:lnTo>
                    <a:pt x="2284664" y="813291"/>
                  </a:lnTo>
                  <a:lnTo>
                    <a:pt x="2286229" y="812733"/>
                  </a:lnTo>
                  <a:lnTo>
                    <a:pt x="2291968" y="810686"/>
                  </a:lnTo>
                  <a:lnTo>
                    <a:pt x="2297706" y="808638"/>
                  </a:lnTo>
                  <a:lnTo>
                    <a:pt x="2301358" y="807335"/>
                  </a:lnTo>
                  <a:lnTo>
                    <a:pt x="2301532" y="807273"/>
                  </a:lnTo>
                  <a:lnTo>
                    <a:pt x="2303445" y="806591"/>
                  </a:lnTo>
                  <a:lnTo>
                    <a:pt x="2303619" y="806529"/>
                  </a:lnTo>
                  <a:lnTo>
                    <a:pt x="2308662" y="804729"/>
                  </a:lnTo>
                  <a:lnTo>
                    <a:pt x="2309705" y="804356"/>
                  </a:lnTo>
                  <a:lnTo>
                    <a:pt x="2310575" y="804046"/>
                  </a:lnTo>
                  <a:lnTo>
                    <a:pt x="2310923" y="803922"/>
                  </a:lnTo>
                  <a:lnTo>
                    <a:pt x="2311966" y="803550"/>
                  </a:lnTo>
                  <a:lnTo>
                    <a:pt x="2318226" y="801315"/>
                  </a:lnTo>
                  <a:lnTo>
                    <a:pt x="2322574" y="799763"/>
                  </a:lnTo>
                  <a:lnTo>
                    <a:pt x="2324139" y="799204"/>
                  </a:lnTo>
                  <a:lnTo>
                    <a:pt x="2325356" y="798770"/>
                  </a:lnTo>
                  <a:lnTo>
                    <a:pt x="2325704" y="798645"/>
                  </a:lnTo>
                  <a:lnTo>
                    <a:pt x="2328660" y="797590"/>
                  </a:lnTo>
                  <a:lnTo>
                    <a:pt x="2331269" y="796659"/>
                  </a:lnTo>
                  <a:lnTo>
                    <a:pt x="2335094" y="795292"/>
                  </a:lnTo>
                  <a:lnTo>
                    <a:pt x="2337877" y="794299"/>
                  </a:lnTo>
                  <a:lnTo>
                    <a:pt x="2342050" y="792808"/>
                  </a:lnTo>
                  <a:lnTo>
                    <a:pt x="2345007" y="791752"/>
                  </a:lnTo>
                  <a:lnTo>
                    <a:pt x="2345702" y="791504"/>
                  </a:lnTo>
                  <a:lnTo>
                    <a:pt x="2346050" y="791380"/>
                  </a:lnTo>
                  <a:lnTo>
                    <a:pt x="2346224" y="791317"/>
                  </a:lnTo>
                  <a:lnTo>
                    <a:pt x="2346398" y="791255"/>
                  </a:lnTo>
                  <a:lnTo>
                    <a:pt x="2347615" y="790820"/>
                  </a:lnTo>
                  <a:lnTo>
                    <a:pt x="2349354" y="790199"/>
                  </a:lnTo>
                  <a:lnTo>
                    <a:pt x="2349528" y="790137"/>
                  </a:lnTo>
                  <a:lnTo>
                    <a:pt x="2353701" y="788646"/>
                  </a:lnTo>
                  <a:lnTo>
                    <a:pt x="2354919" y="788211"/>
                  </a:lnTo>
                  <a:lnTo>
                    <a:pt x="2358744" y="786844"/>
                  </a:lnTo>
                  <a:lnTo>
                    <a:pt x="2367613" y="783675"/>
                  </a:lnTo>
                  <a:lnTo>
                    <a:pt x="2371613" y="782246"/>
                  </a:lnTo>
                  <a:lnTo>
                    <a:pt x="2371961" y="782121"/>
                  </a:lnTo>
                  <a:lnTo>
                    <a:pt x="2372830" y="781810"/>
                  </a:lnTo>
                  <a:lnTo>
                    <a:pt x="2374569" y="781189"/>
                  </a:lnTo>
                  <a:lnTo>
                    <a:pt x="2375265" y="780940"/>
                  </a:lnTo>
                  <a:lnTo>
                    <a:pt x="2383612" y="777956"/>
                  </a:lnTo>
                  <a:lnTo>
                    <a:pt x="2384655" y="777583"/>
                  </a:lnTo>
                  <a:lnTo>
                    <a:pt x="2390916" y="775345"/>
                  </a:lnTo>
                  <a:lnTo>
                    <a:pt x="2392133" y="774909"/>
                  </a:lnTo>
                  <a:lnTo>
                    <a:pt x="2398219" y="772733"/>
                  </a:lnTo>
                  <a:lnTo>
                    <a:pt x="2400480" y="771924"/>
                  </a:lnTo>
                  <a:lnTo>
                    <a:pt x="2402393" y="771240"/>
                  </a:lnTo>
                  <a:lnTo>
                    <a:pt x="2406045" y="769934"/>
                  </a:lnTo>
                  <a:lnTo>
                    <a:pt x="2406566" y="769747"/>
                  </a:lnTo>
                  <a:lnTo>
                    <a:pt x="2407436" y="769436"/>
                  </a:lnTo>
                  <a:lnTo>
                    <a:pt x="2407957" y="769250"/>
                  </a:lnTo>
                  <a:lnTo>
                    <a:pt x="2408131" y="769187"/>
                  </a:lnTo>
                  <a:lnTo>
                    <a:pt x="2410392" y="768379"/>
                  </a:lnTo>
                  <a:lnTo>
                    <a:pt x="2420478" y="764770"/>
                  </a:lnTo>
                  <a:lnTo>
                    <a:pt x="2421521" y="764397"/>
                  </a:lnTo>
                  <a:lnTo>
                    <a:pt x="2422913" y="763899"/>
                  </a:lnTo>
                  <a:lnTo>
                    <a:pt x="2426738" y="762530"/>
                  </a:lnTo>
                  <a:lnTo>
                    <a:pt x="2428477" y="761907"/>
                  </a:lnTo>
                  <a:lnTo>
                    <a:pt x="2428999" y="761721"/>
                  </a:lnTo>
                  <a:lnTo>
                    <a:pt x="2430390" y="761223"/>
                  </a:lnTo>
                  <a:lnTo>
                    <a:pt x="2431086" y="760974"/>
                  </a:lnTo>
                  <a:lnTo>
                    <a:pt x="2434564" y="759729"/>
                  </a:lnTo>
                  <a:lnTo>
                    <a:pt x="2434912" y="759604"/>
                  </a:lnTo>
                  <a:lnTo>
                    <a:pt x="2438216" y="758421"/>
                  </a:lnTo>
                  <a:lnTo>
                    <a:pt x="2440302" y="757674"/>
                  </a:lnTo>
                  <a:lnTo>
                    <a:pt x="2441867" y="757114"/>
                  </a:lnTo>
                  <a:lnTo>
                    <a:pt x="2442911" y="756741"/>
                  </a:lnTo>
                  <a:lnTo>
                    <a:pt x="2444128" y="756305"/>
                  </a:lnTo>
                  <a:lnTo>
                    <a:pt x="2445172" y="755931"/>
                  </a:lnTo>
                  <a:lnTo>
                    <a:pt x="2445693" y="755744"/>
                  </a:lnTo>
                  <a:lnTo>
                    <a:pt x="2445867" y="755682"/>
                  </a:lnTo>
                  <a:lnTo>
                    <a:pt x="2447258" y="755184"/>
                  </a:lnTo>
                  <a:lnTo>
                    <a:pt x="2449171" y="754499"/>
                  </a:lnTo>
                  <a:lnTo>
                    <a:pt x="2451432" y="753690"/>
                  </a:lnTo>
                  <a:lnTo>
                    <a:pt x="2452997" y="753129"/>
                  </a:lnTo>
                  <a:lnTo>
                    <a:pt x="2456823" y="751759"/>
                  </a:lnTo>
                  <a:lnTo>
                    <a:pt x="2458040" y="751323"/>
                  </a:lnTo>
                  <a:lnTo>
                    <a:pt x="2458562" y="751136"/>
                  </a:lnTo>
                  <a:lnTo>
                    <a:pt x="2460127" y="750576"/>
                  </a:lnTo>
                  <a:lnTo>
                    <a:pt x="2465865" y="748520"/>
                  </a:lnTo>
                  <a:lnTo>
                    <a:pt x="2471604" y="746464"/>
                  </a:lnTo>
                  <a:lnTo>
                    <a:pt x="2475256" y="745156"/>
                  </a:lnTo>
                  <a:lnTo>
                    <a:pt x="2475430" y="745094"/>
                  </a:lnTo>
                  <a:lnTo>
                    <a:pt x="2477343" y="744408"/>
                  </a:lnTo>
                  <a:lnTo>
                    <a:pt x="2477516" y="744346"/>
                  </a:lnTo>
                  <a:lnTo>
                    <a:pt x="2479082" y="743785"/>
                  </a:lnTo>
                  <a:lnTo>
                    <a:pt x="2482559" y="742539"/>
                  </a:lnTo>
                  <a:lnTo>
                    <a:pt x="2483603" y="742165"/>
                  </a:lnTo>
                  <a:lnTo>
                    <a:pt x="2484472" y="741853"/>
                  </a:lnTo>
                  <a:lnTo>
                    <a:pt x="2484820" y="741729"/>
                  </a:lnTo>
                  <a:lnTo>
                    <a:pt x="2485864" y="741355"/>
                  </a:lnTo>
                  <a:lnTo>
                    <a:pt x="2492124" y="739111"/>
                  </a:lnTo>
                  <a:lnTo>
                    <a:pt x="2496471" y="737553"/>
                  </a:lnTo>
                  <a:lnTo>
                    <a:pt x="2498036" y="736992"/>
                  </a:lnTo>
                  <a:lnTo>
                    <a:pt x="2499254" y="736555"/>
                  </a:lnTo>
                  <a:lnTo>
                    <a:pt x="2499601" y="736431"/>
                  </a:lnTo>
                  <a:lnTo>
                    <a:pt x="2502558" y="735371"/>
                  </a:lnTo>
                  <a:lnTo>
                    <a:pt x="2505166" y="734435"/>
                  </a:lnTo>
                  <a:lnTo>
                    <a:pt x="2508992" y="733064"/>
                  </a:lnTo>
                  <a:lnTo>
                    <a:pt x="2511774" y="732066"/>
                  </a:lnTo>
                  <a:lnTo>
                    <a:pt x="2515948" y="730569"/>
                  </a:lnTo>
                  <a:lnTo>
                    <a:pt x="2518904" y="729509"/>
                  </a:lnTo>
                  <a:lnTo>
                    <a:pt x="2519600" y="729260"/>
                  </a:lnTo>
                  <a:lnTo>
                    <a:pt x="2519947" y="729135"/>
                  </a:lnTo>
                  <a:lnTo>
                    <a:pt x="2520121" y="729072"/>
                  </a:lnTo>
                  <a:lnTo>
                    <a:pt x="2520295" y="729010"/>
                  </a:lnTo>
                  <a:lnTo>
                    <a:pt x="2521512" y="728574"/>
                  </a:lnTo>
                  <a:lnTo>
                    <a:pt x="2523251" y="727950"/>
                  </a:lnTo>
                  <a:lnTo>
                    <a:pt x="2523425" y="727887"/>
                  </a:lnTo>
                  <a:lnTo>
                    <a:pt x="2525164" y="727264"/>
                  </a:lnTo>
                  <a:lnTo>
                    <a:pt x="2527599" y="726390"/>
                  </a:lnTo>
                  <a:lnTo>
                    <a:pt x="2528816" y="725954"/>
                  </a:lnTo>
                  <a:lnTo>
                    <a:pt x="2532642" y="724581"/>
                  </a:lnTo>
                  <a:lnTo>
                    <a:pt x="2541511" y="721399"/>
                  </a:lnTo>
                  <a:lnTo>
                    <a:pt x="2545510" y="719964"/>
                  </a:lnTo>
                  <a:lnTo>
                    <a:pt x="2545858" y="719839"/>
                  </a:lnTo>
                  <a:lnTo>
                    <a:pt x="2546728" y="719527"/>
                  </a:lnTo>
                  <a:lnTo>
                    <a:pt x="2548467" y="718903"/>
                  </a:lnTo>
                  <a:lnTo>
                    <a:pt x="2549162" y="718653"/>
                  </a:lnTo>
                  <a:lnTo>
                    <a:pt x="2557509" y="715657"/>
                  </a:lnTo>
                  <a:lnTo>
                    <a:pt x="2558553" y="715282"/>
                  </a:lnTo>
                  <a:lnTo>
                    <a:pt x="2564813" y="713035"/>
                  </a:lnTo>
                  <a:lnTo>
                    <a:pt x="2566030" y="712598"/>
                  </a:lnTo>
                  <a:lnTo>
                    <a:pt x="2572117" y="710412"/>
                  </a:lnTo>
                  <a:lnTo>
                    <a:pt x="2574377" y="709600"/>
                  </a:lnTo>
                  <a:lnTo>
                    <a:pt x="2576290" y="708913"/>
                  </a:lnTo>
                  <a:lnTo>
                    <a:pt x="2579942" y="707602"/>
                  </a:lnTo>
                  <a:lnTo>
                    <a:pt x="2580464" y="707415"/>
                  </a:lnTo>
                  <a:lnTo>
                    <a:pt x="2581333" y="707102"/>
                  </a:lnTo>
                  <a:lnTo>
                    <a:pt x="2581855" y="706915"/>
                  </a:lnTo>
                  <a:lnTo>
                    <a:pt x="2582029" y="706852"/>
                  </a:lnTo>
                  <a:lnTo>
                    <a:pt x="2584289" y="706040"/>
                  </a:lnTo>
                  <a:lnTo>
                    <a:pt x="2594376" y="702417"/>
                  </a:lnTo>
                  <a:lnTo>
                    <a:pt x="2595419" y="702042"/>
                  </a:lnTo>
                  <a:lnTo>
                    <a:pt x="2600636" y="700168"/>
                  </a:lnTo>
                  <a:lnTo>
                    <a:pt x="2602375" y="699543"/>
                  </a:lnTo>
                  <a:lnTo>
                    <a:pt x="2602896" y="699355"/>
                  </a:lnTo>
                  <a:lnTo>
                    <a:pt x="2604288" y="698855"/>
                  </a:lnTo>
                  <a:lnTo>
                    <a:pt x="2604983" y="698606"/>
                  </a:lnTo>
                  <a:lnTo>
                    <a:pt x="2608461" y="697356"/>
                  </a:lnTo>
                  <a:lnTo>
                    <a:pt x="2608809" y="697231"/>
                  </a:lnTo>
                  <a:lnTo>
                    <a:pt x="2612113" y="696043"/>
                  </a:lnTo>
                  <a:lnTo>
                    <a:pt x="2614200" y="695293"/>
                  </a:lnTo>
                  <a:lnTo>
                    <a:pt x="2615765" y="694730"/>
                  </a:lnTo>
                  <a:lnTo>
                    <a:pt x="2616808" y="694355"/>
                  </a:lnTo>
                  <a:lnTo>
                    <a:pt x="2618026" y="693918"/>
                  </a:lnTo>
                  <a:lnTo>
                    <a:pt x="2619069" y="693543"/>
                  </a:lnTo>
                  <a:lnTo>
                    <a:pt x="2619591" y="693355"/>
                  </a:lnTo>
                  <a:lnTo>
                    <a:pt x="2619765" y="693293"/>
                  </a:lnTo>
                  <a:lnTo>
                    <a:pt x="2621156" y="692793"/>
                  </a:lnTo>
                  <a:lnTo>
                    <a:pt x="2623069" y="692105"/>
                  </a:lnTo>
                  <a:lnTo>
                    <a:pt x="2625329" y="691292"/>
                  </a:lnTo>
                  <a:lnTo>
                    <a:pt x="2626894" y="690729"/>
                  </a:lnTo>
                  <a:lnTo>
                    <a:pt x="2630720" y="689354"/>
                  </a:lnTo>
                  <a:lnTo>
                    <a:pt x="2631937" y="688916"/>
                  </a:lnTo>
                  <a:lnTo>
                    <a:pt x="2632459" y="688729"/>
                  </a:lnTo>
                  <a:lnTo>
                    <a:pt x="2634024" y="688166"/>
                  </a:lnTo>
                  <a:lnTo>
                    <a:pt x="2639763" y="686102"/>
                  </a:lnTo>
                  <a:lnTo>
                    <a:pt x="2645501" y="684038"/>
                  </a:lnTo>
                  <a:lnTo>
                    <a:pt x="2649153" y="682724"/>
                  </a:lnTo>
                  <a:lnTo>
                    <a:pt x="2649327" y="682662"/>
                  </a:lnTo>
                  <a:lnTo>
                    <a:pt x="2651240" y="681974"/>
                  </a:lnTo>
                  <a:lnTo>
                    <a:pt x="2651414" y="681911"/>
                  </a:lnTo>
                  <a:lnTo>
                    <a:pt x="2652979" y="681348"/>
                  </a:lnTo>
                  <a:lnTo>
                    <a:pt x="2656457" y="680097"/>
                  </a:lnTo>
                  <a:lnTo>
                    <a:pt x="2657500" y="679721"/>
                  </a:lnTo>
                  <a:lnTo>
                    <a:pt x="2658370" y="679409"/>
                  </a:lnTo>
                  <a:lnTo>
                    <a:pt x="2658718" y="679283"/>
                  </a:lnTo>
                  <a:lnTo>
                    <a:pt x="2659761" y="678908"/>
                  </a:lnTo>
                  <a:lnTo>
                    <a:pt x="2666021" y="676655"/>
                  </a:lnTo>
                  <a:lnTo>
                    <a:pt x="2670369" y="675091"/>
                  </a:lnTo>
                  <a:lnTo>
                    <a:pt x="2671934" y="674528"/>
                  </a:lnTo>
                  <a:lnTo>
                    <a:pt x="2673151" y="674089"/>
                  </a:lnTo>
                  <a:lnTo>
                    <a:pt x="2673499" y="673964"/>
                  </a:lnTo>
                  <a:lnTo>
                    <a:pt x="2676455" y="672900"/>
                  </a:lnTo>
                  <a:lnTo>
                    <a:pt x="2679064" y="671961"/>
                  </a:lnTo>
                  <a:lnTo>
                    <a:pt x="2682889" y="670584"/>
                  </a:lnTo>
                  <a:lnTo>
                    <a:pt x="2685672" y="669582"/>
                  </a:lnTo>
                  <a:lnTo>
                    <a:pt x="2689845" y="668080"/>
                  </a:lnTo>
                  <a:lnTo>
                    <a:pt x="2692801" y="667015"/>
                  </a:lnTo>
                  <a:lnTo>
                    <a:pt x="2693845" y="666640"/>
                  </a:lnTo>
                  <a:lnTo>
                    <a:pt x="2694019" y="666577"/>
                  </a:lnTo>
                  <a:lnTo>
                    <a:pt x="2694193" y="666514"/>
                  </a:lnTo>
                  <a:lnTo>
                    <a:pt x="2695410" y="666076"/>
                  </a:lnTo>
                  <a:lnTo>
                    <a:pt x="2697149" y="665450"/>
                  </a:lnTo>
                  <a:lnTo>
                    <a:pt x="2697323" y="665387"/>
                  </a:lnTo>
                  <a:lnTo>
                    <a:pt x="2699062" y="664761"/>
                  </a:lnTo>
                  <a:lnTo>
                    <a:pt x="2701496" y="663884"/>
                  </a:lnTo>
                  <a:lnTo>
                    <a:pt x="2702714" y="663446"/>
                  </a:lnTo>
                  <a:lnTo>
                    <a:pt x="2706539" y="662068"/>
                  </a:lnTo>
                  <a:lnTo>
                    <a:pt x="2715408" y="658873"/>
                  </a:lnTo>
                  <a:lnTo>
                    <a:pt x="2719408" y="657432"/>
                  </a:lnTo>
                  <a:lnTo>
                    <a:pt x="2719756" y="657307"/>
                  </a:lnTo>
                  <a:lnTo>
                    <a:pt x="2720625" y="656994"/>
                  </a:lnTo>
                  <a:lnTo>
                    <a:pt x="2722364" y="656367"/>
                  </a:lnTo>
                  <a:lnTo>
                    <a:pt x="2723060" y="656116"/>
                  </a:lnTo>
                  <a:lnTo>
                    <a:pt x="2731407" y="653108"/>
                  </a:lnTo>
                  <a:lnTo>
                    <a:pt x="2732450" y="652732"/>
                  </a:lnTo>
                  <a:lnTo>
                    <a:pt x="2738710" y="650476"/>
                  </a:lnTo>
                  <a:lnTo>
                    <a:pt x="2739928" y="650037"/>
                  </a:lnTo>
                  <a:lnTo>
                    <a:pt x="2746014" y="647843"/>
                  </a:lnTo>
                  <a:lnTo>
                    <a:pt x="2748275" y="647028"/>
                  </a:lnTo>
                  <a:lnTo>
                    <a:pt x="2750188" y="646339"/>
                  </a:lnTo>
                  <a:lnTo>
                    <a:pt x="2753839" y="645022"/>
                  </a:lnTo>
                  <a:lnTo>
                    <a:pt x="2754361" y="644834"/>
                  </a:lnTo>
                  <a:lnTo>
                    <a:pt x="2755231" y="644520"/>
                  </a:lnTo>
                  <a:lnTo>
                    <a:pt x="2755752" y="644332"/>
                  </a:lnTo>
                  <a:lnTo>
                    <a:pt x="2755926" y="644270"/>
                  </a:lnTo>
                  <a:lnTo>
                    <a:pt x="2758187" y="643454"/>
                  </a:lnTo>
                  <a:lnTo>
                    <a:pt x="2768273" y="639817"/>
                  </a:lnTo>
                  <a:lnTo>
                    <a:pt x="2769316" y="639441"/>
                  </a:lnTo>
                  <a:lnTo>
                    <a:pt x="2770708" y="638939"/>
                  </a:lnTo>
                  <a:lnTo>
                    <a:pt x="2774533" y="637559"/>
                  </a:lnTo>
                  <a:lnTo>
                    <a:pt x="2776272" y="636932"/>
                  </a:lnTo>
                  <a:lnTo>
                    <a:pt x="2776794" y="636743"/>
                  </a:lnTo>
                  <a:lnTo>
                    <a:pt x="2778185" y="636242"/>
                  </a:lnTo>
                  <a:lnTo>
                    <a:pt x="2778881" y="635991"/>
                  </a:lnTo>
                  <a:lnTo>
                    <a:pt x="2782359" y="634736"/>
                  </a:lnTo>
                  <a:lnTo>
                    <a:pt x="2782706" y="634610"/>
                  </a:lnTo>
                  <a:lnTo>
                    <a:pt x="2786011" y="633418"/>
                  </a:lnTo>
                  <a:lnTo>
                    <a:pt x="2788097" y="632665"/>
                  </a:lnTo>
                  <a:lnTo>
                    <a:pt x="2789662" y="632101"/>
                  </a:lnTo>
                  <a:lnTo>
                    <a:pt x="2791923" y="631285"/>
                  </a:lnTo>
                  <a:lnTo>
                    <a:pt x="2792966" y="630908"/>
                  </a:lnTo>
                  <a:lnTo>
                    <a:pt x="2793488" y="630720"/>
                  </a:lnTo>
                  <a:lnTo>
                    <a:pt x="2793662" y="630657"/>
                  </a:lnTo>
                  <a:lnTo>
                    <a:pt x="2795053" y="630155"/>
                  </a:lnTo>
                  <a:lnTo>
                    <a:pt x="2796966" y="629465"/>
                  </a:lnTo>
                  <a:lnTo>
                    <a:pt x="2799227" y="628649"/>
                  </a:lnTo>
                  <a:lnTo>
                    <a:pt x="2800792" y="628084"/>
                  </a:lnTo>
                  <a:lnTo>
                    <a:pt x="2804618" y="626703"/>
                  </a:lnTo>
                  <a:lnTo>
                    <a:pt x="2805835" y="626264"/>
                  </a:lnTo>
                  <a:lnTo>
                    <a:pt x="2806357" y="626076"/>
                  </a:lnTo>
                  <a:lnTo>
                    <a:pt x="2807922" y="625511"/>
                  </a:lnTo>
                  <a:lnTo>
                    <a:pt x="2813660" y="623439"/>
                  </a:lnTo>
                  <a:lnTo>
                    <a:pt x="2819399" y="621367"/>
                  </a:lnTo>
                  <a:lnTo>
                    <a:pt x="2823051" y="620048"/>
                  </a:lnTo>
                  <a:lnTo>
                    <a:pt x="2823225" y="619985"/>
                  </a:lnTo>
                  <a:lnTo>
                    <a:pt x="2825137" y="619295"/>
                  </a:lnTo>
                  <a:lnTo>
                    <a:pt x="2825311" y="619232"/>
                  </a:lnTo>
                  <a:lnTo>
                    <a:pt x="2826876" y="618667"/>
                  </a:lnTo>
                  <a:lnTo>
                    <a:pt x="2830354" y="617411"/>
                  </a:lnTo>
                  <a:lnTo>
                    <a:pt x="2831398" y="617034"/>
                  </a:lnTo>
                  <a:lnTo>
                    <a:pt x="2832267" y="616720"/>
                  </a:lnTo>
                  <a:lnTo>
                    <a:pt x="2832615" y="616594"/>
                  </a:lnTo>
                  <a:lnTo>
                    <a:pt x="2833658" y="616217"/>
                  </a:lnTo>
                  <a:lnTo>
                    <a:pt x="2839919" y="613956"/>
                  </a:lnTo>
                  <a:lnTo>
                    <a:pt x="2844266" y="612386"/>
                  </a:lnTo>
                  <a:lnTo>
                    <a:pt x="2845831" y="611820"/>
                  </a:lnTo>
                  <a:lnTo>
                    <a:pt x="2847049" y="611380"/>
                  </a:lnTo>
                  <a:lnTo>
                    <a:pt x="2847396" y="611255"/>
                  </a:lnTo>
                  <a:lnTo>
                    <a:pt x="2850353" y="610187"/>
                  </a:lnTo>
                  <a:lnTo>
                    <a:pt x="2852961" y="609244"/>
                  </a:lnTo>
                  <a:lnTo>
                    <a:pt x="2856787" y="607862"/>
                  </a:lnTo>
                  <a:lnTo>
                    <a:pt x="2859569" y="606856"/>
                  </a:lnTo>
                  <a:lnTo>
                    <a:pt x="2863743" y="605348"/>
                  </a:lnTo>
                  <a:lnTo>
                    <a:pt x="2866699" y="604279"/>
                  </a:lnTo>
                  <a:lnTo>
                    <a:pt x="2867395" y="604028"/>
                  </a:lnTo>
                  <a:lnTo>
                    <a:pt x="2867742" y="603902"/>
                  </a:lnTo>
                  <a:lnTo>
                    <a:pt x="2867916" y="603839"/>
                  </a:lnTo>
                  <a:lnTo>
                    <a:pt x="2868090" y="603776"/>
                  </a:lnTo>
                  <a:lnTo>
                    <a:pt x="2869307" y="603337"/>
                  </a:lnTo>
                  <a:lnTo>
                    <a:pt x="2871046" y="602708"/>
                  </a:lnTo>
                  <a:lnTo>
                    <a:pt x="2871220" y="602645"/>
                  </a:lnTo>
                  <a:lnTo>
                    <a:pt x="2872959" y="602016"/>
                  </a:lnTo>
                  <a:lnTo>
                    <a:pt x="2875394" y="601136"/>
                  </a:lnTo>
                  <a:lnTo>
                    <a:pt x="2876611" y="600696"/>
                  </a:lnTo>
                  <a:lnTo>
                    <a:pt x="2880437" y="599313"/>
                  </a:lnTo>
                  <a:lnTo>
                    <a:pt x="2889306" y="596106"/>
                  </a:lnTo>
                  <a:lnTo>
                    <a:pt x="2893305" y="594660"/>
                  </a:lnTo>
                  <a:lnTo>
                    <a:pt x="2893653" y="594534"/>
                  </a:lnTo>
                  <a:lnTo>
                    <a:pt x="2894523" y="594220"/>
                  </a:lnTo>
                  <a:lnTo>
                    <a:pt x="2896261" y="593591"/>
                  </a:lnTo>
                  <a:lnTo>
                    <a:pt x="2896957" y="593339"/>
                  </a:lnTo>
                  <a:lnTo>
                    <a:pt x="2905304" y="590320"/>
                  </a:lnTo>
                  <a:lnTo>
                    <a:pt x="2906348" y="589943"/>
                  </a:lnTo>
                  <a:lnTo>
                    <a:pt x="2912608" y="587678"/>
                  </a:lnTo>
                  <a:lnTo>
                    <a:pt x="2913825" y="587238"/>
                  </a:lnTo>
                  <a:lnTo>
                    <a:pt x="2919912" y="585035"/>
                  </a:lnTo>
                  <a:lnTo>
                    <a:pt x="2922172" y="584217"/>
                  </a:lnTo>
                  <a:lnTo>
                    <a:pt x="2924085" y="583525"/>
                  </a:lnTo>
                  <a:lnTo>
                    <a:pt x="2927737" y="582204"/>
                  </a:lnTo>
                  <a:lnTo>
                    <a:pt x="2928259" y="582015"/>
                  </a:lnTo>
                  <a:lnTo>
                    <a:pt x="2929128" y="581700"/>
                  </a:lnTo>
                  <a:lnTo>
                    <a:pt x="2929650" y="581511"/>
                  </a:lnTo>
                  <a:lnTo>
                    <a:pt x="2929824" y="581448"/>
                  </a:lnTo>
                  <a:lnTo>
                    <a:pt x="2932084" y="580630"/>
                  </a:lnTo>
                  <a:lnTo>
                    <a:pt x="2942170" y="576979"/>
                  </a:lnTo>
                  <a:lnTo>
                    <a:pt x="2943214" y="576602"/>
                  </a:lnTo>
                  <a:lnTo>
                    <a:pt x="2944605" y="576098"/>
                  </a:lnTo>
                  <a:lnTo>
                    <a:pt x="2948431" y="574713"/>
                  </a:lnTo>
                  <a:lnTo>
                    <a:pt x="2950170" y="574083"/>
                  </a:lnTo>
                  <a:lnTo>
                    <a:pt x="2950691" y="573894"/>
                  </a:lnTo>
                  <a:lnTo>
                    <a:pt x="2952083" y="573391"/>
                  </a:lnTo>
                  <a:lnTo>
                    <a:pt x="2952778" y="573139"/>
                  </a:lnTo>
                  <a:lnTo>
                    <a:pt x="2956256" y="571879"/>
                  </a:lnTo>
                  <a:lnTo>
                    <a:pt x="2956604" y="571753"/>
                  </a:lnTo>
                  <a:lnTo>
                    <a:pt x="2959908" y="570557"/>
                  </a:lnTo>
                  <a:lnTo>
                    <a:pt x="2961995" y="569801"/>
                  </a:lnTo>
                  <a:lnTo>
                    <a:pt x="2963560" y="569234"/>
                  </a:lnTo>
                  <a:lnTo>
                    <a:pt x="2964603" y="568856"/>
                  </a:lnTo>
                  <a:lnTo>
                    <a:pt x="2965820" y="568416"/>
                  </a:lnTo>
                  <a:lnTo>
                    <a:pt x="2966864" y="568038"/>
                  </a:lnTo>
                  <a:lnTo>
                    <a:pt x="2967386" y="567849"/>
                  </a:lnTo>
                  <a:lnTo>
                    <a:pt x="2967559" y="567786"/>
                  </a:lnTo>
                  <a:lnTo>
                    <a:pt x="2968951" y="567282"/>
                  </a:lnTo>
                  <a:lnTo>
                    <a:pt x="2970863" y="566589"/>
                  </a:lnTo>
                  <a:lnTo>
                    <a:pt x="2973124" y="565770"/>
                  </a:lnTo>
                  <a:lnTo>
                    <a:pt x="2974689" y="565203"/>
                  </a:lnTo>
                  <a:lnTo>
                    <a:pt x="2978515" y="563817"/>
                  </a:lnTo>
                  <a:lnTo>
                    <a:pt x="2979732" y="563376"/>
                  </a:lnTo>
                  <a:lnTo>
                    <a:pt x="2980254" y="563187"/>
                  </a:lnTo>
                  <a:lnTo>
                    <a:pt x="2981819" y="562620"/>
                  </a:lnTo>
                  <a:lnTo>
                    <a:pt x="2987558" y="560541"/>
                  </a:lnTo>
                  <a:lnTo>
                    <a:pt x="2993296" y="558461"/>
                  </a:lnTo>
                  <a:lnTo>
                    <a:pt x="2996948" y="557138"/>
                  </a:lnTo>
                  <a:lnTo>
                    <a:pt x="2997122" y="557075"/>
                  </a:lnTo>
                  <a:lnTo>
                    <a:pt x="2999035" y="556382"/>
                  </a:lnTo>
                  <a:lnTo>
                    <a:pt x="2999209" y="556319"/>
                  </a:lnTo>
                  <a:lnTo>
                    <a:pt x="3000774" y="555751"/>
                  </a:lnTo>
                  <a:lnTo>
                    <a:pt x="3004252" y="554491"/>
                  </a:lnTo>
                  <a:lnTo>
                    <a:pt x="3005295" y="554113"/>
                  </a:lnTo>
                  <a:lnTo>
                    <a:pt x="3006165" y="553797"/>
                  </a:lnTo>
                  <a:lnTo>
                    <a:pt x="3006512" y="553671"/>
                  </a:lnTo>
                  <a:lnTo>
                    <a:pt x="3007556" y="553293"/>
                  </a:lnTo>
                  <a:lnTo>
                    <a:pt x="3013816" y="551024"/>
                  </a:lnTo>
                  <a:lnTo>
                    <a:pt x="3018164" y="549447"/>
                  </a:lnTo>
                  <a:lnTo>
                    <a:pt x="3019729" y="548880"/>
                  </a:lnTo>
                  <a:lnTo>
                    <a:pt x="3020946" y="548439"/>
                  </a:lnTo>
                  <a:lnTo>
                    <a:pt x="3021294" y="548313"/>
                  </a:lnTo>
                  <a:lnTo>
                    <a:pt x="3024250" y="547241"/>
                  </a:lnTo>
                  <a:lnTo>
                    <a:pt x="3026858" y="546295"/>
                  </a:lnTo>
                  <a:lnTo>
                    <a:pt x="3030684" y="544907"/>
                  </a:lnTo>
                  <a:lnTo>
                    <a:pt x="3033467" y="543898"/>
                  </a:lnTo>
                  <a:lnTo>
                    <a:pt x="3037640" y="542384"/>
                  </a:lnTo>
                  <a:lnTo>
                    <a:pt x="3040596" y="541312"/>
                  </a:lnTo>
                  <a:lnTo>
                    <a:pt x="3041292" y="541060"/>
                  </a:lnTo>
                  <a:lnTo>
                    <a:pt x="3041640" y="540934"/>
                  </a:lnTo>
                  <a:lnTo>
                    <a:pt x="3041814" y="540871"/>
                  </a:lnTo>
                  <a:lnTo>
                    <a:pt x="3041988" y="540808"/>
                  </a:lnTo>
                  <a:lnTo>
                    <a:pt x="3043205" y="540366"/>
                  </a:lnTo>
                  <a:lnTo>
                    <a:pt x="3044944" y="539735"/>
                  </a:lnTo>
                  <a:lnTo>
                    <a:pt x="3045118" y="539672"/>
                  </a:lnTo>
                  <a:lnTo>
                    <a:pt x="3046857" y="539041"/>
                  </a:lnTo>
                  <a:lnTo>
                    <a:pt x="3049291" y="538158"/>
                  </a:lnTo>
                  <a:lnTo>
                    <a:pt x="3050509" y="537716"/>
                  </a:lnTo>
                  <a:lnTo>
                    <a:pt x="3054334" y="536328"/>
                  </a:lnTo>
                  <a:lnTo>
                    <a:pt x="3063203" y="533110"/>
                  </a:lnTo>
                  <a:lnTo>
                    <a:pt x="3067203" y="531659"/>
                  </a:lnTo>
                  <a:lnTo>
                    <a:pt x="3067550" y="531532"/>
                  </a:lnTo>
                  <a:lnTo>
                    <a:pt x="3068420" y="531217"/>
                  </a:lnTo>
                  <a:lnTo>
                    <a:pt x="3070159" y="530586"/>
                  </a:lnTo>
                  <a:lnTo>
                    <a:pt x="3070855" y="530333"/>
                  </a:lnTo>
                  <a:lnTo>
                    <a:pt x="3079202" y="527303"/>
                  </a:lnTo>
                  <a:lnTo>
                    <a:pt x="3080245" y="526925"/>
                  </a:lnTo>
                  <a:lnTo>
                    <a:pt x="3086505" y="524652"/>
                  </a:lnTo>
                  <a:lnTo>
                    <a:pt x="3087723" y="524210"/>
                  </a:lnTo>
                  <a:lnTo>
                    <a:pt x="3093809" y="522000"/>
                  </a:lnTo>
                  <a:lnTo>
                    <a:pt x="3096070" y="521179"/>
                  </a:lnTo>
                  <a:lnTo>
                    <a:pt x="3097983" y="520484"/>
                  </a:lnTo>
                  <a:lnTo>
                    <a:pt x="3101634" y="519158"/>
                  </a:lnTo>
                  <a:lnTo>
                    <a:pt x="3102156" y="518969"/>
                  </a:lnTo>
                  <a:lnTo>
                    <a:pt x="3103026" y="518653"/>
                  </a:lnTo>
                  <a:lnTo>
                    <a:pt x="3103547" y="518463"/>
                  </a:lnTo>
                  <a:lnTo>
                    <a:pt x="3103721" y="518400"/>
                  </a:lnTo>
                  <a:lnTo>
                    <a:pt x="3105982" y="517579"/>
                  </a:lnTo>
                  <a:lnTo>
                    <a:pt x="3116068" y="513916"/>
                  </a:lnTo>
                  <a:lnTo>
                    <a:pt x="3117111" y="513537"/>
                  </a:lnTo>
                  <a:lnTo>
                    <a:pt x="3118502" y="513031"/>
                  </a:lnTo>
                  <a:lnTo>
                    <a:pt x="3122328" y="511641"/>
                  </a:lnTo>
                  <a:lnTo>
                    <a:pt x="3124067" y="511009"/>
                  </a:lnTo>
                  <a:lnTo>
                    <a:pt x="3124589" y="510820"/>
                  </a:lnTo>
                  <a:lnTo>
                    <a:pt x="3125980" y="510314"/>
                  </a:lnTo>
                  <a:lnTo>
                    <a:pt x="3126676" y="510062"/>
                  </a:lnTo>
                  <a:lnTo>
                    <a:pt x="3130154" y="508798"/>
                  </a:lnTo>
                  <a:lnTo>
                    <a:pt x="3130501" y="508672"/>
                  </a:lnTo>
                  <a:lnTo>
                    <a:pt x="3133805" y="507471"/>
                  </a:lnTo>
                  <a:lnTo>
                    <a:pt x="3135892" y="506713"/>
                  </a:lnTo>
                  <a:lnTo>
                    <a:pt x="3137457" y="506144"/>
                  </a:lnTo>
                  <a:lnTo>
                    <a:pt x="3138501" y="505765"/>
                  </a:lnTo>
                  <a:lnTo>
                    <a:pt x="3139718" y="505322"/>
                  </a:lnTo>
                  <a:lnTo>
                    <a:pt x="3140761" y="504943"/>
                  </a:lnTo>
                  <a:lnTo>
                    <a:pt x="3141283" y="504753"/>
                  </a:lnTo>
                  <a:lnTo>
                    <a:pt x="3141457" y="504690"/>
                  </a:lnTo>
                  <a:lnTo>
                    <a:pt x="3142848" y="504185"/>
                  </a:lnTo>
                  <a:lnTo>
                    <a:pt x="3144761" y="503489"/>
                  </a:lnTo>
                  <a:lnTo>
                    <a:pt x="3147022" y="502668"/>
                  </a:lnTo>
                  <a:lnTo>
                    <a:pt x="3148587" y="502099"/>
                  </a:lnTo>
                  <a:lnTo>
                    <a:pt x="3152412" y="500708"/>
                  </a:lnTo>
                  <a:lnTo>
                    <a:pt x="3153630" y="500266"/>
                  </a:lnTo>
                  <a:lnTo>
                    <a:pt x="3154151" y="500076"/>
                  </a:lnTo>
                  <a:lnTo>
                    <a:pt x="3155716" y="499507"/>
                  </a:lnTo>
                  <a:lnTo>
                    <a:pt x="3161455" y="497420"/>
                  </a:lnTo>
                  <a:lnTo>
                    <a:pt x="3167194" y="495334"/>
                  </a:lnTo>
                  <a:lnTo>
                    <a:pt x="3170846" y="494006"/>
                  </a:lnTo>
                  <a:lnTo>
                    <a:pt x="3171019" y="493943"/>
                  </a:lnTo>
                  <a:lnTo>
                    <a:pt x="3172932" y="493247"/>
                  </a:lnTo>
                  <a:lnTo>
                    <a:pt x="3173106" y="493184"/>
                  </a:lnTo>
                  <a:lnTo>
                    <a:pt x="3174671" y="492615"/>
                  </a:lnTo>
                  <a:lnTo>
                    <a:pt x="3178149" y="491350"/>
                  </a:lnTo>
                  <a:lnTo>
                    <a:pt x="3179193" y="490970"/>
                  </a:lnTo>
                  <a:lnTo>
                    <a:pt x="3180062" y="490654"/>
                  </a:lnTo>
                  <a:lnTo>
                    <a:pt x="3180410" y="490527"/>
                  </a:lnTo>
                  <a:lnTo>
                    <a:pt x="3181453" y="490148"/>
                  </a:lnTo>
                  <a:lnTo>
                    <a:pt x="3187714" y="487871"/>
                  </a:lnTo>
                  <a:lnTo>
                    <a:pt x="3192061" y="486289"/>
                  </a:lnTo>
                  <a:lnTo>
                    <a:pt x="3193626" y="485720"/>
                  </a:lnTo>
                  <a:lnTo>
                    <a:pt x="3194843" y="485277"/>
                  </a:lnTo>
                  <a:lnTo>
                    <a:pt x="3195191" y="485150"/>
                  </a:lnTo>
                  <a:lnTo>
                    <a:pt x="3198147" y="484075"/>
                  </a:lnTo>
                  <a:lnTo>
                    <a:pt x="3200756" y="483126"/>
                  </a:lnTo>
                  <a:lnTo>
                    <a:pt x="3204582" y="481734"/>
                  </a:lnTo>
                  <a:lnTo>
                    <a:pt x="3207364" y="480721"/>
                  </a:lnTo>
                  <a:lnTo>
                    <a:pt x="3211538" y="479202"/>
                  </a:lnTo>
                  <a:lnTo>
                    <a:pt x="3214494" y="478127"/>
                  </a:lnTo>
                  <a:lnTo>
                    <a:pt x="3215189" y="477873"/>
                  </a:lnTo>
                  <a:lnTo>
                    <a:pt x="3215537" y="477747"/>
                  </a:lnTo>
                  <a:lnTo>
                    <a:pt x="3215711" y="477683"/>
                  </a:lnTo>
                  <a:lnTo>
                    <a:pt x="3215885" y="477620"/>
                  </a:lnTo>
                  <a:lnTo>
                    <a:pt x="3217102" y="477177"/>
                  </a:lnTo>
                  <a:lnTo>
                    <a:pt x="3218841" y="476544"/>
                  </a:lnTo>
                  <a:lnTo>
                    <a:pt x="3219015" y="476481"/>
                  </a:lnTo>
                  <a:lnTo>
                    <a:pt x="3220754" y="475848"/>
                  </a:lnTo>
                  <a:lnTo>
                    <a:pt x="3223189" y="474962"/>
                  </a:lnTo>
                  <a:lnTo>
                    <a:pt x="3224406" y="474519"/>
                  </a:lnTo>
                  <a:lnTo>
                    <a:pt x="3228232" y="473126"/>
                  </a:lnTo>
                  <a:lnTo>
                    <a:pt x="3237100" y="469897"/>
                  </a:lnTo>
                  <a:lnTo>
                    <a:pt x="3241100" y="468441"/>
                  </a:lnTo>
                  <a:lnTo>
                    <a:pt x="3241448" y="468314"/>
                  </a:lnTo>
                  <a:lnTo>
                    <a:pt x="3242317" y="467997"/>
                  </a:lnTo>
                  <a:lnTo>
                    <a:pt x="3244056" y="467364"/>
                  </a:lnTo>
                  <a:lnTo>
                    <a:pt x="3244752" y="467111"/>
                  </a:lnTo>
                  <a:lnTo>
                    <a:pt x="3253099" y="464071"/>
                  </a:lnTo>
                  <a:lnTo>
                    <a:pt x="3254142" y="463691"/>
                  </a:lnTo>
                  <a:lnTo>
                    <a:pt x="3260403" y="461411"/>
                  </a:lnTo>
                  <a:lnTo>
                    <a:pt x="3261620" y="460967"/>
                  </a:lnTo>
                  <a:lnTo>
                    <a:pt x="3267706" y="458750"/>
                  </a:lnTo>
                  <a:lnTo>
                    <a:pt x="3269967" y="457927"/>
                  </a:lnTo>
                  <a:lnTo>
                    <a:pt x="3271880" y="457230"/>
                  </a:lnTo>
                  <a:lnTo>
                    <a:pt x="3275532" y="455899"/>
                  </a:lnTo>
                  <a:lnTo>
                    <a:pt x="3276054" y="455709"/>
                  </a:lnTo>
                  <a:lnTo>
                    <a:pt x="3276923" y="455392"/>
                  </a:lnTo>
                  <a:lnTo>
                    <a:pt x="3277445" y="455202"/>
                  </a:lnTo>
                  <a:lnTo>
                    <a:pt x="3277619" y="455139"/>
                  </a:lnTo>
                  <a:lnTo>
                    <a:pt x="3279879" y="454315"/>
                  </a:lnTo>
                  <a:lnTo>
                    <a:pt x="3289965" y="450639"/>
                  </a:lnTo>
                  <a:lnTo>
                    <a:pt x="3291009" y="450259"/>
                  </a:lnTo>
                  <a:lnTo>
                    <a:pt x="3292400" y="449752"/>
                  </a:lnTo>
                  <a:lnTo>
                    <a:pt x="3296226" y="448358"/>
                  </a:lnTo>
                  <a:lnTo>
                    <a:pt x="3297965" y="447724"/>
                  </a:lnTo>
                  <a:lnTo>
                    <a:pt x="3298486" y="447534"/>
                  </a:lnTo>
                  <a:lnTo>
                    <a:pt x="3299877" y="447027"/>
                  </a:lnTo>
                  <a:lnTo>
                    <a:pt x="3300573" y="446773"/>
                  </a:lnTo>
                  <a:lnTo>
                    <a:pt x="3304051" y="445505"/>
                  </a:lnTo>
                  <a:lnTo>
                    <a:pt x="3304399" y="445378"/>
                  </a:lnTo>
                  <a:lnTo>
                    <a:pt x="3307703" y="444174"/>
                  </a:lnTo>
                  <a:lnTo>
                    <a:pt x="3309790" y="443413"/>
                  </a:lnTo>
                  <a:lnTo>
                    <a:pt x="3311355" y="442843"/>
                  </a:lnTo>
                  <a:lnTo>
                    <a:pt x="3312398" y="442462"/>
                  </a:lnTo>
                  <a:lnTo>
                    <a:pt x="3313615" y="442018"/>
                  </a:lnTo>
                  <a:lnTo>
                    <a:pt x="3314659" y="441638"/>
                  </a:lnTo>
                  <a:lnTo>
                    <a:pt x="3315180" y="441448"/>
                  </a:lnTo>
                  <a:lnTo>
                    <a:pt x="3315354" y="441384"/>
                  </a:lnTo>
                  <a:lnTo>
                    <a:pt x="3316746" y="440877"/>
                  </a:lnTo>
                  <a:lnTo>
                    <a:pt x="3318658" y="440179"/>
                  </a:lnTo>
                  <a:lnTo>
                    <a:pt x="3320919" y="439355"/>
                  </a:lnTo>
                  <a:lnTo>
                    <a:pt x="3322484" y="438784"/>
                  </a:lnTo>
                  <a:lnTo>
                    <a:pt x="3326310" y="437389"/>
                  </a:lnTo>
                  <a:lnTo>
                    <a:pt x="3327527" y="436945"/>
                  </a:lnTo>
                  <a:lnTo>
                    <a:pt x="3328049" y="436755"/>
                  </a:lnTo>
                  <a:lnTo>
                    <a:pt x="3329614" y="436184"/>
                  </a:lnTo>
                  <a:lnTo>
                    <a:pt x="3335353" y="434091"/>
                  </a:lnTo>
                  <a:lnTo>
                    <a:pt x="3341091" y="431998"/>
                  </a:lnTo>
                  <a:lnTo>
                    <a:pt x="3344743" y="430666"/>
                  </a:lnTo>
                  <a:lnTo>
                    <a:pt x="3344917" y="430602"/>
                  </a:lnTo>
                  <a:lnTo>
                    <a:pt x="3346830" y="429904"/>
                  </a:lnTo>
                  <a:lnTo>
                    <a:pt x="3347004" y="429841"/>
                  </a:lnTo>
                  <a:lnTo>
                    <a:pt x="3348569" y="429270"/>
                  </a:lnTo>
                  <a:lnTo>
                    <a:pt x="3352047" y="428001"/>
                  </a:lnTo>
                  <a:lnTo>
                    <a:pt x="3353090" y="427620"/>
                  </a:lnTo>
                  <a:lnTo>
                    <a:pt x="3353960" y="427303"/>
                  </a:lnTo>
                  <a:lnTo>
                    <a:pt x="3354307" y="427176"/>
                  </a:lnTo>
                  <a:lnTo>
                    <a:pt x="3355351" y="426796"/>
                  </a:lnTo>
                  <a:lnTo>
                    <a:pt x="3361611" y="424511"/>
                  </a:lnTo>
                  <a:lnTo>
                    <a:pt x="3365958" y="422925"/>
                  </a:lnTo>
                  <a:lnTo>
                    <a:pt x="3367524" y="422354"/>
                  </a:lnTo>
                  <a:lnTo>
                    <a:pt x="3368741" y="421909"/>
                  </a:lnTo>
                  <a:lnTo>
                    <a:pt x="3369089" y="421782"/>
                  </a:lnTo>
                  <a:lnTo>
                    <a:pt x="3374653" y="419751"/>
                  </a:lnTo>
                  <a:lnTo>
                    <a:pt x="3378479" y="418355"/>
                  </a:lnTo>
                  <a:lnTo>
                    <a:pt x="3381261" y="417339"/>
                  </a:lnTo>
                  <a:lnTo>
                    <a:pt x="3385435" y="415816"/>
                  </a:lnTo>
                  <a:lnTo>
                    <a:pt x="3388391" y="414736"/>
                  </a:lnTo>
                  <a:lnTo>
                    <a:pt x="3389087" y="414482"/>
                  </a:lnTo>
                  <a:lnTo>
                    <a:pt x="3389435" y="414355"/>
                  </a:lnTo>
                  <a:lnTo>
                    <a:pt x="3389609" y="414292"/>
                  </a:lnTo>
                  <a:lnTo>
                    <a:pt x="3389782" y="414228"/>
                  </a:lnTo>
                  <a:lnTo>
                    <a:pt x="3391000" y="413784"/>
                  </a:lnTo>
                  <a:lnTo>
                    <a:pt x="3392739" y="413149"/>
                  </a:lnTo>
                  <a:lnTo>
                    <a:pt x="3392913" y="413086"/>
                  </a:lnTo>
                  <a:lnTo>
                    <a:pt x="3394652" y="412451"/>
                  </a:lnTo>
                  <a:lnTo>
                    <a:pt x="3397086" y="411562"/>
                  </a:lnTo>
                  <a:lnTo>
                    <a:pt x="3398303" y="411117"/>
                  </a:lnTo>
                  <a:lnTo>
                    <a:pt x="3402129" y="409720"/>
                  </a:lnTo>
                  <a:lnTo>
                    <a:pt x="3410998" y="406481"/>
                  </a:lnTo>
                  <a:lnTo>
                    <a:pt x="3414998" y="405021"/>
                  </a:lnTo>
                  <a:lnTo>
                    <a:pt x="3415345" y="404894"/>
                  </a:lnTo>
                  <a:lnTo>
                    <a:pt x="3416215" y="404576"/>
                  </a:lnTo>
                  <a:lnTo>
                    <a:pt x="3417954" y="403941"/>
                  </a:lnTo>
                  <a:lnTo>
                    <a:pt x="3418649" y="403687"/>
                  </a:lnTo>
                  <a:lnTo>
                    <a:pt x="3426996" y="400638"/>
                  </a:lnTo>
                  <a:lnTo>
                    <a:pt x="3428040" y="400256"/>
                  </a:lnTo>
                  <a:lnTo>
                    <a:pt x="3434300" y="397969"/>
                  </a:lnTo>
                  <a:lnTo>
                    <a:pt x="3435517" y="397524"/>
                  </a:lnTo>
                  <a:lnTo>
                    <a:pt x="3441604" y="395300"/>
                  </a:lnTo>
                  <a:lnTo>
                    <a:pt x="3443865" y="394474"/>
                  </a:lnTo>
                  <a:lnTo>
                    <a:pt x="3445777" y="393775"/>
                  </a:lnTo>
                  <a:lnTo>
                    <a:pt x="3449429" y="392441"/>
                  </a:lnTo>
                  <a:lnTo>
                    <a:pt x="3449951" y="392250"/>
                  </a:lnTo>
                  <a:lnTo>
                    <a:pt x="3450820" y="391932"/>
                  </a:lnTo>
                  <a:lnTo>
                    <a:pt x="3451342" y="391742"/>
                  </a:lnTo>
                  <a:lnTo>
                    <a:pt x="3451516" y="391678"/>
                  </a:lnTo>
                  <a:lnTo>
                    <a:pt x="3453777" y="390852"/>
                  </a:lnTo>
                  <a:lnTo>
                    <a:pt x="3463863" y="387165"/>
                  </a:lnTo>
                  <a:lnTo>
                    <a:pt x="3464906" y="386784"/>
                  </a:lnTo>
                  <a:lnTo>
                    <a:pt x="3466297" y="386275"/>
                  </a:lnTo>
                  <a:lnTo>
                    <a:pt x="3470123" y="384877"/>
                  </a:lnTo>
                  <a:lnTo>
                    <a:pt x="3471862" y="384241"/>
                  </a:lnTo>
                  <a:lnTo>
                    <a:pt x="3472384" y="384050"/>
                  </a:lnTo>
                  <a:lnTo>
                    <a:pt x="3473775" y="383541"/>
                  </a:lnTo>
                  <a:lnTo>
                    <a:pt x="3474470" y="383287"/>
                  </a:lnTo>
                  <a:lnTo>
                    <a:pt x="3477948" y="382015"/>
                  </a:lnTo>
                  <a:lnTo>
                    <a:pt x="3478296" y="381888"/>
                  </a:lnTo>
                  <a:lnTo>
                    <a:pt x="3481600" y="380680"/>
                  </a:lnTo>
                  <a:lnTo>
                    <a:pt x="3483687" y="379917"/>
                  </a:lnTo>
                  <a:lnTo>
                    <a:pt x="3485252" y="379345"/>
                  </a:lnTo>
                  <a:lnTo>
                    <a:pt x="3486296" y="378963"/>
                  </a:lnTo>
                  <a:lnTo>
                    <a:pt x="3487513" y="378518"/>
                  </a:lnTo>
                  <a:lnTo>
                    <a:pt x="3488556" y="378137"/>
                  </a:lnTo>
                  <a:lnTo>
                    <a:pt x="3489078" y="377946"/>
                  </a:lnTo>
                  <a:lnTo>
                    <a:pt x="3489252" y="377882"/>
                  </a:lnTo>
                  <a:lnTo>
                    <a:pt x="3490643" y="377373"/>
                  </a:lnTo>
                  <a:lnTo>
                    <a:pt x="3492556" y="376674"/>
                  </a:lnTo>
                  <a:lnTo>
                    <a:pt x="3494816" y="375847"/>
                  </a:lnTo>
                  <a:lnTo>
                    <a:pt x="3496382" y="375275"/>
                  </a:lnTo>
                  <a:lnTo>
                    <a:pt x="3500207" y="373875"/>
                  </a:lnTo>
                  <a:lnTo>
                    <a:pt x="3501425" y="373430"/>
                  </a:lnTo>
                  <a:lnTo>
                    <a:pt x="3501946" y="373239"/>
                  </a:lnTo>
                  <a:lnTo>
                    <a:pt x="3503511" y="372667"/>
                  </a:lnTo>
                  <a:lnTo>
                    <a:pt x="3509250" y="370568"/>
                  </a:lnTo>
                  <a:lnTo>
                    <a:pt x="3514989" y="368468"/>
                  </a:lnTo>
                  <a:lnTo>
                    <a:pt x="3518640" y="367132"/>
                  </a:lnTo>
                  <a:lnTo>
                    <a:pt x="3518814" y="367068"/>
                  </a:lnTo>
                  <a:lnTo>
                    <a:pt x="3520727" y="366368"/>
                  </a:lnTo>
                  <a:lnTo>
                    <a:pt x="3520901" y="366305"/>
                  </a:lnTo>
                  <a:lnTo>
                    <a:pt x="3522466" y="365732"/>
                  </a:lnTo>
                  <a:lnTo>
                    <a:pt x="3525944" y="364460"/>
                  </a:lnTo>
                  <a:lnTo>
                    <a:pt x="3526988" y="364078"/>
                  </a:lnTo>
                  <a:lnTo>
                    <a:pt x="3527857" y="363760"/>
                  </a:lnTo>
                  <a:lnTo>
                    <a:pt x="3528205" y="363632"/>
                  </a:lnTo>
                  <a:lnTo>
                    <a:pt x="3529248" y="363251"/>
                  </a:lnTo>
                  <a:lnTo>
                    <a:pt x="3535508" y="360959"/>
                  </a:lnTo>
                  <a:lnTo>
                    <a:pt x="3539856" y="359368"/>
                  </a:lnTo>
                  <a:lnTo>
                    <a:pt x="3541421" y="358796"/>
                  </a:lnTo>
                  <a:lnTo>
                    <a:pt x="3542638" y="358350"/>
                  </a:lnTo>
                  <a:lnTo>
                    <a:pt x="3542986" y="358223"/>
                  </a:lnTo>
                  <a:lnTo>
                    <a:pt x="3545942" y="357141"/>
                  </a:lnTo>
                  <a:lnTo>
                    <a:pt x="3548551" y="356186"/>
                  </a:lnTo>
                  <a:lnTo>
                    <a:pt x="3552377" y="354785"/>
                  </a:lnTo>
                  <a:lnTo>
                    <a:pt x="3555159" y="353767"/>
                  </a:lnTo>
                  <a:lnTo>
                    <a:pt x="3559332" y="352239"/>
                  </a:lnTo>
                  <a:lnTo>
                    <a:pt x="3562289" y="351156"/>
                  </a:lnTo>
                  <a:lnTo>
                    <a:pt x="3562984" y="350902"/>
                  </a:lnTo>
                  <a:lnTo>
                    <a:pt x="3563332" y="350774"/>
                  </a:lnTo>
                  <a:lnTo>
                    <a:pt x="3563506" y="350711"/>
                  </a:lnTo>
                  <a:lnTo>
                    <a:pt x="3563680" y="350647"/>
                  </a:lnTo>
                  <a:lnTo>
                    <a:pt x="3564897" y="350201"/>
                  </a:lnTo>
                  <a:lnTo>
                    <a:pt x="3566636" y="349565"/>
                  </a:lnTo>
                  <a:lnTo>
                    <a:pt x="3566810" y="349501"/>
                  </a:lnTo>
                  <a:lnTo>
                    <a:pt x="3568549" y="348864"/>
                  </a:lnTo>
                  <a:lnTo>
                    <a:pt x="3570984" y="347973"/>
                  </a:lnTo>
                  <a:lnTo>
                    <a:pt x="3572201" y="347527"/>
                  </a:lnTo>
                  <a:lnTo>
                    <a:pt x="3576027" y="346126"/>
                  </a:lnTo>
                  <a:lnTo>
                    <a:pt x="3584895" y="342878"/>
                  </a:lnTo>
                  <a:lnTo>
                    <a:pt x="3588895" y="341413"/>
                  </a:lnTo>
                  <a:lnTo>
                    <a:pt x="3590112" y="340967"/>
                  </a:lnTo>
                  <a:lnTo>
                    <a:pt x="3591851" y="340330"/>
                  </a:lnTo>
                  <a:lnTo>
                    <a:pt x="3592547" y="340075"/>
                  </a:lnTo>
                  <a:lnTo>
                    <a:pt x="3601937" y="336635"/>
                  </a:lnTo>
                  <a:lnTo>
                    <a:pt x="3608198" y="334341"/>
                  </a:lnTo>
                  <a:lnTo>
                    <a:pt x="3609415" y="333895"/>
                  </a:lnTo>
                  <a:lnTo>
                    <a:pt x="3615501" y="331665"/>
                  </a:lnTo>
                  <a:lnTo>
                    <a:pt x="3617762" y="330837"/>
                  </a:lnTo>
                  <a:lnTo>
                    <a:pt x="3619675" y="330136"/>
                  </a:lnTo>
                  <a:lnTo>
                    <a:pt x="3623327" y="328798"/>
                  </a:lnTo>
                  <a:lnTo>
                    <a:pt x="3623848" y="328606"/>
                  </a:lnTo>
                  <a:lnTo>
                    <a:pt x="3624718" y="328288"/>
                  </a:lnTo>
                  <a:lnTo>
                    <a:pt x="3625240" y="328096"/>
                  </a:lnTo>
                  <a:lnTo>
                    <a:pt x="3625413" y="328033"/>
                  </a:lnTo>
                  <a:lnTo>
                    <a:pt x="3627674" y="327204"/>
                  </a:lnTo>
                  <a:lnTo>
                    <a:pt x="3637760" y="323507"/>
                  </a:lnTo>
                  <a:lnTo>
                    <a:pt x="3638804" y="323125"/>
                  </a:lnTo>
                  <a:lnTo>
                    <a:pt x="3640195" y="322615"/>
                  </a:lnTo>
                  <a:lnTo>
                    <a:pt x="3644021" y="321212"/>
                  </a:lnTo>
                  <a:lnTo>
                    <a:pt x="3645759" y="320575"/>
                  </a:lnTo>
                  <a:lnTo>
                    <a:pt x="3646281" y="320384"/>
                  </a:lnTo>
                  <a:lnTo>
                    <a:pt x="3647672" y="319874"/>
                  </a:lnTo>
                  <a:lnTo>
                    <a:pt x="3648368" y="319619"/>
                  </a:lnTo>
                  <a:lnTo>
                    <a:pt x="3651846" y="318343"/>
                  </a:lnTo>
                  <a:lnTo>
                    <a:pt x="3652194" y="318216"/>
                  </a:lnTo>
                  <a:lnTo>
                    <a:pt x="3655498" y="317004"/>
                  </a:lnTo>
                  <a:lnTo>
                    <a:pt x="3657585" y="316239"/>
                  </a:lnTo>
                  <a:lnTo>
                    <a:pt x="3659150" y="315665"/>
                  </a:lnTo>
                  <a:lnTo>
                    <a:pt x="3660193" y="315283"/>
                  </a:lnTo>
                  <a:lnTo>
                    <a:pt x="3661410" y="314837"/>
                  </a:lnTo>
                  <a:lnTo>
                    <a:pt x="3662454" y="314454"/>
                  </a:lnTo>
                  <a:lnTo>
                    <a:pt x="3662975" y="314263"/>
                  </a:lnTo>
                  <a:lnTo>
                    <a:pt x="3663149" y="314199"/>
                  </a:lnTo>
                  <a:lnTo>
                    <a:pt x="3664540" y="313689"/>
                  </a:lnTo>
                  <a:lnTo>
                    <a:pt x="3666453" y="312987"/>
                  </a:lnTo>
                  <a:lnTo>
                    <a:pt x="3668714" y="312158"/>
                  </a:lnTo>
                  <a:lnTo>
                    <a:pt x="3670279" y="311584"/>
                  </a:lnTo>
                  <a:lnTo>
                    <a:pt x="3674105" y="310181"/>
                  </a:lnTo>
                  <a:lnTo>
                    <a:pt x="3675322" y="309735"/>
                  </a:lnTo>
                  <a:lnTo>
                    <a:pt x="3675844" y="309543"/>
                  </a:lnTo>
                  <a:lnTo>
                    <a:pt x="3677409" y="308969"/>
                  </a:lnTo>
                  <a:lnTo>
                    <a:pt x="3683147" y="306864"/>
                  </a:lnTo>
                  <a:lnTo>
                    <a:pt x="3688886" y="304759"/>
                  </a:lnTo>
                  <a:lnTo>
                    <a:pt x="3692538" y="303419"/>
                  </a:lnTo>
                  <a:lnTo>
                    <a:pt x="3692712" y="303356"/>
                  </a:lnTo>
                  <a:lnTo>
                    <a:pt x="3694625" y="302654"/>
                  </a:lnTo>
                  <a:lnTo>
                    <a:pt x="3694799" y="302590"/>
                  </a:lnTo>
                  <a:lnTo>
                    <a:pt x="3696364" y="302016"/>
                  </a:lnTo>
                  <a:lnTo>
                    <a:pt x="3699842" y="300740"/>
                  </a:lnTo>
                  <a:lnTo>
                    <a:pt x="3700885" y="300357"/>
                  </a:lnTo>
                  <a:lnTo>
                    <a:pt x="3701754" y="300038"/>
                  </a:lnTo>
                  <a:lnTo>
                    <a:pt x="3702102" y="299910"/>
                  </a:lnTo>
                  <a:lnTo>
                    <a:pt x="3703146" y="299528"/>
                  </a:lnTo>
                  <a:lnTo>
                    <a:pt x="3709406" y="297230"/>
                  </a:lnTo>
                  <a:lnTo>
                    <a:pt x="3713753" y="295635"/>
                  </a:lnTo>
                  <a:lnTo>
                    <a:pt x="3715318" y="295061"/>
                  </a:lnTo>
                  <a:lnTo>
                    <a:pt x="3716536" y="294614"/>
                  </a:lnTo>
                  <a:lnTo>
                    <a:pt x="3716884" y="294486"/>
                  </a:lnTo>
                  <a:lnTo>
                    <a:pt x="3719840" y="293401"/>
                  </a:lnTo>
                  <a:lnTo>
                    <a:pt x="3722448" y="292444"/>
                  </a:lnTo>
                  <a:lnTo>
                    <a:pt x="3726274" y="291040"/>
                  </a:lnTo>
                  <a:lnTo>
                    <a:pt x="3729056" y="290019"/>
                  </a:lnTo>
                  <a:lnTo>
                    <a:pt x="3736186" y="287401"/>
                  </a:lnTo>
                  <a:lnTo>
                    <a:pt x="3736882" y="287146"/>
                  </a:lnTo>
                  <a:lnTo>
                    <a:pt x="3737230" y="287018"/>
                  </a:lnTo>
                  <a:lnTo>
                    <a:pt x="3737403" y="286954"/>
                  </a:lnTo>
                  <a:lnTo>
                    <a:pt x="3737577" y="286891"/>
                  </a:lnTo>
                  <a:lnTo>
                    <a:pt x="3738795" y="286444"/>
                  </a:lnTo>
                  <a:lnTo>
                    <a:pt x="3740534" y="285805"/>
                  </a:lnTo>
                  <a:lnTo>
                    <a:pt x="3740707" y="285741"/>
                  </a:lnTo>
                  <a:lnTo>
                    <a:pt x="3742446" y="285103"/>
                  </a:lnTo>
                  <a:lnTo>
                    <a:pt x="3744881" y="284209"/>
                  </a:lnTo>
                  <a:lnTo>
                    <a:pt x="3746098" y="283762"/>
                  </a:lnTo>
                  <a:lnTo>
                    <a:pt x="3749924" y="282358"/>
                  </a:lnTo>
                  <a:lnTo>
                    <a:pt x="3758793" y="279101"/>
                  </a:lnTo>
                  <a:lnTo>
                    <a:pt x="3762792" y="277632"/>
                  </a:lnTo>
                  <a:lnTo>
                    <a:pt x="3763140" y="277505"/>
                  </a:lnTo>
                  <a:lnTo>
                    <a:pt x="3764010" y="277185"/>
                  </a:lnTo>
                  <a:lnTo>
                    <a:pt x="3765749" y="276547"/>
                  </a:lnTo>
                  <a:lnTo>
                    <a:pt x="3766444" y="276291"/>
                  </a:lnTo>
                  <a:lnTo>
                    <a:pt x="3774791" y="273225"/>
                  </a:lnTo>
                  <a:lnTo>
                    <a:pt x="3775835" y="272842"/>
                  </a:lnTo>
                  <a:lnTo>
                    <a:pt x="3782095" y="270543"/>
                  </a:lnTo>
                  <a:lnTo>
                    <a:pt x="3783312" y="270095"/>
                  </a:lnTo>
                  <a:lnTo>
                    <a:pt x="3789399" y="267859"/>
                  </a:lnTo>
                  <a:lnTo>
                    <a:pt x="3791659" y="267029"/>
                  </a:lnTo>
                  <a:lnTo>
                    <a:pt x="3793572" y="266326"/>
                  </a:lnTo>
                  <a:lnTo>
                    <a:pt x="3797224" y="264984"/>
                  </a:lnTo>
                  <a:lnTo>
                    <a:pt x="3797746" y="264793"/>
                  </a:lnTo>
                  <a:lnTo>
                    <a:pt x="3798615" y="264473"/>
                  </a:lnTo>
                  <a:lnTo>
                    <a:pt x="3799137" y="264282"/>
                  </a:lnTo>
                  <a:lnTo>
                    <a:pt x="3799311" y="264218"/>
                  </a:lnTo>
                  <a:lnTo>
                    <a:pt x="3801572" y="263387"/>
                  </a:lnTo>
                  <a:lnTo>
                    <a:pt x="3811658" y="259681"/>
                  </a:lnTo>
                  <a:lnTo>
                    <a:pt x="3812701" y="259297"/>
                  </a:lnTo>
                  <a:lnTo>
                    <a:pt x="3814092" y="258786"/>
                  </a:lnTo>
                  <a:lnTo>
                    <a:pt x="3817918" y="257380"/>
                  </a:lnTo>
                  <a:lnTo>
                    <a:pt x="3819657" y="256741"/>
                  </a:lnTo>
                  <a:lnTo>
                    <a:pt x="3820179" y="256549"/>
                  </a:lnTo>
                  <a:lnTo>
                    <a:pt x="3821570" y="256038"/>
                  </a:lnTo>
                  <a:lnTo>
                    <a:pt x="3822265" y="255782"/>
                  </a:lnTo>
                  <a:lnTo>
                    <a:pt x="3825743" y="254504"/>
                  </a:lnTo>
                  <a:lnTo>
                    <a:pt x="3826091" y="254376"/>
                  </a:lnTo>
                  <a:lnTo>
                    <a:pt x="3829395" y="253162"/>
                  </a:lnTo>
                  <a:lnTo>
                    <a:pt x="3831482" y="252394"/>
                  </a:lnTo>
                  <a:lnTo>
                    <a:pt x="3833047" y="251819"/>
                  </a:lnTo>
                  <a:lnTo>
                    <a:pt x="3834090" y="251436"/>
                  </a:lnTo>
                  <a:lnTo>
                    <a:pt x="3835308" y="250988"/>
                  </a:lnTo>
                  <a:lnTo>
                    <a:pt x="3836351" y="250605"/>
                  </a:lnTo>
                  <a:lnTo>
                    <a:pt x="3836873" y="250413"/>
                  </a:lnTo>
                  <a:lnTo>
                    <a:pt x="3837047" y="250349"/>
                  </a:lnTo>
                  <a:lnTo>
                    <a:pt x="3838438" y="249837"/>
                  </a:lnTo>
                  <a:lnTo>
                    <a:pt x="3840351" y="249134"/>
                  </a:lnTo>
                  <a:lnTo>
                    <a:pt x="3842611" y="248303"/>
                  </a:lnTo>
                  <a:lnTo>
                    <a:pt x="3844176" y="247728"/>
                  </a:lnTo>
                  <a:lnTo>
                    <a:pt x="3848002" y="246321"/>
                  </a:lnTo>
                  <a:lnTo>
                    <a:pt x="3849219" y="245873"/>
                  </a:lnTo>
                  <a:lnTo>
                    <a:pt x="3849741" y="245682"/>
                  </a:lnTo>
                  <a:lnTo>
                    <a:pt x="3851306" y="245106"/>
                  </a:lnTo>
                  <a:lnTo>
                    <a:pt x="3857045" y="242996"/>
                  </a:lnTo>
                  <a:lnTo>
                    <a:pt x="3862783" y="240886"/>
                  </a:lnTo>
                  <a:lnTo>
                    <a:pt x="3866435" y="239543"/>
                  </a:lnTo>
                  <a:lnTo>
                    <a:pt x="3866609" y="239479"/>
                  </a:lnTo>
                  <a:lnTo>
                    <a:pt x="3868522" y="238775"/>
                  </a:lnTo>
                  <a:lnTo>
                    <a:pt x="3868696" y="238711"/>
                  </a:lnTo>
                  <a:lnTo>
                    <a:pt x="3870261" y="238136"/>
                  </a:lnTo>
                  <a:lnTo>
                    <a:pt x="3873739" y="236857"/>
                  </a:lnTo>
                  <a:lnTo>
                    <a:pt x="3874782" y="236473"/>
                  </a:lnTo>
                  <a:lnTo>
                    <a:pt x="3875652" y="236153"/>
                  </a:lnTo>
                  <a:lnTo>
                    <a:pt x="3876000" y="236025"/>
                  </a:lnTo>
                  <a:lnTo>
                    <a:pt x="3877043" y="235641"/>
                  </a:lnTo>
                  <a:lnTo>
                    <a:pt x="3883303" y="233339"/>
                  </a:lnTo>
                  <a:lnTo>
                    <a:pt x="3887651" y="231739"/>
                  </a:lnTo>
                  <a:lnTo>
                    <a:pt x="3889216" y="231164"/>
                  </a:lnTo>
                  <a:lnTo>
                    <a:pt x="3890433" y="230716"/>
                  </a:lnTo>
                  <a:lnTo>
                    <a:pt x="3890781" y="230588"/>
                  </a:lnTo>
                  <a:lnTo>
                    <a:pt x="3893737" y="229500"/>
                  </a:lnTo>
                  <a:lnTo>
                    <a:pt x="3896346" y="228540"/>
                  </a:lnTo>
                  <a:lnTo>
                    <a:pt x="3900171" y="227133"/>
                  </a:lnTo>
                  <a:lnTo>
                    <a:pt x="3902954" y="226109"/>
                  </a:lnTo>
                  <a:lnTo>
                    <a:pt x="3907127" y="224573"/>
                  </a:lnTo>
                  <a:lnTo>
                    <a:pt x="3910084" y="223486"/>
                  </a:lnTo>
                  <a:lnTo>
                    <a:pt x="3910779" y="223230"/>
                  </a:lnTo>
                  <a:lnTo>
                    <a:pt x="3911127" y="223102"/>
                  </a:lnTo>
                  <a:lnTo>
                    <a:pt x="3911301" y="223038"/>
                  </a:lnTo>
                  <a:lnTo>
                    <a:pt x="3911475" y="222974"/>
                  </a:lnTo>
                  <a:lnTo>
                    <a:pt x="3912692" y="222526"/>
                  </a:lnTo>
                  <a:lnTo>
                    <a:pt x="3914431" y="221886"/>
                  </a:lnTo>
                  <a:lnTo>
                    <a:pt x="3914605" y="221822"/>
                  </a:lnTo>
                  <a:lnTo>
                    <a:pt x="3916344" y="221182"/>
                  </a:lnTo>
                  <a:lnTo>
                    <a:pt x="3918778" y="220286"/>
                  </a:lnTo>
                  <a:lnTo>
                    <a:pt x="3919996" y="219838"/>
                  </a:lnTo>
                  <a:lnTo>
                    <a:pt x="3923821" y="218430"/>
                  </a:lnTo>
                  <a:lnTo>
                    <a:pt x="3932690" y="215166"/>
                  </a:lnTo>
                  <a:lnTo>
                    <a:pt x="3936690" y="213693"/>
                  </a:lnTo>
                  <a:lnTo>
                    <a:pt x="3937038" y="213565"/>
                  </a:lnTo>
                  <a:lnTo>
                    <a:pt x="3937907" y="213245"/>
                  </a:lnTo>
                  <a:lnTo>
                    <a:pt x="3939646" y="212605"/>
                  </a:lnTo>
                  <a:lnTo>
                    <a:pt x="3940342" y="212349"/>
                  </a:lnTo>
                  <a:lnTo>
                    <a:pt x="3948689" y="209276"/>
                  </a:lnTo>
                  <a:lnTo>
                    <a:pt x="3949732" y="208892"/>
                  </a:lnTo>
                  <a:lnTo>
                    <a:pt x="3955993" y="206587"/>
                  </a:lnTo>
                  <a:lnTo>
                    <a:pt x="3957210" y="206139"/>
                  </a:lnTo>
                  <a:lnTo>
                    <a:pt x="3963296" y="203898"/>
                  </a:lnTo>
                  <a:lnTo>
                    <a:pt x="3965557" y="203065"/>
                  </a:lnTo>
                  <a:lnTo>
                    <a:pt x="3967470" y="202361"/>
                  </a:lnTo>
                  <a:lnTo>
                    <a:pt x="3971122" y="201016"/>
                  </a:lnTo>
                  <a:lnTo>
                    <a:pt x="3971643" y="200824"/>
                  </a:lnTo>
                  <a:lnTo>
                    <a:pt x="3972513" y="200503"/>
                  </a:lnTo>
                  <a:lnTo>
                    <a:pt x="3973034" y="200311"/>
                  </a:lnTo>
                  <a:lnTo>
                    <a:pt x="3973208" y="200247"/>
                  </a:lnTo>
                  <a:lnTo>
                    <a:pt x="3975469" y="199415"/>
                  </a:lnTo>
                  <a:lnTo>
                    <a:pt x="3985555" y="195700"/>
                  </a:lnTo>
                  <a:lnTo>
                    <a:pt x="3986598" y="195316"/>
                  </a:lnTo>
                  <a:lnTo>
                    <a:pt x="3987990" y="194803"/>
                  </a:lnTo>
                  <a:lnTo>
                    <a:pt x="3991815" y="193394"/>
                  </a:lnTo>
                  <a:lnTo>
                    <a:pt x="3993554" y="192753"/>
                  </a:lnTo>
                  <a:lnTo>
                    <a:pt x="3994076" y="192561"/>
                  </a:lnTo>
                  <a:lnTo>
                    <a:pt x="3995467" y="192049"/>
                  </a:lnTo>
                  <a:lnTo>
                    <a:pt x="3996163" y="191792"/>
                  </a:lnTo>
                  <a:lnTo>
                    <a:pt x="3999989" y="190383"/>
                  </a:lnTo>
                  <a:lnTo>
                    <a:pt x="4003293" y="189166"/>
                  </a:lnTo>
                  <a:lnTo>
                    <a:pt x="4005379" y="188397"/>
                  </a:lnTo>
                  <a:lnTo>
                    <a:pt x="4006944" y="187820"/>
                  </a:lnTo>
                  <a:lnTo>
                    <a:pt x="4007988" y="187436"/>
                  </a:lnTo>
                  <a:lnTo>
                    <a:pt x="4009205" y="186987"/>
                  </a:lnTo>
                  <a:lnTo>
                    <a:pt x="4010249" y="186603"/>
                  </a:lnTo>
                  <a:lnTo>
                    <a:pt x="4010770" y="186411"/>
                  </a:lnTo>
                  <a:lnTo>
                    <a:pt x="4010944" y="186347"/>
                  </a:lnTo>
                  <a:lnTo>
                    <a:pt x="4012335" y="185834"/>
                  </a:lnTo>
                  <a:lnTo>
                    <a:pt x="4014248" y="185129"/>
                  </a:lnTo>
                  <a:lnTo>
                    <a:pt x="4016509" y="184296"/>
                  </a:lnTo>
                  <a:lnTo>
                    <a:pt x="4018074" y="183719"/>
                  </a:lnTo>
                  <a:lnTo>
                    <a:pt x="4021900" y="182310"/>
                  </a:lnTo>
                  <a:lnTo>
                    <a:pt x="4023117" y="181861"/>
                  </a:lnTo>
                  <a:lnTo>
                    <a:pt x="4023639" y="181669"/>
                  </a:lnTo>
                  <a:lnTo>
                    <a:pt x="4025204" y="181092"/>
                  </a:lnTo>
                  <a:lnTo>
                    <a:pt x="4030942" y="178977"/>
                  </a:lnTo>
                  <a:lnTo>
                    <a:pt x="4036681" y="176862"/>
                  </a:lnTo>
                  <a:lnTo>
                    <a:pt x="4040333" y="175516"/>
                  </a:lnTo>
                  <a:lnTo>
                    <a:pt x="4040507" y="175452"/>
                  </a:lnTo>
                  <a:lnTo>
                    <a:pt x="4042420" y="174747"/>
                  </a:lnTo>
                  <a:lnTo>
                    <a:pt x="4042593" y="174683"/>
                  </a:lnTo>
                  <a:lnTo>
                    <a:pt x="4044159" y="174106"/>
                  </a:lnTo>
                  <a:lnTo>
                    <a:pt x="4047636" y="172824"/>
                  </a:lnTo>
                  <a:lnTo>
                    <a:pt x="4048680" y="172439"/>
                  </a:lnTo>
                  <a:lnTo>
                    <a:pt x="4049549" y="172119"/>
                  </a:lnTo>
                  <a:lnTo>
                    <a:pt x="4049897" y="171991"/>
                  </a:lnTo>
                  <a:lnTo>
                    <a:pt x="4050941" y="171606"/>
                  </a:lnTo>
                  <a:lnTo>
                    <a:pt x="4057201" y="169298"/>
                  </a:lnTo>
                  <a:lnTo>
                    <a:pt x="4061548" y="167695"/>
                  </a:lnTo>
                  <a:lnTo>
                    <a:pt x="4063113" y="167118"/>
                  </a:lnTo>
                  <a:lnTo>
                    <a:pt x="4064331" y="166669"/>
                  </a:lnTo>
                  <a:lnTo>
                    <a:pt x="4064678" y="166541"/>
                  </a:lnTo>
                  <a:lnTo>
                    <a:pt x="4067635" y="165451"/>
                  </a:lnTo>
                  <a:lnTo>
                    <a:pt x="4070243" y="164489"/>
                  </a:lnTo>
                  <a:lnTo>
                    <a:pt x="4074069" y="163079"/>
                  </a:lnTo>
                  <a:lnTo>
                    <a:pt x="4076851" y="162053"/>
                  </a:lnTo>
                  <a:lnTo>
                    <a:pt x="4081025" y="160514"/>
                  </a:lnTo>
                  <a:lnTo>
                    <a:pt x="4083981" y="159423"/>
                  </a:lnTo>
                  <a:lnTo>
                    <a:pt x="4084677" y="159167"/>
                  </a:lnTo>
                  <a:lnTo>
                    <a:pt x="4085198" y="158974"/>
                  </a:lnTo>
                  <a:lnTo>
                    <a:pt x="4085372" y="158910"/>
                  </a:lnTo>
                  <a:lnTo>
                    <a:pt x="4086590" y="158461"/>
                  </a:lnTo>
                  <a:lnTo>
                    <a:pt x="4088328" y="157820"/>
                  </a:lnTo>
                  <a:lnTo>
                    <a:pt x="4088502" y="157756"/>
                  </a:lnTo>
                  <a:lnTo>
                    <a:pt x="4090241" y="157115"/>
                  </a:lnTo>
                  <a:lnTo>
                    <a:pt x="4092676" y="156217"/>
                  </a:lnTo>
                  <a:lnTo>
                    <a:pt x="4093893" y="155768"/>
                  </a:lnTo>
                  <a:lnTo>
                    <a:pt x="4097719" y="154357"/>
                  </a:lnTo>
                  <a:lnTo>
                    <a:pt x="4106588" y="151085"/>
                  </a:lnTo>
                  <a:lnTo>
                    <a:pt x="4110587" y="149610"/>
                  </a:lnTo>
                  <a:lnTo>
                    <a:pt x="4110935" y="149481"/>
                  </a:lnTo>
                  <a:lnTo>
                    <a:pt x="4111805" y="149161"/>
                  </a:lnTo>
                  <a:lnTo>
                    <a:pt x="4114239" y="148263"/>
                  </a:lnTo>
                  <a:lnTo>
                    <a:pt x="4122586" y="145183"/>
                  </a:lnTo>
                  <a:lnTo>
                    <a:pt x="4123630" y="144798"/>
                  </a:lnTo>
                  <a:lnTo>
                    <a:pt x="4129890" y="142488"/>
                  </a:lnTo>
                  <a:lnTo>
                    <a:pt x="4131107" y="142039"/>
                  </a:lnTo>
                  <a:lnTo>
                    <a:pt x="4137194" y="139793"/>
                  </a:lnTo>
                  <a:lnTo>
                    <a:pt x="4139454" y="138959"/>
                  </a:lnTo>
                  <a:lnTo>
                    <a:pt x="4141367" y="138253"/>
                  </a:lnTo>
                  <a:lnTo>
                    <a:pt x="4145019" y="136905"/>
                  </a:lnTo>
                  <a:lnTo>
                    <a:pt x="4146410" y="136392"/>
                  </a:lnTo>
                  <a:lnTo>
                    <a:pt x="4146932" y="136199"/>
                  </a:lnTo>
                  <a:lnTo>
                    <a:pt x="4147106" y="136135"/>
                  </a:lnTo>
                  <a:lnTo>
                    <a:pt x="4149366" y="135301"/>
                  </a:lnTo>
                  <a:lnTo>
                    <a:pt x="4159453" y="131578"/>
                  </a:lnTo>
                  <a:lnTo>
                    <a:pt x="4160496" y="131193"/>
                  </a:lnTo>
                  <a:lnTo>
                    <a:pt x="4161887" y="130679"/>
                  </a:lnTo>
                  <a:lnTo>
                    <a:pt x="4167452" y="128625"/>
                  </a:lnTo>
                  <a:lnTo>
                    <a:pt x="4170060" y="127662"/>
                  </a:lnTo>
                  <a:lnTo>
                    <a:pt x="4173886" y="126250"/>
                  </a:lnTo>
                  <a:lnTo>
                    <a:pt x="4177190" y="125030"/>
                  </a:lnTo>
                  <a:lnTo>
                    <a:pt x="4179277" y="124260"/>
                  </a:lnTo>
                  <a:lnTo>
                    <a:pt x="4180842" y="123682"/>
                  </a:lnTo>
                  <a:lnTo>
                    <a:pt x="4183103" y="122847"/>
                  </a:lnTo>
                  <a:lnTo>
                    <a:pt x="4184146" y="122462"/>
                  </a:lnTo>
                  <a:lnTo>
                    <a:pt x="4184668" y="122270"/>
                  </a:lnTo>
                  <a:lnTo>
                    <a:pt x="4184842" y="122205"/>
                  </a:lnTo>
                  <a:lnTo>
                    <a:pt x="4186233" y="121692"/>
                  </a:lnTo>
                  <a:lnTo>
                    <a:pt x="4188146" y="120985"/>
                  </a:lnTo>
                  <a:lnTo>
                    <a:pt x="4190406" y="120151"/>
                  </a:lnTo>
                  <a:lnTo>
                    <a:pt x="4191971" y="119573"/>
                  </a:lnTo>
                  <a:lnTo>
                    <a:pt x="4195797" y="118160"/>
                  </a:lnTo>
                  <a:lnTo>
                    <a:pt x="4197536" y="117518"/>
                  </a:lnTo>
                  <a:lnTo>
                    <a:pt x="4199101" y="116940"/>
                  </a:lnTo>
                  <a:lnTo>
                    <a:pt x="4204840" y="114821"/>
                  </a:lnTo>
                  <a:lnTo>
                    <a:pt x="4210578" y="112701"/>
                  </a:lnTo>
                  <a:lnTo>
                    <a:pt x="4214404" y="111288"/>
                  </a:lnTo>
                  <a:lnTo>
                    <a:pt x="4216317" y="110582"/>
                  </a:lnTo>
                  <a:lnTo>
                    <a:pt x="4221534" y="108655"/>
                  </a:lnTo>
                  <a:lnTo>
                    <a:pt x="4223447" y="107948"/>
                  </a:lnTo>
                  <a:lnTo>
                    <a:pt x="4223795" y="107820"/>
                  </a:lnTo>
                  <a:lnTo>
                    <a:pt x="4224838" y="107435"/>
                  </a:lnTo>
                  <a:lnTo>
                    <a:pt x="4231098" y="105122"/>
                  </a:lnTo>
                  <a:lnTo>
                    <a:pt x="4237011" y="102938"/>
                  </a:lnTo>
                  <a:lnTo>
                    <a:pt x="4238228" y="102488"/>
                  </a:lnTo>
                  <a:lnTo>
                    <a:pt x="4241532" y="101268"/>
                  </a:lnTo>
                  <a:lnTo>
                    <a:pt x="4244141" y="100304"/>
                  </a:lnTo>
                  <a:lnTo>
                    <a:pt x="4250749" y="97862"/>
                  </a:lnTo>
                  <a:lnTo>
                    <a:pt x="4254922" y="96320"/>
                  </a:lnTo>
                  <a:lnTo>
                    <a:pt x="4258574" y="94971"/>
                  </a:lnTo>
                  <a:lnTo>
                    <a:pt x="4259096" y="94778"/>
                  </a:lnTo>
                  <a:lnTo>
                    <a:pt x="4262226" y="93621"/>
                  </a:lnTo>
                  <a:lnTo>
                    <a:pt x="4262400" y="93557"/>
                  </a:lnTo>
                  <a:lnTo>
                    <a:pt x="4264139" y="92914"/>
                  </a:lnTo>
                  <a:lnTo>
                    <a:pt x="4266573" y="92015"/>
                  </a:lnTo>
                  <a:lnTo>
                    <a:pt x="4267791" y="91565"/>
                  </a:lnTo>
                  <a:lnTo>
                    <a:pt x="4271616" y="90151"/>
                  </a:lnTo>
                  <a:lnTo>
                    <a:pt x="4280485" y="86873"/>
                  </a:lnTo>
                  <a:lnTo>
                    <a:pt x="4284485" y="85395"/>
                  </a:lnTo>
                  <a:lnTo>
                    <a:pt x="4284833" y="85266"/>
                  </a:lnTo>
                  <a:lnTo>
                    <a:pt x="4287441" y="84302"/>
                  </a:lnTo>
                  <a:lnTo>
                    <a:pt x="4296484" y="80960"/>
                  </a:lnTo>
                  <a:lnTo>
                    <a:pt x="4303787" y="78259"/>
                  </a:lnTo>
                  <a:lnTo>
                    <a:pt x="4313352" y="74723"/>
                  </a:lnTo>
                  <a:lnTo>
                    <a:pt x="4315265" y="74016"/>
                  </a:lnTo>
                  <a:lnTo>
                    <a:pt x="4318916" y="72666"/>
                  </a:lnTo>
                  <a:lnTo>
                    <a:pt x="4320308" y="72151"/>
                  </a:lnTo>
                  <a:lnTo>
                    <a:pt x="4320829" y="71959"/>
                  </a:lnTo>
                  <a:lnTo>
                    <a:pt x="4323264" y="71058"/>
                  </a:lnTo>
                  <a:lnTo>
                    <a:pt x="4334393" y="66943"/>
                  </a:lnTo>
                  <a:lnTo>
                    <a:pt x="4335785" y="66428"/>
                  </a:lnTo>
                  <a:lnTo>
                    <a:pt x="4341349" y="64370"/>
                  </a:lnTo>
                  <a:lnTo>
                    <a:pt x="4353174" y="59996"/>
                  </a:lnTo>
                  <a:lnTo>
                    <a:pt x="4369695" y="53885"/>
                  </a:lnTo>
                  <a:lnTo>
                    <a:pt x="4378737" y="50540"/>
                  </a:lnTo>
                  <a:lnTo>
                    <a:pt x="4388302" y="47001"/>
                  </a:lnTo>
                  <a:lnTo>
                    <a:pt x="4432472" y="30654"/>
                  </a:lnTo>
                  <a:lnTo>
                    <a:pt x="4432993" y="30461"/>
                  </a:lnTo>
                  <a:lnTo>
                    <a:pt x="4436297" y="29237"/>
                  </a:lnTo>
                  <a:lnTo>
                    <a:pt x="4470381" y="16618"/>
                  </a:lnTo>
                  <a:lnTo>
                    <a:pt x="4515247" y="0"/>
                  </a:lnTo>
                  <a:lnTo>
                    <a:pt x="4515247" y="157257"/>
                  </a:lnTo>
                  <a:lnTo>
                    <a:pt x="4470381" y="172534"/>
                  </a:lnTo>
                  <a:lnTo>
                    <a:pt x="4436297" y="184144"/>
                  </a:lnTo>
                  <a:lnTo>
                    <a:pt x="4432993" y="185270"/>
                  </a:lnTo>
                  <a:lnTo>
                    <a:pt x="4432472" y="185447"/>
                  </a:lnTo>
                  <a:lnTo>
                    <a:pt x="4388302" y="200500"/>
                  </a:lnTo>
                  <a:lnTo>
                    <a:pt x="4378737" y="203761"/>
                  </a:lnTo>
                  <a:lnTo>
                    <a:pt x="4369695" y="206844"/>
                  </a:lnTo>
                  <a:lnTo>
                    <a:pt x="4353174" y="212477"/>
                  </a:lnTo>
                  <a:lnTo>
                    <a:pt x="4341349" y="216510"/>
                  </a:lnTo>
                  <a:lnTo>
                    <a:pt x="4335785" y="218408"/>
                  </a:lnTo>
                  <a:lnTo>
                    <a:pt x="4334393" y="218882"/>
                  </a:lnTo>
                  <a:lnTo>
                    <a:pt x="4323264" y="222678"/>
                  </a:lnTo>
                  <a:lnTo>
                    <a:pt x="4320829" y="223509"/>
                  </a:lnTo>
                  <a:lnTo>
                    <a:pt x="4320308" y="223687"/>
                  </a:lnTo>
                  <a:lnTo>
                    <a:pt x="4318916" y="224161"/>
                  </a:lnTo>
                  <a:lnTo>
                    <a:pt x="4315265" y="225407"/>
                  </a:lnTo>
                  <a:lnTo>
                    <a:pt x="4313352" y="226060"/>
                  </a:lnTo>
                  <a:lnTo>
                    <a:pt x="4303787" y="229323"/>
                  </a:lnTo>
                  <a:lnTo>
                    <a:pt x="4296484" y="231815"/>
                  </a:lnTo>
                  <a:lnTo>
                    <a:pt x="4287441" y="234901"/>
                  </a:lnTo>
                  <a:lnTo>
                    <a:pt x="4284833" y="235791"/>
                  </a:lnTo>
                  <a:lnTo>
                    <a:pt x="4284485" y="235910"/>
                  </a:lnTo>
                  <a:lnTo>
                    <a:pt x="4280485" y="237275"/>
                  </a:lnTo>
                  <a:lnTo>
                    <a:pt x="4271616" y="240302"/>
                  </a:lnTo>
                  <a:lnTo>
                    <a:pt x="4267791" y="241608"/>
                  </a:lnTo>
                  <a:lnTo>
                    <a:pt x="4266573" y="242023"/>
                  </a:lnTo>
                  <a:lnTo>
                    <a:pt x="4264139" y="242854"/>
                  </a:lnTo>
                  <a:lnTo>
                    <a:pt x="4262400" y="243448"/>
                  </a:lnTo>
                  <a:lnTo>
                    <a:pt x="4262226" y="243507"/>
                  </a:lnTo>
                  <a:lnTo>
                    <a:pt x="4259096" y="244576"/>
                  </a:lnTo>
                  <a:lnTo>
                    <a:pt x="4258574" y="244754"/>
                  </a:lnTo>
                  <a:lnTo>
                    <a:pt x="4254922" y="246000"/>
                  </a:lnTo>
                  <a:lnTo>
                    <a:pt x="4250749" y="247425"/>
                  </a:lnTo>
                  <a:lnTo>
                    <a:pt x="4244141" y="249681"/>
                  </a:lnTo>
                  <a:lnTo>
                    <a:pt x="4241532" y="250572"/>
                  </a:lnTo>
                  <a:lnTo>
                    <a:pt x="4238228" y="251700"/>
                  </a:lnTo>
                  <a:lnTo>
                    <a:pt x="4237011" y="252116"/>
                  </a:lnTo>
                  <a:lnTo>
                    <a:pt x="4231098" y="254135"/>
                  </a:lnTo>
                  <a:lnTo>
                    <a:pt x="4224838" y="256273"/>
                  </a:lnTo>
                  <a:lnTo>
                    <a:pt x="4223795" y="256629"/>
                  </a:lnTo>
                  <a:lnTo>
                    <a:pt x="4223447" y="256748"/>
                  </a:lnTo>
                  <a:lnTo>
                    <a:pt x="4221534" y="257401"/>
                  </a:lnTo>
                  <a:lnTo>
                    <a:pt x="4216317" y="259183"/>
                  </a:lnTo>
                  <a:lnTo>
                    <a:pt x="4214404" y="259836"/>
                  </a:lnTo>
                  <a:lnTo>
                    <a:pt x="4210578" y="261143"/>
                  </a:lnTo>
                  <a:lnTo>
                    <a:pt x="4204840" y="263103"/>
                  </a:lnTo>
                  <a:lnTo>
                    <a:pt x="4199101" y="265064"/>
                  </a:lnTo>
                  <a:lnTo>
                    <a:pt x="4197536" y="265598"/>
                  </a:lnTo>
                  <a:lnTo>
                    <a:pt x="4195797" y="266192"/>
                  </a:lnTo>
                  <a:lnTo>
                    <a:pt x="4191971" y="267500"/>
                  </a:lnTo>
                  <a:lnTo>
                    <a:pt x="4190406" y="268034"/>
                  </a:lnTo>
                  <a:lnTo>
                    <a:pt x="4188146" y="268807"/>
                  </a:lnTo>
                  <a:lnTo>
                    <a:pt x="4186233" y="269460"/>
                  </a:lnTo>
                  <a:lnTo>
                    <a:pt x="4184842" y="269936"/>
                  </a:lnTo>
                  <a:lnTo>
                    <a:pt x="4184668" y="269995"/>
                  </a:lnTo>
                  <a:lnTo>
                    <a:pt x="4184146" y="270173"/>
                  </a:lnTo>
                  <a:lnTo>
                    <a:pt x="4183103" y="270530"/>
                  </a:lnTo>
                  <a:lnTo>
                    <a:pt x="4180842" y="271302"/>
                  </a:lnTo>
                  <a:lnTo>
                    <a:pt x="4179277" y="271837"/>
                  </a:lnTo>
                  <a:lnTo>
                    <a:pt x="4177190" y="272550"/>
                  </a:lnTo>
                  <a:lnTo>
                    <a:pt x="4173886" y="273679"/>
                  </a:lnTo>
                  <a:lnTo>
                    <a:pt x="4170060" y="274986"/>
                  </a:lnTo>
                  <a:lnTo>
                    <a:pt x="4167452" y="275878"/>
                  </a:lnTo>
                  <a:lnTo>
                    <a:pt x="4161887" y="277780"/>
                  </a:lnTo>
                  <a:lnTo>
                    <a:pt x="4160496" y="278255"/>
                  </a:lnTo>
                  <a:lnTo>
                    <a:pt x="4159453" y="278612"/>
                  </a:lnTo>
                  <a:lnTo>
                    <a:pt x="4149366" y="282059"/>
                  </a:lnTo>
                  <a:lnTo>
                    <a:pt x="4147106" y="282832"/>
                  </a:lnTo>
                  <a:lnTo>
                    <a:pt x="4146932" y="282891"/>
                  </a:lnTo>
                  <a:lnTo>
                    <a:pt x="4146410" y="283070"/>
                  </a:lnTo>
                  <a:lnTo>
                    <a:pt x="4145019" y="283545"/>
                  </a:lnTo>
                  <a:lnTo>
                    <a:pt x="4141367" y="284794"/>
                  </a:lnTo>
                  <a:lnTo>
                    <a:pt x="4139454" y="285448"/>
                  </a:lnTo>
                  <a:lnTo>
                    <a:pt x="4137194" y="286221"/>
                  </a:lnTo>
                  <a:lnTo>
                    <a:pt x="4131107" y="288302"/>
                  </a:lnTo>
                  <a:lnTo>
                    <a:pt x="4129890" y="288718"/>
                  </a:lnTo>
                  <a:lnTo>
                    <a:pt x="4123630" y="290858"/>
                  </a:lnTo>
                  <a:lnTo>
                    <a:pt x="4122586" y="291215"/>
                  </a:lnTo>
                  <a:lnTo>
                    <a:pt x="4114239" y="294069"/>
                  </a:lnTo>
                  <a:lnTo>
                    <a:pt x="4111805" y="294902"/>
                  </a:lnTo>
                  <a:lnTo>
                    <a:pt x="4110935" y="295199"/>
                  </a:lnTo>
                  <a:lnTo>
                    <a:pt x="4110587" y="295318"/>
                  </a:lnTo>
                  <a:lnTo>
                    <a:pt x="4106588" y="296686"/>
                  </a:lnTo>
                  <a:lnTo>
                    <a:pt x="4097719" y="299720"/>
                  </a:lnTo>
                  <a:lnTo>
                    <a:pt x="4093893" y="301028"/>
                  </a:lnTo>
                  <a:lnTo>
                    <a:pt x="4092676" y="301445"/>
                  </a:lnTo>
                  <a:lnTo>
                    <a:pt x="4090241" y="302277"/>
                  </a:lnTo>
                  <a:lnTo>
                    <a:pt x="4088502" y="302872"/>
                  </a:lnTo>
                  <a:lnTo>
                    <a:pt x="4088328" y="302932"/>
                  </a:lnTo>
                  <a:lnTo>
                    <a:pt x="4086590" y="303527"/>
                  </a:lnTo>
                  <a:lnTo>
                    <a:pt x="4085372" y="303943"/>
                  </a:lnTo>
                  <a:lnTo>
                    <a:pt x="4085198" y="304003"/>
                  </a:lnTo>
                  <a:lnTo>
                    <a:pt x="4084677" y="304181"/>
                  </a:lnTo>
                  <a:lnTo>
                    <a:pt x="4083981" y="304419"/>
                  </a:lnTo>
                  <a:lnTo>
                    <a:pt x="4081025" y="305430"/>
                  </a:lnTo>
                  <a:lnTo>
                    <a:pt x="4076851" y="306858"/>
                  </a:lnTo>
                  <a:lnTo>
                    <a:pt x="4074069" y="307810"/>
                  </a:lnTo>
                  <a:lnTo>
                    <a:pt x="4070243" y="309119"/>
                  </a:lnTo>
                  <a:lnTo>
                    <a:pt x="4067635" y="310012"/>
                  </a:lnTo>
                  <a:lnTo>
                    <a:pt x="4064678" y="311024"/>
                  </a:lnTo>
                  <a:lnTo>
                    <a:pt x="4064331" y="311143"/>
                  </a:lnTo>
                  <a:lnTo>
                    <a:pt x="4063113" y="311559"/>
                  </a:lnTo>
                  <a:lnTo>
                    <a:pt x="4061548" y="312095"/>
                  </a:lnTo>
                  <a:lnTo>
                    <a:pt x="4057201" y="313583"/>
                  </a:lnTo>
                  <a:lnTo>
                    <a:pt x="4050941" y="315725"/>
                  </a:lnTo>
                  <a:lnTo>
                    <a:pt x="4049897" y="316082"/>
                  </a:lnTo>
                  <a:lnTo>
                    <a:pt x="4049549" y="316201"/>
                  </a:lnTo>
                  <a:lnTo>
                    <a:pt x="4048680" y="316499"/>
                  </a:lnTo>
                  <a:lnTo>
                    <a:pt x="4047636" y="316856"/>
                  </a:lnTo>
                  <a:lnTo>
                    <a:pt x="4044159" y="318046"/>
                  </a:lnTo>
                  <a:lnTo>
                    <a:pt x="4042593" y="318582"/>
                  </a:lnTo>
                  <a:lnTo>
                    <a:pt x="4042420" y="318642"/>
                  </a:lnTo>
                  <a:lnTo>
                    <a:pt x="4040507" y="319296"/>
                  </a:lnTo>
                  <a:lnTo>
                    <a:pt x="4040333" y="319356"/>
                  </a:lnTo>
                  <a:lnTo>
                    <a:pt x="4036681" y="320606"/>
                  </a:lnTo>
                  <a:lnTo>
                    <a:pt x="4030942" y="322571"/>
                  </a:lnTo>
                  <a:lnTo>
                    <a:pt x="4025204" y="324535"/>
                  </a:lnTo>
                  <a:lnTo>
                    <a:pt x="4023639" y="325071"/>
                  </a:lnTo>
                  <a:lnTo>
                    <a:pt x="4023117" y="325250"/>
                  </a:lnTo>
                  <a:lnTo>
                    <a:pt x="4021900" y="325666"/>
                  </a:lnTo>
                  <a:lnTo>
                    <a:pt x="4018074" y="326976"/>
                  </a:lnTo>
                  <a:lnTo>
                    <a:pt x="4016509" y="327512"/>
                  </a:lnTo>
                  <a:lnTo>
                    <a:pt x="4014248" y="328286"/>
                  </a:lnTo>
                  <a:lnTo>
                    <a:pt x="4012335" y="328941"/>
                  </a:lnTo>
                  <a:lnTo>
                    <a:pt x="4010944" y="329418"/>
                  </a:lnTo>
                  <a:lnTo>
                    <a:pt x="4010770" y="329477"/>
                  </a:lnTo>
                  <a:lnTo>
                    <a:pt x="4010249" y="329656"/>
                  </a:lnTo>
                  <a:lnTo>
                    <a:pt x="4009205" y="330013"/>
                  </a:lnTo>
                  <a:lnTo>
                    <a:pt x="4007988" y="330430"/>
                  </a:lnTo>
                  <a:lnTo>
                    <a:pt x="4006944" y="330787"/>
                  </a:lnTo>
                  <a:lnTo>
                    <a:pt x="4005379" y="331323"/>
                  </a:lnTo>
                  <a:lnTo>
                    <a:pt x="4003293" y="332038"/>
                  </a:lnTo>
                  <a:lnTo>
                    <a:pt x="3999989" y="333170"/>
                  </a:lnTo>
                  <a:lnTo>
                    <a:pt x="3996163" y="334480"/>
                  </a:lnTo>
                  <a:lnTo>
                    <a:pt x="3995467" y="334718"/>
                  </a:lnTo>
                  <a:lnTo>
                    <a:pt x="3994076" y="335195"/>
                  </a:lnTo>
                  <a:lnTo>
                    <a:pt x="3993554" y="335373"/>
                  </a:lnTo>
                  <a:lnTo>
                    <a:pt x="3991815" y="335969"/>
                  </a:lnTo>
                  <a:lnTo>
                    <a:pt x="3987990" y="337280"/>
                  </a:lnTo>
                  <a:lnTo>
                    <a:pt x="3986598" y="337756"/>
                  </a:lnTo>
                  <a:lnTo>
                    <a:pt x="3985555" y="338114"/>
                  </a:lnTo>
                  <a:lnTo>
                    <a:pt x="3975469" y="341569"/>
                  </a:lnTo>
                  <a:lnTo>
                    <a:pt x="3973208" y="342343"/>
                  </a:lnTo>
                  <a:lnTo>
                    <a:pt x="3973034" y="342403"/>
                  </a:lnTo>
                  <a:lnTo>
                    <a:pt x="3972513" y="342582"/>
                  </a:lnTo>
                  <a:lnTo>
                    <a:pt x="3971643" y="342880"/>
                  </a:lnTo>
                  <a:lnTo>
                    <a:pt x="3971122" y="343058"/>
                  </a:lnTo>
                  <a:lnTo>
                    <a:pt x="3967470" y="344310"/>
                  </a:lnTo>
                  <a:lnTo>
                    <a:pt x="3965557" y="344965"/>
                  </a:lnTo>
                  <a:lnTo>
                    <a:pt x="3963296" y="345740"/>
                  </a:lnTo>
                  <a:lnTo>
                    <a:pt x="3957210" y="347825"/>
                  </a:lnTo>
                  <a:lnTo>
                    <a:pt x="3955993" y="348242"/>
                  </a:lnTo>
                  <a:lnTo>
                    <a:pt x="3949732" y="350388"/>
                  </a:lnTo>
                  <a:lnTo>
                    <a:pt x="3948689" y="350746"/>
                  </a:lnTo>
                  <a:lnTo>
                    <a:pt x="3940342" y="353607"/>
                  </a:lnTo>
                  <a:lnTo>
                    <a:pt x="3939646" y="353845"/>
                  </a:lnTo>
                  <a:lnTo>
                    <a:pt x="3937907" y="354441"/>
                  </a:lnTo>
                  <a:lnTo>
                    <a:pt x="3937038" y="354739"/>
                  </a:lnTo>
                  <a:lnTo>
                    <a:pt x="3936690" y="354858"/>
                  </a:lnTo>
                  <a:lnTo>
                    <a:pt x="3932690" y="356229"/>
                  </a:lnTo>
                  <a:lnTo>
                    <a:pt x="3923821" y="359270"/>
                  </a:lnTo>
                  <a:lnTo>
                    <a:pt x="3919996" y="360582"/>
                  </a:lnTo>
                  <a:lnTo>
                    <a:pt x="3918778" y="360999"/>
                  </a:lnTo>
                  <a:lnTo>
                    <a:pt x="3916344" y="361834"/>
                  </a:lnTo>
                  <a:lnTo>
                    <a:pt x="3914605" y="362430"/>
                  </a:lnTo>
                  <a:lnTo>
                    <a:pt x="3914431" y="362490"/>
                  </a:lnTo>
                  <a:lnTo>
                    <a:pt x="3912692" y="363086"/>
                  </a:lnTo>
                  <a:lnTo>
                    <a:pt x="3911475" y="363503"/>
                  </a:lnTo>
                  <a:lnTo>
                    <a:pt x="3911301" y="363563"/>
                  </a:lnTo>
                  <a:lnTo>
                    <a:pt x="3911127" y="363623"/>
                  </a:lnTo>
                  <a:lnTo>
                    <a:pt x="3910779" y="363742"/>
                  </a:lnTo>
                  <a:lnTo>
                    <a:pt x="3910084" y="363980"/>
                  </a:lnTo>
                  <a:lnTo>
                    <a:pt x="3907127" y="364994"/>
                  </a:lnTo>
                  <a:lnTo>
                    <a:pt x="3902954" y="366425"/>
                  </a:lnTo>
                  <a:lnTo>
                    <a:pt x="3900171" y="367380"/>
                  </a:lnTo>
                  <a:lnTo>
                    <a:pt x="3896346" y="368692"/>
                  </a:lnTo>
                  <a:lnTo>
                    <a:pt x="3893737" y="369586"/>
                  </a:lnTo>
                  <a:lnTo>
                    <a:pt x="3890781" y="370600"/>
                  </a:lnTo>
                  <a:lnTo>
                    <a:pt x="3890433" y="370720"/>
                  </a:lnTo>
                  <a:lnTo>
                    <a:pt x="3889216" y="371137"/>
                  </a:lnTo>
                  <a:lnTo>
                    <a:pt x="3887651" y="371674"/>
                  </a:lnTo>
                  <a:lnTo>
                    <a:pt x="3883303" y="373165"/>
                  </a:lnTo>
                  <a:lnTo>
                    <a:pt x="3877043" y="375313"/>
                  </a:lnTo>
                  <a:lnTo>
                    <a:pt x="3876000" y="375671"/>
                  </a:lnTo>
                  <a:lnTo>
                    <a:pt x="3875652" y="375790"/>
                  </a:lnTo>
                  <a:lnTo>
                    <a:pt x="3874782" y="376089"/>
                  </a:lnTo>
                  <a:lnTo>
                    <a:pt x="3873739" y="376447"/>
                  </a:lnTo>
                  <a:lnTo>
                    <a:pt x="3870261" y="377640"/>
                  </a:lnTo>
                  <a:lnTo>
                    <a:pt x="3868696" y="378177"/>
                  </a:lnTo>
                  <a:lnTo>
                    <a:pt x="3868522" y="378237"/>
                  </a:lnTo>
                  <a:lnTo>
                    <a:pt x="3866609" y="378893"/>
                  </a:lnTo>
                  <a:lnTo>
                    <a:pt x="3866435" y="378953"/>
                  </a:lnTo>
                  <a:lnTo>
                    <a:pt x="3862783" y="380206"/>
                  </a:lnTo>
                  <a:lnTo>
                    <a:pt x="3857045" y="382175"/>
                  </a:lnTo>
                  <a:lnTo>
                    <a:pt x="3851306" y="384144"/>
                  </a:lnTo>
                  <a:lnTo>
                    <a:pt x="3849741" y="384682"/>
                  </a:lnTo>
                  <a:lnTo>
                    <a:pt x="3849219" y="384861"/>
                  </a:lnTo>
                  <a:lnTo>
                    <a:pt x="3848002" y="385278"/>
                  </a:lnTo>
                  <a:lnTo>
                    <a:pt x="3844176" y="386592"/>
                  </a:lnTo>
                  <a:lnTo>
                    <a:pt x="3842611" y="387129"/>
                  </a:lnTo>
                  <a:lnTo>
                    <a:pt x="3840351" y="387905"/>
                  </a:lnTo>
                  <a:lnTo>
                    <a:pt x="3838438" y="388561"/>
                  </a:lnTo>
                  <a:lnTo>
                    <a:pt x="3837047" y="389039"/>
                  </a:lnTo>
                  <a:lnTo>
                    <a:pt x="3836873" y="389099"/>
                  </a:lnTo>
                  <a:lnTo>
                    <a:pt x="3836351" y="389278"/>
                  </a:lnTo>
                  <a:lnTo>
                    <a:pt x="3835308" y="389636"/>
                  </a:lnTo>
                  <a:lnTo>
                    <a:pt x="3834090" y="390054"/>
                  </a:lnTo>
                  <a:lnTo>
                    <a:pt x="3833047" y="390412"/>
                  </a:lnTo>
                  <a:lnTo>
                    <a:pt x="3831482" y="390949"/>
                  </a:lnTo>
                  <a:lnTo>
                    <a:pt x="3829395" y="391666"/>
                  </a:lnTo>
                  <a:lnTo>
                    <a:pt x="3826091" y="392800"/>
                  </a:lnTo>
                  <a:lnTo>
                    <a:pt x="3825743" y="392919"/>
                  </a:lnTo>
                  <a:lnTo>
                    <a:pt x="3822265" y="394114"/>
                  </a:lnTo>
                  <a:lnTo>
                    <a:pt x="3821570" y="394352"/>
                  </a:lnTo>
                  <a:lnTo>
                    <a:pt x="3820179" y="394830"/>
                  </a:lnTo>
                  <a:lnTo>
                    <a:pt x="3819657" y="395009"/>
                  </a:lnTo>
                  <a:lnTo>
                    <a:pt x="3817918" y="395606"/>
                  </a:lnTo>
                  <a:lnTo>
                    <a:pt x="3814092" y="396920"/>
                  </a:lnTo>
                  <a:lnTo>
                    <a:pt x="3812701" y="397398"/>
                  </a:lnTo>
                  <a:lnTo>
                    <a:pt x="3811658" y="397756"/>
                  </a:lnTo>
                  <a:lnTo>
                    <a:pt x="3801572" y="401220"/>
                  </a:lnTo>
                  <a:lnTo>
                    <a:pt x="3799311" y="401996"/>
                  </a:lnTo>
                  <a:lnTo>
                    <a:pt x="3799137" y="402056"/>
                  </a:lnTo>
                  <a:lnTo>
                    <a:pt x="3798615" y="402235"/>
                  </a:lnTo>
                  <a:lnTo>
                    <a:pt x="3797746" y="402534"/>
                  </a:lnTo>
                  <a:lnTo>
                    <a:pt x="3797224" y="402713"/>
                  </a:lnTo>
                  <a:lnTo>
                    <a:pt x="3793572" y="403967"/>
                  </a:lnTo>
                  <a:lnTo>
                    <a:pt x="3791659" y="404625"/>
                  </a:lnTo>
                  <a:lnTo>
                    <a:pt x="3789399" y="405401"/>
                  </a:lnTo>
                  <a:lnTo>
                    <a:pt x="3783312" y="407492"/>
                  </a:lnTo>
                  <a:lnTo>
                    <a:pt x="3782095" y="407910"/>
                  </a:lnTo>
                  <a:lnTo>
                    <a:pt x="3775835" y="410061"/>
                  </a:lnTo>
                  <a:lnTo>
                    <a:pt x="3774791" y="410420"/>
                  </a:lnTo>
                  <a:lnTo>
                    <a:pt x="3766444" y="413288"/>
                  </a:lnTo>
                  <a:lnTo>
                    <a:pt x="3765749" y="413527"/>
                  </a:lnTo>
                  <a:lnTo>
                    <a:pt x="3764010" y="414124"/>
                  </a:lnTo>
                  <a:lnTo>
                    <a:pt x="3763140" y="414423"/>
                  </a:lnTo>
                  <a:lnTo>
                    <a:pt x="3762792" y="414543"/>
                  </a:lnTo>
                  <a:lnTo>
                    <a:pt x="3758793" y="415917"/>
                  </a:lnTo>
                  <a:lnTo>
                    <a:pt x="3749924" y="418966"/>
                  </a:lnTo>
                  <a:lnTo>
                    <a:pt x="3746098" y="420281"/>
                  </a:lnTo>
                  <a:lnTo>
                    <a:pt x="3744881" y="420699"/>
                  </a:lnTo>
                  <a:lnTo>
                    <a:pt x="3742446" y="421536"/>
                  </a:lnTo>
                  <a:lnTo>
                    <a:pt x="3740707" y="422134"/>
                  </a:lnTo>
                  <a:lnTo>
                    <a:pt x="3740534" y="422194"/>
                  </a:lnTo>
                  <a:lnTo>
                    <a:pt x="3738795" y="422791"/>
                  </a:lnTo>
                  <a:lnTo>
                    <a:pt x="3737577" y="423210"/>
                  </a:lnTo>
                  <a:lnTo>
                    <a:pt x="3737403" y="423270"/>
                  </a:lnTo>
                  <a:lnTo>
                    <a:pt x="3737230" y="423329"/>
                  </a:lnTo>
                  <a:lnTo>
                    <a:pt x="3736882" y="423449"/>
                  </a:lnTo>
                  <a:lnTo>
                    <a:pt x="3736186" y="423688"/>
                  </a:lnTo>
                  <a:lnTo>
                    <a:pt x="3729056" y="426139"/>
                  </a:lnTo>
                  <a:lnTo>
                    <a:pt x="3726274" y="427096"/>
                  </a:lnTo>
                  <a:lnTo>
                    <a:pt x="3722448" y="428412"/>
                  </a:lnTo>
                  <a:lnTo>
                    <a:pt x="3719840" y="429309"/>
                  </a:lnTo>
                  <a:lnTo>
                    <a:pt x="3716884" y="430325"/>
                  </a:lnTo>
                  <a:lnTo>
                    <a:pt x="3716536" y="430445"/>
                  </a:lnTo>
                  <a:lnTo>
                    <a:pt x="3715318" y="430864"/>
                  </a:lnTo>
                  <a:lnTo>
                    <a:pt x="3713753" y="431402"/>
                  </a:lnTo>
                  <a:lnTo>
                    <a:pt x="3709406" y="432897"/>
                  </a:lnTo>
                  <a:lnTo>
                    <a:pt x="3703146" y="435050"/>
                  </a:lnTo>
                  <a:lnTo>
                    <a:pt x="3702102" y="435409"/>
                  </a:lnTo>
                  <a:lnTo>
                    <a:pt x="3701754" y="435529"/>
                  </a:lnTo>
                  <a:lnTo>
                    <a:pt x="3700885" y="435828"/>
                  </a:lnTo>
                  <a:lnTo>
                    <a:pt x="3699842" y="436187"/>
                  </a:lnTo>
                  <a:lnTo>
                    <a:pt x="3696364" y="437383"/>
                  </a:lnTo>
                  <a:lnTo>
                    <a:pt x="3694799" y="437922"/>
                  </a:lnTo>
                  <a:lnTo>
                    <a:pt x="3694625" y="437982"/>
                  </a:lnTo>
                  <a:lnTo>
                    <a:pt x="3692712" y="438640"/>
                  </a:lnTo>
                  <a:lnTo>
                    <a:pt x="3692538" y="438699"/>
                  </a:lnTo>
                  <a:lnTo>
                    <a:pt x="3688886" y="439956"/>
                  </a:lnTo>
                  <a:lnTo>
                    <a:pt x="3683147" y="441930"/>
                  </a:lnTo>
                  <a:lnTo>
                    <a:pt x="3677409" y="443905"/>
                  </a:lnTo>
                  <a:lnTo>
                    <a:pt x="3675844" y="444444"/>
                  </a:lnTo>
                  <a:lnTo>
                    <a:pt x="3675322" y="444623"/>
                  </a:lnTo>
                  <a:lnTo>
                    <a:pt x="3674105" y="445042"/>
                  </a:lnTo>
                  <a:lnTo>
                    <a:pt x="3670279" y="446359"/>
                  </a:lnTo>
                  <a:lnTo>
                    <a:pt x="3668714" y="446897"/>
                  </a:lnTo>
                  <a:lnTo>
                    <a:pt x="3666453" y="447675"/>
                  </a:lnTo>
                  <a:lnTo>
                    <a:pt x="3664540" y="448334"/>
                  </a:lnTo>
                  <a:lnTo>
                    <a:pt x="3663149" y="448812"/>
                  </a:lnTo>
                  <a:lnTo>
                    <a:pt x="3662975" y="448872"/>
                  </a:lnTo>
                  <a:lnTo>
                    <a:pt x="3662454" y="449052"/>
                  </a:lnTo>
                  <a:lnTo>
                    <a:pt x="3661410" y="449411"/>
                  </a:lnTo>
                  <a:lnTo>
                    <a:pt x="3660193" y="449830"/>
                  </a:lnTo>
                  <a:lnTo>
                    <a:pt x="3659150" y="450189"/>
                  </a:lnTo>
                  <a:lnTo>
                    <a:pt x="3657585" y="450728"/>
                  </a:lnTo>
                  <a:lnTo>
                    <a:pt x="3655498" y="451446"/>
                  </a:lnTo>
                  <a:lnTo>
                    <a:pt x="3652194" y="452584"/>
                  </a:lnTo>
                  <a:lnTo>
                    <a:pt x="3651846" y="452703"/>
                  </a:lnTo>
                  <a:lnTo>
                    <a:pt x="3648368" y="453901"/>
                  </a:lnTo>
                  <a:lnTo>
                    <a:pt x="3647672" y="454140"/>
                  </a:lnTo>
                  <a:lnTo>
                    <a:pt x="3646281" y="454619"/>
                  </a:lnTo>
                  <a:lnTo>
                    <a:pt x="3645759" y="454799"/>
                  </a:lnTo>
                  <a:lnTo>
                    <a:pt x="3644021" y="455397"/>
                  </a:lnTo>
                  <a:lnTo>
                    <a:pt x="3640195" y="456715"/>
                  </a:lnTo>
                  <a:lnTo>
                    <a:pt x="3638804" y="457194"/>
                  </a:lnTo>
                  <a:lnTo>
                    <a:pt x="3637760" y="457553"/>
                  </a:lnTo>
                  <a:lnTo>
                    <a:pt x="3627674" y="461026"/>
                  </a:lnTo>
                  <a:lnTo>
                    <a:pt x="3625413" y="461805"/>
                  </a:lnTo>
                  <a:lnTo>
                    <a:pt x="3625240" y="461865"/>
                  </a:lnTo>
                  <a:lnTo>
                    <a:pt x="3624718" y="462044"/>
                  </a:lnTo>
                  <a:lnTo>
                    <a:pt x="3623848" y="462344"/>
                  </a:lnTo>
                  <a:lnTo>
                    <a:pt x="3623327" y="462524"/>
                  </a:lnTo>
                  <a:lnTo>
                    <a:pt x="3619675" y="463781"/>
                  </a:lnTo>
                  <a:lnTo>
                    <a:pt x="3617762" y="464440"/>
                  </a:lnTo>
                  <a:lnTo>
                    <a:pt x="3615501" y="465219"/>
                  </a:lnTo>
                  <a:lnTo>
                    <a:pt x="3609415" y="467315"/>
                  </a:lnTo>
                  <a:lnTo>
                    <a:pt x="3608198" y="467735"/>
                  </a:lnTo>
                  <a:lnTo>
                    <a:pt x="3601937" y="469892"/>
                  </a:lnTo>
                  <a:lnTo>
                    <a:pt x="3592547" y="473127"/>
                  </a:lnTo>
                  <a:lnTo>
                    <a:pt x="3591851" y="473367"/>
                  </a:lnTo>
                  <a:lnTo>
                    <a:pt x="3590112" y="473966"/>
                  </a:lnTo>
                  <a:lnTo>
                    <a:pt x="3588895" y="474386"/>
                  </a:lnTo>
                  <a:lnTo>
                    <a:pt x="3584895" y="475764"/>
                  </a:lnTo>
                  <a:lnTo>
                    <a:pt x="3576027" y="478821"/>
                  </a:lnTo>
                  <a:lnTo>
                    <a:pt x="3572201" y="480139"/>
                  </a:lnTo>
                  <a:lnTo>
                    <a:pt x="3570984" y="480559"/>
                  </a:lnTo>
                  <a:lnTo>
                    <a:pt x="3568549" y="481398"/>
                  </a:lnTo>
                  <a:lnTo>
                    <a:pt x="3566810" y="481998"/>
                  </a:lnTo>
                  <a:lnTo>
                    <a:pt x="3566636" y="482058"/>
                  </a:lnTo>
                  <a:lnTo>
                    <a:pt x="3564897" y="482657"/>
                  </a:lnTo>
                  <a:lnTo>
                    <a:pt x="3563680" y="483077"/>
                  </a:lnTo>
                  <a:lnTo>
                    <a:pt x="3563506" y="483137"/>
                  </a:lnTo>
                  <a:lnTo>
                    <a:pt x="3563332" y="483197"/>
                  </a:lnTo>
                  <a:lnTo>
                    <a:pt x="3562984" y="483317"/>
                  </a:lnTo>
                  <a:lnTo>
                    <a:pt x="3562289" y="483556"/>
                  </a:lnTo>
                  <a:lnTo>
                    <a:pt x="3559332" y="484576"/>
                  </a:lnTo>
                  <a:lnTo>
                    <a:pt x="3555159" y="486015"/>
                  </a:lnTo>
                  <a:lnTo>
                    <a:pt x="3552377" y="486974"/>
                  </a:lnTo>
                  <a:lnTo>
                    <a:pt x="3548551" y="488293"/>
                  </a:lnTo>
                  <a:lnTo>
                    <a:pt x="3545942" y="489193"/>
                  </a:lnTo>
                  <a:lnTo>
                    <a:pt x="3542986" y="490212"/>
                  </a:lnTo>
                  <a:lnTo>
                    <a:pt x="3542638" y="490332"/>
                  </a:lnTo>
                  <a:lnTo>
                    <a:pt x="3541421" y="490752"/>
                  </a:lnTo>
                  <a:lnTo>
                    <a:pt x="3539856" y="491292"/>
                  </a:lnTo>
                  <a:lnTo>
                    <a:pt x="3535508" y="492791"/>
                  </a:lnTo>
                  <a:lnTo>
                    <a:pt x="3529248" y="494951"/>
                  </a:lnTo>
                  <a:lnTo>
                    <a:pt x="3528205" y="495311"/>
                  </a:lnTo>
                  <a:lnTo>
                    <a:pt x="3527857" y="495431"/>
                  </a:lnTo>
                  <a:lnTo>
                    <a:pt x="3526988" y="495731"/>
                  </a:lnTo>
                  <a:lnTo>
                    <a:pt x="3525944" y="496091"/>
                  </a:lnTo>
                  <a:lnTo>
                    <a:pt x="3522466" y="497290"/>
                  </a:lnTo>
                  <a:lnTo>
                    <a:pt x="3520901" y="497830"/>
                  </a:lnTo>
                  <a:lnTo>
                    <a:pt x="3520727" y="497890"/>
                  </a:lnTo>
                  <a:lnTo>
                    <a:pt x="3518814" y="498550"/>
                  </a:lnTo>
                  <a:lnTo>
                    <a:pt x="3518640" y="498610"/>
                  </a:lnTo>
                  <a:lnTo>
                    <a:pt x="3514989" y="499870"/>
                  </a:lnTo>
                  <a:lnTo>
                    <a:pt x="3509250" y="501851"/>
                  </a:lnTo>
                  <a:lnTo>
                    <a:pt x="3503511" y="503831"/>
                  </a:lnTo>
                  <a:lnTo>
                    <a:pt x="3501946" y="504371"/>
                  </a:lnTo>
                  <a:lnTo>
                    <a:pt x="3501425" y="504551"/>
                  </a:lnTo>
                  <a:lnTo>
                    <a:pt x="3500207" y="504971"/>
                  </a:lnTo>
                  <a:lnTo>
                    <a:pt x="3496382" y="506292"/>
                  </a:lnTo>
                  <a:lnTo>
                    <a:pt x="3494816" y="506832"/>
                  </a:lnTo>
                  <a:lnTo>
                    <a:pt x="3492556" y="507612"/>
                  </a:lnTo>
                  <a:lnTo>
                    <a:pt x="3490643" y="508272"/>
                  </a:lnTo>
                  <a:lnTo>
                    <a:pt x="3489252" y="508753"/>
                  </a:lnTo>
                  <a:lnTo>
                    <a:pt x="3489078" y="508813"/>
                  </a:lnTo>
                  <a:lnTo>
                    <a:pt x="3488556" y="508993"/>
                  </a:lnTo>
                  <a:lnTo>
                    <a:pt x="3487513" y="509353"/>
                  </a:lnTo>
                  <a:lnTo>
                    <a:pt x="3486296" y="509773"/>
                  </a:lnTo>
                  <a:lnTo>
                    <a:pt x="3485252" y="510133"/>
                  </a:lnTo>
                  <a:lnTo>
                    <a:pt x="3483687" y="510674"/>
                  </a:lnTo>
                  <a:lnTo>
                    <a:pt x="3481600" y="511394"/>
                  </a:lnTo>
                  <a:lnTo>
                    <a:pt x="3478296" y="512535"/>
                  </a:lnTo>
                  <a:lnTo>
                    <a:pt x="3477948" y="512655"/>
                  </a:lnTo>
                  <a:lnTo>
                    <a:pt x="3474470" y="513856"/>
                  </a:lnTo>
                  <a:lnTo>
                    <a:pt x="3473775" y="514096"/>
                  </a:lnTo>
                  <a:lnTo>
                    <a:pt x="3472384" y="514576"/>
                  </a:lnTo>
                  <a:lnTo>
                    <a:pt x="3471862" y="514756"/>
                  </a:lnTo>
                  <a:lnTo>
                    <a:pt x="3470123" y="515357"/>
                  </a:lnTo>
                  <a:lnTo>
                    <a:pt x="3466297" y="516678"/>
                  </a:lnTo>
                  <a:lnTo>
                    <a:pt x="3464906" y="517158"/>
                  </a:lnTo>
                  <a:lnTo>
                    <a:pt x="3463863" y="517519"/>
                  </a:lnTo>
                  <a:lnTo>
                    <a:pt x="3453777" y="521002"/>
                  </a:lnTo>
                  <a:lnTo>
                    <a:pt x="3451516" y="521783"/>
                  </a:lnTo>
                  <a:lnTo>
                    <a:pt x="3451342" y="521843"/>
                  </a:lnTo>
                  <a:lnTo>
                    <a:pt x="3450820" y="522023"/>
                  </a:lnTo>
                  <a:lnTo>
                    <a:pt x="3449951" y="522324"/>
                  </a:lnTo>
                  <a:lnTo>
                    <a:pt x="3449429" y="522504"/>
                  </a:lnTo>
                  <a:lnTo>
                    <a:pt x="3445777" y="523765"/>
                  </a:lnTo>
                  <a:lnTo>
                    <a:pt x="3443865" y="524426"/>
                  </a:lnTo>
                  <a:lnTo>
                    <a:pt x="3441604" y="525207"/>
                  </a:lnTo>
                  <a:lnTo>
                    <a:pt x="3435517" y="527310"/>
                  </a:lnTo>
                  <a:lnTo>
                    <a:pt x="3434300" y="527731"/>
                  </a:lnTo>
                  <a:lnTo>
                    <a:pt x="3428040" y="529894"/>
                  </a:lnTo>
                  <a:lnTo>
                    <a:pt x="3426996" y="530254"/>
                  </a:lnTo>
                  <a:lnTo>
                    <a:pt x="3418649" y="533139"/>
                  </a:lnTo>
                  <a:lnTo>
                    <a:pt x="3417954" y="533380"/>
                  </a:lnTo>
                  <a:lnTo>
                    <a:pt x="3416215" y="533981"/>
                  </a:lnTo>
                  <a:lnTo>
                    <a:pt x="3415345" y="534281"/>
                  </a:lnTo>
                  <a:lnTo>
                    <a:pt x="3414998" y="534401"/>
                  </a:lnTo>
                  <a:lnTo>
                    <a:pt x="3410998" y="535784"/>
                  </a:lnTo>
                  <a:lnTo>
                    <a:pt x="3402129" y="538850"/>
                  </a:lnTo>
                  <a:lnTo>
                    <a:pt x="3398303" y="540173"/>
                  </a:lnTo>
                  <a:lnTo>
                    <a:pt x="3397086" y="540593"/>
                  </a:lnTo>
                  <a:lnTo>
                    <a:pt x="3394652" y="541435"/>
                  </a:lnTo>
                  <a:lnTo>
                    <a:pt x="3392913" y="542036"/>
                  </a:lnTo>
                  <a:lnTo>
                    <a:pt x="3392739" y="542097"/>
                  </a:lnTo>
                  <a:lnTo>
                    <a:pt x="3391000" y="542698"/>
                  </a:lnTo>
                  <a:lnTo>
                    <a:pt x="3389782" y="543119"/>
                  </a:lnTo>
                  <a:lnTo>
                    <a:pt x="3389609" y="543179"/>
                  </a:lnTo>
                  <a:lnTo>
                    <a:pt x="3389435" y="543239"/>
                  </a:lnTo>
                  <a:lnTo>
                    <a:pt x="3389087" y="543359"/>
                  </a:lnTo>
                  <a:lnTo>
                    <a:pt x="3388391" y="543600"/>
                  </a:lnTo>
                  <a:lnTo>
                    <a:pt x="3385435" y="544622"/>
                  </a:lnTo>
                  <a:lnTo>
                    <a:pt x="3381261" y="546066"/>
                  </a:lnTo>
                  <a:lnTo>
                    <a:pt x="3378479" y="547028"/>
                  </a:lnTo>
                  <a:lnTo>
                    <a:pt x="3374653" y="548351"/>
                  </a:lnTo>
                  <a:lnTo>
                    <a:pt x="3369089" y="550276"/>
                  </a:lnTo>
                  <a:lnTo>
                    <a:pt x="3368741" y="550397"/>
                  </a:lnTo>
                  <a:lnTo>
                    <a:pt x="3367524" y="550818"/>
                  </a:lnTo>
                  <a:lnTo>
                    <a:pt x="3365958" y="551359"/>
                  </a:lnTo>
                  <a:lnTo>
                    <a:pt x="3361611" y="552863"/>
                  </a:lnTo>
                  <a:lnTo>
                    <a:pt x="3355351" y="555029"/>
                  </a:lnTo>
                  <a:lnTo>
                    <a:pt x="3354307" y="555390"/>
                  </a:lnTo>
                  <a:lnTo>
                    <a:pt x="3353960" y="555511"/>
                  </a:lnTo>
                  <a:lnTo>
                    <a:pt x="3353090" y="555811"/>
                  </a:lnTo>
                  <a:lnTo>
                    <a:pt x="3352047" y="556173"/>
                  </a:lnTo>
                  <a:lnTo>
                    <a:pt x="3348569" y="557376"/>
                  </a:lnTo>
                  <a:lnTo>
                    <a:pt x="3347004" y="557918"/>
                  </a:lnTo>
                  <a:lnTo>
                    <a:pt x="3346830" y="557978"/>
                  </a:lnTo>
                  <a:lnTo>
                    <a:pt x="3344917" y="558640"/>
                  </a:lnTo>
                  <a:lnTo>
                    <a:pt x="3344743" y="558700"/>
                  </a:lnTo>
                  <a:lnTo>
                    <a:pt x="3341091" y="559964"/>
                  </a:lnTo>
                  <a:lnTo>
                    <a:pt x="3335353" y="561950"/>
                  </a:lnTo>
                  <a:lnTo>
                    <a:pt x="3329614" y="563937"/>
                  </a:lnTo>
                  <a:lnTo>
                    <a:pt x="3328049" y="564479"/>
                  </a:lnTo>
                  <a:lnTo>
                    <a:pt x="3327527" y="564659"/>
                  </a:lnTo>
                  <a:lnTo>
                    <a:pt x="3326310" y="565081"/>
                  </a:lnTo>
                  <a:lnTo>
                    <a:pt x="3322484" y="566405"/>
                  </a:lnTo>
                  <a:lnTo>
                    <a:pt x="3320919" y="566947"/>
                  </a:lnTo>
                  <a:lnTo>
                    <a:pt x="3318658" y="567730"/>
                  </a:lnTo>
                  <a:lnTo>
                    <a:pt x="3316746" y="568392"/>
                  </a:lnTo>
                  <a:lnTo>
                    <a:pt x="3315354" y="568874"/>
                  </a:lnTo>
                  <a:lnTo>
                    <a:pt x="3315180" y="568934"/>
                  </a:lnTo>
                  <a:lnTo>
                    <a:pt x="3314659" y="569115"/>
                  </a:lnTo>
                  <a:lnTo>
                    <a:pt x="3313615" y="569476"/>
                  </a:lnTo>
                  <a:lnTo>
                    <a:pt x="3312398" y="569898"/>
                  </a:lnTo>
                  <a:lnTo>
                    <a:pt x="3311355" y="570259"/>
                  </a:lnTo>
                  <a:lnTo>
                    <a:pt x="3309790" y="570801"/>
                  </a:lnTo>
                  <a:lnTo>
                    <a:pt x="3307703" y="571524"/>
                  </a:lnTo>
                  <a:lnTo>
                    <a:pt x="3304399" y="572668"/>
                  </a:lnTo>
                  <a:lnTo>
                    <a:pt x="3304051" y="572788"/>
                  </a:lnTo>
                  <a:lnTo>
                    <a:pt x="3300573" y="573993"/>
                  </a:lnTo>
                  <a:lnTo>
                    <a:pt x="3299877" y="574234"/>
                  </a:lnTo>
                  <a:lnTo>
                    <a:pt x="3298486" y="574716"/>
                  </a:lnTo>
                  <a:lnTo>
                    <a:pt x="3297965" y="574897"/>
                  </a:lnTo>
                  <a:lnTo>
                    <a:pt x="3296226" y="575499"/>
                  </a:lnTo>
                  <a:lnTo>
                    <a:pt x="3292400" y="576824"/>
                  </a:lnTo>
                  <a:lnTo>
                    <a:pt x="3291009" y="577306"/>
                  </a:lnTo>
                  <a:lnTo>
                    <a:pt x="3289965" y="577668"/>
                  </a:lnTo>
                  <a:lnTo>
                    <a:pt x="3279879" y="581162"/>
                  </a:lnTo>
                  <a:lnTo>
                    <a:pt x="3277619" y="581946"/>
                  </a:lnTo>
                  <a:lnTo>
                    <a:pt x="3277445" y="582006"/>
                  </a:lnTo>
                  <a:lnTo>
                    <a:pt x="3276923" y="582187"/>
                  </a:lnTo>
                  <a:lnTo>
                    <a:pt x="3276054" y="582488"/>
                  </a:lnTo>
                  <a:lnTo>
                    <a:pt x="3275532" y="582669"/>
                  </a:lnTo>
                  <a:lnTo>
                    <a:pt x="3271880" y="583934"/>
                  </a:lnTo>
                  <a:lnTo>
                    <a:pt x="3269967" y="584597"/>
                  </a:lnTo>
                  <a:lnTo>
                    <a:pt x="3267706" y="585381"/>
                  </a:lnTo>
                  <a:lnTo>
                    <a:pt x="3261620" y="587490"/>
                  </a:lnTo>
                  <a:lnTo>
                    <a:pt x="3260403" y="587912"/>
                  </a:lnTo>
                  <a:lnTo>
                    <a:pt x="3254142" y="590083"/>
                  </a:lnTo>
                  <a:lnTo>
                    <a:pt x="3253099" y="590444"/>
                  </a:lnTo>
                  <a:lnTo>
                    <a:pt x="3244752" y="593338"/>
                  </a:lnTo>
                  <a:lnTo>
                    <a:pt x="3244056" y="593580"/>
                  </a:lnTo>
                  <a:lnTo>
                    <a:pt x="3242317" y="594183"/>
                  </a:lnTo>
                  <a:lnTo>
                    <a:pt x="3241448" y="594484"/>
                  </a:lnTo>
                  <a:lnTo>
                    <a:pt x="3241100" y="594605"/>
                  </a:lnTo>
                  <a:lnTo>
                    <a:pt x="3237100" y="595992"/>
                  </a:lnTo>
                  <a:lnTo>
                    <a:pt x="3228232" y="599068"/>
                  </a:lnTo>
                  <a:lnTo>
                    <a:pt x="3224406" y="600395"/>
                  </a:lnTo>
                  <a:lnTo>
                    <a:pt x="3223189" y="600817"/>
                  </a:lnTo>
                  <a:lnTo>
                    <a:pt x="3220754" y="601661"/>
                  </a:lnTo>
                  <a:lnTo>
                    <a:pt x="3219015" y="602265"/>
                  </a:lnTo>
                  <a:lnTo>
                    <a:pt x="3218841" y="602325"/>
                  </a:lnTo>
                  <a:lnTo>
                    <a:pt x="3217102" y="602928"/>
                  </a:lnTo>
                  <a:lnTo>
                    <a:pt x="3215885" y="603351"/>
                  </a:lnTo>
                  <a:lnTo>
                    <a:pt x="3215711" y="603411"/>
                  </a:lnTo>
                  <a:lnTo>
                    <a:pt x="3215537" y="603471"/>
                  </a:lnTo>
                  <a:lnTo>
                    <a:pt x="3215189" y="603592"/>
                  </a:lnTo>
                  <a:lnTo>
                    <a:pt x="3214494" y="603833"/>
                  </a:lnTo>
                  <a:lnTo>
                    <a:pt x="3211538" y="604859"/>
                  </a:lnTo>
                  <a:lnTo>
                    <a:pt x="3207364" y="606307"/>
                  </a:lnTo>
                  <a:lnTo>
                    <a:pt x="3204582" y="607273"/>
                  </a:lnTo>
                  <a:lnTo>
                    <a:pt x="3200756" y="608600"/>
                  </a:lnTo>
                  <a:lnTo>
                    <a:pt x="3198147" y="609506"/>
                  </a:lnTo>
                  <a:lnTo>
                    <a:pt x="3195191" y="610532"/>
                  </a:lnTo>
                  <a:lnTo>
                    <a:pt x="3194843" y="610652"/>
                  </a:lnTo>
                  <a:lnTo>
                    <a:pt x="3193626" y="611075"/>
                  </a:lnTo>
                  <a:lnTo>
                    <a:pt x="3192061" y="611618"/>
                  </a:lnTo>
                  <a:lnTo>
                    <a:pt x="3187714" y="613127"/>
                  </a:lnTo>
                  <a:lnTo>
                    <a:pt x="3181453" y="615300"/>
                  </a:lnTo>
                  <a:lnTo>
                    <a:pt x="3180410" y="615663"/>
                  </a:lnTo>
                  <a:lnTo>
                    <a:pt x="3180062" y="615783"/>
                  </a:lnTo>
                  <a:lnTo>
                    <a:pt x="3179193" y="616085"/>
                  </a:lnTo>
                  <a:lnTo>
                    <a:pt x="3178149" y="616447"/>
                  </a:lnTo>
                  <a:lnTo>
                    <a:pt x="3174671" y="617655"/>
                  </a:lnTo>
                  <a:lnTo>
                    <a:pt x="3173106" y="618198"/>
                  </a:lnTo>
                  <a:lnTo>
                    <a:pt x="3172932" y="618259"/>
                  </a:lnTo>
                  <a:lnTo>
                    <a:pt x="3171019" y="618923"/>
                  </a:lnTo>
                  <a:lnTo>
                    <a:pt x="3170846" y="618983"/>
                  </a:lnTo>
                  <a:lnTo>
                    <a:pt x="3167194" y="620252"/>
                  </a:lnTo>
                  <a:lnTo>
                    <a:pt x="3161455" y="622244"/>
                  </a:lnTo>
                  <a:lnTo>
                    <a:pt x="3155716" y="624238"/>
                  </a:lnTo>
                  <a:lnTo>
                    <a:pt x="3154151" y="624781"/>
                  </a:lnTo>
                  <a:lnTo>
                    <a:pt x="3153630" y="624963"/>
                  </a:lnTo>
                  <a:lnTo>
                    <a:pt x="3152412" y="625385"/>
                  </a:lnTo>
                  <a:lnTo>
                    <a:pt x="3148587" y="626714"/>
                  </a:lnTo>
                  <a:lnTo>
                    <a:pt x="3147022" y="627258"/>
                  </a:lnTo>
                  <a:lnTo>
                    <a:pt x="3144761" y="628043"/>
                  </a:lnTo>
                  <a:lnTo>
                    <a:pt x="3142848" y="628708"/>
                  </a:lnTo>
                  <a:lnTo>
                    <a:pt x="3141457" y="629191"/>
                  </a:lnTo>
                  <a:lnTo>
                    <a:pt x="3141283" y="629252"/>
                  </a:lnTo>
                  <a:lnTo>
                    <a:pt x="3140761" y="629433"/>
                  </a:lnTo>
                  <a:lnTo>
                    <a:pt x="3139718" y="629796"/>
                  </a:lnTo>
                  <a:lnTo>
                    <a:pt x="3138501" y="630219"/>
                  </a:lnTo>
                  <a:lnTo>
                    <a:pt x="3137457" y="630581"/>
                  </a:lnTo>
                  <a:lnTo>
                    <a:pt x="3135892" y="631125"/>
                  </a:lnTo>
                  <a:lnTo>
                    <a:pt x="3133805" y="631850"/>
                  </a:lnTo>
                  <a:lnTo>
                    <a:pt x="3130501" y="632998"/>
                  </a:lnTo>
                  <a:lnTo>
                    <a:pt x="3130154" y="633119"/>
                  </a:lnTo>
                  <a:lnTo>
                    <a:pt x="3126676" y="634328"/>
                  </a:lnTo>
                  <a:lnTo>
                    <a:pt x="3125980" y="634570"/>
                  </a:lnTo>
                  <a:lnTo>
                    <a:pt x="3124589" y="635053"/>
                  </a:lnTo>
                  <a:lnTo>
                    <a:pt x="3124067" y="635235"/>
                  </a:lnTo>
                  <a:lnTo>
                    <a:pt x="3122328" y="635839"/>
                  </a:lnTo>
                  <a:lnTo>
                    <a:pt x="3118502" y="637169"/>
                  </a:lnTo>
                  <a:lnTo>
                    <a:pt x="3117111" y="637652"/>
                  </a:lnTo>
                  <a:lnTo>
                    <a:pt x="3116068" y="638015"/>
                  </a:lnTo>
                  <a:lnTo>
                    <a:pt x="3105982" y="641522"/>
                  </a:lnTo>
                  <a:lnTo>
                    <a:pt x="3103721" y="642308"/>
                  </a:lnTo>
                  <a:lnTo>
                    <a:pt x="3103547" y="642368"/>
                  </a:lnTo>
                  <a:lnTo>
                    <a:pt x="3103026" y="642550"/>
                  </a:lnTo>
                  <a:lnTo>
                    <a:pt x="3102156" y="642852"/>
                  </a:lnTo>
                  <a:lnTo>
                    <a:pt x="3101634" y="643033"/>
                  </a:lnTo>
                  <a:lnTo>
                    <a:pt x="3097983" y="644303"/>
                  </a:lnTo>
                  <a:lnTo>
                    <a:pt x="3096070" y="644968"/>
                  </a:lnTo>
                  <a:lnTo>
                    <a:pt x="3093809" y="645755"/>
                  </a:lnTo>
                  <a:lnTo>
                    <a:pt x="3087723" y="647871"/>
                  </a:lnTo>
                  <a:lnTo>
                    <a:pt x="3086505" y="648295"/>
                  </a:lnTo>
                  <a:lnTo>
                    <a:pt x="3080245" y="650473"/>
                  </a:lnTo>
                  <a:lnTo>
                    <a:pt x="3079202" y="650836"/>
                  </a:lnTo>
                  <a:lnTo>
                    <a:pt x="3070855" y="653740"/>
                  </a:lnTo>
                  <a:lnTo>
                    <a:pt x="3070159" y="653982"/>
                  </a:lnTo>
                  <a:lnTo>
                    <a:pt x="3068420" y="654587"/>
                  </a:lnTo>
                  <a:lnTo>
                    <a:pt x="3067550" y="654889"/>
                  </a:lnTo>
                  <a:lnTo>
                    <a:pt x="3067203" y="655010"/>
                  </a:lnTo>
                  <a:lnTo>
                    <a:pt x="3063203" y="656402"/>
                  </a:lnTo>
                  <a:lnTo>
                    <a:pt x="3054334" y="659489"/>
                  </a:lnTo>
                  <a:lnTo>
                    <a:pt x="3050509" y="660820"/>
                  </a:lnTo>
                  <a:lnTo>
                    <a:pt x="3049291" y="661244"/>
                  </a:lnTo>
                  <a:lnTo>
                    <a:pt x="3046857" y="662092"/>
                  </a:lnTo>
                  <a:lnTo>
                    <a:pt x="3045118" y="662697"/>
                  </a:lnTo>
                  <a:lnTo>
                    <a:pt x="3044944" y="662758"/>
                  </a:lnTo>
                  <a:lnTo>
                    <a:pt x="3043205" y="663363"/>
                  </a:lnTo>
                  <a:lnTo>
                    <a:pt x="3041988" y="663787"/>
                  </a:lnTo>
                  <a:lnTo>
                    <a:pt x="3041814" y="663847"/>
                  </a:lnTo>
                  <a:lnTo>
                    <a:pt x="3041640" y="663908"/>
                  </a:lnTo>
                  <a:lnTo>
                    <a:pt x="3041292" y="664029"/>
                  </a:lnTo>
                  <a:lnTo>
                    <a:pt x="3040596" y="664271"/>
                  </a:lnTo>
                  <a:lnTo>
                    <a:pt x="3037640" y="665300"/>
                  </a:lnTo>
                  <a:lnTo>
                    <a:pt x="3033467" y="666754"/>
                  </a:lnTo>
                  <a:lnTo>
                    <a:pt x="3030684" y="667723"/>
                  </a:lnTo>
                  <a:lnTo>
                    <a:pt x="3026858" y="669055"/>
                  </a:lnTo>
                  <a:lnTo>
                    <a:pt x="3024250" y="669963"/>
                  </a:lnTo>
                  <a:lnTo>
                    <a:pt x="3021294" y="670993"/>
                  </a:lnTo>
                  <a:lnTo>
                    <a:pt x="3020946" y="671114"/>
                  </a:lnTo>
                  <a:lnTo>
                    <a:pt x="3019729" y="671538"/>
                  </a:lnTo>
                  <a:lnTo>
                    <a:pt x="3018164" y="672083"/>
                  </a:lnTo>
                  <a:lnTo>
                    <a:pt x="3013816" y="673598"/>
                  </a:lnTo>
                  <a:lnTo>
                    <a:pt x="3007556" y="675779"/>
                  </a:lnTo>
                  <a:lnTo>
                    <a:pt x="3006512" y="676142"/>
                  </a:lnTo>
                  <a:lnTo>
                    <a:pt x="3006165" y="676263"/>
                  </a:lnTo>
                  <a:lnTo>
                    <a:pt x="3005295" y="676566"/>
                  </a:lnTo>
                  <a:lnTo>
                    <a:pt x="3004252" y="676930"/>
                  </a:lnTo>
                  <a:lnTo>
                    <a:pt x="3000774" y="678142"/>
                  </a:lnTo>
                  <a:lnTo>
                    <a:pt x="2999209" y="678687"/>
                  </a:lnTo>
                  <a:lnTo>
                    <a:pt x="2999035" y="678748"/>
                  </a:lnTo>
                  <a:lnTo>
                    <a:pt x="2997122" y="679414"/>
                  </a:lnTo>
                  <a:lnTo>
                    <a:pt x="2996948" y="679475"/>
                  </a:lnTo>
                  <a:lnTo>
                    <a:pt x="2993296" y="680747"/>
                  </a:lnTo>
                  <a:lnTo>
                    <a:pt x="2987558" y="682748"/>
                  </a:lnTo>
                  <a:lnTo>
                    <a:pt x="2981819" y="684748"/>
                  </a:lnTo>
                  <a:lnTo>
                    <a:pt x="2980254" y="685293"/>
                  </a:lnTo>
                  <a:lnTo>
                    <a:pt x="2979732" y="685475"/>
                  </a:lnTo>
                  <a:lnTo>
                    <a:pt x="2978515" y="685900"/>
                  </a:lnTo>
                  <a:lnTo>
                    <a:pt x="2974689" y="687233"/>
                  </a:lnTo>
                  <a:lnTo>
                    <a:pt x="2973124" y="687779"/>
                  </a:lnTo>
                  <a:lnTo>
                    <a:pt x="2970863" y="688567"/>
                  </a:lnTo>
                  <a:lnTo>
                    <a:pt x="2968951" y="689234"/>
                  </a:lnTo>
                  <a:lnTo>
                    <a:pt x="2967559" y="689719"/>
                  </a:lnTo>
                  <a:lnTo>
                    <a:pt x="2967386" y="689780"/>
                  </a:lnTo>
                  <a:lnTo>
                    <a:pt x="2966864" y="689962"/>
                  </a:lnTo>
                  <a:lnTo>
                    <a:pt x="2965820" y="690326"/>
                  </a:lnTo>
                  <a:lnTo>
                    <a:pt x="2964603" y="690750"/>
                  </a:lnTo>
                  <a:lnTo>
                    <a:pt x="2963560" y="691114"/>
                  </a:lnTo>
                  <a:lnTo>
                    <a:pt x="2961995" y="691660"/>
                  </a:lnTo>
                  <a:lnTo>
                    <a:pt x="2959908" y="692388"/>
                  </a:lnTo>
                  <a:lnTo>
                    <a:pt x="2956604" y="693540"/>
                  </a:lnTo>
                  <a:lnTo>
                    <a:pt x="2956256" y="693661"/>
                  </a:lnTo>
                  <a:lnTo>
                    <a:pt x="2952778" y="694874"/>
                  </a:lnTo>
                  <a:lnTo>
                    <a:pt x="2952083" y="695117"/>
                  </a:lnTo>
                  <a:lnTo>
                    <a:pt x="2950691" y="695602"/>
                  </a:lnTo>
                  <a:lnTo>
                    <a:pt x="2950170" y="695784"/>
                  </a:lnTo>
                  <a:lnTo>
                    <a:pt x="2948431" y="696391"/>
                  </a:lnTo>
                  <a:lnTo>
                    <a:pt x="2944605" y="697726"/>
                  </a:lnTo>
                  <a:lnTo>
                    <a:pt x="2943214" y="698211"/>
                  </a:lnTo>
                  <a:lnTo>
                    <a:pt x="2942170" y="698575"/>
                  </a:lnTo>
                  <a:lnTo>
                    <a:pt x="2932084" y="702094"/>
                  </a:lnTo>
                  <a:lnTo>
                    <a:pt x="2929824" y="702883"/>
                  </a:lnTo>
                  <a:lnTo>
                    <a:pt x="2929650" y="702944"/>
                  </a:lnTo>
                  <a:lnTo>
                    <a:pt x="2929128" y="703126"/>
                  </a:lnTo>
                  <a:lnTo>
                    <a:pt x="2928259" y="703429"/>
                  </a:lnTo>
                  <a:lnTo>
                    <a:pt x="2927737" y="703611"/>
                  </a:lnTo>
                  <a:lnTo>
                    <a:pt x="2924085" y="704886"/>
                  </a:lnTo>
                  <a:lnTo>
                    <a:pt x="2922172" y="705554"/>
                  </a:lnTo>
                  <a:lnTo>
                    <a:pt x="2919912" y="706343"/>
                  </a:lnTo>
                  <a:lnTo>
                    <a:pt x="2913825" y="708467"/>
                  </a:lnTo>
                  <a:lnTo>
                    <a:pt x="2912608" y="708892"/>
                  </a:lnTo>
                  <a:lnTo>
                    <a:pt x="2906348" y="711078"/>
                  </a:lnTo>
                  <a:lnTo>
                    <a:pt x="2905304" y="711442"/>
                  </a:lnTo>
                  <a:lnTo>
                    <a:pt x="2896957" y="714357"/>
                  </a:lnTo>
                  <a:lnTo>
                    <a:pt x="2896261" y="714600"/>
                  </a:lnTo>
                  <a:lnTo>
                    <a:pt x="2894523" y="715207"/>
                  </a:lnTo>
                  <a:lnTo>
                    <a:pt x="2893653" y="715511"/>
                  </a:lnTo>
                  <a:lnTo>
                    <a:pt x="2893305" y="715632"/>
                  </a:lnTo>
                  <a:lnTo>
                    <a:pt x="2889306" y="717029"/>
                  </a:lnTo>
                  <a:lnTo>
                    <a:pt x="2880437" y="720127"/>
                  </a:lnTo>
                  <a:lnTo>
                    <a:pt x="2876611" y="721464"/>
                  </a:lnTo>
                  <a:lnTo>
                    <a:pt x="2875394" y="721889"/>
                  </a:lnTo>
                  <a:lnTo>
                    <a:pt x="2872959" y="722740"/>
                  </a:lnTo>
                  <a:lnTo>
                    <a:pt x="2871220" y="723347"/>
                  </a:lnTo>
                  <a:lnTo>
                    <a:pt x="2871046" y="723408"/>
                  </a:lnTo>
                  <a:lnTo>
                    <a:pt x="2869307" y="724016"/>
                  </a:lnTo>
                  <a:lnTo>
                    <a:pt x="2868090" y="724441"/>
                  </a:lnTo>
                  <a:lnTo>
                    <a:pt x="2867916" y="724502"/>
                  </a:lnTo>
                  <a:lnTo>
                    <a:pt x="2867742" y="724563"/>
                  </a:lnTo>
                  <a:lnTo>
                    <a:pt x="2867395" y="724684"/>
                  </a:lnTo>
                  <a:lnTo>
                    <a:pt x="2866699" y="724927"/>
                  </a:lnTo>
                  <a:lnTo>
                    <a:pt x="2863743" y="725961"/>
                  </a:lnTo>
                  <a:lnTo>
                    <a:pt x="2859569" y="727419"/>
                  </a:lnTo>
                  <a:lnTo>
                    <a:pt x="2856787" y="728392"/>
                  </a:lnTo>
                  <a:lnTo>
                    <a:pt x="2852961" y="729729"/>
                  </a:lnTo>
                  <a:lnTo>
                    <a:pt x="2850353" y="730641"/>
                  </a:lnTo>
                  <a:lnTo>
                    <a:pt x="2847396" y="731674"/>
                  </a:lnTo>
                  <a:lnTo>
                    <a:pt x="2847049" y="731796"/>
                  </a:lnTo>
                  <a:lnTo>
                    <a:pt x="2845831" y="732221"/>
                  </a:lnTo>
                  <a:lnTo>
                    <a:pt x="2844266" y="732769"/>
                  </a:lnTo>
                  <a:lnTo>
                    <a:pt x="2839919" y="734289"/>
                  </a:lnTo>
                  <a:lnTo>
                    <a:pt x="2833658" y="736478"/>
                  </a:lnTo>
                  <a:lnTo>
                    <a:pt x="2832615" y="736843"/>
                  </a:lnTo>
                  <a:lnTo>
                    <a:pt x="2832267" y="736964"/>
                  </a:lnTo>
                  <a:lnTo>
                    <a:pt x="2831398" y="737269"/>
                  </a:lnTo>
                  <a:lnTo>
                    <a:pt x="2830354" y="737633"/>
                  </a:lnTo>
                  <a:lnTo>
                    <a:pt x="2826876" y="738850"/>
                  </a:lnTo>
                  <a:lnTo>
                    <a:pt x="2825311" y="739397"/>
                  </a:lnTo>
                  <a:lnTo>
                    <a:pt x="2825137" y="739458"/>
                  </a:lnTo>
                  <a:lnTo>
                    <a:pt x="2823225" y="740127"/>
                  </a:lnTo>
                  <a:lnTo>
                    <a:pt x="2823051" y="740188"/>
                  </a:lnTo>
                  <a:lnTo>
                    <a:pt x="2819399" y="741465"/>
                  </a:lnTo>
                  <a:lnTo>
                    <a:pt x="2813660" y="743473"/>
                  </a:lnTo>
                  <a:lnTo>
                    <a:pt x="2807922" y="745481"/>
                  </a:lnTo>
                  <a:lnTo>
                    <a:pt x="2806357" y="746029"/>
                  </a:lnTo>
                  <a:lnTo>
                    <a:pt x="2805835" y="746211"/>
                  </a:lnTo>
                  <a:lnTo>
                    <a:pt x="2804618" y="746637"/>
                  </a:lnTo>
                  <a:lnTo>
                    <a:pt x="2800792" y="747976"/>
                  </a:lnTo>
                  <a:lnTo>
                    <a:pt x="2799227" y="748524"/>
                  </a:lnTo>
                  <a:lnTo>
                    <a:pt x="2796966" y="749315"/>
                  </a:lnTo>
                  <a:lnTo>
                    <a:pt x="2795053" y="749984"/>
                  </a:lnTo>
                  <a:lnTo>
                    <a:pt x="2793662" y="750471"/>
                  </a:lnTo>
                  <a:lnTo>
                    <a:pt x="2793488" y="750532"/>
                  </a:lnTo>
                  <a:lnTo>
                    <a:pt x="2792966" y="750715"/>
                  </a:lnTo>
                  <a:lnTo>
                    <a:pt x="2791923" y="751080"/>
                  </a:lnTo>
                  <a:lnTo>
                    <a:pt x="2789662" y="751871"/>
                  </a:lnTo>
                  <a:lnTo>
                    <a:pt x="2788097" y="752419"/>
                  </a:lnTo>
                  <a:lnTo>
                    <a:pt x="2786011" y="753150"/>
                  </a:lnTo>
                  <a:lnTo>
                    <a:pt x="2782706" y="754307"/>
                  </a:lnTo>
                  <a:lnTo>
                    <a:pt x="2782359" y="754428"/>
                  </a:lnTo>
                  <a:lnTo>
                    <a:pt x="2778881" y="755646"/>
                  </a:lnTo>
                  <a:lnTo>
                    <a:pt x="2778185" y="755890"/>
                  </a:lnTo>
                  <a:lnTo>
                    <a:pt x="2776794" y="756377"/>
                  </a:lnTo>
                  <a:lnTo>
                    <a:pt x="2776272" y="756559"/>
                  </a:lnTo>
                  <a:lnTo>
                    <a:pt x="2774533" y="757168"/>
                  </a:lnTo>
                  <a:lnTo>
                    <a:pt x="2770708" y="758508"/>
                  </a:lnTo>
                  <a:lnTo>
                    <a:pt x="2769316" y="758995"/>
                  </a:lnTo>
                  <a:lnTo>
                    <a:pt x="2768273" y="759361"/>
                  </a:lnTo>
                  <a:lnTo>
                    <a:pt x="2758187" y="762893"/>
                  </a:lnTo>
                  <a:lnTo>
                    <a:pt x="2755926" y="763685"/>
                  </a:lnTo>
                  <a:lnTo>
                    <a:pt x="2755752" y="763746"/>
                  </a:lnTo>
                  <a:lnTo>
                    <a:pt x="2755231" y="763929"/>
                  </a:lnTo>
                  <a:lnTo>
                    <a:pt x="2754361" y="764234"/>
                  </a:lnTo>
                  <a:lnTo>
                    <a:pt x="2753839" y="764416"/>
                  </a:lnTo>
                  <a:lnTo>
                    <a:pt x="2750188" y="765696"/>
                  </a:lnTo>
                  <a:lnTo>
                    <a:pt x="2748275" y="766366"/>
                  </a:lnTo>
                  <a:lnTo>
                    <a:pt x="2746014" y="767158"/>
                  </a:lnTo>
                  <a:lnTo>
                    <a:pt x="2739928" y="769291"/>
                  </a:lnTo>
                  <a:lnTo>
                    <a:pt x="2738710" y="769718"/>
                  </a:lnTo>
                  <a:lnTo>
                    <a:pt x="2732450" y="771912"/>
                  </a:lnTo>
                  <a:lnTo>
                    <a:pt x="2731407" y="772277"/>
                  </a:lnTo>
                  <a:lnTo>
                    <a:pt x="2723060" y="775203"/>
                  </a:lnTo>
                  <a:lnTo>
                    <a:pt x="2722364" y="775447"/>
                  </a:lnTo>
                  <a:lnTo>
                    <a:pt x="2720625" y="776057"/>
                  </a:lnTo>
                  <a:lnTo>
                    <a:pt x="2719756" y="776362"/>
                  </a:lnTo>
                  <a:lnTo>
                    <a:pt x="2719408" y="776484"/>
                  </a:lnTo>
                  <a:lnTo>
                    <a:pt x="2715408" y="777886"/>
                  </a:lnTo>
                  <a:lnTo>
                    <a:pt x="2706539" y="780996"/>
                  </a:lnTo>
                  <a:lnTo>
                    <a:pt x="2702714" y="782338"/>
                  </a:lnTo>
                  <a:lnTo>
                    <a:pt x="2701496" y="782765"/>
                  </a:lnTo>
                  <a:lnTo>
                    <a:pt x="2699062" y="783619"/>
                  </a:lnTo>
                  <a:lnTo>
                    <a:pt x="2697323" y="784229"/>
                  </a:lnTo>
                  <a:lnTo>
                    <a:pt x="2697149" y="784290"/>
                  </a:lnTo>
                  <a:lnTo>
                    <a:pt x="2695410" y="784900"/>
                  </a:lnTo>
                  <a:lnTo>
                    <a:pt x="2694193" y="785327"/>
                  </a:lnTo>
                  <a:lnTo>
                    <a:pt x="2694019" y="785388"/>
                  </a:lnTo>
                  <a:lnTo>
                    <a:pt x="2693845" y="785449"/>
                  </a:lnTo>
                  <a:lnTo>
                    <a:pt x="2692801" y="785815"/>
                  </a:lnTo>
                  <a:lnTo>
                    <a:pt x="2689845" y="786852"/>
                  </a:lnTo>
                  <a:lnTo>
                    <a:pt x="2685672" y="788316"/>
                  </a:lnTo>
                  <a:lnTo>
                    <a:pt x="2682889" y="789293"/>
                  </a:lnTo>
                  <a:lnTo>
                    <a:pt x="2679064" y="790635"/>
                  </a:lnTo>
                  <a:lnTo>
                    <a:pt x="2676455" y="791551"/>
                  </a:lnTo>
                  <a:lnTo>
                    <a:pt x="2673499" y="792588"/>
                  </a:lnTo>
                  <a:lnTo>
                    <a:pt x="2673151" y="792710"/>
                  </a:lnTo>
                  <a:lnTo>
                    <a:pt x="2671934" y="793138"/>
                  </a:lnTo>
                  <a:lnTo>
                    <a:pt x="2670369" y="793687"/>
                  </a:lnTo>
                  <a:lnTo>
                    <a:pt x="2666021" y="795213"/>
                  </a:lnTo>
                  <a:lnTo>
                    <a:pt x="2659761" y="797411"/>
                  </a:lnTo>
                  <a:lnTo>
                    <a:pt x="2658718" y="797777"/>
                  </a:lnTo>
                  <a:lnTo>
                    <a:pt x="2658370" y="797899"/>
                  </a:lnTo>
                  <a:lnTo>
                    <a:pt x="2657500" y="798204"/>
                  </a:lnTo>
                  <a:lnTo>
                    <a:pt x="2656457" y="798571"/>
                  </a:lnTo>
                  <a:lnTo>
                    <a:pt x="2652979" y="799792"/>
                  </a:lnTo>
                  <a:lnTo>
                    <a:pt x="2651414" y="800341"/>
                  </a:lnTo>
                  <a:lnTo>
                    <a:pt x="2651240" y="800403"/>
                  </a:lnTo>
                  <a:lnTo>
                    <a:pt x="2649327" y="801074"/>
                  </a:lnTo>
                  <a:lnTo>
                    <a:pt x="2649153" y="801135"/>
                  </a:lnTo>
                  <a:lnTo>
                    <a:pt x="2645501" y="802418"/>
                  </a:lnTo>
                  <a:lnTo>
                    <a:pt x="2639763" y="804433"/>
                  </a:lnTo>
                  <a:lnTo>
                    <a:pt x="2634024" y="806449"/>
                  </a:lnTo>
                  <a:lnTo>
                    <a:pt x="2632459" y="806999"/>
                  </a:lnTo>
                  <a:lnTo>
                    <a:pt x="2631937" y="807182"/>
                  </a:lnTo>
                  <a:lnTo>
                    <a:pt x="2630720" y="807610"/>
                  </a:lnTo>
                  <a:lnTo>
                    <a:pt x="2626894" y="808954"/>
                  </a:lnTo>
                  <a:lnTo>
                    <a:pt x="2625329" y="809504"/>
                  </a:lnTo>
                  <a:lnTo>
                    <a:pt x="2623069" y="810298"/>
                  </a:lnTo>
                  <a:lnTo>
                    <a:pt x="2621156" y="810970"/>
                  </a:lnTo>
                  <a:lnTo>
                    <a:pt x="2619765" y="811459"/>
                  </a:lnTo>
                  <a:lnTo>
                    <a:pt x="2619591" y="811520"/>
                  </a:lnTo>
                  <a:lnTo>
                    <a:pt x="2619069" y="811704"/>
                  </a:lnTo>
                  <a:lnTo>
                    <a:pt x="2618026" y="812070"/>
                  </a:lnTo>
                  <a:lnTo>
                    <a:pt x="2616808" y="812498"/>
                  </a:lnTo>
                  <a:lnTo>
                    <a:pt x="2615765" y="812865"/>
                  </a:lnTo>
                  <a:lnTo>
                    <a:pt x="2614200" y="813415"/>
                  </a:lnTo>
                  <a:lnTo>
                    <a:pt x="2612113" y="814148"/>
                  </a:lnTo>
                  <a:lnTo>
                    <a:pt x="2608809" y="815310"/>
                  </a:lnTo>
                  <a:lnTo>
                    <a:pt x="2608461" y="815432"/>
                  </a:lnTo>
                  <a:lnTo>
                    <a:pt x="2604983" y="816655"/>
                  </a:lnTo>
                  <a:lnTo>
                    <a:pt x="2604288" y="816899"/>
                  </a:lnTo>
                  <a:lnTo>
                    <a:pt x="2602896" y="817388"/>
                  </a:lnTo>
                  <a:lnTo>
                    <a:pt x="2602375" y="817572"/>
                  </a:lnTo>
                  <a:lnTo>
                    <a:pt x="2600636" y="818183"/>
                  </a:lnTo>
                  <a:lnTo>
                    <a:pt x="2595419" y="820017"/>
                  </a:lnTo>
                  <a:lnTo>
                    <a:pt x="2594376" y="820384"/>
                  </a:lnTo>
                  <a:lnTo>
                    <a:pt x="2584289" y="823931"/>
                  </a:lnTo>
                  <a:lnTo>
                    <a:pt x="2582029" y="824726"/>
                  </a:lnTo>
                  <a:lnTo>
                    <a:pt x="2581855" y="824787"/>
                  </a:lnTo>
                  <a:lnTo>
                    <a:pt x="2581333" y="824971"/>
                  </a:lnTo>
                  <a:lnTo>
                    <a:pt x="2580464" y="825276"/>
                  </a:lnTo>
                  <a:lnTo>
                    <a:pt x="2579942" y="825460"/>
                  </a:lnTo>
                  <a:lnTo>
                    <a:pt x="2576290" y="826744"/>
                  </a:lnTo>
                  <a:lnTo>
                    <a:pt x="2574377" y="827417"/>
                  </a:lnTo>
                  <a:lnTo>
                    <a:pt x="2572117" y="828213"/>
                  </a:lnTo>
                  <a:lnTo>
                    <a:pt x="2566030" y="830354"/>
                  </a:lnTo>
                  <a:lnTo>
                    <a:pt x="2564813" y="830782"/>
                  </a:lnTo>
                  <a:lnTo>
                    <a:pt x="2558553" y="832985"/>
                  </a:lnTo>
                  <a:lnTo>
                    <a:pt x="2557509" y="833352"/>
                  </a:lnTo>
                  <a:lnTo>
                    <a:pt x="2549162" y="836290"/>
                  </a:lnTo>
                  <a:lnTo>
                    <a:pt x="2548467" y="836535"/>
                  </a:lnTo>
                  <a:lnTo>
                    <a:pt x="2546728" y="837147"/>
                  </a:lnTo>
                  <a:lnTo>
                    <a:pt x="2545858" y="837453"/>
                  </a:lnTo>
                  <a:lnTo>
                    <a:pt x="2545510" y="837576"/>
                  </a:lnTo>
                  <a:lnTo>
                    <a:pt x="2541511" y="838984"/>
                  </a:lnTo>
                  <a:lnTo>
                    <a:pt x="2532642" y="842106"/>
                  </a:lnTo>
                  <a:lnTo>
                    <a:pt x="2528816" y="843454"/>
                  </a:lnTo>
                  <a:lnTo>
                    <a:pt x="2527599" y="843882"/>
                  </a:lnTo>
                  <a:lnTo>
                    <a:pt x="2525164" y="844740"/>
                  </a:lnTo>
                  <a:lnTo>
                    <a:pt x="2523425" y="845352"/>
                  </a:lnTo>
                  <a:lnTo>
                    <a:pt x="2523251" y="845413"/>
                  </a:lnTo>
                  <a:lnTo>
                    <a:pt x="2521512" y="846026"/>
                  </a:lnTo>
                  <a:lnTo>
                    <a:pt x="2520295" y="846455"/>
                  </a:lnTo>
                  <a:lnTo>
                    <a:pt x="2520121" y="846516"/>
                  </a:lnTo>
                  <a:lnTo>
                    <a:pt x="2519947" y="846577"/>
                  </a:lnTo>
                  <a:lnTo>
                    <a:pt x="2519600" y="846700"/>
                  </a:lnTo>
                  <a:lnTo>
                    <a:pt x="2518904" y="846945"/>
                  </a:lnTo>
                  <a:lnTo>
                    <a:pt x="2515948" y="847986"/>
                  </a:lnTo>
                  <a:lnTo>
                    <a:pt x="2511774" y="849456"/>
                  </a:lnTo>
                  <a:lnTo>
                    <a:pt x="2508992" y="850436"/>
                  </a:lnTo>
                  <a:lnTo>
                    <a:pt x="2505166" y="851784"/>
                  </a:lnTo>
                  <a:lnTo>
                    <a:pt x="2502558" y="852704"/>
                  </a:lnTo>
                  <a:lnTo>
                    <a:pt x="2499601" y="853745"/>
                  </a:lnTo>
                  <a:lnTo>
                    <a:pt x="2499254" y="853868"/>
                  </a:lnTo>
                  <a:lnTo>
                    <a:pt x="2498036" y="854297"/>
                  </a:lnTo>
                  <a:lnTo>
                    <a:pt x="2496471" y="854848"/>
                  </a:lnTo>
                  <a:lnTo>
                    <a:pt x="2492124" y="856381"/>
                  </a:lnTo>
                  <a:lnTo>
                    <a:pt x="2485864" y="858587"/>
                  </a:lnTo>
                  <a:lnTo>
                    <a:pt x="2484820" y="858955"/>
                  </a:lnTo>
                  <a:lnTo>
                    <a:pt x="2484472" y="859078"/>
                  </a:lnTo>
                  <a:lnTo>
                    <a:pt x="2483603" y="859384"/>
                  </a:lnTo>
                  <a:lnTo>
                    <a:pt x="2482559" y="859752"/>
                  </a:lnTo>
                  <a:lnTo>
                    <a:pt x="2479082" y="860978"/>
                  </a:lnTo>
                  <a:lnTo>
                    <a:pt x="2477516" y="861530"/>
                  </a:lnTo>
                  <a:lnTo>
                    <a:pt x="2477343" y="861591"/>
                  </a:lnTo>
                  <a:lnTo>
                    <a:pt x="2475430" y="862266"/>
                  </a:lnTo>
                  <a:lnTo>
                    <a:pt x="2475256" y="862327"/>
                  </a:lnTo>
                  <a:lnTo>
                    <a:pt x="2471604" y="863615"/>
                  </a:lnTo>
                  <a:lnTo>
                    <a:pt x="2465865" y="865639"/>
                  </a:lnTo>
                  <a:lnTo>
                    <a:pt x="2460127" y="867663"/>
                  </a:lnTo>
                  <a:lnTo>
                    <a:pt x="2458562" y="868215"/>
                  </a:lnTo>
                  <a:lnTo>
                    <a:pt x="2458040" y="868399"/>
                  </a:lnTo>
                  <a:lnTo>
                    <a:pt x="2456823" y="868828"/>
                  </a:lnTo>
                  <a:lnTo>
                    <a:pt x="2452997" y="870178"/>
                  </a:lnTo>
                  <a:lnTo>
                    <a:pt x="2451432" y="870730"/>
                  </a:lnTo>
                  <a:lnTo>
                    <a:pt x="2449171" y="871528"/>
                  </a:lnTo>
                  <a:lnTo>
                    <a:pt x="2447258" y="872203"/>
                  </a:lnTo>
                  <a:lnTo>
                    <a:pt x="2445867" y="872693"/>
                  </a:lnTo>
                  <a:lnTo>
                    <a:pt x="2445693" y="872755"/>
                  </a:lnTo>
                  <a:lnTo>
                    <a:pt x="2445172" y="872939"/>
                  </a:lnTo>
                  <a:lnTo>
                    <a:pt x="2444128" y="873307"/>
                  </a:lnTo>
                  <a:lnTo>
                    <a:pt x="2442911" y="873737"/>
                  </a:lnTo>
                  <a:lnTo>
                    <a:pt x="2441867" y="874105"/>
                  </a:lnTo>
                  <a:lnTo>
                    <a:pt x="2440302" y="874657"/>
                  </a:lnTo>
                  <a:lnTo>
                    <a:pt x="2438216" y="875393"/>
                  </a:lnTo>
                  <a:lnTo>
                    <a:pt x="2434912" y="876560"/>
                  </a:lnTo>
                  <a:lnTo>
                    <a:pt x="2434564" y="876682"/>
                  </a:lnTo>
                  <a:lnTo>
                    <a:pt x="2431086" y="877910"/>
                  </a:lnTo>
                  <a:lnTo>
                    <a:pt x="2430390" y="878155"/>
                  </a:lnTo>
                  <a:lnTo>
                    <a:pt x="2428999" y="878647"/>
                  </a:lnTo>
                  <a:lnTo>
                    <a:pt x="2428477" y="878831"/>
                  </a:lnTo>
                  <a:lnTo>
                    <a:pt x="2426738" y="879445"/>
                  </a:lnTo>
                  <a:lnTo>
                    <a:pt x="2422913" y="880795"/>
                  </a:lnTo>
                  <a:lnTo>
                    <a:pt x="2421521" y="881286"/>
                  </a:lnTo>
                  <a:lnTo>
                    <a:pt x="2420478" y="881655"/>
                  </a:lnTo>
                  <a:lnTo>
                    <a:pt x="2410392" y="885216"/>
                  </a:lnTo>
                  <a:lnTo>
                    <a:pt x="2408131" y="886014"/>
                  </a:lnTo>
                  <a:lnTo>
                    <a:pt x="2407957" y="886076"/>
                  </a:lnTo>
                  <a:lnTo>
                    <a:pt x="2407436" y="886260"/>
                  </a:lnTo>
                  <a:lnTo>
                    <a:pt x="2406566" y="886567"/>
                  </a:lnTo>
                  <a:lnTo>
                    <a:pt x="2406045" y="886751"/>
                  </a:lnTo>
                  <a:lnTo>
                    <a:pt x="2402393" y="888041"/>
                  </a:lnTo>
                  <a:lnTo>
                    <a:pt x="2400480" y="888717"/>
                  </a:lnTo>
                  <a:lnTo>
                    <a:pt x="2398219" y="889516"/>
                  </a:lnTo>
                  <a:lnTo>
                    <a:pt x="2392133" y="891666"/>
                  </a:lnTo>
                  <a:lnTo>
                    <a:pt x="2390916" y="892096"/>
                  </a:lnTo>
                  <a:lnTo>
                    <a:pt x="2384655" y="894308"/>
                  </a:lnTo>
                  <a:lnTo>
                    <a:pt x="2383612" y="894677"/>
                  </a:lnTo>
                  <a:lnTo>
                    <a:pt x="2375265" y="897626"/>
                  </a:lnTo>
                  <a:lnTo>
                    <a:pt x="2374569" y="897872"/>
                  </a:lnTo>
                  <a:lnTo>
                    <a:pt x="2372830" y="898487"/>
                  </a:lnTo>
                  <a:lnTo>
                    <a:pt x="2371961" y="898794"/>
                  </a:lnTo>
                  <a:lnTo>
                    <a:pt x="2371613" y="898917"/>
                  </a:lnTo>
                  <a:lnTo>
                    <a:pt x="2367613" y="900331"/>
                  </a:lnTo>
                  <a:lnTo>
                    <a:pt x="2358744" y="903467"/>
                  </a:lnTo>
                  <a:lnTo>
                    <a:pt x="2354919" y="904819"/>
                  </a:lnTo>
                  <a:lnTo>
                    <a:pt x="2353701" y="905250"/>
                  </a:lnTo>
                  <a:lnTo>
                    <a:pt x="2349528" y="906726"/>
                  </a:lnTo>
                  <a:lnTo>
                    <a:pt x="2349354" y="906787"/>
                  </a:lnTo>
                  <a:lnTo>
                    <a:pt x="2347615" y="907402"/>
                  </a:lnTo>
                  <a:lnTo>
                    <a:pt x="2346398" y="907833"/>
                  </a:lnTo>
                  <a:lnTo>
                    <a:pt x="2346224" y="907894"/>
                  </a:lnTo>
                  <a:lnTo>
                    <a:pt x="2346050" y="907956"/>
                  </a:lnTo>
                  <a:lnTo>
                    <a:pt x="2345702" y="908079"/>
                  </a:lnTo>
                  <a:lnTo>
                    <a:pt x="2345007" y="908325"/>
                  </a:lnTo>
                  <a:lnTo>
                    <a:pt x="2342050" y="909371"/>
                  </a:lnTo>
                  <a:lnTo>
                    <a:pt x="2337877" y="910847"/>
                  </a:lnTo>
                  <a:lnTo>
                    <a:pt x="2335094" y="911831"/>
                  </a:lnTo>
                  <a:lnTo>
                    <a:pt x="2331269" y="913185"/>
                  </a:lnTo>
                  <a:lnTo>
                    <a:pt x="2328660" y="914108"/>
                  </a:lnTo>
                  <a:lnTo>
                    <a:pt x="2325704" y="915154"/>
                  </a:lnTo>
                  <a:lnTo>
                    <a:pt x="2325356" y="915277"/>
                  </a:lnTo>
                  <a:lnTo>
                    <a:pt x="2324139" y="915708"/>
                  </a:lnTo>
                  <a:lnTo>
                    <a:pt x="2322574" y="916262"/>
                  </a:lnTo>
                  <a:lnTo>
                    <a:pt x="2318226" y="917800"/>
                  </a:lnTo>
                  <a:lnTo>
                    <a:pt x="2311966" y="920016"/>
                  </a:lnTo>
                  <a:lnTo>
                    <a:pt x="2310923" y="920385"/>
                  </a:lnTo>
                  <a:lnTo>
                    <a:pt x="2310575" y="920508"/>
                  </a:lnTo>
                  <a:lnTo>
                    <a:pt x="2309705" y="920816"/>
                  </a:lnTo>
                  <a:lnTo>
                    <a:pt x="2308662" y="921186"/>
                  </a:lnTo>
                  <a:lnTo>
                    <a:pt x="2303619" y="922971"/>
                  </a:lnTo>
                  <a:lnTo>
                    <a:pt x="2303445" y="923033"/>
                  </a:lnTo>
                  <a:lnTo>
                    <a:pt x="2301532" y="923710"/>
                  </a:lnTo>
                  <a:lnTo>
                    <a:pt x="2301358" y="923771"/>
                  </a:lnTo>
                  <a:lnTo>
                    <a:pt x="2297706" y="925065"/>
                  </a:lnTo>
                  <a:lnTo>
                    <a:pt x="2291968" y="927097"/>
                  </a:lnTo>
                  <a:lnTo>
                    <a:pt x="2286229" y="929129"/>
                  </a:lnTo>
                  <a:lnTo>
                    <a:pt x="2284664" y="929684"/>
                  </a:lnTo>
                  <a:lnTo>
                    <a:pt x="2284142" y="929868"/>
                  </a:lnTo>
                  <a:lnTo>
                    <a:pt x="2282925" y="930300"/>
                  </a:lnTo>
                  <a:lnTo>
                    <a:pt x="2279099" y="931655"/>
                  </a:lnTo>
                  <a:lnTo>
                    <a:pt x="2277534" y="932209"/>
                  </a:lnTo>
                  <a:lnTo>
                    <a:pt x="2275274" y="933010"/>
                  </a:lnTo>
                  <a:lnTo>
                    <a:pt x="2273361" y="933688"/>
                  </a:lnTo>
                  <a:lnTo>
                    <a:pt x="2271970" y="934181"/>
                  </a:lnTo>
                  <a:lnTo>
                    <a:pt x="2271796" y="934242"/>
                  </a:lnTo>
                  <a:lnTo>
                    <a:pt x="2271274" y="934427"/>
                  </a:lnTo>
                  <a:lnTo>
                    <a:pt x="2270231" y="934797"/>
                  </a:lnTo>
                  <a:lnTo>
                    <a:pt x="2269013" y="935228"/>
                  </a:lnTo>
                  <a:lnTo>
                    <a:pt x="2267970" y="935598"/>
                  </a:lnTo>
                  <a:lnTo>
                    <a:pt x="2266405" y="936153"/>
                  </a:lnTo>
                  <a:lnTo>
                    <a:pt x="2264318" y="936892"/>
                  </a:lnTo>
                  <a:lnTo>
                    <a:pt x="2261014" y="938063"/>
                  </a:lnTo>
                  <a:lnTo>
                    <a:pt x="2260666" y="938186"/>
                  </a:lnTo>
                  <a:lnTo>
                    <a:pt x="2257188" y="939419"/>
                  </a:lnTo>
                  <a:lnTo>
                    <a:pt x="2256493" y="939666"/>
                  </a:lnTo>
                  <a:lnTo>
                    <a:pt x="2255102" y="940159"/>
                  </a:lnTo>
                  <a:lnTo>
                    <a:pt x="2254580" y="940344"/>
                  </a:lnTo>
                  <a:lnTo>
                    <a:pt x="2252841" y="940960"/>
                  </a:lnTo>
                  <a:lnTo>
                    <a:pt x="2249015" y="942316"/>
                  </a:lnTo>
                  <a:lnTo>
                    <a:pt x="2247624" y="942810"/>
                  </a:lnTo>
                  <a:lnTo>
                    <a:pt x="2246581" y="943180"/>
                  </a:lnTo>
                  <a:lnTo>
                    <a:pt x="2236495" y="946756"/>
                  </a:lnTo>
                  <a:lnTo>
                    <a:pt x="2234234" y="947558"/>
                  </a:lnTo>
                  <a:lnTo>
                    <a:pt x="2234060" y="947619"/>
                  </a:lnTo>
                  <a:lnTo>
                    <a:pt x="2233538" y="947804"/>
                  </a:lnTo>
                  <a:lnTo>
                    <a:pt x="2232669" y="948113"/>
                  </a:lnTo>
                  <a:lnTo>
                    <a:pt x="2232147" y="948298"/>
                  </a:lnTo>
                  <a:lnTo>
                    <a:pt x="2228495" y="949593"/>
                  </a:lnTo>
                  <a:lnTo>
                    <a:pt x="2226582" y="950271"/>
                  </a:lnTo>
                  <a:lnTo>
                    <a:pt x="2224322" y="951073"/>
                  </a:lnTo>
                  <a:lnTo>
                    <a:pt x="2217018" y="953664"/>
                  </a:lnTo>
                  <a:lnTo>
                    <a:pt x="2210758" y="955886"/>
                  </a:lnTo>
                  <a:lnTo>
                    <a:pt x="2209714" y="956256"/>
                  </a:lnTo>
                  <a:lnTo>
                    <a:pt x="2201367" y="959218"/>
                  </a:lnTo>
                  <a:lnTo>
                    <a:pt x="2200672" y="959465"/>
                  </a:lnTo>
                  <a:lnTo>
                    <a:pt x="2198933" y="960082"/>
                  </a:lnTo>
                  <a:lnTo>
                    <a:pt x="2198063" y="960391"/>
                  </a:lnTo>
                  <a:lnTo>
                    <a:pt x="2197715" y="960514"/>
                  </a:lnTo>
                  <a:lnTo>
                    <a:pt x="2193716" y="961934"/>
                  </a:lnTo>
                  <a:lnTo>
                    <a:pt x="2184847" y="965083"/>
                  </a:lnTo>
                  <a:lnTo>
                    <a:pt x="2181021" y="966441"/>
                  </a:lnTo>
                  <a:lnTo>
                    <a:pt x="2179804" y="966873"/>
                  </a:lnTo>
                  <a:lnTo>
                    <a:pt x="2177369" y="967738"/>
                  </a:lnTo>
                  <a:lnTo>
                    <a:pt x="2175630" y="968356"/>
                  </a:lnTo>
                  <a:lnTo>
                    <a:pt x="2175457" y="968417"/>
                  </a:lnTo>
                  <a:lnTo>
                    <a:pt x="2173718" y="969035"/>
                  </a:lnTo>
                  <a:lnTo>
                    <a:pt x="2172500" y="969467"/>
                  </a:lnTo>
                  <a:lnTo>
                    <a:pt x="2172326" y="969529"/>
                  </a:lnTo>
                  <a:lnTo>
                    <a:pt x="2172153" y="969591"/>
                  </a:lnTo>
                  <a:lnTo>
                    <a:pt x="2171805" y="969714"/>
                  </a:lnTo>
                  <a:lnTo>
                    <a:pt x="2171109" y="969961"/>
                  </a:lnTo>
                  <a:lnTo>
                    <a:pt x="2168153" y="971012"/>
                  </a:lnTo>
                  <a:lnTo>
                    <a:pt x="2163979" y="972494"/>
                  </a:lnTo>
                  <a:lnTo>
                    <a:pt x="2161197" y="973483"/>
                  </a:lnTo>
                  <a:lnTo>
                    <a:pt x="2157371" y="974842"/>
                  </a:lnTo>
                  <a:lnTo>
                    <a:pt x="2154763" y="975769"/>
                  </a:lnTo>
                  <a:lnTo>
                    <a:pt x="2151807" y="976819"/>
                  </a:lnTo>
                  <a:lnTo>
                    <a:pt x="2151459" y="976943"/>
                  </a:lnTo>
                  <a:lnTo>
                    <a:pt x="2150241" y="977375"/>
                  </a:lnTo>
                  <a:lnTo>
                    <a:pt x="2148676" y="977931"/>
                  </a:lnTo>
                  <a:lnTo>
                    <a:pt x="2144329" y="979476"/>
                  </a:lnTo>
                  <a:lnTo>
                    <a:pt x="2138069" y="981702"/>
                  </a:lnTo>
                  <a:lnTo>
                    <a:pt x="2137025" y="982073"/>
                  </a:lnTo>
                  <a:lnTo>
                    <a:pt x="2136677" y="982196"/>
                  </a:lnTo>
                  <a:lnTo>
                    <a:pt x="2135808" y="982505"/>
                  </a:lnTo>
                  <a:lnTo>
                    <a:pt x="2134765" y="982876"/>
                  </a:lnTo>
                  <a:lnTo>
                    <a:pt x="2131287" y="984113"/>
                  </a:lnTo>
                  <a:lnTo>
                    <a:pt x="2129722" y="984669"/>
                  </a:lnTo>
                  <a:lnTo>
                    <a:pt x="2129548" y="984731"/>
                  </a:lnTo>
                  <a:lnTo>
                    <a:pt x="2127635" y="985411"/>
                  </a:lnTo>
                  <a:lnTo>
                    <a:pt x="2127461" y="985473"/>
                  </a:lnTo>
                  <a:lnTo>
                    <a:pt x="2123809" y="986771"/>
                  </a:lnTo>
                  <a:lnTo>
                    <a:pt x="2118070" y="988812"/>
                  </a:lnTo>
                  <a:lnTo>
                    <a:pt x="2112332" y="990853"/>
                  </a:lnTo>
                  <a:lnTo>
                    <a:pt x="2110767" y="991410"/>
                  </a:lnTo>
                  <a:lnTo>
                    <a:pt x="2110245" y="991595"/>
                  </a:lnTo>
                  <a:lnTo>
                    <a:pt x="2109028" y="992028"/>
                  </a:lnTo>
                  <a:lnTo>
                    <a:pt x="2105202" y="993389"/>
                  </a:lnTo>
                  <a:lnTo>
                    <a:pt x="2103637" y="993946"/>
                  </a:lnTo>
                  <a:lnTo>
                    <a:pt x="2101376" y="994750"/>
                  </a:lnTo>
                  <a:lnTo>
                    <a:pt x="2099463" y="995431"/>
                  </a:lnTo>
                  <a:lnTo>
                    <a:pt x="2098072" y="995926"/>
                  </a:lnTo>
                  <a:lnTo>
                    <a:pt x="2097898" y="995988"/>
                  </a:lnTo>
                  <a:lnTo>
                    <a:pt x="2097377" y="996173"/>
                  </a:lnTo>
                  <a:lnTo>
                    <a:pt x="2096333" y="996545"/>
                  </a:lnTo>
                  <a:lnTo>
                    <a:pt x="2095116" y="996978"/>
                  </a:lnTo>
                  <a:lnTo>
                    <a:pt x="2094073" y="997349"/>
                  </a:lnTo>
                  <a:lnTo>
                    <a:pt x="2092507" y="997906"/>
                  </a:lnTo>
                  <a:lnTo>
                    <a:pt x="2090421" y="998649"/>
                  </a:lnTo>
                  <a:lnTo>
                    <a:pt x="2087117" y="999824"/>
                  </a:lnTo>
                  <a:lnTo>
                    <a:pt x="2086769" y="999948"/>
                  </a:lnTo>
                  <a:lnTo>
                    <a:pt x="2083291" y="1001186"/>
                  </a:lnTo>
                  <a:lnTo>
                    <a:pt x="2082595" y="1001434"/>
                  </a:lnTo>
                  <a:lnTo>
                    <a:pt x="2081204" y="1001929"/>
                  </a:lnTo>
                  <a:lnTo>
                    <a:pt x="2080682" y="1002115"/>
                  </a:lnTo>
                  <a:lnTo>
                    <a:pt x="2078943" y="1002734"/>
                  </a:lnTo>
                  <a:lnTo>
                    <a:pt x="2075118" y="1004096"/>
                  </a:lnTo>
                  <a:lnTo>
                    <a:pt x="2073727" y="1004591"/>
                  </a:lnTo>
                  <a:lnTo>
                    <a:pt x="2072683" y="1004962"/>
                  </a:lnTo>
                  <a:lnTo>
                    <a:pt x="2062597" y="1008554"/>
                  </a:lnTo>
                  <a:lnTo>
                    <a:pt x="2060336" y="1009359"/>
                  </a:lnTo>
                  <a:lnTo>
                    <a:pt x="2060163" y="1009421"/>
                  </a:lnTo>
                  <a:lnTo>
                    <a:pt x="2059641" y="1009606"/>
                  </a:lnTo>
                  <a:lnTo>
                    <a:pt x="2058771" y="1009916"/>
                  </a:lnTo>
                  <a:lnTo>
                    <a:pt x="2058250" y="1010102"/>
                  </a:lnTo>
                  <a:lnTo>
                    <a:pt x="2054598" y="1011403"/>
                  </a:lnTo>
                  <a:lnTo>
                    <a:pt x="2052685" y="1012084"/>
                  </a:lnTo>
                  <a:lnTo>
                    <a:pt x="2050424" y="1012889"/>
                  </a:lnTo>
                  <a:lnTo>
                    <a:pt x="2044338" y="1015057"/>
                  </a:lnTo>
                  <a:lnTo>
                    <a:pt x="2043121" y="1015491"/>
                  </a:lnTo>
                  <a:lnTo>
                    <a:pt x="2036860" y="1017722"/>
                  </a:lnTo>
                  <a:lnTo>
                    <a:pt x="2035817" y="1018094"/>
                  </a:lnTo>
                  <a:lnTo>
                    <a:pt x="2027470" y="1021068"/>
                  </a:lnTo>
                  <a:lnTo>
                    <a:pt x="2026774" y="1021316"/>
                  </a:lnTo>
                  <a:lnTo>
                    <a:pt x="2023818" y="1022370"/>
                  </a:lnTo>
                  <a:lnTo>
                    <a:pt x="2019818" y="1023796"/>
                  </a:lnTo>
                  <a:lnTo>
                    <a:pt x="2010950" y="1026957"/>
                  </a:lnTo>
                  <a:lnTo>
                    <a:pt x="2007124" y="1028322"/>
                  </a:lnTo>
                  <a:lnTo>
                    <a:pt x="2005907" y="1028756"/>
                  </a:lnTo>
                  <a:lnTo>
                    <a:pt x="2003472" y="1029624"/>
                  </a:lnTo>
                  <a:lnTo>
                    <a:pt x="2001733" y="1030244"/>
                  </a:lnTo>
                  <a:lnTo>
                    <a:pt x="2001559" y="1030306"/>
                  </a:lnTo>
                  <a:lnTo>
                    <a:pt x="1999820" y="1030926"/>
                  </a:lnTo>
                  <a:lnTo>
                    <a:pt x="1998603" y="1031360"/>
                  </a:lnTo>
                  <a:lnTo>
                    <a:pt x="1998429" y="1031422"/>
                  </a:lnTo>
                  <a:lnTo>
                    <a:pt x="1998255" y="1031484"/>
                  </a:lnTo>
                  <a:lnTo>
                    <a:pt x="1997907" y="1031608"/>
                  </a:lnTo>
                  <a:lnTo>
                    <a:pt x="1997212" y="1031857"/>
                  </a:lnTo>
                  <a:lnTo>
                    <a:pt x="1994255" y="1032911"/>
                  </a:lnTo>
                  <a:lnTo>
                    <a:pt x="1990082" y="1034400"/>
                  </a:lnTo>
                  <a:lnTo>
                    <a:pt x="1987300" y="1035392"/>
                  </a:lnTo>
                  <a:lnTo>
                    <a:pt x="1983474" y="1036757"/>
                  </a:lnTo>
                  <a:lnTo>
                    <a:pt x="1980865" y="1037688"/>
                  </a:lnTo>
                  <a:lnTo>
                    <a:pt x="1977909" y="1038743"/>
                  </a:lnTo>
                  <a:lnTo>
                    <a:pt x="1977561" y="1038867"/>
                  </a:lnTo>
                  <a:lnTo>
                    <a:pt x="1974779" y="1039860"/>
                  </a:lnTo>
                  <a:lnTo>
                    <a:pt x="1970431" y="1041411"/>
                  </a:lnTo>
                  <a:lnTo>
                    <a:pt x="1964171" y="1043646"/>
                  </a:lnTo>
                  <a:lnTo>
                    <a:pt x="1963128" y="1044018"/>
                  </a:lnTo>
                  <a:lnTo>
                    <a:pt x="1962780" y="1044142"/>
                  </a:lnTo>
                  <a:lnTo>
                    <a:pt x="1961910" y="1044453"/>
                  </a:lnTo>
                  <a:lnTo>
                    <a:pt x="1960867" y="1044825"/>
                  </a:lnTo>
                  <a:lnTo>
                    <a:pt x="1957389" y="1046067"/>
                  </a:lnTo>
                  <a:lnTo>
                    <a:pt x="1955824" y="1046626"/>
                  </a:lnTo>
                  <a:lnTo>
                    <a:pt x="1955650" y="1046688"/>
                  </a:lnTo>
                  <a:lnTo>
                    <a:pt x="1953737" y="1047371"/>
                  </a:lnTo>
                  <a:lnTo>
                    <a:pt x="1953563" y="1047433"/>
                  </a:lnTo>
                  <a:lnTo>
                    <a:pt x="1949912" y="1048737"/>
                  </a:lnTo>
                  <a:lnTo>
                    <a:pt x="1944173" y="1050786"/>
                  </a:lnTo>
                  <a:lnTo>
                    <a:pt x="1938434" y="1052835"/>
                  </a:lnTo>
                  <a:lnTo>
                    <a:pt x="1936869" y="1053394"/>
                  </a:lnTo>
                  <a:lnTo>
                    <a:pt x="1936348" y="1053581"/>
                  </a:lnTo>
                  <a:lnTo>
                    <a:pt x="1935130" y="1054016"/>
                  </a:lnTo>
                  <a:lnTo>
                    <a:pt x="1931305" y="1055382"/>
                  </a:lnTo>
                  <a:lnTo>
                    <a:pt x="1929739" y="1055941"/>
                  </a:lnTo>
                  <a:lnTo>
                    <a:pt x="1927479" y="1056749"/>
                  </a:lnTo>
                  <a:lnTo>
                    <a:pt x="1925566" y="1057432"/>
                  </a:lnTo>
                  <a:lnTo>
                    <a:pt x="1924175" y="1057929"/>
                  </a:lnTo>
                  <a:lnTo>
                    <a:pt x="1924001" y="1057992"/>
                  </a:lnTo>
                  <a:lnTo>
                    <a:pt x="1923479" y="1058178"/>
                  </a:lnTo>
                  <a:lnTo>
                    <a:pt x="1922436" y="1058551"/>
                  </a:lnTo>
                  <a:lnTo>
                    <a:pt x="1921218" y="1058986"/>
                  </a:lnTo>
                  <a:lnTo>
                    <a:pt x="1920175" y="1059359"/>
                  </a:lnTo>
                  <a:lnTo>
                    <a:pt x="1918610" y="1059918"/>
                  </a:lnTo>
                  <a:lnTo>
                    <a:pt x="1916523" y="1060663"/>
                  </a:lnTo>
                  <a:lnTo>
                    <a:pt x="1913219" y="1061844"/>
                  </a:lnTo>
                  <a:lnTo>
                    <a:pt x="1912871" y="1061969"/>
                  </a:lnTo>
                  <a:lnTo>
                    <a:pt x="1909393" y="1063212"/>
                  </a:lnTo>
                  <a:lnTo>
                    <a:pt x="1908698" y="1063460"/>
                  </a:lnTo>
                  <a:lnTo>
                    <a:pt x="1907307" y="1063957"/>
                  </a:lnTo>
                  <a:lnTo>
                    <a:pt x="1906785" y="1064144"/>
                  </a:lnTo>
                  <a:lnTo>
                    <a:pt x="1905046" y="1064766"/>
                  </a:lnTo>
                  <a:lnTo>
                    <a:pt x="1901220" y="1066133"/>
                  </a:lnTo>
                  <a:lnTo>
                    <a:pt x="1899829" y="1066630"/>
                  </a:lnTo>
                  <a:lnTo>
                    <a:pt x="1898786" y="1067003"/>
                  </a:lnTo>
                  <a:lnTo>
                    <a:pt x="1888700" y="1070610"/>
                  </a:lnTo>
                  <a:lnTo>
                    <a:pt x="1886439" y="1071418"/>
                  </a:lnTo>
                  <a:lnTo>
                    <a:pt x="1886265" y="1071480"/>
                  </a:lnTo>
                  <a:lnTo>
                    <a:pt x="1885743" y="1071667"/>
                  </a:lnTo>
                  <a:lnTo>
                    <a:pt x="1884874" y="1071978"/>
                  </a:lnTo>
                  <a:lnTo>
                    <a:pt x="1884352" y="1072164"/>
                  </a:lnTo>
                  <a:lnTo>
                    <a:pt x="1880700" y="1073470"/>
                  </a:lnTo>
                  <a:lnTo>
                    <a:pt x="1878788" y="1074155"/>
                  </a:lnTo>
                  <a:lnTo>
                    <a:pt x="1876527" y="1074963"/>
                  </a:lnTo>
                  <a:lnTo>
                    <a:pt x="1870440" y="1077140"/>
                  </a:lnTo>
                  <a:lnTo>
                    <a:pt x="1869223" y="1077576"/>
                  </a:lnTo>
                  <a:lnTo>
                    <a:pt x="1862963" y="1079816"/>
                  </a:lnTo>
                  <a:lnTo>
                    <a:pt x="1861919" y="1080189"/>
                  </a:lnTo>
                  <a:lnTo>
                    <a:pt x="1853572" y="1083176"/>
                  </a:lnTo>
                  <a:lnTo>
                    <a:pt x="1852877" y="1083425"/>
                  </a:lnTo>
                  <a:lnTo>
                    <a:pt x="1851138" y="1084047"/>
                  </a:lnTo>
                  <a:lnTo>
                    <a:pt x="1850268" y="1084359"/>
                  </a:lnTo>
                  <a:lnTo>
                    <a:pt x="1849921" y="1084483"/>
                  </a:lnTo>
                  <a:lnTo>
                    <a:pt x="1845921" y="1085915"/>
                  </a:lnTo>
                  <a:lnTo>
                    <a:pt x="1837052" y="1089090"/>
                  </a:lnTo>
                  <a:lnTo>
                    <a:pt x="1833226" y="1090459"/>
                  </a:lnTo>
                  <a:lnTo>
                    <a:pt x="1832009" y="1090895"/>
                  </a:lnTo>
                  <a:lnTo>
                    <a:pt x="1829575" y="1091767"/>
                  </a:lnTo>
                  <a:lnTo>
                    <a:pt x="1827836" y="1092390"/>
                  </a:lnTo>
                  <a:lnTo>
                    <a:pt x="1827662" y="1092452"/>
                  </a:lnTo>
                  <a:lnTo>
                    <a:pt x="1825923" y="1093075"/>
                  </a:lnTo>
                  <a:lnTo>
                    <a:pt x="1824705" y="1093511"/>
                  </a:lnTo>
                  <a:lnTo>
                    <a:pt x="1824532" y="1093573"/>
                  </a:lnTo>
                  <a:lnTo>
                    <a:pt x="1824358" y="1093635"/>
                  </a:lnTo>
                  <a:lnTo>
                    <a:pt x="1824010" y="1093760"/>
                  </a:lnTo>
                  <a:lnTo>
                    <a:pt x="1823314" y="1094009"/>
                  </a:lnTo>
                  <a:lnTo>
                    <a:pt x="1820358" y="1095068"/>
                  </a:lnTo>
                  <a:lnTo>
                    <a:pt x="1816184" y="1096563"/>
                  </a:lnTo>
                  <a:lnTo>
                    <a:pt x="1813402" y="1097559"/>
                  </a:lnTo>
                  <a:lnTo>
                    <a:pt x="1809576" y="1098930"/>
                  </a:lnTo>
                  <a:lnTo>
                    <a:pt x="1806968" y="1099864"/>
                  </a:lnTo>
                  <a:lnTo>
                    <a:pt x="1804012" y="1100924"/>
                  </a:lnTo>
                  <a:lnTo>
                    <a:pt x="1803664" y="1101048"/>
                  </a:lnTo>
                  <a:lnTo>
                    <a:pt x="1802447" y="1101484"/>
                  </a:lnTo>
                  <a:lnTo>
                    <a:pt x="1800881" y="1102045"/>
                  </a:lnTo>
                  <a:lnTo>
                    <a:pt x="1796534" y="1103603"/>
                  </a:lnTo>
                  <a:lnTo>
                    <a:pt x="1790274" y="1105847"/>
                  </a:lnTo>
                  <a:lnTo>
                    <a:pt x="1789230" y="1106221"/>
                  </a:lnTo>
                  <a:lnTo>
                    <a:pt x="1788883" y="1106345"/>
                  </a:lnTo>
                  <a:lnTo>
                    <a:pt x="1788013" y="1106657"/>
                  </a:lnTo>
                  <a:lnTo>
                    <a:pt x="1786970" y="1107031"/>
                  </a:lnTo>
                  <a:lnTo>
                    <a:pt x="1783492" y="1108278"/>
                  </a:lnTo>
                  <a:lnTo>
                    <a:pt x="1781927" y="1108839"/>
                  </a:lnTo>
                  <a:lnTo>
                    <a:pt x="1781753" y="1108901"/>
                  </a:lnTo>
                  <a:lnTo>
                    <a:pt x="1779840" y="1109587"/>
                  </a:lnTo>
                  <a:lnTo>
                    <a:pt x="1779666" y="1109649"/>
                  </a:lnTo>
                  <a:lnTo>
                    <a:pt x="1776014" y="1110959"/>
                  </a:lnTo>
                  <a:lnTo>
                    <a:pt x="1770276" y="1113016"/>
                  </a:lnTo>
                  <a:lnTo>
                    <a:pt x="1762972" y="1115635"/>
                  </a:lnTo>
                  <a:lnTo>
                    <a:pt x="1762450" y="1115823"/>
                  </a:lnTo>
                  <a:lnTo>
                    <a:pt x="1761233" y="1116259"/>
                  </a:lnTo>
                  <a:lnTo>
                    <a:pt x="1757407" y="1117631"/>
                  </a:lnTo>
                  <a:lnTo>
                    <a:pt x="1755842" y="1118193"/>
                  </a:lnTo>
                  <a:lnTo>
                    <a:pt x="1753581" y="1119004"/>
                  </a:lnTo>
                  <a:lnTo>
                    <a:pt x="1751668" y="1119690"/>
                  </a:lnTo>
                  <a:lnTo>
                    <a:pt x="1750277" y="1120189"/>
                  </a:lnTo>
                  <a:lnTo>
                    <a:pt x="1750103" y="1120251"/>
                  </a:lnTo>
                  <a:lnTo>
                    <a:pt x="1749582" y="1120438"/>
                  </a:lnTo>
                  <a:lnTo>
                    <a:pt x="1748538" y="1120813"/>
                  </a:lnTo>
                  <a:lnTo>
                    <a:pt x="1747321" y="1121249"/>
                  </a:lnTo>
                  <a:lnTo>
                    <a:pt x="1746278" y="1121624"/>
                  </a:lnTo>
                  <a:lnTo>
                    <a:pt x="1744713" y="1122185"/>
                  </a:lnTo>
                  <a:lnTo>
                    <a:pt x="1742626" y="1122934"/>
                  </a:lnTo>
                  <a:lnTo>
                    <a:pt x="1739322" y="1124120"/>
                  </a:lnTo>
                  <a:lnTo>
                    <a:pt x="1738974" y="1124245"/>
                  </a:lnTo>
                  <a:lnTo>
                    <a:pt x="1735496" y="1125493"/>
                  </a:lnTo>
                  <a:lnTo>
                    <a:pt x="1734800" y="1125742"/>
                  </a:lnTo>
                  <a:lnTo>
                    <a:pt x="1733409" y="1126242"/>
                  </a:lnTo>
                  <a:lnTo>
                    <a:pt x="1732888" y="1126429"/>
                  </a:lnTo>
                  <a:lnTo>
                    <a:pt x="1731149" y="1127053"/>
                  </a:lnTo>
                  <a:lnTo>
                    <a:pt x="1727323" y="1128426"/>
                  </a:lnTo>
                  <a:lnTo>
                    <a:pt x="1725932" y="1128925"/>
                  </a:lnTo>
                  <a:lnTo>
                    <a:pt x="1724888" y="1129300"/>
                  </a:lnTo>
                  <a:lnTo>
                    <a:pt x="1714802" y="1132921"/>
                  </a:lnTo>
                  <a:lnTo>
                    <a:pt x="1712542" y="1133733"/>
                  </a:lnTo>
                  <a:lnTo>
                    <a:pt x="1712368" y="1133795"/>
                  </a:lnTo>
                  <a:lnTo>
                    <a:pt x="1711846" y="1133982"/>
                  </a:lnTo>
                  <a:lnTo>
                    <a:pt x="1710976" y="1134294"/>
                  </a:lnTo>
                  <a:lnTo>
                    <a:pt x="1710455" y="1134482"/>
                  </a:lnTo>
                  <a:lnTo>
                    <a:pt x="1706803" y="1135793"/>
                  </a:lnTo>
                  <a:lnTo>
                    <a:pt x="1704890" y="1136480"/>
                  </a:lnTo>
                  <a:lnTo>
                    <a:pt x="1702629" y="1137292"/>
                  </a:lnTo>
                  <a:lnTo>
                    <a:pt x="1696543" y="1139478"/>
                  </a:lnTo>
                  <a:lnTo>
                    <a:pt x="1695326" y="1139915"/>
                  </a:lnTo>
                  <a:lnTo>
                    <a:pt x="1689065" y="1142164"/>
                  </a:lnTo>
                  <a:lnTo>
                    <a:pt x="1688022" y="1142539"/>
                  </a:lnTo>
                  <a:lnTo>
                    <a:pt x="1679675" y="1145538"/>
                  </a:lnTo>
                  <a:lnTo>
                    <a:pt x="1678979" y="1145788"/>
                  </a:lnTo>
                  <a:lnTo>
                    <a:pt x="1677240" y="1146413"/>
                  </a:lnTo>
                  <a:lnTo>
                    <a:pt x="1676371" y="1146725"/>
                  </a:lnTo>
                  <a:lnTo>
                    <a:pt x="1676023" y="1146850"/>
                  </a:lnTo>
                  <a:lnTo>
                    <a:pt x="1672023" y="1148288"/>
                  </a:lnTo>
                  <a:lnTo>
                    <a:pt x="1663155" y="1151475"/>
                  </a:lnTo>
                  <a:lnTo>
                    <a:pt x="1659329" y="1152851"/>
                  </a:lnTo>
                  <a:lnTo>
                    <a:pt x="1658112" y="1153288"/>
                  </a:lnTo>
                  <a:lnTo>
                    <a:pt x="1655677" y="1154164"/>
                  </a:lnTo>
                  <a:lnTo>
                    <a:pt x="1653938" y="1154789"/>
                  </a:lnTo>
                  <a:lnTo>
                    <a:pt x="1653764" y="1154851"/>
                  </a:lnTo>
                  <a:lnTo>
                    <a:pt x="1652025" y="1155477"/>
                  </a:lnTo>
                  <a:lnTo>
                    <a:pt x="1650808" y="1155914"/>
                  </a:lnTo>
                  <a:lnTo>
                    <a:pt x="1650634" y="1155977"/>
                  </a:lnTo>
                  <a:lnTo>
                    <a:pt x="1650460" y="1156039"/>
                  </a:lnTo>
                  <a:lnTo>
                    <a:pt x="1650112" y="1156164"/>
                  </a:lnTo>
                  <a:lnTo>
                    <a:pt x="1649417" y="1156415"/>
                  </a:lnTo>
                  <a:lnTo>
                    <a:pt x="1646461" y="1157478"/>
                  </a:lnTo>
                  <a:lnTo>
                    <a:pt x="1642287" y="1158978"/>
                  </a:lnTo>
                  <a:lnTo>
                    <a:pt x="1639505" y="1159979"/>
                  </a:lnTo>
                  <a:lnTo>
                    <a:pt x="1635679" y="1161355"/>
                  </a:lnTo>
                  <a:lnTo>
                    <a:pt x="1633070" y="1162293"/>
                  </a:lnTo>
                  <a:lnTo>
                    <a:pt x="1630114" y="1163357"/>
                  </a:lnTo>
                  <a:lnTo>
                    <a:pt x="1629766" y="1163482"/>
                  </a:lnTo>
                  <a:lnTo>
                    <a:pt x="1628549" y="1163920"/>
                  </a:lnTo>
                  <a:lnTo>
                    <a:pt x="1626984" y="1164483"/>
                  </a:lnTo>
                  <a:lnTo>
                    <a:pt x="1622637" y="1166047"/>
                  </a:lnTo>
                  <a:lnTo>
                    <a:pt x="1616376" y="1168300"/>
                  </a:lnTo>
                  <a:lnTo>
                    <a:pt x="1615333" y="1168675"/>
                  </a:lnTo>
                  <a:lnTo>
                    <a:pt x="1614985" y="1168800"/>
                  </a:lnTo>
                  <a:lnTo>
                    <a:pt x="1614116" y="1169113"/>
                  </a:lnTo>
                  <a:lnTo>
                    <a:pt x="1613072" y="1169489"/>
                  </a:lnTo>
                  <a:lnTo>
                    <a:pt x="1609594" y="1170740"/>
                  </a:lnTo>
                  <a:lnTo>
                    <a:pt x="1608029" y="1171304"/>
                  </a:lnTo>
                  <a:lnTo>
                    <a:pt x="1605942" y="1172055"/>
                  </a:lnTo>
                  <a:lnTo>
                    <a:pt x="1605769" y="1172117"/>
                  </a:lnTo>
                  <a:lnTo>
                    <a:pt x="1602117" y="1173432"/>
                  </a:lnTo>
                  <a:lnTo>
                    <a:pt x="1596378" y="1175497"/>
                  </a:lnTo>
                  <a:lnTo>
                    <a:pt x="1590639" y="1177564"/>
                  </a:lnTo>
                  <a:lnTo>
                    <a:pt x="1589074" y="1178127"/>
                  </a:lnTo>
                  <a:lnTo>
                    <a:pt x="1588553" y="1178315"/>
                  </a:lnTo>
                  <a:lnTo>
                    <a:pt x="1587335" y="1178753"/>
                  </a:lnTo>
                  <a:lnTo>
                    <a:pt x="1583510" y="1180131"/>
                  </a:lnTo>
                  <a:lnTo>
                    <a:pt x="1581945" y="1180694"/>
                  </a:lnTo>
                  <a:lnTo>
                    <a:pt x="1579684" y="1181509"/>
                  </a:lnTo>
                  <a:lnTo>
                    <a:pt x="1577771" y="1182198"/>
                  </a:lnTo>
                  <a:lnTo>
                    <a:pt x="1576380" y="1182699"/>
                  </a:lnTo>
                  <a:lnTo>
                    <a:pt x="1576206" y="1182761"/>
                  </a:lnTo>
                  <a:lnTo>
                    <a:pt x="1575684" y="1182949"/>
                  </a:lnTo>
                  <a:lnTo>
                    <a:pt x="1574641" y="1183325"/>
                  </a:lnTo>
                  <a:lnTo>
                    <a:pt x="1573424" y="1183763"/>
                  </a:lnTo>
                  <a:lnTo>
                    <a:pt x="1572380" y="1184139"/>
                  </a:lnTo>
                  <a:lnTo>
                    <a:pt x="1570815" y="1184703"/>
                  </a:lnTo>
                  <a:lnTo>
                    <a:pt x="1568728" y="1185455"/>
                  </a:lnTo>
                  <a:lnTo>
                    <a:pt x="1565424" y="1186645"/>
                  </a:lnTo>
                  <a:lnTo>
                    <a:pt x="1565077" y="1186770"/>
                  </a:lnTo>
                  <a:lnTo>
                    <a:pt x="1561599" y="1188023"/>
                  </a:lnTo>
                  <a:lnTo>
                    <a:pt x="1560903" y="1188274"/>
                  </a:lnTo>
                  <a:lnTo>
                    <a:pt x="1559512" y="1188775"/>
                  </a:lnTo>
                  <a:lnTo>
                    <a:pt x="1558990" y="1188963"/>
                  </a:lnTo>
                  <a:lnTo>
                    <a:pt x="1557251" y="1189590"/>
                  </a:lnTo>
                  <a:lnTo>
                    <a:pt x="1553425" y="1190968"/>
                  </a:lnTo>
                  <a:lnTo>
                    <a:pt x="1552034" y="1191469"/>
                  </a:lnTo>
                  <a:lnTo>
                    <a:pt x="1550991" y="1191845"/>
                  </a:lnTo>
                  <a:lnTo>
                    <a:pt x="1540905" y="1195481"/>
                  </a:lnTo>
                  <a:lnTo>
                    <a:pt x="1538644" y="1196295"/>
                  </a:lnTo>
                  <a:lnTo>
                    <a:pt x="1538470" y="1196358"/>
                  </a:lnTo>
                  <a:lnTo>
                    <a:pt x="1537949" y="1196546"/>
                  </a:lnTo>
                  <a:lnTo>
                    <a:pt x="1537079" y="1196860"/>
                  </a:lnTo>
                  <a:lnTo>
                    <a:pt x="1536557" y="1197048"/>
                  </a:lnTo>
                  <a:lnTo>
                    <a:pt x="1532905" y="1198364"/>
                  </a:lnTo>
                  <a:lnTo>
                    <a:pt x="1530993" y="1199054"/>
                  </a:lnTo>
                  <a:lnTo>
                    <a:pt x="1528732" y="1199869"/>
                  </a:lnTo>
                  <a:lnTo>
                    <a:pt x="1522646" y="1202063"/>
                  </a:lnTo>
                  <a:lnTo>
                    <a:pt x="1521428" y="1202502"/>
                  </a:lnTo>
                  <a:lnTo>
                    <a:pt x="1515168" y="1204760"/>
                  </a:lnTo>
                  <a:lnTo>
                    <a:pt x="1514125" y="1205136"/>
                  </a:lnTo>
                  <a:lnTo>
                    <a:pt x="1505777" y="1208147"/>
                  </a:lnTo>
                  <a:lnTo>
                    <a:pt x="1505082" y="1208398"/>
                  </a:lnTo>
                  <a:lnTo>
                    <a:pt x="1503343" y="1209025"/>
                  </a:lnTo>
                  <a:lnTo>
                    <a:pt x="1502473" y="1209339"/>
                  </a:lnTo>
                  <a:lnTo>
                    <a:pt x="1502126" y="1209464"/>
                  </a:lnTo>
                  <a:lnTo>
                    <a:pt x="1498126" y="1210907"/>
                  </a:lnTo>
                  <a:lnTo>
                    <a:pt x="1489257" y="1214107"/>
                  </a:lnTo>
                  <a:lnTo>
                    <a:pt x="1485431" y="1215488"/>
                  </a:lnTo>
                  <a:lnTo>
                    <a:pt x="1484214" y="1215927"/>
                  </a:lnTo>
                  <a:lnTo>
                    <a:pt x="1481780" y="1216806"/>
                  </a:lnTo>
                  <a:lnTo>
                    <a:pt x="1480041" y="1217434"/>
                  </a:lnTo>
                  <a:lnTo>
                    <a:pt x="1479867" y="1217496"/>
                  </a:lnTo>
                  <a:lnTo>
                    <a:pt x="1478128" y="1218124"/>
                  </a:lnTo>
                  <a:lnTo>
                    <a:pt x="1476911" y="1218563"/>
                  </a:lnTo>
                  <a:lnTo>
                    <a:pt x="1476737" y="1218626"/>
                  </a:lnTo>
                  <a:lnTo>
                    <a:pt x="1476563" y="1218689"/>
                  </a:lnTo>
                  <a:lnTo>
                    <a:pt x="1476215" y="1218814"/>
                  </a:lnTo>
                  <a:lnTo>
                    <a:pt x="1475519" y="1219065"/>
                  </a:lnTo>
                  <a:lnTo>
                    <a:pt x="1472563" y="1220133"/>
                  </a:lnTo>
                  <a:lnTo>
                    <a:pt x="1468390" y="1221639"/>
                  </a:lnTo>
                  <a:lnTo>
                    <a:pt x="1465607" y="1222644"/>
                  </a:lnTo>
                  <a:lnTo>
                    <a:pt x="1461781" y="1224025"/>
                  </a:lnTo>
                  <a:lnTo>
                    <a:pt x="1459173" y="1224967"/>
                  </a:lnTo>
                  <a:lnTo>
                    <a:pt x="1456217" y="1226034"/>
                  </a:lnTo>
                  <a:lnTo>
                    <a:pt x="1455869" y="1226160"/>
                  </a:lnTo>
                  <a:lnTo>
                    <a:pt x="1453087" y="1227165"/>
                  </a:lnTo>
                  <a:lnTo>
                    <a:pt x="1448739" y="1228735"/>
                  </a:lnTo>
                  <a:lnTo>
                    <a:pt x="1442479" y="1230996"/>
                  </a:lnTo>
                  <a:lnTo>
                    <a:pt x="1441435" y="1231373"/>
                  </a:lnTo>
                  <a:lnTo>
                    <a:pt x="1441088" y="1231499"/>
                  </a:lnTo>
                  <a:lnTo>
                    <a:pt x="1440218" y="1231813"/>
                  </a:lnTo>
                  <a:lnTo>
                    <a:pt x="1439175" y="1232190"/>
                  </a:lnTo>
                  <a:lnTo>
                    <a:pt x="1435697" y="1233446"/>
                  </a:lnTo>
                  <a:lnTo>
                    <a:pt x="1434132" y="1234012"/>
                  </a:lnTo>
                  <a:lnTo>
                    <a:pt x="1433958" y="1234074"/>
                  </a:lnTo>
                  <a:lnTo>
                    <a:pt x="1432045" y="1234765"/>
                  </a:lnTo>
                  <a:lnTo>
                    <a:pt x="1431871" y="1234828"/>
                  </a:lnTo>
                  <a:lnTo>
                    <a:pt x="1428219" y="1236148"/>
                  </a:lnTo>
                  <a:lnTo>
                    <a:pt x="1422481" y="1238221"/>
                  </a:lnTo>
                  <a:lnTo>
                    <a:pt x="1416742" y="1240295"/>
                  </a:lnTo>
                  <a:lnTo>
                    <a:pt x="1415177" y="1240861"/>
                  </a:lnTo>
                  <a:lnTo>
                    <a:pt x="1414655" y="1241050"/>
                  </a:lnTo>
                  <a:lnTo>
                    <a:pt x="1413438" y="1241489"/>
                  </a:lnTo>
                  <a:lnTo>
                    <a:pt x="1409612" y="1242872"/>
                  </a:lnTo>
                  <a:lnTo>
                    <a:pt x="1408047" y="1243438"/>
                  </a:lnTo>
                  <a:lnTo>
                    <a:pt x="1405786" y="1244255"/>
                  </a:lnTo>
                  <a:lnTo>
                    <a:pt x="1403874" y="1244947"/>
                  </a:lnTo>
                  <a:lnTo>
                    <a:pt x="1402482" y="1245450"/>
                  </a:lnTo>
                  <a:lnTo>
                    <a:pt x="1402309" y="1245513"/>
                  </a:lnTo>
                  <a:lnTo>
                    <a:pt x="1401787" y="1245701"/>
                  </a:lnTo>
                  <a:lnTo>
                    <a:pt x="1400743" y="1246078"/>
                  </a:lnTo>
                  <a:lnTo>
                    <a:pt x="1399526" y="1246519"/>
                  </a:lnTo>
                  <a:lnTo>
                    <a:pt x="1398483" y="1246896"/>
                  </a:lnTo>
                  <a:lnTo>
                    <a:pt x="1396918" y="1247462"/>
                  </a:lnTo>
                  <a:lnTo>
                    <a:pt x="1394831" y="1248216"/>
                  </a:lnTo>
                  <a:lnTo>
                    <a:pt x="1391527" y="1249411"/>
                  </a:lnTo>
                  <a:lnTo>
                    <a:pt x="1391179" y="1249537"/>
                  </a:lnTo>
                  <a:lnTo>
                    <a:pt x="1387701" y="1250794"/>
                  </a:lnTo>
                  <a:lnTo>
                    <a:pt x="1387006" y="1251046"/>
                  </a:lnTo>
                  <a:lnTo>
                    <a:pt x="1385614" y="1251549"/>
                  </a:lnTo>
                  <a:lnTo>
                    <a:pt x="1385093" y="1251738"/>
                  </a:lnTo>
                  <a:lnTo>
                    <a:pt x="1383354" y="1252367"/>
                  </a:lnTo>
                  <a:lnTo>
                    <a:pt x="1379528" y="1253750"/>
                  </a:lnTo>
                  <a:lnTo>
                    <a:pt x="1378137" y="1254254"/>
                  </a:lnTo>
                  <a:lnTo>
                    <a:pt x="1377093" y="1254631"/>
                  </a:lnTo>
                  <a:lnTo>
                    <a:pt x="1367007" y="1258280"/>
                  </a:lnTo>
                  <a:lnTo>
                    <a:pt x="1364747" y="1259098"/>
                  </a:lnTo>
                  <a:lnTo>
                    <a:pt x="1364573" y="1259161"/>
                  </a:lnTo>
                  <a:lnTo>
                    <a:pt x="1364051" y="1259349"/>
                  </a:lnTo>
                  <a:lnTo>
                    <a:pt x="1363182" y="1259664"/>
                  </a:lnTo>
                  <a:lnTo>
                    <a:pt x="1362660" y="1259853"/>
                  </a:lnTo>
                  <a:lnTo>
                    <a:pt x="1359008" y="1261174"/>
                  </a:lnTo>
                  <a:lnTo>
                    <a:pt x="1357095" y="1261866"/>
                  </a:lnTo>
                  <a:lnTo>
                    <a:pt x="1354835" y="1262684"/>
                  </a:lnTo>
                  <a:lnTo>
                    <a:pt x="1348748" y="1264887"/>
                  </a:lnTo>
                  <a:lnTo>
                    <a:pt x="1341271" y="1267594"/>
                  </a:lnTo>
                  <a:lnTo>
                    <a:pt x="1340227" y="1267971"/>
                  </a:lnTo>
                  <a:lnTo>
                    <a:pt x="1331880" y="1270993"/>
                  </a:lnTo>
                  <a:lnTo>
                    <a:pt x="1331184" y="1271245"/>
                  </a:lnTo>
                  <a:lnTo>
                    <a:pt x="1329445" y="1271875"/>
                  </a:lnTo>
                  <a:lnTo>
                    <a:pt x="1328576" y="1272189"/>
                  </a:lnTo>
                  <a:lnTo>
                    <a:pt x="1328228" y="1272315"/>
                  </a:lnTo>
                  <a:lnTo>
                    <a:pt x="1324229" y="1273764"/>
                  </a:lnTo>
                  <a:lnTo>
                    <a:pt x="1315360" y="1276976"/>
                  </a:lnTo>
                  <a:lnTo>
                    <a:pt x="1311534" y="1278361"/>
                  </a:lnTo>
                  <a:lnTo>
                    <a:pt x="1310317" y="1278802"/>
                  </a:lnTo>
                  <a:lnTo>
                    <a:pt x="1307882" y="1279684"/>
                  </a:lnTo>
                  <a:lnTo>
                    <a:pt x="1306143" y="1280314"/>
                  </a:lnTo>
                  <a:lnTo>
                    <a:pt x="1305969" y="1280377"/>
                  </a:lnTo>
                  <a:lnTo>
                    <a:pt x="1304230" y="1281007"/>
                  </a:lnTo>
                  <a:lnTo>
                    <a:pt x="1303013" y="1281448"/>
                  </a:lnTo>
                  <a:lnTo>
                    <a:pt x="1302839" y="1281511"/>
                  </a:lnTo>
                  <a:lnTo>
                    <a:pt x="1302665" y="1281574"/>
                  </a:lnTo>
                  <a:lnTo>
                    <a:pt x="1302317" y="1281700"/>
                  </a:lnTo>
                  <a:lnTo>
                    <a:pt x="1301622" y="1281952"/>
                  </a:lnTo>
                  <a:lnTo>
                    <a:pt x="1298666" y="1283023"/>
                  </a:lnTo>
                  <a:lnTo>
                    <a:pt x="1294492" y="1284535"/>
                  </a:lnTo>
                  <a:lnTo>
                    <a:pt x="1291710" y="1285543"/>
                  </a:lnTo>
                  <a:lnTo>
                    <a:pt x="1287884" y="1286930"/>
                  </a:lnTo>
                  <a:lnTo>
                    <a:pt x="1285276" y="1287875"/>
                  </a:lnTo>
                  <a:lnTo>
                    <a:pt x="1282319" y="1288946"/>
                  </a:lnTo>
                  <a:lnTo>
                    <a:pt x="1281971" y="1289072"/>
                  </a:lnTo>
                  <a:lnTo>
                    <a:pt x="1280754" y="1289513"/>
                  </a:lnTo>
                  <a:lnTo>
                    <a:pt x="1279189" y="1290081"/>
                  </a:lnTo>
                  <a:lnTo>
                    <a:pt x="1274842" y="1291656"/>
                  </a:lnTo>
                  <a:lnTo>
                    <a:pt x="1268581" y="1293926"/>
                  </a:lnTo>
                  <a:lnTo>
                    <a:pt x="1267538" y="1294304"/>
                  </a:lnTo>
                  <a:lnTo>
                    <a:pt x="1267190" y="1294430"/>
                  </a:lnTo>
                  <a:lnTo>
                    <a:pt x="1266321" y="1294745"/>
                  </a:lnTo>
                  <a:lnTo>
                    <a:pt x="1265277" y="1295124"/>
                  </a:lnTo>
                  <a:lnTo>
                    <a:pt x="1261799" y="1296385"/>
                  </a:lnTo>
                  <a:lnTo>
                    <a:pt x="1260234" y="1296952"/>
                  </a:lnTo>
                  <a:lnTo>
                    <a:pt x="1260060" y="1297015"/>
                  </a:lnTo>
                  <a:lnTo>
                    <a:pt x="1258148" y="1297709"/>
                  </a:lnTo>
                  <a:lnTo>
                    <a:pt x="1257974" y="1297772"/>
                  </a:lnTo>
                  <a:lnTo>
                    <a:pt x="1254322" y="1299096"/>
                  </a:lnTo>
                  <a:lnTo>
                    <a:pt x="1248583" y="1301177"/>
                  </a:lnTo>
                  <a:lnTo>
                    <a:pt x="1242845" y="1303259"/>
                  </a:lnTo>
                  <a:lnTo>
                    <a:pt x="1241279" y="1303826"/>
                  </a:lnTo>
                  <a:lnTo>
                    <a:pt x="1240758" y="1304015"/>
                  </a:lnTo>
                  <a:lnTo>
                    <a:pt x="1239541" y="1304457"/>
                  </a:lnTo>
                  <a:lnTo>
                    <a:pt x="1235715" y="1305845"/>
                  </a:lnTo>
                  <a:lnTo>
                    <a:pt x="1234150" y="1306413"/>
                  </a:lnTo>
                  <a:lnTo>
                    <a:pt x="1231889" y="1307233"/>
                  </a:lnTo>
                  <a:lnTo>
                    <a:pt x="1229976" y="1307927"/>
                  </a:lnTo>
                  <a:lnTo>
                    <a:pt x="1228585" y="1308431"/>
                  </a:lnTo>
                  <a:lnTo>
                    <a:pt x="1228411" y="1308494"/>
                  </a:lnTo>
                  <a:lnTo>
                    <a:pt x="1227889" y="1308684"/>
                  </a:lnTo>
                  <a:lnTo>
                    <a:pt x="1226846" y="1309062"/>
                  </a:lnTo>
                  <a:lnTo>
                    <a:pt x="1225629" y="1309504"/>
                  </a:lnTo>
                  <a:lnTo>
                    <a:pt x="1224585" y="1309883"/>
                  </a:lnTo>
                  <a:lnTo>
                    <a:pt x="1223020" y="1310450"/>
                  </a:lnTo>
                  <a:lnTo>
                    <a:pt x="1220933" y="1311208"/>
                  </a:lnTo>
                  <a:lnTo>
                    <a:pt x="1217629" y="1312407"/>
                  </a:lnTo>
                  <a:lnTo>
                    <a:pt x="1217282" y="1312533"/>
                  </a:lnTo>
                  <a:lnTo>
                    <a:pt x="1213804" y="1313795"/>
                  </a:lnTo>
                  <a:lnTo>
                    <a:pt x="1213108" y="1314047"/>
                  </a:lnTo>
                  <a:lnTo>
                    <a:pt x="1211717" y="1314552"/>
                  </a:lnTo>
                  <a:lnTo>
                    <a:pt x="1211195" y="1314742"/>
                  </a:lnTo>
                  <a:lnTo>
                    <a:pt x="1209456" y="1315373"/>
                  </a:lnTo>
                  <a:lnTo>
                    <a:pt x="1205631" y="1316761"/>
                  </a:lnTo>
                  <a:lnTo>
                    <a:pt x="1204239" y="1317266"/>
                  </a:lnTo>
                  <a:lnTo>
                    <a:pt x="1203196" y="1317645"/>
                  </a:lnTo>
                  <a:lnTo>
                    <a:pt x="1193110" y="1321307"/>
                  </a:lnTo>
                  <a:lnTo>
                    <a:pt x="1190849" y="1322128"/>
                  </a:lnTo>
                  <a:lnTo>
                    <a:pt x="1190675" y="1322191"/>
                  </a:lnTo>
                  <a:lnTo>
                    <a:pt x="1190154" y="1322380"/>
                  </a:lnTo>
                  <a:lnTo>
                    <a:pt x="1189284" y="1322696"/>
                  </a:lnTo>
                  <a:lnTo>
                    <a:pt x="1188762" y="1322885"/>
                  </a:lnTo>
                  <a:lnTo>
                    <a:pt x="1185111" y="1324211"/>
                  </a:lnTo>
                  <a:lnTo>
                    <a:pt x="1183198" y="1324906"/>
                  </a:lnTo>
                  <a:lnTo>
                    <a:pt x="1180937" y="1325727"/>
                  </a:lnTo>
                  <a:lnTo>
                    <a:pt x="1174851" y="1327937"/>
                  </a:lnTo>
                  <a:lnTo>
                    <a:pt x="1173633" y="1328379"/>
                  </a:lnTo>
                  <a:lnTo>
                    <a:pt x="1167373" y="1330653"/>
                  </a:lnTo>
                  <a:lnTo>
                    <a:pt x="1166330" y="1331032"/>
                  </a:lnTo>
                  <a:lnTo>
                    <a:pt x="1157983" y="1334065"/>
                  </a:lnTo>
                  <a:lnTo>
                    <a:pt x="1157287" y="1334318"/>
                  </a:lnTo>
                  <a:lnTo>
                    <a:pt x="1155548" y="1334949"/>
                  </a:lnTo>
                  <a:lnTo>
                    <a:pt x="1154679" y="1335265"/>
                  </a:lnTo>
                  <a:lnTo>
                    <a:pt x="1154331" y="1335392"/>
                  </a:lnTo>
                  <a:lnTo>
                    <a:pt x="1150331" y="1336845"/>
                  </a:lnTo>
                  <a:lnTo>
                    <a:pt x="1141462" y="1340068"/>
                  </a:lnTo>
                  <a:lnTo>
                    <a:pt x="1137637" y="1341458"/>
                  </a:lnTo>
                  <a:lnTo>
                    <a:pt x="1136419" y="1341901"/>
                  </a:lnTo>
                  <a:lnTo>
                    <a:pt x="1133985" y="1342786"/>
                  </a:lnTo>
                  <a:lnTo>
                    <a:pt x="1132246" y="1343418"/>
                  </a:lnTo>
                  <a:lnTo>
                    <a:pt x="1132072" y="1343481"/>
                  </a:lnTo>
                  <a:lnTo>
                    <a:pt x="1130333" y="1344113"/>
                  </a:lnTo>
                  <a:lnTo>
                    <a:pt x="1129116" y="1344556"/>
                  </a:lnTo>
                  <a:lnTo>
                    <a:pt x="1128942" y="1344619"/>
                  </a:lnTo>
                  <a:lnTo>
                    <a:pt x="1128768" y="1344682"/>
                  </a:lnTo>
                  <a:lnTo>
                    <a:pt x="1128420" y="1344808"/>
                  </a:lnTo>
                  <a:lnTo>
                    <a:pt x="1127724" y="1345061"/>
                  </a:lnTo>
                  <a:lnTo>
                    <a:pt x="1124768" y="1346136"/>
                  </a:lnTo>
                  <a:lnTo>
                    <a:pt x="1120595" y="1347653"/>
                  </a:lnTo>
                  <a:lnTo>
                    <a:pt x="1117812" y="1348665"/>
                  </a:lnTo>
                  <a:lnTo>
                    <a:pt x="1113987" y="1350056"/>
                  </a:lnTo>
                  <a:lnTo>
                    <a:pt x="1111378" y="1351005"/>
                  </a:lnTo>
                  <a:lnTo>
                    <a:pt x="1108422" y="1352080"/>
                  </a:lnTo>
                  <a:lnTo>
                    <a:pt x="1108074" y="1352206"/>
                  </a:lnTo>
                  <a:lnTo>
                    <a:pt x="1106857" y="1352649"/>
                  </a:lnTo>
                  <a:lnTo>
                    <a:pt x="1105292" y="1353218"/>
                  </a:lnTo>
                  <a:lnTo>
                    <a:pt x="1100944" y="1354799"/>
                  </a:lnTo>
                  <a:lnTo>
                    <a:pt x="1094684" y="1357076"/>
                  </a:lnTo>
                  <a:lnTo>
                    <a:pt x="1093641" y="1357456"/>
                  </a:lnTo>
                  <a:lnTo>
                    <a:pt x="1093293" y="1357582"/>
                  </a:lnTo>
                  <a:lnTo>
                    <a:pt x="1092423" y="1357899"/>
                  </a:lnTo>
                  <a:lnTo>
                    <a:pt x="1091380" y="1358278"/>
                  </a:lnTo>
                  <a:lnTo>
                    <a:pt x="1087902" y="1359543"/>
                  </a:lnTo>
                  <a:lnTo>
                    <a:pt x="1086337" y="1360113"/>
                  </a:lnTo>
                  <a:lnTo>
                    <a:pt x="1086163" y="1360176"/>
                  </a:lnTo>
                  <a:lnTo>
                    <a:pt x="1084250" y="1360872"/>
                  </a:lnTo>
                  <a:lnTo>
                    <a:pt x="1084076" y="1360935"/>
                  </a:lnTo>
                  <a:lnTo>
                    <a:pt x="1080424" y="1362264"/>
                  </a:lnTo>
                  <a:lnTo>
                    <a:pt x="1074686" y="1364352"/>
                  </a:lnTo>
                  <a:lnTo>
                    <a:pt x="1068947" y="1366440"/>
                  </a:lnTo>
                  <a:lnTo>
                    <a:pt x="1067382" y="1367010"/>
                  </a:lnTo>
                  <a:lnTo>
                    <a:pt x="1066860" y="1367200"/>
                  </a:lnTo>
                  <a:lnTo>
                    <a:pt x="1065643" y="1367643"/>
                  </a:lnTo>
                  <a:lnTo>
                    <a:pt x="1061817" y="1369035"/>
                  </a:lnTo>
                  <a:lnTo>
                    <a:pt x="1060252" y="1369605"/>
                  </a:lnTo>
                  <a:lnTo>
                    <a:pt x="1056079" y="1371124"/>
                  </a:lnTo>
                  <a:lnTo>
                    <a:pt x="1054688" y="1371631"/>
                  </a:lnTo>
                  <a:lnTo>
                    <a:pt x="1054514" y="1371694"/>
                  </a:lnTo>
                  <a:lnTo>
                    <a:pt x="1053992" y="1371884"/>
                  </a:lnTo>
                  <a:lnTo>
                    <a:pt x="1052949" y="1372264"/>
                  </a:lnTo>
                  <a:lnTo>
                    <a:pt x="1051731" y="1372707"/>
                  </a:lnTo>
                  <a:lnTo>
                    <a:pt x="1050688" y="1373087"/>
                  </a:lnTo>
                  <a:lnTo>
                    <a:pt x="1049123" y="1373656"/>
                  </a:lnTo>
                  <a:lnTo>
                    <a:pt x="1047036" y="1374416"/>
                  </a:lnTo>
                  <a:lnTo>
                    <a:pt x="1043732" y="1375619"/>
                  </a:lnTo>
                  <a:lnTo>
                    <a:pt x="1043384" y="1375746"/>
                  </a:lnTo>
                  <a:lnTo>
                    <a:pt x="1039906" y="1377012"/>
                  </a:lnTo>
                  <a:lnTo>
                    <a:pt x="1039211" y="1377265"/>
                  </a:lnTo>
                  <a:lnTo>
                    <a:pt x="1037819" y="1377772"/>
                  </a:lnTo>
                  <a:lnTo>
                    <a:pt x="1037298" y="1377962"/>
                  </a:lnTo>
                  <a:lnTo>
                    <a:pt x="1035559" y="1378595"/>
                  </a:lnTo>
                  <a:lnTo>
                    <a:pt x="1031733" y="1379988"/>
                  </a:lnTo>
                  <a:lnTo>
                    <a:pt x="1030342" y="1380495"/>
                  </a:lnTo>
                  <a:lnTo>
                    <a:pt x="1029298" y="1380875"/>
                  </a:lnTo>
                  <a:lnTo>
                    <a:pt x="1019212" y="1384549"/>
                  </a:lnTo>
                  <a:lnTo>
                    <a:pt x="1016952" y="1385372"/>
                  </a:lnTo>
                  <a:lnTo>
                    <a:pt x="1016778" y="1385436"/>
                  </a:lnTo>
                  <a:lnTo>
                    <a:pt x="1016256" y="1385626"/>
                  </a:lnTo>
                  <a:lnTo>
                    <a:pt x="1015387" y="1385942"/>
                  </a:lnTo>
                  <a:lnTo>
                    <a:pt x="1014865" y="1386132"/>
                  </a:lnTo>
                  <a:lnTo>
                    <a:pt x="1011213" y="1387463"/>
                  </a:lnTo>
                  <a:lnTo>
                    <a:pt x="1009300" y="1388160"/>
                  </a:lnTo>
                  <a:lnTo>
                    <a:pt x="1007040" y="1388983"/>
                  </a:lnTo>
                  <a:lnTo>
                    <a:pt x="1000953" y="1391201"/>
                  </a:lnTo>
                  <a:lnTo>
                    <a:pt x="999736" y="1391645"/>
                  </a:lnTo>
                  <a:lnTo>
                    <a:pt x="993476" y="1393926"/>
                  </a:lnTo>
                  <a:lnTo>
                    <a:pt x="992432" y="1394306"/>
                  </a:lnTo>
                  <a:lnTo>
                    <a:pt x="984085" y="1397348"/>
                  </a:lnTo>
                  <a:lnTo>
                    <a:pt x="983390" y="1397602"/>
                  </a:lnTo>
                  <a:lnTo>
                    <a:pt x="981651" y="1398236"/>
                  </a:lnTo>
                  <a:lnTo>
                    <a:pt x="980781" y="1398553"/>
                  </a:lnTo>
                  <a:lnTo>
                    <a:pt x="980433" y="1398680"/>
                  </a:lnTo>
                  <a:lnTo>
                    <a:pt x="976434" y="1400138"/>
                  </a:lnTo>
                  <a:lnTo>
                    <a:pt x="967565" y="1403371"/>
                  </a:lnTo>
                  <a:lnTo>
                    <a:pt x="963739" y="1404766"/>
                  </a:lnTo>
                  <a:lnTo>
                    <a:pt x="962522" y="1405210"/>
                  </a:lnTo>
                  <a:lnTo>
                    <a:pt x="960087" y="1406097"/>
                  </a:lnTo>
                  <a:lnTo>
                    <a:pt x="958348" y="1406732"/>
                  </a:lnTo>
                  <a:lnTo>
                    <a:pt x="958174" y="1406795"/>
                  </a:lnTo>
                  <a:lnTo>
                    <a:pt x="956435" y="1407429"/>
                  </a:lnTo>
                  <a:lnTo>
                    <a:pt x="955218" y="1407873"/>
                  </a:lnTo>
                  <a:lnTo>
                    <a:pt x="955044" y="1407936"/>
                  </a:lnTo>
                  <a:lnTo>
                    <a:pt x="954870" y="1408000"/>
                  </a:lnTo>
                  <a:lnTo>
                    <a:pt x="954523" y="1408127"/>
                  </a:lnTo>
                  <a:lnTo>
                    <a:pt x="953827" y="1408380"/>
                  </a:lnTo>
                  <a:lnTo>
                    <a:pt x="950871" y="1409459"/>
                  </a:lnTo>
                  <a:lnTo>
                    <a:pt x="946697" y="1410981"/>
                  </a:lnTo>
                  <a:lnTo>
                    <a:pt x="943915" y="1411996"/>
                  </a:lnTo>
                  <a:lnTo>
                    <a:pt x="940089" y="1413391"/>
                  </a:lnTo>
                  <a:lnTo>
                    <a:pt x="937481" y="1414343"/>
                  </a:lnTo>
                  <a:lnTo>
                    <a:pt x="934177" y="1415548"/>
                  </a:lnTo>
                  <a:lnTo>
                    <a:pt x="932959" y="1415992"/>
                  </a:lnTo>
                  <a:lnTo>
                    <a:pt x="931394" y="1416563"/>
                  </a:lnTo>
                  <a:lnTo>
                    <a:pt x="927047" y="1418149"/>
                  </a:lnTo>
                  <a:lnTo>
                    <a:pt x="920786" y="1420433"/>
                  </a:lnTo>
                  <a:lnTo>
                    <a:pt x="919743" y="1420814"/>
                  </a:lnTo>
                  <a:lnTo>
                    <a:pt x="919395" y="1420941"/>
                  </a:lnTo>
                  <a:lnTo>
                    <a:pt x="918526" y="1421258"/>
                  </a:lnTo>
                  <a:lnTo>
                    <a:pt x="917482" y="1421639"/>
                  </a:lnTo>
                  <a:lnTo>
                    <a:pt x="914004" y="1422908"/>
                  </a:lnTo>
                  <a:lnTo>
                    <a:pt x="912439" y="1423480"/>
                  </a:lnTo>
                  <a:lnTo>
                    <a:pt x="912266" y="1423543"/>
                  </a:lnTo>
                  <a:lnTo>
                    <a:pt x="910353" y="1424241"/>
                  </a:lnTo>
                  <a:lnTo>
                    <a:pt x="910179" y="1424305"/>
                  </a:lnTo>
                  <a:lnTo>
                    <a:pt x="906527" y="1425638"/>
                  </a:lnTo>
                  <a:lnTo>
                    <a:pt x="900788" y="1427732"/>
                  </a:lnTo>
                  <a:lnTo>
                    <a:pt x="895050" y="1429827"/>
                  </a:lnTo>
                  <a:lnTo>
                    <a:pt x="893485" y="1430398"/>
                  </a:lnTo>
                  <a:lnTo>
                    <a:pt x="892963" y="1430589"/>
                  </a:lnTo>
                  <a:lnTo>
                    <a:pt x="891746" y="1431033"/>
                  </a:lnTo>
                  <a:lnTo>
                    <a:pt x="887920" y="1432430"/>
                  </a:lnTo>
                  <a:lnTo>
                    <a:pt x="886355" y="1433001"/>
                  </a:lnTo>
                  <a:lnTo>
                    <a:pt x="884094" y="1433827"/>
                  </a:lnTo>
                  <a:lnTo>
                    <a:pt x="882181" y="1434525"/>
                  </a:lnTo>
                  <a:lnTo>
                    <a:pt x="880790" y="1435033"/>
                  </a:lnTo>
                  <a:lnTo>
                    <a:pt x="880616" y="1435097"/>
                  </a:lnTo>
                  <a:lnTo>
                    <a:pt x="880094" y="1435287"/>
                  </a:lnTo>
                  <a:lnTo>
                    <a:pt x="879051" y="1435668"/>
                  </a:lnTo>
                  <a:lnTo>
                    <a:pt x="877834" y="1436113"/>
                  </a:lnTo>
                  <a:lnTo>
                    <a:pt x="876790" y="1436494"/>
                  </a:lnTo>
                  <a:lnTo>
                    <a:pt x="875225" y="1437065"/>
                  </a:lnTo>
                  <a:lnTo>
                    <a:pt x="873139" y="1437828"/>
                  </a:lnTo>
                  <a:lnTo>
                    <a:pt x="869835" y="1439034"/>
                  </a:lnTo>
                  <a:lnTo>
                    <a:pt x="869487" y="1439161"/>
                  </a:lnTo>
                  <a:lnTo>
                    <a:pt x="866009" y="1440432"/>
                  </a:lnTo>
                  <a:lnTo>
                    <a:pt x="865313" y="1440686"/>
                  </a:lnTo>
                  <a:lnTo>
                    <a:pt x="863922" y="1441194"/>
                  </a:lnTo>
                  <a:lnTo>
                    <a:pt x="863400" y="1441384"/>
                  </a:lnTo>
                  <a:lnTo>
                    <a:pt x="861661" y="1442020"/>
                  </a:lnTo>
                  <a:lnTo>
                    <a:pt x="857836" y="1443417"/>
                  </a:lnTo>
                  <a:lnTo>
                    <a:pt x="856444" y="1443925"/>
                  </a:lnTo>
                  <a:lnTo>
                    <a:pt x="845315" y="1447991"/>
                  </a:lnTo>
                  <a:lnTo>
                    <a:pt x="843054" y="1448817"/>
                  </a:lnTo>
                  <a:lnTo>
                    <a:pt x="842880" y="1448881"/>
                  </a:lnTo>
                  <a:lnTo>
                    <a:pt x="842359" y="1449071"/>
                  </a:lnTo>
                  <a:lnTo>
                    <a:pt x="841489" y="1449389"/>
                  </a:lnTo>
                  <a:lnTo>
                    <a:pt x="840968" y="1449580"/>
                  </a:lnTo>
                  <a:lnTo>
                    <a:pt x="837316" y="1450914"/>
                  </a:lnTo>
                  <a:lnTo>
                    <a:pt x="835403" y="1451613"/>
                  </a:lnTo>
                  <a:lnTo>
                    <a:pt x="833142" y="1452439"/>
                  </a:lnTo>
                  <a:lnTo>
                    <a:pt x="827056" y="1454664"/>
                  </a:lnTo>
                  <a:lnTo>
                    <a:pt x="825838" y="1455109"/>
                  </a:lnTo>
                  <a:lnTo>
                    <a:pt x="819578" y="1457397"/>
                  </a:lnTo>
                  <a:lnTo>
                    <a:pt x="818535" y="1457778"/>
                  </a:lnTo>
                  <a:lnTo>
                    <a:pt x="810188" y="1460830"/>
                  </a:lnTo>
                  <a:lnTo>
                    <a:pt x="809492" y="1461084"/>
                  </a:lnTo>
                  <a:lnTo>
                    <a:pt x="807753" y="1461720"/>
                  </a:lnTo>
                  <a:lnTo>
                    <a:pt x="806884" y="1462038"/>
                  </a:lnTo>
                  <a:lnTo>
                    <a:pt x="806536" y="1462165"/>
                  </a:lnTo>
                  <a:lnTo>
                    <a:pt x="802536" y="1463627"/>
                  </a:lnTo>
                  <a:lnTo>
                    <a:pt x="793667" y="1466870"/>
                  </a:lnTo>
                  <a:lnTo>
                    <a:pt x="789842" y="1468269"/>
                  </a:lnTo>
                  <a:lnTo>
                    <a:pt x="788624" y="1468714"/>
                  </a:lnTo>
                  <a:lnTo>
                    <a:pt x="786190" y="1469605"/>
                  </a:lnTo>
                  <a:lnTo>
                    <a:pt x="784451" y="1470241"/>
                  </a:lnTo>
                  <a:lnTo>
                    <a:pt x="784277" y="1470304"/>
                  </a:lnTo>
                  <a:lnTo>
                    <a:pt x="782538" y="1470940"/>
                  </a:lnTo>
                  <a:lnTo>
                    <a:pt x="781321" y="1471386"/>
                  </a:lnTo>
                  <a:lnTo>
                    <a:pt x="781147" y="1471449"/>
                  </a:lnTo>
                  <a:lnTo>
                    <a:pt x="780973" y="1471513"/>
                  </a:lnTo>
                  <a:lnTo>
                    <a:pt x="780625" y="1471640"/>
                  </a:lnTo>
                  <a:lnTo>
                    <a:pt x="776973" y="1472976"/>
                  </a:lnTo>
                  <a:lnTo>
                    <a:pt x="772800" y="1474503"/>
                  </a:lnTo>
                  <a:lnTo>
                    <a:pt x="770017" y="1475520"/>
                  </a:lnTo>
                  <a:lnTo>
                    <a:pt x="766192" y="1476920"/>
                  </a:lnTo>
                  <a:lnTo>
                    <a:pt x="763583" y="1477874"/>
                  </a:lnTo>
                  <a:lnTo>
                    <a:pt x="760627" y="1478956"/>
                  </a:lnTo>
                  <a:lnTo>
                    <a:pt x="760279" y="1479083"/>
                  </a:lnTo>
                  <a:lnTo>
                    <a:pt x="759062" y="1479529"/>
                  </a:lnTo>
                  <a:lnTo>
                    <a:pt x="757497" y="1480101"/>
                  </a:lnTo>
                  <a:lnTo>
                    <a:pt x="753149" y="1481692"/>
                  </a:lnTo>
                  <a:lnTo>
                    <a:pt x="746889" y="1483983"/>
                  </a:lnTo>
                  <a:lnTo>
                    <a:pt x="745846" y="1484365"/>
                  </a:lnTo>
                  <a:lnTo>
                    <a:pt x="745498" y="1484492"/>
                  </a:lnTo>
                  <a:lnTo>
                    <a:pt x="744628" y="1484810"/>
                  </a:lnTo>
                  <a:lnTo>
                    <a:pt x="743585" y="1485192"/>
                  </a:lnTo>
                  <a:lnTo>
                    <a:pt x="740107" y="1486465"/>
                  </a:lnTo>
                  <a:lnTo>
                    <a:pt x="738542" y="1487038"/>
                  </a:lnTo>
                  <a:lnTo>
                    <a:pt x="738368" y="1487102"/>
                  </a:lnTo>
                  <a:lnTo>
                    <a:pt x="736455" y="1487802"/>
                  </a:lnTo>
                  <a:lnTo>
                    <a:pt x="736281" y="1487865"/>
                  </a:lnTo>
                  <a:lnTo>
                    <a:pt x="732629" y="1489202"/>
                  </a:lnTo>
                  <a:lnTo>
                    <a:pt x="726891" y="1491303"/>
                  </a:lnTo>
                  <a:lnTo>
                    <a:pt x="721152" y="1493404"/>
                  </a:lnTo>
                  <a:lnTo>
                    <a:pt x="719587" y="1493977"/>
                  </a:lnTo>
                  <a:lnTo>
                    <a:pt x="719065" y="1494168"/>
                  </a:lnTo>
                  <a:lnTo>
                    <a:pt x="717848" y="1494614"/>
                  </a:lnTo>
                  <a:lnTo>
                    <a:pt x="714022" y="1496014"/>
                  </a:lnTo>
                  <a:lnTo>
                    <a:pt x="712457" y="1496587"/>
                  </a:lnTo>
                  <a:lnTo>
                    <a:pt x="710197" y="1497415"/>
                  </a:lnTo>
                  <a:lnTo>
                    <a:pt x="708284" y="1498116"/>
                  </a:lnTo>
                  <a:lnTo>
                    <a:pt x="706893" y="1498625"/>
                  </a:lnTo>
                  <a:lnTo>
                    <a:pt x="706719" y="1498689"/>
                  </a:lnTo>
                  <a:lnTo>
                    <a:pt x="706197" y="1498880"/>
                  </a:lnTo>
                  <a:lnTo>
                    <a:pt x="705154" y="1499262"/>
                  </a:lnTo>
                  <a:lnTo>
                    <a:pt x="703936" y="1499708"/>
                  </a:lnTo>
                  <a:lnTo>
                    <a:pt x="702893" y="1500090"/>
                  </a:lnTo>
                  <a:lnTo>
                    <a:pt x="701328" y="1500663"/>
                  </a:lnTo>
                  <a:lnTo>
                    <a:pt x="699241" y="1501427"/>
                  </a:lnTo>
                  <a:lnTo>
                    <a:pt x="695937" y="1502637"/>
                  </a:lnTo>
                  <a:lnTo>
                    <a:pt x="695589" y="1502765"/>
                  </a:lnTo>
                  <a:lnTo>
                    <a:pt x="692111" y="1504039"/>
                  </a:lnTo>
                  <a:lnTo>
                    <a:pt x="691416" y="1504293"/>
                  </a:lnTo>
                  <a:lnTo>
                    <a:pt x="690025" y="1504803"/>
                  </a:lnTo>
                  <a:lnTo>
                    <a:pt x="689503" y="1504994"/>
                  </a:lnTo>
                  <a:lnTo>
                    <a:pt x="687764" y="1505631"/>
                  </a:lnTo>
                  <a:lnTo>
                    <a:pt x="683938" y="1507033"/>
                  </a:lnTo>
                  <a:lnTo>
                    <a:pt x="682547" y="1507542"/>
                  </a:lnTo>
                  <a:lnTo>
                    <a:pt x="681504" y="1507924"/>
                  </a:lnTo>
                  <a:lnTo>
                    <a:pt x="671418" y="1511620"/>
                  </a:lnTo>
                  <a:lnTo>
                    <a:pt x="669157" y="1512448"/>
                  </a:lnTo>
                  <a:lnTo>
                    <a:pt x="668983" y="1512512"/>
                  </a:lnTo>
                  <a:lnTo>
                    <a:pt x="668461" y="1512703"/>
                  </a:lnTo>
                  <a:lnTo>
                    <a:pt x="667592" y="1513021"/>
                  </a:lnTo>
                  <a:lnTo>
                    <a:pt x="667070" y="1513213"/>
                  </a:lnTo>
                  <a:lnTo>
                    <a:pt x="663418" y="1514551"/>
                  </a:lnTo>
                  <a:lnTo>
                    <a:pt x="661505" y="1515252"/>
                  </a:lnTo>
                  <a:lnTo>
                    <a:pt x="659245" y="1516080"/>
                  </a:lnTo>
                  <a:lnTo>
                    <a:pt x="653158" y="1518311"/>
                  </a:lnTo>
                  <a:lnTo>
                    <a:pt x="651941" y="1518757"/>
                  </a:lnTo>
                  <a:lnTo>
                    <a:pt x="645681" y="1521052"/>
                  </a:lnTo>
                  <a:lnTo>
                    <a:pt x="644637" y="1521434"/>
                  </a:lnTo>
                  <a:lnTo>
                    <a:pt x="636290" y="1524494"/>
                  </a:lnTo>
                  <a:lnTo>
                    <a:pt x="635595" y="1524749"/>
                  </a:lnTo>
                  <a:lnTo>
                    <a:pt x="632986" y="1525705"/>
                  </a:lnTo>
                  <a:lnTo>
                    <a:pt x="632638" y="1525833"/>
                  </a:lnTo>
                  <a:lnTo>
                    <a:pt x="628639" y="1527299"/>
                  </a:lnTo>
                  <a:lnTo>
                    <a:pt x="619770" y="1530551"/>
                  </a:lnTo>
                  <a:lnTo>
                    <a:pt x="615944" y="1531954"/>
                  </a:lnTo>
                  <a:lnTo>
                    <a:pt x="614727" y="1532400"/>
                  </a:lnTo>
                  <a:lnTo>
                    <a:pt x="612292" y="1533293"/>
                  </a:lnTo>
                  <a:lnTo>
                    <a:pt x="610553" y="1533931"/>
                  </a:lnTo>
                  <a:lnTo>
                    <a:pt x="610380" y="1533995"/>
                  </a:lnTo>
                  <a:lnTo>
                    <a:pt x="608641" y="1534632"/>
                  </a:lnTo>
                  <a:lnTo>
                    <a:pt x="607423" y="1535079"/>
                  </a:lnTo>
                  <a:lnTo>
                    <a:pt x="607249" y="1535143"/>
                  </a:lnTo>
                  <a:lnTo>
                    <a:pt x="607075" y="1535206"/>
                  </a:lnTo>
                  <a:lnTo>
                    <a:pt x="606728" y="1535334"/>
                  </a:lnTo>
                  <a:lnTo>
                    <a:pt x="606032" y="1535589"/>
                  </a:lnTo>
                  <a:lnTo>
                    <a:pt x="598902" y="1538204"/>
                  </a:lnTo>
                  <a:lnTo>
                    <a:pt x="596120" y="1539225"/>
                  </a:lnTo>
                  <a:lnTo>
                    <a:pt x="592294" y="1540628"/>
                  </a:lnTo>
                  <a:lnTo>
                    <a:pt x="589686" y="1541585"/>
                  </a:lnTo>
                  <a:lnTo>
                    <a:pt x="586729" y="1542670"/>
                  </a:lnTo>
                  <a:lnTo>
                    <a:pt x="586382" y="1542797"/>
                  </a:lnTo>
                  <a:lnTo>
                    <a:pt x="585164" y="1543244"/>
                  </a:lnTo>
                  <a:lnTo>
                    <a:pt x="583599" y="1543818"/>
                  </a:lnTo>
                  <a:lnTo>
                    <a:pt x="579252" y="1545413"/>
                  </a:lnTo>
                  <a:lnTo>
                    <a:pt x="572992" y="1547710"/>
                  </a:lnTo>
                  <a:lnTo>
                    <a:pt x="571948" y="1548093"/>
                  </a:lnTo>
                  <a:lnTo>
                    <a:pt x="571600" y="1548221"/>
                  </a:lnTo>
                  <a:lnTo>
                    <a:pt x="570731" y="1548540"/>
                  </a:lnTo>
                  <a:lnTo>
                    <a:pt x="569688" y="1548923"/>
                  </a:lnTo>
                  <a:lnTo>
                    <a:pt x="566210" y="1550199"/>
                  </a:lnTo>
                  <a:lnTo>
                    <a:pt x="564645" y="1550773"/>
                  </a:lnTo>
                  <a:lnTo>
                    <a:pt x="564471" y="1550837"/>
                  </a:lnTo>
                  <a:lnTo>
                    <a:pt x="562558" y="1551539"/>
                  </a:lnTo>
                  <a:lnTo>
                    <a:pt x="562384" y="1551603"/>
                  </a:lnTo>
                  <a:lnTo>
                    <a:pt x="558732" y="1552943"/>
                  </a:lnTo>
                  <a:lnTo>
                    <a:pt x="552993" y="1555050"/>
                  </a:lnTo>
                  <a:lnTo>
                    <a:pt x="547255" y="1557156"/>
                  </a:lnTo>
                  <a:lnTo>
                    <a:pt x="545690" y="1557730"/>
                  </a:lnTo>
                  <a:lnTo>
                    <a:pt x="545168" y="1557922"/>
                  </a:lnTo>
                  <a:lnTo>
                    <a:pt x="543951" y="1558369"/>
                  </a:lnTo>
                  <a:lnTo>
                    <a:pt x="540125" y="1559773"/>
                  </a:lnTo>
                  <a:lnTo>
                    <a:pt x="538560" y="1560348"/>
                  </a:lnTo>
                  <a:lnTo>
                    <a:pt x="536299" y="1561178"/>
                  </a:lnTo>
                  <a:lnTo>
                    <a:pt x="534386" y="1561880"/>
                  </a:lnTo>
                  <a:lnTo>
                    <a:pt x="532995" y="1562391"/>
                  </a:lnTo>
                  <a:lnTo>
                    <a:pt x="532821" y="1562455"/>
                  </a:lnTo>
                  <a:lnTo>
                    <a:pt x="532300" y="1562646"/>
                  </a:lnTo>
                  <a:lnTo>
                    <a:pt x="531256" y="1563029"/>
                  </a:lnTo>
                  <a:lnTo>
                    <a:pt x="530039" y="1563476"/>
                  </a:lnTo>
                  <a:lnTo>
                    <a:pt x="528996" y="1563860"/>
                  </a:lnTo>
                  <a:lnTo>
                    <a:pt x="527430" y="1564434"/>
                  </a:lnTo>
                  <a:lnTo>
                    <a:pt x="525344" y="1565200"/>
                  </a:lnTo>
                  <a:lnTo>
                    <a:pt x="522040" y="1566414"/>
                  </a:lnTo>
                  <a:lnTo>
                    <a:pt x="521692" y="1566541"/>
                  </a:lnTo>
                  <a:lnTo>
                    <a:pt x="518214" y="1567819"/>
                  </a:lnTo>
                  <a:lnTo>
                    <a:pt x="517518" y="1568074"/>
                  </a:lnTo>
                  <a:lnTo>
                    <a:pt x="516127" y="1568585"/>
                  </a:lnTo>
                  <a:lnTo>
                    <a:pt x="513866" y="1569415"/>
                  </a:lnTo>
                  <a:lnTo>
                    <a:pt x="510041" y="1570820"/>
                  </a:lnTo>
                  <a:lnTo>
                    <a:pt x="508650" y="1571331"/>
                  </a:lnTo>
                  <a:lnTo>
                    <a:pt x="507606" y="1571714"/>
                  </a:lnTo>
                  <a:lnTo>
                    <a:pt x="497520" y="1575419"/>
                  </a:lnTo>
                  <a:lnTo>
                    <a:pt x="495259" y="1576250"/>
                  </a:lnTo>
                  <a:lnTo>
                    <a:pt x="495086" y="1576314"/>
                  </a:lnTo>
                  <a:lnTo>
                    <a:pt x="494564" y="1576505"/>
                  </a:lnTo>
                  <a:lnTo>
                    <a:pt x="493694" y="1576825"/>
                  </a:lnTo>
                  <a:lnTo>
                    <a:pt x="493173" y="1577016"/>
                  </a:lnTo>
                  <a:lnTo>
                    <a:pt x="489521" y="1578358"/>
                  </a:lnTo>
                  <a:lnTo>
                    <a:pt x="487608" y="1579061"/>
                  </a:lnTo>
                  <a:lnTo>
                    <a:pt x="485347" y="1579891"/>
                  </a:lnTo>
                  <a:lnTo>
                    <a:pt x="479261" y="1582128"/>
                  </a:lnTo>
                  <a:lnTo>
                    <a:pt x="478044" y="1582575"/>
                  </a:lnTo>
                  <a:lnTo>
                    <a:pt x="462393" y="1588326"/>
                  </a:lnTo>
                  <a:lnTo>
                    <a:pt x="461697" y="1588582"/>
                  </a:lnTo>
                  <a:lnTo>
                    <a:pt x="459958" y="1589221"/>
                  </a:lnTo>
                  <a:lnTo>
                    <a:pt x="459089" y="1589541"/>
                  </a:lnTo>
                  <a:lnTo>
                    <a:pt x="458741" y="1589668"/>
                  </a:lnTo>
                  <a:lnTo>
                    <a:pt x="454741" y="1591139"/>
                  </a:lnTo>
                  <a:lnTo>
                    <a:pt x="445873" y="1594399"/>
                  </a:lnTo>
                  <a:lnTo>
                    <a:pt x="442047" y="1595805"/>
                  </a:lnTo>
                  <a:lnTo>
                    <a:pt x="440830" y="1596253"/>
                  </a:lnTo>
                  <a:lnTo>
                    <a:pt x="438395" y="1597148"/>
                  </a:lnTo>
                  <a:lnTo>
                    <a:pt x="436482" y="1597851"/>
                  </a:lnTo>
                  <a:lnTo>
                    <a:pt x="433526" y="1598938"/>
                  </a:lnTo>
                  <a:lnTo>
                    <a:pt x="433178" y="1599066"/>
                  </a:lnTo>
                  <a:lnTo>
                    <a:pt x="432135" y="1599449"/>
                  </a:lnTo>
                  <a:lnTo>
                    <a:pt x="429178" y="1600536"/>
                  </a:lnTo>
                  <a:lnTo>
                    <a:pt x="425005" y="1602071"/>
                  </a:lnTo>
                  <a:lnTo>
                    <a:pt x="422223" y="1603094"/>
                  </a:lnTo>
                  <a:lnTo>
                    <a:pt x="418397" y="1604501"/>
                  </a:lnTo>
                  <a:lnTo>
                    <a:pt x="415788" y="1605460"/>
                  </a:lnTo>
                  <a:lnTo>
                    <a:pt x="412832" y="1606547"/>
                  </a:lnTo>
                  <a:lnTo>
                    <a:pt x="412484" y="1606675"/>
                  </a:lnTo>
                  <a:lnTo>
                    <a:pt x="411267" y="1607123"/>
                  </a:lnTo>
                  <a:lnTo>
                    <a:pt x="409702" y="1607699"/>
                  </a:lnTo>
                  <a:lnTo>
                    <a:pt x="405354" y="1609298"/>
                  </a:lnTo>
                  <a:lnTo>
                    <a:pt x="399094" y="1611600"/>
                  </a:lnTo>
                  <a:lnTo>
                    <a:pt x="398051" y="1611984"/>
                  </a:lnTo>
                  <a:lnTo>
                    <a:pt x="397703" y="1612112"/>
                  </a:lnTo>
                  <a:lnTo>
                    <a:pt x="396833" y="1612432"/>
                  </a:lnTo>
                  <a:lnTo>
                    <a:pt x="395790" y="1612816"/>
                  </a:lnTo>
                  <a:lnTo>
                    <a:pt x="392312" y="1614095"/>
                  </a:lnTo>
                  <a:lnTo>
                    <a:pt x="390747" y="1614671"/>
                  </a:lnTo>
                  <a:lnTo>
                    <a:pt x="390573" y="1614735"/>
                  </a:lnTo>
                  <a:lnTo>
                    <a:pt x="388486" y="1615502"/>
                  </a:lnTo>
                  <a:lnTo>
                    <a:pt x="384835" y="1616846"/>
                  </a:lnTo>
                  <a:lnTo>
                    <a:pt x="379096" y="1618957"/>
                  </a:lnTo>
                  <a:lnTo>
                    <a:pt x="373357" y="1621069"/>
                  </a:lnTo>
                  <a:lnTo>
                    <a:pt x="371792" y="1621645"/>
                  </a:lnTo>
                  <a:lnTo>
                    <a:pt x="371271" y="1621837"/>
                  </a:lnTo>
                  <a:lnTo>
                    <a:pt x="366228" y="1623693"/>
                  </a:lnTo>
                  <a:lnTo>
                    <a:pt x="364662" y="1624269"/>
                  </a:lnTo>
                  <a:lnTo>
                    <a:pt x="362402" y="1625100"/>
                  </a:lnTo>
                  <a:lnTo>
                    <a:pt x="360489" y="1625804"/>
                  </a:lnTo>
                  <a:lnTo>
                    <a:pt x="359098" y="1626316"/>
                  </a:lnTo>
                  <a:lnTo>
                    <a:pt x="358924" y="1626380"/>
                  </a:lnTo>
                  <a:lnTo>
                    <a:pt x="358402" y="1626572"/>
                  </a:lnTo>
                  <a:lnTo>
                    <a:pt x="357359" y="1626956"/>
                  </a:lnTo>
                  <a:lnTo>
                    <a:pt x="356141" y="1627405"/>
                  </a:lnTo>
                  <a:lnTo>
                    <a:pt x="355098" y="1627789"/>
                  </a:lnTo>
                  <a:lnTo>
                    <a:pt x="351446" y="1629133"/>
                  </a:lnTo>
                  <a:lnTo>
                    <a:pt x="348142" y="1630349"/>
                  </a:lnTo>
                  <a:lnTo>
                    <a:pt x="347794" y="1630477"/>
                  </a:lnTo>
                  <a:lnTo>
                    <a:pt x="344316" y="1631757"/>
                  </a:lnTo>
                  <a:lnTo>
                    <a:pt x="343621" y="1632013"/>
                  </a:lnTo>
                  <a:lnTo>
                    <a:pt x="342230" y="1632525"/>
                  </a:lnTo>
                  <a:lnTo>
                    <a:pt x="339969" y="1633357"/>
                  </a:lnTo>
                  <a:lnTo>
                    <a:pt x="333709" y="1635662"/>
                  </a:lnTo>
                  <a:lnTo>
                    <a:pt x="321362" y="1640208"/>
                  </a:lnTo>
                  <a:lnTo>
                    <a:pt x="319797" y="1640784"/>
                  </a:lnTo>
                  <a:lnTo>
                    <a:pt x="311450" y="1643858"/>
                  </a:lnTo>
                  <a:lnTo>
                    <a:pt x="305363" y="1646100"/>
                  </a:lnTo>
                  <a:lnTo>
                    <a:pt x="297886" y="1648854"/>
                  </a:lnTo>
                  <a:lnTo>
                    <a:pt x="288495" y="1652313"/>
                  </a:lnTo>
                  <a:lnTo>
                    <a:pt x="286061" y="1653209"/>
                  </a:lnTo>
                  <a:lnTo>
                    <a:pt x="268149" y="1659808"/>
                  </a:lnTo>
                  <a:lnTo>
                    <a:pt x="260846" y="1662500"/>
                  </a:lnTo>
                  <a:lnTo>
                    <a:pt x="259628" y="1662948"/>
                  </a:lnTo>
                  <a:lnTo>
                    <a:pt x="258237" y="1663461"/>
                  </a:lnTo>
                  <a:lnTo>
                    <a:pt x="251107" y="1666088"/>
                  </a:lnTo>
                  <a:lnTo>
                    <a:pt x="248325" y="1667114"/>
                  </a:lnTo>
                  <a:lnTo>
                    <a:pt x="238935" y="1670575"/>
                  </a:lnTo>
                  <a:lnTo>
                    <a:pt x="235804" y="1671729"/>
                  </a:lnTo>
                  <a:lnTo>
                    <a:pt x="222936" y="1676473"/>
                  </a:lnTo>
                  <a:lnTo>
                    <a:pt x="216850" y="1678716"/>
                  </a:lnTo>
                  <a:lnTo>
                    <a:pt x="214589" y="1679550"/>
                  </a:lnTo>
                  <a:lnTo>
                    <a:pt x="210937" y="1680896"/>
                  </a:lnTo>
                  <a:lnTo>
                    <a:pt x="197373" y="1685898"/>
                  </a:lnTo>
                  <a:lnTo>
                    <a:pt x="192330" y="1687758"/>
                  </a:lnTo>
                  <a:lnTo>
                    <a:pt x="182244" y="1691478"/>
                  </a:lnTo>
                  <a:lnTo>
                    <a:pt x="173897" y="1694557"/>
                  </a:lnTo>
                  <a:lnTo>
                    <a:pt x="168332" y="1696610"/>
                  </a:lnTo>
                  <a:lnTo>
                    <a:pt x="166072" y="1697444"/>
                  </a:lnTo>
                  <a:lnTo>
                    <a:pt x="145899" y="1704887"/>
                  </a:lnTo>
                  <a:lnTo>
                    <a:pt x="77210" y="1730243"/>
                  </a:lnTo>
                  <a:lnTo>
                    <a:pt x="0" y="1758769"/>
                  </a:lnTo>
                  <a:close/>
                </a:path>
              </a:pathLst>
            </a:custGeom>
            <a:solidFill>
              <a:srgbClr val="619CFF">
                <a:alpha val="14901"/>
              </a:srgbClr>
            </a:solidFill>
          </p:spPr>
          <p:txBody>
            <a:bodyPr/>
            <a:lstStyle/>
            <a:p/>
          </p:txBody>
        </p:sp>
        <p:sp>
          <p:nvSpPr>
            <p:cNvPr id="14" name="pl13"/>
            <p:cNvSpPr/>
            <p:nvPr/>
          </p:nvSpPr>
          <p:spPr>
            <a:xfrm>
              <a:off x="3269760" y="3132901"/>
              <a:ext cx="4515247" cy="1608371"/>
            </a:xfrm>
            <a:custGeom>
              <a:avLst/>
              <a:pathLst>
                <a:path w="4515247" h="1608371">
                  <a:moveTo>
                    <a:pt x="0" y="1608371"/>
                  </a:moveTo>
                  <a:lnTo>
                    <a:pt x="77210" y="1582007"/>
                  </a:lnTo>
                  <a:lnTo>
                    <a:pt x="145899" y="1558533"/>
                  </a:lnTo>
                  <a:lnTo>
                    <a:pt x="166072" y="1551635"/>
                  </a:lnTo>
                  <a:lnTo>
                    <a:pt x="168332" y="1550862"/>
                  </a:lnTo>
                  <a:lnTo>
                    <a:pt x="173897" y="1548959"/>
                  </a:lnTo>
                  <a:lnTo>
                    <a:pt x="182244" y="1546104"/>
                  </a:lnTo>
                  <a:lnTo>
                    <a:pt x="192330" y="1542654"/>
                  </a:lnTo>
                  <a:lnTo>
                    <a:pt x="197373" y="1540929"/>
                  </a:lnTo>
                  <a:lnTo>
                    <a:pt x="210937" y="1536288"/>
                  </a:lnTo>
                  <a:lnTo>
                    <a:pt x="214589" y="1535038"/>
                  </a:lnTo>
                  <a:lnTo>
                    <a:pt x="216850" y="1534265"/>
                  </a:lnTo>
                  <a:lnTo>
                    <a:pt x="222936" y="1532182"/>
                  </a:lnTo>
                  <a:lnTo>
                    <a:pt x="235804" y="1527777"/>
                  </a:lnTo>
                  <a:lnTo>
                    <a:pt x="238935" y="1526706"/>
                  </a:lnTo>
                  <a:lnTo>
                    <a:pt x="248325" y="1523491"/>
                  </a:lnTo>
                  <a:lnTo>
                    <a:pt x="251107" y="1522539"/>
                  </a:lnTo>
                  <a:lnTo>
                    <a:pt x="258237" y="1520098"/>
                  </a:lnTo>
                  <a:lnTo>
                    <a:pt x="259628" y="1519622"/>
                  </a:lnTo>
                  <a:lnTo>
                    <a:pt x="260846" y="1519205"/>
                  </a:lnTo>
                  <a:lnTo>
                    <a:pt x="268149" y="1516704"/>
                  </a:lnTo>
                  <a:lnTo>
                    <a:pt x="286061" y="1510570"/>
                  </a:lnTo>
                  <a:lnTo>
                    <a:pt x="288495" y="1509736"/>
                  </a:lnTo>
                  <a:lnTo>
                    <a:pt x="297886" y="1506519"/>
                  </a:lnTo>
                  <a:lnTo>
                    <a:pt x="305363" y="1503957"/>
                  </a:lnTo>
                  <a:lnTo>
                    <a:pt x="311450" y="1501872"/>
                  </a:lnTo>
                  <a:lnTo>
                    <a:pt x="319797" y="1499012"/>
                  </a:lnTo>
                  <a:lnTo>
                    <a:pt x="321362" y="1498475"/>
                  </a:lnTo>
                  <a:lnTo>
                    <a:pt x="333709" y="1494244"/>
                  </a:lnTo>
                  <a:lnTo>
                    <a:pt x="339969" y="1492098"/>
                  </a:lnTo>
                  <a:lnTo>
                    <a:pt x="342230" y="1491323"/>
                  </a:lnTo>
                  <a:lnTo>
                    <a:pt x="343621" y="1490847"/>
                  </a:lnTo>
                  <a:lnTo>
                    <a:pt x="344316" y="1490608"/>
                  </a:lnTo>
                  <a:lnTo>
                    <a:pt x="347794" y="1489416"/>
                  </a:lnTo>
                  <a:lnTo>
                    <a:pt x="348142" y="1489297"/>
                  </a:lnTo>
                  <a:lnTo>
                    <a:pt x="351446" y="1488164"/>
                  </a:lnTo>
                  <a:lnTo>
                    <a:pt x="355098" y="1486912"/>
                  </a:lnTo>
                  <a:lnTo>
                    <a:pt x="356141" y="1486554"/>
                  </a:lnTo>
                  <a:lnTo>
                    <a:pt x="357359" y="1486137"/>
                  </a:lnTo>
                  <a:lnTo>
                    <a:pt x="358402" y="1485779"/>
                  </a:lnTo>
                  <a:lnTo>
                    <a:pt x="358924" y="1485600"/>
                  </a:lnTo>
                  <a:lnTo>
                    <a:pt x="359098" y="1485541"/>
                  </a:lnTo>
                  <a:lnTo>
                    <a:pt x="360489" y="1485064"/>
                  </a:lnTo>
                  <a:lnTo>
                    <a:pt x="362402" y="1484408"/>
                  </a:lnTo>
                  <a:lnTo>
                    <a:pt x="364662" y="1483633"/>
                  </a:lnTo>
                  <a:lnTo>
                    <a:pt x="366228" y="1483096"/>
                  </a:lnTo>
                  <a:lnTo>
                    <a:pt x="371271" y="1481367"/>
                  </a:lnTo>
                  <a:lnTo>
                    <a:pt x="371792" y="1481188"/>
                  </a:lnTo>
                  <a:lnTo>
                    <a:pt x="373357" y="1480651"/>
                  </a:lnTo>
                  <a:lnTo>
                    <a:pt x="379096" y="1478683"/>
                  </a:lnTo>
                  <a:lnTo>
                    <a:pt x="384835" y="1476715"/>
                  </a:lnTo>
                  <a:lnTo>
                    <a:pt x="388486" y="1475462"/>
                  </a:lnTo>
                  <a:lnTo>
                    <a:pt x="390573" y="1474747"/>
                  </a:lnTo>
                  <a:lnTo>
                    <a:pt x="390747" y="1474687"/>
                  </a:lnTo>
                  <a:lnTo>
                    <a:pt x="392312" y="1474150"/>
                  </a:lnTo>
                  <a:lnTo>
                    <a:pt x="395790" y="1472957"/>
                  </a:lnTo>
                  <a:lnTo>
                    <a:pt x="396833" y="1472599"/>
                  </a:lnTo>
                  <a:lnTo>
                    <a:pt x="397703" y="1472301"/>
                  </a:lnTo>
                  <a:lnTo>
                    <a:pt x="398051" y="1472181"/>
                  </a:lnTo>
                  <a:lnTo>
                    <a:pt x="399094" y="1471824"/>
                  </a:lnTo>
                  <a:lnTo>
                    <a:pt x="405354" y="1469676"/>
                  </a:lnTo>
                  <a:lnTo>
                    <a:pt x="409702" y="1468184"/>
                  </a:lnTo>
                  <a:lnTo>
                    <a:pt x="411267" y="1467647"/>
                  </a:lnTo>
                  <a:lnTo>
                    <a:pt x="412484" y="1467230"/>
                  </a:lnTo>
                  <a:lnTo>
                    <a:pt x="412832" y="1467110"/>
                  </a:lnTo>
                  <a:lnTo>
                    <a:pt x="415788" y="1466096"/>
                  </a:lnTo>
                  <a:lnTo>
                    <a:pt x="418397" y="1465201"/>
                  </a:lnTo>
                  <a:lnTo>
                    <a:pt x="422223" y="1463888"/>
                  </a:lnTo>
                  <a:lnTo>
                    <a:pt x="425005" y="1462933"/>
                  </a:lnTo>
                  <a:lnTo>
                    <a:pt x="429178" y="1461501"/>
                  </a:lnTo>
                  <a:lnTo>
                    <a:pt x="432135" y="1460486"/>
                  </a:lnTo>
                  <a:lnTo>
                    <a:pt x="433178" y="1460128"/>
                  </a:lnTo>
                  <a:lnTo>
                    <a:pt x="433526" y="1460009"/>
                  </a:lnTo>
                  <a:lnTo>
                    <a:pt x="436482" y="1458994"/>
                  </a:lnTo>
                  <a:lnTo>
                    <a:pt x="438395" y="1458337"/>
                  </a:lnTo>
                  <a:lnTo>
                    <a:pt x="440830" y="1457502"/>
                  </a:lnTo>
                  <a:lnTo>
                    <a:pt x="442047" y="1457084"/>
                  </a:lnTo>
                  <a:lnTo>
                    <a:pt x="445873" y="1455770"/>
                  </a:lnTo>
                  <a:lnTo>
                    <a:pt x="454741" y="1452726"/>
                  </a:lnTo>
                  <a:lnTo>
                    <a:pt x="458741" y="1451352"/>
                  </a:lnTo>
                  <a:lnTo>
                    <a:pt x="459089" y="1451233"/>
                  </a:lnTo>
                  <a:lnTo>
                    <a:pt x="459958" y="1450934"/>
                  </a:lnTo>
                  <a:lnTo>
                    <a:pt x="461697" y="1450337"/>
                  </a:lnTo>
                  <a:lnTo>
                    <a:pt x="462393" y="1450099"/>
                  </a:lnTo>
                  <a:lnTo>
                    <a:pt x="478044" y="1444724"/>
                  </a:lnTo>
                  <a:lnTo>
                    <a:pt x="479261" y="1444306"/>
                  </a:lnTo>
                  <a:lnTo>
                    <a:pt x="485347" y="1442215"/>
                  </a:lnTo>
                  <a:lnTo>
                    <a:pt x="487608" y="1441439"/>
                  </a:lnTo>
                  <a:lnTo>
                    <a:pt x="489521" y="1440782"/>
                  </a:lnTo>
                  <a:lnTo>
                    <a:pt x="493173" y="1439527"/>
                  </a:lnTo>
                  <a:lnTo>
                    <a:pt x="493694" y="1439348"/>
                  </a:lnTo>
                  <a:lnTo>
                    <a:pt x="494564" y="1439049"/>
                  </a:lnTo>
                  <a:lnTo>
                    <a:pt x="495086" y="1438870"/>
                  </a:lnTo>
                  <a:lnTo>
                    <a:pt x="495259" y="1438810"/>
                  </a:lnTo>
                  <a:lnTo>
                    <a:pt x="497520" y="1438034"/>
                  </a:lnTo>
                  <a:lnTo>
                    <a:pt x="507606" y="1434568"/>
                  </a:lnTo>
                  <a:lnTo>
                    <a:pt x="508650" y="1434210"/>
                  </a:lnTo>
                  <a:lnTo>
                    <a:pt x="510041" y="1433732"/>
                  </a:lnTo>
                  <a:lnTo>
                    <a:pt x="513866" y="1432417"/>
                  </a:lnTo>
                  <a:lnTo>
                    <a:pt x="516127" y="1431640"/>
                  </a:lnTo>
                  <a:lnTo>
                    <a:pt x="517518" y="1431162"/>
                  </a:lnTo>
                  <a:lnTo>
                    <a:pt x="518214" y="1430923"/>
                  </a:lnTo>
                  <a:lnTo>
                    <a:pt x="521692" y="1429728"/>
                  </a:lnTo>
                  <a:lnTo>
                    <a:pt x="522040" y="1429608"/>
                  </a:lnTo>
                  <a:lnTo>
                    <a:pt x="525344" y="1428473"/>
                  </a:lnTo>
                  <a:lnTo>
                    <a:pt x="527430" y="1427755"/>
                  </a:lnTo>
                  <a:lnTo>
                    <a:pt x="528996" y="1427218"/>
                  </a:lnTo>
                  <a:lnTo>
                    <a:pt x="530039" y="1426859"/>
                  </a:lnTo>
                  <a:lnTo>
                    <a:pt x="531256" y="1426440"/>
                  </a:lnTo>
                  <a:lnTo>
                    <a:pt x="532300" y="1426082"/>
                  </a:lnTo>
                  <a:lnTo>
                    <a:pt x="532821" y="1425902"/>
                  </a:lnTo>
                  <a:lnTo>
                    <a:pt x="532995" y="1425843"/>
                  </a:lnTo>
                  <a:lnTo>
                    <a:pt x="534386" y="1425365"/>
                  </a:lnTo>
                  <a:lnTo>
                    <a:pt x="536299" y="1424707"/>
                  </a:lnTo>
                  <a:lnTo>
                    <a:pt x="538560" y="1423930"/>
                  </a:lnTo>
                  <a:lnTo>
                    <a:pt x="540125" y="1423392"/>
                  </a:lnTo>
                  <a:lnTo>
                    <a:pt x="543951" y="1422077"/>
                  </a:lnTo>
                  <a:lnTo>
                    <a:pt x="545168" y="1421658"/>
                  </a:lnTo>
                  <a:lnTo>
                    <a:pt x="545690" y="1421479"/>
                  </a:lnTo>
                  <a:lnTo>
                    <a:pt x="547255" y="1420941"/>
                  </a:lnTo>
                  <a:lnTo>
                    <a:pt x="552993" y="1418967"/>
                  </a:lnTo>
                  <a:lnTo>
                    <a:pt x="558732" y="1416994"/>
                  </a:lnTo>
                  <a:lnTo>
                    <a:pt x="562384" y="1415738"/>
                  </a:lnTo>
                  <a:lnTo>
                    <a:pt x="562558" y="1415679"/>
                  </a:lnTo>
                  <a:lnTo>
                    <a:pt x="564471" y="1415021"/>
                  </a:lnTo>
                  <a:lnTo>
                    <a:pt x="564645" y="1414961"/>
                  </a:lnTo>
                  <a:lnTo>
                    <a:pt x="566210" y="1414423"/>
                  </a:lnTo>
                  <a:lnTo>
                    <a:pt x="569688" y="1413227"/>
                  </a:lnTo>
                  <a:lnTo>
                    <a:pt x="570731" y="1412868"/>
                  </a:lnTo>
                  <a:lnTo>
                    <a:pt x="571600" y="1412569"/>
                  </a:lnTo>
                  <a:lnTo>
                    <a:pt x="571948" y="1412449"/>
                  </a:lnTo>
                  <a:lnTo>
                    <a:pt x="572992" y="1412090"/>
                  </a:lnTo>
                  <a:lnTo>
                    <a:pt x="579252" y="1409937"/>
                  </a:lnTo>
                  <a:lnTo>
                    <a:pt x="583599" y="1408441"/>
                  </a:lnTo>
                  <a:lnTo>
                    <a:pt x="585164" y="1407903"/>
                  </a:lnTo>
                  <a:lnTo>
                    <a:pt x="586382" y="1407484"/>
                  </a:lnTo>
                  <a:lnTo>
                    <a:pt x="586729" y="1407364"/>
                  </a:lnTo>
                  <a:lnTo>
                    <a:pt x="589686" y="1406347"/>
                  </a:lnTo>
                  <a:lnTo>
                    <a:pt x="592294" y="1405450"/>
                  </a:lnTo>
                  <a:lnTo>
                    <a:pt x="596120" y="1404134"/>
                  </a:lnTo>
                  <a:lnTo>
                    <a:pt x="598902" y="1403176"/>
                  </a:lnTo>
                  <a:lnTo>
                    <a:pt x="606032" y="1400723"/>
                  </a:lnTo>
                  <a:lnTo>
                    <a:pt x="606728" y="1400483"/>
                  </a:lnTo>
                  <a:lnTo>
                    <a:pt x="607075" y="1400364"/>
                  </a:lnTo>
                  <a:lnTo>
                    <a:pt x="607249" y="1400304"/>
                  </a:lnTo>
                  <a:lnTo>
                    <a:pt x="607423" y="1400244"/>
                  </a:lnTo>
                  <a:lnTo>
                    <a:pt x="608641" y="1399825"/>
                  </a:lnTo>
                  <a:lnTo>
                    <a:pt x="610380" y="1399227"/>
                  </a:lnTo>
                  <a:lnTo>
                    <a:pt x="610553" y="1399167"/>
                  </a:lnTo>
                  <a:lnTo>
                    <a:pt x="612292" y="1398568"/>
                  </a:lnTo>
                  <a:lnTo>
                    <a:pt x="614727" y="1397730"/>
                  </a:lnTo>
                  <a:lnTo>
                    <a:pt x="615944" y="1397311"/>
                  </a:lnTo>
                  <a:lnTo>
                    <a:pt x="619770" y="1395995"/>
                  </a:lnTo>
                  <a:lnTo>
                    <a:pt x="628639" y="1392942"/>
                  </a:lnTo>
                  <a:lnTo>
                    <a:pt x="632638" y="1391565"/>
                  </a:lnTo>
                  <a:lnTo>
                    <a:pt x="632986" y="1391445"/>
                  </a:lnTo>
                  <a:lnTo>
                    <a:pt x="635595" y="1390547"/>
                  </a:lnTo>
                  <a:lnTo>
                    <a:pt x="636290" y="1390307"/>
                  </a:lnTo>
                  <a:lnTo>
                    <a:pt x="644637" y="1387433"/>
                  </a:lnTo>
                  <a:lnTo>
                    <a:pt x="645681" y="1387074"/>
                  </a:lnTo>
                  <a:lnTo>
                    <a:pt x="651941" y="1384918"/>
                  </a:lnTo>
                  <a:lnTo>
                    <a:pt x="653158" y="1384499"/>
                  </a:lnTo>
                  <a:lnTo>
                    <a:pt x="659245" y="1382403"/>
                  </a:lnTo>
                  <a:lnTo>
                    <a:pt x="661505" y="1381624"/>
                  </a:lnTo>
                  <a:lnTo>
                    <a:pt x="663418" y="1380965"/>
                  </a:lnTo>
                  <a:lnTo>
                    <a:pt x="667070" y="1379707"/>
                  </a:lnTo>
                  <a:lnTo>
                    <a:pt x="667592" y="1379528"/>
                  </a:lnTo>
                  <a:lnTo>
                    <a:pt x="668461" y="1379228"/>
                  </a:lnTo>
                  <a:lnTo>
                    <a:pt x="668983" y="1379048"/>
                  </a:lnTo>
                  <a:lnTo>
                    <a:pt x="669157" y="1378989"/>
                  </a:lnTo>
                  <a:lnTo>
                    <a:pt x="671418" y="1378210"/>
                  </a:lnTo>
                  <a:lnTo>
                    <a:pt x="681504" y="1374735"/>
                  </a:lnTo>
                  <a:lnTo>
                    <a:pt x="682547" y="1374375"/>
                  </a:lnTo>
                  <a:lnTo>
                    <a:pt x="683938" y="1373896"/>
                  </a:lnTo>
                  <a:lnTo>
                    <a:pt x="687764" y="1372578"/>
                  </a:lnTo>
                  <a:lnTo>
                    <a:pt x="689503" y="1371978"/>
                  </a:lnTo>
                  <a:lnTo>
                    <a:pt x="690025" y="1371799"/>
                  </a:lnTo>
                  <a:lnTo>
                    <a:pt x="691416" y="1371319"/>
                  </a:lnTo>
                  <a:lnTo>
                    <a:pt x="692111" y="1371080"/>
                  </a:lnTo>
                  <a:lnTo>
                    <a:pt x="695589" y="1369881"/>
                  </a:lnTo>
                  <a:lnTo>
                    <a:pt x="695937" y="1369761"/>
                  </a:lnTo>
                  <a:lnTo>
                    <a:pt x="699241" y="1368622"/>
                  </a:lnTo>
                  <a:lnTo>
                    <a:pt x="701328" y="1367903"/>
                  </a:lnTo>
                  <a:lnTo>
                    <a:pt x="702893" y="1367364"/>
                  </a:lnTo>
                  <a:lnTo>
                    <a:pt x="703936" y="1367004"/>
                  </a:lnTo>
                  <a:lnTo>
                    <a:pt x="705154" y="1366585"/>
                  </a:lnTo>
                  <a:lnTo>
                    <a:pt x="706197" y="1366225"/>
                  </a:lnTo>
                  <a:lnTo>
                    <a:pt x="706719" y="1366045"/>
                  </a:lnTo>
                  <a:lnTo>
                    <a:pt x="706893" y="1365985"/>
                  </a:lnTo>
                  <a:lnTo>
                    <a:pt x="708284" y="1365506"/>
                  </a:lnTo>
                  <a:lnTo>
                    <a:pt x="710197" y="1364846"/>
                  </a:lnTo>
                  <a:lnTo>
                    <a:pt x="712457" y="1364067"/>
                  </a:lnTo>
                  <a:lnTo>
                    <a:pt x="714022" y="1363527"/>
                  </a:lnTo>
                  <a:lnTo>
                    <a:pt x="717848" y="1362208"/>
                  </a:lnTo>
                  <a:lnTo>
                    <a:pt x="719065" y="1361789"/>
                  </a:lnTo>
                  <a:lnTo>
                    <a:pt x="719587" y="1361609"/>
                  </a:lnTo>
                  <a:lnTo>
                    <a:pt x="721152" y="1361069"/>
                  </a:lnTo>
                  <a:lnTo>
                    <a:pt x="726891" y="1359091"/>
                  </a:lnTo>
                  <a:lnTo>
                    <a:pt x="732629" y="1357112"/>
                  </a:lnTo>
                  <a:lnTo>
                    <a:pt x="736281" y="1355852"/>
                  </a:lnTo>
                  <a:lnTo>
                    <a:pt x="736455" y="1355792"/>
                  </a:lnTo>
                  <a:lnTo>
                    <a:pt x="738368" y="1355133"/>
                  </a:lnTo>
                  <a:lnTo>
                    <a:pt x="738542" y="1355073"/>
                  </a:lnTo>
                  <a:lnTo>
                    <a:pt x="740107" y="1354533"/>
                  </a:lnTo>
                  <a:lnTo>
                    <a:pt x="743585" y="1353333"/>
                  </a:lnTo>
                  <a:lnTo>
                    <a:pt x="744628" y="1352974"/>
                  </a:lnTo>
                  <a:lnTo>
                    <a:pt x="745498" y="1352674"/>
                  </a:lnTo>
                  <a:lnTo>
                    <a:pt x="745846" y="1352554"/>
                  </a:lnTo>
                  <a:lnTo>
                    <a:pt x="746889" y="1352194"/>
                  </a:lnTo>
                  <a:lnTo>
                    <a:pt x="753149" y="1350034"/>
                  </a:lnTo>
                  <a:lnTo>
                    <a:pt x="757497" y="1348534"/>
                  </a:lnTo>
                  <a:lnTo>
                    <a:pt x="759062" y="1347995"/>
                  </a:lnTo>
                  <a:lnTo>
                    <a:pt x="760279" y="1347575"/>
                  </a:lnTo>
                  <a:lnTo>
                    <a:pt x="760627" y="1347455"/>
                  </a:lnTo>
                  <a:lnTo>
                    <a:pt x="763583" y="1346435"/>
                  </a:lnTo>
                  <a:lnTo>
                    <a:pt x="766192" y="1345535"/>
                  </a:lnTo>
                  <a:lnTo>
                    <a:pt x="770017" y="1344215"/>
                  </a:lnTo>
                  <a:lnTo>
                    <a:pt x="772800" y="1343254"/>
                  </a:lnTo>
                  <a:lnTo>
                    <a:pt x="776973" y="1341814"/>
                  </a:lnTo>
                  <a:lnTo>
                    <a:pt x="780625" y="1340554"/>
                  </a:lnTo>
                  <a:lnTo>
                    <a:pt x="780973" y="1340434"/>
                  </a:lnTo>
                  <a:lnTo>
                    <a:pt x="781147" y="1340374"/>
                  </a:lnTo>
                  <a:lnTo>
                    <a:pt x="781321" y="1340314"/>
                  </a:lnTo>
                  <a:lnTo>
                    <a:pt x="782538" y="1339894"/>
                  </a:lnTo>
                  <a:lnTo>
                    <a:pt x="784277" y="1339293"/>
                  </a:lnTo>
                  <a:lnTo>
                    <a:pt x="784451" y="1339233"/>
                  </a:lnTo>
                  <a:lnTo>
                    <a:pt x="786190" y="1338633"/>
                  </a:lnTo>
                  <a:lnTo>
                    <a:pt x="788624" y="1337793"/>
                  </a:lnTo>
                  <a:lnTo>
                    <a:pt x="789842" y="1337373"/>
                  </a:lnTo>
                  <a:lnTo>
                    <a:pt x="793667" y="1336052"/>
                  </a:lnTo>
                  <a:lnTo>
                    <a:pt x="802536" y="1332990"/>
                  </a:lnTo>
                  <a:lnTo>
                    <a:pt x="806536" y="1331609"/>
                  </a:lnTo>
                  <a:lnTo>
                    <a:pt x="806884" y="1331489"/>
                  </a:lnTo>
                  <a:lnTo>
                    <a:pt x="807753" y="1331189"/>
                  </a:lnTo>
                  <a:lnTo>
                    <a:pt x="809492" y="1330588"/>
                  </a:lnTo>
                  <a:lnTo>
                    <a:pt x="810188" y="1330348"/>
                  </a:lnTo>
                  <a:lnTo>
                    <a:pt x="818535" y="1327466"/>
                  </a:lnTo>
                  <a:lnTo>
                    <a:pt x="819578" y="1327105"/>
                  </a:lnTo>
                  <a:lnTo>
                    <a:pt x="825838" y="1324943"/>
                  </a:lnTo>
                  <a:lnTo>
                    <a:pt x="827056" y="1324523"/>
                  </a:lnTo>
                  <a:lnTo>
                    <a:pt x="833142" y="1322420"/>
                  </a:lnTo>
                  <a:lnTo>
                    <a:pt x="835403" y="1321639"/>
                  </a:lnTo>
                  <a:lnTo>
                    <a:pt x="837316" y="1320978"/>
                  </a:lnTo>
                  <a:lnTo>
                    <a:pt x="840968" y="1319717"/>
                  </a:lnTo>
                  <a:lnTo>
                    <a:pt x="841489" y="1319537"/>
                  </a:lnTo>
                  <a:lnTo>
                    <a:pt x="842359" y="1319236"/>
                  </a:lnTo>
                  <a:lnTo>
                    <a:pt x="842880" y="1319056"/>
                  </a:lnTo>
                  <a:lnTo>
                    <a:pt x="843054" y="1318996"/>
                  </a:lnTo>
                  <a:lnTo>
                    <a:pt x="845315" y="1318215"/>
                  </a:lnTo>
                  <a:lnTo>
                    <a:pt x="856444" y="1314369"/>
                  </a:lnTo>
                  <a:lnTo>
                    <a:pt x="857836" y="1313888"/>
                  </a:lnTo>
                  <a:lnTo>
                    <a:pt x="861661" y="1312566"/>
                  </a:lnTo>
                  <a:lnTo>
                    <a:pt x="863400" y="1311965"/>
                  </a:lnTo>
                  <a:lnTo>
                    <a:pt x="863922" y="1311784"/>
                  </a:lnTo>
                  <a:lnTo>
                    <a:pt x="865313" y="1311304"/>
                  </a:lnTo>
                  <a:lnTo>
                    <a:pt x="866009" y="1311063"/>
                  </a:lnTo>
                  <a:lnTo>
                    <a:pt x="869487" y="1309861"/>
                  </a:lnTo>
                  <a:lnTo>
                    <a:pt x="869835" y="1309741"/>
                  </a:lnTo>
                  <a:lnTo>
                    <a:pt x="873139" y="1308599"/>
                  </a:lnTo>
                  <a:lnTo>
                    <a:pt x="875225" y="1307877"/>
                  </a:lnTo>
                  <a:lnTo>
                    <a:pt x="876790" y="1307336"/>
                  </a:lnTo>
                  <a:lnTo>
                    <a:pt x="877834" y="1306975"/>
                  </a:lnTo>
                  <a:lnTo>
                    <a:pt x="879051" y="1306555"/>
                  </a:lnTo>
                  <a:lnTo>
                    <a:pt x="880094" y="1306194"/>
                  </a:lnTo>
                  <a:lnTo>
                    <a:pt x="880616" y="1306013"/>
                  </a:lnTo>
                  <a:lnTo>
                    <a:pt x="880790" y="1305953"/>
                  </a:lnTo>
                  <a:lnTo>
                    <a:pt x="882181" y="1305472"/>
                  </a:lnTo>
                  <a:lnTo>
                    <a:pt x="884094" y="1304811"/>
                  </a:lnTo>
                  <a:lnTo>
                    <a:pt x="886355" y="1304029"/>
                  </a:lnTo>
                  <a:lnTo>
                    <a:pt x="887920" y="1303488"/>
                  </a:lnTo>
                  <a:lnTo>
                    <a:pt x="891746" y="1302165"/>
                  </a:lnTo>
                  <a:lnTo>
                    <a:pt x="892963" y="1301744"/>
                  </a:lnTo>
                  <a:lnTo>
                    <a:pt x="893485" y="1301564"/>
                  </a:lnTo>
                  <a:lnTo>
                    <a:pt x="895050" y="1301023"/>
                  </a:lnTo>
                  <a:lnTo>
                    <a:pt x="900788" y="1299038"/>
                  </a:lnTo>
                  <a:lnTo>
                    <a:pt x="906527" y="1297053"/>
                  </a:lnTo>
                  <a:lnTo>
                    <a:pt x="910179" y="1295790"/>
                  </a:lnTo>
                  <a:lnTo>
                    <a:pt x="910353" y="1295730"/>
                  </a:lnTo>
                  <a:lnTo>
                    <a:pt x="912266" y="1295068"/>
                  </a:lnTo>
                  <a:lnTo>
                    <a:pt x="912439" y="1295008"/>
                  </a:lnTo>
                  <a:lnTo>
                    <a:pt x="914004" y="1294466"/>
                  </a:lnTo>
                  <a:lnTo>
                    <a:pt x="917482" y="1293263"/>
                  </a:lnTo>
                  <a:lnTo>
                    <a:pt x="918526" y="1292902"/>
                  </a:lnTo>
                  <a:lnTo>
                    <a:pt x="919395" y="1292601"/>
                  </a:lnTo>
                  <a:lnTo>
                    <a:pt x="919743" y="1292481"/>
                  </a:lnTo>
                  <a:lnTo>
                    <a:pt x="920786" y="1292120"/>
                  </a:lnTo>
                  <a:lnTo>
                    <a:pt x="927047" y="1289954"/>
                  </a:lnTo>
                  <a:lnTo>
                    <a:pt x="931394" y="1288449"/>
                  </a:lnTo>
                  <a:lnTo>
                    <a:pt x="932959" y="1287908"/>
                  </a:lnTo>
                  <a:lnTo>
                    <a:pt x="934177" y="1287486"/>
                  </a:lnTo>
                  <a:lnTo>
                    <a:pt x="937481" y="1286343"/>
                  </a:lnTo>
                  <a:lnTo>
                    <a:pt x="940089" y="1285440"/>
                  </a:lnTo>
                  <a:lnTo>
                    <a:pt x="943915" y="1284116"/>
                  </a:lnTo>
                  <a:lnTo>
                    <a:pt x="946697" y="1283153"/>
                  </a:lnTo>
                  <a:lnTo>
                    <a:pt x="950871" y="1281708"/>
                  </a:lnTo>
                  <a:lnTo>
                    <a:pt x="953827" y="1280685"/>
                  </a:lnTo>
                  <a:lnTo>
                    <a:pt x="954523" y="1280444"/>
                  </a:lnTo>
                  <a:lnTo>
                    <a:pt x="954870" y="1280323"/>
                  </a:lnTo>
                  <a:lnTo>
                    <a:pt x="955044" y="1280263"/>
                  </a:lnTo>
                  <a:lnTo>
                    <a:pt x="955218" y="1280203"/>
                  </a:lnTo>
                  <a:lnTo>
                    <a:pt x="956435" y="1279781"/>
                  </a:lnTo>
                  <a:lnTo>
                    <a:pt x="958174" y="1279179"/>
                  </a:lnTo>
                  <a:lnTo>
                    <a:pt x="958348" y="1279119"/>
                  </a:lnTo>
                  <a:lnTo>
                    <a:pt x="960087" y="1278517"/>
                  </a:lnTo>
                  <a:lnTo>
                    <a:pt x="962522" y="1277674"/>
                  </a:lnTo>
                  <a:lnTo>
                    <a:pt x="963739" y="1277253"/>
                  </a:lnTo>
                  <a:lnTo>
                    <a:pt x="967565" y="1275928"/>
                  </a:lnTo>
                  <a:lnTo>
                    <a:pt x="976434" y="1272856"/>
                  </a:lnTo>
                  <a:lnTo>
                    <a:pt x="980433" y="1271471"/>
                  </a:lnTo>
                  <a:lnTo>
                    <a:pt x="980781" y="1271351"/>
                  </a:lnTo>
                  <a:lnTo>
                    <a:pt x="981651" y="1271049"/>
                  </a:lnTo>
                  <a:lnTo>
                    <a:pt x="983390" y="1270447"/>
                  </a:lnTo>
                  <a:lnTo>
                    <a:pt x="984085" y="1270206"/>
                  </a:lnTo>
                  <a:lnTo>
                    <a:pt x="992432" y="1267314"/>
                  </a:lnTo>
                  <a:lnTo>
                    <a:pt x="993476" y="1266953"/>
                  </a:lnTo>
                  <a:lnTo>
                    <a:pt x="999736" y="1264784"/>
                  </a:lnTo>
                  <a:lnTo>
                    <a:pt x="1000953" y="1264362"/>
                  </a:lnTo>
                  <a:lnTo>
                    <a:pt x="1007040" y="1262253"/>
                  </a:lnTo>
                  <a:lnTo>
                    <a:pt x="1009300" y="1261469"/>
                  </a:lnTo>
                  <a:lnTo>
                    <a:pt x="1011213" y="1260806"/>
                  </a:lnTo>
                  <a:lnTo>
                    <a:pt x="1014865" y="1259541"/>
                  </a:lnTo>
                  <a:lnTo>
                    <a:pt x="1015387" y="1259360"/>
                  </a:lnTo>
                  <a:lnTo>
                    <a:pt x="1016256" y="1259058"/>
                  </a:lnTo>
                  <a:lnTo>
                    <a:pt x="1016778" y="1258878"/>
                  </a:lnTo>
                  <a:lnTo>
                    <a:pt x="1016952" y="1258817"/>
                  </a:lnTo>
                  <a:lnTo>
                    <a:pt x="1019212" y="1258034"/>
                  </a:lnTo>
                  <a:lnTo>
                    <a:pt x="1029298" y="1254537"/>
                  </a:lnTo>
                  <a:lnTo>
                    <a:pt x="1030342" y="1254176"/>
                  </a:lnTo>
                  <a:lnTo>
                    <a:pt x="1031733" y="1253693"/>
                  </a:lnTo>
                  <a:lnTo>
                    <a:pt x="1035559" y="1252367"/>
                  </a:lnTo>
                  <a:lnTo>
                    <a:pt x="1037298" y="1251764"/>
                  </a:lnTo>
                  <a:lnTo>
                    <a:pt x="1037819" y="1251583"/>
                  </a:lnTo>
                  <a:lnTo>
                    <a:pt x="1039211" y="1251100"/>
                  </a:lnTo>
                  <a:lnTo>
                    <a:pt x="1039906" y="1250859"/>
                  </a:lnTo>
                  <a:lnTo>
                    <a:pt x="1043384" y="1249653"/>
                  </a:lnTo>
                  <a:lnTo>
                    <a:pt x="1043732" y="1249532"/>
                  </a:lnTo>
                  <a:lnTo>
                    <a:pt x="1047036" y="1248387"/>
                  </a:lnTo>
                  <a:lnTo>
                    <a:pt x="1049123" y="1247663"/>
                  </a:lnTo>
                  <a:lnTo>
                    <a:pt x="1050688" y="1247120"/>
                  </a:lnTo>
                  <a:lnTo>
                    <a:pt x="1051731" y="1246758"/>
                  </a:lnTo>
                  <a:lnTo>
                    <a:pt x="1052949" y="1246336"/>
                  </a:lnTo>
                  <a:lnTo>
                    <a:pt x="1053992" y="1245974"/>
                  </a:lnTo>
                  <a:lnTo>
                    <a:pt x="1054514" y="1245793"/>
                  </a:lnTo>
                  <a:lnTo>
                    <a:pt x="1054688" y="1245733"/>
                  </a:lnTo>
                  <a:lnTo>
                    <a:pt x="1056079" y="1245250"/>
                  </a:lnTo>
                  <a:lnTo>
                    <a:pt x="1060252" y="1243802"/>
                  </a:lnTo>
                  <a:lnTo>
                    <a:pt x="1061817" y="1243259"/>
                  </a:lnTo>
                  <a:lnTo>
                    <a:pt x="1065643" y="1241932"/>
                  </a:lnTo>
                  <a:lnTo>
                    <a:pt x="1066860" y="1241510"/>
                  </a:lnTo>
                  <a:lnTo>
                    <a:pt x="1067382" y="1241329"/>
                  </a:lnTo>
                  <a:lnTo>
                    <a:pt x="1068947" y="1240786"/>
                  </a:lnTo>
                  <a:lnTo>
                    <a:pt x="1074686" y="1238795"/>
                  </a:lnTo>
                  <a:lnTo>
                    <a:pt x="1080424" y="1236803"/>
                  </a:lnTo>
                  <a:lnTo>
                    <a:pt x="1084076" y="1235536"/>
                  </a:lnTo>
                  <a:lnTo>
                    <a:pt x="1084250" y="1235475"/>
                  </a:lnTo>
                  <a:lnTo>
                    <a:pt x="1086163" y="1234811"/>
                  </a:lnTo>
                  <a:lnTo>
                    <a:pt x="1086337" y="1234751"/>
                  </a:lnTo>
                  <a:lnTo>
                    <a:pt x="1087902" y="1234208"/>
                  </a:lnTo>
                  <a:lnTo>
                    <a:pt x="1091380" y="1233001"/>
                  </a:lnTo>
                  <a:lnTo>
                    <a:pt x="1092423" y="1232638"/>
                  </a:lnTo>
                  <a:lnTo>
                    <a:pt x="1093293" y="1232337"/>
                  </a:lnTo>
                  <a:lnTo>
                    <a:pt x="1093641" y="1232216"/>
                  </a:lnTo>
                  <a:lnTo>
                    <a:pt x="1094684" y="1231854"/>
                  </a:lnTo>
                  <a:lnTo>
                    <a:pt x="1100944" y="1229680"/>
                  </a:lnTo>
                  <a:lnTo>
                    <a:pt x="1105292" y="1228171"/>
                  </a:lnTo>
                  <a:lnTo>
                    <a:pt x="1106857" y="1227627"/>
                  </a:lnTo>
                  <a:lnTo>
                    <a:pt x="1108074" y="1227205"/>
                  </a:lnTo>
                  <a:lnTo>
                    <a:pt x="1108422" y="1227084"/>
                  </a:lnTo>
                  <a:lnTo>
                    <a:pt x="1111378" y="1226057"/>
                  </a:lnTo>
                  <a:lnTo>
                    <a:pt x="1113987" y="1225152"/>
                  </a:lnTo>
                  <a:lnTo>
                    <a:pt x="1117812" y="1223823"/>
                  </a:lnTo>
                  <a:lnTo>
                    <a:pt x="1120595" y="1222857"/>
                  </a:lnTo>
                  <a:lnTo>
                    <a:pt x="1124768" y="1221407"/>
                  </a:lnTo>
                  <a:lnTo>
                    <a:pt x="1127724" y="1220380"/>
                  </a:lnTo>
                  <a:lnTo>
                    <a:pt x="1128420" y="1220139"/>
                  </a:lnTo>
                  <a:lnTo>
                    <a:pt x="1128768" y="1220018"/>
                  </a:lnTo>
                  <a:lnTo>
                    <a:pt x="1128942" y="1219957"/>
                  </a:lnTo>
                  <a:lnTo>
                    <a:pt x="1129116" y="1219897"/>
                  </a:lnTo>
                  <a:lnTo>
                    <a:pt x="1130333" y="1219474"/>
                  </a:lnTo>
                  <a:lnTo>
                    <a:pt x="1132072" y="1218870"/>
                  </a:lnTo>
                  <a:lnTo>
                    <a:pt x="1132246" y="1218809"/>
                  </a:lnTo>
                  <a:lnTo>
                    <a:pt x="1133985" y="1218205"/>
                  </a:lnTo>
                  <a:lnTo>
                    <a:pt x="1136419" y="1217360"/>
                  </a:lnTo>
                  <a:lnTo>
                    <a:pt x="1137637" y="1216937"/>
                  </a:lnTo>
                  <a:lnTo>
                    <a:pt x="1141462" y="1215607"/>
                  </a:lnTo>
                  <a:lnTo>
                    <a:pt x="1150331" y="1212525"/>
                  </a:lnTo>
                  <a:lnTo>
                    <a:pt x="1154331" y="1211135"/>
                  </a:lnTo>
                  <a:lnTo>
                    <a:pt x="1154679" y="1211015"/>
                  </a:lnTo>
                  <a:lnTo>
                    <a:pt x="1155548" y="1210712"/>
                  </a:lnTo>
                  <a:lnTo>
                    <a:pt x="1157287" y="1210108"/>
                  </a:lnTo>
                  <a:lnTo>
                    <a:pt x="1157983" y="1209866"/>
                  </a:lnTo>
                  <a:lnTo>
                    <a:pt x="1166330" y="1206965"/>
                  </a:lnTo>
                  <a:lnTo>
                    <a:pt x="1167373" y="1206602"/>
                  </a:lnTo>
                  <a:lnTo>
                    <a:pt x="1173633" y="1204425"/>
                  </a:lnTo>
                  <a:lnTo>
                    <a:pt x="1174851" y="1204002"/>
                  </a:lnTo>
                  <a:lnTo>
                    <a:pt x="1180937" y="1201886"/>
                  </a:lnTo>
                  <a:lnTo>
                    <a:pt x="1183198" y="1201100"/>
                  </a:lnTo>
                  <a:lnTo>
                    <a:pt x="1185111" y="1200434"/>
                  </a:lnTo>
                  <a:lnTo>
                    <a:pt x="1188762" y="1199164"/>
                  </a:lnTo>
                  <a:lnTo>
                    <a:pt x="1189284" y="1198983"/>
                  </a:lnTo>
                  <a:lnTo>
                    <a:pt x="1190154" y="1198680"/>
                  </a:lnTo>
                  <a:lnTo>
                    <a:pt x="1190675" y="1198499"/>
                  </a:lnTo>
                  <a:lnTo>
                    <a:pt x="1190849" y="1198439"/>
                  </a:lnTo>
                  <a:lnTo>
                    <a:pt x="1193110" y="1197652"/>
                  </a:lnTo>
                  <a:lnTo>
                    <a:pt x="1203196" y="1194144"/>
                  </a:lnTo>
                  <a:lnTo>
                    <a:pt x="1204239" y="1193781"/>
                  </a:lnTo>
                  <a:lnTo>
                    <a:pt x="1205631" y="1193297"/>
                  </a:lnTo>
                  <a:lnTo>
                    <a:pt x="1209456" y="1191966"/>
                  </a:lnTo>
                  <a:lnTo>
                    <a:pt x="1211195" y="1191360"/>
                  </a:lnTo>
                  <a:lnTo>
                    <a:pt x="1211717" y="1191179"/>
                  </a:lnTo>
                  <a:lnTo>
                    <a:pt x="1213108" y="1190695"/>
                  </a:lnTo>
                  <a:lnTo>
                    <a:pt x="1213804" y="1190453"/>
                  </a:lnTo>
                  <a:lnTo>
                    <a:pt x="1217282" y="1189242"/>
                  </a:lnTo>
                  <a:lnTo>
                    <a:pt x="1217629" y="1189121"/>
                  </a:lnTo>
                  <a:lnTo>
                    <a:pt x="1220933" y="1187972"/>
                  </a:lnTo>
                  <a:lnTo>
                    <a:pt x="1223020" y="1187245"/>
                  </a:lnTo>
                  <a:lnTo>
                    <a:pt x="1224585" y="1186701"/>
                  </a:lnTo>
                  <a:lnTo>
                    <a:pt x="1225629" y="1186337"/>
                  </a:lnTo>
                  <a:lnTo>
                    <a:pt x="1226846" y="1185914"/>
                  </a:lnTo>
                  <a:lnTo>
                    <a:pt x="1227889" y="1185551"/>
                  </a:lnTo>
                  <a:lnTo>
                    <a:pt x="1228411" y="1185369"/>
                  </a:lnTo>
                  <a:lnTo>
                    <a:pt x="1228585" y="1185308"/>
                  </a:lnTo>
                  <a:lnTo>
                    <a:pt x="1229976" y="1184824"/>
                  </a:lnTo>
                  <a:lnTo>
                    <a:pt x="1231889" y="1184158"/>
                  </a:lnTo>
                  <a:lnTo>
                    <a:pt x="1234150" y="1183371"/>
                  </a:lnTo>
                  <a:lnTo>
                    <a:pt x="1235715" y="1182827"/>
                  </a:lnTo>
                  <a:lnTo>
                    <a:pt x="1239541" y="1181495"/>
                  </a:lnTo>
                  <a:lnTo>
                    <a:pt x="1240758" y="1181071"/>
                  </a:lnTo>
                  <a:lnTo>
                    <a:pt x="1241279" y="1180889"/>
                  </a:lnTo>
                  <a:lnTo>
                    <a:pt x="1242845" y="1180344"/>
                  </a:lnTo>
                  <a:lnTo>
                    <a:pt x="1248583" y="1178346"/>
                  </a:lnTo>
                  <a:lnTo>
                    <a:pt x="1254322" y="1176348"/>
                  </a:lnTo>
                  <a:lnTo>
                    <a:pt x="1257974" y="1175076"/>
                  </a:lnTo>
                  <a:lnTo>
                    <a:pt x="1258148" y="1175015"/>
                  </a:lnTo>
                  <a:lnTo>
                    <a:pt x="1260060" y="1174349"/>
                  </a:lnTo>
                  <a:lnTo>
                    <a:pt x="1260234" y="1174288"/>
                  </a:lnTo>
                  <a:lnTo>
                    <a:pt x="1261799" y="1173743"/>
                  </a:lnTo>
                  <a:lnTo>
                    <a:pt x="1265277" y="1172532"/>
                  </a:lnTo>
                  <a:lnTo>
                    <a:pt x="1266321" y="1172168"/>
                  </a:lnTo>
                  <a:lnTo>
                    <a:pt x="1267190" y="1171865"/>
                  </a:lnTo>
                  <a:lnTo>
                    <a:pt x="1267538" y="1171744"/>
                  </a:lnTo>
                  <a:lnTo>
                    <a:pt x="1268581" y="1171381"/>
                  </a:lnTo>
                  <a:lnTo>
                    <a:pt x="1274842" y="1169200"/>
                  </a:lnTo>
                  <a:lnTo>
                    <a:pt x="1279189" y="1167685"/>
                  </a:lnTo>
                  <a:lnTo>
                    <a:pt x="1280754" y="1167139"/>
                  </a:lnTo>
                  <a:lnTo>
                    <a:pt x="1281971" y="1166715"/>
                  </a:lnTo>
                  <a:lnTo>
                    <a:pt x="1282319" y="1166594"/>
                  </a:lnTo>
                  <a:lnTo>
                    <a:pt x="1285276" y="1165564"/>
                  </a:lnTo>
                  <a:lnTo>
                    <a:pt x="1287884" y="1164655"/>
                  </a:lnTo>
                  <a:lnTo>
                    <a:pt x="1291710" y="1163321"/>
                  </a:lnTo>
                  <a:lnTo>
                    <a:pt x="1294492" y="1162352"/>
                  </a:lnTo>
                  <a:lnTo>
                    <a:pt x="1298666" y="1160897"/>
                  </a:lnTo>
                  <a:lnTo>
                    <a:pt x="1301622" y="1159866"/>
                  </a:lnTo>
                  <a:lnTo>
                    <a:pt x="1302317" y="1159624"/>
                  </a:lnTo>
                  <a:lnTo>
                    <a:pt x="1302665" y="1159502"/>
                  </a:lnTo>
                  <a:lnTo>
                    <a:pt x="1302839" y="1159442"/>
                  </a:lnTo>
                  <a:lnTo>
                    <a:pt x="1303013" y="1159381"/>
                  </a:lnTo>
                  <a:lnTo>
                    <a:pt x="1304230" y="1158957"/>
                  </a:lnTo>
                  <a:lnTo>
                    <a:pt x="1305969" y="1158351"/>
                  </a:lnTo>
                  <a:lnTo>
                    <a:pt x="1306143" y="1158290"/>
                  </a:lnTo>
                  <a:lnTo>
                    <a:pt x="1307882" y="1157684"/>
                  </a:lnTo>
                  <a:lnTo>
                    <a:pt x="1310317" y="1156835"/>
                  </a:lnTo>
                  <a:lnTo>
                    <a:pt x="1311534" y="1156410"/>
                  </a:lnTo>
                  <a:lnTo>
                    <a:pt x="1315360" y="1155076"/>
                  </a:lnTo>
                  <a:lnTo>
                    <a:pt x="1324229" y="1151983"/>
                  </a:lnTo>
                  <a:lnTo>
                    <a:pt x="1328228" y="1150588"/>
                  </a:lnTo>
                  <a:lnTo>
                    <a:pt x="1328576" y="1150467"/>
                  </a:lnTo>
                  <a:lnTo>
                    <a:pt x="1329445" y="1150164"/>
                  </a:lnTo>
                  <a:lnTo>
                    <a:pt x="1331184" y="1149557"/>
                  </a:lnTo>
                  <a:lnTo>
                    <a:pt x="1331880" y="1149314"/>
                  </a:lnTo>
                  <a:lnTo>
                    <a:pt x="1340227" y="1146402"/>
                  </a:lnTo>
                  <a:lnTo>
                    <a:pt x="1341271" y="1146038"/>
                  </a:lnTo>
                  <a:lnTo>
                    <a:pt x="1348748" y="1143429"/>
                  </a:lnTo>
                  <a:lnTo>
                    <a:pt x="1354835" y="1141305"/>
                  </a:lnTo>
                  <a:lnTo>
                    <a:pt x="1357095" y="1140516"/>
                  </a:lnTo>
                  <a:lnTo>
                    <a:pt x="1359008" y="1139848"/>
                  </a:lnTo>
                  <a:lnTo>
                    <a:pt x="1362660" y="1138573"/>
                  </a:lnTo>
                  <a:lnTo>
                    <a:pt x="1363182" y="1138391"/>
                  </a:lnTo>
                  <a:lnTo>
                    <a:pt x="1364051" y="1138088"/>
                  </a:lnTo>
                  <a:lnTo>
                    <a:pt x="1364573" y="1137906"/>
                  </a:lnTo>
                  <a:lnTo>
                    <a:pt x="1364747" y="1137845"/>
                  </a:lnTo>
                  <a:lnTo>
                    <a:pt x="1367007" y="1137056"/>
                  </a:lnTo>
                  <a:lnTo>
                    <a:pt x="1377093" y="1133534"/>
                  </a:lnTo>
                  <a:lnTo>
                    <a:pt x="1378137" y="1133170"/>
                  </a:lnTo>
                  <a:lnTo>
                    <a:pt x="1379528" y="1132684"/>
                  </a:lnTo>
                  <a:lnTo>
                    <a:pt x="1383354" y="1131348"/>
                  </a:lnTo>
                  <a:lnTo>
                    <a:pt x="1385093" y="1130741"/>
                  </a:lnTo>
                  <a:lnTo>
                    <a:pt x="1385614" y="1130559"/>
                  </a:lnTo>
                  <a:lnTo>
                    <a:pt x="1387006" y="1130073"/>
                  </a:lnTo>
                  <a:lnTo>
                    <a:pt x="1387701" y="1129830"/>
                  </a:lnTo>
                  <a:lnTo>
                    <a:pt x="1391179" y="1128615"/>
                  </a:lnTo>
                  <a:lnTo>
                    <a:pt x="1391527" y="1128494"/>
                  </a:lnTo>
                  <a:lnTo>
                    <a:pt x="1394831" y="1127340"/>
                  </a:lnTo>
                  <a:lnTo>
                    <a:pt x="1396918" y="1126611"/>
                  </a:lnTo>
                  <a:lnTo>
                    <a:pt x="1398483" y="1126064"/>
                  </a:lnTo>
                  <a:lnTo>
                    <a:pt x="1399526" y="1125699"/>
                  </a:lnTo>
                  <a:lnTo>
                    <a:pt x="1400743" y="1125274"/>
                  </a:lnTo>
                  <a:lnTo>
                    <a:pt x="1401787" y="1124910"/>
                  </a:lnTo>
                  <a:lnTo>
                    <a:pt x="1402309" y="1124727"/>
                  </a:lnTo>
                  <a:lnTo>
                    <a:pt x="1402482" y="1124667"/>
                  </a:lnTo>
                  <a:lnTo>
                    <a:pt x="1403874" y="1124181"/>
                  </a:lnTo>
                  <a:lnTo>
                    <a:pt x="1405786" y="1123512"/>
                  </a:lnTo>
                  <a:lnTo>
                    <a:pt x="1408047" y="1122722"/>
                  </a:lnTo>
                  <a:lnTo>
                    <a:pt x="1409612" y="1122175"/>
                  </a:lnTo>
                  <a:lnTo>
                    <a:pt x="1413438" y="1120839"/>
                  </a:lnTo>
                  <a:lnTo>
                    <a:pt x="1414655" y="1120413"/>
                  </a:lnTo>
                  <a:lnTo>
                    <a:pt x="1415177" y="1120231"/>
                  </a:lnTo>
                  <a:lnTo>
                    <a:pt x="1416742" y="1119684"/>
                  </a:lnTo>
                  <a:lnTo>
                    <a:pt x="1422481" y="1117678"/>
                  </a:lnTo>
                  <a:lnTo>
                    <a:pt x="1428219" y="1115672"/>
                  </a:lnTo>
                  <a:lnTo>
                    <a:pt x="1431871" y="1114396"/>
                  </a:lnTo>
                  <a:lnTo>
                    <a:pt x="1432045" y="1114335"/>
                  </a:lnTo>
                  <a:lnTo>
                    <a:pt x="1433958" y="1113666"/>
                  </a:lnTo>
                  <a:lnTo>
                    <a:pt x="1434132" y="1113605"/>
                  </a:lnTo>
                  <a:lnTo>
                    <a:pt x="1435697" y="1113058"/>
                  </a:lnTo>
                  <a:lnTo>
                    <a:pt x="1439175" y="1111842"/>
                  </a:lnTo>
                  <a:lnTo>
                    <a:pt x="1440218" y="1111477"/>
                  </a:lnTo>
                  <a:lnTo>
                    <a:pt x="1441088" y="1111173"/>
                  </a:lnTo>
                  <a:lnTo>
                    <a:pt x="1441435" y="1111052"/>
                  </a:lnTo>
                  <a:lnTo>
                    <a:pt x="1442479" y="1110687"/>
                  </a:lnTo>
                  <a:lnTo>
                    <a:pt x="1448739" y="1108498"/>
                  </a:lnTo>
                  <a:lnTo>
                    <a:pt x="1453087" y="1106977"/>
                  </a:lnTo>
                  <a:lnTo>
                    <a:pt x="1455869" y="1106004"/>
                  </a:lnTo>
                  <a:lnTo>
                    <a:pt x="1456217" y="1105882"/>
                  </a:lnTo>
                  <a:lnTo>
                    <a:pt x="1459173" y="1104848"/>
                  </a:lnTo>
                  <a:lnTo>
                    <a:pt x="1461781" y="1103936"/>
                  </a:lnTo>
                  <a:lnTo>
                    <a:pt x="1465607" y="1102597"/>
                  </a:lnTo>
                  <a:lnTo>
                    <a:pt x="1468390" y="1101624"/>
                  </a:lnTo>
                  <a:lnTo>
                    <a:pt x="1472563" y="1100163"/>
                  </a:lnTo>
                  <a:lnTo>
                    <a:pt x="1475519" y="1099129"/>
                  </a:lnTo>
                  <a:lnTo>
                    <a:pt x="1476215" y="1098886"/>
                  </a:lnTo>
                  <a:lnTo>
                    <a:pt x="1476563" y="1098764"/>
                  </a:lnTo>
                  <a:lnTo>
                    <a:pt x="1476737" y="1098703"/>
                  </a:lnTo>
                  <a:lnTo>
                    <a:pt x="1476911" y="1098642"/>
                  </a:lnTo>
                  <a:lnTo>
                    <a:pt x="1478128" y="1098216"/>
                  </a:lnTo>
                  <a:lnTo>
                    <a:pt x="1479867" y="1097608"/>
                  </a:lnTo>
                  <a:lnTo>
                    <a:pt x="1480041" y="1097547"/>
                  </a:lnTo>
                  <a:lnTo>
                    <a:pt x="1481780" y="1096938"/>
                  </a:lnTo>
                  <a:lnTo>
                    <a:pt x="1484214" y="1096086"/>
                  </a:lnTo>
                  <a:lnTo>
                    <a:pt x="1485431" y="1095660"/>
                  </a:lnTo>
                  <a:lnTo>
                    <a:pt x="1489257" y="1094321"/>
                  </a:lnTo>
                  <a:lnTo>
                    <a:pt x="1498126" y="1091216"/>
                  </a:lnTo>
                  <a:lnTo>
                    <a:pt x="1502126" y="1089816"/>
                  </a:lnTo>
                  <a:lnTo>
                    <a:pt x="1502473" y="1089694"/>
                  </a:lnTo>
                  <a:lnTo>
                    <a:pt x="1503343" y="1089390"/>
                  </a:lnTo>
                  <a:lnTo>
                    <a:pt x="1505082" y="1088781"/>
                  </a:lnTo>
                  <a:lnTo>
                    <a:pt x="1505777" y="1088537"/>
                  </a:lnTo>
                  <a:lnTo>
                    <a:pt x="1514125" y="1085614"/>
                  </a:lnTo>
                  <a:lnTo>
                    <a:pt x="1515168" y="1085248"/>
                  </a:lnTo>
                  <a:lnTo>
                    <a:pt x="1521428" y="1083056"/>
                  </a:lnTo>
                  <a:lnTo>
                    <a:pt x="1522646" y="1082629"/>
                  </a:lnTo>
                  <a:lnTo>
                    <a:pt x="1528732" y="1080497"/>
                  </a:lnTo>
                  <a:lnTo>
                    <a:pt x="1530993" y="1079705"/>
                  </a:lnTo>
                  <a:lnTo>
                    <a:pt x="1532905" y="1079035"/>
                  </a:lnTo>
                  <a:lnTo>
                    <a:pt x="1536557" y="1077755"/>
                  </a:lnTo>
                  <a:lnTo>
                    <a:pt x="1537079" y="1077572"/>
                  </a:lnTo>
                  <a:lnTo>
                    <a:pt x="1537949" y="1077268"/>
                  </a:lnTo>
                  <a:lnTo>
                    <a:pt x="1538470" y="1077085"/>
                  </a:lnTo>
                  <a:lnTo>
                    <a:pt x="1538644" y="1077024"/>
                  </a:lnTo>
                  <a:lnTo>
                    <a:pt x="1540905" y="1076232"/>
                  </a:lnTo>
                  <a:lnTo>
                    <a:pt x="1550991" y="1072696"/>
                  </a:lnTo>
                  <a:lnTo>
                    <a:pt x="1552034" y="1072331"/>
                  </a:lnTo>
                  <a:lnTo>
                    <a:pt x="1553425" y="1071843"/>
                  </a:lnTo>
                  <a:lnTo>
                    <a:pt x="1557251" y="1070502"/>
                  </a:lnTo>
                  <a:lnTo>
                    <a:pt x="1558990" y="1069892"/>
                  </a:lnTo>
                  <a:lnTo>
                    <a:pt x="1559512" y="1069709"/>
                  </a:lnTo>
                  <a:lnTo>
                    <a:pt x="1560903" y="1069222"/>
                  </a:lnTo>
                  <a:lnTo>
                    <a:pt x="1561599" y="1068978"/>
                  </a:lnTo>
                  <a:lnTo>
                    <a:pt x="1565077" y="1067758"/>
                  </a:lnTo>
                  <a:lnTo>
                    <a:pt x="1565424" y="1067636"/>
                  </a:lnTo>
                  <a:lnTo>
                    <a:pt x="1568728" y="1066478"/>
                  </a:lnTo>
                  <a:lnTo>
                    <a:pt x="1570815" y="1065746"/>
                  </a:lnTo>
                  <a:lnTo>
                    <a:pt x="1572380" y="1065197"/>
                  </a:lnTo>
                  <a:lnTo>
                    <a:pt x="1573424" y="1064831"/>
                  </a:lnTo>
                  <a:lnTo>
                    <a:pt x="1574641" y="1064404"/>
                  </a:lnTo>
                  <a:lnTo>
                    <a:pt x="1575684" y="1064038"/>
                  </a:lnTo>
                  <a:lnTo>
                    <a:pt x="1576206" y="1063855"/>
                  </a:lnTo>
                  <a:lnTo>
                    <a:pt x="1576380" y="1063794"/>
                  </a:lnTo>
                  <a:lnTo>
                    <a:pt x="1577771" y="1063306"/>
                  </a:lnTo>
                  <a:lnTo>
                    <a:pt x="1579684" y="1062635"/>
                  </a:lnTo>
                  <a:lnTo>
                    <a:pt x="1581945" y="1061842"/>
                  </a:lnTo>
                  <a:lnTo>
                    <a:pt x="1583510" y="1061293"/>
                  </a:lnTo>
                  <a:lnTo>
                    <a:pt x="1587335" y="1059951"/>
                  </a:lnTo>
                  <a:lnTo>
                    <a:pt x="1588553" y="1059524"/>
                  </a:lnTo>
                  <a:lnTo>
                    <a:pt x="1589074" y="1059341"/>
                  </a:lnTo>
                  <a:lnTo>
                    <a:pt x="1590639" y="1058792"/>
                  </a:lnTo>
                  <a:lnTo>
                    <a:pt x="1596378" y="1056779"/>
                  </a:lnTo>
                  <a:lnTo>
                    <a:pt x="1602117" y="1054765"/>
                  </a:lnTo>
                  <a:lnTo>
                    <a:pt x="1605769" y="1053483"/>
                  </a:lnTo>
                  <a:lnTo>
                    <a:pt x="1605942" y="1053422"/>
                  </a:lnTo>
                  <a:lnTo>
                    <a:pt x="1608029" y="1052690"/>
                  </a:lnTo>
                  <a:lnTo>
                    <a:pt x="1609594" y="1052141"/>
                  </a:lnTo>
                  <a:lnTo>
                    <a:pt x="1613072" y="1050920"/>
                  </a:lnTo>
                  <a:lnTo>
                    <a:pt x="1614116" y="1050553"/>
                  </a:lnTo>
                  <a:lnTo>
                    <a:pt x="1614985" y="1050248"/>
                  </a:lnTo>
                  <a:lnTo>
                    <a:pt x="1615333" y="1050126"/>
                  </a:lnTo>
                  <a:lnTo>
                    <a:pt x="1616376" y="1049760"/>
                  </a:lnTo>
                  <a:lnTo>
                    <a:pt x="1622637" y="1047562"/>
                  </a:lnTo>
                  <a:lnTo>
                    <a:pt x="1626984" y="1046036"/>
                  </a:lnTo>
                  <a:lnTo>
                    <a:pt x="1628549" y="1045486"/>
                  </a:lnTo>
                  <a:lnTo>
                    <a:pt x="1629766" y="1045059"/>
                  </a:lnTo>
                  <a:lnTo>
                    <a:pt x="1630114" y="1044936"/>
                  </a:lnTo>
                  <a:lnTo>
                    <a:pt x="1633070" y="1043898"/>
                  </a:lnTo>
                  <a:lnTo>
                    <a:pt x="1635679" y="1042982"/>
                  </a:lnTo>
                  <a:lnTo>
                    <a:pt x="1639505" y="1041638"/>
                  </a:lnTo>
                  <a:lnTo>
                    <a:pt x="1642287" y="1040661"/>
                  </a:lnTo>
                  <a:lnTo>
                    <a:pt x="1646461" y="1039195"/>
                  </a:lnTo>
                  <a:lnTo>
                    <a:pt x="1649417" y="1038156"/>
                  </a:lnTo>
                  <a:lnTo>
                    <a:pt x="1650112" y="1037912"/>
                  </a:lnTo>
                  <a:lnTo>
                    <a:pt x="1650460" y="1037790"/>
                  </a:lnTo>
                  <a:lnTo>
                    <a:pt x="1650634" y="1037729"/>
                  </a:lnTo>
                  <a:lnTo>
                    <a:pt x="1650808" y="1037668"/>
                  </a:lnTo>
                  <a:lnTo>
                    <a:pt x="1652025" y="1037240"/>
                  </a:lnTo>
                  <a:lnTo>
                    <a:pt x="1653764" y="1036629"/>
                  </a:lnTo>
                  <a:lnTo>
                    <a:pt x="1653938" y="1036568"/>
                  </a:lnTo>
                  <a:lnTo>
                    <a:pt x="1655677" y="1035957"/>
                  </a:lnTo>
                  <a:lnTo>
                    <a:pt x="1658112" y="1035102"/>
                  </a:lnTo>
                  <a:lnTo>
                    <a:pt x="1659329" y="1034674"/>
                  </a:lnTo>
                  <a:lnTo>
                    <a:pt x="1663155" y="1033329"/>
                  </a:lnTo>
                  <a:lnTo>
                    <a:pt x="1672023" y="1030212"/>
                  </a:lnTo>
                  <a:lnTo>
                    <a:pt x="1676023" y="1028806"/>
                  </a:lnTo>
                  <a:lnTo>
                    <a:pt x="1676371" y="1028684"/>
                  </a:lnTo>
                  <a:lnTo>
                    <a:pt x="1677240" y="1028378"/>
                  </a:lnTo>
                  <a:lnTo>
                    <a:pt x="1678979" y="1027767"/>
                  </a:lnTo>
                  <a:lnTo>
                    <a:pt x="1679675" y="1027522"/>
                  </a:lnTo>
                  <a:lnTo>
                    <a:pt x="1688022" y="1024588"/>
                  </a:lnTo>
                  <a:lnTo>
                    <a:pt x="1689065" y="1024221"/>
                  </a:lnTo>
                  <a:lnTo>
                    <a:pt x="1695326" y="1022019"/>
                  </a:lnTo>
                  <a:lnTo>
                    <a:pt x="1696543" y="1021591"/>
                  </a:lnTo>
                  <a:lnTo>
                    <a:pt x="1702629" y="1019450"/>
                  </a:lnTo>
                  <a:lnTo>
                    <a:pt x="1704890" y="1018655"/>
                  </a:lnTo>
                  <a:lnTo>
                    <a:pt x="1706803" y="1017982"/>
                  </a:lnTo>
                  <a:lnTo>
                    <a:pt x="1710455" y="1016697"/>
                  </a:lnTo>
                  <a:lnTo>
                    <a:pt x="1710976" y="1016514"/>
                  </a:lnTo>
                  <a:lnTo>
                    <a:pt x="1711846" y="1016208"/>
                  </a:lnTo>
                  <a:lnTo>
                    <a:pt x="1712368" y="1016024"/>
                  </a:lnTo>
                  <a:lnTo>
                    <a:pt x="1712542" y="1015963"/>
                  </a:lnTo>
                  <a:lnTo>
                    <a:pt x="1714802" y="1015168"/>
                  </a:lnTo>
                  <a:lnTo>
                    <a:pt x="1724888" y="1011619"/>
                  </a:lnTo>
                  <a:lnTo>
                    <a:pt x="1725932" y="1011251"/>
                  </a:lnTo>
                  <a:lnTo>
                    <a:pt x="1727323" y="1010762"/>
                  </a:lnTo>
                  <a:lnTo>
                    <a:pt x="1731149" y="1009415"/>
                  </a:lnTo>
                  <a:lnTo>
                    <a:pt x="1732888" y="1008803"/>
                  </a:lnTo>
                  <a:lnTo>
                    <a:pt x="1733409" y="1008619"/>
                  </a:lnTo>
                  <a:lnTo>
                    <a:pt x="1734800" y="1008130"/>
                  </a:lnTo>
                  <a:lnTo>
                    <a:pt x="1735496" y="1007885"/>
                  </a:lnTo>
                  <a:lnTo>
                    <a:pt x="1738974" y="1006660"/>
                  </a:lnTo>
                  <a:lnTo>
                    <a:pt x="1739322" y="1006538"/>
                  </a:lnTo>
                  <a:lnTo>
                    <a:pt x="1742626" y="1005375"/>
                  </a:lnTo>
                  <a:lnTo>
                    <a:pt x="1744713" y="1004640"/>
                  </a:lnTo>
                  <a:lnTo>
                    <a:pt x="1746278" y="1004089"/>
                  </a:lnTo>
                  <a:lnTo>
                    <a:pt x="1747321" y="1003722"/>
                  </a:lnTo>
                  <a:lnTo>
                    <a:pt x="1748538" y="1003293"/>
                  </a:lnTo>
                  <a:lnTo>
                    <a:pt x="1749582" y="1002925"/>
                  </a:lnTo>
                  <a:lnTo>
                    <a:pt x="1750103" y="1002742"/>
                  </a:lnTo>
                  <a:lnTo>
                    <a:pt x="1750277" y="1002681"/>
                  </a:lnTo>
                  <a:lnTo>
                    <a:pt x="1751668" y="1002191"/>
                  </a:lnTo>
                  <a:lnTo>
                    <a:pt x="1753581" y="1001517"/>
                  </a:lnTo>
                  <a:lnTo>
                    <a:pt x="1755842" y="1000721"/>
                  </a:lnTo>
                  <a:lnTo>
                    <a:pt x="1757407" y="1000170"/>
                  </a:lnTo>
                  <a:lnTo>
                    <a:pt x="1761233" y="998822"/>
                  </a:lnTo>
                  <a:lnTo>
                    <a:pt x="1762450" y="998393"/>
                  </a:lnTo>
                  <a:lnTo>
                    <a:pt x="1762972" y="998210"/>
                  </a:lnTo>
                  <a:lnTo>
                    <a:pt x="1770276" y="995637"/>
                  </a:lnTo>
                  <a:lnTo>
                    <a:pt x="1776014" y="993615"/>
                  </a:lnTo>
                  <a:lnTo>
                    <a:pt x="1779666" y="992328"/>
                  </a:lnTo>
                  <a:lnTo>
                    <a:pt x="1779840" y="992266"/>
                  </a:lnTo>
                  <a:lnTo>
                    <a:pt x="1781753" y="991592"/>
                  </a:lnTo>
                  <a:lnTo>
                    <a:pt x="1781927" y="991531"/>
                  </a:lnTo>
                  <a:lnTo>
                    <a:pt x="1783492" y="990980"/>
                  </a:lnTo>
                  <a:lnTo>
                    <a:pt x="1786970" y="989754"/>
                  </a:lnTo>
                  <a:lnTo>
                    <a:pt x="1788013" y="989386"/>
                  </a:lnTo>
                  <a:lnTo>
                    <a:pt x="1788883" y="989080"/>
                  </a:lnTo>
                  <a:lnTo>
                    <a:pt x="1789230" y="988957"/>
                  </a:lnTo>
                  <a:lnTo>
                    <a:pt x="1790274" y="988589"/>
                  </a:lnTo>
                  <a:lnTo>
                    <a:pt x="1796534" y="986382"/>
                  </a:lnTo>
                  <a:lnTo>
                    <a:pt x="1800881" y="984850"/>
                  </a:lnTo>
                  <a:lnTo>
                    <a:pt x="1802447" y="984298"/>
                  </a:lnTo>
                  <a:lnTo>
                    <a:pt x="1803664" y="983869"/>
                  </a:lnTo>
                  <a:lnTo>
                    <a:pt x="1804012" y="983746"/>
                  </a:lnTo>
                  <a:lnTo>
                    <a:pt x="1806968" y="982704"/>
                  </a:lnTo>
                  <a:lnTo>
                    <a:pt x="1809576" y="981784"/>
                  </a:lnTo>
                  <a:lnTo>
                    <a:pt x="1813402" y="980435"/>
                  </a:lnTo>
                  <a:lnTo>
                    <a:pt x="1816184" y="979453"/>
                  </a:lnTo>
                  <a:lnTo>
                    <a:pt x="1820358" y="977981"/>
                  </a:lnTo>
                  <a:lnTo>
                    <a:pt x="1823314" y="976939"/>
                  </a:lnTo>
                  <a:lnTo>
                    <a:pt x="1824010" y="976693"/>
                  </a:lnTo>
                  <a:lnTo>
                    <a:pt x="1824358" y="976570"/>
                  </a:lnTo>
                  <a:lnTo>
                    <a:pt x="1824532" y="976509"/>
                  </a:lnTo>
                  <a:lnTo>
                    <a:pt x="1824705" y="976448"/>
                  </a:lnTo>
                  <a:lnTo>
                    <a:pt x="1825923" y="976018"/>
                  </a:lnTo>
                  <a:lnTo>
                    <a:pt x="1827662" y="975405"/>
                  </a:lnTo>
                  <a:lnTo>
                    <a:pt x="1827836" y="975344"/>
                  </a:lnTo>
                  <a:lnTo>
                    <a:pt x="1829575" y="974730"/>
                  </a:lnTo>
                  <a:lnTo>
                    <a:pt x="1832009" y="973871"/>
                  </a:lnTo>
                  <a:lnTo>
                    <a:pt x="1833226" y="973442"/>
                  </a:lnTo>
                  <a:lnTo>
                    <a:pt x="1837052" y="972092"/>
                  </a:lnTo>
                  <a:lnTo>
                    <a:pt x="1845921" y="968962"/>
                  </a:lnTo>
                  <a:lnTo>
                    <a:pt x="1849921" y="967550"/>
                  </a:lnTo>
                  <a:lnTo>
                    <a:pt x="1850268" y="967427"/>
                  </a:lnTo>
                  <a:lnTo>
                    <a:pt x="1851138" y="967120"/>
                  </a:lnTo>
                  <a:lnTo>
                    <a:pt x="1852877" y="966506"/>
                  </a:lnTo>
                  <a:lnTo>
                    <a:pt x="1853572" y="966261"/>
                  </a:lnTo>
                  <a:lnTo>
                    <a:pt x="1861919" y="963314"/>
                  </a:lnTo>
                  <a:lnTo>
                    <a:pt x="1862963" y="962946"/>
                  </a:lnTo>
                  <a:lnTo>
                    <a:pt x="1869223" y="960735"/>
                  </a:lnTo>
                  <a:lnTo>
                    <a:pt x="1870440" y="960305"/>
                  </a:lnTo>
                  <a:lnTo>
                    <a:pt x="1876527" y="958156"/>
                  </a:lnTo>
                  <a:lnTo>
                    <a:pt x="1878788" y="957357"/>
                  </a:lnTo>
                  <a:lnTo>
                    <a:pt x="1880700" y="956681"/>
                  </a:lnTo>
                  <a:lnTo>
                    <a:pt x="1884352" y="955391"/>
                  </a:lnTo>
                  <a:lnTo>
                    <a:pt x="1884874" y="955207"/>
                  </a:lnTo>
                  <a:lnTo>
                    <a:pt x="1885743" y="954900"/>
                  </a:lnTo>
                  <a:lnTo>
                    <a:pt x="1886265" y="954716"/>
                  </a:lnTo>
                  <a:lnTo>
                    <a:pt x="1886439" y="954654"/>
                  </a:lnTo>
                  <a:lnTo>
                    <a:pt x="1888700" y="953855"/>
                  </a:lnTo>
                  <a:lnTo>
                    <a:pt x="1898786" y="950292"/>
                  </a:lnTo>
                  <a:lnTo>
                    <a:pt x="1899829" y="949923"/>
                  </a:lnTo>
                  <a:lnTo>
                    <a:pt x="1901220" y="949431"/>
                  </a:lnTo>
                  <a:lnTo>
                    <a:pt x="1905046" y="948079"/>
                  </a:lnTo>
                  <a:lnTo>
                    <a:pt x="1906785" y="947464"/>
                  </a:lnTo>
                  <a:lnTo>
                    <a:pt x="1907307" y="947280"/>
                  </a:lnTo>
                  <a:lnTo>
                    <a:pt x="1908698" y="946788"/>
                  </a:lnTo>
                  <a:lnTo>
                    <a:pt x="1909393" y="946542"/>
                  </a:lnTo>
                  <a:lnTo>
                    <a:pt x="1912871" y="945313"/>
                  </a:lnTo>
                  <a:lnTo>
                    <a:pt x="1913219" y="945190"/>
                  </a:lnTo>
                  <a:lnTo>
                    <a:pt x="1916523" y="944022"/>
                  </a:lnTo>
                  <a:lnTo>
                    <a:pt x="1918610" y="943284"/>
                  </a:lnTo>
                  <a:lnTo>
                    <a:pt x="1920175" y="942731"/>
                  </a:lnTo>
                  <a:lnTo>
                    <a:pt x="1921218" y="942362"/>
                  </a:lnTo>
                  <a:lnTo>
                    <a:pt x="1922436" y="941931"/>
                  </a:lnTo>
                  <a:lnTo>
                    <a:pt x="1923479" y="941563"/>
                  </a:lnTo>
                  <a:lnTo>
                    <a:pt x="1924001" y="941378"/>
                  </a:lnTo>
                  <a:lnTo>
                    <a:pt x="1924175" y="941317"/>
                  </a:lnTo>
                  <a:lnTo>
                    <a:pt x="1925566" y="940825"/>
                  </a:lnTo>
                  <a:lnTo>
                    <a:pt x="1927479" y="940148"/>
                  </a:lnTo>
                  <a:lnTo>
                    <a:pt x="1929739" y="939349"/>
                  </a:lnTo>
                  <a:lnTo>
                    <a:pt x="1931305" y="938795"/>
                  </a:lnTo>
                  <a:lnTo>
                    <a:pt x="1935130" y="937442"/>
                  </a:lnTo>
                  <a:lnTo>
                    <a:pt x="1936348" y="937012"/>
                  </a:lnTo>
                  <a:lnTo>
                    <a:pt x="1936869" y="936827"/>
                  </a:lnTo>
                  <a:lnTo>
                    <a:pt x="1938434" y="936273"/>
                  </a:lnTo>
                  <a:lnTo>
                    <a:pt x="1944173" y="934243"/>
                  </a:lnTo>
                  <a:lnTo>
                    <a:pt x="1949912" y="932213"/>
                  </a:lnTo>
                  <a:lnTo>
                    <a:pt x="1953563" y="930921"/>
                  </a:lnTo>
                  <a:lnTo>
                    <a:pt x="1953737" y="930859"/>
                  </a:lnTo>
                  <a:lnTo>
                    <a:pt x="1955650" y="930182"/>
                  </a:lnTo>
                  <a:lnTo>
                    <a:pt x="1955824" y="930121"/>
                  </a:lnTo>
                  <a:lnTo>
                    <a:pt x="1957389" y="929567"/>
                  </a:lnTo>
                  <a:lnTo>
                    <a:pt x="1960867" y="928336"/>
                  </a:lnTo>
                  <a:lnTo>
                    <a:pt x="1961910" y="927967"/>
                  </a:lnTo>
                  <a:lnTo>
                    <a:pt x="1962780" y="927659"/>
                  </a:lnTo>
                  <a:lnTo>
                    <a:pt x="1963128" y="927536"/>
                  </a:lnTo>
                  <a:lnTo>
                    <a:pt x="1964171" y="927167"/>
                  </a:lnTo>
                  <a:lnTo>
                    <a:pt x="1970431" y="924951"/>
                  </a:lnTo>
                  <a:lnTo>
                    <a:pt x="1974779" y="923412"/>
                  </a:lnTo>
                  <a:lnTo>
                    <a:pt x="1977561" y="922427"/>
                  </a:lnTo>
                  <a:lnTo>
                    <a:pt x="1977909" y="922303"/>
                  </a:lnTo>
                  <a:lnTo>
                    <a:pt x="1980865" y="921257"/>
                  </a:lnTo>
                  <a:lnTo>
                    <a:pt x="1983474" y="920333"/>
                  </a:lnTo>
                  <a:lnTo>
                    <a:pt x="1987300" y="918978"/>
                  </a:lnTo>
                  <a:lnTo>
                    <a:pt x="1990082" y="917993"/>
                  </a:lnTo>
                  <a:lnTo>
                    <a:pt x="1994255" y="916515"/>
                  </a:lnTo>
                  <a:lnTo>
                    <a:pt x="1997212" y="915468"/>
                  </a:lnTo>
                  <a:lnTo>
                    <a:pt x="1997907" y="915221"/>
                  </a:lnTo>
                  <a:lnTo>
                    <a:pt x="1998255" y="915098"/>
                  </a:lnTo>
                  <a:lnTo>
                    <a:pt x="1998429" y="915036"/>
                  </a:lnTo>
                  <a:lnTo>
                    <a:pt x="1998603" y="914975"/>
                  </a:lnTo>
                  <a:lnTo>
                    <a:pt x="1999820" y="914544"/>
                  </a:lnTo>
                  <a:lnTo>
                    <a:pt x="2001559" y="913928"/>
                  </a:lnTo>
                  <a:lnTo>
                    <a:pt x="2001733" y="913866"/>
                  </a:lnTo>
                  <a:lnTo>
                    <a:pt x="2003472" y="913250"/>
                  </a:lnTo>
                  <a:lnTo>
                    <a:pt x="2005907" y="912387"/>
                  </a:lnTo>
                  <a:lnTo>
                    <a:pt x="2007124" y="911956"/>
                  </a:lnTo>
                  <a:lnTo>
                    <a:pt x="2010950" y="910600"/>
                  </a:lnTo>
                  <a:lnTo>
                    <a:pt x="2019818" y="907457"/>
                  </a:lnTo>
                  <a:lnTo>
                    <a:pt x="2023818" y="906040"/>
                  </a:lnTo>
                  <a:lnTo>
                    <a:pt x="2026774" y="904992"/>
                  </a:lnTo>
                  <a:lnTo>
                    <a:pt x="2027470" y="904745"/>
                  </a:lnTo>
                  <a:lnTo>
                    <a:pt x="2035817" y="901786"/>
                  </a:lnTo>
                  <a:lnTo>
                    <a:pt x="2036860" y="901416"/>
                  </a:lnTo>
                  <a:lnTo>
                    <a:pt x="2043121" y="899196"/>
                  </a:lnTo>
                  <a:lnTo>
                    <a:pt x="2044338" y="898765"/>
                  </a:lnTo>
                  <a:lnTo>
                    <a:pt x="2050424" y="896606"/>
                  </a:lnTo>
                  <a:lnTo>
                    <a:pt x="2052685" y="895804"/>
                  </a:lnTo>
                  <a:lnTo>
                    <a:pt x="2054598" y="895126"/>
                  </a:lnTo>
                  <a:lnTo>
                    <a:pt x="2058250" y="893830"/>
                  </a:lnTo>
                  <a:lnTo>
                    <a:pt x="2058771" y="893645"/>
                  </a:lnTo>
                  <a:lnTo>
                    <a:pt x="2059641" y="893337"/>
                  </a:lnTo>
                  <a:lnTo>
                    <a:pt x="2060163" y="893152"/>
                  </a:lnTo>
                  <a:lnTo>
                    <a:pt x="2060336" y="893090"/>
                  </a:lnTo>
                  <a:lnTo>
                    <a:pt x="2062597" y="892288"/>
                  </a:lnTo>
                  <a:lnTo>
                    <a:pt x="2072683" y="888709"/>
                  </a:lnTo>
                  <a:lnTo>
                    <a:pt x="2073727" y="888339"/>
                  </a:lnTo>
                  <a:lnTo>
                    <a:pt x="2075118" y="887845"/>
                  </a:lnTo>
                  <a:lnTo>
                    <a:pt x="2078943" y="886487"/>
                  </a:lnTo>
                  <a:lnTo>
                    <a:pt x="2080682" y="885870"/>
                  </a:lnTo>
                  <a:lnTo>
                    <a:pt x="2081204" y="885685"/>
                  </a:lnTo>
                  <a:lnTo>
                    <a:pt x="2082595" y="885191"/>
                  </a:lnTo>
                  <a:lnTo>
                    <a:pt x="2083291" y="884944"/>
                  </a:lnTo>
                  <a:lnTo>
                    <a:pt x="2086769" y="883710"/>
                  </a:lnTo>
                  <a:lnTo>
                    <a:pt x="2087117" y="883586"/>
                  </a:lnTo>
                  <a:lnTo>
                    <a:pt x="2090421" y="882413"/>
                  </a:lnTo>
                  <a:lnTo>
                    <a:pt x="2092507" y="881672"/>
                  </a:lnTo>
                  <a:lnTo>
                    <a:pt x="2094073" y="881117"/>
                  </a:lnTo>
                  <a:lnTo>
                    <a:pt x="2095116" y="880746"/>
                  </a:lnTo>
                  <a:lnTo>
                    <a:pt x="2096333" y="880314"/>
                  </a:lnTo>
                  <a:lnTo>
                    <a:pt x="2097377" y="879944"/>
                  </a:lnTo>
                  <a:lnTo>
                    <a:pt x="2097898" y="879758"/>
                  </a:lnTo>
                  <a:lnTo>
                    <a:pt x="2098072" y="879697"/>
                  </a:lnTo>
                  <a:lnTo>
                    <a:pt x="2099463" y="879203"/>
                  </a:lnTo>
                  <a:lnTo>
                    <a:pt x="2101376" y="878523"/>
                  </a:lnTo>
                  <a:lnTo>
                    <a:pt x="2103637" y="877720"/>
                  </a:lnTo>
                  <a:lnTo>
                    <a:pt x="2105202" y="877165"/>
                  </a:lnTo>
                  <a:lnTo>
                    <a:pt x="2109028" y="875806"/>
                  </a:lnTo>
                  <a:lnTo>
                    <a:pt x="2110245" y="875374"/>
                  </a:lnTo>
                  <a:lnTo>
                    <a:pt x="2110767" y="875188"/>
                  </a:lnTo>
                  <a:lnTo>
                    <a:pt x="2112332" y="874632"/>
                  </a:lnTo>
                  <a:lnTo>
                    <a:pt x="2118070" y="872594"/>
                  </a:lnTo>
                  <a:lnTo>
                    <a:pt x="2123809" y="870555"/>
                  </a:lnTo>
                  <a:lnTo>
                    <a:pt x="2127461" y="869257"/>
                  </a:lnTo>
                  <a:lnTo>
                    <a:pt x="2127635" y="869196"/>
                  </a:lnTo>
                  <a:lnTo>
                    <a:pt x="2129548" y="868516"/>
                  </a:lnTo>
                  <a:lnTo>
                    <a:pt x="2129722" y="868454"/>
                  </a:lnTo>
                  <a:lnTo>
                    <a:pt x="2131287" y="867898"/>
                  </a:lnTo>
                  <a:lnTo>
                    <a:pt x="2134765" y="866662"/>
                  </a:lnTo>
                  <a:lnTo>
                    <a:pt x="2135808" y="866291"/>
                  </a:lnTo>
                  <a:lnTo>
                    <a:pt x="2136677" y="865982"/>
                  </a:lnTo>
                  <a:lnTo>
                    <a:pt x="2137025" y="865858"/>
                  </a:lnTo>
                  <a:lnTo>
                    <a:pt x="2138069" y="865487"/>
                  </a:lnTo>
                  <a:lnTo>
                    <a:pt x="2144329" y="863262"/>
                  </a:lnTo>
                  <a:lnTo>
                    <a:pt x="2148676" y="861717"/>
                  </a:lnTo>
                  <a:lnTo>
                    <a:pt x="2150241" y="861160"/>
                  </a:lnTo>
                  <a:lnTo>
                    <a:pt x="2151459" y="860727"/>
                  </a:lnTo>
                  <a:lnTo>
                    <a:pt x="2151807" y="860604"/>
                  </a:lnTo>
                  <a:lnTo>
                    <a:pt x="2154763" y="859553"/>
                  </a:lnTo>
                  <a:lnTo>
                    <a:pt x="2157371" y="858625"/>
                  </a:lnTo>
                  <a:lnTo>
                    <a:pt x="2161197" y="857265"/>
                  </a:lnTo>
                  <a:lnTo>
                    <a:pt x="2163979" y="856275"/>
                  </a:lnTo>
                  <a:lnTo>
                    <a:pt x="2168153" y="854791"/>
                  </a:lnTo>
                  <a:lnTo>
                    <a:pt x="2171109" y="853739"/>
                  </a:lnTo>
                  <a:lnTo>
                    <a:pt x="2171805" y="853492"/>
                  </a:lnTo>
                  <a:lnTo>
                    <a:pt x="2172153" y="853368"/>
                  </a:lnTo>
                  <a:lnTo>
                    <a:pt x="2172326" y="853306"/>
                  </a:lnTo>
                  <a:lnTo>
                    <a:pt x="2172500" y="853244"/>
                  </a:lnTo>
                  <a:lnTo>
                    <a:pt x="2173718" y="852811"/>
                  </a:lnTo>
                  <a:lnTo>
                    <a:pt x="2175457" y="852193"/>
                  </a:lnTo>
                  <a:lnTo>
                    <a:pt x="2175630" y="852131"/>
                  </a:lnTo>
                  <a:lnTo>
                    <a:pt x="2177369" y="851512"/>
                  </a:lnTo>
                  <a:lnTo>
                    <a:pt x="2179804" y="850646"/>
                  </a:lnTo>
                  <a:lnTo>
                    <a:pt x="2181021" y="850213"/>
                  </a:lnTo>
                  <a:lnTo>
                    <a:pt x="2184847" y="848852"/>
                  </a:lnTo>
                  <a:lnTo>
                    <a:pt x="2193716" y="845695"/>
                  </a:lnTo>
                  <a:lnTo>
                    <a:pt x="2197715" y="844272"/>
                  </a:lnTo>
                  <a:lnTo>
                    <a:pt x="2198063" y="844148"/>
                  </a:lnTo>
                  <a:lnTo>
                    <a:pt x="2198933" y="843839"/>
                  </a:lnTo>
                  <a:lnTo>
                    <a:pt x="2200672" y="843220"/>
                  </a:lnTo>
                  <a:lnTo>
                    <a:pt x="2201367" y="842972"/>
                  </a:lnTo>
                  <a:lnTo>
                    <a:pt x="2209714" y="840000"/>
                  </a:lnTo>
                  <a:lnTo>
                    <a:pt x="2210758" y="839629"/>
                  </a:lnTo>
                  <a:lnTo>
                    <a:pt x="2217018" y="837400"/>
                  </a:lnTo>
                  <a:lnTo>
                    <a:pt x="2224322" y="834799"/>
                  </a:lnTo>
                  <a:lnTo>
                    <a:pt x="2226582" y="833993"/>
                  </a:lnTo>
                  <a:lnTo>
                    <a:pt x="2228495" y="833312"/>
                  </a:lnTo>
                  <a:lnTo>
                    <a:pt x="2232147" y="832011"/>
                  </a:lnTo>
                  <a:lnTo>
                    <a:pt x="2232669" y="831825"/>
                  </a:lnTo>
                  <a:lnTo>
                    <a:pt x="2233538" y="831516"/>
                  </a:lnTo>
                  <a:lnTo>
                    <a:pt x="2234060" y="831330"/>
                  </a:lnTo>
                  <a:lnTo>
                    <a:pt x="2234234" y="831268"/>
                  </a:lnTo>
                  <a:lnTo>
                    <a:pt x="2236495" y="830462"/>
                  </a:lnTo>
                  <a:lnTo>
                    <a:pt x="2246581" y="826869"/>
                  </a:lnTo>
                  <a:lnTo>
                    <a:pt x="2247624" y="826497"/>
                  </a:lnTo>
                  <a:lnTo>
                    <a:pt x="2249015" y="826001"/>
                  </a:lnTo>
                  <a:lnTo>
                    <a:pt x="2252841" y="824637"/>
                  </a:lnTo>
                  <a:lnTo>
                    <a:pt x="2254580" y="824018"/>
                  </a:lnTo>
                  <a:lnTo>
                    <a:pt x="2255102" y="823832"/>
                  </a:lnTo>
                  <a:lnTo>
                    <a:pt x="2256493" y="823336"/>
                  </a:lnTo>
                  <a:lnTo>
                    <a:pt x="2257188" y="823088"/>
                  </a:lnTo>
                  <a:lnTo>
                    <a:pt x="2260666" y="821848"/>
                  </a:lnTo>
                  <a:lnTo>
                    <a:pt x="2261014" y="821724"/>
                  </a:lnTo>
                  <a:lnTo>
                    <a:pt x="2264318" y="820546"/>
                  </a:lnTo>
                  <a:lnTo>
                    <a:pt x="2266405" y="819802"/>
                  </a:lnTo>
                  <a:lnTo>
                    <a:pt x="2267970" y="819244"/>
                  </a:lnTo>
                  <a:lnTo>
                    <a:pt x="2269013" y="818872"/>
                  </a:lnTo>
                  <a:lnTo>
                    <a:pt x="2270231" y="818438"/>
                  </a:lnTo>
                  <a:lnTo>
                    <a:pt x="2271274" y="818066"/>
                  </a:lnTo>
                  <a:lnTo>
                    <a:pt x="2271796" y="817880"/>
                  </a:lnTo>
                  <a:lnTo>
                    <a:pt x="2271970" y="817818"/>
                  </a:lnTo>
                  <a:lnTo>
                    <a:pt x="2273361" y="817322"/>
                  </a:lnTo>
                  <a:lnTo>
                    <a:pt x="2275274" y="816640"/>
                  </a:lnTo>
                  <a:lnTo>
                    <a:pt x="2277534" y="815834"/>
                  </a:lnTo>
                  <a:lnTo>
                    <a:pt x="2279099" y="815276"/>
                  </a:lnTo>
                  <a:lnTo>
                    <a:pt x="2282925" y="813911"/>
                  </a:lnTo>
                  <a:lnTo>
                    <a:pt x="2284142" y="813477"/>
                  </a:lnTo>
                  <a:lnTo>
                    <a:pt x="2284664" y="813291"/>
                  </a:lnTo>
                  <a:lnTo>
                    <a:pt x="2286229" y="812733"/>
                  </a:lnTo>
                  <a:lnTo>
                    <a:pt x="2291968" y="810686"/>
                  </a:lnTo>
                  <a:lnTo>
                    <a:pt x="2297706" y="808638"/>
                  </a:lnTo>
                  <a:lnTo>
                    <a:pt x="2301358" y="807335"/>
                  </a:lnTo>
                  <a:lnTo>
                    <a:pt x="2301532" y="807273"/>
                  </a:lnTo>
                  <a:lnTo>
                    <a:pt x="2303445" y="806591"/>
                  </a:lnTo>
                  <a:lnTo>
                    <a:pt x="2303619" y="806529"/>
                  </a:lnTo>
                  <a:lnTo>
                    <a:pt x="2308662" y="804729"/>
                  </a:lnTo>
                  <a:lnTo>
                    <a:pt x="2309705" y="804356"/>
                  </a:lnTo>
                  <a:lnTo>
                    <a:pt x="2310575" y="804046"/>
                  </a:lnTo>
                  <a:lnTo>
                    <a:pt x="2310923" y="803922"/>
                  </a:lnTo>
                  <a:lnTo>
                    <a:pt x="2311966" y="803550"/>
                  </a:lnTo>
                  <a:lnTo>
                    <a:pt x="2318226" y="801315"/>
                  </a:lnTo>
                  <a:lnTo>
                    <a:pt x="2322574" y="799763"/>
                  </a:lnTo>
                  <a:lnTo>
                    <a:pt x="2324139" y="799204"/>
                  </a:lnTo>
                  <a:lnTo>
                    <a:pt x="2325356" y="798770"/>
                  </a:lnTo>
                  <a:lnTo>
                    <a:pt x="2325704" y="798645"/>
                  </a:lnTo>
                  <a:lnTo>
                    <a:pt x="2328660" y="797590"/>
                  </a:lnTo>
                  <a:lnTo>
                    <a:pt x="2331269" y="796659"/>
                  </a:lnTo>
                  <a:lnTo>
                    <a:pt x="2335094" y="795292"/>
                  </a:lnTo>
                  <a:lnTo>
                    <a:pt x="2337877" y="794299"/>
                  </a:lnTo>
                  <a:lnTo>
                    <a:pt x="2342050" y="792808"/>
                  </a:lnTo>
                  <a:lnTo>
                    <a:pt x="2345007" y="791752"/>
                  </a:lnTo>
                  <a:lnTo>
                    <a:pt x="2345702" y="791504"/>
                  </a:lnTo>
                  <a:lnTo>
                    <a:pt x="2346050" y="791380"/>
                  </a:lnTo>
                  <a:lnTo>
                    <a:pt x="2346224" y="791317"/>
                  </a:lnTo>
                  <a:lnTo>
                    <a:pt x="2346398" y="791255"/>
                  </a:lnTo>
                  <a:lnTo>
                    <a:pt x="2347615" y="790820"/>
                  </a:lnTo>
                  <a:lnTo>
                    <a:pt x="2349354" y="790199"/>
                  </a:lnTo>
                  <a:lnTo>
                    <a:pt x="2349528" y="790137"/>
                  </a:lnTo>
                  <a:lnTo>
                    <a:pt x="2353701" y="788646"/>
                  </a:lnTo>
                  <a:lnTo>
                    <a:pt x="2354919" y="788211"/>
                  </a:lnTo>
                  <a:lnTo>
                    <a:pt x="2358744" y="786844"/>
                  </a:lnTo>
                  <a:lnTo>
                    <a:pt x="2367613" y="783675"/>
                  </a:lnTo>
                  <a:lnTo>
                    <a:pt x="2371613" y="782246"/>
                  </a:lnTo>
                  <a:lnTo>
                    <a:pt x="2371961" y="782121"/>
                  </a:lnTo>
                  <a:lnTo>
                    <a:pt x="2372830" y="781810"/>
                  </a:lnTo>
                  <a:lnTo>
                    <a:pt x="2374569" y="781189"/>
                  </a:lnTo>
                  <a:lnTo>
                    <a:pt x="2375265" y="780940"/>
                  </a:lnTo>
                  <a:lnTo>
                    <a:pt x="2383612" y="777956"/>
                  </a:lnTo>
                  <a:lnTo>
                    <a:pt x="2384655" y="777583"/>
                  </a:lnTo>
                  <a:lnTo>
                    <a:pt x="2390916" y="775345"/>
                  </a:lnTo>
                  <a:lnTo>
                    <a:pt x="2392133" y="774909"/>
                  </a:lnTo>
                  <a:lnTo>
                    <a:pt x="2398219" y="772733"/>
                  </a:lnTo>
                  <a:lnTo>
                    <a:pt x="2400480" y="771924"/>
                  </a:lnTo>
                  <a:lnTo>
                    <a:pt x="2402393" y="771240"/>
                  </a:lnTo>
                  <a:lnTo>
                    <a:pt x="2406045" y="769934"/>
                  </a:lnTo>
                  <a:lnTo>
                    <a:pt x="2406566" y="769747"/>
                  </a:lnTo>
                  <a:lnTo>
                    <a:pt x="2407436" y="769436"/>
                  </a:lnTo>
                  <a:lnTo>
                    <a:pt x="2407957" y="769250"/>
                  </a:lnTo>
                  <a:lnTo>
                    <a:pt x="2408131" y="769187"/>
                  </a:lnTo>
                  <a:lnTo>
                    <a:pt x="2410392" y="768379"/>
                  </a:lnTo>
                  <a:lnTo>
                    <a:pt x="2420478" y="764770"/>
                  </a:lnTo>
                  <a:lnTo>
                    <a:pt x="2421521" y="764397"/>
                  </a:lnTo>
                  <a:lnTo>
                    <a:pt x="2422913" y="763899"/>
                  </a:lnTo>
                  <a:lnTo>
                    <a:pt x="2426738" y="762530"/>
                  </a:lnTo>
                  <a:lnTo>
                    <a:pt x="2428477" y="761907"/>
                  </a:lnTo>
                  <a:lnTo>
                    <a:pt x="2428999" y="761721"/>
                  </a:lnTo>
                  <a:lnTo>
                    <a:pt x="2430390" y="761223"/>
                  </a:lnTo>
                  <a:lnTo>
                    <a:pt x="2431086" y="760974"/>
                  </a:lnTo>
                  <a:lnTo>
                    <a:pt x="2434564" y="759729"/>
                  </a:lnTo>
                  <a:lnTo>
                    <a:pt x="2434912" y="759604"/>
                  </a:lnTo>
                  <a:lnTo>
                    <a:pt x="2438216" y="758421"/>
                  </a:lnTo>
                  <a:lnTo>
                    <a:pt x="2440302" y="757674"/>
                  </a:lnTo>
                  <a:lnTo>
                    <a:pt x="2441867" y="757114"/>
                  </a:lnTo>
                  <a:lnTo>
                    <a:pt x="2442911" y="756741"/>
                  </a:lnTo>
                  <a:lnTo>
                    <a:pt x="2444128" y="756305"/>
                  </a:lnTo>
                  <a:lnTo>
                    <a:pt x="2445172" y="755931"/>
                  </a:lnTo>
                  <a:lnTo>
                    <a:pt x="2445693" y="755744"/>
                  </a:lnTo>
                  <a:lnTo>
                    <a:pt x="2445867" y="755682"/>
                  </a:lnTo>
                  <a:lnTo>
                    <a:pt x="2447258" y="755184"/>
                  </a:lnTo>
                  <a:lnTo>
                    <a:pt x="2449171" y="754499"/>
                  </a:lnTo>
                  <a:lnTo>
                    <a:pt x="2451432" y="753690"/>
                  </a:lnTo>
                  <a:lnTo>
                    <a:pt x="2452997" y="753129"/>
                  </a:lnTo>
                  <a:lnTo>
                    <a:pt x="2456823" y="751759"/>
                  </a:lnTo>
                  <a:lnTo>
                    <a:pt x="2458040" y="751323"/>
                  </a:lnTo>
                  <a:lnTo>
                    <a:pt x="2458562" y="751136"/>
                  </a:lnTo>
                  <a:lnTo>
                    <a:pt x="2460127" y="750576"/>
                  </a:lnTo>
                  <a:lnTo>
                    <a:pt x="2465865" y="748520"/>
                  </a:lnTo>
                  <a:lnTo>
                    <a:pt x="2471604" y="746464"/>
                  </a:lnTo>
                  <a:lnTo>
                    <a:pt x="2475256" y="745156"/>
                  </a:lnTo>
                  <a:lnTo>
                    <a:pt x="2475430" y="745094"/>
                  </a:lnTo>
                  <a:lnTo>
                    <a:pt x="2477343" y="744408"/>
                  </a:lnTo>
                  <a:lnTo>
                    <a:pt x="2477516" y="744346"/>
                  </a:lnTo>
                  <a:lnTo>
                    <a:pt x="2479082" y="743785"/>
                  </a:lnTo>
                  <a:lnTo>
                    <a:pt x="2482559" y="742539"/>
                  </a:lnTo>
                  <a:lnTo>
                    <a:pt x="2483603" y="742165"/>
                  </a:lnTo>
                  <a:lnTo>
                    <a:pt x="2484472" y="741853"/>
                  </a:lnTo>
                  <a:lnTo>
                    <a:pt x="2484820" y="741729"/>
                  </a:lnTo>
                  <a:lnTo>
                    <a:pt x="2485864" y="741355"/>
                  </a:lnTo>
                  <a:lnTo>
                    <a:pt x="2492124" y="739111"/>
                  </a:lnTo>
                  <a:lnTo>
                    <a:pt x="2496471" y="737553"/>
                  </a:lnTo>
                  <a:lnTo>
                    <a:pt x="2498036" y="736992"/>
                  </a:lnTo>
                  <a:lnTo>
                    <a:pt x="2499254" y="736555"/>
                  </a:lnTo>
                  <a:lnTo>
                    <a:pt x="2499601" y="736431"/>
                  </a:lnTo>
                  <a:lnTo>
                    <a:pt x="2502558" y="735371"/>
                  </a:lnTo>
                  <a:lnTo>
                    <a:pt x="2505166" y="734435"/>
                  </a:lnTo>
                  <a:lnTo>
                    <a:pt x="2508992" y="733064"/>
                  </a:lnTo>
                  <a:lnTo>
                    <a:pt x="2511774" y="732066"/>
                  </a:lnTo>
                  <a:lnTo>
                    <a:pt x="2515948" y="730569"/>
                  </a:lnTo>
                  <a:lnTo>
                    <a:pt x="2518904" y="729509"/>
                  </a:lnTo>
                  <a:lnTo>
                    <a:pt x="2519600" y="729260"/>
                  </a:lnTo>
                  <a:lnTo>
                    <a:pt x="2519947" y="729135"/>
                  </a:lnTo>
                  <a:lnTo>
                    <a:pt x="2520121" y="729072"/>
                  </a:lnTo>
                  <a:lnTo>
                    <a:pt x="2520295" y="729010"/>
                  </a:lnTo>
                  <a:lnTo>
                    <a:pt x="2521512" y="728574"/>
                  </a:lnTo>
                  <a:lnTo>
                    <a:pt x="2523251" y="727950"/>
                  </a:lnTo>
                  <a:lnTo>
                    <a:pt x="2523425" y="727887"/>
                  </a:lnTo>
                  <a:lnTo>
                    <a:pt x="2525164" y="727264"/>
                  </a:lnTo>
                  <a:lnTo>
                    <a:pt x="2527599" y="726390"/>
                  </a:lnTo>
                  <a:lnTo>
                    <a:pt x="2528816" y="725954"/>
                  </a:lnTo>
                  <a:lnTo>
                    <a:pt x="2532642" y="724581"/>
                  </a:lnTo>
                  <a:lnTo>
                    <a:pt x="2541511" y="721399"/>
                  </a:lnTo>
                  <a:lnTo>
                    <a:pt x="2545510" y="719964"/>
                  </a:lnTo>
                  <a:lnTo>
                    <a:pt x="2545858" y="719839"/>
                  </a:lnTo>
                  <a:lnTo>
                    <a:pt x="2546728" y="719527"/>
                  </a:lnTo>
                  <a:lnTo>
                    <a:pt x="2548467" y="718903"/>
                  </a:lnTo>
                  <a:lnTo>
                    <a:pt x="2549162" y="718653"/>
                  </a:lnTo>
                  <a:lnTo>
                    <a:pt x="2557509" y="715657"/>
                  </a:lnTo>
                  <a:lnTo>
                    <a:pt x="2558553" y="715282"/>
                  </a:lnTo>
                  <a:lnTo>
                    <a:pt x="2564813" y="713035"/>
                  </a:lnTo>
                  <a:lnTo>
                    <a:pt x="2566030" y="712598"/>
                  </a:lnTo>
                  <a:lnTo>
                    <a:pt x="2572117" y="710412"/>
                  </a:lnTo>
                  <a:lnTo>
                    <a:pt x="2574377" y="709600"/>
                  </a:lnTo>
                  <a:lnTo>
                    <a:pt x="2576290" y="708913"/>
                  </a:lnTo>
                  <a:lnTo>
                    <a:pt x="2579942" y="707602"/>
                  </a:lnTo>
                  <a:lnTo>
                    <a:pt x="2580464" y="707415"/>
                  </a:lnTo>
                  <a:lnTo>
                    <a:pt x="2581333" y="707102"/>
                  </a:lnTo>
                  <a:lnTo>
                    <a:pt x="2581855" y="706915"/>
                  </a:lnTo>
                  <a:lnTo>
                    <a:pt x="2582029" y="706852"/>
                  </a:lnTo>
                  <a:lnTo>
                    <a:pt x="2584289" y="706040"/>
                  </a:lnTo>
                  <a:lnTo>
                    <a:pt x="2594376" y="702417"/>
                  </a:lnTo>
                  <a:lnTo>
                    <a:pt x="2595419" y="702042"/>
                  </a:lnTo>
                  <a:lnTo>
                    <a:pt x="2600636" y="700168"/>
                  </a:lnTo>
                  <a:lnTo>
                    <a:pt x="2602375" y="699543"/>
                  </a:lnTo>
                  <a:lnTo>
                    <a:pt x="2602896" y="699355"/>
                  </a:lnTo>
                  <a:lnTo>
                    <a:pt x="2604288" y="698855"/>
                  </a:lnTo>
                  <a:lnTo>
                    <a:pt x="2604983" y="698606"/>
                  </a:lnTo>
                  <a:lnTo>
                    <a:pt x="2608461" y="697356"/>
                  </a:lnTo>
                  <a:lnTo>
                    <a:pt x="2608809" y="697231"/>
                  </a:lnTo>
                  <a:lnTo>
                    <a:pt x="2612113" y="696043"/>
                  </a:lnTo>
                  <a:lnTo>
                    <a:pt x="2614200" y="695293"/>
                  </a:lnTo>
                  <a:lnTo>
                    <a:pt x="2615765" y="694730"/>
                  </a:lnTo>
                  <a:lnTo>
                    <a:pt x="2616808" y="694355"/>
                  </a:lnTo>
                  <a:lnTo>
                    <a:pt x="2618026" y="693918"/>
                  </a:lnTo>
                  <a:lnTo>
                    <a:pt x="2619069" y="693543"/>
                  </a:lnTo>
                  <a:lnTo>
                    <a:pt x="2619591" y="693355"/>
                  </a:lnTo>
                  <a:lnTo>
                    <a:pt x="2619765" y="693293"/>
                  </a:lnTo>
                  <a:lnTo>
                    <a:pt x="2621156" y="692793"/>
                  </a:lnTo>
                  <a:lnTo>
                    <a:pt x="2623069" y="692105"/>
                  </a:lnTo>
                  <a:lnTo>
                    <a:pt x="2625329" y="691292"/>
                  </a:lnTo>
                  <a:lnTo>
                    <a:pt x="2626894" y="690729"/>
                  </a:lnTo>
                  <a:lnTo>
                    <a:pt x="2630720" y="689354"/>
                  </a:lnTo>
                  <a:lnTo>
                    <a:pt x="2631937" y="688916"/>
                  </a:lnTo>
                  <a:lnTo>
                    <a:pt x="2632459" y="688729"/>
                  </a:lnTo>
                  <a:lnTo>
                    <a:pt x="2634024" y="688166"/>
                  </a:lnTo>
                  <a:lnTo>
                    <a:pt x="2639763" y="686102"/>
                  </a:lnTo>
                  <a:lnTo>
                    <a:pt x="2645501" y="684038"/>
                  </a:lnTo>
                  <a:lnTo>
                    <a:pt x="2649153" y="682724"/>
                  </a:lnTo>
                  <a:lnTo>
                    <a:pt x="2649327" y="682662"/>
                  </a:lnTo>
                  <a:lnTo>
                    <a:pt x="2651240" y="681974"/>
                  </a:lnTo>
                  <a:lnTo>
                    <a:pt x="2651414" y="681911"/>
                  </a:lnTo>
                  <a:lnTo>
                    <a:pt x="2652979" y="681348"/>
                  </a:lnTo>
                  <a:lnTo>
                    <a:pt x="2656457" y="680097"/>
                  </a:lnTo>
                  <a:lnTo>
                    <a:pt x="2657500" y="679721"/>
                  </a:lnTo>
                  <a:lnTo>
                    <a:pt x="2658370" y="679409"/>
                  </a:lnTo>
                  <a:lnTo>
                    <a:pt x="2658718" y="679283"/>
                  </a:lnTo>
                  <a:lnTo>
                    <a:pt x="2659761" y="678908"/>
                  </a:lnTo>
                  <a:lnTo>
                    <a:pt x="2666021" y="676655"/>
                  </a:lnTo>
                  <a:lnTo>
                    <a:pt x="2670369" y="675091"/>
                  </a:lnTo>
                  <a:lnTo>
                    <a:pt x="2671934" y="674528"/>
                  </a:lnTo>
                  <a:lnTo>
                    <a:pt x="2673151" y="674089"/>
                  </a:lnTo>
                  <a:lnTo>
                    <a:pt x="2673499" y="673964"/>
                  </a:lnTo>
                  <a:lnTo>
                    <a:pt x="2676455" y="672900"/>
                  </a:lnTo>
                  <a:lnTo>
                    <a:pt x="2679064" y="671961"/>
                  </a:lnTo>
                  <a:lnTo>
                    <a:pt x="2682889" y="670584"/>
                  </a:lnTo>
                  <a:lnTo>
                    <a:pt x="2685672" y="669582"/>
                  </a:lnTo>
                  <a:lnTo>
                    <a:pt x="2689845" y="668080"/>
                  </a:lnTo>
                  <a:lnTo>
                    <a:pt x="2692801" y="667015"/>
                  </a:lnTo>
                  <a:lnTo>
                    <a:pt x="2693845" y="666640"/>
                  </a:lnTo>
                  <a:lnTo>
                    <a:pt x="2694019" y="666577"/>
                  </a:lnTo>
                  <a:lnTo>
                    <a:pt x="2694193" y="666514"/>
                  </a:lnTo>
                  <a:lnTo>
                    <a:pt x="2695410" y="666076"/>
                  </a:lnTo>
                  <a:lnTo>
                    <a:pt x="2697149" y="665450"/>
                  </a:lnTo>
                  <a:lnTo>
                    <a:pt x="2697323" y="665387"/>
                  </a:lnTo>
                  <a:lnTo>
                    <a:pt x="2699062" y="664761"/>
                  </a:lnTo>
                  <a:lnTo>
                    <a:pt x="2701496" y="663884"/>
                  </a:lnTo>
                  <a:lnTo>
                    <a:pt x="2702714" y="663446"/>
                  </a:lnTo>
                  <a:lnTo>
                    <a:pt x="2706539" y="662068"/>
                  </a:lnTo>
                  <a:lnTo>
                    <a:pt x="2715408" y="658873"/>
                  </a:lnTo>
                  <a:lnTo>
                    <a:pt x="2719408" y="657432"/>
                  </a:lnTo>
                  <a:lnTo>
                    <a:pt x="2719756" y="657307"/>
                  </a:lnTo>
                  <a:lnTo>
                    <a:pt x="2720625" y="656994"/>
                  </a:lnTo>
                  <a:lnTo>
                    <a:pt x="2722364" y="656367"/>
                  </a:lnTo>
                  <a:lnTo>
                    <a:pt x="2723060" y="656116"/>
                  </a:lnTo>
                  <a:lnTo>
                    <a:pt x="2731407" y="653108"/>
                  </a:lnTo>
                  <a:lnTo>
                    <a:pt x="2732450" y="652732"/>
                  </a:lnTo>
                  <a:lnTo>
                    <a:pt x="2738710" y="650476"/>
                  </a:lnTo>
                  <a:lnTo>
                    <a:pt x="2739928" y="650037"/>
                  </a:lnTo>
                  <a:lnTo>
                    <a:pt x="2746014" y="647843"/>
                  </a:lnTo>
                  <a:lnTo>
                    <a:pt x="2748275" y="647028"/>
                  </a:lnTo>
                  <a:lnTo>
                    <a:pt x="2750188" y="646339"/>
                  </a:lnTo>
                  <a:lnTo>
                    <a:pt x="2753839" y="645022"/>
                  </a:lnTo>
                  <a:lnTo>
                    <a:pt x="2754361" y="644834"/>
                  </a:lnTo>
                  <a:lnTo>
                    <a:pt x="2755231" y="644520"/>
                  </a:lnTo>
                  <a:lnTo>
                    <a:pt x="2755752" y="644332"/>
                  </a:lnTo>
                  <a:lnTo>
                    <a:pt x="2755926" y="644270"/>
                  </a:lnTo>
                  <a:lnTo>
                    <a:pt x="2758187" y="643454"/>
                  </a:lnTo>
                  <a:lnTo>
                    <a:pt x="2768273" y="639817"/>
                  </a:lnTo>
                  <a:lnTo>
                    <a:pt x="2769316" y="639441"/>
                  </a:lnTo>
                  <a:lnTo>
                    <a:pt x="2770708" y="638939"/>
                  </a:lnTo>
                  <a:lnTo>
                    <a:pt x="2774533" y="637559"/>
                  </a:lnTo>
                  <a:lnTo>
                    <a:pt x="2776272" y="636932"/>
                  </a:lnTo>
                  <a:lnTo>
                    <a:pt x="2776794" y="636743"/>
                  </a:lnTo>
                  <a:lnTo>
                    <a:pt x="2778185" y="636242"/>
                  </a:lnTo>
                  <a:lnTo>
                    <a:pt x="2778881" y="635991"/>
                  </a:lnTo>
                  <a:lnTo>
                    <a:pt x="2782359" y="634736"/>
                  </a:lnTo>
                  <a:lnTo>
                    <a:pt x="2782706" y="634610"/>
                  </a:lnTo>
                  <a:lnTo>
                    <a:pt x="2786011" y="633418"/>
                  </a:lnTo>
                  <a:lnTo>
                    <a:pt x="2788097" y="632665"/>
                  </a:lnTo>
                  <a:lnTo>
                    <a:pt x="2789662" y="632101"/>
                  </a:lnTo>
                  <a:lnTo>
                    <a:pt x="2791923" y="631285"/>
                  </a:lnTo>
                  <a:lnTo>
                    <a:pt x="2792966" y="630908"/>
                  </a:lnTo>
                  <a:lnTo>
                    <a:pt x="2793488" y="630720"/>
                  </a:lnTo>
                  <a:lnTo>
                    <a:pt x="2793662" y="630657"/>
                  </a:lnTo>
                  <a:lnTo>
                    <a:pt x="2795053" y="630155"/>
                  </a:lnTo>
                  <a:lnTo>
                    <a:pt x="2796966" y="629465"/>
                  </a:lnTo>
                  <a:lnTo>
                    <a:pt x="2799227" y="628649"/>
                  </a:lnTo>
                  <a:lnTo>
                    <a:pt x="2800792" y="628084"/>
                  </a:lnTo>
                  <a:lnTo>
                    <a:pt x="2804618" y="626703"/>
                  </a:lnTo>
                  <a:lnTo>
                    <a:pt x="2805835" y="626264"/>
                  </a:lnTo>
                  <a:lnTo>
                    <a:pt x="2806357" y="626076"/>
                  </a:lnTo>
                  <a:lnTo>
                    <a:pt x="2807922" y="625511"/>
                  </a:lnTo>
                  <a:lnTo>
                    <a:pt x="2813660" y="623439"/>
                  </a:lnTo>
                  <a:lnTo>
                    <a:pt x="2819399" y="621367"/>
                  </a:lnTo>
                  <a:lnTo>
                    <a:pt x="2823051" y="620048"/>
                  </a:lnTo>
                  <a:lnTo>
                    <a:pt x="2823225" y="619985"/>
                  </a:lnTo>
                  <a:lnTo>
                    <a:pt x="2825137" y="619295"/>
                  </a:lnTo>
                  <a:lnTo>
                    <a:pt x="2825311" y="619232"/>
                  </a:lnTo>
                  <a:lnTo>
                    <a:pt x="2826876" y="618667"/>
                  </a:lnTo>
                  <a:lnTo>
                    <a:pt x="2830354" y="617411"/>
                  </a:lnTo>
                  <a:lnTo>
                    <a:pt x="2831398" y="617034"/>
                  </a:lnTo>
                  <a:lnTo>
                    <a:pt x="2832267" y="616720"/>
                  </a:lnTo>
                  <a:lnTo>
                    <a:pt x="2832615" y="616594"/>
                  </a:lnTo>
                  <a:lnTo>
                    <a:pt x="2833658" y="616217"/>
                  </a:lnTo>
                  <a:lnTo>
                    <a:pt x="2839919" y="613956"/>
                  </a:lnTo>
                  <a:lnTo>
                    <a:pt x="2844266" y="612386"/>
                  </a:lnTo>
                  <a:lnTo>
                    <a:pt x="2845831" y="611820"/>
                  </a:lnTo>
                  <a:lnTo>
                    <a:pt x="2847049" y="611380"/>
                  </a:lnTo>
                  <a:lnTo>
                    <a:pt x="2847396" y="611255"/>
                  </a:lnTo>
                  <a:lnTo>
                    <a:pt x="2850353" y="610187"/>
                  </a:lnTo>
                  <a:lnTo>
                    <a:pt x="2852961" y="609244"/>
                  </a:lnTo>
                  <a:lnTo>
                    <a:pt x="2856787" y="607862"/>
                  </a:lnTo>
                  <a:lnTo>
                    <a:pt x="2859569" y="606856"/>
                  </a:lnTo>
                  <a:lnTo>
                    <a:pt x="2863743" y="605348"/>
                  </a:lnTo>
                  <a:lnTo>
                    <a:pt x="2866699" y="604279"/>
                  </a:lnTo>
                  <a:lnTo>
                    <a:pt x="2867395" y="604028"/>
                  </a:lnTo>
                  <a:lnTo>
                    <a:pt x="2867742" y="603902"/>
                  </a:lnTo>
                  <a:lnTo>
                    <a:pt x="2867916" y="603839"/>
                  </a:lnTo>
                  <a:lnTo>
                    <a:pt x="2868090" y="603776"/>
                  </a:lnTo>
                  <a:lnTo>
                    <a:pt x="2869307" y="603337"/>
                  </a:lnTo>
                  <a:lnTo>
                    <a:pt x="2871046" y="602708"/>
                  </a:lnTo>
                  <a:lnTo>
                    <a:pt x="2871220" y="602645"/>
                  </a:lnTo>
                  <a:lnTo>
                    <a:pt x="2872959" y="602016"/>
                  </a:lnTo>
                  <a:lnTo>
                    <a:pt x="2875394" y="601136"/>
                  </a:lnTo>
                  <a:lnTo>
                    <a:pt x="2876611" y="600696"/>
                  </a:lnTo>
                  <a:lnTo>
                    <a:pt x="2880437" y="599313"/>
                  </a:lnTo>
                  <a:lnTo>
                    <a:pt x="2889306" y="596106"/>
                  </a:lnTo>
                  <a:lnTo>
                    <a:pt x="2893305" y="594660"/>
                  </a:lnTo>
                  <a:lnTo>
                    <a:pt x="2893653" y="594534"/>
                  </a:lnTo>
                  <a:lnTo>
                    <a:pt x="2894523" y="594220"/>
                  </a:lnTo>
                  <a:lnTo>
                    <a:pt x="2896261" y="593591"/>
                  </a:lnTo>
                  <a:lnTo>
                    <a:pt x="2896957" y="593339"/>
                  </a:lnTo>
                  <a:lnTo>
                    <a:pt x="2905304" y="590320"/>
                  </a:lnTo>
                  <a:lnTo>
                    <a:pt x="2906348" y="589943"/>
                  </a:lnTo>
                  <a:lnTo>
                    <a:pt x="2912608" y="587678"/>
                  </a:lnTo>
                  <a:lnTo>
                    <a:pt x="2913825" y="587238"/>
                  </a:lnTo>
                  <a:lnTo>
                    <a:pt x="2919912" y="585035"/>
                  </a:lnTo>
                  <a:lnTo>
                    <a:pt x="2922172" y="584217"/>
                  </a:lnTo>
                  <a:lnTo>
                    <a:pt x="2924085" y="583525"/>
                  </a:lnTo>
                  <a:lnTo>
                    <a:pt x="2927737" y="582204"/>
                  </a:lnTo>
                  <a:lnTo>
                    <a:pt x="2928259" y="582015"/>
                  </a:lnTo>
                  <a:lnTo>
                    <a:pt x="2929128" y="581700"/>
                  </a:lnTo>
                  <a:lnTo>
                    <a:pt x="2929650" y="581511"/>
                  </a:lnTo>
                  <a:lnTo>
                    <a:pt x="2929824" y="581448"/>
                  </a:lnTo>
                  <a:lnTo>
                    <a:pt x="2932084" y="580630"/>
                  </a:lnTo>
                  <a:lnTo>
                    <a:pt x="2942170" y="576979"/>
                  </a:lnTo>
                  <a:lnTo>
                    <a:pt x="2943214" y="576602"/>
                  </a:lnTo>
                  <a:lnTo>
                    <a:pt x="2944605" y="576098"/>
                  </a:lnTo>
                  <a:lnTo>
                    <a:pt x="2948431" y="574713"/>
                  </a:lnTo>
                  <a:lnTo>
                    <a:pt x="2950170" y="574083"/>
                  </a:lnTo>
                  <a:lnTo>
                    <a:pt x="2950691" y="573894"/>
                  </a:lnTo>
                  <a:lnTo>
                    <a:pt x="2952083" y="573391"/>
                  </a:lnTo>
                  <a:lnTo>
                    <a:pt x="2952778" y="573139"/>
                  </a:lnTo>
                  <a:lnTo>
                    <a:pt x="2956256" y="571879"/>
                  </a:lnTo>
                  <a:lnTo>
                    <a:pt x="2956604" y="571753"/>
                  </a:lnTo>
                  <a:lnTo>
                    <a:pt x="2959908" y="570557"/>
                  </a:lnTo>
                  <a:lnTo>
                    <a:pt x="2961995" y="569801"/>
                  </a:lnTo>
                  <a:lnTo>
                    <a:pt x="2963560" y="569234"/>
                  </a:lnTo>
                  <a:lnTo>
                    <a:pt x="2964603" y="568856"/>
                  </a:lnTo>
                  <a:lnTo>
                    <a:pt x="2965820" y="568416"/>
                  </a:lnTo>
                  <a:lnTo>
                    <a:pt x="2966864" y="568038"/>
                  </a:lnTo>
                  <a:lnTo>
                    <a:pt x="2967386" y="567849"/>
                  </a:lnTo>
                  <a:lnTo>
                    <a:pt x="2967559" y="567786"/>
                  </a:lnTo>
                  <a:lnTo>
                    <a:pt x="2968951" y="567282"/>
                  </a:lnTo>
                  <a:lnTo>
                    <a:pt x="2970863" y="566589"/>
                  </a:lnTo>
                  <a:lnTo>
                    <a:pt x="2973124" y="565770"/>
                  </a:lnTo>
                  <a:lnTo>
                    <a:pt x="2974689" y="565203"/>
                  </a:lnTo>
                  <a:lnTo>
                    <a:pt x="2978515" y="563817"/>
                  </a:lnTo>
                  <a:lnTo>
                    <a:pt x="2979732" y="563376"/>
                  </a:lnTo>
                  <a:lnTo>
                    <a:pt x="2980254" y="563187"/>
                  </a:lnTo>
                  <a:lnTo>
                    <a:pt x="2981819" y="562620"/>
                  </a:lnTo>
                  <a:lnTo>
                    <a:pt x="2987558" y="560541"/>
                  </a:lnTo>
                  <a:lnTo>
                    <a:pt x="2993296" y="558461"/>
                  </a:lnTo>
                  <a:lnTo>
                    <a:pt x="2996948" y="557138"/>
                  </a:lnTo>
                  <a:lnTo>
                    <a:pt x="2997122" y="557075"/>
                  </a:lnTo>
                  <a:lnTo>
                    <a:pt x="2999035" y="556382"/>
                  </a:lnTo>
                  <a:lnTo>
                    <a:pt x="2999209" y="556319"/>
                  </a:lnTo>
                  <a:lnTo>
                    <a:pt x="3000774" y="555751"/>
                  </a:lnTo>
                  <a:lnTo>
                    <a:pt x="3004252" y="554491"/>
                  </a:lnTo>
                  <a:lnTo>
                    <a:pt x="3005295" y="554113"/>
                  </a:lnTo>
                  <a:lnTo>
                    <a:pt x="3006165" y="553797"/>
                  </a:lnTo>
                  <a:lnTo>
                    <a:pt x="3006512" y="553671"/>
                  </a:lnTo>
                  <a:lnTo>
                    <a:pt x="3007556" y="553293"/>
                  </a:lnTo>
                  <a:lnTo>
                    <a:pt x="3013816" y="551024"/>
                  </a:lnTo>
                  <a:lnTo>
                    <a:pt x="3018164" y="549447"/>
                  </a:lnTo>
                  <a:lnTo>
                    <a:pt x="3019729" y="548880"/>
                  </a:lnTo>
                  <a:lnTo>
                    <a:pt x="3020946" y="548439"/>
                  </a:lnTo>
                  <a:lnTo>
                    <a:pt x="3021294" y="548313"/>
                  </a:lnTo>
                  <a:lnTo>
                    <a:pt x="3024250" y="547241"/>
                  </a:lnTo>
                  <a:lnTo>
                    <a:pt x="3026858" y="546295"/>
                  </a:lnTo>
                  <a:lnTo>
                    <a:pt x="3030684" y="544907"/>
                  </a:lnTo>
                  <a:lnTo>
                    <a:pt x="3033467" y="543898"/>
                  </a:lnTo>
                  <a:lnTo>
                    <a:pt x="3037640" y="542384"/>
                  </a:lnTo>
                  <a:lnTo>
                    <a:pt x="3040596" y="541312"/>
                  </a:lnTo>
                  <a:lnTo>
                    <a:pt x="3041292" y="541060"/>
                  </a:lnTo>
                  <a:lnTo>
                    <a:pt x="3041640" y="540934"/>
                  </a:lnTo>
                  <a:lnTo>
                    <a:pt x="3041814" y="540871"/>
                  </a:lnTo>
                  <a:lnTo>
                    <a:pt x="3041988" y="540808"/>
                  </a:lnTo>
                  <a:lnTo>
                    <a:pt x="3043205" y="540366"/>
                  </a:lnTo>
                  <a:lnTo>
                    <a:pt x="3044944" y="539735"/>
                  </a:lnTo>
                  <a:lnTo>
                    <a:pt x="3045118" y="539672"/>
                  </a:lnTo>
                  <a:lnTo>
                    <a:pt x="3046857" y="539041"/>
                  </a:lnTo>
                  <a:lnTo>
                    <a:pt x="3049291" y="538158"/>
                  </a:lnTo>
                  <a:lnTo>
                    <a:pt x="3050509" y="537716"/>
                  </a:lnTo>
                  <a:lnTo>
                    <a:pt x="3054334" y="536328"/>
                  </a:lnTo>
                  <a:lnTo>
                    <a:pt x="3063203" y="533110"/>
                  </a:lnTo>
                  <a:lnTo>
                    <a:pt x="3067203" y="531659"/>
                  </a:lnTo>
                  <a:lnTo>
                    <a:pt x="3067550" y="531532"/>
                  </a:lnTo>
                  <a:lnTo>
                    <a:pt x="3068420" y="531217"/>
                  </a:lnTo>
                  <a:lnTo>
                    <a:pt x="3070159" y="530586"/>
                  </a:lnTo>
                  <a:lnTo>
                    <a:pt x="3070855" y="530333"/>
                  </a:lnTo>
                  <a:lnTo>
                    <a:pt x="3079202" y="527303"/>
                  </a:lnTo>
                  <a:lnTo>
                    <a:pt x="3080245" y="526925"/>
                  </a:lnTo>
                  <a:lnTo>
                    <a:pt x="3086505" y="524652"/>
                  </a:lnTo>
                  <a:lnTo>
                    <a:pt x="3087723" y="524210"/>
                  </a:lnTo>
                  <a:lnTo>
                    <a:pt x="3093809" y="522000"/>
                  </a:lnTo>
                  <a:lnTo>
                    <a:pt x="3096070" y="521179"/>
                  </a:lnTo>
                  <a:lnTo>
                    <a:pt x="3097983" y="520484"/>
                  </a:lnTo>
                  <a:lnTo>
                    <a:pt x="3101634" y="519158"/>
                  </a:lnTo>
                  <a:lnTo>
                    <a:pt x="3102156" y="518969"/>
                  </a:lnTo>
                  <a:lnTo>
                    <a:pt x="3103026" y="518653"/>
                  </a:lnTo>
                  <a:lnTo>
                    <a:pt x="3103547" y="518463"/>
                  </a:lnTo>
                  <a:lnTo>
                    <a:pt x="3103721" y="518400"/>
                  </a:lnTo>
                  <a:lnTo>
                    <a:pt x="3105982" y="517579"/>
                  </a:lnTo>
                  <a:lnTo>
                    <a:pt x="3116068" y="513916"/>
                  </a:lnTo>
                  <a:lnTo>
                    <a:pt x="3117111" y="513537"/>
                  </a:lnTo>
                  <a:lnTo>
                    <a:pt x="3118502" y="513031"/>
                  </a:lnTo>
                  <a:lnTo>
                    <a:pt x="3122328" y="511641"/>
                  </a:lnTo>
                  <a:lnTo>
                    <a:pt x="3124067" y="511009"/>
                  </a:lnTo>
                  <a:lnTo>
                    <a:pt x="3124589" y="510820"/>
                  </a:lnTo>
                  <a:lnTo>
                    <a:pt x="3125980" y="510314"/>
                  </a:lnTo>
                  <a:lnTo>
                    <a:pt x="3126676" y="510062"/>
                  </a:lnTo>
                  <a:lnTo>
                    <a:pt x="3130154" y="508798"/>
                  </a:lnTo>
                  <a:lnTo>
                    <a:pt x="3130501" y="508672"/>
                  </a:lnTo>
                  <a:lnTo>
                    <a:pt x="3133805" y="507471"/>
                  </a:lnTo>
                  <a:lnTo>
                    <a:pt x="3135892" y="506713"/>
                  </a:lnTo>
                  <a:lnTo>
                    <a:pt x="3137457" y="506144"/>
                  </a:lnTo>
                  <a:lnTo>
                    <a:pt x="3138501" y="505765"/>
                  </a:lnTo>
                  <a:lnTo>
                    <a:pt x="3139718" y="505322"/>
                  </a:lnTo>
                  <a:lnTo>
                    <a:pt x="3140761" y="504943"/>
                  </a:lnTo>
                  <a:lnTo>
                    <a:pt x="3141283" y="504753"/>
                  </a:lnTo>
                  <a:lnTo>
                    <a:pt x="3141457" y="504690"/>
                  </a:lnTo>
                  <a:lnTo>
                    <a:pt x="3142848" y="504185"/>
                  </a:lnTo>
                  <a:lnTo>
                    <a:pt x="3144761" y="503489"/>
                  </a:lnTo>
                  <a:lnTo>
                    <a:pt x="3147022" y="502668"/>
                  </a:lnTo>
                  <a:lnTo>
                    <a:pt x="3148587" y="502099"/>
                  </a:lnTo>
                  <a:lnTo>
                    <a:pt x="3152412" y="500708"/>
                  </a:lnTo>
                  <a:lnTo>
                    <a:pt x="3153630" y="500266"/>
                  </a:lnTo>
                  <a:lnTo>
                    <a:pt x="3154151" y="500076"/>
                  </a:lnTo>
                  <a:lnTo>
                    <a:pt x="3155716" y="499507"/>
                  </a:lnTo>
                  <a:lnTo>
                    <a:pt x="3161455" y="497420"/>
                  </a:lnTo>
                  <a:lnTo>
                    <a:pt x="3167194" y="495334"/>
                  </a:lnTo>
                  <a:lnTo>
                    <a:pt x="3170846" y="494006"/>
                  </a:lnTo>
                  <a:lnTo>
                    <a:pt x="3171019" y="493943"/>
                  </a:lnTo>
                  <a:lnTo>
                    <a:pt x="3172932" y="493247"/>
                  </a:lnTo>
                  <a:lnTo>
                    <a:pt x="3173106" y="493184"/>
                  </a:lnTo>
                  <a:lnTo>
                    <a:pt x="3174671" y="492615"/>
                  </a:lnTo>
                  <a:lnTo>
                    <a:pt x="3178149" y="491350"/>
                  </a:lnTo>
                  <a:lnTo>
                    <a:pt x="3179193" y="490970"/>
                  </a:lnTo>
                  <a:lnTo>
                    <a:pt x="3180062" y="490654"/>
                  </a:lnTo>
                  <a:lnTo>
                    <a:pt x="3180410" y="490527"/>
                  </a:lnTo>
                  <a:lnTo>
                    <a:pt x="3181453" y="490148"/>
                  </a:lnTo>
                  <a:lnTo>
                    <a:pt x="3187714" y="487871"/>
                  </a:lnTo>
                  <a:lnTo>
                    <a:pt x="3192061" y="486289"/>
                  </a:lnTo>
                  <a:lnTo>
                    <a:pt x="3193626" y="485720"/>
                  </a:lnTo>
                  <a:lnTo>
                    <a:pt x="3194843" y="485277"/>
                  </a:lnTo>
                  <a:lnTo>
                    <a:pt x="3195191" y="485150"/>
                  </a:lnTo>
                  <a:lnTo>
                    <a:pt x="3198147" y="484075"/>
                  </a:lnTo>
                  <a:lnTo>
                    <a:pt x="3200756" y="483126"/>
                  </a:lnTo>
                  <a:lnTo>
                    <a:pt x="3204582" y="481734"/>
                  </a:lnTo>
                  <a:lnTo>
                    <a:pt x="3207364" y="480721"/>
                  </a:lnTo>
                  <a:lnTo>
                    <a:pt x="3211538" y="479202"/>
                  </a:lnTo>
                  <a:lnTo>
                    <a:pt x="3214494" y="478127"/>
                  </a:lnTo>
                  <a:lnTo>
                    <a:pt x="3215189" y="477873"/>
                  </a:lnTo>
                  <a:lnTo>
                    <a:pt x="3215537" y="477747"/>
                  </a:lnTo>
                  <a:lnTo>
                    <a:pt x="3215711" y="477683"/>
                  </a:lnTo>
                  <a:lnTo>
                    <a:pt x="3215885" y="477620"/>
                  </a:lnTo>
                  <a:lnTo>
                    <a:pt x="3217102" y="477177"/>
                  </a:lnTo>
                  <a:lnTo>
                    <a:pt x="3218841" y="476544"/>
                  </a:lnTo>
                  <a:lnTo>
                    <a:pt x="3219015" y="476481"/>
                  </a:lnTo>
                  <a:lnTo>
                    <a:pt x="3220754" y="475848"/>
                  </a:lnTo>
                  <a:lnTo>
                    <a:pt x="3223189" y="474962"/>
                  </a:lnTo>
                  <a:lnTo>
                    <a:pt x="3224406" y="474519"/>
                  </a:lnTo>
                  <a:lnTo>
                    <a:pt x="3228232" y="473126"/>
                  </a:lnTo>
                  <a:lnTo>
                    <a:pt x="3237100" y="469897"/>
                  </a:lnTo>
                  <a:lnTo>
                    <a:pt x="3241100" y="468441"/>
                  </a:lnTo>
                  <a:lnTo>
                    <a:pt x="3241448" y="468314"/>
                  </a:lnTo>
                  <a:lnTo>
                    <a:pt x="3242317" y="467997"/>
                  </a:lnTo>
                  <a:lnTo>
                    <a:pt x="3244056" y="467364"/>
                  </a:lnTo>
                  <a:lnTo>
                    <a:pt x="3244752" y="467111"/>
                  </a:lnTo>
                  <a:lnTo>
                    <a:pt x="3253099" y="464071"/>
                  </a:lnTo>
                  <a:lnTo>
                    <a:pt x="3254142" y="463691"/>
                  </a:lnTo>
                  <a:lnTo>
                    <a:pt x="3260403" y="461411"/>
                  </a:lnTo>
                  <a:lnTo>
                    <a:pt x="3261620" y="460967"/>
                  </a:lnTo>
                  <a:lnTo>
                    <a:pt x="3267706" y="458750"/>
                  </a:lnTo>
                  <a:lnTo>
                    <a:pt x="3269967" y="457927"/>
                  </a:lnTo>
                  <a:lnTo>
                    <a:pt x="3271880" y="457230"/>
                  </a:lnTo>
                  <a:lnTo>
                    <a:pt x="3275532" y="455899"/>
                  </a:lnTo>
                  <a:lnTo>
                    <a:pt x="3276054" y="455709"/>
                  </a:lnTo>
                  <a:lnTo>
                    <a:pt x="3276923" y="455392"/>
                  </a:lnTo>
                  <a:lnTo>
                    <a:pt x="3277445" y="455202"/>
                  </a:lnTo>
                  <a:lnTo>
                    <a:pt x="3277619" y="455139"/>
                  </a:lnTo>
                  <a:lnTo>
                    <a:pt x="3279879" y="454315"/>
                  </a:lnTo>
                  <a:lnTo>
                    <a:pt x="3289965" y="450639"/>
                  </a:lnTo>
                  <a:lnTo>
                    <a:pt x="3291009" y="450259"/>
                  </a:lnTo>
                  <a:lnTo>
                    <a:pt x="3292400" y="449752"/>
                  </a:lnTo>
                  <a:lnTo>
                    <a:pt x="3296226" y="448358"/>
                  </a:lnTo>
                  <a:lnTo>
                    <a:pt x="3297965" y="447724"/>
                  </a:lnTo>
                  <a:lnTo>
                    <a:pt x="3298486" y="447534"/>
                  </a:lnTo>
                  <a:lnTo>
                    <a:pt x="3299877" y="447027"/>
                  </a:lnTo>
                  <a:lnTo>
                    <a:pt x="3300573" y="446773"/>
                  </a:lnTo>
                  <a:lnTo>
                    <a:pt x="3304051" y="445505"/>
                  </a:lnTo>
                  <a:lnTo>
                    <a:pt x="3304399" y="445378"/>
                  </a:lnTo>
                  <a:lnTo>
                    <a:pt x="3307703" y="444174"/>
                  </a:lnTo>
                  <a:lnTo>
                    <a:pt x="3309790" y="443413"/>
                  </a:lnTo>
                  <a:lnTo>
                    <a:pt x="3311355" y="442843"/>
                  </a:lnTo>
                  <a:lnTo>
                    <a:pt x="3312398" y="442462"/>
                  </a:lnTo>
                  <a:lnTo>
                    <a:pt x="3313615" y="442018"/>
                  </a:lnTo>
                  <a:lnTo>
                    <a:pt x="3314659" y="441638"/>
                  </a:lnTo>
                  <a:lnTo>
                    <a:pt x="3315180" y="441448"/>
                  </a:lnTo>
                  <a:lnTo>
                    <a:pt x="3315354" y="441384"/>
                  </a:lnTo>
                  <a:lnTo>
                    <a:pt x="3316746" y="440877"/>
                  </a:lnTo>
                  <a:lnTo>
                    <a:pt x="3318658" y="440179"/>
                  </a:lnTo>
                  <a:lnTo>
                    <a:pt x="3320919" y="439355"/>
                  </a:lnTo>
                  <a:lnTo>
                    <a:pt x="3322484" y="438784"/>
                  </a:lnTo>
                  <a:lnTo>
                    <a:pt x="3326310" y="437389"/>
                  </a:lnTo>
                  <a:lnTo>
                    <a:pt x="3327527" y="436945"/>
                  </a:lnTo>
                  <a:lnTo>
                    <a:pt x="3328049" y="436755"/>
                  </a:lnTo>
                  <a:lnTo>
                    <a:pt x="3329614" y="436184"/>
                  </a:lnTo>
                  <a:lnTo>
                    <a:pt x="3335353" y="434091"/>
                  </a:lnTo>
                  <a:lnTo>
                    <a:pt x="3341091" y="431998"/>
                  </a:lnTo>
                  <a:lnTo>
                    <a:pt x="3344743" y="430666"/>
                  </a:lnTo>
                  <a:lnTo>
                    <a:pt x="3344917" y="430602"/>
                  </a:lnTo>
                  <a:lnTo>
                    <a:pt x="3346830" y="429904"/>
                  </a:lnTo>
                  <a:lnTo>
                    <a:pt x="3347004" y="429841"/>
                  </a:lnTo>
                  <a:lnTo>
                    <a:pt x="3348569" y="429270"/>
                  </a:lnTo>
                  <a:lnTo>
                    <a:pt x="3352047" y="428001"/>
                  </a:lnTo>
                  <a:lnTo>
                    <a:pt x="3353090" y="427620"/>
                  </a:lnTo>
                  <a:lnTo>
                    <a:pt x="3353960" y="427303"/>
                  </a:lnTo>
                  <a:lnTo>
                    <a:pt x="3354307" y="427176"/>
                  </a:lnTo>
                  <a:lnTo>
                    <a:pt x="3355351" y="426796"/>
                  </a:lnTo>
                  <a:lnTo>
                    <a:pt x="3361611" y="424511"/>
                  </a:lnTo>
                  <a:lnTo>
                    <a:pt x="3365958" y="422925"/>
                  </a:lnTo>
                  <a:lnTo>
                    <a:pt x="3367524" y="422354"/>
                  </a:lnTo>
                  <a:lnTo>
                    <a:pt x="3368741" y="421909"/>
                  </a:lnTo>
                  <a:lnTo>
                    <a:pt x="3369089" y="421782"/>
                  </a:lnTo>
                  <a:lnTo>
                    <a:pt x="3374653" y="419751"/>
                  </a:lnTo>
                  <a:lnTo>
                    <a:pt x="3378479" y="418355"/>
                  </a:lnTo>
                  <a:lnTo>
                    <a:pt x="3381261" y="417339"/>
                  </a:lnTo>
                  <a:lnTo>
                    <a:pt x="3385435" y="415816"/>
                  </a:lnTo>
                  <a:lnTo>
                    <a:pt x="3388391" y="414736"/>
                  </a:lnTo>
                  <a:lnTo>
                    <a:pt x="3389087" y="414482"/>
                  </a:lnTo>
                  <a:lnTo>
                    <a:pt x="3389435" y="414355"/>
                  </a:lnTo>
                  <a:lnTo>
                    <a:pt x="3389609" y="414292"/>
                  </a:lnTo>
                  <a:lnTo>
                    <a:pt x="3389782" y="414228"/>
                  </a:lnTo>
                  <a:lnTo>
                    <a:pt x="3391000" y="413784"/>
                  </a:lnTo>
                  <a:lnTo>
                    <a:pt x="3392739" y="413149"/>
                  </a:lnTo>
                  <a:lnTo>
                    <a:pt x="3392913" y="413086"/>
                  </a:lnTo>
                  <a:lnTo>
                    <a:pt x="3394652" y="412451"/>
                  </a:lnTo>
                  <a:lnTo>
                    <a:pt x="3397086" y="411562"/>
                  </a:lnTo>
                  <a:lnTo>
                    <a:pt x="3398303" y="411117"/>
                  </a:lnTo>
                  <a:lnTo>
                    <a:pt x="3402129" y="409720"/>
                  </a:lnTo>
                  <a:lnTo>
                    <a:pt x="3410998" y="406481"/>
                  </a:lnTo>
                  <a:lnTo>
                    <a:pt x="3414998" y="405021"/>
                  </a:lnTo>
                  <a:lnTo>
                    <a:pt x="3415345" y="404894"/>
                  </a:lnTo>
                  <a:lnTo>
                    <a:pt x="3416215" y="404576"/>
                  </a:lnTo>
                  <a:lnTo>
                    <a:pt x="3417954" y="403941"/>
                  </a:lnTo>
                  <a:lnTo>
                    <a:pt x="3418649" y="403687"/>
                  </a:lnTo>
                  <a:lnTo>
                    <a:pt x="3426996" y="400638"/>
                  </a:lnTo>
                  <a:lnTo>
                    <a:pt x="3428040" y="400256"/>
                  </a:lnTo>
                  <a:lnTo>
                    <a:pt x="3434300" y="397969"/>
                  </a:lnTo>
                  <a:lnTo>
                    <a:pt x="3435517" y="397524"/>
                  </a:lnTo>
                  <a:lnTo>
                    <a:pt x="3441604" y="395300"/>
                  </a:lnTo>
                  <a:lnTo>
                    <a:pt x="3443865" y="394474"/>
                  </a:lnTo>
                  <a:lnTo>
                    <a:pt x="3445777" y="393775"/>
                  </a:lnTo>
                  <a:lnTo>
                    <a:pt x="3449429" y="392441"/>
                  </a:lnTo>
                  <a:lnTo>
                    <a:pt x="3449951" y="392250"/>
                  </a:lnTo>
                  <a:lnTo>
                    <a:pt x="3450820" y="391932"/>
                  </a:lnTo>
                  <a:lnTo>
                    <a:pt x="3451342" y="391742"/>
                  </a:lnTo>
                  <a:lnTo>
                    <a:pt x="3451516" y="391678"/>
                  </a:lnTo>
                  <a:lnTo>
                    <a:pt x="3453777" y="390852"/>
                  </a:lnTo>
                  <a:lnTo>
                    <a:pt x="3463863" y="387165"/>
                  </a:lnTo>
                  <a:lnTo>
                    <a:pt x="3464906" y="386784"/>
                  </a:lnTo>
                  <a:lnTo>
                    <a:pt x="3466297" y="386275"/>
                  </a:lnTo>
                  <a:lnTo>
                    <a:pt x="3470123" y="384877"/>
                  </a:lnTo>
                  <a:lnTo>
                    <a:pt x="3471862" y="384241"/>
                  </a:lnTo>
                  <a:lnTo>
                    <a:pt x="3472384" y="384050"/>
                  </a:lnTo>
                  <a:lnTo>
                    <a:pt x="3473775" y="383541"/>
                  </a:lnTo>
                  <a:lnTo>
                    <a:pt x="3474470" y="383287"/>
                  </a:lnTo>
                  <a:lnTo>
                    <a:pt x="3477948" y="382015"/>
                  </a:lnTo>
                  <a:lnTo>
                    <a:pt x="3478296" y="381888"/>
                  </a:lnTo>
                  <a:lnTo>
                    <a:pt x="3481600" y="380680"/>
                  </a:lnTo>
                  <a:lnTo>
                    <a:pt x="3483687" y="379917"/>
                  </a:lnTo>
                  <a:lnTo>
                    <a:pt x="3485252" y="379345"/>
                  </a:lnTo>
                  <a:lnTo>
                    <a:pt x="3486296" y="378963"/>
                  </a:lnTo>
                  <a:lnTo>
                    <a:pt x="3487513" y="378518"/>
                  </a:lnTo>
                  <a:lnTo>
                    <a:pt x="3488556" y="378137"/>
                  </a:lnTo>
                  <a:lnTo>
                    <a:pt x="3489078" y="377946"/>
                  </a:lnTo>
                  <a:lnTo>
                    <a:pt x="3489252" y="377882"/>
                  </a:lnTo>
                  <a:lnTo>
                    <a:pt x="3490643" y="377373"/>
                  </a:lnTo>
                  <a:lnTo>
                    <a:pt x="3492556" y="376674"/>
                  </a:lnTo>
                  <a:lnTo>
                    <a:pt x="3494816" y="375847"/>
                  </a:lnTo>
                  <a:lnTo>
                    <a:pt x="3496382" y="375275"/>
                  </a:lnTo>
                  <a:lnTo>
                    <a:pt x="3500207" y="373875"/>
                  </a:lnTo>
                  <a:lnTo>
                    <a:pt x="3501425" y="373430"/>
                  </a:lnTo>
                  <a:lnTo>
                    <a:pt x="3501946" y="373239"/>
                  </a:lnTo>
                  <a:lnTo>
                    <a:pt x="3503511" y="372667"/>
                  </a:lnTo>
                  <a:lnTo>
                    <a:pt x="3509250" y="370568"/>
                  </a:lnTo>
                  <a:lnTo>
                    <a:pt x="3514989" y="368468"/>
                  </a:lnTo>
                  <a:lnTo>
                    <a:pt x="3518640" y="367132"/>
                  </a:lnTo>
                  <a:lnTo>
                    <a:pt x="3518814" y="367068"/>
                  </a:lnTo>
                  <a:lnTo>
                    <a:pt x="3520727" y="366368"/>
                  </a:lnTo>
                  <a:lnTo>
                    <a:pt x="3520901" y="366305"/>
                  </a:lnTo>
                  <a:lnTo>
                    <a:pt x="3522466" y="365732"/>
                  </a:lnTo>
                  <a:lnTo>
                    <a:pt x="3525944" y="364460"/>
                  </a:lnTo>
                  <a:lnTo>
                    <a:pt x="3526988" y="364078"/>
                  </a:lnTo>
                  <a:lnTo>
                    <a:pt x="3527857" y="363760"/>
                  </a:lnTo>
                  <a:lnTo>
                    <a:pt x="3528205" y="363632"/>
                  </a:lnTo>
                  <a:lnTo>
                    <a:pt x="3529248" y="363251"/>
                  </a:lnTo>
                  <a:lnTo>
                    <a:pt x="3535508" y="360959"/>
                  </a:lnTo>
                  <a:lnTo>
                    <a:pt x="3539856" y="359368"/>
                  </a:lnTo>
                  <a:lnTo>
                    <a:pt x="3541421" y="358796"/>
                  </a:lnTo>
                  <a:lnTo>
                    <a:pt x="3542638" y="358350"/>
                  </a:lnTo>
                  <a:lnTo>
                    <a:pt x="3542986" y="358223"/>
                  </a:lnTo>
                  <a:lnTo>
                    <a:pt x="3545942" y="357141"/>
                  </a:lnTo>
                  <a:lnTo>
                    <a:pt x="3548551" y="356186"/>
                  </a:lnTo>
                  <a:lnTo>
                    <a:pt x="3552377" y="354785"/>
                  </a:lnTo>
                  <a:lnTo>
                    <a:pt x="3555159" y="353767"/>
                  </a:lnTo>
                  <a:lnTo>
                    <a:pt x="3559332" y="352239"/>
                  </a:lnTo>
                  <a:lnTo>
                    <a:pt x="3562289" y="351156"/>
                  </a:lnTo>
                  <a:lnTo>
                    <a:pt x="3562984" y="350902"/>
                  </a:lnTo>
                  <a:lnTo>
                    <a:pt x="3563332" y="350774"/>
                  </a:lnTo>
                  <a:lnTo>
                    <a:pt x="3563506" y="350711"/>
                  </a:lnTo>
                  <a:lnTo>
                    <a:pt x="3563680" y="350647"/>
                  </a:lnTo>
                  <a:lnTo>
                    <a:pt x="3564897" y="350201"/>
                  </a:lnTo>
                  <a:lnTo>
                    <a:pt x="3566636" y="349565"/>
                  </a:lnTo>
                  <a:lnTo>
                    <a:pt x="3566810" y="349501"/>
                  </a:lnTo>
                  <a:lnTo>
                    <a:pt x="3568549" y="348864"/>
                  </a:lnTo>
                  <a:lnTo>
                    <a:pt x="3570984" y="347973"/>
                  </a:lnTo>
                  <a:lnTo>
                    <a:pt x="3572201" y="347527"/>
                  </a:lnTo>
                  <a:lnTo>
                    <a:pt x="3576027" y="346126"/>
                  </a:lnTo>
                  <a:lnTo>
                    <a:pt x="3584895" y="342878"/>
                  </a:lnTo>
                  <a:lnTo>
                    <a:pt x="3588895" y="341413"/>
                  </a:lnTo>
                  <a:lnTo>
                    <a:pt x="3590112" y="340967"/>
                  </a:lnTo>
                  <a:lnTo>
                    <a:pt x="3591851" y="340330"/>
                  </a:lnTo>
                  <a:lnTo>
                    <a:pt x="3592547" y="340075"/>
                  </a:lnTo>
                  <a:lnTo>
                    <a:pt x="3601937" y="336635"/>
                  </a:lnTo>
                  <a:lnTo>
                    <a:pt x="3608198" y="334341"/>
                  </a:lnTo>
                  <a:lnTo>
                    <a:pt x="3609415" y="333895"/>
                  </a:lnTo>
                  <a:lnTo>
                    <a:pt x="3615501" y="331665"/>
                  </a:lnTo>
                  <a:lnTo>
                    <a:pt x="3617762" y="330837"/>
                  </a:lnTo>
                  <a:lnTo>
                    <a:pt x="3619675" y="330136"/>
                  </a:lnTo>
                  <a:lnTo>
                    <a:pt x="3623327" y="328798"/>
                  </a:lnTo>
                  <a:lnTo>
                    <a:pt x="3623848" y="328606"/>
                  </a:lnTo>
                  <a:lnTo>
                    <a:pt x="3624718" y="328288"/>
                  </a:lnTo>
                  <a:lnTo>
                    <a:pt x="3625240" y="328096"/>
                  </a:lnTo>
                  <a:lnTo>
                    <a:pt x="3625413" y="328033"/>
                  </a:lnTo>
                  <a:lnTo>
                    <a:pt x="3627674" y="327204"/>
                  </a:lnTo>
                  <a:lnTo>
                    <a:pt x="3637760" y="323507"/>
                  </a:lnTo>
                  <a:lnTo>
                    <a:pt x="3638804" y="323125"/>
                  </a:lnTo>
                  <a:lnTo>
                    <a:pt x="3640195" y="322615"/>
                  </a:lnTo>
                  <a:lnTo>
                    <a:pt x="3644021" y="321212"/>
                  </a:lnTo>
                  <a:lnTo>
                    <a:pt x="3645759" y="320575"/>
                  </a:lnTo>
                  <a:lnTo>
                    <a:pt x="3646281" y="320384"/>
                  </a:lnTo>
                  <a:lnTo>
                    <a:pt x="3647672" y="319874"/>
                  </a:lnTo>
                  <a:lnTo>
                    <a:pt x="3648368" y="319619"/>
                  </a:lnTo>
                  <a:lnTo>
                    <a:pt x="3651846" y="318343"/>
                  </a:lnTo>
                  <a:lnTo>
                    <a:pt x="3652194" y="318216"/>
                  </a:lnTo>
                  <a:lnTo>
                    <a:pt x="3655498" y="317004"/>
                  </a:lnTo>
                  <a:lnTo>
                    <a:pt x="3657585" y="316239"/>
                  </a:lnTo>
                  <a:lnTo>
                    <a:pt x="3659150" y="315665"/>
                  </a:lnTo>
                  <a:lnTo>
                    <a:pt x="3660193" y="315283"/>
                  </a:lnTo>
                  <a:lnTo>
                    <a:pt x="3661410" y="314837"/>
                  </a:lnTo>
                  <a:lnTo>
                    <a:pt x="3662454" y="314454"/>
                  </a:lnTo>
                  <a:lnTo>
                    <a:pt x="3662975" y="314263"/>
                  </a:lnTo>
                  <a:lnTo>
                    <a:pt x="3663149" y="314199"/>
                  </a:lnTo>
                  <a:lnTo>
                    <a:pt x="3664540" y="313689"/>
                  </a:lnTo>
                  <a:lnTo>
                    <a:pt x="3666453" y="312987"/>
                  </a:lnTo>
                  <a:lnTo>
                    <a:pt x="3668714" y="312158"/>
                  </a:lnTo>
                  <a:lnTo>
                    <a:pt x="3670279" y="311584"/>
                  </a:lnTo>
                  <a:lnTo>
                    <a:pt x="3674105" y="310181"/>
                  </a:lnTo>
                  <a:lnTo>
                    <a:pt x="3675322" y="309735"/>
                  </a:lnTo>
                  <a:lnTo>
                    <a:pt x="3675844" y="309543"/>
                  </a:lnTo>
                  <a:lnTo>
                    <a:pt x="3677409" y="308969"/>
                  </a:lnTo>
                  <a:lnTo>
                    <a:pt x="3683147" y="306864"/>
                  </a:lnTo>
                  <a:lnTo>
                    <a:pt x="3688886" y="304759"/>
                  </a:lnTo>
                  <a:lnTo>
                    <a:pt x="3692538" y="303419"/>
                  </a:lnTo>
                  <a:lnTo>
                    <a:pt x="3692712" y="303356"/>
                  </a:lnTo>
                  <a:lnTo>
                    <a:pt x="3694625" y="302654"/>
                  </a:lnTo>
                  <a:lnTo>
                    <a:pt x="3694799" y="302590"/>
                  </a:lnTo>
                  <a:lnTo>
                    <a:pt x="3696364" y="302016"/>
                  </a:lnTo>
                  <a:lnTo>
                    <a:pt x="3699842" y="300740"/>
                  </a:lnTo>
                  <a:lnTo>
                    <a:pt x="3700885" y="300357"/>
                  </a:lnTo>
                  <a:lnTo>
                    <a:pt x="3701754" y="300038"/>
                  </a:lnTo>
                  <a:lnTo>
                    <a:pt x="3702102" y="299910"/>
                  </a:lnTo>
                  <a:lnTo>
                    <a:pt x="3703146" y="299528"/>
                  </a:lnTo>
                  <a:lnTo>
                    <a:pt x="3709406" y="297230"/>
                  </a:lnTo>
                  <a:lnTo>
                    <a:pt x="3713753" y="295635"/>
                  </a:lnTo>
                  <a:lnTo>
                    <a:pt x="3715318" y="295061"/>
                  </a:lnTo>
                  <a:lnTo>
                    <a:pt x="3716536" y="294614"/>
                  </a:lnTo>
                  <a:lnTo>
                    <a:pt x="3716884" y="294486"/>
                  </a:lnTo>
                  <a:lnTo>
                    <a:pt x="3719840" y="293401"/>
                  </a:lnTo>
                  <a:lnTo>
                    <a:pt x="3722448" y="292444"/>
                  </a:lnTo>
                  <a:lnTo>
                    <a:pt x="3726274" y="291040"/>
                  </a:lnTo>
                  <a:lnTo>
                    <a:pt x="3729056" y="290019"/>
                  </a:lnTo>
                  <a:lnTo>
                    <a:pt x="3736186" y="287401"/>
                  </a:lnTo>
                  <a:lnTo>
                    <a:pt x="3736882" y="287146"/>
                  </a:lnTo>
                  <a:lnTo>
                    <a:pt x="3737230" y="287018"/>
                  </a:lnTo>
                  <a:lnTo>
                    <a:pt x="3737403" y="286954"/>
                  </a:lnTo>
                  <a:lnTo>
                    <a:pt x="3737577" y="286891"/>
                  </a:lnTo>
                  <a:lnTo>
                    <a:pt x="3738795" y="286444"/>
                  </a:lnTo>
                  <a:lnTo>
                    <a:pt x="3740534" y="285805"/>
                  </a:lnTo>
                  <a:lnTo>
                    <a:pt x="3740707" y="285741"/>
                  </a:lnTo>
                  <a:lnTo>
                    <a:pt x="3742446" y="285103"/>
                  </a:lnTo>
                  <a:lnTo>
                    <a:pt x="3744881" y="284209"/>
                  </a:lnTo>
                  <a:lnTo>
                    <a:pt x="3746098" y="283762"/>
                  </a:lnTo>
                  <a:lnTo>
                    <a:pt x="3749924" y="282358"/>
                  </a:lnTo>
                  <a:lnTo>
                    <a:pt x="3758793" y="279101"/>
                  </a:lnTo>
                  <a:lnTo>
                    <a:pt x="3762792" y="277632"/>
                  </a:lnTo>
                  <a:lnTo>
                    <a:pt x="3763140" y="277505"/>
                  </a:lnTo>
                  <a:lnTo>
                    <a:pt x="3764010" y="277185"/>
                  </a:lnTo>
                  <a:lnTo>
                    <a:pt x="3765749" y="276547"/>
                  </a:lnTo>
                  <a:lnTo>
                    <a:pt x="3766444" y="276291"/>
                  </a:lnTo>
                  <a:lnTo>
                    <a:pt x="3774791" y="273225"/>
                  </a:lnTo>
                  <a:lnTo>
                    <a:pt x="3775835" y="272842"/>
                  </a:lnTo>
                  <a:lnTo>
                    <a:pt x="3782095" y="270543"/>
                  </a:lnTo>
                  <a:lnTo>
                    <a:pt x="3783312" y="270095"/>
                  </a:lnTo>
                  <a:lnTo>
                    <a:pt x="3789399" y="267859"/>
                  </a:lnTo>
                  <a:lnTo>
                    <a:pt x="3791659" y="267029"/>
                  </a:lnTo>
                  <a:lnTo>
                    <a:pt x="3793572" y="266326"/>
                  </a:lnTo>
                  <a:lnTo>
                    <a:pt x="3797224" y="264984"/>
                  </a:lnTo>
                  <a:lnTo>
                    <a:pt x="3797746" y="264793"/>
                  </a:lnTo>
                  <a:lnTo>
                    <a:pt x="3798615" y="264473"/>
                  </a:lnTo>
                  <a:lnTo>
                    <a:pt x="3799137" y="264282"/>
                  </a:lnTo>
                  <a:lnTo>
                    <a:pt x="3799311" y="264218"/>
                  </a:lnTo>
                  <a:lnTo>
                    <a:pt x="3801572" y="263387"/>
                  </a:lnTo>
                  <a:lnTo>
                    <a:pt x="3811658" y="259681"/>
                  </a:lnTo>
                  <a:lnTo>
                    <a:pt x="3812701" y="259297"/>
                  </a:lnTo>
                  <a:lnTo>
                    <a:pt x="3814092" y="258786"/>
                  </a:lnTo>
                  <a:lnTo>
                    <a:pt x="3817918" y="257380"/>
                  </a:lnTo>
                  <a:lnTo>
                    <a:pt x="3819657" y="256741"/>
                  </a:lnTo>
                  <a:lnTo>
                    <a:pt x="3820179" y="256549"/>
                  </a:lnTo>
                  <a:lnTo>
                    <a:pt x="3821570" y="256038"/>
                  </a:lnTo>
                  <a:lnTo>
                    <a:pt x="3822265" y="255782"/>
                  </a:lnTo>
                  <a:lnTo>
                    <a:pt x="3825743" y="254504"/>
                  </a:lnTo>
                  <a:lnTo>
                    <a:pt x="3826091" y="254376"/>
                  </a:lnTo>
                  <a:lnTo>
                    <a:pt x="3829395" y="253162"/>
                  </a:lnTo>
                  <a:lnTo>
                    <a:pt x="3831482" y="252394"/>
                  </a:lnTo>
                  <a:lnTo>
                    <a:pt x="3833047" y="251819"/>
                  </a:lnTo>
                  <a:lnTo>
                    <a:pt x="3834090" y="251436"/>
                  </a:lnTo>
                  <a:lnTo>
                    <a:pt x="3835308" y="250988"/>
                  </a:lnTo>
                  <a:lnTo>
                    <a:pt x="3836351" y="250605"/>
                  </a:lnTo>
                  <a:lnTo>
                    <a:pt x="3836873" y="250413"/>
                  </a:lnTo>
                  <a:lnTo>
                    <a:pt x="3837047" y="250349"/>
                  </a:lnTo>
                  <a:lnTo>
                    <a:pt x="3838438" y="249837"/>
                  </a:lnTo>
                  <a:lnTo>
                    <a:pt x="3840351" y="249134"/>
                  </a:lnTo>
                  <a:lnTo>
                    <a:pt x="3842611" y="248303"/>
                  </a:lnTo>
                  <a:lnTo>
                    <a:pt x="3844176" y="247728"/>
                  </a:lnTo>
                  <a:lnTo>
                    <a:pt x="3848002" y="246321"/>
                  </a:lnTo>
                  <a:lnTo>
                    <a:pt x="3849219" y="245873"/>
                  </a:lnTo>
                  <a:lnTo>
                    <a:pt x="3849741" y="245682"/>
                  </a:lnTo>
                  <a:lnTo>
                    <a:pt x="3851306" y="245106"/>
                  </a:lnTo>
                  <a:lnTo>
                    <a:pt x="3857045" y="242996"/>
                  </a:lnTo>
                  <a:lnTo>
                    <a:pt x="3862783" y="240886"/>
                  </a:lnTo>
                  <a:lnTo>
                    <a:pt x="3866435" y="239543"/>
                  </a:lnTo>
                  <a:lnTo>
                    <a:pt x="3866609" y="239479"/>
                  </a:lnTo>
                  <a:lnTo>
                    <a:pt x="3868522" y="238775"/>
                  </a:lnTo>
                  <a:lnTo>
                    <a:pt x="3868696" y="238711"/>
                  </a:lnTo>
                  <a:lnTo>
                    <a:pt x="3870261" y="238136"/>
                  </a:lnTo>
                  <a:lnTo>
                    <a:pt x="3873739" y="236857"/>
                  </a:lnTo>
                  <a:lnTo>
                    <a:pt x="3874782" y="236473"/>
                  </a:lnTo>
                  <a:lnTo>
                    <a:pt x="3875652" y="236153"/>
                  </a:lnTo>
                  <a:lnTo>
                    <a:pt x="3876000" y="236025"/>
                  </a:lnTo>
                  <a:lnTo>
                    <a:pt x="3877043" y="235641"/>
                  </a:lnTo>
                  <a:lnTo>
                    <a:pt x="3883303" y="233339"/>
                  </a:lnTo>
                  <a:lnTo>
                    <a:pt x="3887651" y="231739"/>
                  </a:lnTo>
                  <a:lnTo>
                    <a:pt x="3889216" y="231164"/>
                  </a:lnTo>
                  <a:lnTo>
                    <a:pt x="3890433" y="230716"/>
                  </a:lnTo>
                  <a:lnTo>
                    <a:pt x="3890781" y="230588"/>
                  </a:lnTo>
                  <a:lnTo>
                    <a:pt x="3893737" y="229500"/>
                  </a:lnTo>
                  <a:lnTo>
                    <a:pt x="3896346" y="228540"/>
                  </a:lnTo>
                  <a:lnTo>
                    <a:pt x="3900171" y="227133"/>
                  </a:lnTo>
                  <a:lnTo>
                    <a:pt x="3902954" y="226109"/>
                  </a:lnTo>
                  <a:lnTo>
                    <a:pt x="3907127" y="224573"/>
                  </a:lnTo>
                  <a:lnTo>
                    <a:pt x="3910084" y="223486"/>
                  </a:lnTo>
                  <a:lnTo>
                    <a:pt x="3910779" y="223230"/>
                  </a:lnTo>
                  <a:lnTo>
                    <a:pt x="3911127" y="223102"/>
                  </a:lnTo>
                  <a:lnTo>
                    <a:pt x="3911301" y="223038"/>
                  </a:lnTo>
                  <a:lnTo>
                    <a:pt x="3911475" y="222974"/>
                  </a:lnTo>
                  <a:lnTo>
                    <a:pt x="3912692" y="222526"/>
                  </a:lnTo>
                  <a:lnTo>
                    <a:pt x="3914431" y="221886"/>
                  </a:lnTo>
                  <a:lnTo>
                    <a:pt x="3914605" y="221822"/>
                  </a:lnTo>
                  <a:lnTo>
                    <a:pt x="3916344" y="221182"/>
                  </a:lnTo>
                  <a:lnTo>
                    <a:pt x="3918778" y="220286"/>
                  </a:lnTo>
                  <a:lnTo>
                    <a:pt x="3919996" y="219838"/>
                  </a:lnTo>
                  <a:lnTo>
                    <a:pt x="3923821" y="218430"/>
                  </a:lnTo>
                  <a:lnTo>
                    <a:pt x="3932690" y="215166"/>
                  </a:lnTo>
                  <a:lnTo>
                    <a:pt x="3936690" y="213693"/>
                  </a:lnTo>
                  <a:lnTo>
                    <a:pt x="3937038" y="213565"/>
                  </a:lnTo>
                  <a:lnTo>
                    <a:pt x="3937907" y="213245"/>
                  </a:lnTo>
                  <a:lnTo>
                    <a:pt x="3939646" y="212605"/>
                  </a:lnTo>
                  <a:lnTo>
                    <a:pt x="3940342" y="212349"/>
                  </a:lnTo>
                  <a:lnTo>
                    <a:pt x="3948689" y="209276"/>
                  </a:lnTo>
                  <a:lnTo>
                    <a:pt x="3949732" y="208892"/>
                  </a:lnTo>
                  <a:lnTo>
                    <a:pt x="3955993" y="206587"/>
                  </a:lnTo>
                  <a:lnTo>
                    <a:pt x="3957210" y="206139"/>
                  </a:lnTo>
                  <a:lnTo>
                    <a:pt x="3963296" y="203898"/>
                  </a:lnTo>
                  <a:lnTo>
                    <a:pt x="3965557" y="203065"/>
                  </a:lnTo>
                  <a:lnTo>
                    <a:pt x="3967470" y="202361"/>
                  </a:lnTo>
                  <a:lnTo>
                    <a:pt x="3971122" y="201016"/>
                  </a:lnTo>
                  <a:lnTo>
                    <a:pt x="3971643" y="200824"/>
                  </a:lnTo>
                  <a:lnTo>
                    <a:pt x="3972513" y="200503"/>
                  </a:lnTo>
                  <a:lnTo>
                    <a:pt x="3973034" y="200311"/>
                  </a:lnTo>
                  <a:lnTo>
                    <a:pt x="3973208" y="200247"/>
                  </a:lnTo>
                  <a:lnTo>
                    <a:pt x="3975469" y="199415"/>
                  </a:lnTo>
                  <a:lnTo>
                    <a:pt x="3985555" y="195700"/>
                  </a:lnTo>
                  <a:lnTo>
                    <a:pt x="3986598" y="195316"/>
                  </a:lnTo>
                  <a:lnTo>
                    <a:pt x="3987990" y="194803"/>
                  </a:lnTo>
                  <a:lnTo>
                    <a:pt x="3991815" y="193394"/>
                  </a:lnTo>
                  <a:lnTo>
                    <a:pt x="3993554" y="192753"/>
                  </a:lnTo>
                  <a:lnTo>
                    <a:pt x="3994076" y="192561"/>
                  </a:lnTo>
                  <a:lnTo>
                    <a:pt x="3995467" y="192049"/>
                  </a:lnTo>
                  <a:lnTo>
                    <a:pt x="3996163" y="191792"/>
                  </a:lnTo>
                  <a:lnTo>
                    <a:pt x="3999989" y="190383"/>
                  </a:lnTo>
                  <a:lnTo>
                    <a:pt x="4003293" y="189166"/>
                  </a:lnTo>
                  <a:lnTo>
                    <a:pt x="4005379" y="188397"/>
                  </a:lnTo>
                  <a:lnTo>
                    <a:pt x="4006944" y="187820"/>
                  </a:lnTo>
                  <a:lnTo>
                    <a:pt x="4007988" y="187436"/>
                  </a:lnTo>
                  <a:lnTo>
                    <a:pt x="4009205" y="186987"/>
                  </a:lnTo>
                  <a:lnTo>
                    <a:pt x="4010249" y="186603"/>
                  </a:lnTo>
                  <a:lnTo>
                    <a:pt x="4010770" y="186411"/>
                  </a:lnTo>
                  <a:lnTo>
                    <a:pt x="4010944" y="186347"/>
                  </a:lnTo>
                  <a:lnTo>
                    <a:pt x="4012335" y="185834"/>
                  </a:lnTo>
                  <a:lnTo>
                    <a:pt x="4014248" y="185129"/>
                  </a:lnTo>
                  <a:lnTo>
                    <a:pt x="4016509" y="184296"/>
                  </a:lnTo>
                  <a:lnTo>
                    <a:pt x="4018074" y="183719"/>
                  </a:lnTo>
                  <a:lnTo>
                    <a:pt x="4021900" y="182310"/>
                  </a:lnTo>
                  <a:lnTo>
                    <a:pt x="4023117" y="181861"/>
                  </a:lnTo>
                  <a:lnTo>
                    <a:pt x="4023639" y="181669"/>
                  </a:lnTo>
                  <a:lnTo>
                    <a:pt x="4025204" y="181092"/>
                  </a:lnTo>
                  <a:lnTo>
                    <a:pt x="4030942" y="178977"/>
                  </a:lnTo>
                  <a:lnTo>
                    <a:pt x="4036681" y="176862"/>
                  </a:lnTo>
                  <a:lnTo>
                    <a:pt x="4040333" y="175516"/>
                  </a:lnTo>
                  <a:lnTo>
                    <a:pt x="4040507" y="175452"/>
                  </a:lnTo>
                  <a:lnTo>
                    <a:pt x="4042420" y="174747"/>
                  </a:lnTo>
                  <a:lnTo>
                    <a:pt x="4042593" y="174683"/>
                  </a:lnTo>
                  <a:lnTo>
                    <a:pt x="4044159" y="174106"/>
                  </a:lnTo>
                  <a:lnTo>
                    <a:pt x="4047636" y="172824"/>
                  </a:lnTo>
                  <a:lnTo>
                    <a:pt x="4048680" y="172439"/>
                  </a:lnTo>
                  <a:lnTo>
                    <a:pt x="4049549" y="172119"/>
                  </a:lnTo>
                  <a:lnTo>
                    <a:pt x="4049897" y="171991"/>
                  </a:lnTo>
                  <a:lnTo>
                    <a:pt x="4050941" y="171606"/>
                  </a:lnTo>
                  <a:lnTo>
                    <a:pt x="4057201" y="169298"/>
                  </a:lnTo>
                  <a:lnTo>
                    <a:pt x="4061548" y="167695"/>
                  </a:lnTo>
                  <a:lnTo>
                    <a:pt x="4063113" y="167118"/>
                  </a:lnTo>
                  <a:lnTo>
                    <a:pt x="4064331" y="166669"/>
                  </a:lnTo>
                  <a:lnTo>
                    <a:pt x="4064678" y="166541"/>
                  </a:lnTo>
                  <a:lnTo>
                    <a:pt x="4067635" y="165451"/>
                  </a:lnTo>
                  <a:lnTo>
                    <a:pt x="4070243" y="164489"/>
                  </a:lnTo>
                  <a:lnTo>
                    <a:pt x="4074069" y="163079"/>
                  </a:lnTo>
                  <a:lnTo>
                    <a:pt x="4076851" y="162053"/>
                  </a:lnTo>
                  <a:lnTo>
                    <a:pt x="4081025" y="160514"/>
                  </a:lnTo>
                  <a:lnTo>
                    <a:pt x="4083981" y="159423"/>
                  </a:lnTo>
                  <a:lnTo>
                    <a:pt x="4084677" y="159167"/>
                  </a:lnTo>
                  <a:lnTo>
                    <a:pt x="4085198" y="158974"/>
                  </a:lnTo>
                  <a:lnTo>
                    <a:pt x="4085372" y="158910"/>
                  </a:lnTo>
                  <a:lnTo>
                    <a:pt x="4086590" y="158461"/>
                  </a:lnTo>
                  <a:lnTo>
                    <a:pt x="4088328" y="157820"/>
                  </a:lnTo>
                  <a:lnTo>
                    <a:pt x="4088502" y="157756"/>
                  </a:lnTo>
                  <a:lnTo>
                    <a:pt x="4090241" y="157115"/>
                  </a:lnTo>
                  <a:lnTo>
                    <a:pt x="4092676" y="156217"/>
                  </a:lnTo>
                  <a:lnTo>
                    <a:pt x="4093893" y="155768"/>
                  </a:lnTo>
                  <a:lnTo>
                    <a:pt x="4097719" y="154357"/>
                  </a:lnTo>
                  <a:lnTo>
                    <a:pt x="4106588" y="151085"/>
                  </a:lnTo>
                  <a:lnTo>
                    <a:pt x="4110587" y="149610"/>
                  </a:lnTo>
                  <a:lnTo>
                    <a:pt x="4110935" y="149481"/>
                  </a:lnTo>
                  <a:lnTo>
                    <a:pt x="4111805" y="149161"/>
                  </a:lnTo>
                  <a:lnTo>
                    <a:pt x="4114239" y="148263"/>
                  </a:lnTo>
                  <a:lnTo>
                    <a:pt x="4122586" y="145183"/>
                  </a:lnTo>
                  <a:lnTo>
                    <a:pt x="4123630" y="144798"/>
                  </a:lnTo>
                  <a:lnTo>
                    <a:pt x="4129890" y="142488"/>
                  </a:lnTo>
                  <a:lnTo>
                    <a:pt x="4131107" y="142039"/>
                  </a:lnTo>
                  <a:lnTo>
                    <a:pt x="4137194" y="139793"/>
                  </a:lnTo>
                  <a:lnTo>
                    <a:pt x="4139454" y="138959"/>
                  </a:lnTo>
                  <a:lnTo>
                    <a:pt x="4141367" y="138253"/>
                  </a:lnTo>
                  <a:lnTo>
                    <a:pt x="4145019" y="136905"/>
                  </a:lnTo>
                  <a:lnTo>
                    <a:pt x="4146410" y="136392"/>
                  </a:lnTo>
                  <a:lnTo>
                    <a:pt x="4146932" y="136199"/>
                  </a:lnTo>
                  <a:lnTo>
                    <a:pt x="4147106" y="136135"/>
                  </a:lnTo>
                  <a:lnTo>
                    <a:pt x="4149366" y="135301"/>
                  </a:lnTo>
                  <a:lnTo>
                    <a:pt x="4159453" y="131578"/>
                  </a:lnTo>
                  <a:lnTo>
                    <a:pt x="4160496" y="131193"/>
                  </a:lnTo>
                  <a:lnTo>
                    <a:pt x="4161887" y="130679"/>
                  </a:lnTo>
                  <a:lnTo>
                    <a:pt x="4167452" y="128625"/>
                  </a:lnTo>
                  <a:lnTo>
                    <a:pt x="4170060" y="127662"/>
                  </a:lnTo>
                  <a:lnTo>
                    <a:pt x="4173886" y="126250"/>
                  </a:lnTo>
                  <a:lnTo>
                    <a:pt x="4177190" y="125030"/>
                  </a:lnTo>
                  <a:lnTo>
                    <a:pt x="4179277" y="124260"/>
                  </a:lnTo>
                  <a:lnTo>
                    <a:pt x="4180842" y="123682"/>
                  </a:lnTo>
                  <a:lnTo>
                    <a:pt x="4183103" y="122847"/>
                  </a:lnTo>
                  <a:lnTo>
                    <a:pt x="4184146" y="122462"/>
                  </a:lnTo>
                  <a:lnTo>
                    <a:pt x="4184668" y="122270"/>
                  </a:lnTo>
                  <a:lnTo>
                    <a:pt x="4184842" y="122205"/>
                  </a:lnTo>
                  <a:lnTo>
                    <a:pt x="4186233" y="121692"/>
                  </a:lnTo>
                  <a:lnTo>
                    <a:pt x="4188146" y="120985"/>
                  </a:lnTo>
                  <a:lnTo>
                    <a:pt x="4190406" y="120151"/>
                  </a:lnTo>
                  <a:lnTo>
                    <a:pt x="4191971" y="119573"/>
                  </a:lnTo>
                  <a:lnTo>
                    <a:pt x="4195797" y="118160"/>
                  </a:lnTo>
                  <a:lnTo>
                    <a:pt x="4197536" y="117518"/>
                  </a:lnTo>
                  <a:lnTo>
                    <a:pt x="4199101" y="116940"/>
                  </a:lnTo>
                  <a:lnTo>
                    <a:pt x="4204840" y="114821"/>
                  </a:lnTo>
                  <a:lnTo>
                    <a:pt x="4210578" y="112701"/>
                  </a:lnTo>
                  <a:lnTo>
                    <a:pt x="4214404" y="111288"/>
                  </a:lnTo>
                  <a:lnTo>
                    <a:pt x="4216317" y="110582"/>
                  </a:lnTo>
                  <a:lnTo>
                    <a:pt x="4221534" y="108655"/>
                  </a:lnTo>
                  <a:lnTo>
                    <a:pt x="4223447" y="107948"/>
                  </a:lnTo>
                  <a:lnTo>
                    <a:pt x="4223795" y="107820"/>
                  </a:lnTo>
                  <a:lnTo>
                    <a:pt x="4224838" y="107435"/>
                  </a:lnTo>
                  <a:lnTo>
                    <a:pt x="4231098" y="105122"/>
                  </a:lnTo>
                  <a:lnTo>
                    <a:pt x="4237011" y="102938"/>
                  </a:lnTo>
                  <a:lnTo>
                    <a:pt x="4238228" y="102488"/>
                  </a:lnTo>
                  <a:lnTo>
                    <a:pt x="4241532" y="101268"/>
                  </a:lnTo>
                  <a:lnTo>
                    <a:pt x="4244141" y="100304"/>
                  </a:lnTo>
                  <a:lnTo>
                    <a:pt x="4250749" y="97862"/>
                  </a:lnTo>
                  <a:lnTo>
                    <a:pt x="4254922" y="96320"/>
                  </a:lnTo>
                  <a:lnTo>
                    <a:pt x="4258574" y="94971"/>
                  </a:lnTo>
                  <a:lnTo>
                    <a:pt x="4259096" y="94778"/>
                  </a:lnTo>
                  <a:lnTo>
                    <a:pt x="4262226" y="93621"/>
                  </a:lnTo>
                  <a:lnTo>
                    <a:pt x="4262400" y="93557"/>
                  </a:lnTo>
                  <a:lnTo>
                    <a:pt x="4264139" y="92914"/>
                  </a:lnTo>
                  <a:lnTo>
                    <a:pt x="4266573" y="92015"/>
                  </a:lnTo>
                  <a:lnTo>
                    <a:pt x="4267791" y="91565"/>
                  </a:lnTo>
                  <a:lnTo>
                    <a:pt x="4271616" y="90151"/>
                  </a:lnTo>
                  <a:lnTo>
                    <a:pt x="4280485" y="86873"/>
                  </a:lnTo>
                  <a:lnTo>
                    <a:pt x="4284485" y="85395"/>
                  </a:lnTo>
                  <a:lnTo>
                    <a:pt x="4284833" y="85266"/>
                  </a:lnTo>
                  <a:lnTo>
                    <a:pt x="4287441" y="84302"/>
                  </a:lnTo>
                  <a:lnTo>
                    <a:pt x="4296484" y="80960"/>
                  </a:lnTo>
                  <a:lnTo>
                    <a:pt x="4303787" y="78259"/>
                  </a:lnTo>
                  <a:lnTo>
                    <a:pt x="4313352" y="74723"/>
                  </a:lnTo>
                  <a:lnTo>
                    <a:pt x="4315265" y="74016"/>
                  </a:lnTo>
                  <a:lnTo>
                    <a:pt x="4318916" y="72666"/>
                  </a:lnTo>
                  <a:lnTo>
                    <a:pt x="4320308" y="72151"/>
                  </a:lnTo>
                  <a:lnTo>
                    <a:pt x="4320829" y="71959"/>
                  </a:lnTo>
                  <a:lnTo>
                    <a:pt x="4323264" y="71058"/>
                  </a:lnTo>
                  <a:lnTo>
                    <a:pt x="4334393" y="66943"/>
                  </a:lnTo>
                  <a:lnTo>
                    <a:pt x="4335785" y="66428"/>
                  </a:lnTo>
                  <a:lnTo>
                    <a:pt x="4341349" y="64370"/>
                  </a:lnTo>
                  <a:lnTo>
                    <a:pt x="4353174" y="59996"/>
                  </a:lnTo>
                  <a:lnTo>
                    <a:pt x="4369695" y="53885"/>
                  </a:lnTo>
                  <a:lnTo>
                    <a:pt x="4378737" y="50540"/>
                  </a:lnTo>
                  <a:lnTo>
                    <a:pt x="4388302" y="47001"/>
                  </a:lnTo>
                  <a:lnTo>
                    <a:pt x="4432472" y="30654"/>
                  </a:lnTo>
                  <a:lnTo>
                    <a:pt x="4432993" y="30461"/>
                  </a:lnTo>
                  <a:lnTo>
                    <a:pt x="4436297" y="29237"/>
                  </a:lnTo>
                  <a:lnTo>
                    <a:pt x="4470381" y="16618"/>
                  </a:lnTo>
                  <a:lnTo>
                    <a:pt x="4515247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" name="pl14"/>
            <p:cNvSpPr/>
            <p:nvPr/>
          </p:nvSpPr>
          <p:spPr>
            <a:xfrm>
              <a:off x="3269760" y="3290158"/>
              <a:ext cx="4515247" cy="1601512"/>
            </a:xfrm>
            <a:custGeom>
              <a:avLst/>
              <a:pathLst>
                <a:path w="4515247" h="1601512">
                  <a:moveTo>
                    <a:pt x="4515247" y="0"/>
                  </a:moveTo>
                  <a:lnTo>
                    <a:pt x="4470381" y="15276"/>
                  </a:lnTo>
                  <a:lnTo>
                    <a:pt x="4436297" y="26887"/>
                  </a:lnTo>
                  <a:lnTo>
                    <a:pt x="4432993" y="28012"/>
                  </a:lnTo>
                  <a:lnTo>
                    <a:pt x="4432472" y="28190"/>
                  </a:lnTo>
                  <a:lnTo>
                    <a:pt x="4388302" y="43243"/>
                  </a:lnTo>
                  <a:lnTo>
                    <a:pt x="4378737" y="46504"/>
                  </a:lnTo>
                  <a:lnTo>
                    <a:pt x="4369695" y="49587"/>
                  </a:lnTo>
                  <a:lnTo>
                    <a:pt x="4353174" y="55220"/>
                  </a:lnTo>
                  <a:lnTo>
                    <a:pt x="4341349" y="59252"/>
                  </a:lnTo>
                  <a:lnTo>
                    <a:pt x="4335785" y="61150"/>
                  </a:lnTo>
                  <a:lnTo>
                    <a:pt x="4334393" y="61625"/>
                  </a:lnTo>
                  <a:lnTo>
                    <a:pt x="4323264" y="65421"/>
                  </a:lnTo>
                  <a:lnTo>
                    <a:pt x="4320829" y="66252"/>
                  </a:lnTo>
                  <a:lnTo>
                    <a:pt x="4320308" y="66429"/>
                  </a:lnTo>
                  <a:lnTo>
                    <a:pt x="4318916" y="66904"/>
                  </a:lnTo>
                  <a:lnTo>
                    <a:pt x="4315265" y="68150"/>
                  </a:lnTo>
                  <a:lnTo>
                    <a:pt x="4313352" y="68802"/>
                  </a:lnTo>
                  <a:lnTo>
                    <a:pt x="4303787" y="72066"/>
                  </a:lnTo>
                  <a:lnTo>
                    <a:pt x="4296484" y="74558"/>
                  </a:lnTo>
                  <a:lnTo>
                    <a:pt x="4287441" y="77644"/>
                  </a:lnTo>
                  <a:lnTo>
                    <a:pt x="4284833" y="78534"/>
                  </a:lnTo>
                  <a:lnTo>
                    <a:pt x="4284485" y="78652"/>
                  </a:lnTo>
                  <a:lnTo>
                    <a:pt x="4280485" y="80017"/>
                  </a:lnTo>
                  <a:lnTo>
                    <a:pt x="4271616" y="83044"/>
                  </a:lnTo>
                  <a:lnTo>
                    <a:pt x="4267791" y="84350"/>
                  </a:lnTo>
                  <a:lnTo>
                    <a:pt x="4266573" y="84766"/>
                  </a:lnTo>
                  <a:lnTo>
                    <a:pt x="4264139" y="85597"/>
                  </a:lnTo>
                  <a:lnTo>
                    <a:pt x="4262400" y="86190"/>
                  </a:lnTo>
                  <a:lnTo>
                    <a:pt x="4262226" y="86250"/>
                  </a:lnTo>
                  <a:lnTo>
                    <a:pt x="4259096" y="87318"/>
                  </a:lnTo>
                  <a:lnTo>
                    <a:pt x="4258574" y="87496"/>
                  </a:lnTo>
                  <a:lnTo>
                    <a:pt x="4254922" y="88743"/>
                  </a:lnTo>
                  <a:lnTo>
                    <a:pt x="4250749" y="90168"/>
                  </a:lnTo>
                  <a:lnTo>
                    <a:pt x="4244141" y="92424"/>
                  </a:lnTo>
                  <a:lnTo>
                    <a:pt x="4241532" y="93315"/>
                  </a:lnTo>
                  <a:lnTo>
                    <a:pt x="4238228" y="94443"/>
                  </a:lnTo>
                  <a:lnTo>
                    <a:pt x="4237011" y="94859"/>
                  </a:lnTo>
                  <a:lnTo>
                    <a:pt x="4231098" y="96878"/>
                  </a:lnTo>
                  <a:lnTo>
                    <a:pt x="4224838" y="99016"/>
                  </a:lnTo>
                  <a:lnTo>
                    <a:pt x="4223795" y="99372"/>
                  </a:lnTo>
                  <a:lnTo>
                    <a:pt x="4223447" y="99491"/>
                  </a:lnTo>
                  <a:lnTo>
                    <a:pt x="4221534" y="100144"/>
                  </a:lnTo>
                  <a:lnTo>
                    <a:pt x="4216317" y="101926"/>
                  </a:lnTo>
                  <a:lnTo>
                    <a:pt x="4214404" y="102579"/>
                  </a:lnTo>
                  <a:lnTo>
                    <a:pt x="4210578" y="103886"/>
                  </a:lnTo>
                  <a:lnTo>
                    <a:pt x="4204840" y="105846"/>
                  </a:lnTo>
                  <a:lnTo>
                    <a:pt x="4199101" y="107806"/>
                  </a:lnTo>
                  <a:lnTo>
                    <a:pt x="4197536" y="108341"/>
                  </a:lnTo>
                  <a:lnTo>
                    <a:pt x="4195797" y="108935"/>
                  </a:lnTo>
                  <a:lnTo>
                    <a:pt x="4191971" y="110242"/>
                  </a:lnTo>
                  <a:lnTo>
                    <a:pt x="4190406" y="110777"/>
                  </a:lnTo>
                  <a:lnTo>
                    <a:pt x="4188146" y="111549"/>
                  </a:lnTo>
                  <a:lnTo>
                    <a:pt x="4186233" y="112203"/>
                  </a:lnTo>
                  <a:lnTo>
                    <a:pt x="4184842" y="112678"/>
                  </a:lnTo>
                  <a:lnTo>
                    <a:pt x="4184668" y="112738"/>
                  </a:lnTo>
                  <a:lnTo>
                    <a:pt x="4184146" y="112916"/>
                  </a:lnTo>
                  <a:lnTo>
                    <a:pt x="4183103" y="113272"/>
                  </a:lnTo>
                  <a:lnTo>
                    <a:pt x="4180842" y="114045"/>
                  </a:lnTo>
                  <a:lnTo>
                    <a:pt x="4179277" y="114580"/>
                  </a:lnTo>
                  <a:lnTo>
                    <a:pt x="4177190" y="115293"/>
                  </a:lnTo>
                  <a:lnTo>
                    <a:pt x="4173886" y="116422"/>
                  </a:lnTo>
                  <a:lnTo>
                    <a:pt x="4170060" y="117729"/>
                  </a:lnTo>
                  <a:lnTo>
                    <a:pt x="4167452" y="118621"/>
                  </a:lnTo>
                  <a:lnTo>
                    <a:pt x="4161887" y="120522"/>
                  </a:lnTo>
                  <a:lnTo>
                    <a:pt x="4160496" y="120998"/>
                  </a:lnTo>
                  <a:lnTo>
                    <a:pt x="4159453" y="121354"/>
                  </a:lnTo>
                  <a:lnTo>
                    <a:pt x="4149366" y="124802"/>
                  </a:lnTo>
                  <a:lnTo>
                    <a:pt x="4147106" y="125575"/>
                  </a:lnTo>
                  <a:lnTo>
                    <a:pt x="4146932" y="125634"/>
                  </a:lnTo>
                  <a:lnTo>
                    <a:pt x="4146410" y="125813"/>
                  </a:lnTo>
                  <a:lnTo>
                    <a:pt x="4145019" y="126288"/>
                  </a:lnTo>
                  <a:lnTo>
                    <a:pt x="4141367" y="127536"/>
                  </a:lnTo>
                  <a:lnTo>
                    <a:pt x="4139454" y="128190"/>
                  </a:lnTo>
                  <a:lnTo>
                    <a:pt x="4137194" y="128963"/>
                  </a:lnTo>
                  <a:lnTo>
                    <a:pt x="4131107" y="131044"/>
                  </a:lnTo>
                  <a:lnTo>
                    <a:pt x="4129890" y="131460"/>
                  </a:lnTo>
                  <a:lnTo>
                    <a:pt x="4123630" y="133601"/>
                  </a:lnTo>
                  <a:lnTo>
                    <a:pt x="4122586" y="133958"/>
                  </a:lnTo>
                  <a:lnTo>
                    <a:pt x="4114239" y="136812"/>
                  </a:lnTo>
                  <a:lnTo>
                    <a:pt x="4111805" y="137645"/>
                  </a:lnTo>
                  <a:lnTo>
                    <a:pt x="4110935" y="137942"/>
                  </a:lnTo>
                  <a:lnTo>
                    <a:pt x="4110587" y="138061"/>
                  </a:lnTo>
                  <a:lnTo>
                    <a:pt x="4106588" y="139429"/>
                  </a:lnTo>
                  <a:lnTo>
                    <a:pt x="4097719" y="142462"/>
                  </a:lnTo>
                  <a:lnTo>
                    <a:pt x="4093893" y="143771"/>
                  </a:lnTo>
                  <a:lnTo>
                    <a:pt x="4092676" y="144187"/>
                  </a:lnTo>
                  <a:lnTo>
                    <a:pt x="4090241" y="145020"/>
                  </a:lnTo>
                  <a:lnTo>
                    <a:pt x="4088502" y="145615"/>
                  </a:lnTo>
                  <a:lnTo>
                    <a:pt x="4088328" y="145675"/>
                  </a:lnTo>
                  <a:lnTo>
                    <a:pt x="4086590" y="146269"/>
                  </a:lnTo>
                  <a:lnTo>
                    <a:pt x="4085372" y="146686"/>
                  </a:lnTo>
                  <a:lnTo>
                    <a:pt x="4085198" y="146745"/>
                  </a:lnTo>
                  <a:lnTo>
                    <a:pt x="4084677" y="146924"/>
                  </a:lnTo>
                  <a:lnTo>
                    <a:pt x="4083981" y="147162"/>
                  </a:lnTo>
                  <a:lnTo>
                    <a:pt x="4081025" y="148173"/>
                  </a:lnTo>
                  <a:lnTo>
                    <a:pt x="4076851" y="149601"/>
                  </a:lnTo>
                  <a:lnTo>
                    <a:pt x="4074069" y="150553"/>
                  </a:lnTo>
                  <a:lnTo>
                    <a:pt x="4070243" y="151862"/>
                  </a:lnTo>
                  <a:lnTo>
                    <a:pt x="4067635" y="152755"/>
                  </a:lnTo>
                  <a:lnTo>
                    <a:pt x="4064678" y="153766"/>
                  </a:lnTo>
                  <a:lnTo>
                    <a:pt x="4064331" y="153885"/>
                  </a:lnTo>
                  <a:lnTo>
                    <a:pt x="4063113" y="154302"/>
                  </a:lnTo>
                  <a:lnTo>
                    <a:pt x="4061548" y="154837"/>
                  </a:lnTo>
                  <a:lnTo>
                    <a:pt x="4057201" y="156325"/>
                  </a:lnTo>
                  <a:lnTo>
                    <a:pt x="4050941" y="158468"/>
                  </a:lnTo>
                  <a:lnTo>
                    <a:pt x="4049897" y="158825"/>
                  </a:lnTo>
                  <a:lnTo>
                    <a:pt x="4049549" y="158944"/>
                  </a:lnTo>
                  <a:lnTo>
                    <a:pt x="4048680" y="159242"/>
                  </a:lnTo>
                  <a:lnTo>
                    <a:pt x="4047636" y="159599"/>
                  </a:lnTo>
                  <a:lnTo>
                    <a:pt x="4044159" y="160789"/>
                  </a:lnTo>
                  <a:lnTo>
                    <a:pt x="4042593" y="161325"/>
                  </a:lnTo>
                  <a:lnTo>
                    <a:pt x="4042420" y="161384"/>
                  </a:lnTo>
                  <a:lnTo>
                    <a:pt x="4040507" y="162039"/>
                  </a:lnTo>
                  <a:lnTo>
                    <a:pt x="4040333" y="162099"/>
                  </a:lnTo>
                  <a:lnTo>
                    <a:pt x="4036681" y="163349"/>
                  </a:lnTo>
                  <a:lnTo>
                    <a:pt x="4030942" y="165313"/>
                  </a:lnTo>
                  <a:lnTo>
                    <a:pt x="4025204" y="167278"/>
                  </a:lnTo>
                  <a:lnTo>
                    <a:pt x="4023639" y="167814"/>
                  </a:lnTo>
                  <a:lnTo>
                    <a:pt x="4023117" y="167992"/>
                  </a:lnTo>
                  <a:lnTo>
                    <a:pt x="4021900" y="168409"/>
                  </a:lnTo>
                  <a:lnTo>
                    <a:pt x="4018074" y="169719"/>
                  </a:lnTo>
                  <a:lnTo>
                    <a:pt x="4016509" y="170255"/>
                  </a:lnTo>
                  <a:lnTo>
                    <a:pt x="4014248" y="171029"/>
                  </a:lnTo>
                  <a:lnTo>
                    <a:pt x="4012335" y="171684"/>
                  </a:lnTo>
                  <a:lnTo>
                    <a:pt x="4010944" y="172161"/>
                  </a:lnTo>
                  <a:lnTo>
                    <a:pt x="4010770" y="172220"/>
                  </a:lnTo>
                  <a:lnTo>
                    <a:pt x="4010249" y="172399"/>
                  </a:lnTo>
                  <a:lnTo>
                    <a:pt x="4009205" y="172756"/>
                  </a:lnTo>
                  <a:lnTo>
                    <a:pt x="4007988" y="173173"/>
                  </a:lnTo>
                  <a:lnTo>
                    <a:pt x="4006944" y="173530"/>
                  </a:lnTo>
                  <a:lnTo>
                    <a:pt x="4005379" y="174066"/>
                  </a:lnTo>
                  <a:lnTo>
                    <a:pt x="4003293" y="174781"/>
                  </a:lnTo>
                  <a:lnTo>
                    <a:pt x="3999989" y="175912"/>
                  </a:lnTo>
                  <a:lnTo>
                    <a:pt x="3996163" y="177223"/>
                  </a:lnTo>
                  <a:lnTo>
                    <a:pt x="3995467" y="177461"/>
                  </a:lnTo>
                  <a:lnTo>
                    <a:pt x="3994076" y="177937"/>
                  </a:lnTo>
                  <a:lnTo>
                    <a:pt x="3993554" y="178116"/>
                  </a:lnTo>
                  <a:lnTo>
                    <a:pt x="3991815" y="178712"/>
                  </a:lnTo>
                  <a:lnTo>
                    <a:pt x="3987990" y="180022"/>
                  </a:lnTo>
                  <a:lnTo>
                    <a:pt x="3986598" y="180499"/>
                  </a:lnTo>
                  <a:lnTo>
                    <a:pt x="3985555" y="180856"/>
                  </a:lnTo>
                  <a:lnTo>
                    <a:pt x="3975469" y="184312"/>
                  </a:lnTo>
                  <a:lnTo>
                    <a:pt x="3973208" y="185086"/>
                  </a:lnTo>
                  <a:lnTo>
                    <a:pt x="3973034" y="185146"/>
                  </a:lnTo>
                  <a:lnTo>
                    <a:pt x="3972513" y="185324"/>
                  </a:lnTo>
                  <a:lnTo>
                    <a:pt x="3971643" y="185622"/>
                  </a:lnTo>
                  <a:lnTo>
                    <a:pt x="3971122" y="185801"/>
                  </a:lnTo>
                  <a:lnTo>
                    <a:pt x="3967470" y="187052"/>
                  </a:lnTo>
                  <a:lnTo>
                    <a:pt x="3965557" y="187708"/>
                  </a:lnTo>
                  <a:lnTo>
                    <a:pt x="3963296" y="188482"/>
                  </a:lnTo>
                  <a:lnTo>
                    <a:pt x="3957210" y="190568"/>
                  </a:lnTo>
                  <a:lnTo>
                    <a:pt x="3955993" y="190985"/>
                  </a:lnTo>
                  <a:lnTo>
                    <a:pt x="3949732" y="193131"/>
                  </a:lnTo>
                  <a:lnTo>
                    <a:pt x="3948689" y="193488"/>
                  </a:lnTo>
                  <a:lnTo>
                    <a:pt x="3940342" y="196349"/>
                  </a:lnTo>
                  <a:lnTo>
                    <a:pt x="3939646" y="196588"/>
                  </a:lnTo>
                  <a:lnTo>
                    <a:pt x="3937907" y="197184"/>
                  </a:lnTo>
                  <a:lnTo>
                    <a:pt x="3937038" y="197482"/>
                  </a:lnTo>
                  <a:lnTo>
                    <a:pt x="3936690" y="197601"/>
                  </a:lnTo>
                  <a:lnTo>
                    <a:pt x="3932690" y="198972"/>
                  </a:lnTo>
                  <a:lnTo>
                    <a:pt x="3923821" y="202013"/>
                  </a:lnTo>
                  <a:lnTo>
                    <a:pt x="3919996" y="203324"/>
                  </a:lnTo>
                  <a:lnTo>
                    <a:pt x="3918778" y="203742"/>
                  </a:lnTo>
                  <a:lnTo>
                    <a:pt x="3916344" y="204576"/>
                  </a:lnTo>
                  <a:lnTo>
                    <a:pt x="3914605" y="205173"/>
                  </a:lnTo>
                  <a:lnTo>
                    <a:pt x="3914431" y="205232"/>
                  </a:lnTo>
                  <a:lnTo>
                    <a:pt x="3912692" y="205829"/>
                  </a:lnTo>
                  <a:lnTo>
                    <a:pt x="3911475" y="206246"/>
                  </a:lnTo>
                  <a:lnTo>
                    <a:pt x="3911301" y="206306"/>
                  </a:lnTo>
                  <a:lnTo>
                    <a:pt x="3911127" y="206365"/>
                  </a:lnTo>
                  <a:lnTo>
                    <a:pt x="3910779" y="206485"/>
                  </a:lnTo>
                  <a:lnTo>
                    <a:pt x="3910084" y="206723"/>
                  </a:lnTo>
                  <a:lnTo>
                    <a:pt x="3907127" y="207737"/>
                  </a:lnTo>
                  <a:lnTo>
                    <a:pt x="3902954" y="209168"/>
                  </a:lnTo>
                  <a:lnTo>
                    <a:pt x="3900171" y="210122"/>
                  </a:lnTo>
                  <a:lnTo>
                    <a:pt x="3896346" y="211434"/>
                  </a:lnTo>
                  <a:lnTo>
                    <a:pt x="3893737" y="212329"/>
                  </a:lnTo>
                  <a:lnTo>
                    <a:pt x="3890781" y="213343"/>
                  </a:lnTo>
                  <a:lnTo>
                    <a:pt x="3890433" y="213462"/>
                  </a:lnTo>
                  <a:lnTo>
                    <a:pt x="3889216" y="213880"/>
                  </a:lnTo>
                  <a:lnTo>
                    <a:pt x="3887651" y="214417"/>
                  </a:lnTo>
                  <a:lnTo>
                    <a:pt x="3883303" y="215908"/>
                  </a:lnTo>
                  <a:lnTo>
                    <a:pt x="3877043" y="218056"/>
                  </a:lnTo>
                  <a:lnTo>
                    <a:pt x="3876000" y="218414"/>
                  </a:lnTo>
                  <a:lnTo>
                    <a:pt x="3875652" y="218533"/>
                  </a:lnTo>
                  <a:lnTo>
                    <a:pt x="3874782" y="218831"/>
                  </a:lnTo>
                  <a:lnTo>
                    <a:pt x="3873739" y="219189"/>
                  </a:lnTo>
                  <a:lnTo>
                    <a:pt x="3870261" y="220383"/>
                  </a:lnTo>
                  <a:lnTo>
                    <a:pt x="3868696" y="220920"/>
                  </a:lnTo>
                  <a:lnTo>
                    <a:pt x="3868522" y="220979"/>
                  </a:lnTo>
                  <a:lnTo>
                    <a:pt x="3866609" y="221636"/>
                  </a:lnTo>
                  <a:lnTo>
                    <a:pt x="3866435" y="221695"/>
                  </a:lnTo>
                  <a:lnTo>
                    <a:pt x="3862783" y="222948"/>
                  </a:lnTo>
                  <a:lnTo>
                    <a:pt x="3857045" y="224918"/>
                  </a:lnTo>
                  <a:lnTo>
                    <a:pt x="3851306" y="226887"/>
                  </a:lnTo>
                  <a:lnTo>
                    <a:pt x="3849741" y="227424"/>
                  </a:lnTo>
                  <a:lnTo>
                    <a:pt x="3849219" y="227603"/>
                  </a:lnTo>
                  <a:lnTo>
                    <a:pt x="3848002" y="228021"/>
                  </a:lnTo>
                  <a:lnTo>
                    <a:pt x="3844176" y="229334"/>
                  </a:lnTo>
                  <a:lnTo>
                    <a:pt x="3842611" y="229872"/>
                  </a:lnTo>
                  <a:lnTo>
                    <a:pt x="3840351" y="230647"/>
                  </a:lnTo>
                  <a:lnTo>
                    <a:pt x="3838438" y="231304"/>
                  </a:lnTo>
                  <a:lnTo>
                    <a:pt x="3837047" y="231782"/>
                  </a:lnTo>
                  <a:lnTo>
                    <a:pt x="3836873" y="231841"/>
                  </a:lnTo>
                  <a:lnTo>
                    <a:pt x="3836351" y="232020"/>
                  </a:lnTo>
                  <a:lnTo>
                    <a:pt x="3835308" y="232379"/>
                  </a:lnTo>
                  <a:lnTo>
                    <a:pt x="3834090" y="232797"/>
                  </a:lnTo>
                  <a:lnTo>
                    <a:pt x="3833047" y="233155"/>
                  </a:lnTo>
                  <a:lnTo>
                    <a:pt x="3831482" y="233692"/>
                  </a:lnTo>
                  <a:lnTo>
                    <a:pt x="3829395" y="234408"/>
                  </a:lnTo>
                  <a:lnTo>
                    <a:pt x="3826091" y="235543"/>
                  </a:lnTo>
                  <a:lnTo>
                    <a:pt x="3825743" y="235662"/>
                  </a:lnTo>
                  <a:lnTo>
                    <a:pt x="3822265" y="236856"/>
                  </a:lnTo>
                  <a:lnTo>
                    <a:pt x="3821570" y="237095"/>
                  </a:lnTo>
                  <a:lnTo>
                    <a:pt x="3820179" y="237573"/>
                  </a:lnTo>
                  <a:lnTo>
                    <a:pt x="3819657" y="237752"/>
                  </a:lnTo>
                  <a:lnTo>
                    <a:pt x="3817918" y="238349"/>
                  </a:lnTo>
                  <a:lnTo>
                    <a:pt x="3814092" y="239663"/>
                  </a:lnTo>
                  <a:lnTo>
                    <a:pt x="3812701" y="240140"/>
                  </a:lnTo>
                  <a:lnTo>
                    <a:pt x="3811658" y="240499"/>
                  </a:lnTo>
                  <a:lnTo>
                    <a:pt x="3801572" y="243963"/>
                  </a:lnTo>
                  <a:lnTo>
                    <a:pt x="3799311" y="244739"/>
                  </a:lnTo>
                  <a:lnTo>
                    <a:pt x="3799137" y="244799"/>
                  </a:lnTo>
                  <a:lnTo>
                    <a:pt x="3798615" y="244978"/>
                  </a:lnTo>
                  <a:lnTo>
                    <a:pt x="3797746" y="245277"/>
                  </a:lnTo>
                  <a:lnTo>
                    <a:pt x="3797224" y="245456"/>
                  </a:lnTo>
                  <a:lnTo>
                    <a:pt x="3793572" y="246710"/>
                  </a:lnTo>
                  <a:lnTo>
                    <a:pt x="3791659" y="247367"/>
                  </a:lnTo>
                  <a:lnTo>
                    <a:pt x="3789399" y="248144"/>
                  </a:lnTo>
                  <a:lnTo>
                    <a:pt x="3783312" y="250235"/>
                  </a:lnTo>
                  <a:lnTo>
                    <a:pt x="3782095" y="250653"/>
                  </a:lnTo>
                  <a:lnTo>
                    <a:pt x="3775835" y="252804"/>
                  </a:lnTo>
                  <a:lnTo>
                    <a:pt x="3774791" y="253162"/>
                  </a:lnTo>
                  <a:lnTo>
                    <a:pt x="3766444" y="256031"/>
                  </a:lnTo>
                  <a:lnTo>
                    <a:pt x="3765749" y="256270"/>
                  </a:lnTo>
                  <a:lnTo>
                    <a:pt x="3764010" y="256867"/>
                  </a:lnTo>
                  <a:lnTo>
                    <a:pt x="3763140" y="257166"/>
                  </a:lnTo>
                  <a:lnTo>
                    <a:pt x="3762792" y="257285"/>
                  </a:lnTo>
                  <a:lnTo>
                    <a:pt x="3758793" y="258660"/>
                  </a:lnTo>
                  <a:lnTo>
                    <a:pt x="3749924" y="261708"/>
                  </a:lnTo>
                  <a:lnTo>
                    <a:pt x="3746098" y="263023"/>
                  </a:lnTo>
                  <a:lnTo>
                    <a:pt x="3744881" y="263442"/>
                  </a:lnTo>
                  <a:lnTo>
                    <a:pt x="3742446" y="264279"/>
                  </a:lnTo>
                  <a:lnTo>
                    <a:pt x="3740707" y="264876"/>
                  </a:lnTo>
                  <a:lnTo>
                    <a:pt x="3740534" y="264936"/>
                  </a:lnTo>
                  <a:lnTo>
                    <a:pt x="3738795" y="265534"/>
                  </a:lnTo>
                  <a:lnTo>
                    <a:pt x="3737577" y="265953"/>
                  </a:lnTo>
                  <a:lnTo>
                    <a:pt x="3737403" y="266012"/>
                  </a:lnTo>
                  <a:lnTo>
                    <a:pt x="3737230" y="266072"/>
                  </a:lnTo>
                  <a:lnTo>
                    <a:pt x="3736882" y="266192"/>
                  </a:lnTo>
                  <a:lnTo>
                    <a:pt x="3736186" y="266431"/>
                  </a:lnTo>
                  <a:lnTo>
                    <a:pt x="3729056" y="268882"/>
                  </a:lnTo>
                  <a:lnTo>
                    <a:pt x="3726274" y="269839"/>
                  </a:lnTo>
                  <a:lnTo>
                    <a:pt x="3722448" y="271154"/>
                  </a:lnTo>
                  <a:lnTo>
                    <a:pt x="3719840" y="272051"/>
                  </a:lnTo>
                  <a:lnTo>
                    <a:pt x="3716884" y="273068"/>
                  </a:lnTo>
                  <a:lnTo>
                    <a:pt x="3716536" y="273188"/>
                  </a:lnTo>
                  <a:lnTo>
                    <a:pt x="3715318" y="273606"/>
                  </a:lnTo>
                  <a:lnTo>
                    <a:pt x="3713753" y="274145"/>
                  </a:lnTo>
                  <a:lnTo>
                    <a:pt x="3709406" y="275640"/>
                  </a:lnTo>
                  <a:lnTo>
                    <a:pt x="3703146" y="277793"/>
                  </a:lnTo>
                  <a:lnTo>
                    <a:pt x="3702102" y="278152"/>
                  </a:lnTo>
                  <a:lnTo>
                    <a:pt x="3701754" y="278272"/>
                  </a:lnTo>
                  <a:lnTo>
                    <a:pt x="3700885" y="278571"/>
                  </a:lnTo>
                  <a:lnTo>
                    <a:pt x="3699842" y="278930"/>
                  </a:lnTo>
                  <a:lnTo>
                    <a:pt x="3696364" y="280126"/>
                  </a:lnTo>
                  <a:lnTo>
                    <a:pt x="3694799" y="280664"/>
                  </a:lnTo>
                  <a:lnTo>
                    <a:pt x="3694625" y="280724"/>
                  </a:lnTo>
                  <a:lnTo>
                    <a:pt x="3692712" y="281382"/>
                  </a:lnTo>
                  <a:lnTo>
                    <a:pt x="3692538" y="281442"/>
                  </a:lnTo>
                  <a:lnTo>
                    <a:pt x="3688886" y="282699"/>
                  </a:lnTo>
                  <a:lnTo>
                    <a:pt x="3683147" y="284673"/>
                  </a:lnTo>
                  <a:lnTo>
                    <a:pt x="3677409" y="286648"/>
                  </a:lnTo>
                  <a:lnTo>
                    <a:pt x="3675844" y="287186"/>
                  </a:lnTo>
                  <a:lnTo>
                    <a:pt x="3675322" y="287366"/>
                  </a:lnTo>
                  <a:lnTo>
                    <a:pt x="3674105" y="287785"/>
                  </a:lnTo>
                  <a:lnTo>
                    <a:pt x="3670279" y="289101"/>
                  </a:lnTo>
                  <a:lnTo>
                    <a:pt x="3668714" y="289640"/>
                  </a:lnTo>
                  <a:lnTo>
                    <a:pt x="3666453" y="290418"/>
                  </a:lnTo>
                  <a:lnTo>
                    <a:pt x="3664540" y="291076"/>
                  </a:lnTo>
                  <a:lnTo>
                    <a:pt x="3663149" y="291555"/>
                  </a:lnTo>
                  <a:lnTo>
                    <a:pt x="3662975" y="291615"/>
                  </a:lnTo>
                  <a:lnTo>
                    <a:pt x="3662454" y="291795"/>
                  </a:lnTo>
                  <a:lnTo>
                    <a:pt x="3661410" y="292154"/>
                  </a:lnTo>
                  <a:lnTo>
                    <a:pt x="3660193" y="292573"/>
                  </a:lnTo>
                  <a:lnTo>
                    <a:pt x="3659150" y="292932"/>
                  </a:lnTo>
                  <a:lnTo>
                    <a:pt x="3657585" y="293471"/>
                  </a:lnTo>
                  <a:lnTo>
                    <a:pt x="3655498" y="294189"/>
                  </a:lnTo>
                  <a:lnTo>
                    <a:pt x="3652194" y="295326"/>
                  </a:lnTo>
                  <a:lnTo>
                    <a:pt x="3651846" y="295446"/>
                  </a:lnTo>
                  <a:lnTo>
                    <a:pt x="3648368" y="296643"/>
                  </a:lnTo>
                  <a:lnTo>
                    <a:pt x="3647672" y="296883"/>
                  </a:lnTo>
                  <a:lnTo>
                    <a:pt x="3646281" y="297362"/>
                  </a:lnTo>
                  <a:lnTo>
                    <a:pt x="3645759" y="297541"/>
                  </a:lnTo>
                  <a:lnTo>
                    <a:pt x="3644021" y="298140"/>
                  </a:lnTo>
                  <a:lnTo>
                    <a:pt x="3640195" y="299457"/>
                  </a:lnTo>
                  <a:lnTo>
                    <a:pt x="3638804" y="299936"/>
                  </a:lnTo>
                  <a:lnTo>
                    <a:pt x="3637760" y="300296"/>
                  </a:lnTo>
                  <a:lnTo>
                    <a:pt x="3627674" y="303769"/>
                  </a:lnTo>
                  <a:lnTo>
                    <a:pt x="3625413" y="304548"/>
                  </a:lnTo>
                  <a:lnTo>
                    <a:pt x="3625240" y="304607"/>
                  </a:lnTo>
                  <a:lnTo>
                    <a:pt x="3624718" y="304787"/>
                  </a:lnTo>
                  <a:lnTo>
                    <a:pt x="3623848" y="305087"/>
                  </a:lnTo>
                  <a:lnTo>
                    <a:pt x="3623327" y="305266"/>
                  </a:lnTo>
                  <a:lnTo>
                    <a:pt x="3619675" y="306524"/>
                  </a:lnTo>
                  <a:lnTo>
                    <a:pt x="3617762" y="307183"/>
                  </a:lnTo>
                  <a:lnTo>
                    <a:pt x="3615501" y="307962"/>
                  </a:lnTo>
                  <a:lnTo>
                    <a:pt x="3609415" y="310058"/>
                  </a:lnTo>
                  <a:lnTo>
                    <a:pt x="3608198" y="310478"/>
                  </a:lnTo>
                  <a:lnTo>
                    <a:pt x="3601937" y="312634"/>
                  </a:lnTo>
                  <a:lnTo>
                    <a:pt x="3592547" y="315870"/>
                  </a:lnTo>
                  <a:lnTo>
                    <a:pt x="3591851" y="316110"/>
                  </a:lnTo>
                  <a:lnTo>
                    <a:pt x="3590112" y="316709"/>
                  </a:lnTo>
                  <a:lnTo>
                    <a:pt x="3588895" y="317128"/>
                  </a:lnTo>
                  <a:lnTo>
                    <a:pt x="3584895" y="318507"/>
                  </a:lnTo>
                  <a:lnTo>
                    <a:pt x="3576027" y="321563"/>
                  </a:lnTo>
                  <a:lnTo>
                    <a:pt x="3572201" y="322882"/>
                  </a:lnTo>
                  <a:lnTo>
                    <a:pt x="3570984" y="323302"/>
                  </a:lnTo>
                  <a:lnTo>
                    <a:pt x="3568549" y="324141"/>
                  </a:lnTo>
                  <a:lnTo>
                    <a:pt x="3566810" y="324740"/>
                  </a:lnTo>
                  <a:lnTo>
                    <a:pt x="3566636" y="324800"/>
                  </a:lnTo>
                  <a:lnTo>
                    <a:pt x="3564897" y="325400"/>
                  </a:lnTo>
                  <a:lnTo>
                    <a:pt x="3563680" y="325820"/>
                  </a:lnTo>
                  <a:lnTo>
                    <a:pt x="3563506" y="325880"/>
                  </a:lnTo>
                  <a:lnTo>
                    <a:pt x="3563332" y="325939"/>
                  </a:lnTo>
                  <a:lnTo>
                    <a:pt x="3562984" y="326059"/>
                  </a:lnTo>
                  <a:lnTo>
                    <a:pt x="3562289" y="326299"/>
                  </a:lnTo>
                  <a:lnTo>
                    <a:pt x="3559332" y="327318"/>
                  </a:lnTo>
                  <a:lnTo>
                    <a:pt x="3555159" y="328757"/>
                  </a:lnTo>
                  <a:lnTo>
                    <a:pt x="3552377" y="329717"/>
                  </a:lnTo>
                  <a:lnTo>
                    <a:pt x="3548551" y="331036"/>
                  </a:lnTo>
                  <a:lnTo>
                    <a:pt x="3545942" y="331936"/>
                  </a:lnTo>
                  <a:lnTo>
                    <a:pt x="3542986" y="332955"/>
                  </a:lnTo>
                  <a:lnTo>
                    <a:pt x="3542638" y="333075"/>
                  </a:lnTo>
                  <a:lnTo>
                    <a:pt x="3541421" y="333495"/>
                  </a:lnTo>
                  <a:lnTo>
                    <a:pt x="3539856" y="334035"/>
                  </a:lnTo>
                  <a:lnTo>
                    <a:pt x="3535508" y="335534"/>
                  </a:lnTo>
                  <a:lnTo>
                    <a:pt x="3529248" y="337694"/>
                  </a:lnTo>
                  <a:lnTo>
                    <a:pt x="3528205" y="338053"/>
                  </a:lnTo>
                  <a:lnTo>
                    <a:pt x="3527857" y="338173"/>
                  </a:lnTo>
                  <a:lnTo>
                    <a:pt x="3526988" y="338473"/>
                  </a:lnTo>
                  <a:lnTo>
                    <a:pt x="3525944" y="338833"/>
                  </a:lnTo>
                  <a:lnTo>
                    <a:pt x="3522466" y="340033"/>
                  </a:lnTo>
                  <a:lnTo>
                    <a:pt x="3520901" y="340573"/>
                  </a:lnTo>
                  <a:lnTo>
                    <a:pt x="3520727" y="340633"/>
                  </a:lnTo>
                  <a:lnTo>
                    <a:pt x="3518814" y="341293"/>
                  </a:lnTo>
                  <a:lnTo>
                    <a:pt x="3518640" y="341353"/>
                  </a:lnTo>
                  <a:lnTo>
                    <a:pt x="3514989" y="342613"/>
                  </a:lnTo>
                  <a:lnTo>
                    <a:pt x="3509250" y="344593"/>
                  </a:lnTo>
                  <a:lnTo>
                    <a:pt x="3503511" y="346574"/>
                  </a:lnTo>
                  <a:lnTo>
                    <a:pt x="3501946" y="347114"/>
                  </a:lnTo>
                  <a:lnTo>
                    <a:pt x="3501425" y="347294"/>
                  </a:lnTo>
                  <a:lnTo>
                    <a:pt x="3500207" y="347714"/>
                  </a:lnTo>
                  <a:lnTo>
                    <a:pt x="3496382" y="349034"/>
                  </a:lnTo>
                  <a:lnTo>
                    <a:pt x="3494816" y="349574"/>
                  </a:lnTo>
                  <a:lnTo>
                    <a:pt x="3492556" y="350355"/>
                  </a:lnTo>
                  <a:lnTo>
                    <a:pt x="3490643" y="351015"/>
                  </a:lnTo>
                  <a:lnTo>
                    <a:pt x="3489252" y="351495"/>
                  </a:lnTo>
                  <a:lnTo>
                    <a:pt x="3489078" y="351555"/>
                  </a:lnTo>
                  <a:lnTo>
                    <a:pt x="3488556" y="351735"/>
                  </a:lnTo>
                  <a:lnTo>
                    <a:pt x="3487513" y="352096"/>
                  </a:lnTo>
                  <a:lnTo>
                    <a:pt x="3486296" y="352516"/>
                  </a:lnTo>
                  <a:lnTo>
                    <a:pt x="3485252" y="352876"/>
                  </a:lnTo>
                  <a:lnTo>
                    <a:pt x="3483687" y="353416"/>
                  </a:lnTo>
                  <a:lnTo>
                    <a:pt x="3481600" y="354137"/>
                  </a:lnTo>
                  <a:lnTo>
                    <a:pt x="3478296" y="355277"/>
                  </a:lnTo>
                  <a:lnTo>
                    <a:pt x="3477948" y="355398"/>
                  </a:lnTo>
                  <a:lnTo>
                    <a:pt x="3474470" y="356598"/>
                  </a:lnTo>
                  <a:lnTo>
                    <a:pt x="3473775" y="356839"/>
                  </a:lnTo>
                  <a:lnTo>
                    <a:pt x="3472384" y="357319"/>
                  </a:lnTo>
                  <a:lnTo>
                    <a:pt x="3471862" y="357499"/>
                  </a:lnTo>
                  <a:lnTo>
                    <a:pt x="3470123" y="358100"/>
                  </a:lnTo>
                  <a:lnTo>
                    <a:pt x="3466297" y="359421"/>
                  </a:lnTo>
                  <a:lnTo>
                    <a:pt x="3464906" y="359901"/>
                  </a:lnTo>
                  <a:lnTo>
                    <a:pt x="3463863" y="360261"/>
                  </a:lnTo>
                  <a:lnTo>
                    <a:pt x="3453777" y="363745"/>
                  </a:lnTo>
                  <a:lnTo>
                    <a:pt x="3451516" y="364526"/>
                  </a:lnTo>
                  <a:lnTo>
                    <a:pt x="3451342" y="364586"/>
                  </a:lnTo>
                  <a:lnTo>
                    <a:pt x="3450820" y="364766"/>
                  </a:lnTo>
                  <a:lnTo>
                    <a:pt x="3449951" y="365066"/>
                  </a:lnTo>
                  <a:lnTo>
                    <a:pt x="3449429" y="365247"/>
                  </a:lnTo>
                  <a:lnTo>
                    <a:pt x="3445777" y="366508"/>
                  </a:lnTo>
                  <a:lnTo>
                    <a:pt x="3443865" y="367169"/>
                  </a:lnTo>
                  <a:lnTo>
                    <a:pt x="3441604" y="367950"/>
                  </a:lnTo>
                  <a:lnTo>
                    <a:pt x="3435517" y="370053"/>
                  </a:lnTo>
                  <a:lnTo>
                    <a:pt x="3434300" y="370473"/>
                  </a:lnTo>
                  <a:lnTo>
                    <a:pt x="3428040" y="372637"/>
                  </a:lnTo>
                  <a:lnTo>
                    <a:pt x="3426996" y="372997"/>
                  </a:lnTo>
                  <a:lnTo>
                    <a:pt x="3418649" y="375882"/>
                  </a:lnTo>
                  <a:lnTo>
                    <a:pt x="3417954" y="376122"/>
                  </a:lnTo>
                  <a:lnTo>
                    <a:pt x="3416215" y="376723"/>
                  </a:lnTo>
                  <a:lnTo>
                    <a:pt x="3415345" y="377024"/>
                  </a:lnTo>
                  <a:lnTo>
                    <a:pt x="3414998" y="377144"/>
                  </a:lnTo>
                  <a:lnTo>
                    <a:pt x="3410998" y="378527"/>
                  </a:lnTo>
                  <a:lnTo>
                    <a:pt x="3402129" y="381593"/>
                  </a:lnTo>
                  <a:lnTo>
                    <a:pt x="3398303" y="382915"/>
                  </a:lnTo>
                  <a:lnTo>
                    <a:pt x="3397086" y="383336"/>
                  </a:lnTo>
                  <a:lnTo>
                    <a:pt x="3394652" y="384178"/>
                  </a:lnTo>
                  <a:lnTo>
                    <a:pt x="3392913" y="384779"/>
                  </a:lnTo>
                  <a:lnTo>
                    <a:pt x="3392739" y="384839"/>
                  </a:lnTo>
                  <a:lnTo>
                    <a:pt x="3391000" y="385441"/>
                  </a:lnTo>
                  <a:lnTo>
                    <a:pt x="3389782" y="385862"/>
                  </a:lnTo>
                  <a:lnTo>
                    <a:pt x="3389609" y="385922"/>
                  </a:lnTo>
                  <a:lnTo>
                    <a:pt x="3389435" y="385982"/>
                  </a:lnTo>
                  <a:lnTo>
                    <a:pt x="3389087" y="386102"/>
                  </a:lnTo>
                  <a:lnTo>
                    <a:pt x="3388391" y="386343"/>
                  </a:lnTo>
                  <a:lnTo>
                    <a:pt x="3385435" y="387365"/>
                  </a:lnTo>
                  <a:lnTo>
                    <a:pt x="3381261" y="388808"/>
                  </a:lnTo>
                  <a:lnTo>
                    <a:pt x="3378479" y="389771"/>
                  </a:lnTo>
                  <a:lnTo>
                    <a:pt x="3374653" y="391094"/>
                  </a:lnTo>
                  <a:lnTo>
                    <a:pt x="3369089" y="393019"/>
                  </a:lnTo>
                  <a:lnTo>
                    <a:pt x="3368741" y="393139"/>
                  </a:lnTo>
                  <a:lnTo>
                    <a:pt x="3367524" y="393560"/>
                  </a:lnTo>
                  <a:lnTo>
                    <a:pt x="3365958" y="394102"/>
                  </a:lnTo>
                  <a:lnTo>
                    <a:pt x="3361611" y="395606"/>
                  </a:lnTo>
                  <a:lnTo>
                    <a:pt x="3355351" y="397772"/>
                  </a:lnTo>
                  <a:lnTo>
                    <a:pt x="3354307" y="398133"/>
                  </a:lnTo>
                  <a:lnTo>
                    <a:pt x="3353960" y="398253"/>
                  </a:lnTo>
                  <a:lnTo>
                    <a:pt x="3353090" y="398554"/>
                  </a:lnTo>
                  <a:lnTo>
                    <a:pt x="3352047" y="398915"/>
                  </a:lnTo>
                  <a:lnTo>
                    <a:pt x="3348569" y="400119"/>
                  </a:lnTo>
                  <a:lnTo>
                    <a:pt x="3347004" y="400660"/>
                  </a:lnTo>
                  <a:lnTo>
                    <a:pt x="3346830" y="400721"/>
                  </a:lnTo>
                  <a:lnTo>
                    <a:pt x="3344917" y="401383"/>
                  </a:lnTo>
                  <a:lnTo>
                    <a:pt x="3344743" y="401443"/>
                  </a:lnTo>
                  <a:lnTo>
                    <a:pt x="3341091" y="402707"/>
                  </a:lnTo>
                  <a:lnTo>
                    <a:pt x="3335353" y="404693"/>
                  </a:lnTo>
                  <a:lnTo>
                    <a:pt x="3329614" y="406680"/>
                  </a:lnTo>
                  <a:lnTo>
                    <a:pt x="3328049" y="407221"/>
                  </a:lnTo>
                  <a:lnTo>
                    <a:pt x="3327527" y="407402"/>
                  </a:lnTo>
                  <a:lnTo>
                    <a:pt x="3326310" y="407823"/>
                  </a:lnTo>
                  <a:lnTo>
                    <a:pt x="3322484" y="409148"/>
                  </a:lnTo>
                  <a:lnTo>
                    <a:pt x="3320919" y="409690"/>
                  </a:lnTo>
                  <a:lnTo>
                    <a:pt x="3318658" y="410473"/>
                  </a:lnTo>
                  <a:lnTo>
                    <a:pt x="3316746" y="411135"/>
                  </a:lnTo>
                  <a:lnTo>
                    <a:pt x="3315354" y="411617"/>
                  </a:lnTo>
                  <a:lnTo>
                    <a:pt x="3315180" y="411677"/>
                  </a:lnTo>
                  <a:lnTo>
                    <a:pt x="3314659" y="411858"/>
                  </a:lnTo>
                  <a:lnTo>
                    <a:pt x="3313615" y="412219"/>
                  </a:lnTo>
                  <a:lnTo>
                    <a:pt x="3312398" y="412640"/>
                  </a:lnTo>
                  <a:lnTo>
                    <a:pt x="3311355" y="413002"/>
                  </a:lnTo>
                  <a:lnTo>
                    <a:pt x="3309790" y="413544"/>
                  </a:lnTo>
                  <a:lnTo>
                    <a:pt x="3307703" y="414266"/>
                  </a:lnTo>
                  <a:lnTo>
                    <a:pt x="3304399" y="415411"/>
                  </a:lnTo>
                  <a:lnTo>
                    <a:pt x="3304051" y="415531"/>
                  </a:lnTo>
                  <a:lnTo>
                    <a:pt x="3300573" y="416736"/>
                  </a:lnTo>
                  <a:lnTo>
                    <a:pt x="3299877" y="416977"/>
                  </a:lnTo>
                  <a:lnTo>
                    <a:pt x="3298486" y="417459"/>
                  </a:lnTo>
                  <a:lnTo>
                    <a:pt x="3297965" y="417639"/>
                  </a:lnTo>
                  <a:lnTo>
                    <a:pt x="3296226" y="418242"/>
                  </a:lnTo>
                  <a:lnTo>
                    <a:pt x="3292400" y="419567"/>
                  </a:lnTo>
                  <a:lnTo>
                    <a:pt x="3291009" y="420049"/>
                  </a:lnTo>
                  <a:lnTo>
                    <a:pt x="3289965" y="420410"/>
                  </a:lnTo>
                  <a:lnTo>
                    <a:pt x="3279879" y="423905"/>
                  </a:lnTo>
                  <a:lnTo>
                    <a:pt x="3277619" y="424688"/>
                  </a:lnTo>
                  <a:lnTo>
                    <a:pt x="3277445" y="424749"/>
                  </a:lnTo>
                  <a:lnTo>
                    <a:pt x="3276923" y="424929"/>
                  </a:lnTo>
                  <a:lnTo>
                    <a:pt x="3276054" y="425231"/>
                  </a:lnTo>
                  <a:lnTo>
                    <a:pt x="3275532" y="425412"/>
                  </a:lnTo>
                  <a:lnTo>
                    <a:pt x="3271880" y="426677"/>
                  </a:lnTo>
                  <a:lnTo>
                    <a:pt x="3269967" y="427340"/>
                  </a:lnTo>
                  <a:lnTo>
                    <a:pt x="3267706" y="428124"/>
                  </a:lnTo>
                  <a:lnTo>
                    <a:pt x="3261620" y="430233"/>
                  </a:lnTo>
                  <a:lnTo>
                    <a:pt x="3260403" y="430655"/>
                  </a:lnTo>
                  <a:lnTo>
                    <a:pt x="3254142" y="432825"/>
                  </a:lnTo>
                  <a:lnTo>
                    <a:pt x="3253099" y="433187"/>
                  </a:lnTo>
                  <a:lnTo>
                    <a:pt x="3244752" y="436081"/>
                  </a:lnTo>
                  <a:lnTo>
                    <a:pt x="3244056" y="436322"/>
                  </a:lnTo>
                  <a:lnTo>
                    <a:pt x="3242317" y="436925"/>
                  </a:lnTo>
                  <a:lnTo>
                    <a:pt x="3241448" y="437227"/>
                  </a:lnTo>
                  <a:lnTo>
                    <a:pt x="3241100" y="437347"/>
                  </a:lnTo>
                  <a:lnTo>
                    <a:pt x="3237100" y="438734"/>
                  </a:lnTo>
                  <a:lnTo>
                    <a:pt x="3228232" y="441810"/>
                  </a:lnTo>
                  <a:lnTo>
                    <a:pt x="3224406" y="443137"/>
                  </a:lnTo>
                  <a:lnTo>
                    <a:pt x="3223189" y="443560"/>
                  </a:lnTo>
                  <a:lnTo>
                    <a:pt x="3220754" y="444404"/>
                  </a:lnTo>
                  <a:lnTo>
                    <a:pt x="3219015" y="445007"/>
                  </a:lnTo>
                  <a:lnTo>
                    <a:pt x="3218841" y="445068"/>
                  </a:lnTo>
                  <a:lnTo>
                    <a:pt x="3217102" y="445671"/>
                  </a:lnTo>
                  <a:lnTo>
                    <a:pt x="3215885" y="446093"/>
                  </a:lnTo>
                  <a:lnTo>
                    <a:pt x="3215711" y="446154"/>
                  </a:lnTo>
                  <a:lnTo>
                    <a:pt x="3215537" y="446214"/>
                  </a:lnTo>
                  <a:lnTo>
                    <a:pt x="3215189" y="446335"/>
                  </a:lnTo>
                  <a:lnTo>
                    <a:pt x="3214494" y="446576"/>
                  </a:lnTo>
                  <a:lnTo>
                    <a:pt x="3211538" y="447602"/>
                  </a:lnTo>
                  <a:lnTo>
                    <a:pt x="3207364" y="449050"/>
                  </a:lnTo>
                  <a:lnTo>
                    <a:pt x="3204582" y="450015"/>
                  </a:lnTo>
                  <a:lnTo>
                    <a:pt x="3200756" y="451343"/>
                  </a:lnTo>
                  <a:lnTo>
                    <a:pt x="3198147" y="452248"/>
                  </a:lnTo>
                  <a:lnTo>
                    <a:pt x="3195191" y="453274"/>
                  </a:lnTo>
                  <a:lnTo>
                    <a:pt x="3194843" y="453395"/>
                  </a:lnTo>
                  <a:lnTo>
                    <a:pt x="3193626" y="453817"/>
                  </a:lnTo>
                  <a:lnTo>
                    <a:pt x="3192061" y="454361"/>
                  </a:lnTo>
                  <a:lnTo>
                    <a:pt x="3187714" y="455870"/>
                  </a:lnTo>
                  <a:lnTo>
                    <a:pt x="3181453" y="458043"/>
                  </a:lnTo>
                  <a:lnTo>
                    <a:pt x="3180410" y="458405"/>
                  </a:lnTo>
                  <a:lnTo>
                    <a:pt x="3180062" y="458526"/>
                  </a:lnTo>
                  <a:lnTo>
                    <a:pt x="3179193" y="458828"/>
                  </a:lnTo>
                  <a:lnTo>
                    <a:pt x="3178149" y="459190"/>
                  </a:lnTo>
                  <a:lnTo>
                    <a:pt x="3174671" y="460398"/>
                  </a:lnTo>
                  <a:lnTo>
                    <a:pt x="3173106" y="460941"/>
                  </a:lnTo>
                  <a:lnTo>
                    <a:pt x="3172932" y="461002"/>
                  </a:lnTo>
                  <a:lnTo>
                    <a:pt x="3171019" y="461666"/>
                  </a:lnTo>
                  <a:lnTo>
                    <a:pt x="3170846" y="461726"/>
                  </a:lnTo>
                  <a:lnTo>
                    <a:pt x="3167194" y="462994"/>
                  </a:lnTo>
                  <a:lnTo>
                    <a:pt x="3161455" y="464987"/>
                  </a:lnTo>
                  <a:lnTo>
                    <a:pt x="3155716" y="466980"/>
                  </a:lnTo>
                  <a:lnTo>
                    <a:pt x="3154151" y="467524"/>
                  </a:lnTo>
                  <a:lnTo>
                    <a:pt x="3153630" y="467705"/>
                  </a:lnTo>
                  <a:lnTo>
                    <a:pt x="3152412" y="468128"/>
                  </a:lnTo>
                  <a:lnTo>
                    <a:pt x="3148587" y="469457"/>
                  </a:lnTo>
                  <a:lnTo>
                    <a:pt x="3147022" y="470001"/>
                  </a:lnTo>
                  <a:lnTo>
                    <a:pt x="3144761" y="470786"/>
                  </a:lnTo>
                  <a:lnTo>
                    <a:pt x="3142848" y="471451"/>
                  </a:lnTo>
                  <a:lnTo>
                    <a:pt x="3141457" y="471934"/>
                  </a:lnTo>
                  <a:lnTo>
                    <a:pt x="3141283" y="471995"/>
                  </a:lnTo>
                  <a:lnTo>
                    <a:pt x="3140761" y="472176"/>
                  </a:lnTo>
                  <a:lnTo>
                    <a:pt x="3139718" y="472538"/>
                  </a:lnTo>
                  <a:lnTo>
                    <a:pt x="3138501" y="472961"/>
                  </a:lnTo>
                  <a:lnTo>
                    <a:pt x="3137457" y="473324"/>
                  </a:lnTo>
                  <a:lnTo>
                    <a:pt x="3135892" y="473868"/>
                  </a:lnTo>
                  <a:lnTo>
                    <a:pt x="3133805" y="474593"/>
                  </a:lnTo>
                  <a:lnTo>
                    <a:pt x="3130501" y="475741"/>
                  </a:lnTo>
                  <a:lnTo>
                    <a:pt x="3130154" y="475862"/>
                  </a:lnTo>
                  <a:lnTo>
                    <a:pt x="3126676" y="477071"/>
                  </a:lnTo>
                  <a:lnTo>
                    <a:pt x="3125980" y="477312"/>
                  </a:lnTo>
                  <a:lnTo>
                    <a:pt x="3124589" y="477796"/>
                  </a:lnTo>
                  <a:lnTo>
                    <a:pt x="3124067" y="477977"/>
                  </a:lnTo>
                  <a:lnTo>
                    <a:pt x="3122328" y="478582"/>
                  </a:lnTo>
                  <a:lnTo>
                    <a:pt x="3118502" y="479911"/>
                  </a:lnTo>
                  <a:lnTo>
                    <a:pt x="3117111" y="480395"/>
                  </a:lnTo>
                  <a:lnTo>
                    <a:pt x="3116068" y="480758"/>
                  </a:lnTo>
                  <a:lnTo>
                    <a:pt x="3105982" y="484264"/>
                  </a:lnTo>
                  <a:lnTo>
                    <a:pt x="3103721" y="485050"/>
                  </a:lnTo>
                  <a:lnTo>
                    <a:pt x="3103547" y="485111"/>
                  </a:lnTo>
                  <a:lnTo>
                    <a:pt x="3103026" y="485292"/>
                  </a:lnTo>
                  <a:lnTo>
                    <a:pt x="3102156" y="485595"/>
                  </a:lnTo>
                  <a:lnTo>
                    <a:pt x="3101634" y="485776"/>
                  </a:lnTo>
                  <a:lnTo>
                    <a:pt x="3097983" y="487046"/>
                  </a:lnTo>
                  <a:lnTo>
                    <a:pt x="3096070" y="487711"/>
                  </a:lnTo>
                  <a:lnTo>
                    <a:pt x="3093809" y="488497"/>
                  </a:lnTo>
                  <a:lnTo>
                    <a:pt x="3087723" y="490614"/>
                  </a:lnTo>
                  <a:lnTo>
                    <a:pt x="3086505" y="491038"/>
                  </a:lnTo>
                  <a:lnTo>
                    <a:pt x="3080245" y="493215"/>
                  </a:lnTo>
                  <a:lnTo>
                    <a:pt x="3079202" y="493578"/>
                  </a:lnTo>
                  <a:lnTo>
                    <a:pt x="3070855" y="496482"/>
                  </a:lnTo>
                  <a:lnTo>
                    <a:pt x="3070159" y="496724"/>
                  </a:lnTo>
                  <a:lnTo>
                    <a:pt x="3068420" y="497329"/>
                  </a:lnTo>
                  <a:lnTo>
                    <a:pt x="3067550" y="497632"/>
                  </a:lnTo>
                  <a:lnTo>
                    <a:pt x="3067203" y="497753"/>
                  </a:lnTo>
                  <a:lnTo>
                    <a:pt x="3063203" y="499145"/>
                  </a:lnTo>
                  <a:lnTo>
                    <a:pt x="3054334" y="502231"/>
                  </a:lnTo>
                  <a:lnTo>
                    <a:pt x="3050509" y="503563"/>
                  </a:lnTo>
                  <a:lnTo>
                    <a:pt x="3049291" y="503987"/>
                  </a:lnTo>
                  <a:lnTo>
                    <a:pt x="3046857" y="504834"/>
                  </a:lnTo>
                  <a:lnTo>
                    <a:pt x="3045118" y="505440"/>
                  </a:lnTo>
                  <a:lnTo>
                    <a:pt x="3044944" y="505500"/>
                  </a:lnTo>
                  <a:lnTo>
                    <a:pt x="3043205" y="506106"/>
                  </a:lnTo>
                  <a:lnTo>
                    <a:pt x="3041988" y="506529"/>
                  </a:lnTo>
                  <a:lnTo>
                    <a:pt x="3041814" y="506590"/>
                  </a:lnTo>
                  <a:lnTo>
                    <a:pt x="3041640" y="506651"/>
                  </a:lnTo>
                  <a:lnTo>
                    <a:pt x="3041292" y="506772"/>
                  </a:lnTo>
                  <a:lnTo>
                    <a:pt x="3040596" y="507014"/>
                  </a:lnTo>
                  <a:lnTo>
                    <a:pt x="3037640" y="508043"/>
                  </a:lnTo>
                  <a:lnTo>
                    <a:pt x="3033467" y="509496"/>
                  </a:lnTo>
                  <a:lnTo>
                    <a:pt x="3030684" y="510465"/>
                  </a:lnTo>
                  <a:lnTo>
                    <a:pt x="3026858" y="511798"/>
                  </a:lnTo>
                  <a:lnTo>
                    <a:pt x="3024250" y="512706"/>
                  </a:lnTo>
                  <a:lnTo>
                    <a:pt x="3021294" y="513736"/>
                  </a:lnTo>
                  <a:lnTo>
                    <a:pt x="3020946" y="513857"/>
                  </a:lnTo>
                  <a:lnTo>
                    <a:pt x="3019729" y="514281"/>
                  </a:lnTo>
                  <a:lnTo>
                    <a:pt x="3018164" y="514826"/>
                  </a:lnTo>
                  <a:lnTo>
                    <a:pt x="3013816" y="516340"/>
                  </a:lnTo>
                  <a:lnTo>
                    <a:pt x="3007556" y="518521"/>
                  </a:lnTo>
                  <a:lnTo>
                    <a:pt x="3006512" y="518885"/>
                  </a:lnTo>
                  <a:lnTo>
                    <a:pt x="3006165" y="519006"/>
                  </a:lnTo>
                  <a:lnTo>
                    <a:pt x="3005295" y="519309"/>
                  </a:lnTo>
                  <a:lnTo>
                    <a:pt x="3004252" y="519672"/>
                  </a:lnTo>
                  <a:lnTo>
                    <a:pt x="3000774" y="520884"/>
                  </a:lnTo>
                  <a:lnTo>
                    <a:pt x="2999209" y="521430"/>
                  </a:lnTo>
                  <a:lnTo>
                    <a:pt x="2999035" y="521490"/>
                  </a:lnTo>
                  <a:lnTo>
                    <a:pt x="2997122" y="522157"/>
                  </a:lnTo>
                  <a:lnTo>
                    <a:pt x="2996948" y="522218"/>
                  </a:lnTo>
                  <a:lnTo>
                    <a:pt x="2993296" y="523490"/>
                  </a:lnTo>
                  <a:lnTo>
                    <a:pt x="2987558" y="525490"/>
                  </a:lnTo>
                  <a:lnTo>
                    <a:pt x="2981819" y="527491"/>
                  </a:lnTo>
                  <a:lnTo>
                    <a:pt x="2980254" y="528036"/>
                  </a:lnTo>
                  <a:lnTo>
                    <a:pt x="2979732" y="528218"/>
                  </a:lnTo>
                  <a:lnTo>
                    <a:pt x="2978515" y="528642"/>
                  </a:lnTo>
                  <a:lnTo>
                    <a:pt x="2974689" y="529976"/>
                  </a:lnTo>
                  <a:lnTo>
                    <a:pt x="2973124" y="530522"/>
                  </a:lnTo>
                  <a:lnTo>
                    <a:pt x="2970863" y="531310"/>
                  </a:lnTo>
                  <a:lnTo>
                    <a:pt x="2968951" y="531977"/>
                  </a:lnTo>
                  <a:lnTo>
                    <a:pt x="2967559" y="532462"/>
                  </a:lnTo>
                  <a:lnTo>
                    <a:pt x="2967386" y="532523"/>
                  </a:lnTo>
                  <a:lnTo>
                    <a:pt x="2966864" y="532705"/>
                  </a:lnTo>
                  <a:lnTo>
                    <a:pt x="2965820" y="533068"/>
                  </a:lnTo>
                  <a:lnTo>
                    <a:pt x="2964603" y="533493"/>
                  </a:lnTo>
                  <a:lnTo>
                    <a:pt x="2963560" y="533857"/>
                  </a:lnTo>
                  <a:lnTo>
                    <a:pt x="2961995" y="534403"/>
                  </a:lnTo>
                  <a:lnTo>
                    <a:pt x="2959908" y="535130"/>
                  </a:lnTo>
                  <a:lnTo>
                    <a:pt x="2956604" y="536283"/>
                  </a:lnTo>
                  <a:lnTo>
                    <a:pt x="2956256" y="536404"/>
                  </a:lnTo>
                  <a:lnTo>
                    <a:pt x="2952778" y="537617"/>
                  </a:lnTo>
                  <a:lnTo>
                    <a:pt x="2952083" y="537860"/>
                  </a:lnTo>
                  <a:lnTo>
                    <a:pt x="2950691" y="538345"/>
                  </a:lnTo>
                  <a:lnTo>
                    <a:pt x="2950170" y="538527"/>
                  </a:lnTo>
                  <a:lnTo>
                    <a:pt x="2948431" y="539134"/>
                  </a:lnTo>
                  <a:lnTo>
                    <a:pt x="2944605" y="540468"/>
                  </a:lnTo>
                  <a:lnTo>
                    <a:pt x="2943214" y="540954"/>
                  </a:lnTo>
                  <a:lnTo>
                    <a:pt x="2942170" y="541318"/>
                  </a:lnTo>
                  <a:lnTo>
                    <a:pt x="2932084" y="544837"/>
                  </a:lnTo>
                  <a:lnTo>
                    <a:pt x="2929824" y="545626"/>
                  </a:lnTo>
                  <a:lnTo>
                    <a:pt x="2929650" y="545686"/>
                  </a:lnTo>
                  <a:lnTo>
                    <a:pt x="2929128" y="545869"/>
                  </a:lnTo>
                  <a:lnTo>
                    <a:pt x="2928259" y="546172"/>
                  </a:lnTo>
                  <a:lnTo>
                    <a:pt x="2927737" y="546354"/>
                  </a:lnTo>
                  <a:lnTo>
                    <a:pt x="2924085" y="547629"/>
                  </a:lnTo>
                  <a:lnTo>
                    <a:pt x="2922172" y="548296"/>
                  </a:lnTo>
                  <a:lnTo>
                    <a:pt x="2919912" y="549085"/>
                  </a:lnTo>
                  <a:lnTo>
                    <a:pt x="2913825" y="551210"/>
                  </a:lnTo>
                  <a:lnTo>
                    <a:pt x="2912608" y="551635"/>
                  </a:lnTo>
                  <a:lnTo>
                    <a:pt x="2906348" y="553821"/>
                  </a:lnTo>
                  <a:lnTo>
                    <a:pt x="2905304" y="554185"/>
                  </a:lnTo>
                  <a:lnTo>
                    <a:pt x="2896957" y="557100"/>
                  </a:lnTo>
                  <a:lnTo>
                    <a:pt x="2896261" y="557343"/>
                  </a:lnTo>
                  <a:lnTo>
                    <a:pt x="2894523" y="557950"/>
                  </a:lnTo>
                  <a:lnTo>
                    <a:pt x="2893653" y="558254"/>
                  </a:lnTo>
                  <a:lnTo>
                    <a:pt x="2893305" y="558375"/>
                  </a:lnTo>
                  <a:lnTo>
                    <a:pt x="2889306" y="559772"/>
                  </a:lnTo>
                  <a:lnTo>
                    <a:pt x="2880437" y="562870"/>
                  </a:lnTo>
                  <a:lnTo>
                    <a:pt x="2876611" y="564207"/>
                  </a:lnTo>
                  <a:lnTo>
                    <a:pt x="2875394" y="564632"/>
                  </a:lnTo>
                  <a:lnTo>
                    <a:pt x="2872959" y="565483"/>
                  </a:lnTo>
                  <a:lnTo>
                    <a:pt x="2871220" y="566090"/>
                  </a:lnTo>
                  <a:lnTo>
                    <a:pt x="2871046" y="566151"/>
                  </a:lnTo>
                  <a:lnTo>
                    <a:pt x="2869307" y="566759"/>
                  </a:lnTo>
                  <a:lnTo>
                    <a:pt x="2868090" y="567184"/>
                  </a:lnTo>
                  <a:lnTo>
                    <a:pt x="2867916" y="567245"/>
                  </a:lnTo>
                  <a:lnTo>
                    <a:pt x="2867742" y="567306"/>
                  </a:lnTo>
                  <a:lnTo>
                    <a:pt x="2867395" y="567427"/>
                  </a:lnTo>
                  <a:lnTo>
                    <a:pt x="2866699" y="567670"/>
                  </a:lnTo>
                  <a:lnTo>
                    <a:pt x="2863743" y="568703"/>
                  </a:lnTo>
                  <a:lnTo>
                    <a:pt x="2859569" y="570162"/>
                  </a:lnTo>
                  <a:lnTo>
                    <a:pt x="2856787" y="571134"/>
                  </a:lnTo>
                  <a:lnTo>
                    <a:pt x="2852961" y="572472"/>
                  </a:lnTo>
                  <a:lnTo>
                    <a:pt x="2850353" y="573384"/>
                  </a:lnTo>
                  <a:lnTo>
                    <a:pt x="2847396" y="574417"/>
                  </a:lnTo>
                  <a:lnTo>
                    <a:pt x="2847049" y="574539"/>
                  </a:lnTo>
                  <a:lnTo>
                    <a:pt x="2845831" y="574964"/>
                  </a:lnTo>
                  <a:lnTo>
                    <a:pt x="2844266" y="575511"/>
                  </a:lnTo>
                  <a:lnTo>
                    <a:pt x="2839919" y="577031"/>
                  </a:lnTo>
                  <a:lnTo>
                    <a:pt x="2833658" y="579221"/>
                  </a:lnTo>
                  <a:lnTo>
                    <a:pt x="2832615" y="579586"/>
                  </a:lnTo>
                  <a:lnTo>
                    <a:pt x="2832267" y="579707"/>
                  </a:lnTo>
                  <a:lnTo>
                    <a:pt x="2831398" y="580011"/>
                  </a:lnTo>
                  <a:lnTo>
                    <a:pt x="2830354" y="580376"/>
                  </a:lnTo>
                  <a:lnTo>
                    <a:pt x="2826876" y="581593"/>
                  </a:lnTo>
                  <a:lnTo>
                    <a:pt x="2825311" y="582140"/>
                  </a:lnTo>
                  <a:lnTo>
                    <a:pt x="2825137" y="582201"/>
                  </a:lnTo>
                  <a:lnTo>
                    <a:pt x="2823225" y="582870"/>
                  </a:lnTo>
                  <a:lnTo>
                    <a:pt x="2823051" y="582931"/>
                  </a:lnTo>
                  <a:lnTo>
                    <a:pt x="2819399" y="584208"/>
                  </a:lnTo>
                  <a:lnTo>
                    <a:pt x="2813660" y="586216"/>
                  </a:lnTo>
                  <a:lnTo>
                    <a:pt x="2807922" y="588224"/>
                  </a:lnTo>
                  <a:lnTo>
                    <a:pt x="2806357" y="588771"/>
                  </a:lnTo>
                  <a:lnTo>
                    <a:pt x="2805835" y="588954"/>
                  </a:lnTo>
                  <a:lnTo>
                    <a:pt x="2804618" y="589380"/>
                  </a:lnTo>
                  <a:lnTo>
                    <a:pt x="2800792" y="590719"/>
                  </a:lnTo>
                  <a:lnTo>
                    <a:pt x="2799227" y="591266"/>
                  </a:lnTo>
                  <a:lnTo>
                    <a:pt x="2796966" y="592058"/>
                  </a:lnTo>
                  <a:lnTo>
                    <a:pt x="2795053" y="592727"/>
                  </a:lnTo>
                  <a:lnTo>
                    <a:pt x="2793662" y="593214"/>
                  </a:lnTo>
                  <a:lnTo>
                    <a:pt x="2793488" y="593275"/>
                  </a:lnTo>
                  <a:lnTo>
                    <a:pt x="2792966" y="593458"/>
                  </a:lnTo>
                  <a:lnTo>
                    <a:pt x="2791923" y="593823"/>
                  </a:lnTo>
                  <a:lnTo>
                    <a:pt x="2789662" y="594614"/>
                  </a:lnTo>
                  <a:lnTo>
                    <a:pt x="2788097" y="595162"/>
                  </a:lnTo>
                  <a:lnTo>
                    <a:pt x="2786011" y="595892"/>
                  </a:lnTo>
                  <a:lnTo>
                    <a:pt x="2782706" y="597049"/>
                  </a:lnTo>
                  <a:lnTo>
                    <a:pt x="2782359" y="597171"/>
                  </a:lnTo>
                  <a:lnTo>
                    <a:pt x="2778881" y="598389"/>
                  </a:lnTo>
                  <a:lnTo>
                    <a:pt x="2778185" y="598632"/>
                  </a:lnTo>
                  <a:lnTo>
                    <a:pt x="2776794" y="599119"/>
                  </a:lnTo>
                  <a:lnTo>
                    <a:pt x="2776272" y="599302"/>
                  </a:lnTo>
                  <a:lnTo>
                    <a:pt x="2774533" y="599911"/>
                  </a:lnTo>
                  <a:lnTo>
                    <a:pt x="2770708" y="601251"/>
                  </a:lnTo>
                  <a:lnTo>
                    <a:pt x="2769316" y="601738"/>
                  </a:lnTo>
                  <a:lnTo>
                    <a:pt x="2768273" y="602103"/>
                  </a:lnTo>
                  <a:lnTo>
                    <a:pt x="2758187" y="605636"/>
                  </a:lnTo>
                  <a:lnTo>
                    <a:pt x="2755926" y="606428"/>
                  </a:lnTo>
                  <a:lnTo>
                    <a:pt x="2755752" y="606489"/>
                  </a:lnTo>
                  <a:lnTo>
                    <a:pt x="2755231" y="606672"/>
                  </a:lnTo>
                  <a:lnTo>
                    <a:pt x="2754361" y="606976"/>
                  </a:lnTo>
                  <a:lnTo>
                    <a:pt x="2753839" y="607159"/>
                  </a:lnTo>
                  <a:lnTo>
                    <a:pt x="2750188" y="608439"/>
                  </a:lnTo>
                  <a:lnTo>
                    <a:pt x="2748275" y="609109"/>
                  </a:lnTo>
                  <a:lnTo>
                    <a:pt x="2746014" y="609901"/>
                  </a:lnTo>
                  <a:lnTo>
                    <a:pt x="2739928" y="612034"/>
                  </a:lnTo>
                  <a:lnTo>
                    <a:pt x="2738710" y="612460"/>
                  </a:lnTo>
                  <a:lnTo>
                    <a:pt x="2732450" y="614654"/>
                  </a:lnTo>
                  <a:lnTo>
                    <a:pt x="2731407" y="615020"/>
                  </a:lnTo>
                  <a:lnTo>
                    <a:pt x="2723060" y="617946"/>
                  </a:lnTo>
                  <a:lnTo>
                    <a:pt x="2722364" y="618190"/>
                  </a:lnTo>
                  <a:lnTo>
                    <a:pt x="2720625" y="618800"/>
                  </a:lnTo>
                  <a:lnTo>
                    <a:pt x="2719756" y="619104"/>
                  </a:lnTo>
                  <a:lnTo>
                    <a:pt x="2719408" y="619226"/>
                  </a:lnTo>
                  <a:lnTo>
                    <a:pt x="2715408" y="620629"/>
                  </a:lnTo>
                  <a:lnTo>
                    <a:pt x="2706539" y="623739"/>
                  </a:lnTo>
                  <a:lnTo>
                    <a:pt x="2702714" y="625081"/>
                  </a:lnTo>
                  <a:lnTo>
                    <a:pt x="2701496" y="625508"/>
                  </a:lnTo>
                  <a:lnTo>
                    <a:pt x="2699062" y="626362"/>
                  </a:lnTo>
                  <a:lnTo>
                    <a:pt x="2697323" y="626972"/>
                  </a:lnTo>
                  <a:lnTo>
                    <a:pt x="2697149" y="627033"/>
                  </a:lnTo>
                  <a:lnTo>
                    <a:pt x="2695410" y="627643"/>
                  </a:lnTo>
                  <a:lnTo>
                    <a:pt x="2694193" y="628070"/>
                  </a:lnTo>
                  <a:lnTo>
                    <a:pt x="2694019" y="628131"/>
                  </a:lnTo>
                  <a:lnTo>
                    <a:pt x="2693845" y="628192"/>
                  </a:lnTo>
                  <a:lnTo>
                    <a:pt x="2692801" y="628558"/>
                  </a:lnTo>
                  <a:lnTo>
                    <a:pt x="2689845" y="629595"/>
                  </a:lnTo>
                  <a:lnTo>
                    <a:pt x="2685672" y="631059"/>
                  </a:lnTo>
                  <a:lnTo>
                    <a:pt x="2682889" y="632035"/>
                  </a:lnTo>
                  <a:lnTo>
                    <a:pt x="2679064" y="633378"/>
                  </a:lnTo>
                  <a:lnTo>
                    <a:pt x="2676455" y="634293"/>
                  </a:lnTo>
                  <a:lnTo>
                    <a:pt x="2673499" y="635331"/>
                  </a:lnTo>
                  <a:lnTo>
                    <a:pt x="2673151" y="635453"/>
                  </a:lnTo>
                  <a:lnTo>
                    <a:pt x="2671934" y="635880"/>
                  </a:lnTo>
                  <a:lnTo>
                    <a:pt x="2670369" y="636430"/>
                  </a:lnTo>
                  <a:lnTo>
                    <a:pt x="2666021" y="637956"/>
                  </a:lnTo>
                  <a:lnTo>
                    <a:pt x="2659761" y="640153"/>
                  </a:lnTo>
                  <a:lnTo>
                    <a:pt x="2658718" y="640520"/>
                  </a:lnTo>
                  <a:lnTo>
                    <a:pt x="2658370" y="640642"/>
                  </a:lnTo>
                  <a:lnTo>
                    <a:pt x="2657500" y="640947"/>
                  </a:lnTo>
                  <a:lnTo>
                    <a:pt x="2656457" y="641313"/>
                  </a:lnTo>
                  <a:lnTo>
                    <a:pt x="2652979" y="642535"/>
                  </a:lnTo>
                  <a:lnTo>
                    <a:pt x="2651414" y="643084"/>
                  </a:lnTo>
                  <a:lnTo>
                    <a:pt x="2651240" y="643145"/>
                  </a:lnTo>
                  <a:lnTo>
                    <a:pt x="2649327" y="643817"/>
                  </a:lnTo>
                  <a:lnTo>
                    <a:pt x="2649153" y="643878"/>
                  </a:lnTo>
                  <a:lnTo>
                    <a:pt x="2645501" y="645161"/>
                  </a:lnTo>
                  <a:lnTo>
                    <a:pt x="2639763" y="647176"/>
                  </a:lnTo>
                  <a:lnTo>
                    <a:pt x="2634024" y="649192"/>
                  </a:lnTo>
                  <a:lnTo>
                    <a:pt x="2632459" y="649742"/>
                  </a:lnTo>
                  <a:lnTo>
                    <a:pt x="2631937" y="649925"/>
                  </a:lnTo>
                  <a:lnTo>
                    <a:pt x="2630720" y="650353"/>
                  </a:lnTo>
                  <a:lnTo>
                    <a:pt x="2626894" y="651697"/>
                  </a:lnTo>
                  <a:lnTo>
                    <a:pt x="2625329" y="652247"/>
                  </a:lnTo>
                  <a:lnTo>
                    <a:pt x="2623069" y="653041"/>
                  </a:lnTo>
                  <a:lnTo>
                    <a:pt x="2621156" y="653713"/>
                  </a:lnTo>
                  <a:lnTo>
                    <a:pt x="2619765" y="654202"/>
                  </a:lnTo>
                  <a:lnTo>
                    <a:pt x="2619591" y="654263"/>
                  </a:lnTo>
                  <a:lnTo>
                    <a:pt x="2619069" y="654447"/>
                  </a:lnTo>
                  <a:lnTo>
                    <a:pt x="2618026" y="654813"/>
                  </a:lnTo>
                  <a:lnTo>
                    <a:pt x="2616808" y="655241"/>
                  </a:lnTo>
                  <a:lnTo>
                    <a:pt x="2615765" y="655608"/>
                  </a:lnTo>
                  <a:lnTo>
                    <a:pt x="2614200" y="656158"/>
                  </a:lnTo>
                  <a:lnTo>
                    <a:pt x="2612113" y="656891"/>
                  </a:lnTo>
                  <a:lnTo>
                    <a:pt x="2608809" y="658052"/>
                  </a:lnTo>
                  <a:lnTo>
                    <a:pt x="2608461" y="658175"/>
                  </a:lnTo>
                  <a:lnTo>
                    <a:pt x="2604983" y="659397"/>
                  </a:lnTo>
                  <a:lnTo>
                    <a:pt x="2604288" y="659642"/>
                  </a:lnTo>
                  <a:lnTo>
                    <a:pt x="2602896" y="660131"/>
                  </a:lnTo>
                  <a:lnTo>
                    <a:pt x="2602375" y="660314"/>
                  </a:lnTo>
                  <a:lnTo>
                    <a:pt x="2600636" y="660926"/>
                  </a:lnTo>
                  <a:lnTo>
                    <a:pt x="2595419" y="662760"/>
                  </a:lnTo>
                  <a:lnTo>
                    <a:pt x="2594376" y="663127"/>
                  </a:lnTo>
                  <a:lnTo>
                    <a:pt x="2584289" y="666674"/>
                  </a:lnTo>
                  <a:lnTo>
                    <a:pt x="2582029" y="667469"/>
                  </a:lnTo>
                  <a:lnTo>
                    <a:pt x="2581855" y="667530"/>
                  </a:lnTo>
                  <a:lnTo>
                    <a:pt x="2581333" y="667713"/>
                  </a:lnTo>
                  <a:lnTo>
                    <a:pt x="2580464" y="668019"/>
                  </a:lnTo>
                  <a:lnTo>
                    <a:pt x="2579942" y="668203"/>
                  </a:lnTo>
                  <a:lnTo>
                    <a:pt x="2576290" y="669487"/>
                  </a:lnTo>
                  <a:lnTo>
                    <a:pt x="2574377" y="670160"/>
                  </a:lnTo>
                  <a:lnTo>
                    <a:pt x="2572117" y="670955"/>
                  </a:lnTo>
                  <a:lnTo>
                    <a:pt x="2566030" y="673097"/>
                  </a:lnTo>
                  <a:lnTo>
                    <a:pt x="2564813" y="673525"/>
                  </a:lnTo>
                  <a:lnTo>
                    <a:pt x="2558553" y="675728"/>
                  </a:lnTo>
                  <a:lnTo>
                    <a:pt x="2557509" y="676095"/>
                  </a:lnTo>
                  <a:lnTo>
                    <a:pt x="2549162" y="679033"/>
                  </a:lnTo>
                  <a:lnTo>
                    <a:pt x="2548467" y="679278"/>
                  </a:lnTo>
                  <a:lnTo>
                    <a:pt x="2546728" y="679890"/>
                  </a:lnTo>
                  <a:lnTo>
                    <a:pt x="2545858" y="680196"/>
                  </a:lnTo>
                  <a:lnTo>
                    <a:pt x="2545510" y="680318"/>
                  </a:lnTo>
                  <a:lnTo>
                    <a:pt x="2541511" y="681726"/>
                  </a:lnTo>
                  <a:lnTo>
                    <a:pt x="2532642" y="684849"/>
                  </a:lnTo>
                  <a:lnTo>
                    <a:pt x="2528816" y="686196"/>
                  </a:lnTo>
                  <a:lnTo>
                    <a:pt x="2527599" y="686625"/>
                  </a:lnTo>
                  <a:lnTo>
                    <a:pt x="2525164" y="687482"/>
                  </a:lnTo>
                  <a:lnTo>
                    <a:pt x="2523425" y="688095"/>
                  </a:lnTo>
                  <a:lnTo>
                    <a:pt x="2523251" y="688156"/>
                  </a:lnTo>
                  <a:lnTo>
                    <a:pt x="2521512" y="688769"/>
                  </a:lnTo>
                  <a:lnTo>
                    <a:pt x="2520295" y="689197"/>
                  </a:lnTo>
                  <a:lnTo>
                    <a:pt x="2520121" y="689259"/>
                  </a:lnTo>
                  <a:lnTo>
                    <a:pt x="2519947" y="689320"/>
                  </a:lnTo>
                  <a:lnTo>
                    <a:pt x="2519600" y="689442"/>
                  </a:lnTo>
                  <a:lnTo>
                    <a:pt x="2518904" y="689687"/>
                  </a:lnTo>
                  <a:lnTo>
                    <a:pt x="2515948" y="690729"/>
                  </a:lnTo>
                  <a:lnTo>
                    <a:pt x="2511774" y="692199"/>
                  </a:lnTo>
                  <a:lnTo>
                    <a:pt x="2508992" y="693179"/>
                  </a:lnTo>
                  <a:lnTo>
                    <a:pt x="2505166" y="694527"/>
                  </a:lnTo>
                  <a:lnTo>
                    <a:pt x="2502558" y="695446"/>
                  </a:lnTo>
                  <a:lnTo>
                    <a:pt x="2499601" y="696488"/>
                  </a:lnTo>
                  <a:lnTo>
                    <a:pt x="2499254" y="696611"/>
                  </a:lnTo>
                  <a:lnTo>
                    <a:pt x="2498036" y="697040"/>
                  </a:lnTo>
                  <a:lnTo>
                    <a:pt x="2496471" y="697591"/>
                  </a:lnTo>
                  <a:lnTo>
                    <a:pt x="2492124" y="699123"/>
                  </a:lnTo>
                  <a:lnTo>
                    <a:pt x="2485864" y="701330"/>
                  </a:lnTo>
                  <a:lnTo>
                    <a:pt x="2484820" y="701698"/>
                  </a:lnTo>
                  <a:lnTo>
                    <a:pt x="2484472" y="701821"/>
                  </a:lnTo>
                  <a:lnTo>
                    <a:pt x="2483603" y="702127"/>
                  </a:lnTo>
                  <a:lnTo>
                    <a:pt x="2482559" y="702495"/>
                  </a:lnTo>
                  <a:lnTo>
                    <a:pt x="2479082" y="703721"/>
                  </a:lnTo>
                  <a:lnTo>
                    <a:pt x="2477516" y="704273"/>
                  </a:lnTo>
                  <a:lnTo>
                    <a:pt x="2477343" y="704334"/>
                  </a:lnTo>
                  <a:lnTo>
                    <a:pt x="2475430" y="705009"/>
                  </a:lnTo>
                  <a:lnTo>
                    <a:pt x="2475256" y="705070"/>
                  </a:lnTo>
                  <a:lnTo>
                    <a:pt x="2471604" y="706358"/>
                  </a:lnTo>
                  <a:lnTo>
                    <a:pt x="2465865" y="708381"/>
                  </a:lnTo>
                  <a:lnTo>
                    <a:pt x="2460127" y="710405"/>
                  </a:lnTo>
                  <a:lnTo>
                    <a:pt x="2458562" y="710958"/>
                  </a:lnTo>
                  <a:lnTo>
                    <a:pt x="2458040" y="711142"/>
                  </a:lnTo>
                  <a:lnTo>
                    <a:pt x="2456823" y="711571"/>
                  </a:lnTo>
                  <a:lnTo>
                    <a:pt x="2452997" y="712921"/>
                  </a:lnTo>
                  <a:lnTo>
                    <a:pt x="2451432" y="713473"/>
                  </a:lnTo>
                  <a:lnTo>
                    <a:pt x="2449171" y="714270"/>
                  </a:lnTo>
                  <a:lnTo>
                    <a:pt x="2447258" y="714945"/>
                  </a:lnTo>
                  <a:lnTo>
                    <a:pt x="2445867" y="715436"/>
                  </a:lnTo>
                  <a:lnTo>
                    <a:pt x="2445693" y="715498"/>
                  </a:lnTo>
                  <a:lnTo>
                    <a:pt x="2445172" y="715682"/>
                  </a:lnTo>
                  <a:lnTo>
                    <a:pt x="2444128" y="716050"/>
                  </a:lnTo>
                  <a:lnTo>
                    <a:pt x="2442911" y="716479"/>
                  </a:lnTo>
                  <a:lnTo>
                    <a:pt x="2441867" y="716847"/>
                  </a:lnTo>
                  <a:lnTo>
                    <a:pt x="2440302" y="717400"/>
                  </a:lnTo>
                  <a:lnTo>
                    <a:pt x="2438216" y="718136"/>
                  </a:lnTo>
                  <a:lnTo>
                    <a:pt x="2434912" y="719302"/>
                  </a:lnTo>
                  <a:lnTo>
                    <a:pt x="2434564" y="719425"/>
                  </a:lnTo>
                  <a:lnTo>
                    <a:pt x="2431086" y="720653"/>
                  </a:lnTo>
                  <a:lnTo>
                    <a:pt x="2430390" y="720898"/>
                  </a:lnTo>
                  <a:lnTo>
                    <a:pt x="2428999" y="721389"/>
                  </a:lnTo>
                  <a:lnTo>
                    <a:pt x="2428477" y="721573"/>
                  </a:lnTo>
                  <a:lnTo>
                    <a:pt x="2426738" y="722187"/>
                  </a:lnTo>
                  <a:lnTo>
                    <a:pt x="2422913" y="723538"/>
                  </a:lnTo>
                  <a:lnTo>
                    <a:pt x="2421521" y="724029"/>
                  </a:lnTo>
                  <a:lnTo>
                    <a:pt x="2420478" y="724397"/>
                  </a:lnTo>
                  <a:lnTo>
                    <a:pt x="2410392" y="727959"/>
                  </a:lnTo>
                  <a:lnTo>
                    <a:pt x="2408131" y="728757"/>
                  </a:lnTo>
                  <a:lnTo>
                    <a:pt x="2407957" y="728819"/>
                  </a:lnTo>
                  <a:lnTo>
                    <a:pt x="2407436" y="729003"/>
                  </a:lnTo>
                  <a:lnTo>
                    <a:pt x="2406566" y="729310"/>
                  </a:lnTo>
                  <a:lnTo>
                    <a:pt x="2406045" y="729494"/>
                  </a:lnTo>
                  <a:lnTo>
                    <a:pt x="2402393" y="730784"/>
                  </a:lnTo>
                  <a:lnTo>
                    <a:pt x="2400480" y="731460"/>
                  </a:lnTo>
                  <a:lnTo>
                    <a:pt x="2398219" y="732258"/>
                  </a:lnTo>
                  <a:lnTo>
                    <a:pt x="2392133" y="734408"/>
                  </a:lnTo>
                  <a:lnTo>
                    <a:pt x="2390916" y="734839"/>
                  </a:lnTo>
                  <a:lnTo>
                    <a:pt x="2384655" y="737051"/>
                  </a:lnTo>
                  <a:lnTo>
                    <a:pt x="2383612" y="737419"/>
                  </a:lnTo>
                  <a:lnTo>
                    <a:pt x="2375265" y="740369"/>
                  </a:lnTo>
                  <a:lnTo>
                    <a:pt x="2374569" y="740615"/>
                  </a:lnTo>
                  <a:lnTo>
                    <a:pt x="2372830" y="741230"/>
                  </a:lnTo>
                  <a:lnTo>
                    <a:pt x="2371961" y="741537"/>
                  </a:lnTo>
                  <a:lnTo>
                    <a:pt x="2371613" y="741660"/>
                  </a:lnTo>
                  <a:lnTo>
                    <a:pt x="2367613" y="743074"/>
                  </a:lnTo>
                  <a:lnTo>
                    <a:pt x="2358744" y="746209"/>
                  </a:lnTo>
                  <a:lnTo>
                    <a:pt x="2354919" y="747562"/>
                  </a:lnTo>
                  <a:lnTo>
                    <a:pt x="2353701" y="747993"/>
                  </a:lnTo>
                  <a:lnTo>
                    <a:pt x="2349528" y="749469"/>
                  </a:lnTo>
                  <a:lnTo>
                    <a:pt x="2349354" y="749530"/>
                  </a:lnTo>
                  <a:lnTo>
                    <a:pt x="2347615" y="750145"/>
                  </a:lnTo>
                  <a:lnTo>
                    <a:pt x="2346398" y="750576"/>
                  </a:lnTo>
                  <a:lnTo>
                    <a:pt x="2346224" y="750637"/>
                  </a:lnTo>
                  <a:lnTo>
                    <a:pt x="2346050" y="750699"/>
                  </a:lnTo>
                  <a:lnTo>
                    <a:pt x="2345702" y="750822"/>
                  </a:lnTo>
                  <a:lnTo>
                    <a:pt x="2345007" y="751068"/>
                  </a:lnTo>
                  <a:lnTo>
                    <a:pt x="2342050" y="752113"/>
                  </a:lnTo>
                  <a:lnTo>
                    <a:pt x="2337877" y="753590"/>
                  </a:lnTo>
                  <a:lnTo>
                    <a:pt x="2335094" y="754574"/>
                  </a:lnTo>
                  <a:lnTo>
                    <a:pt x="2331269" y="755928"/>
                  </a:lnTo>
                  <a:lnTo>
                    <a:pt x="2328660" y="756851"/>
                  </a:lnTo>
                  <a:lnTo>
                    <a:pt x="2325704" y="757897"/>
                  </a:lnTo>
                  <a:lnTo>
                    <a:pt x="2325356" y="758020"/>
                  </a:lnTo>
                  <a:lnTo>
                    <a:pt x="2324139" y="758450"/>
                  </a:lnTo>
                  <a:lnTo>
                    <a:pt x="2322574" y="759004"/>
                  </a:lnTo>
                  <a:lnTo>
                    <a:pt x="2318226" y="760543"/>
                  </a:lnTo>
                  <a:lnTo>
                    <a:pt x="2311966" y="762759"/>
                  </a:lnTo>
                  <a:lnTo>
                    <a:pt x="2310923" y="763128"/>
                  </a:lnTo>
                  <a:lnTo>
                    <a:pt x="2310575" y="763251"/>
                  </a:lnTo>
                  <a:lnTo>
                    <a:pt x="2309705" y="763559"/>
                  </a:lnTo>
                  <a:lnTo>
                    <a:pt x="2308662" y="763928"/>
                  </a:lnTo>
                  <a:lnTo>
                    <a:pt x="2303619" y="765714"/>
                  </a:lnTo>
                  <a:lnTo>
                    <a:pt x="2303445" y="765775"/>
                  </a:lnTo>
                  <a:lnTo>
                    <a:pt x="2301532" y="766453"/>
                  </a:lnTo>
                  <a:lnTo>
                    <a:pt x="2301358" y="766514"/>
                  </a:lnTo>
                  <a:lnTo>
                    <a:pt x="2297706" y="767807"/>
                  </a:lnTo>
                  <a:lnTo>
                    <a:pt x="2291968" y="769839"/>
                  </a:lnTo>
                  <a:lnTo>
                    <a:pt x="2286229" y="771872"/>
                  </a:lnTo>
                  <a:lnTo>
                    <a:pt x="2284664" y="772426"/>
                  </a:lnTo>
                  <a:lnTo>
                    <a:pt x="2284142" y="772611"/>
                  </a:lnTo>
                  <a:lnTo>
                    <a:pt x="2282925" y="773042"/>
                  </a:lnTo>
                  <a:lnTo>
                    <a:pt x="2279099" y="774398"/>
                  </a:lnTo>
                  <a:lnTo>
                    <a:pt x="2277534" y="774952"/>
                  </a:lnTo>
                  <a:lnTo>
                    <a:pt x="2275274" y="775753"/>
                  </a:lnTo>
                  <a:lnTo>
                    <a:pt x="2273361" y="776431"/>
                  </a:lnTo>
                  <a:lnTo>
                    <a:pt x="2271970" y="776924"/>
                  </a:lnTo>
                  <a:lnTo>
                    <a:pt x="2271796" y="776985"/>
                  </a:lnTo>
                  <a:lnTo>
                    <a:pt x="2271274" y="777170"/>
                  </a:lnTo>
                  <a:lnTo>
                    <a:pt x="2270231" y="777540"/>
                  </a:lnTo>
                  <a:lnTo>
                    <a:pt x="2269013" y="777971"/>
                  </a:lnTo>
                  <a:lnTo>
                    <a:pt x="2267970" y="778341"/>
                  </a:lnTo>
                  <a:lnTo>
                    <a:pt x="2266405" y="778895"/>
                  </a:lnTo>
                  <a:lnTo>
                    <a:pt x="2264318" y="779635"/>
                  </a:lnTo>
                  <a:lnTo>
                    <a:pt x="2261014" y="780806"/>
                  </a:lnTo>
                  <a:lnTo>
                    <a:pt x="2260666" y="780929"/>
                  </a:lnTo>
                  <a:lnTo>
                    <a:pt x="2257188" y="782162"/>
                  </a:lnTo>
                  <a:lnTo>
                    <a:pt x="2256493" y="782408"/>
                  </a:lnTo>
                  <a:lnTo>
                    <a:pt x="2255102" y="782902"/>
                  </a:lnTo>
                  <a:lnTo>
                    <a:pt x="2254580" y="783086"/>
                  </a:lnTo>
                  <a:lnTo>
                    <a:pt x="2252841" y="783703"/>
                  </a:lnTo>
                  <a:lnTo>
                    <a:pt x="2249015" y="785059"/>
                  </a:lnTo>
                  <a:lnTo>
                    <a:pt x="2247624" y="785552"/>
                  </a:lnTo>
                  <a:lnTo>
                    <a:pt x="2246581" y="785922"/>
                  </a:lnTo>
                  <a:lnTo>
                    <a:pt x="2236495" y="789499"/>
                  </a:lnTo>
                  <a:lnTo>
                    <a:pt x="2234234" y="790300"/>
                  </a:lnTo>
                  <a:lnTo>
                    <a:pt x="2234060" y="790362"/>
                  </a:lnTo>
                  <a:lnTo>
                    <a:pt x="2233538" y="790547"/>
                  </a:lnTo>
                  <a:lnTo>
                    <a:pt x="2232669" y="790855"/>
                  </a:lnTo>
                  <a:lnTo>
                    <a:pt x="2232147" y="791040"/>
                  </a:lnTo>
                  <a:lnTo>
                    <a:pt x="2228495" y="792336"/>
                  </a:lnTo>
                  <a:lnTo>
                    <a:pt x="2226582" y="793014"/>
                  </a:lnTo>
                  <a:lnTo>
                    <a:pt x="2224322" y="793816"/>
                  </a:lnTo>
                  <a:lnTo>
                    <a:pt x="2217018" y="796407"/>
                  </a:lnTo>
                  <a:lnTo>
                    <a:pt x="2210758" y="798628"/>
                  </a:lnTo>
                  <a:lnTo>
                    <a:pt x="2209714" y="798999"/>
                  </a:lnTo>
                  <a:lnTo>
                    <a:pt x="2201367" y="801961"/>
                  </a:lnTo>
                  <a:lnTo>
                    <a:pt x="2200672" y="802208"/>
                  </a:lnTo>
                  <a:lnTo>
                    <a:pt x="2198933" y="802825"/>
                  </a:lnTo>
                  <a:lnTo>
                    <a:pt x="2198063" y="803134"/>
                  </a:lnTo>
                  <a:lnTo>
                    <a:pt x="2197715" y="803257"/>
                  </a:lnTo>
                  <a:lnTo>
                    <a:pt x="2193716" y="804677"/>
                  </a:lnTo>
                  <a:lnTo>
                    <a:pt x="2184847" y="807825"/>
                  </a:lnTo>
                  <a:lnTo>
                    <a:pt x="2181021" y="809184"/>
                  </a:lnTo>
                  <a:lnTo>
                    <a:pt x="2179804" y="809616"/>
                  </a:lnTo>
                  <a:lnTo>
                    <a:pt x="2177369" y="810481"/>
                  </a:lnTo>
                  <a:lnTo>
                    <a:pt x="2175630" y="811098"/>
                  </a:lnTo>
                  <a:lnTo>
                    <a:pt x="2175457" y="811160"/>
                  </a:lnTo>
                  <a:lnTo>
                    <a:pt x="2173718" y="811778"/>
                  </a:lnTo>
                  <a:lnTo>
                    <a:pt x="2172500" y="812210"/>
                  </a:lnTo>
                  <a:lnTo>
                    <a:pt x="2172326" y="812272"/>
                  </a:lnTo>
                  <a:lnTo>
                    <a:pt x="2172153" y="812334"/>
                  </a:lnTo>
                  <a:lnTo>
                    <a:pt x="2171805" y="812457"/>
                  </a:lnTo>
                  <a:lnTo>
                    <a:pt x="2171109" y="812704"/>
                  </a:lnTo>
                  <a:lnTo>
                    <a:pt x="2168153" y="813754"/>
                  </a:lnTo>
                  <a:lnTo>
                    <a:pt x="2163979" y="815237"/>
                  </a:lnTo>
                  <a:lnTo>
                    <a:pt x="2161197" y="816225"/>
                  </a:lnTo>
                  <a:lnTo>
                    <a:pt x="2157371" y="817584"/>
                  </a:lnTo>
                  <a:lnTo>
                    <a:pt x="2154763" y="818511"/>
                  </a:lnTo>
                  <a:lnTo>
                    <a:pt x="2151807" y="819562"/>
                  </a:lnTo>
                  <a:lnTo>
                    <a:pt x="2151459" y="819685"/>
                  </a:lnTo>
                  <a:lnTo>
                    <a:pt x="2150241" y="820118"/>
                  </a:lnTo>
                  <a:lnTo>
                    <a:pt x="2148676" y="820674"/>
                  </a:lnTo>
                  <a:lnTo>
                    <a:pt x="2144329" y="822219"/>
                  </a:lnTo>
                  <a:lnTo>
                    <a:pt x="2138069" y="824444"/>
                  </a:lnTo>
                  <a:lnTo>
                    <a:pt x="2137025" y="824815"/>
                  </a:lnTo>
                  <a:lnTo>
                    <a:pt x="2136677" y="824939"/>
                  </a:lnTo>
                  <a:lnTo>
                    <a:pt x="2135808" y="825248"/>
                  </a:lnTo>
                  <a:lnTo>
                    <a:pt x="2134765" y="825619"/>
                  </a:lnTo>
                  <a:lnTo>
                    <a:pt x="2131287" y="826855"/>
                  </a:lnTo>
                  <a:lnTo>
                    <a:pt x="2129722" y="827412"/>
                  </a:lnTo>
                  <a:lnTo>
                    <a:pt x="2129548" y="827474"/>
                  </a:lnTo>
                  <a:lnTo>
                    <a:pt x="2127635" y="828154"/>
                  </a:lnTo>
                  <a:lnTo>
                    <a:pt x="2127461" y="828216"/>
                  </a:lnTo>
                  <a:lnTo>
                    <a:pt x="2123809" y="829514"/>
                  </a:lnTo>
                  <a:lnTo>
                    <a:pt x="2118070" y="831555"/>
                  </a:lnTo>
                  <a:lnTo>
                    <a:pt x="2112332" y="833596"/>
                  </a:lnTo>
                  <a:lnTo>
                    <a:pt x="2110767" y="834152"/>
                  </a:lnTo>
                  <a:lnTo>
                    <a:pt x="2110245" y="834338"/>
                  </a:lnTo>
                  <a:lnTo>
                    <a:pt x="2109028" y="834771"/>
                  </a:lnTo>
                  <a:lnTo>
                    <a:pt x="2105202" y="836132"/>
                  </a:lnTo>
                  <a:lnTo>
                    <a:pt x="2103637" y="836689"/>
                  </a:lnTo>
                  <a:lnTo>
                    <a:pt x="2101376" y="837493"/>
                  </a:lnTo>
                  <a:lnTo>
                    <a:pt x="2099463" y="838174"/>
                  </a:lnTo>
                  <a:lnTo>
                    <a:pt x="2098072" y="838669"/>
                  </a:lnTo>
                  <a:lnTo>
                    <a:pt x="2097898" y="838730"/>
                  </a:lnTo>
                  <a:lnTo>
                    <a:pt x="2097377" y="838916"/>
                  </a:lnTo>
                  <a:lnTo>
                    <a:pt x="2096333" y="839287"/>
                  </a:lnTo>
                  <a:lnTo>
                    <a:pt x="2095116" y="839721"/>
                  </a:lnTo>
                  <a:lnTo>
                    <a:pt x="2094073" y="840092"/>
                  </a:lnTo>
                  <a:lnTo>
                    <a:pt x="2092507" y="840649"/>
                  </a:lnTo>
                  <a:lnTo>
                    <a:pt x="2090421" y="841391"/>
                  </a:lnTo>
                  <a:lnTo>
                    <a:pt x="2087117" y="842567"/>
                  </a:lnTo>
                  <a:lnTo>
                    <a:pt x="2086769" y="842691"/>
                  </a:lnTo>
                  <a:lnTo>
                    <a:pt x="2083291" y="843929"/>
                  </a:lnTo>
                  <a:lnTo>
                    <a:pt x="2082595" y="844176"/>
                  </a:lnTo>
                  <a:lnTo>
                    <a:pt x="2081204" y="844672"/>
                  </a:lnTo>
                  <a:lnTo>
                    <a:pt x="2080682" y="844857"/>
                  </a:lnTo>
                  <a:lnTo>
                    <a:pt x="2078943" y="845476"/>
                  </a:lnTo>
                  <a:lnTo>
                    <a:pt x="2075118" y="846838"/>
                  </a:lnTo>
                  <a:lnTo>
                    <a:pt x="2073727" y="847334"/>
                  </a:lnTo>
                  <a:lnTo>
                    <a:pt x="2072683" y="847705"/>
                  </a:lnTo>
                  <a:lnTo>
                    <a:pt x="2062597" y="851296"/>
                  </a:lnTo>
                  <a:lnTo>
                    <a:pt x="2060336" y="852101"/>
                  </a:lnTo>
                  <a:lnTo>
                    <a:pt x="2060163" y="852163"/>
                  </a:lnTo>
                  <a:lnTo>
                    <a:pt x="2059641" y="852349"/>
                  </a:lnTo>
                  <a:lnTo>
                    <a:pt x="2058771" y="852659"/>
                  </a:lnTo>
                  <a:lnTo>
                    <a:pt x="2058250" y="852845"/>
                  </a:lnTo>
                  <a:lnTo>
                    <a:pt x="2054598" y="854145"/>
                  </a:lnTo>
                  <a:lnTo>
                    <a:pt x="2052685" y="854827"/>
                  </a:lnTo>
                  <a:lnTo>
                    <a:pt x="2050424" y="855632"/>
                  </a:lnTo>
                  <a:lnTo>
                    <a:pt x="2044338" y="857800"/>
                  </a:lnTo>
                  <a:lnTo>
                    <a:pt x="2043121" y="858234"/>
                  </a:lnTo>
                  <a:lnTo>
                    <a:pt x="2036860" y="860464"/>
                  </a:lnTo>
                  <a:lnTo>
                    <a:pt x="2035817" y="860836"/>
                  </a:lnTo>
                  <a:lnTo>
                    <a:pt x="2027470" y="863811"/>
                  </a:lnTo>
                  <a:lnTo>
                    <a:pt x="2026774" y="864059"/>
                  </a:lnTo>
                  <a:lnTo>
                    <a:pt x="2023818" y="865113"/>
                  </a:lnTo>
                  <a:lnTo>
                    <a:pt x="2019818" y="866538"/>
                  </a:lnTo>
                  <a:lnTo>
                    <a:pt x="2010950" y="869700"/>
                  </a:lnTo>
                  <a:lnTo>
                    <a:pt x="2007124" y="871064"/>
                  </a:lnTo>
                  <a:lnTo>
                    <a:pt x="2005907" y="871498"/>
                  </a:lnTo>
                  <a:lnTo>
                    <a:pt x="2003472" y="872367"/>
                  </a:lnTo>
                  <a:lnTo>
                    <a:pt x="2001733" y="872987"/>
                  </a:lnTo>
                  <a:lnTo>
                    <a:pt x="2001559" y="873049"/>
                  </a:lnTo>
                  <a:lnTo>
                    <a:pt x="1999820" y="873669"/>
                  </a:lnTo>
                  <a:lnTo>
                    <a:pt x="1998603" y="874103"/>
                  </a:lnTo>
                  <a:lnTo>
                    <a:pt x="1998429" y="874165"/>
                  </a:lnTo>
                  <a:lnTo>
                    <a:pt x="1998255" y="874227"/>
                  </a:lnTo>
                  <a:lnTo>
                    <a:pt x="1997907" y="874351"/>
                  </a:lnTo>
                  <a:lnTo>
                    <a:pt x="1997212" y="874599"/>
                  </a:lnTo>
                  <a:lnTo>
                    <a:pt x="1994255" y="875654"/>
                  </a:lnTo>
                  <a:lnTo>
                    <a:pt x="1990082" y="877142"/>
                  </a:lnTo>
                  <a:lnTo>
                    <a:pt x="1987300" y="878135"/>
                  </a:lnTo>
                  <a:lnTo>
                    <a:pt x="1983474" y="879500"/>
                  </a:lnTo>
                  <a:lnTo>
                    <a:pt x="1980865" y="880431"/>
                  </a:lnTo>
                  <a:lnTo>
                    <a:pt x="1977909" y="881486"/>
                  </a:lnTo>
                  <a:lnTo>
                    <a:pt x="1977561" y="881610"/>
                  </a:lnTo>
                  <a:lnTo>
                    <a:pt x="1974779" y="882603"/>
                  </a:lnTo>
                  <a:lnTo>
                    <a:pt x="1970431" y="884154"/>
                  </a:lnTo>
                  <a:lnTo>
                    <a:pt x="1964171" y="886389"/>
                  </a:lnTo>
                  <a:lnTo>
                    <a:pt x="1963128" y="886761"/>
                  </a:lnTo>
                  <a:lnTo>
                    <a:pt x="1962780" y="886885"/>
                  </a:lnTo>
                  <a:lnTo>
                    <a:pt x="1961910" y="887195"/>
                  </a:lnTo>
                  <a:lnTo>
                    <a:pt x="1960867" y="887568"/>
                  </a:lnTo>
                  <a:lnTo>
                    <a:pt x="1957389" y="888810"/>
                  </a:lnTo>
                  <a:lnTo>
                    <a:pt x="1955824" y="889368"/>
                  </a:lnTo>
                  <a:lnTo>
                    <a:pt x="1955650" y="889430"/>
                  </a:lnTo>
                  <a:lnTo>
                    <a:pt x="1953737" y="890113"/>
                  </a:lnTo>
                  <a:lnTo>
                    <a:pt x="1953563" y="890175"/>
                  </a:lnTo>
                  <a:lnTo>
                    <a:pt x="1949912" y="891479"/>
                  </a:lnTo>
                  <a:lnTo>
                    <a:pt x="1944173" y="893529"/>
                  </a:lnTo>
                  <a:lnTo>
                    <a:pt x="1938434" y="895578"/>
                  </a:lnTo>
                  <a:lnTo>
                    <a:pt x="1936869" y="896137"/>
                  </a:lnTo>
                  <a:lnTo>
                    <a:pt x="1936348" y="896324"/>
                  </a:lnTo>
                  <a:lnTo>
                    <a:pt x="1935130" y="896758"/>
                  </a:lnTo>
                  <a:lnTo>
                    <a:pt x="1931305" y="898125"/>
                  </a:lnTo>
                  <a:lnTo>
                    <a:pt x="1929739" y="898684"/>
                  </a:lnTo>
                  <a:lnTo>
                    <a:pt x="1927479" y="899492"/>
                  </a:lnTo>
                  <a:lnTo>
                    <a:pt x="1925566" y="900175"/>
                  </a:lnTo>
                  <a:lnTo>
                    <a:pt x="1924175" y="900672"/>
                  </a:lnTo>
                  <a:lnTo>
                    <a:pt x="1924001" y="900734"/>
                  </a:lnTo>
                  <a:lnTo>
                    <a:pt x="1923479" y="900921"/>
                  </a:lnTo>
                  <a:lnTo>
                    <a:pt x="1922436" y="901293"/>
                  </a:lnTo>
                  <a:lnTo>
                    <a:pt x="1921218" y="901728"/>
                  </a:lnTo>
                  <a:lnTo>
                    <a:pt x="1920175" y="902101"/>
                  </a:lnTo>
                  <a:lnTo>
                    <a:pt x="1918610" y="902660"/>
                  </a:lnTo>
                  <a:lnTo>
                    <a:pt x="1916523" y="903406"/>
                  </a:lnTo>
                  <a:lnTo>
                    <a:pt x="1913219" y="904587"/>
                  </a:lnTo>
                  <a:lnTo>
                    <a:pt x="1912871" y="904711"/>
                  </a:lnTo>
                  <a:lnTo>
                    <a:pt x="1909393" y="905954"/>
                  </a:lnTo>
                  <a:lnTo>
                    <a:pt x="1908698" y="906203"/>
                  </a:lnTo>
                  <a:lnTo>
                    <a:pt x="1907307" y="906700"/>
                  </a:lnTo>
                  <a:lnTo>
                    <a:pt x="1906785" y="906887"/>
                  </a:lnTo>
                  <a:lnTo>
                    <a:pt x="1905046" y="907508"/>
                  </a:lnTo>
                  <a:lnTo>
                    <a:pt x="1901220" y="908876"/>
                  </a:lnTo>
                  <a:lnTo>
                    <a:pt x="1899829" y="909373"/>
                  </a:lnTo>
                  <a:lnTo>
                    <a:pt x="1898786" y="909746"/>
                  </a:lnTo>
                  <a:lnTo>
                    <a:pt x="1888700" y="913352"/>
                  </a:lnTo>
                  <a:lnTo>
                    <a:pt x="1886439" y="914161"/>
                  </a:lnTo>
                  <a:lnTo>
                    <a:pt x="1886265" y="914223"/>
                  </a:lnTo>
                  <a:lnTo>
                    <a:pt x="1885743" y="914410"/>
                  </a:lnTo>
                  <a:lnTo>
                    <a:pt x="1884874" y="914721"/>
                  </a:lnTo>
                  <a:lnTo>
                    <a:pt x="1884352" y="914907"/>
                  </a:lnTo>
                  <a:lnTo>
                    <a:pt x="1880700" y="916213"/>
                  </a:lnTo>
                  <a:lnTo>
                    <a:pt x="1878788" y="916897"/>
                  </a:lnTo>
                  <a:lnTo>
                    <a:pt x="1876527" y="917706"/>
                  </a:lnTo>
                  <a:lnTo>
                    <a:pt x="1870440" y="919883"/>
                  </a:lnTo>
                  <a:lnTo>
                    <a:pt x="1869223" y="920319"/>
                  </a:lnTo>
                  <a:lnTo>
                    <a:pt x="1862963" y="922559"/>
                  </a:lnTo>
                  <a:lnTo>
                    <a:pt x="1861919" y="922932"/>
                  </a:lnTo>
                  <a:lnTo>
                    <a:pt x="1853572" y="925919"/>
                  </a:lnTo>
                  <a:lnTo>
                    <a:pt x="1852877" y="926168"/>
                  </a:lnTo>
                  <a:lnTo>
                    <a:pt x="1851138" y="926790"/>
                  </a:lnTo>
                  <a:lnTo>
                    <a:pt x="1850268" y="927101"/>
                  </a:lnTo>
                  <a:lnTo>
                    <a:pt x="1849921" y="927226"/>
                  </a:lnTo>
                  <a:lnTo>
                    <a:pt x="1845921" y="928658"/>
                  </a:lnTo>
                  <a:lnTo>
                    <a:pt x="1837052" y="931832"/>
                  </a:lnTo>
                  <a:lnTo>
                    <a:pt x="1833226" y="933202"/>
                  </a:lnTo>
                  <a:lnTo>
                    <a:pt x="1832009" y="933638"/>
                  </a:lnTo>
                  <a:lnTo>
                    <a:pt x="1829575" y="934510"/>
                  </a:lnTo>
                  <a:lnTo>
                    <a:pt x="1827836" y="935133"/>
                  </a:lnTo>
                  <a:lnTo>
                    <a:pt x="1827662" y="935195"/>
                  </a:lnTo>
                  <a:lnTo>
                    <a:pt x="1825923" y="935818"/>
                  </a:lnTo>
                  <a:lnTo>
                    <a:pt x="1824705" y="936254"/>
                  </a:lnTo>
                  <a:lnTo>
                    <a:pt x="1824532" y="936316"/>
                  </a:lnTo>
                  <a:lnTo>
                    <a:pt x="1824358" y="936378"/>
                  </a:lnTo>
                  <a:lnTo>
                    <a:pt x="1824010" y="936503"/>
                  </a:lnTo>
                  <a:lnTo>
                    <a:pt x="1823314" y="936752"/>
                  </a:lnTo>
                  <a:lnTo>
                    <a:pt x="1820358" y="937811"/>
                  </a:lnTo>
                  <a:lnTo>
                    <a:pt x="1816184" y="939305"/>
                  </a:lnTo>
                  <a:lnTo>
                    <a:pt x="1813402" y="940302"/>
                  </a:lnTo>
                  <a:lnTo>
                    <a:pt x="1809576" y="941673"/>
                  </a:lnTo>
                  <a:lnTo>
                    <a:pt x="1806968" y="942607"/>
                  </a:lnTo>
                  <a:lnTo>
                    <a:pt x="1804012" y="943666"/>
                  </a:lnTo>
                  <a:lnTo>
                    <a:pt x="1803664" y="943791"/>
                  </a:lnTo>
                  <a:lnTo>
                    <a:pt x="1802447" y="944227"/>
                  </a:lnTo>
                  <a:lnTo>
                    <a:pt x="1800881" y="944788"/>
                  </a:lnTo>
                  <a:lnTo>
                    <a:pt x="1796534" y="946346"/>
                  </a:lnTo>
                  <a:lnTo>
                    <a:pt x="1790274" y="948590"/>
                  </a:lnTo>
                  <a:lnTo>
                    <a:pt x="1789230" y="948963"/>
                  </a:lnTo>
                  <a:lnTo>
                    <a:pt x="1788883" y="949088"/>
                  </a:lnTo>
                  <a:lnTo>
                    <a:pt x="1788013" y="949400"/>
                  </a:lnTo>
                  <a:lnTo>
                    <a:pt x="1786970" y="949774"/>
                  </a:lnTo>
                  <a:lnTo>
                    <a:pt x="1783492" y="951021"/>
                  </a:lnTo>
                  <a:lnTo>
                    <a:pt x="1781927" y="951582"/>
                  </a:lnTo>
                  <a:lnTo>
                    <a:pt x="1781753" y="951644"/>
                  </a:lnTo>
                  <a:lnTo>
                    <a:pt x="1779840" y="952330"/>
                  </a:lnTo>
                  <a:lnTo>
                    <a:pt x="1779666" y="952392"/>
                  </a:lnTo>
                  <a:lnTo>
                    <a:pt x="1776014" y="953701"/>
                  </a:lnTo>
                  <a:lnTo>
                    <a:pt x="1770276" y="955759"/>
                  </a:lnTo>
                  <a:lnTo>
                    <a:pt x="1762972" y="958378"/>
                  </a:lnTo>
                  <a:lnTo>
                    <a:pt x="1762450" y="958565"/>
                  </a:lnTo>
                  <a:lnTo>
                    <a:pt x="1761233" y="959002"/>
                  </a:lnTo>
                  <a:lnTo>
                    <a:pt x="1757407" y="960374"/>
                  </a:lnTo>
                  <a:lnTo>
                    <a:pt x="1755842" y="960935"/>
                  </a:lnTo>
                  <a:lnTo>
                    <a:pt x="1753581" y="961746"/>
                  </a:lnTo>
                  <a:lnTo>
                    <a:pt x="1751668" y="962433"/>
                  </a:lnTo>
                  <a:lnTo>
                    <a:pt x="1750277" y="962932"/>
                  </a:lnTo>
                  <a:lnTo>
                    <a:pt x="1750103" y="962994"/>
                  </a:lnTo>
                  <a:lnTo>
                    <a:pt x="1749582" y="963181"/>
                  </a:lnTo>
                  <a:lnTo>
                    <a:pt x="1748538" y="963555"/>
                  </a:lnTo>
                  <a:lnTo>
                    <a:pt x="1747321" y="963992"/>
                  </a:lnTo>
                  <a:lnTo>
                    <a:pt x="1746278" y="964367"/>
                  </a:lnTo>
                  <a:lnTo>
                    <a:pt x="1744713" y="964928"/>
                  </a:lnTo>
                  <a:lnTo>
                    <a:pt x="1742626" y="965677"/>
                  </a:lnTo>
                  <a:lnTo>
                    <a:pt x="1739322" y="966862"/>
                  </a:lnTo>
                  <a:lnTo>
                    <a:pt x="1738974" y="966987"/>
                  </a:lnTo>
                  <a:lnTo>
                    <a:pt x="1735496" y="968235"/>
                  </a:lnTo>
                  <a:lnTo>
                    <a:pt x="1734800" y="968485"/>
                  </a:lnTo>
                  <a:lnTo>
                    <a:pt x="1733409" y="968984"/>
                  </a:lnTo>
                  <a:lnTo>
                    <a:pt x="1732888" y="969171"/>
                  </a:lnTo>
                  <a:lnTo>
                    <a:pt x="1731149" y="969796"/>
                  </a:lnTo>
                  <a:lnTo>
                    <a:pt x="1727323" y="971169"/>
                  </a:lnTo>
                  <a:lnTo>
                    <a:pt x="1725932" y="971668"/>
                  </a:lnTo>
                  <a:lnTo>
                    <a:pt x="1724888" y="972043"/>
                  </a:lnTo>
                  <a:lnTo>
                    <a:pt x="1714802" y="975664"/>
                  </a:lnTo>
                  <a:lnTo>
                    <a:pt x="1712542" y="976475"/>
                  </a:lnTo>
                  <a:lnTo>
                    <a:pt x="1712368" y="976538"/>
                  </a:lnTo>
                  <a:lnTo>
                    <a:pt x="1711846" y="976725"/>
                  </a:lnTo>
                  <a:lnTo>
                    <a:pt x="1710976" y="977037"/>
                  </a:lnTo>
                  <a:lnTo>
                    <a:pt x="1710455" y="977225"/>
                  </a:lnTo>
                  <a:lnTo>
                    <a:pt x="1706803" y="978536"/>
                  </a:lnTo>
                  <a:lnTo>
                    <a:pt x="1704890" y="979223"/>
                  </a:lnTo>
                  <a:lnTo>
                    <a:pt x="1702629" y="980035"/>
                  </a:lnTo>
                  <a:lnTo>
                    <a:pt x="1696543" y="982221"/>
                  </a:lnTo>
                  <a:lnTo>
                    <a:pt x="1695326" y="982658"/>
                  </a:lnTo>
                  <a:lnTo>
                    <a:pt x="1689065" y="984907"/>
                  </a:lnTo>
                  <a:lnTo>
                    <a:pt x="1688022" y="985282"/>
                  </a:lnTo>
                  <a:lnTo>
                    <a:pt x="1679675" y="988281"/>
                  </a:lnTo>
                  <a:lnTo>
                    <a:pt x="1678979" y="988531"/>
                  </a:lnTo>
                  <a:lnTo>
                    <a:pt x="1677240" y="989156"/>
                  </a:lnTo>
                  <a:lnTo>
                    <a:pt x="1676371" y="989468"/>
                  </a:lnTo>
                  <a:lnTo>
                    <a:pt x="1676023" y="989593"/>
                  </a:lnTo>
                  <a:lnTo>
                    <a:pt x="1672023" y="991030"/>
                  </a:lnTo>
                  <a:lnTo>
                    <a:pt x="1663155" y="994218"/>
                  </a:lnTo>
                  <a:lnTo>
                    <a:pt x="1659329" y="995593"/>
                  </a:lnTo>
                  <a:lnTo>
                    <a:pt x="1658112" y="996031"/>
                  </a:lnTo>
                  <a:lnTo>
                    <a:pt x="1655677" y="996906"/>
                  </a:lnTo>
                  <a:lnTo>
                    <a:pt x="1653938" y="997532"/>
                  </a:lnTo>
                  <a:lnTo>
                    <a:pt x="1653764" y="997594"/>
                  </a:lnTo>
                  <a:lnTo>
                    <a:pt x="1652025" y="998219"/>
                  </a:lnTo>
                  <a:lnTo>
                    <a:pt x="1650808" y="998657"/>
                  </a:lnTo>
                  <a:lnTo>
                    <a:pt x="1650634" y="998720"/>
                  </a:lnTo>
                  <a:lnTo>
                    <a:pt x="1650460" y="998782"/>
                  </a:lnTo>
                  <a:lnTo>
                    <a:pt x="1650112" y="998907"/>
                  </a:lnTo>
                  <a:lnTo>
                    <a:pt x="1649417" y="999157"/>
                  </a:lnTo>
                  <a:lnTo>
                    <a:pt x="1646461" y="1000220"/>
                  </a:lnTo>
                  <a:lnTo>
                    <a:pt x="1642287" y="1001721"/>
                  </a:lnTo>
                  <a:lnTo>
                    <a:pt x="1639505" y="1002722"/>
                  </a:lnTo>
                  <a:lnTo>
                    <a:pt x="1635679" y="1004098"/>
                  </a:lnTo>
                  <a:lnTo>
                    <a:pt x="1633070" y="1005036"/>
                  </a:lnTo>
                  <a:lnTo>
                    <a:pt x="1630114" y="1006100"/>
                  </a:lnTo>
                  <a:lnTo>
                    <a:pt x="1629766" y="1006225"/>
                  </a:lnTo>
                  <a:lnTo>
                    <a:pt x="1628549" y="1006663"/>
                  </a:lnTo>
                  <a:lnTo>
                    <a:pt x="1626984" y="1007226"/>
                  </a:lnTo>
                  <a:lnTo>
                    <a:pt x="1622637" y="1008790"/>
                  </a:lnTo>
                  <a:lnTo>
                    <a:pt x="1616376" y="1011042"/>
                  </a:lnTo>
                  <a:lnTo>
                    <a:pt x="1615333" y="1011418"/>
                  </a:lnTo>
                  <a:lnTo>
                    <a:pt x="1614985" y="1011543"/>
                  </a:lnTo>
                  <a:lnTo>
                    <a:pt x="1614116" y="1011856"/>
                  </a:lnTo>
                  <a:lnTo>
                    <a:pt x="1613072" y="1012231"/>
                  </a:lnTo>
                  <a:lnTo>
                    <a:pt x="1609594" y="1013483"/>
                  </a:lnTo>
                  <a:lnTo>
                    <a:pt x="1608029" y="1014046"/>
                  </a:lnTo>
                  <a:lnTo>
                    <a:pt x="1605942" y="1014797"/>
                  </a:lnTo>
                  <a:lnTo>
                    <a:pt x="1605769" y="1014860"/>
                  </a:lnTo>
                  <a:lnTo>
                    <a:pt x="1602117" y="1016174"/>
                  </a:lnTo>
                  <a:lnTo>
                    <a:pt x="1596378" y="1018240"/>
                  </a:lnTo>
                  <a:lnTo>
                    <a:pt x="1590639" y="1020306"/>
                  </a:lnTo>
                  <a:lnTo>
                    <a:pt x="1589074" y="1020870"/>
                  </a:lnTo>
                  <a:lnTo>
                    <a:pt x="1588553" y="1021058"/>
                  </a:lnTo>
                  <a:lnTo>
                    <a:pt x="1587335" y="1021496"/>
                  </a:lnTo>
                  <a:lnTo>
                    <a:pt x="1583510" y="1022874"/>
                  </a:lnTo>
                  <a:lnTo>
                    <a:pt x="1581945" y="1023437"/>
                  </a:lnTo>
                  <a:lnTo>
                    <a:pt x="1579684" y="1024251"/>
                  </a:lnTo>
                  <a:lnTo>
                    <a:pt x="1577771" y="1024940"/>
                  </a:lnTo>
                  <a:lnTo>
                    <a:pt x="1576380" y="1025441"/>
                  </a:lnTo>
                  <a:lnTo>
                    <a:pt x="1576206" y="1025504"/>
                  </a:lnTo>
                  <a:lnTo>
                    <a:pt x="1575684" y="1025692"/>
                  </a:lnTo>
                  <a:lnTo>
                    <a:pt x="1574641" y="1026068"/>
                  </a:lnTo>
                  <a:lnTo>
                    <a:pt x="1573424" y="1026506"/>
                  </a:lnTo>
                  <a:lnTo>
                    <a:pt x="1572380" y="1026882"/>
                  </a:lnTo>
                  <a:lnTo>
                    <a:pt x="1570815" y="1027446"/>
                  </a:lnTo>
                  <a:lnTo>
                    <a:pt x="1568728" y="1028197"/>
                  </a:lnTo>
                  <a:lnTo>
                    <a:pt x="1565424" y="1029388"/>
                  </a:lnTo>
                  <a:lnTo>
                    <a:pt x="1565077" y="1029513"/>
                  </a:lnTo>
                  <a:lnTo>
                    <a:pt x="1561599" y="1030766"/>
                  </a:lnTo>
                  <a:lnTo>
                    <a:pt x="1560903" y="1031017"/>
                  </a:lnTo>
                  <a:lnTo>
                    <a:pt x="1559512" y="1031518"/>
                  </a:lnTo>
                  <a:lnTo>
                    <a:pt x="1558990" y="1031706"/>
                  </a:lnTo>
                  <a:lnTo>
                    <a:pt x="1557251" y="1032332"/>
                  </a:lnTo>
                  <a:lnTo>
                    <a:pt x="1553425" y="1033711"/>
                  </a:lnTo>
                  <a:lnTo>
                    <a:pt x="1552034" y="1034212"/>
                  </a:lnTo>
                  <a:lnTo>
                    <a:pt x="1550991" y="1034588"/>
                  </a:lnTo>
                  <a:lnTo>
                    <a:pt x="1540905" y="1038223"/>
                  </a:lnTo>
                  <a:lnTo>
                    <a:pt x="1538644" y="1039038"/>
                  </a:lnTo>
                  <a:lnTo>
                    <a:pt x="1538470" y="1039101"/>
                  </a:lnTo>
                  <a:lnTo>
                    <a:pt x="1537949" y="1039289"/>
                  </a:lnTo>
                  <a:lnTo>
                    <a:pt x="1537079" y="1039602"/>
                  </a:lnTo>
                  <a:lnTo>
                    <a:pt x="1536557" y="1039790"/>
                  </a:lnTo>
                  <a:lnTo>
                    <a:pt x="1532905" y="1041107"/>
                  </a:lnTo>
                  <a:lnTo>
                    <a:pt x="1530993" y="1041796"/>
                  </a:lnTo>
                  <a:lnTo>
                    <a:pt x="1528732" y="1042612"/>
                  </a:lnTo>
                  <a:lnTo>
                    <a:pt x="1522646" y="1044806"/>
                  </a:lnTo>
                  <a:lnTo>
                    <a:pt x="1521428" y="1045245"/>
                  </a:lnTo>
                  <a:lnTo>
                    <a:pt x="1515168" y="1047503"/>
                  </a:lnTo>
                  <a:lnTo>
                    <a:pt x="1514125" y="1047879"/>
                  </a:lnTo>
                  <a:lnTo>
                    <a:pt x="1505777" y="1050890"/>
                  </a:lnTo>
                  <a:lnTo>
                    <a:pt x="1505082" y="1051141"/>
                  </a:lnTo>
                  <a:lnTo>
                    <a:pt x="1503343" y="1051768"/>
                  </a:lnTo>
                  <a:lnTo>
                    <a:pt x="1502473" y="1052082"/>
                  </a:lnTo>
                  <a:lnTo>
                    <a:pt x="1502126" y="1052207"/>
                  </a:lnTo>
                  <a:lnTo>
                    <a:pt x="1498126" y="1053650"/>
                  </a:lnTo>
                  <a:lnTo>
                    <a:pt x="1489257" y="1056850"/>
                  </a:lnTo>
                  <a:lnTo>
                    <a:pt x="1485431" y="1058231"/>
                  </a:lnTo>
                  <a:lnTo>
                    <a:pt x="1484214" y="1058670"/>
                  </a:lnTo>
                  <a:lnTo>
                    <a:pt x="1481780" y="1059549"/>
                  </a:lnTo>
                  <a:lnTo>
                    <a:pt x="1480041" y="1060176"/>
                  </a:lnTo>
                  <a:lnTo>
                    <a:pt x="1479867" y="1060239"/>
                  </a:lnTo>
                  <a:lnTo>
                    <a:pt x="1478128" y="1060867"/>
                  </a:lnTo>
                  <a:lnTo>
                    <a:pt x="1476911" y="1061306"/>
                  </a:lnTo>
                  <a:lnTo>
                    <a:pt x="1476737" y="1061369"/>
                  </a:lnTo>
                  <a:lnTo>
                    <a:pt x="1476563" y="1061432"/>
                  </a:lnTo>
                  <a:lnTo>
                    <a:pt x="1476215" y="1061557"/>
                  </a:lnTo>
                  <a:lnTo>
                    <a:pt x="1475519" y="1061808"/>
                  </a:lnTo>
                  <a:lnTo>
                    <a:pt x="1472563" y="1062875"/>
                  </a:lnTo>
                  <a:lnTo>
                    <a:pt x="1468390" y="1064382"/>
                  </a:lnTo>
                  <a:lnTo>
                    <a:pt x="1465607" y="1065387"/>
                  </a:lnTo>
                  <a:lnTo>
                    <a:pt x="1461781" y="1066768"/>
                  </a:lnTo>
                  <a:lnTo>
                    <a:pt x="1459173" y="1067710"/>
                  </a:lnTo>
                  <a:lnTo>
                    <a:pt x="1456217" y="1068777"/>
                  </a:lnTo>
                  <a:lnTo>
                    <a:pt x="1455869" y="1068903"/>
                  </a:lnTo>
                  <a:lnTo>
                    <a:pt x="1453087" y="1069908"/>
                  </a:lnTo>
                  <a:lnTo>
                    <a:pt x="1448739" y="1071478"/>
                  </a:lnTo>
                  <a:lnTo>
                    <a:pt x="1442479" y="1073739"/>
                  </a:lnTo>
                  <a:lnTo>
                    <a:pt x="1441435" y="1074116"/>
                  </a:lnTo>
                  <a:lnTo>
                    <a:pt x="1441088" y="1074241"/>
                  </a:lnTo>
                  <a:lnTo>
                    <a:pt x="1440218" y="1074555"/>
                  </a:lnTo>
                  <a:lnTo>
                    <a:pt x="1439175" y="1074932"/>
                  </a:lnTo>
                  <a:lnTo>
                    <a:pt x="1435697" y="1076189"/>
                  </a:lnTo>
                  <a:lnTo>
                    <a:pt x="1434132" y="1076754"/>
                  </a:lnTo>
                  <a:lnTo>
                    <a:pt x="1433958" y="1076817"/>
                  </a:lnTo>
                  <a:lnTo>
                    <a:pt x="1432045" y="1077508"/>
                  </a:lnTo>
                  <a:lnTo>
                    <a:pt x="1431871" y="1077571"/>
                  </a:lnTo>
                  <a:lnTo>
                    <a:pt x="1428219" y="1078890"/>
                  </a:lnTo>
                  <a:lnTo>
                    <a:pt x="1422481" y="1080964"/>
                  </a:lnTo>
                  <a:lnTo>
                    <a:pt x="1416742" y="1083038"/>
                  </a:lnTo>
                  <a:lnTo>
                    <a:pt x="1415177" y="1083604"/>
                  </a:lnTo>
                  <a:lnTo>
                    <a:pt x="1414655" y="1083792"/>
                  </a:lnTo>
                  <a:lnTo>
                    <a:pt x="1413438" y="1084232"/>
                  </a:lnTo>
                  <a:lnTo>
                    <a:pt x="1409612" y="1085615"/>
                  </a:lnTo>
                  <a:lnTo>
                    <a:pt x="1408047" y="1086181"/>
                  </a:lnTo>
                  <a:lnTo>
                    <a:pt x="1405786" y="1086998"/>
                  </a:lnTo>
                  <a:lnTo>
                    <a:pt x="1403874" y="1087690"/>
                  </a:lnTo>
                  <a:lnTo>
                    <a:pt x="1402482" y="1088192"/>
                  </a:lnTo>
                  <a:lnTo>
                    <a:pt x="1402309" y="1088255"/>
                  </a:lnTo>
                  <a:lnTo>
                    <a:pt x="1401787" y="1088444"/>
                  </a:lnTo>
                  <a:lnTo>
                    <a:pt x="1400743" y="1088821"/>
                  </a:lnTo>
                  <a:lnTo>
                    <a:pt x="1399526" y="1089261"/>
                  </a:lnTo>
                  <a:lnTo>
                    <a:pt x="1398483" y="1089638"/>
                  </a:lnTo>
                  <a:lnTo>
                    <a:pt x="1396918" y="1090204"/>
                  </a:lnTo>
                  <a:lnTo>
                    <a:pt x="1394831" y="1090959"/>
                  </a:lnTo>
                  <a:lnTo>
                    <a:pt x="1391527" y="1092154"/>
                  </a:lnTo>
                  <a:lnTo>
                    <a:pt x="1391179" y="1092279"/>
                  </a:lnTo>
                  <a:lnTo>
                    <a:pt x="1387701" y="1093537"/>
                  </a:lnTo>
                  <a:lnTo>
                    <a:pt x="1387006" y="1093789"/>
                  </a:lnTo>
                  <a:lnTo>
                    <a:pt x="1385614" y="1094292"/>
                  </a:lnTo>
                  <a:lnTo>
                    <a:pt x="1385093" y="1094480"/>
                  </a:lnTo>
                  <a:lnTo>
                    <a:pt x="1383354" y="1095109"/>
                  </a:lnTo>
                  <a:lnTo>
                    <a:pt x="1379528" y="1096493"/>
                  </a:lnTo>
                  <a:lnTo>
                    <a:pt x="1378137" y="1096996"/>
                  </a:lnTo>
                  <a:lnTo>
                    <a:pt x="1377093" y="1097374"/>
                  </a:lnTo>
                  <a:lnTo>
                    <a:pt x="1367007" y="1101022"/>
                  </a:lnTo>
                  <a:lnTo>
                    <a:pt x="1364747" y="1101840"/>
                  </a:lnTo>
                  <a:lnTo>
                    <a:pt x="1364573" y="1101903"/>
                  </a:lnTo>
                  <a:lnTo>
                    <a:pt x="1364051" y="1102092"/>
                  </a:lnTo>
                  <a:lnTo>
                    <a:pt x="1363182" y="1102407"/>
                  </a:lnTo>
                  <a:lnTo>
                    <a:pt x="1362660" y="1102595"/>
                  </a:lnTo>
                  <a:lnTo>
                    <a:pt x="1359008" y="1103917"/>
                  </a:lnTo>
                  <a:lnTo>
                    <a:pt x="1357095" y="1104609"/>
                  </a:lnTo>
                  <a:lnTo>
                    <a:pt x="1354835" y="1105427"/>
                  </a:lnTo>
                  <a:lnTo>
                    <a:pt x="1348748" y="1107630"/>
                  </a:lnTo>
                  <a:lnTo>
                    <a:pt x="1341271" y="1110336"/>
                  </a:lnTo>
                  <a:lnTo>
                    <a:pt x="1340227" y="1110714"/>
                  </a:lnTo>
                  <a:lnTo>
                    <a:pt x="1331880" y="1113736"/>
                  </a:lnTo>
                  <a:lnTo>
                    <a:pt x="1331184" y="1113988"/>
                  </a:lnTo>
                  <a:lnTo>
                    <a:pt x="1329445" y="1114617"/>
                  </a:lnTo>
                  <a:lnTo>
                    <a:pt x="1328576" y="1114932"/>
                  </a:lnTo>
                  <a:lnTo>
                    <a:pt x="1328228" y="1115058"/>
                  </a:lnTo>
                  <a:lnTo>
                    <a:pt x="1324229" y="1116506"/>
                  </a:lnTo>
                  <a:lnTo>
                    <a:pt x="1315360" y="1119718"/>
                  </a:lnTo>
                  <a:lnTo>
                    <a:pt x="1311534" y="1121104"/>
                  </a:lnTo>
                  <a:lnTo>
                    <a:pt x="1310317" y="1121545"/>
                  </a:lnTo>
                  <a:lnTo>
                    <a:pt x="1307882" y="1122427"/>
                  </a:lnTo>
                  <a:lnTo>
                    <a:pt x="1306143" y="1123057"/>
                  </a:lnTo>
                  <a:lnTo>
                    <a:pt x="1305969" y="1123120"/>
                  </a:lnTo>
                  <a:lnTo>
                    <a:pt x="1304230" y="1123750"/>
                  </a:lnTo>
                  <a:lnTo>
                    <a:pt x="1303013" y="1124191"/>
                  </a:lnTo>
                  <a:lnTo>
                    <a:pt x="1302839" y="1124254"/>
                  </a:lnTo>
                  <a:lnTo>
                    <a:pt x="1302665" y="1124317"/>
                  </a:lnTo>
                  <a:lnTo>
                    <a:pt x="1302317" y="1124443"/>
                  </a:lnTo>
                  <a:lnTo>
                    <a:pt x="1301622" y="1124695"/>
                  </a:lnTo>
                  <a:lnTo>
                    <a:pt x="1298666" y="1125766"/>
                  </a:lnTo>
                  <a:lnTo>
                    <a:pt x="1294492" y="1127278"/>
                  </a:lnTo>
                  <a:lnTo>
                    <a:pt x="1291710" y="1128286"/>
                  </a:lnTo>
                  <a:lnTo>
                    <a:pt x="1287884" y="1129672"/>
                  </a:lnTo>
                  <a:lnTo>
                    <a:pt x="1285276" y="1130618"/>
                  </a:lnTo>
                  <a:lnTo>
                    <a:pt x="1282319" y="1131689"/>
                  </a:lnTo>
                  <a:lnTo>
                    <a:pt x="1281971" y="1131815"/>
                  </a:lnTo>
                  <a:lnTo>
                    <a:pt x="1280754" y="1132256"/>
                  </a:lnTo>
                  <a:lnTo>
                    <a:pt x="1279189" y="1132823"/>
                  </a:lnTo>
                  <a:lnTo>
                    <a:pt x="1274842" y="1134399"/>
                  </a:lnTo>
                  <a:lnTo>
                    <a:pt x="1268581" y="1136669"/>
                  </a:lnTo>
                  <a:lnTo>
                    <a:pt x="1267538" y="1137047"/>
                  </a:lnTo>
                  <a:lnTo>
                    <a:pt x="1267190" y="1137173"/>
                  </a:lnTo>
                  <a:lnTo>
                    <a:pt x="1266321" y="1137488"/>
                  </a:lnTo>
                  <a:lnTo>
                    <a:pt x="1265277" y="1137866"/>
                  </a:lnTo>
                  <a:lnTo>
                    <a:pt x="1261799" y="1139127"/>
                  </a:lnTo>
                  <a:lnTo>
                    <a:pt x="1260234" y="1139695"/>
                  </a:lnTo>
                  <a:lnTo>
                    <a:pt x="1260060" y="1139758"/>
                  </a:lnTo>
                  <a:lnTo>
                    <a:pt x="1258148" y="1140451"/>
                  </a:lnTo>
                  <a:lnTo>
                    <a:pt x="1257974" y="1140515"/>
                  </a:lnTo>
                  <a:lnTo>
                    <a:pt x="1254322" y="1141839"/>
                  </a:lnTo>
                  <a:lnTo>
                    <a:pt x="1248583" y="1143920"/>
                  </a:lnTo>
                  <a:lnTo>
                    <a:pt x="1242845" y="1146001"/>
                  </a:lnTo>
                  <a:lnTo>
                    <a:pt x="1241279" y="1146569"/>
                  </a:lnTo>
                  <a:lnTo>
                    <a:pt x="1240758" y="1146758"/>
                  </a:lnTo>
                  <a:lnTo>
                    <a:pt x="1239541" y="1147200"/>
                  </a:lnTo>
                  <a:lnTo>
                    <a:pt x="1235715" y="1148587"/>
                  </a:lnTo>
                  <a:lnTo>
                    <a:pt x="1234150" y="1149155"/>
                  </a:lnTo>
                  <a:lnTo>
                    <a:pt x="1231889" y="1149975"/>
                  </a:lnTo>
                  <a:lnTo>
                    <a:pt x="1229976" y="1150669"/>
                  </a:lnTo>
                  <a:lnTo>
                    <a:pt x="1228585" y="1151174"/>
                  </a:lnTo>
                  <a:lnTo>
                    <a:pt x="1228411" y="1151237"/>
                  </a:lnTo>
                  <a:lnTo>
                    <a:pt x="1227889" y="1151426"/>
                  </a:lnTo>
                  <a:lnTo>
                    <a:pt x="1226846" y="1151805"/>
                  </a:lnTo>
                  <a:lnTo>
                    <a:pt x="1225629" y="1152247"/>
                  </a:lnTo>
                  <a:lnTo>
                    <a:pt x="1224585" y="1152625"/>
                  </a:lnTo>
                  <a:lnTo>
                    <a:pt x="1223020" y="1153193"/>
                  </a:lnTo>
                  <a:lnTo>
                    <a:pt x="1220933" y="1153950"/>
                  </a:lnTo>
                  <a:lnTo>
                    <a:pt x="1217629" y="1155149"/>
                  </a:lnTo>
                  <a:lnTo>
                    <a:pt x="1217282" y="1155276"/>
                  </a:lnTo>
                  <a:lnTo>
                    <a:pt x="1213804" y="1156538"/>
                  </a:lnTo>
                  <a:lnTo>
                    <a:pt x="1213108" y="1156790"/>
                  </a:lnTo>
                  <a:lnTo>
                    <a:pt x="1211717" y="1157295"/>
                  </a:lnTo>
                  <a:lnTo>
                    <a:pt x="1211195" y="1157484"/>
                  </a:lnTo>
                  <a:lnTo>
                    <a:pt x="1209456" y="1158116"/>
                  </a:lnTo>
                  <a:lnTo>
                    <a:pt x="1205631" y="1159504"/>
                  </a:lnTo>
                  <a:lnTo>
                    <a:pt x="1204239" y="1160009"/>
                  </a:lnTo>
                  <a:lnTo>
                    <a:pt x="1203196" y="1160388"/>
                  </a:lnTo>
                  <a:lnTo>
                    <a:pt x="1193110" y="1164050"/>
                  </a:lnTo>
                  <a:lnTo>
                    <a:pt x="1190849" y="1164870"/>
                  </a:lnTo>
                  <a:lnTo>
                    <a:pt x="1190675" y="1164933"/>
                  </a:lnTo>
                  <a:lnTo>
                    <a:pt x="1190154" y="1165123"/>
                  </a:lnTo>
                  <a:lnTo>
                    <a:pt x="1189284" y="1165439"/>
                  </a:lnTo>
                  <a:lnTo>
                    <a:pt x="1188762" y="1165628"/>
                  </a:lnTo>
                  <a:lnTo>
                    <a:pt x="1185111" y="1166954"/>
                  </a:lnTo>
                  <a:lnTo>
                    <a:pt x="1183198" y="1167649"/>
                  </a:lnTo>
                  <a:lnTo>
                    <a:pt x="1180937" y="1168470"/>
                  </a:lnTo>
                  <a:lnTo>
                    <a:pt x="1174851" y="1170680"/>
                  </a:lnTo>
                  <a:lnTo>
                    <a:pt x="1173633" y="1171122"/>
                  </a:lnTo>
                  <a:lnTo>
                    <a:pt x="1167373" y="1173396"/>
                  </a:lnTo>
                  <a:lnTo>
                    <a:pt x="1166330" y="1173775"/>
                  </a:lnTo>
                  <a:lnTo>
                    <a:pt x="1157983" y="1176808"/>
                  </a:lnTo>
                  <a:lnTo>
                    <a:pt x="1157287" y="1177060"/>
                  </a:lnTo>
                  <a:lnTo>
                    <a:pt x="1155548" y="1177692"/>
                  </a:lnTo>
                  <a:lnTo>
                    <a:pt x="1154679" y="1178008"/>
                  </a:lnTo>
                  <a:lnTo>
                    <a:pt x="1154331" y="1178134"/>
                  </a:lnTo>
                  <a:lnTo>
                    <a:pt x="1150331" y="1179588"/>
                  </a:lnTo>
                  <a:lnTo>
                    <a:pt x="1141462" y="1182811"/>
                  </a:lnTo>
                  <a:lnTo>
                    <a:pt x="1137637" y="1184201"/>
                  </a:lnTo>
                  <a:lnTo>
                    <a:pt x="1136419" y="1184643"/>
                  </a:lnTo>
                  <a:lnTo>
                    <a:pt x="1133985" y="1185528"/>
                  </a:lnTo>
                  <a:lnTo>
                    <a:pt x="1132246" y="1186160"/>
                  </a:lnTo>
                  <a:lnTo>
                    <a:pt x="1132072" y="1186224"/>
                  </a:lnTo>
                  <a:lnTo>
                    <a:pt x="1130333" y="1186856"/>
                  </a:lnTo>
                  <a:lnTo>
                    <a:pt x="1129116" y="1187298"/>
                  </a:lnTo>
                  <a:lnTo>
                    <a:pt x="1128942" y="1187362"/>
                  </a:lnTo>
                  <a:lnTo>
                    <a:pt x="1128768" y="1187425"/>
                  </a:lnTo>
                  <a:lnTo>
                    <a:pt x="1128420" y="1187551"/>
                  </a:lnTo>
                  <a:lnTo>
                    <a:pt x="1127724" y="1187804"/>
                  </a:lnTo>
                  <a:lnTo>
                    <a:pt x="1124768" y="1188879"/>
                  </a:lnTo>
                  <a:lnTo>
                    <a:pt x="1120595" y="1190396"/>
                  </a:lnTo>
                  <a:lnTo>
                    <a:pt x="1117812" y="1191408"/>
                  </a:lnTo>
                  <a:lnTo>
                    <a:pt x="1113987" y="1192799"/>
                  </a:lnTo>
                  <a:lnTo>
                    <a:pt x="1111378" y="1193747"/>
                  </a:lnTo>
                  <a:lnTo>
                    <a:pt x="1108422" y="1194822"/>
                  </a:lnTo>
                  <a:lnTo>
                    <a:pt x="1108074" y="1194949"/>
                  </a:lnTo>
                  <a:lnTo>
                    <a:pt x="1106857" y="1195392"/>
                  </a:lnTo>
                  <a:lnTo>
                    <a:pt x="1105292" y="1195961"/>
                  </a:lnTo>
                  <a:lnTo>
                    <a:pt x="1100944" y="1197542"/>
                  </a:lnTo>
                  <a:lnTo>
                    <a:pt x="1094684" y="1199819"/>
                  </a:lnTo>
                  <a:lnTo>
                    <a:pt x="1093641" y="1200198"/>
                  </a:lnTo>
                  <a:lnTo>
                    <a:pt x="1093293" y="1200325"/>
                  </a:lnTo>
                  <a:lnTo>
                    <a:pt x="1092423" y="1200641"/>
                  </a:lnTo>
                  <a:lnTo>
                    <a:pt x="1091380" y="1201021"/>
                  </a:lnTo>
                  <a:lnTo>
                    <a:pt x="1087902" y="1202286"/>
                  </a:lnTo>
                  <a:lnTo>
                    <a:pt x="1086337" y="1202855"/>
                  </a:lnTo>
                  <a:lnTo>
                    <a:pt x="1086163" y="1202919"/>
                  </a:lnTo>
                  <a:lnTo>
                    <a:pt x="1084250" y="1203615"/>
                  </a:lnTo>
                  <a:lnTo>
                    <a:pt x="1084076" y="1203678"/>
                  </a:lnTo>
                  <a:lnTo>
                    <a:pt x="1080424" y="1205007"/>
                  </a:lnTo>
                  <a:lnTo>
                    <a:pt x="1074686" y="1207095"/>
                  </a:lnTo>
                  <a:lnTo>
                    <a:pt x="1068947" y="1209183"/>
                  </a:lnTo>
                  <a:lnTo>
                    <a:pt x="1067382" y="1209753"/>
                  </a:lnTo>
                  <a:lnTo>
                    <a:pt x="1066860" y="1209943"/>
                  </a:lnTo>
                  <a:lnTo>
                    <a:pt x="1065643" y="1210386"/>
                  </a:lnTo>
                  <a:lnTo>
                    <a:pt x="1061817" y="1211778"/>
                  </a:lnTo>
                  <a:lnTo>
                    <a:pt x="1060252" y="1212348"/>
                  </a:lnTo>
                  <a:lnTo>
                    <a:pt x="1056079" y="1213867"/>
                  </a:lnTo>
                  <a:lnTo>
                    <a:pt x="1054688" y="1214373"/>
                  </a:lnTo>
                  <a:lnTo>
                    <a:pt x="1054514" y="1214437"/>
                  </a:lnTo>
                  <a:lnTo>
                    <a:pt x="1053992" y="1214627"/>
                  </a:lnTo>
                  <a:lnTo>
                    <a:pt x="1052949" y="1215006"/>
                  </a:lnTo>
                  <a:lnTo>
                    <a:pt x="1051731" y="1215450"/>
                  </a:lnTo>
                  <a:lnTo>
                    <a:pt x="1050688" y="1215829"/>
                  </a:lnTo>
                  <a:lnTo>
                    <a:pt x="1049123" y="1216399"/>
                  </a:lnTo>
                  <a:lnTo>
                    <a:pt x="1047036" y="1217159"/>
                  </a:lnTo>
                  <a:lnTo>
                    <a:pt x="1043732" y="1218362"/>
                  </a:lnTo>
                  <a:lnTo>
                    <a:pt x="1043384" y="1218488"/>
                  </a:lnTo>
                  <a:lnTo>
                    <a:pt x="1039906" y="1219755"/>
                  </a:lnTo>
                  <a:lnTo>
                    <a:pt x="1039211" y="1220008"/>
                  </a:lnTo>
                  <a:lnTo>
                    <a:pt x="1037819" y="1220515"/>
                  </a:lnTo>
                  <a:lnTo>
                    <a:pt x="1037298" y="1220705"/>
                  </a:lnTo>
                  <a:lnTo>
                    <a:pt x="1035559" y="1221338"/>
                  </a:lnTo>
                  <a:lnTo>
                    <a:pt x="1031733" y="1222731"/>
                  </a:lnTo>
                  <a:lnTo>
                    <a:pt x="1030342" y="1223238"/>
                  </a:lnTo>
                  <a:lnTo>
                    <a:pt x="1029298" y="1223618"/>
                  </a:lnTo>
                  <a:lnTo>
                    <a:pt x="1019212" y="1227291"/>
                  </a:lnTo>
                  <a:lnTo>
                    <a:pt x="1016952" y="1228115"/>
                  </a:lnTo>
                  <a:lnTo>
                    <a:pt x="1016778" y="1228178"/>
                  </a:lnTo>
                  <a:lnTo>
                    <a:pt x="1016256" y="1228368"/>
                  </a:lnTo>
                  <a:lnTo>
                    <a:pt x="1015387" y="1228685"/>
                  </a:lnTo>
                  <a:lnTo>
                    <a:pt x="1014865" y="1228875"/>
                  </a:lnTo>
                  <a:lnTo>
                    <a:pt x="1011213" y="1230205"/>
                  </a:lnTo>
                  <a:lnTo>
                    <a:pt x="1009300" y="1230902"/>
                  </a:lnTo>
                  <a:lnTo>
                    <a:pt x="1007040" y="1231726"/>
                  </a:lnTo>
                  <a:lnTo>
                    <a:pt x="1000953" y="1233944"/>
                  </a:lnTo>
                  <a:lnTo>
                    <a:pt x="999736" y="1234387"/>
                  </a:lnTo>
                  <a:lnTo>
                    <a:pt x="993476" y="1236669"/>
                  </a:lnTo>
                  <a:lnTo>
                    <a:pt x="992432" y="1237049"/>
                  </a:lnTo>
                  <a:lnTo>
                    <a:pt x="984085" y="1240091"/>
                  </a:lnTo>
                  <a:lnTo>
                    <a:pt x="983390" y="1240345"/>
                  </a:lnTo>
                  <a:lnTo>
                    <a:pt x="981651" y="1240979"/>
                  </a:lnTo>
                  <a:lnTo>
                    <a:pt x="980781" y="1241295"/>
                  </a:lnTo>
                  <a:lnTo>
                    <a:pt x="980433" y="1241422"/>
                  </a:lnTo>
                  <a:lnTo>
                    <a:pt x="976434" y="1242880"/>
                  </a:lnTo>
                  <a:lnTo>
                    <a:pt x="967565" y="1246114"/>
                  </a:lnTo>
                  <a:lnTo>
                    <a:pt x="963739" y="1247509"/>
                  </a:lnTo>
                  <a:lnTo>
                    <a:pt x="962522" y="1247952"/>
                  </a:lnTo>
                  <a:lnTo>
                    <a:pt x="960087" y="1248840"/>
                  </a:lnTo>
                  <a:lnTo>
                    <a:pt x="958348" y="1249474"/>
                  </a:lnTo>
                  <a:lnTo>
                    <a:pt x="958174" y="1249538"/>
                  </a:lnTo>
                  <a:lnTo>
                    <a:pt x="956435" y="1250172"/>
                  </a:lnTo>
                  <a:lnTo>
                    <a:pt x="955218" y="1250616"/>
                  </a:lnTo>
                  <a:lnTo>
                    <a:pt x="955044" y="1250679"/>
                  </a:lnTo>
                  <a:lnTo>
                    <a:pt x="954870" y="1250743"/>
                  </a:lnTo>
                  <a:lnTo>
                    <a:pt x="954523" y="1250869"/>
                  </a:lnTo>
                  <a:lnTo>
                    <a:pt x="953827" y="1251123"/>
                  </a:lnTo>
                  <a:lnTo>
                    <a:pt x="950871" y="1252201"/>
                  </a:lnTo>
                  <a:lnTo>
                    <a:pt x="946697" y="1253723"/>
                  </a:lnTo>
                  <a:lnTo>
                    <a:pt x="943915" y="1254738"/>
                  </a:lnTo>
                  <a:lnTo>
                    <a:pt x="940089" y="1256134"/>
                  </a:lnTo>
                  <a:lnTo>
                    <a:pt x="937481" y="1257085"/>
                  </a:lnTo>
                  <a:lnTo>
                    <a:pt x="934177" y="1258291"/>
                  </a:lnTo>
                  <a:lnTo>
                    <a:pt x="932959" y="1258735"/>
                  </a:lnTo>
                  <a:lnTo>
                    <a:pt x="931394" y="1259306"/>
                  </a:lnTo>
                  <a:lnTo>
                    <a:pt x="927047" y="1260892"/>
                  </a:lnTo>
                  <a:lnTo>
                    <a:pt x="920786" y="1263176"/>
                  </a:lnTo>
                  <a:lnTo>
                    <a:pt x="919743" y="1263557"/>
                  </a:lnTo>
                  <a:lnTo>
                    <a:pt x="919395" y="1263684"/>
                  </a:lnTo>
                  <a:lnTo>
                    <a:pt x="918526" y="1264001"/>
                  </a:lnTo>
                  <a:lnTo>
                    <a:pt x="917482" y="1264382"/>
                  </a:lnTo>
                  <a:lnTo>
                    <a:pt x="914004" y="1265651"/>
                  </a:lnTo>
                  <a:lnTo>
                    <a:pt x="912439" y="1266222"/>
                  </a:lnTo>
                  <a:lnTo>
                    <a:pt x="912266" y="1266286"/>
                  </a:lnTo>
                  <a:lnTo>
                    <a:pt x="910353" y="1266984"/>
                  </a:lnTo>
                  <a:lnTo>
                    <a:pt x="910179" y="1267047"/>
                  </a:lnTo>
                  <a:lnTo>
                    <a:pt x="906527" y="1268380"/>
                  </a:lnTo>
                  <a:lnTo>
                    <a:pt x="900788" y="1270475"/>
                  </a:lnTo>
                  <a:lnTo>
                    <a:pt x="895050" y="1272570"/>
                  </a:lnTo>
                  <a:lnTo>
                    <a:pt x="893485" y="1273141"/>
                  </a:lnTo>
                  <a:lnTo>
                    <a:pt x="892963" y="1273332"/>
                  </a:lnTo>
                  <a:lnTo>
                    <a:pt x="891746" y="1273776"/>
                  </a:lnTo>
                  <a:lnTo>
                    <a:pt x="887920" y="1275173"/>
                  </a:lnTo>
                  <a:lnTo>
                    <a:pt x="886355" y="1275744"/>
                  </a:lnTo>
                  <a:lnTo>
                    <a:pt x="884094" y="1276570"/>
                  </a:lnTo>
                  <a:lnTo>
                    <a:pt x="882181" y="1277268"/>
                  </a:lnTo>
                  <a:lnTo>
                    <a:pt x="880790" y="1277776"/>
                  </a:lnTo>
                  <a:lnTo>
                    <a:pt x="880616" y="1277840"/>
                  </a:lnTo>
                  <a:lnTo>
                    <a:pt x="880094" y="1278030"/>
                  </a:lnTo>
                  <a:lnTo>
                    <a:pt x="879051" y="1278411"/>
                  </a:lnTo>
                  <a:lnTo>
                    <a:pt x="877834" y="1278856"/>
                  </a:lnTo>
                  <a:lnTo>
                    <a:pt x="876790" y="1279237"/>
                  </a:lnTo>
                  <a:lnTo>
                    <a:pt x="875225" y="1279808"/>
                  </a:lnTo>
                  <a:lnTo>
                    <a:pt x="873139" y="1280570"/>
                  </a:lnTo>
                  <a:lnTo>
                    <a:pt x="869835" y="1281777"/>
                  </a:lnTo>
                  <a:lnTo>
                    <a:pt x="869487" y="1281904"/>
                  </a:lnTo>
                  <a:lnTo>
                    <a:pt x="866009" y="1283174"/>
                  </a:lnTo>
                  <a:lnTo>
                    <a:pt x="865313" y="1283428"/>
                  </a:lnTo>
                  <a:lnTo>
                    <a:pt x="863922" y="1283936"/>
                  </a:lnTo>
                  <a:lnTo>
                    <a:pt x="863400" y="1284127"/>
                  </a:lnTo>
                  <a:lnTo>
                    <a:pt x="861661" y="1284762"/>
                  </a:lnTo>
                  <a:lnTo>
                    <a:pt x="857836" y="1286160"/>
                  </a:lnTo>
                  <a:lnTo>
                    <a:pt x="856444" y="1286668"/>
                  </a:lnTo>
                  <a:lnTo>
                    <a:pt x="845315" y="1290734"/>
                  </a:lnTo>
                  <a:lnTo>
                    <a:pt x="843054" y="1291560"/>
                  </a:lnTo>
                  <a:lnTo>
                    <a:pt x="842880" y="1291624"/>
                  </a:lnTo>
                  <a:lnTo>
                    <a:pt x="842359" y="1291814"/>
                  </a:lnTo>
                  <a:lnTo>
                    <a:pt x="841489" y="1292132"/>
                  </a:lnTo>
                  <a:lnTo>
                    <a:pt x="840968" y="1292322"/>
                  </a:lnTo>
                  <a:lnTo>
                    <a:pt x="837316" y="1293657"/>
                  </a:lnTo>
                  <a:lnTo>
                    <a:pt x="835403" y="1294356"/>
                  </a:lnTo>
                  <a:lnTo>
                    <a:pt x="833142" y="1295182"/>
                  </a:lnTo>
                  <a:lnTo>
                    <a:pt x="827056" y="1297406"/>
                  </a:lnTo>
                  <a:lnTo>
                    <a:pt x="825838" y="1297851"/>
                  </a:lnTo>
                  <a:lnTo>
                    <a:pt x="819578" y="1300140"/>
                  </a:lnTo>
                  <a:lnTo>
                    <a:pt x="818535" y="1300521"/>
                  </a:lnTo>
                  <a:lnTo>
                    <a:pt x="810188" y="1303572"/>
                  </a:lnTo>
                  <a:lnTo>
                    <a:pt x="809492" y="1303827"/>
                  </a:lnTo>
                  <a:lnTo>
                    <a:pt x="807753" y="1304462"/>
                  </a:lnTo>
                  <a:lnTo>
                    <a:pt x="806884" y="1304780"/>
                  </a:lnTo>
                  <a:lnTo>
                    <a:pt x="806536" y="1304908"/>
                  </a:lnTo>
                  <a:lnTo>
                    <a:pt x="802536" y="1306370"/>
                  </a:lnTo>
                  <a:lnTo>
                    <a:pt x="793667" y="1309613"/>
                  </a:lnTo>
                  <a:lnTo>
                    <a:pt x="789842" y="1311012"/>
                  </a:lnTo>
                  <a:lnTo>
                    <a:pt x="788624" y="1311457"/>
                  </a:lnTo>
                  <a:lnTo>
                    <a:pt x="786190" y="1312348"/>
                  </a:lnTo>
                  <a:lnTo>
                    <a:pt x="784451" y="1312984"/>
                  </a:lnTo>
                  <a:lnTo>
                    <a:pt x="784277" y="1313047"/>
                  </a:lnTo>
                  <a:lnTo>
                    <a:pt x="782538" y="1313683"/>
                  </a:lnTo>
                  <a:lnTo>
                    <a:pt x="781321" y="1314128"/>
                  </a:lnTo>
                  <a:lnTo>
                    <a:pt x="781147" y="1314192"/>
                  </a:lnTo>
                  <a:lnTo>
                    <a:pt x="780973" y="1314256"/>
                  </a:lnTo>
                  <a:lnTo>
                    <a:pt x="780625" y="1314383"/>
                  </a:lnTo>
                  <a:lnTo>
                    <a:pt x="776973" y="1315719"/>
                  </a:lnTo>
                  <a:lnTo>
                    <a:pt x="772800" y="1317245"/>
                  </a:lnTo>
                  <a:lnTo>
                    <a:pt x="770017" y="1318263"/>
                  </a:lnTo>
                  <a:lnTo>
                    <a:pt x="766192" y="1319663"/>
                  </a:lnTo>
                  <a:lnTo>
                    <a:pt x="763583" y="1320617"/>
                  </a:lnTo>
                  <a:lnTo>
                    <a:pt x="760627" y="1321699"/>
                  </a:lnTo>
                  <a:lnTo>
                    <a:pt x="760279" y="1321826"/>
                  </a:lnTo>
                  <a:lnTo>
                    <a:pt x="759062" y="1322271"/>
                  </a:lnTo>
                  <a:lnTo>
                    <a:pt x="757497" y="1322844"/>
                  </a:lnTo>
                  <a:lnTo>
                    <a:pt x="753149" y="1324435"/>
                  </a:lnTo>
                  <a:lnTo>
                    <a:pt x="746889" y="1326726"/>
                  </a:lnTo>
                  <a:lnTo>
                    <a:pt x="745846" y="1327108"/>
                  </a:lnTo>
                  <a:lnTo>
                    <a:pt x="745498" y="1327235"/>
                  </a:lnTo>
                  <a:lnTo>
                    <a:pt x="744628" y="1327553"/>
                  </a:lnTo>
                  <a:lnTo>
                    <a:pt x="743585" y="1327935"/>
                  </a:lnTo>
                  <a:lnTo>
                    <a:pt x="740107" y="1329208"/>
                  </a:lnTo>
                  <a:lnTo>
                    <a:pt x="738542" y="1329781"/>
                  </a:lnTo>
                  <a:lnTo>
                    <a:pt x="738368" y="1329844"/>
                  </a:lnTo>
                  <a:lnTo>
                    <a:pt x="736455" y="1330545"/>
                  </a:lnTo>
                  <a:lnTo>
                    <a:pt x="736281" y="1330608"/>
                  </a:lnTo>
                  <a:lnTo>
                    <a:pt x="732629" y="1331945"/>
                  </a:lnTo>
                  <a:lnTo>
                    <a:pt x="726891" y="1334046"/>
                  </a:lnTo>
                  <a:lnTo>
                    <a:pt x="721152" y="1336147"/>
                  </a:lnTo>
                  <a:lnTo>
                    <a:pt x="719587" y="1336720"/>
                  </a:lnTo>
                  <a:lnTo>
                    <a:pt x="719065" y="1336911"/>
                  </a:lnTo>
                  <a:lnTo>
                    <a:pt x="717848" y="1337356"/>
                  </a:lnTo>
                  <a:lnTo>
                    <a:pt x="714022" y="1338757"/>
                  </a:lnTo>
                  <a:lnTo>
                    <a:pt x="712457" y="1339330"/>
                  </a:lnTo>
                  <a:lnTo>
                    <a:pt x="710197" y="1340158"/>
                  </a:lnTo>
                  <a:lnTo>
                    <a:pt x="708284" y="1340858"/>
                  </a:lnTo>
                  <a:lnTo>
                    <a:pt x="706893" y="1341368"/>
                  </a:lnTo>
                  <a:lnTo>
                    <a:pt x="706719" y="1341432"/>
                  </a:lnTo>
                  <a:lnTo>
                    <a:pt x="706197" y="1341623"/>
                  </a:lnTo>
                  <a:lnTo>
                    <a:pt x="705154" y="1342005"/>
                  </a:lnTo>
                  <a:lnTo>
                    <a:pt x="703936" y="1342450"/>
                  </a:lnTo>
                  <a:lnTo>
                    <a:pt x="702893" y="1342833"/>
                  </a:lnTo>
                  <a:lnTo>
                    <a:pt x="701328" y="1343406"/>
                  </a:lnTo>
                  <a:lnTo>
                    <a:pt x="699241" y="1344170"/>
                  </a:lnTo>
                  <a:lnTo>
                    <a:pt x="695937" y="1345380"/>
                  </a:lnTo>
                  <a:lnTo>
                    <a:pt x="695589" y="1345507"/>
                  </a:lnTo>
                  <a:lnTo>
                    <a:pt x="692111" y="1346781"/>
                  </a:lnTo>
                  <a:lnTo>
                    <a:pt x="691416" y="1347036"/>
                  </a:lnTo>
                  <a:lnTo>
                    <a:pt x="690025" y="1347546"/>
                  </a:lnTo>
                  <a:lnTo>
                    <a:pt x="689503" y="1347737"/>
                  </a:lnTo>
                  <a:lnTo>
                    <a:pt x="687764" y="1348374"/>
                  </a:lnTo>
                  <a:lnTo>
                    <a:pt x="683938" y="1349775"/>
                  </a:lnTo>
                  <a:lnTo>
                    <a:pt x="682547" y="1350285"/>
                  </a:lnTo>
                  <a:lnTo>
                    <a:pt x="681504" y="1350667"/>
                  </a:lnTo>
                  <a:lnTo>
                    <a:pt x="671418" y="1354362"/>
                  </a:lnTo>
                  <a:lnTo>
                    <a:pt x="669157" y="1355191"/>
                  </a:lnTo>
                  <a:lnTo>
                    <a:pt x="668983" y="1355254"/>
                  </a:lnTo>
                  <a:lnTo>
                    <a:pt x="668461" y="1355446"/>
                  </a:lnTo>
                  <a:lnTo>
                    <a:pt x="667592" y="1355764"/>
                  </a:lnTo>
                  <a:lnTo>
                    <a:pt x="667070" y="1355955"/>
                  </a:lnTo>
                  <a:lnTo>
                    <a:pt x="663418" y="1357294"/>
                  </a:lnTo>
                  <a:lnTo>
                    <a:pt x="661505" y="1357995"/>
                  </a:lnTo>
                  <a:lnTo>
                    <a:pt x="659245" y="1358823"/>
                  </a:lnTo>
                  <a:lnTo>
                    <a:pt x="653158" y="1361054"/>
                  </a:lnTo>
                  <a:lnTo>
                    <a:pt x="651941" y="1361500"/>
                  </a:lnTo>
                  <a:lnTo>
                    <a:pt x="645681" y="1363794"/>
                  </a:lnTo>
                  <a:lnTo>
                    <a:pt x="644637" y="1364177"/>
                  </a:lnTo>
                  <a:lnTo>
                    <a:pt x="636290" y="1367237"/>
                  </a:lnTo>
                  <a:lnTo>
                    <a:pt x="635595" y="1367492"/>
                  </a:lnTo>
                  <a:lnTo>
                    <a:pt x="632986" y="1368448"/>
                  </a:lnTo>
                  <a:lnTo>
                    <a:pt x="632638" y="1368575"/>
                  </a:lnTo>
                  <a:lnTo>
                    <a:pt x="628639" y="1370042"/>
                  </a:lnTo>
                  <a:lnTo>
                    <a:pt x="619770" y="1373294"/>
                  </a:lnTo>
                  <a:lnTo>
                    <a:pt x="615944" y="1374697"/>
                  </a:lnTo>
                  <a:lnTo>
                    <a:pt x="614727" y="1375143"/>
                  </a:lnTo>
                  <a:lnTo>
                    <a:pt x="612292" y="1376036"/>
                  </a:lnTo>
                  <a:lnTo>
                    <a:pt x="610553" y="1376674"/>
                  </a:lnTo>
                  <a:lnTo>
                    <a:pt x="610380" y="1376737"/>
                  </a:lnTo>
                  <a:lnTo>
                    <a:pt x="608641" y="1377375"/>
                  </a:lnTo>
                  <a:lnTo>
                    <a:pt x="607423" y="1377822"/>
                  </a:lnTo>
                  <a:lnTo>
                    <a:pt x="607249" y="1377885"/>
                  </a:lnTo>
                  <a:lnTo>
                    <a:pt x="607075" y="1377949"/>
                  </a:lnTo>
                  <a:lnTo>
                    <a:pt x="606728" y="1378077"/>
                  </a:lnTo>
                  <a:lnTo>
                    <a:pt x="606032" y="1378332"/>
                  </a:lnTo>
                  <a:lnTo>
                    <a:pt x="598902" y="1380947"/>
                  </a:lnTo>
                  <a:lnTo>
                    <a:pt x="596120" y="1381967"/>
                  </a:lnTo>
                  <a:lnTo>
                    <a:pt x="592294" y="1383371"/>
                  </a:lnTo>
                  <a:lnTo>
                    <a:pt x="589686" y="1384328"/>
                  </a:lnTo>
                  <a:lnTo>
                    <a:pt x="586729" y="1385412"/>
                  </a:lnTo>
                  <a:lnTo>
                    <a:pt x="586382" y="1385540"/>
                  </a:lnTo>
                  <a:lnTo>
                    <a:pt x="585164" y="1385987"/>
                  </a:lnTo>
                  <a:lnTo>
                    <a:pt x="583599" y="1386561"/>
                  </a:lnTo>
                  <a:lnTo>
                    <a:pt x="579252" y="1388156"/>
                  </a:lnTo>
                  <a:lnTo>
                    <a:pt x="572992" y="1390453"/>
                  </a:lnTo>
                  <a:lnTo>
                    <a:pt x="571948" y="1390836"/>
                  </a:lnTo>
                  <a:lnTo>
                    <a:pt x="571600" y="1390963"/>
                  </a:lnTo>
                  <a:lnTo>
                    <a:pt x="570731" y="1391282"/>
                  </a:lnTo>
                  <a:lnTo>
                    <a:pt x="569688" y="1391665"/>
                  </a:lnTo>
                  <a:lnTo>
                    <a:pt x="566210" y="1392942"/>
                  </a:lnTo>
                  <a:lnTo>
                    <a:pt x="564645" y="1393516"/>
                  </a:lnTo>
                  <a:lnTo>
                    <a:pt x="564471" y="1393580"/>
                  </a:lnTo>
                  <a:lnTo>
                    <a:pt x="562558" y="1394282"/>
                  </a:lnTo>
                  <a:lnTo>
                    <a:pt x="562384" y="1394346"/>
                  </a:lnTo>
                  <a:lnTo>
                    <a:pt x="558732" y="1395686"/>
                  </a:lnTo>
                  <a:lnTo>
                    <a:pt x="552993" y="1397792"/>
                  </a:lnTo>
                  <a:lnTo>
                    <a:pt x="547255" y="1399899"/>
                  </a:lnTo>
                  <a:lnTo>
                    <a:pt x="545690" y="1400473"/>
                  </a:lnTo>
                  <a:lnTo>
                    <a:pt x="545168" y="1400665"/>
                  </a:lnTo>
                  <a:lnTo>
                    <a:pt x="543951" y="1401112"/>
                  </a:lnTo>
                  <a:lnTo>
                    <a:pt x="540125" y="1402516"/>
                  </a:lnTo>
                  <a:lnTo>
                    <a:pt x="538560" y="1403091"/>
                  </a:lnTo>
                  <a:lnTo>
                    <a:pt x="536299" y="1403921"/>
                  </a:lnTo>
                  <a:lnTo>
                    <a:pt x="534386" y="1404623"/>
                  </a:lnTo>
                  <a:lnTo>
                    <a:pt x="532995" y="1405134"/>
                  </a:lnTo>
                  <a:lnTo>
                    <a:pt x="532821" y="1405198"/>
                  </a:lnTo>
                  <a:lnTo>
                    <a:pt x="532300" y="1405389"/>
                  </a:lnTo>
                  <a:lnTo>
                    <a:pt x="531256" y="1405772"/>
                  </a:lnTo>
                  <a:lnTo>
                    <a:pt x="530039" y="1406219"/>
                  </a:lnTo>
                  <a:lnTo>
                    <a:pt x="528996" y="1406602"/>
                  </a:lnTo>
                  <a:lnTo>
                    <a:pt x="527430" y="1407177"/>
                  </a:lnTo>
                  <a:lnTo>
                    <a:pt x="525344" y="1407943"/>
                  </a:lnTo>
                  <a:lnTo>
                    <a:pt x="522040" y="1409156"/>
                  </a:lnTo>
                  <a:lnTo>
                    <a:pt x="521692" y="1409284"/>
                  </a:lnTo>
                  <a:lnTo>
                    <a:pt x="518214" y="1410561"/>
                  </a:lnTo>
                  <a:lnTo>
                    <a:pt x="517518" y="1410817"/>
                  </a:lnTo>
                  <a:lnTo>
                    <a:pt x="516127" y="1411328"/>
                  </a:lnTo>
                  <a:lnTo>
                    <a:pt x="513866" y="1412158"/>
                  </a:lnTo>
                  <a:lnTo>
                    <a:pt x="510041" y="1413563"/>
                  </a:lnTo>
                  <a:lnTo>
                    <a:pt x="508650" y="1414074"/>
                  </a:lnTo>
                  <a:lnTo>
                    <a:pt x="507606" y="1414457"/>
                  </a:lnTo>
                  <a:lnTo>
                    <a:pt x="497520" y="1418162"/>
                  </a:lnTo>
                  <a:lnTo>
                    <a:pt x="495259" y="1418992"/>
                  </a:lnTo>
                  <a:lnTo>
                    <a:pt x="495086" y="1419056"/>
                  </a:lnTo>
                  <a:lnTo>
                    <a:pt x="494564" y="1419248"/>
                  </a:lnTo>
                  <a:lnTo>
                    <a:pt x="493694" y="1419567"/>
                  </a:lnTo>
                  <a:lnTo>
                    <a:pt x="493173" y="1419759"/>
                  </a:lnTo>
                  <a:lnTo>
                    <a:pt x="489521" y="1421101"/>
                  </a:lnTo>
                  <a:lnTo>
                    <a:pt x="487608" y="1421803"/>
                  </a:lnTo>
                  <a:lnTo>
                    <a:pt x="485347" y="1422634"/>
                  </a:lnTo>
                  <a:lnTo>
                    <a:pt x="479261" y="1424870"/>
                  </a:lnTo>
                  <a:lnTo>
                    <a:pt x="478044" y="1425318"/>
                  </a:lnTo>
                  <a:lnTo>
                    <a:pt x="462393" y="1431069"/>
                  </a:lnTo>
                  <a:lnTo>
                    <a:pt x="461697" y="1431325"/>
                  </a:lnTo>
                  <a:lnTo>
                    <a:pt x="459958" y="1431964"/>
                  </a:lnTo>
                  <a:lnTo>
                    <a:pt x="459089" y="1432283"/>
                  </a:lnTo>
                  <a:lnTo>
                    <a:pt x="458741" y="1432411"/>
                  </a:lnTo>
                  <a:lnTo>
                    <a:pt x="454741" y="1433881"/>
                  </a:lnTo>
                  <a:lnTo>
                    <a:pt x="445873" y="1437141"/>
                  </a:lnTo>
                  <a:lnTo>
                    <a:pt x="442047" y="1438548"/>
                  </a:lnTo>
                  <a:lnTo>
                    <a:pt x="440830" y="1438995"/>
                  </a:lnTo>
                  <a:lnTo>
                    <a:pt x="438395" y="1439890"/>
                  </a:lnTo>
                  <a:lnTo>
                    <a:pt x="436482" y="1440594"/>
                  </a:lnTo>
                  <a:lnTo>
                    <a:pt x="433526" y="1441680"/>
                  </a:lnTo>
                  <a:lnTo>
                    <a:pt x="433178" y="1441808"/>
                  </a:lnTo>
                  <a:lnTo>
                    <a:pt x="432135" y="1442192"/>
                  </a:lnTo>
                  <a:lnTo>
                    <a:pt x="429178" y="1443279"/>
                  </a:lnTo>
                  <a:lnTo>
                    <a:pt x="425005" y="1444814"/>
                  </a:lnTo>
                  <a:lnTo>
                    <a:pt x="422223" y="1445837"/>
                  </a:lnTo>
                  <a:lnTo>
                    <a:pt x="418397" y="1447244"/>
                  </a:lnTo>
                  <a:lnTo>
                    <a:pt x="415788" y="1448203"/>
                  </a:lnTo>
                  <a:lnTo>
                    <a:pt x="412832" y="1449290"/>
                  </a:lnTo>
                  <a:lnTo>
                    <a:pt x="412484" y="1449418"/>
                  </a:lnTo>
                  <a:lnTo>
                    <a:pt x="411267" y="1449866"/>
                  </a:lnTo>
                  <a:lnTo>
                    <a:pt x="409702" y="1450441"/>
                  </a:lnTo>
                  <a:lnTo>
                    <a:pt x="405354" y="1452040"/>
                  </a:lnTo>
                  <a:lnTo>
                    <a:pt x="399094" y="1454343"/>
                  </a:lnTo>
                  <a:lnTo>
                    <a:pt x="398051" y="1454727"/>
                  </a:lnTo>
                  <a:lnTo>
                    <a:pt x="397703" y="1454855"/>
                  </a:lnTo>
                  <a:lnTo>
                    <a:pt x="396833" y="1455175"/>
                  </a:lnTo>
                  <a:lnTo>
                    <a:pt x="395790" y="1455558"/>
                  </a:lnTo>
                  <a:lnTo>
                    <a:pt x="392312" y="1456838"/>
                  </a:lnTo>
                  <a:lnTo>
                    <a:pt x="390747" y="1457414"/>
                  </a:lnTo>
                  <a:lnTo>
                    <a:pt x="390573" y="1457477"/>
                  </a:lnTo>
                  <a:lnTo>
                    <a:pt x="388486" y="1458245"/>
                  </a:lnTo>
                  <a:lnTo>
                    <a:pt x="384835" y="1459589"/>
                  </a:lnTo>
                  <a:lnTo>
                    <a:pt x="379096" y="1461700"/>
                  </a:lnTo>
                  <a:lnTo>
                    <a:pt x="373357" y="1463812"/>
                  </a:lnTo>
                  <a:lnTo>
                    <a:pt x="371792" y="1464388"/>
                  </a:lnTo>
                  <a:lnTo>
                    <a:pt x="371271" y="1464580"/>
                  </a:lnTo>
                  <a:lnTo>
                    <a:pt x="366228" y="1466435"/>
                  </a:lnTo>
                  <a:lnTo>
                    <a:pt x="364662" y="1467011"/>
                  </a:lnTo>
                  <a:lnTo>
                    <a:pt x="362402" y="1467843"/>
                  </a:lnTo>
                  <a:lnTo>
                    <a:pt x="360489" y="1468547"/>
                  </a:lnTo>
                  <a:lnTo>
                    <a:pt x="359098" y="1469059"/>
                  </a:lnTo>
                  <a:lnTo>
                    <a:pt x="358924" y="1469123"/>
                  </a:lnTo>
                  <a:lnTo>
                    <a:pt x="358402" y="1469315"/>
                  </a:lnTo>
                  <a:lnTo>
                    <a:pt x="357359" y="1469699"/>
                  </a:lnTo>
                  <a:lnTo>
                    <a:pt x="356141" y="1470147"/>
                  </a:lnTo>
                  <a:lnTo>
                    <a:pt x="355098" y="1470531"/>
                  </a:lnTo>
                  <a:lnTo>
                    <a:pt x="351446" y="1471875"/>
                  </a:lnTo>
                  <a:lnTo>
                    <a:pt x="348142" y="1473092"/>
                  </a:lnTo>
                  <a:lnTo>
                    <a:pt x="347794" y="1473220"/>
                  </a:lnTo>
                  <a:lnTo>
                    <a:pt x="344316" y="1474500"/>
                  </a:lnTo>
                  <a:lnTo>
                    <a:pt x="343621" y="1474756"/>
                  </a:lnTo>
                  <a:lnTo>
                    <a:pt x="342230" y="1475268"/>
                  </a:lnTo>
                  <a:lnTo>
                    <a:pt x="339969" y="1476100"/>
                  </a:lnTo>
                  <a:lnTo>
                    <a:pt x="333709" y="1478405"/>
                  </a:lnTo>
                  <a:lnTo>
                    <a:pt x="321362" y="1482951"/>
                  </a:lnTo>
                  <a:lnTo>
                    <a:pt x="319797" y="1483527"/>
                  </a:lnTo>
                  <a:lnTo>
                    <a:pt x="311450" y="1486601"/>
                  </a:lnTo>
                  <a:lnTo>
                    <a:pt x="305363" y="1488842"/>
                  </a:lnTo>
                  <a:lnTo>
                    <a:pt x="297886" y="1491596"/>
                  </a:lnTo>
                  <a:lnTo>
                    <a:pt x="288495" y="1495055"/>
                  </a:lnTo>
                  <a:lnTo>
                    <a:pt x="286061" y="1495952"/>
                  </a:lnTo>
                  <a:lnTo>
                    <a:pt x="268149" y="1502551"/>
                  </a:lnTo>
                  <a:lnTo>
                    <a:pt x="260846" y="1505242"/>
                  </a:lnTo>
                  <a:lnTo>
                    <a:pt x="259628" y="1505691"/>
                  </a:lnTo>
                  <a:lnTo>
                    <a:pt x="258237" y="1506204"/>
                  </a:lnTo>
                  <a:lnTo>
                    <a:pt x="251107" y="1508831"/>
                  </a:lnTo>
                  <a:lnTo>
                    <a:pt x="248325" y="1509857"/>
                  </a:lnTo>
                  <a:lnTo>
                    <a:pt x="238935" y="1513318"/>
                  </a:lnTo>
                  <a:lnTo>
                    <a:pt x="235804" y="1514471"/>
                  </a:lnTo>
                  <a:lnTo>
                    <a:pt x="222936" y="1519215"/>
                  </a:lnTo>
                  <a:lnTo>
                    <a:pt x="216850" y="1521459"/>
                  </a:lnTo>
                  <a:lnTo>
                    <a:pt x="214589" y="1522293"/>
                  </a:lnTo>
                  <a:lnTo>
                    <a:pt x="210937" y="1523639"/>
                  </a:lnTo>
                  <a:lnTo>
                    <a:pt x="197373" y="1528641"/>
                  </a:lnTo>
                  <a:lnTo>
                    <a:pt x="192330" y="1530501"/>
                  </a:lnTo>
                  <a:lnTo>
                    <a:pt x="182244" y="1534221"/>
                  </a:lnTo>
                  <a:lnTo>
                    <a:pt x="173897" y="1537300"/>
                  </a:lnTo>
                  <a:lnTo>
                    <a:pt x="168332" y="1539353"/>
                  </a:lnTo>
                  <a:lnTo>
                    <a:pt x="166072" y="1540187"/>
                  </a:lnTo>
                  <a:lnTo>
                    <a:pt x="145899" y="1547629"/>
                  </a:lnTo>
                  <a:lnTo>
                    <a:pt x="77210" y="1572986"/>
                  </a:lnTo>
                  <a:lnTo>
                    <a:pt x="0" y="160151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" name="pl15"/>
            <p:cNvSpPr/>
            <p:nvPr/>
          </p:nvSpPr>
          <p:spPr>
            <a:xfrm>
              <a:off x="3269760" y="3132813"/>
              <a:ext cx="4515247" cy="1774600"/>
            </a:xfrm>
            <a:custGeom>
              <a:avLst/>
              <a:pathLst>
                <a:path w="4515247" h="1774600">
                  <a:moveTo>
                    <a:pt x="0" y="1774600"/>
                  </a:moveTo>
                  <a:lnTo>
                    <a:pt x="77210" y="1744254"/>
                  </a:lnTo>
                  <a:lnTo>
                    <a:pt x="145899" y="1717258"/>
                  </a:lnTo>
                  <a:lnTo>
                    <a:pt x="166072" y="1709330"/>
                  </a:lnTo>
                  <a:lnTo>
                    <a:pt x="168332" y="1708441"/>
                  </a:lnTo>
                  <a:lnTo>
                    <a:pt x="173897" y="1706254"/>
                  </a:lnTo>
                  <a:lnTo>
                    <a:pt x="182244" y="1702973"/>
                  </a:lnTo>
                  <a:lnTo>
                    <a:pt x="192330" y="1699009"/>
                  </a:lnTo>
                  <a:lnTo>
                    <a:pt x="197373" y="1697027"/>
                  </a:lnTo>
                  <a:lnTo>
                    <a:pt x="210937" y="1691696"/>
                  </a:lnTo>
                  <a:lnTo>
                    <a:pt x="214589" y="1690261"/>
                  </a:lnTo>
                  <a:lnTo>
                    <a:pt x="216850" y="1689373"/>
                  </a:lnTo>
                  <a:lnTo>
                    <a:pt x="222936" y="1686980"/>
                  </a:lnTo>
                  <a:lnTo>
                    <a:pt x="235804" y="1681923"/>
                  </a:lnTo>
                  <a:lnTo>
                    <a:pt x="238935" y="1680693"/>
                  </a:lnTo>
                  <a:lnTo>
                    <a:pt x="248325" y="1677002"/>
                  </a:lnTo>
                  <a:lnTo>
                    <a:pt x="251107" y="1675908"/>
                  </a:lnTo>
                  <a:lnTo>
                    <a:pt x="258237" y="1673106"/>
                  </a:lnTo>
                  <a:lnTo>
                    <a:pt x="259628" y="1672559"/>
                  </a:lnTo>
                  <a:lnTo>
                    <a:pt x="260846" y="1672081"/>
                  </a:lnTo>
                  <a:lnTo>
                    <a:pt x="268149" y="1669211"/>
                  </a:lnTo>
                  <a:lnTo>
                    <a:pt x="286061" y="1662171"/>
                  </a:lnTo>
                  <a:lnTo>
                    <a:pt x="288495" y="1661214"/>
                  </a:lnTo>
                  <a:lnTo>
                    <a:pt x="297886" y="1657523"/>
                  </a:lnTo>
                  <a:lnTo>
                    <a:pt x="305363" y="1654584"/>
                  </a:lnTo>
                  <a:lnTo>
                    <a:pt x="311450" y="1652192"/>
                  </a:lnTo>
                  <a:lnTo>
                    <a:pt x="319797" y="1648912"/>
                  </a:lnTo>
                  <a:lnTo>
                    <a:pt x="321362" y="1648297"/>
                  </a:lnTo>
                  <a:lnTo>
                    <a:pt x="333709" y="1643444"/>
                  </a:lnTo>
                  <a:lnTo>
                    <a:pt x="339969" y="1640984"/>
                  </a:lnTo>
                  <a:lnTo>
                    <a:pt x="342230" y="1640095"/>
                  </a:lnTo>
                  <a:lnTo>
                    <a:pt x="343621" y="1639548"/>
                  </a:lnTo>
                  <a:lnTo>
                    <a:pt x="344316" y="1639275"/>
                  </a:lnTo>
                  <a:lnTo>
                    <a:pt x="347794" y="1637908"/>
                  </a:lnTo>
                  <a:lnTo>
                    <a:pt x="348142" y="1637771"/>
                  </a:lnTo>
                  <a:lnTo>
                    <a:pt x="351446" y="1636473"/>
                  </a:lnTo>
                  <a:lnTo>
                    <a:pt x="355098" y="1635038"/>
                  </a:lnTo>
                  <a:lnTo>
                    <a:pt x="356141" y="1634628"/>
                  </a:lnTo>
                  <a:lnTo>
                    <a:pt x="357359" y="1634149"/>
                  </a:lnTo>
                  <a:lnTo>
                    <a:pt x="358402" y="1633739"/>
                  </a:lnTo>
                  <a:lnTo>
                    <a:pt x="358924" y="1633534"/>
                  </a:lnTo>
                  <a:lnTo>
                    <a:pt x="359098" y="1633466"/>
                  </a:lnTo>
                  <a:lnTo>
                    <a:pt x="360489" y="1632919"/>
                  </a:lnTo>
                  <a:lnTo>
                    <a:pt x="362402" y="1632167"/>
                  </a:lnTo>
                  <a:lnTo>
                    <a:pt x="364662" y="1631279"/>
                  </a:lnTo>
                  <a:lnTo>
                    <a:pt x="366228" y="1630663"/>
                  </a:lnTo>
                  <a:lnTo>
                    <a:pt x="371271" y="1628681"/>
                  </a:lnTo>
                  <a:lnTo>
                    <a:pt x="371792" y="1628476"/>
                  </a:lnTo>
                  <a:lnTo>
                    <a:pt x="373357" y="1627861"/>
                  </a:lnTo>
                  <a:lnTo>
                    <a:pt x="379096" y="1625606"/>
                  </a:lnTo>
                  <a:lnTo>
                    <a:pt x="384835" y="1623350"/>
                  </a:lnTo>
                  <a:lnTo>
                    <a:pt x="388486" y="1621915"/>
                  </a:lnTo>
                  <a:lnTo>
                    <a:pt x="390573" y="1621095"/>
                  </a:lnTo>
                  <a:lnTo>
                    <a:pt x="390747" y="1621027"/>
                  </a:lnTo>
                  <a:lnTo>
                    <a:pt x="392312" y="1620412"/>
                  </a:lnTo>
                  <a:lnTo>
                    <a:pt x="395790" y="1619045"/>
                  </a:lnTo>
                  <a:lnTo>
                    <a:pt x="396833" y="1618635"/>
                  </a:lnTo>
                  <a:lnTo>
                    <a:pt x="397703" y="1618293"/>
                  </a:lnTo>
                  <a:lnTo>
                    <a:pt x="398051" y="1618156"/>
                  </a:lnTo>
                  <a:lnTo>
                    <a:pt x="399094" y="1617746"/>
                  </a:lnTo>
                  <a:lnTo>
                    <a:pt x="405354" y="1615286"/>
                  </a:lnTo>
                  <a:lnTo>
                    <a:pt x="409702" y="1613577"/>
                  </a:lnTo>
                  <a:lnTo>
                    <a:pt x="411267" y="1612962"/>
                  </a:lnTo>
                  <a:lnTo>
                    <a:pt x="412484" y="1612483"/>
                  </a:lnTo>
                  <a:lnTo>
                    <a:pt x="412832" y="1612347"/>
                  </a:lnTo>
                  <a:lnTo>
                    <a:pt x="415788" y="1611185"/>
                  </a:lnTo>
                  <a:lnTo>
                    <a:pt x="418397" y="1610160"/>
                  </a:lnTo>
                  <a:lnTo>
                    <a:pt x="422223" y="1608656"/>
                  </a:lnTo>
                  <a:lnTo>
                    <a:pt x="425005" y="1607563"/>
                  </a:lnTo>
                  <a:lnTo>
                    <a:pt x="429178" y="1605922"/>
                  </a:lnTo>
                  <a:lnTo>
                    <a:pt x="432135" y="1604760"/>
                  </a:lnTo>
                  <a:lnTo>
                    <a:pt x="433178" y="1604350"/>
                  </a:lnTo>
                  <a:lnTo>
                    <a:pt x="433526" y="1604214"/>
                  </a:lnTo>
                  <a:lnTo>
                    <a:pt x="436482" y="1603052"/>
                  </a:lnTo>
                  <a:lnTo>
                    <a:pt x="438395" y="1602300"/>
                  </a:lnTo>
                  <a:lnTo>
                    <a:pt x="440830" y="1601343"/>
                  </a:lnTo>
                  <a:lnTo>
                    <a:pt x="442047" y="1600865"/>
                  </a:lnTo>
                  <a:lnTo>
                    <a:pt x="445873" y="1599361"/>
                  </a:lnTo>
                  <a:lnTo>
                    <a:pt x="454741" y="1595875"/>
                  </a:lnTo>
                  <a:lnTo>
                    <a:pt x="458741" y="1594303"/>
                  </a:lnTo>
                  <a:lnTo>
                    <a:pt x="459089" y="1594167"/>
                  </a:lnTo>
                  <a:lnTo>
                    <a:pt x="459958" y="1593825"/>
                  </a:lnTo>
                  <a:lnTo>
                    <a:pt x="461697" y="1593142"/>
                  </a:lnTo>
                  <a:lnTo>
                    <a:pt x="462393" y="1592868"/>
                  </a:lnTo>
                  <a:lnTo>
                    <a:pt x="478044" y="1586717"/>
                  </a:lnTo>
                  <a:lnTo>
                    <a:pt x="479261" y="1586239"/>
                  </a:lnTo>
                  <a:lnTo>
                    <a:pt x="485347" y="1583847"/>
                  </a:lnTo>
                  <a:lnTo>
                    <a:pt x="487608" y="1582958"/>
                  </a:lnTo>
                  <a:lnTo>
                    <a:pt x="489521" y="1582206"/>
                  </a:lnTo>
                  <a:lnTo>
                    <a:pt x="493173" y="1580771"/>
                  </a:lnTo>
                  <a:lnTo>
                    <a:pt x="493694" y="1580566"/>
                  </a:lnTo>
                  <a:lnTo>
                    <a:pt x="494564" y="1580224"/>
                  </a:lnTo>
                  <a:lnTo>
                    <a:pt x="495086" y="1580019"/>
                  </a:lnTo>
                  <a:lnTo>
                    <a:pt x="495259" y="1579951"/>
                  </a:lnTo>
                  <a:lnTo>
                    <a:pt x="497520" y="1579062"/>
                  </a:lnTo>
                  <a:lnTo>
                    <a:pt x="507606" y="1575098"/>
                  </a:lnTo>
                  <a:lnTo>
                    <a:pt x="508650" y="1574688"/>
                  </a:lnTo>
                  <a:lnTo>
                    <a:pt x="510041" y="1574141"/>
                  </a:lnTo>
                  <a:lnTo>
                    <a:pt x="513866" y="1572638"/>
                  </a:lnTo>
                  <a:lnTo>
                    <a:pt x="516127" y="1571749"/>
                  </a:lnTo>
                  <a:lnTo>
                    <a:pt x="517518" y="1571203"/>
                  </a:lnTo>
                  <a:lnTo>
                    <a:pt x="518214" y="1570929"/>
                  </a:lnTo>
                  <a:lnTo>
                    <a:pt x="521692" y="1569562"/>
                  </a:lnTo>
                  <a:lnTo>
                    <a:pt x="522040" y="1569426"/>
                  </a:lnTo>
                  <a:lnTo>
                    <a:pt x="525344" y="1568127"/>
                  </a:lnTo>
                  <a:lnTo>
                    <a:pt x="527430" y="1567307"/>
                  </a:lnTo>
                  <a:lnTo>
                    <a:pt x="528996" y="1566692"/>
                  </a:lnTo>
                  <a:lnTo>
                    <a:pt x="530039" y="1566282"/>
                  </a:lnTo>
                  <a:lnTo>
                    <a:pt x="531256" y="1565803"/>
                  </a:lnTo>
                  <a:lnTo>
                    <a:pt x="532300" y="1565393"/>
                  </a:lnTo>
                  <a:lnTo>
                    <a:pt x="532821" y="1565188"/>
                  </a:lnTo>
                  <a:lnTo>
                    <a:pt x="532995" y="1565120"/>
                  </a:lnTo>
                  <a:lnTo>
                    <a:pt x="534386" y="1564573"/>
                  </a:lnTo>
                  <a:lnTo>
                    <a:pt x="536299" y="1563821"/>
                  </a:lnTo>
                  <a:lnTo>
                    <a:pt x="538560" y="1562933"/>
                  </a:lnTo>
                  <a:lnTo>
                    <a:pt x="540125" y="1562318"/>
                  </a:lnTo>
                  <a:lnTo>
                    <a:pt x="543951" y="1560814"/>
                  </a:lnTo>
                  <a:lnTo>
                    <a:pt x="545168" y="1560336"/>
                  </a:lnTo>
                  <a:lnTo>
                    <a:pt x="545690" y="1560131"/>
                  </a:lnTo>
                  <a:lnTo>
                    <a:pt x="547255" y="1559515"/>
                  </a:lnTo>
                  <a:lnTo>
                    <a:pt x="552993" y="1557260"/>
                  </a:lnTo>
                  <a:lnTo>
                    <a:pt x="558732" y="1555005"/>
                  </a:lnTo>
                  <a:lnTo>
                    <a:pt x="562384" y="1553569"/>
                  </a:lnTo>
                  <a:lnTo>
                    <a:pt x="562558" y="1553501"/>
                  </a:lnTo>
                  <a:lnTo>
                    <a:pt x="564471" y="1552749"/>
                  </a:lnTo>
                  <a:lnTo>
                    <a:pt x="564645" y="1552681"/>
                  </a:lnTo>
                  <a:lnTo>
                    <a:pt x="566210" y="1552066"/>
                  </a:lnTo>
                  <a:lnTo>
                    <a:pt x="569688" y="1550699"/>
                  </a:lnTo>
                  <a:lnTo>
                    <a:pt x="570731" y="1550289"/>
                  </a:lnTo>
                  <a:lnTo>
                    <a:pt x="571600" y="1549947"/>
                  </a:lnTo>
                  <a:lnTo>
                    <a:pt x="571948" y="1549810"/>
                  </a:lnTo>
                  <a:lnTo>
                    <a:pt x="572992" y="1549400"/>
                  </a:lnTo>
                  <a:lnTo>
                    <a:pt x="579252" y="1546940"/>
                  </a:lnTo>
                  <a:lnTo>
                    <a:pt x="583599" y="1545231"/>
                  </a:lnTo>
                  <a:lnTo>
                    <a:pt x="585164" y="1544616"/>
                  </a:lnTo>
                  <a:lnTo>
                    <a:pt x="586382" y="1544138"/>
                  </a:lnTo>
                  <a:lnTo>
                    <a:pt x="586729" y="1544001"/>
                  </a:lnTo>
                  <a:lnTo>
                    <a:pt x="589686" y="1542839"/>
                  </a:lnTo>
                  <a:lnTo>
                    <a:pt x="592294" y="1541814"/>
                  </a:lnTo>
                  <a:lnTo>
                    <a:pt x="596120" y="1540310"/>
                  </a:lnTo>
                  <a:lnTo>
                    <a:pt x="598902" y="1539217"/>
                  </a:lnTo>
                  <a:lnTo>
                    <a:pt x="606032" y="1536414"/>
                  </a:lnTo>
                  <a:lnTo>
                    <a:pt x="606728" y="1536141"/>
                  </a:lnTo>
                  <a:lnTo>
                    <a:pt x="607075" y="1536004"/>
                  </a:lnTo>
                  <a:lnTo>
                    <a:pt x="607249" y="1535936"/>
                  </a:lnTo>
                  <a:lnTo>
                    <a:pt x="607423" y="1535868"/>
                  </a:lnTo>
                  <a:lnTo>
                    <a:pt x="608641" y="1535389"/>
                  </a:lnTo>
                  <a:lnTo>
                    <a:pt x="610380" y="1534706"/>
                  </a:lnTo>
                  <a:lnTo>
                    <a:pt x="610553" y="1534638"/>
                  </a:lnTo>
                  <a:lnTo>
                    <a:pt x="612292" y="1533954"/>
                  </a:lnTo>
                  <a:lnTo>
                    <a:pt x="614727" y="1532997"/>
                  </a:lnTo>
                  <a:lnTo>
                    <a:pt x="615944" y="1532519"/>
                  </a:lnTo>
                  <a:lnTo>
                    <a:pt x="619770" y="1531015"/>
                  </a:lnTo>
                  <a:lnTo>
                    <a:pt x="628639" y="1527530"/>
                  </a:lnTo>
                  <a:lnTo>
                    <a:pt x="632638" y="1525958"/>
                  </a:lnTo>
                  <a:lnTo>
                    <a:pt x="632986" y="1525821"/>
                  </a:lnTo>
                  <a:lnTo>
                    <a:pt x="635595" y="1524796"/>
                  </a:lnTo>
                  <a:lnTo>
                    <a:pt x="636290" y="1524522"/>
                  </a:lnTo>
                  <a:lnTo>
                    <a:pt x="644637" y="1521242"/>
                  </a:lnTo>
                  <a:lnTo>
                    <a:pt x="645681" y="1520832"/>
                  </a:lnTo>
                  <a:lnTo>
                    <a:pt x="651941" y="1518371"/>
                  </a:lnTo>
                  <a:lnTo>
                    <a:pt x="653158" y="1517893"/>
                  </a:lnTo>
                  <a:lnTo>
                    <a:pt x="659245" y="1515501"/>
                  </a:lnTo>
                  <a:lnTo>
                    <a:pt x="661505" y="1514612"/>
                  </a:lnTo>
                  <a:lnTo>
                    <a:pt x="663418" y="1513860"/>
                  </a:lnTo>
                  <a:lnTo>
                    <a:pt x="667070" y="1512425"/>
                  </a:lnTo>
                  <a:lnTo>
                    <a:pt x="667592" y="1512220"/>
                  </a:lnTo>
                  <a:lnTo>
                    <a:pt x="668461" y="1511878"/>
                  </a:lnTo>
                  <a:lnTo>
                    <a:pt x="668983" y="1511673"/>
                  </a:lnTo>
                  <a:lnTo>
                    <a:pt x="669157" y="1511605"/>
                  </a:lnTo>
                  <a:lnTo>
                    <a:pt x="671418" y="1510716"/>
                  </a:lnTo>
                  <a:lnTo>
                    <a:pt x="681504" y="1506752"/>
                  </a:lnTo>
                  <a:lnTo>
                    <a:pt x="682547" y="1506342"/>
                  </a:lnTo>
                  <a:lnTo>
                    <a:pt x="683938" y="1505796"/>
                  </a:lnTo>
                  <a:lnTo>
                    <a:pt x="687764" y="1504292"/>
                  </a:lnTo>
                  <a:lnTo>
                    <a:pt x="689503" y="1503608"/>
                  </a:lnTo>
                  <a:lnTo>
                    <a:pt x="690025" y="1503403"/>
                  </a:lnTo>
                  <a:lnTo>
                    <a:pt x="691416" y="1502857"/>
                  </a:lnTo>
                  <a:lnTo>
                    <a:pt x="692111" y="1502583"/>
                  </a:lnTo>
                  <a:lnTo>
                    <a:pt x="695589" y="1501216"/>
                  </a:lnTo>
                  <a:lnTo>
                    <a:pt x="695937" y="1501080"/>
                  </a:lnTo>
                  <a:lnTo>
                    <a:pt x="699241" y="1499781"/>
                  </a:lnTo>
                  <a:lnTo>
                    <a:pt x="701328" y="1498961"/>
                  </a:lnTo>
                  <a:lnTo>
                    <a:pt x="702893" y="1498346"/>
                  </a:lnTo>
                  <a:lnTo>
                    <a:pt x="703936" y="1497936"/>
                  </a:lnTo>
                  <a:lnTo>
                    <a:pt x="705154" y="1497457"/>
                  </a:lnTo>
                  <a:lnTo>
                    <a:pt x="706197" y="1497047"/>
                  </a:lnTo>
                  <a:lnTo>
                    <a:pt x="706719" y="1496842"/>
                  </a:lnTo>
                  <a:lnTo>
                    <a:pt x="706893" y="1496774"/>
                  </a:lnTo>
                  <a:lnTo>
                    <a:pt x="708284" y="1496227"/>
                  </a:lnTo>
                  <a:lnTo>
                    <a:pt x="710197" y="1495475"/>
                  </a:lnTo>
                  <a:lnTo>
                    <a:pt x="712457" y="1494587"/>
                  </a:lnTo>
                  <a:lnTo>
                    <a:pt x="714022" y="1493972"/>
                  </a:lnTo>
                  <a:lnTo>
                    <a:pt x="717848" y="1492468"/>
                  </a:lnTo>
                  <a:lnTo>
                    <a:pt x="719065" y="1491990"/>
                  </a:lnTo>
                  <a:lnTo>
                    <a:pt x="719587" y="1491785"/>
                  </a:lnTo>
                  <a:lnTo>
                    <a:pt x="721152" y="1491170"/>
                  </a:lnTo>
                  <a:lnTo>
                    <a:pt x="726891" y="1488914"/>
                  </a:lnTo>
                  <a:lnTo>
                    <a:pt x="732629" y="1486659"/>
                  </a:lnTo>
                  <a:lnTo>
                    <a:pt x="736281" y="1485223"/>
                  </a:lnTo>
                  <a:lnTo>
                    <a:pt x="736455" y="1485155"/>
                  </a:lnTo>
                  <a:lnTo>
                    <a:pt x="738368" y="1484403"/>
                  </a:lnTo>
                  <a:lnTo>
                    <a:pt x="738542" y="1484335"/>
                  </a:lnTo>
                  <a:lnTo>
                    <a:pt x="740107" y="1483720"/>
                  </a:lnTo>
                  <a:lnTo>
                    <a:pt x="743585" y="1482353"/>
                  </a:lnTo>
                  <a:lnTo>
                    <a:pt x="744628" y="1481943"/>
                  </a:lnTo>
                  <a:lnTo>
                    <a:pt x="745498" y="1481601"/>
                  </a:lnTo>
                  <a:lnTo>
                    <a:pt x="745846" y="1481464"/>
                  </a:lnTo>
                  <a:lnTo>
                    <a:pt x="746889" y="1481054"/>
                  </a:lnTo>
                  <a:lnTo>
                    <a:pt x="753149" y="1478594"/>
                  </a:lnTo>
                  <a:lnTo>
                    <a:pt x="757497" y="1476885"/>
                  </a:lnTo>
                  <a:lnTo>
                    <a:pt x="759062" y="1476270"/>
                  </a:lnTo>
                  <a:lnTo>
                    <a:pt x="760279" y="1475792"/>
                  </a:lnTo>
                  <a:lnTo>
                    <a:pt x="760627" y="1475655"/>
                  </a:lnTo>
                  <a:lnTo>
                    <a:pt x="763583" y="1474493"/>
                  </a:lnTo>
                  <a:lnTo>
                    <a:pt x="766192" y="1473468"/>
                  </a:lnTo>
                  <a:lnTo>
                    <a:pt x="770017" y="1471964"/>
                  </a:lnTo>
                  <a:lnTo>
                    <a:pt x="772800" y="1470871"/>
                  </a:lnTo>
                  <a:lnTo>
                    <a:pt x="776973" y="1469231"/>
                  </a:lnTo>
                  <a:lnTo>
                    <a:pt x="780625" y="1467795"/>
                  </a:lnTo>
                  <a:lnTo>
                    <a:pt x="780973" y="1467659"/>
                  </a:lnTo>
                  <a:lnTo>
                    <a:pt x="781147" y="1467590"/>
                  </a:lnTo>
                  <a:lnTo>
                    <a:pt x="781321" y="1467522"/>
                  </a:lnTo>
                  <a:lnTo>
                    <a:pt x="782538" y="1467043"/>
                  </a:lnTo>
                  <a:lnTo>
                    <a:pt x="784277" y="1466360"/>
                  </a:lnTo>
                  <a:lnTo>
                    <a:pt x="784451" y="1466292"/>
                  </a:lnTo>
                  <a:lnTo>
                    <a:pt x="786190" y="1465608"/>
                  </a:lnTo>
                  <a:lnTo>
                    <a:pt x="788624" y="1464651"/>
                  </a:lnTo>
                  <a:lnTo>
                    <a:pt x="789842" y="1464173"/>
                  </a:lnTo>
                  <a:lnTo>
                    <a:pt x="793667" y="1462669"/>
                  </a:lnTo>
                  <a:lnTo>
                    <a:pt x="802536" y="1459184"/>
                  </a:lnTo>
                  <a:lnTo>
                    <a:pt x="806536" y="1457612"/>
                  </a:lnTo>
                  <a:lnTo>
                    <a:pt x="806884" y="1457475"/>
                  </a:lnTo>
                  <a:lnTo>
                    <a:pt x="807753" y="1457133"/>
                  </a:lnTo>
                  <a:lnTo>
                    <a:pt x="809492" y="1456450"/>
                  </a:lnTo>
                  <a:lnTo>
                    <a:pt x="810188" y="1456176"/>
                  </a:lnTo>
                  <a:lnTo>
                    <a:pt x="818535" y="1452896"/>
                  </a:lnTo>
                  <a:lnTo>
                    <a:pt x="819578" y="1452486"/>
                  </a:lnTo>
                  <a:lnTo>
                    <a:pt x="825838" y="1450025"/>
                  </a:lnTo>
                  <a:lnTo>
                    <a:pt x="827056" y="1449547"/>
                  </a:lnTo>
                  <a:lnTo>
                    <a:pt x="833142" y="1447155"/>
                  </a:lnTo>
                  <a:lnTo>
                    <a:pt x="835403" y="1446266"/>
                  </a:lnTo>
                  <a:lnTo>
                    <a:pt x="837316" y="1445514"/>
                  </a:lnTo>
                  <a:lnTo>
                    <a:pt x="840968" y="1444079"/>
                  </a:lnTo>
                  <a:lnTo>
                    <a:pt x="841489" y="1443874"/>
                  </a:lnTo>
                  <a:lnTo>
                    <a:pt x="842359" y="1443532"/>
                  </a:lnTo>
                  <a:lnTo>
                    <a:pt x="842880" y="1443327"/>
                  </a:lnTo>
                  <a:lnTo>
                    <a:pt x="843054" y="1443259"/>
                  </a:lnTo>
                  <a:lnTo>
                    <a:pt x="845315" y="1442371"/>
                  </a:lnTo>
                  <a:lnTo>
                    <a:pt x="856444" y="1437996"/>
                  </a:lnTo>
                  <a:lnTo>
                    <a:pt x="857836" y="1437450"/>
                  </a:lnTo>
                  <a:lnTo>
                    <a:pt x="861661" y="1435946"/>
                  </a:lnTo>
                  <a:lnTo>
                    <a:pt x="863400" y="1435263"/>
                  </a:lnTo>
                  <a:lnTo>
                    <a:pt x="863922" y="1435058"/>
                  </a:lnTo>
                  <a:lnTo>
                    <a:pt x="865313" y="1434511"/>
                  </a:lnTo>
                  <a:lnTo>
                    <a:pt x="866009" y="1434237"/>
                  </a:lnTo>
                  <a:lnTo>
                    <a:pt x="869487" y="1432871"/>
                  </a:lnTo>
                  <a:lnTo>
                    <a:pt x="869835" y="1432734"/>
                  </a:lnTo>
                  <a:lnTo>
                    <a:pt x="873139" y="1431435"/>
                  </a:lnTo>
                  <a:lnTo>
                    <a:pt x="875225" y="1430615"/>
                  </a:lnTo>
                  <a:lnTo>
                    <a:pt x="876790" y="1430000"/>
                  </a:lnTo>
                  <a:lnTo>
                    <a:pt x="877834" y="1429590"/>
                  </a:lnTo>
                  <a:lnTo>
                    <a:pt x="879051" y="1429111"/>
                  </a:lnTo>
                  <a:lnTo>
                    <a:pt x="880094" y="1428701"/>
                  </a:lnTo>
                  <a:lnTo>
                    <a:pt x="880616" y="1428496"/>
                  </a:lnTo>
                  <a:lnTo>
                    <a:pt x="880790" y="1428428"/>
                  </a:lnTo>
                  <a:lnTo>
                    <a:pt x="882181" y="1427881"/>
                  </a:lnTo>
                  <a:lnTo>
                    <a:pt x="884094" y="1427129"/>
                  </a:lnTo>
                  <a:lnTo>
                    <a:pt x="886355" y="1426241"/>
                  </a:lnTo>
                  <a:lnTo>
                    <a:pt x="887920" y="1425626"/>
                  </a:lnTo>
                  <a:lnTo>
                    <a:pt x="891746" y="1424122"/>
                  </a:lnTo>
                  <a:lnTo>
                    <a:pt x="892963" y="1423644"/>
                  </a:lnTo>
                  <a:lnTo>
                    <a:pt x="893485" y="1423439"/>
                  </a:lnTo>
                  <a:lnTo>
                    <a:pt x="895050" y="1422824"/>
                  </a:lnTo>
                  <a:lnTo>
                    <a:pt x="900788" y="1420568"/>
                  </a:lnTo>
                  <a:lnTo>
                    <a:pt x="906527" y="1418313"/>
                  </a:lnTo>
                  <a:lnTo>
                    <a:pt x="910179" y="1416878"/>
                  </a:lnTo>
                  <a:lnTo>
                    <a:pt x="910353" y="1416809"/>
                  </a:lnTo>
                  <a:lnTo>
                    <a:pt x="912266" y="1416057"/>
                  </a:lnTo>
                  <a:lnTo>
                    <a:pt x="912439" y="1415989"/>
                  </a:lnTo>
                  <a:lnTo>
                    <a:pt x="914004" y="1415374"/>
                  </a:lnTo>
                  <a:lnTo>
                    <a:pt x="917482" y="1414007"/>
                  </a:lnTo>
                  <a:lnTo>
                    <a:pt x="918526" y="1413597"/>
                  </a:lnTo>
                  <a:lnTo>
                    <a:pt x="919395" y="1413255"/>
                  </a:lnTo>
                  <a:lnTo>
                    <a:pt x="919743" y="1413119"/>
                  </a:lnTo>
                  <a:lnTo>
                    <a:pt x="920786" y="1412708"/>
                  </a:lnTo>
                  <a:lnTo>
                    <a:pt x="927047" y="1410248"/>
                  </a:lnTo>
                  <a:lnTo>
                    <a:pt x="931394" y="1408539"/>
                  </a:lnTo>
                  <a:lnTo>
                    <a:pt x="932959" y="1407924"/>
                  </a:lnTo>
                  <a:lnTo>
                    <a:pt x="934177" y="1407446"/>
                  </a:lnTo>
                  <a:lnTo>
                    <a:pt x="937481" y="1406147"/>
                  </a:lnTo>
                  <a:lnTo>
                    <a:pt x="940089" y="1405122"/>
                  </a:lnTo>
                  <a:lnTo>
                    <a:pt x="943915" y="1403618"/>
                  </a:lnTo>
                  <a:lnTo>
                    <a:pt x="946697" y="1402525"/>
                  </a:lnTo>
                  <a:lnTo>
                    <a:pt x="950871" y="1400885"/>
                  </a:lnTo>
                  <a:lnTo>
                    <a:pt x="953827" y="1399723"/>
                  </a:lnTo>
                  <a:lnTo>
                    <a:pt x="954523" y="1399449"/>
                  </a:lnTo>
                  <a:lnTo>
                    <a:pt x="954870" y="1399313"/>
                  </a:lnTo>
                  <a:lnTo>
                    <a:pt x="955044" y="1399244"/>
                  </a:lnTo>
                  <a:lnTo>
                    <a:pt x="955218" y="1399176"/>
                  </a:lnTo>
                  <a:lnTo>
                    <a:pt x="956435" y="1398698"/>
                  </a:lnTo>
                  <a:lnTo>
                    <a:pt x="958174" y="1398014"/>
                  </a:lnTo>
                  <a:lnTo>
                    <a:pt x="958348" y="1397946"/>
                  </a:lnTo>
                  <a:lnTo>
                    <a:pt x="960087" y="1397262"/>
                  </a:lnTo>
                  <a:lnTo>
                    <a:pt x="962522" y="1396305"/>
                  </a:lnTo>
                  <a:lnTo>
                    <a:pt x="963739" y="1395827"/>
                  </a:lnTo>
                  <a:lnTo>
                    <a:pt x="967565" y="1394323"/>
                  </a:lnTo>
                  <a:lnTo>
                    <a:pt x="976434" y="1390838"/>
                  </a:lnTo>
                  <a:lnTo>
                    <a:pt x="980433" y="1389266"/>
                  </a:lnTo>
                  <a:lnTo>
                    <a:pt x="980781" y="1389129"/>
                  </a:lnTo>
                  <a:lnTo>
                    <a:pt x="981651" y="1388787"/>
                  </a:lnTo>
                  <a:lnTo>
                    <a:pt x="983390" y="1388104"/>
                  </a:lnTo>
                  <a:lnTo>
                    <a:pt x="984085" y="1387831"/>
                  </a:lnTo>
                  <a:lnTo>
                    <a:pt x="992432" y="1384550"/>
                  </a:lnTo>
                  <a:lnTo>
                    <a:pt x="993476" y="1384140"/>
                  </a:lnTo>
                  <a:lnTo>
                    <a:pt x="999736" y="1381679"/>
                  </a:lnTo>
                  <a:lnTo>
                    <a:pt x="1000953" y="1381201"/>
                  </a:lnTo>
                  <a:lnTo>
                    <a:pt x="1007040" y="1378809"/>
                  </a:lnTo>
                  <a:lnTo>
                    <a:pt x="1009300" y="1377920"/>
                  </a:lnTo>
                  <a:lnTo>
                    <a:pt x="1011213" y="1377169"/>
                  </a:lnTo>
                  <a:lnTo>
                    <a:pt x="1014865" y="1375733"/>
                  </a:lnTo>
                  <a:lnTo>
                    <a:pt x="1015387" y="1375528"/>
                  </a:lnTo>
                  <a:lnTo>
                    <a:pt x="1016256" y="1375187"/>
                  </a:lnTo>
                  <a:lnTo>
                    <a:pt x="1016778" y="1374982"/>
                  </a:lnTo>
                  <a:lnTo>
                    <a:pt x="1016952" y="1374913"/>
                  </a:lnTo>
                  <a:lnTo>
                    <a:pt x="1019212" y="1374025"/>
                  </a:lnTo>
                  <a:lnTo>
                    <a:pt x="1029298" y="1370061"/>
                  </a:lnTo>
                  <a:lnTo>
                    <a:pt x="1030342" y="1369651"/>
                  </a:lnTo>
                  <a:lnTo>
                    <a:pt x="1031733" y="1369104"/>
                  </a:lnTo>
                  <a:lnTo>
                    <a:pt x="1035559" y="1367600"/>
                  </a:lnTo>
                  <a:lnTo>
                    <a:pt x="1037298" y="1366917"/>
                  </a:lnTo>
                  <a:lnTo>
                    <a:pt x="1037819" y="1366712"/>
                  </a:lnTo>
                  <a:lnTo>
                    <a:pt x="1039211" y="1366165"/>
                  </a:lnTo>
                  <a:lnTo>
                    <a:pt x="1039906" y="1365892"/>
                  </a:lnTo>
                  <a:lnTo>
                    <a:pt x="1043384" y="1364525"/>
                  </a:lnTo>
                  <a:lnTo>
                    <a:pt x="1043732" y="1364388"/>
                  </a:lnTo>
                  <a:lnTo>
                    <a:pt x="1047036" y="1363089"/>
                  </a:lnTo>
                  <a:lnTo>
                    <a:pt x="1049123" y="1362269"/>
                  </a:lnTo>
                  <a:lnTo>
                    <a:pt x="1050688" y="1361654"/>
                  </a:lnTo>
                  <a:lnTo>
                    <a:pt x="1051731" y="1361244"/>
                  </a:lnTo>
                  <a:lnTo>
                    <a:pt x="1052949" y="1360766"/>
                  </a:lnTo>
                  <a:lnTo>
                    <a:pt x="1053992" y="1360356"/>
                  </a:lnTo>
                  <a:lnTo>
                    <a:pt x="1054514" y="1360151"/>
                  </a:lnTo>
                  <a:lnTo>
                    <a:pt x="1054688" y="1360082"/>
                  </a:lnTo>
                  <a:lnTo>
                    <a:pt x="1056079" y="1359535"/>
                  </a:lnTo>
                  <a:lnTo>
                    <a:pt x="1060252" y="1357895"/>
                  </a:lnTo>
                  <a:lnTo>
                    <a:pt x="1061817" y="1357280"/>
                  </a:lnTo>
                  <a:lnTo>
                    <a:pt x="1065643" y="1355776"/>
                  </a:lnTo>
                  <a:lnTo>
                    <a:pt x="1066860" y="1355298"/>
                  </a:lnTo>
                  <a:lnTo>
                    <a:pt x="1067382" y="1355093"/>
                  </a:lnTo>
                  <a:lnTo>
                    <a:pt x="1068947" y="1354478"/>
                  </a:lnTo>
                  <a:lnTo>
                    <a:pt x="1074686" y="1352222"/>
                  </a:lnTo>
                  <a:lnTo>
                    <a:pt x="1080424" y="1349967"/>
                  </a:lnTo>
                  <a:lnTo>
                    <a:pt x="1084076" y="1348532"/>
                  </a:lnTo>
                  <a:lnTo>
                    <a:pt x="1084250" y="1348463"/>
                  </a:lnTo>
                  <a:lnTo>
                    <a:pt x="1086163" y="1347712"/>
                  </a:lnTo>
                  <a:lnTo>
                    <a:pt x="1086337" y="1347643"/>
                  </a:lnTo>
                  <a:lnTo>
                    <a:pt x="1087902" y="1347028"/>
                  </a:lnTo>
                  <a:lnTo>
                    <a:pt x="1091380" y="1345661"/>
                  </a:lnTo>
                  <a:lnTo>
                    <a:pt x="1092423" y="1345251"/>
                  </a:lnTo>
                  <a:lnTo>
                    <a:pt x="1093293" y="1344909"/>
                  </a:lnTo>
                  <a:lnTo>
                    <a:pt x="1093641" y="1344773"/>
                  </a:lnTo>
                  <a:lnTo>
                    <a:pt x="1094684" y="1344363"/>
                  </a:lnTo>
                  <a:lnTo>
                    <a:pt x="1100944" y="1341902"/>
                  </a:lnTo>
                  <a:lnTo>
                    <a:pt x="1105292" y="1340194"/>
                  </a:lnTo>
                  <a:lnTo>
                    <a:pt x="1106857" y="1339578"/>
                  </a:lnTo>
                  <a:lnTo>
                    <a:pt x="1108074" y="1339100"/>
                  </a:lnTo>
                  <a:lnTo>
                    <a:pt x="1108422" y="1338963"/>
                  </a:lnTo>
                  <a:lnTo>
                    <a:pt x="1111378" y="1337801"/>
                  </a:lnTo>
                  <a:lnTo>
                    <a:pt x="1113987" y="1336776"/>
                  </a:lnTo>
                  <a:lnTo>
                    <a:pt x="1117812" y="1335273"/>
                  </a:lnTo>
                  <a:lnTo>
                    <a:pt x="1120595" y="1334179"/>
                  </a:lnTo>
                  <a:lnTo>
                    <a:pt x="1124768" y="1332539"/>
                  </a:lnTo>
                  <a:lnTo>
                    <a:pt x="1127724" y="1331377"/>
                  </a:lnTo>
                  <a:lnTo>
                    <a:pt x="1128420" y="1331104"/>
                  </a:lnTo>
                  <a:lnTo>
                    <a:pt x="1128768" y="1330967"/>
                  </a:lnTo>
                  <a:lnTo>
                    <a:pt x="1128942" y="1330898"/>
                  </a:lnTo>
                  <a:lnTo>
                    <a:pt x="1129116" y="1330830"/>
                  </a:lnTo>
                  <a:lnTo>
                    <a:pt x="1130333" y="1330352"/>
                  </a:lnTo>
                  <a:lnTo>
                    <a:pt x="1132072" y="1329668"/>
                  </a:lnTo>
                  <a:lnTo>
                    <a:pt x="1132246" y="1329600"/>
                  </a:lnTo>
                  <a:lnTo>
                    <a:pt x="1133985" y="1328916"/>
                  </a:lnTo>
                  <a:lnTo>
                    <a:pt x="1136419" y="1327960"/>
                  </a:lnTo>
                  <a:lnTo>
                    <a:pt x="1137637" y="1327481"/>
                  </a:lnTo>
                  <a:lnTo>
                    <a:pt x="1141462" y="1325978"/>
                  </a:lnTo>
                  <a:lnTo>
                    <a:pt x="1150331" y="1322492"/>
                  </a:lnTo>
                  <a:lnTo>
                    <a:pt x="1154331" y="1320920"/>
                  </a:lnTo>
                  <a:lnTo>
                    <a:pt x="1154679" y="1320783"/>
                  </a:lnTo>
                  <a:lnTo>
                    <a:pt x="1155548" y="1320442"/>
                  </a:lnTo>
                  <a:lnTo>
                    <a:pt x="1157287" y="1319758"/>
                  </a:lnTo>
                  <a:lnTo>
                    <a:pt x="1157983" y="1319485"/>
                  </a:lnTo>
                  <a:lnTo>
                    <a:pt x="1166330" y="1316204"/>
                  </a:lnTo>
                  <a:lnTo>
                    <a:pt x="1167373" y="1315794"/>
                  </a:lnTo>
                  <a:lnTo>
                    <a:pt x="1173633" y="1313334"/>
                  </a:lnTo>
                  <a:lnTo>
                    <a:pt x="1174851" y="1312855"/>
                  </a:lnTo>
                  <a:lnTo>
                    <a:pt x="1180937" y="1310463"/>
                  </a:lnTo>
                  <a:lnTo>
                    <a:pt x="1183198" y="1309575"/>
                  </a:lnTo>
                  <a:lnTo>
                    <a:pt x="1185111" y="1308823"/>
                  </a:lnTo>
                  <a:lnTo>
                    <a:pt x="1188762" y="1307388"/>
                  </a:lnTo>
                  <a:lnTo>
                    <a:pt x="1189284" y="1307182"/>
                  </a:lnTo>
                  <a:lnTo>
                    <a:pt x="1190154" y="1306841"/>
                  </a:lnTo>
                  <a:lnTo>
                    <a:pt x="1190675" y="1306636"/>
                  </a:lnTo>
                  <a:lnTo>
                    <a:pt x="1190849" y="1306567"/>
                  </a:lnTo>
                  <a:lnTo>
                    <a:pt x="1193110" y="1305679"/>
                  </a:lnTo>
                  <a:lnTo>
                    <a:pt x="1203196" y="1301715"/>
                  </a:lnTo>
                  <a:lnTo>
                    <a:pt x="1204239" y="1301305"/>
                  </a:lnTo>
                  <a:lnTo>
                    <a:pt x="1205631" y="1300758"/>
                  </a:lnTo>
                  <a:lnTo>
                    <a:pt x="1209456" y="1299254"/>
                  </a:lnTo>
                  <a:lnTo>
                    <a:pt x="1211195" y="1298571"/>
                  </a:lnTo>
                  <a:lnTo>
                    <a:pt x="1211717" y="1298366"/>
                  </a:lnTo>
                  <a:lnTo>
                    <a:pt x="1213108" y="1297819"/>
                  </a:lnTo>
                  <a:lnTo>
                    <a:pt x="1213804" y="1297546"/>
                  </a:lnTo>
                  <a:lnTo>
                    <a:pt x="1217282" y="1296179"/>
                  </a:lnTo>
                  <a:lnTo>
                    <a:pt x="1217629" y="1296042"/>
                  </a:lnTo>
                  <a:lnTo>
                    <a:pt x="1220933" y="1294744"/>
                  </a:lnTo>
                  <a:lnTo>
                    <a:pt x="1223020" y="1293923"/>
                  </a:lnTo>
                  <a:lnTo>
                    <a:pt x="1224585" y="1293308"/>
                  </a:lnTo>
                  <a:lnTo>
                    <a:pt x="1225629" y="1292898"/>
                  </a:lnTo>
                  <a:lnTo>
                    <a:pt x="1226846" y="1292420"/>
                  </a:lnTo>
                  <a:lnTo>
                    <a:pt x="1227889" y="1292010"/>
                  </a:lnTo>
                  <a:lnTo>
                    <a:pt x="1228411" y="1291805"/>
                  </a:lnTo>
                  <a:lnTo>
                    <a:pt x="1228585" y="1291736"/>
                  </a:lnTo>
                  <a:lnTo>
                    <a:pt x="1229976" y="1291190"/>
                  </a:lnTo>
                  <a:lnTo>
                    <a:pt x="1231889" y="1290438"/>
                  </a:lnTo>
                  <a:lnTo>
                    <a:pt x="1234150" y="1289549"/>
                  </a:lnTo>
                  <a:lnTo>
                    <a:pt x="1235715" y="1288934"/>
                  </a:lnTo>
                  <a:lnTo>
                    <a:pt x="1239541" y="1287431"/>
                  </a:lnTo>
                  <a:lnTo>
                    <a:pt x="1240758" y="1286952"/>
                  </a:lnTo>
                  <a:lnTo>
                    <a:pt x="1241279" y="1286747"/>
                  </a:lnTo>
                  <a:lnTo>
                    <a:pt x="1242845" y="1286132"/>
                  </a:lnTo>
                  <a:lnTo>
                    <a:pt x="1248583" y="1283877"/>
                  </a:lnTo>
                  <a:lnTo>
                    <a:pt x="1254322" y="1281621"/>
                  </a:lnTo>
                  <a:lnTo>
                    <a:pt x="1257974" y="1280186"/>
                  </a:lnTo>
                  <a:lnTo>
                    <a:pt x="1258148" y="1280118"/>
                  </a:lnTo>
                  <a:lnTo>
                    <a:pt x="1260060" y="1279366"/>
                  </a:lnTo>
                  <a:lnTo>
                    <a:pt x="1260234" y="1279297"/>
                  </a:lnTo>
                  <a:lnTo>
                    <a:pt x="1261799" y="1278682"/>
                  </a:lnTo>
                  <a:lnTo>
                    <a:pt x="1265277" y="1277315"/>
                  </a:lnTo>
                  <a:lnTo>
                    <a:pt x="1266321" y="1276905"/>
                  </a:lnTo>
                  <a:lnTo>
                    <a:pt x="1267190" y="1276564"/>
                  </a:lnTo>
                  <a:lnTo>
                    <a:pt x="1267538" y="1276427"/>
                  </a:lnTo>
                  <a:lnTo>
                    <a:pt x="1268581" y="1276017"/>
                  </a:lnTo>
                  <a:lnTo>
                    <a:pt x="1274842" y="1273556"/>
                  </a:lnTo>
                  <a:lnTo>
                    <a:pt x="1279189" y="1271848"/>
                  </a:lnTo>
                  <a:lnTo>
                    <a:pt x="1280754" y="1271233"/>
                  </a:lnTo>
                  <a:lnTo>
                    <a:pt x="1281971" y="1270754"/>
                  </a:lnTo>
                  <a:lnTo>
                    <a:pt x="1282319" y="1270617"/>
                  </a:lnTo>
                  <a:lnTo>
                    <a:pt x="1285276" y="1269456"/>
                  </a:lnTo>
                  <a:lnTo>
                    <a:pt x="1287884" y="1268430"/>
                  </a:lnTo>
                  <a:lnTo>
                    <a:pt x="1291710" y="1266927"/>
                  </a:lnTo>
                  <a:lnTo>
                    <a:pt x="1294492" y="1265833"/>
                  </a:lnTo>
                  <a:lnTo>
                    <a:pt x="1298666" y="1264193"/>
                  </a:lnTo>
                  <a:lnTo>
                    <a:pt x="1301622" y="1263031"/>
                  </a:lnTo>
                  <a:lnTo>
                    <a:pt x="1302317" y="1262758"/>
                  </a:lnTo>
                  <a:lnTo>
                    <a:pt x="1302665" y="1262621"/>
                  </a:lnTo>
                  <a:lnTo>
                    <a:pt x="1302839" y="1262553"/>
                  </a:lnTo>
                  <a:lnTo>
                    <a:pt x="1303013" y="1262484"/>
                  </a:lnTo>
                  <a:lnTo>
                    <a:pt x="1304230" y="1262006"/>
                  </a:lnTo>
                  <a:lnTo>
                    <a:pt x="1305969" y="1261322"/>
                  </a:lnTo>
                  <a:lnTo>
                    <a:pt x="1306143" y="1261254"/>
                  </a:lnTo>
                  <a:lnTo>
                    <a:pt x="1307882" y="1260571"/>
                  </a:lnTo>
                  <a:lnTo>
                    <a:pt x="1310317" y="1259614"/>
                  </a:lnTo>
                  <a:lnTo>
                    <a:pt x="1311534" y="1259135"/>
                  </a:lnTo>
                  <a:lnTo>
                    <a:pt x="1315360" y="1257632"/>
                  </a:lnTo>
                  <a:lnTo>
                    <a:pt x="1324229" y="1254146"/>
                  </a:lnTo>
                  <a:lnTo>
                    <a:pt x="1328228" y="1252574"/>
                  </a:lnTo>
                  <a:lnTo>
                    <a:pt x="1328576" y="1252437"/>
                  </a:lnTo>
                  <a:lnTo>
                    <a:pt x="1329445" y="1252096"/>
                  </a:lnTo>
                  <a:lnTo>
                    <a:pt x="1331184" y="1251412"/>
                  </a:lnTo>
                  <a:lnTo>
                    <a:pt x="1331880" y="1251139"/>
                  </a:lnTo>
                  <a:lnTo>
                    <a:pt x="1340227" y="1247858"/>
                  </a:lnTo>
                  <a:lnTo>
                    <a:pt x="1341271" y="1247448"/>
                  </a:lnTo>
                  <a:lnTo>
                    <a:pt x="1348748" y="1244509"/>
                  </a:lnTo>
                  <a:lnTo>
                    <a:pt x="1354835" y="1242117"/>
                  </a:lnTo>
                  <a:lnTo>
                    <a:pt x="1357095" y="1241229"/>
                  </a:lnTo>
                  <a:lnTo>
                    <a:pt x="1359008" y="1240477"/>
                  </a:lnTo>
                  <a:lnTo>
                    <a:pt x="1362660" y="1239042"/>
                  </a:lnTo>
                  <a:lnTo>
                    <a:pt x="1363182" y="1238837"/>
                  </a:lnTo>
                  <a:lnTo>
                    <a:pt x="1364051" y="1238495"/>
                  </a:lnTo>
                  <a:lnTo>
                    <a:pt x="1364573" y="1238290"/>
                  </a:lnTo>
                  <a:lnTo>
                    <a:pt x="1364747" y="1238221"/>
                  </a:lnTo>
                  <a:lnTo>
                    <a:pt x="1367007" y="1237333"/>
                  </a:lnTo>
                  <a:lnTo>
                    <a:pt x="1377093" y="1233369"/>
                  </a:lnTo>
                  <a:lnTo>
                    <a:pt x="1378137" y="1232959"/>
                  </a:lnTo>
                  <a:lnTo>
                    <a:pt x="1379528" y="1232412"/>
                  </a:lnTo>
                  <a:lnTo>
                    <a:pt x="1383354" y="1230908"/>
                  </a:lnTo>
                  <a:lnTo>
                    <a:pt x="1385093" y="1230225"/>
                  </a:lnTo>
                  <a:lnTo>
                    <a:pt x="1385614" y="1230020"/>
                  </a:lnTo>
                  <a:lnTo>
                    <a:pt x="1387006" y="1229473"/>
                  </a:lnTo>
                  <a:lnTo>
                    <a:pt x="1387701" y="1229200"/>
                  </a:lnTo>
                  <a:lnTo>
                    <a:pt x="1391179" y="1227833"/>
                  </a:lnTo>
                  <a:lnTo>
                    <a:pt x="1391527" y="1227696"/>
                  </a:lnTo>
                  <a:lnTo>
                    <a:pt x="1394831" y="1226398"/>
                  </a:lnTo>
                  <a:lnTo>
                    <a:pt x="1396918" y="1225578"/>
                  </a:lnTo>
                  <a:lnTo>
                    <a:pt x="1398483" y="1224962"/>
                  </a:lnTo>
                  <a:lnTo>
                    <a:pt x="1399526" y="1224552"/>
                  </a:lnTo>
                  <a:lnTo>
                    <a:pt x="1400743" y="1224074"/>
                  </a:lnTo>
                  <a:lnTo>
                    <a:pt x="1401787" y="1223664"/>
                  </a:lnTo>
                  <a:lnTo>
                    <a:pt x="1402309" y="1223459"/>
                  </a:lnTo>
                  <a:lnTo>
                    <a:pt x="1402482" y="1223390"/>
                  </a:lnTo>
                  <a:lnTo>
                    <a:pt x="1403874" y="1222844"/>
                  </a:lnTo>
                  <a:lnTo>
                    <a:pt x="1405786" y="1222092"/>
                  </a:lnTo>
                  <a:lnTo>
                    <a:pt x="1408047" y="1221203"/>
                  </a:lnTo>
                  <a:lnTo>
                    <a:pt x="1409612" y="1220588"/>
                  </a:lnTo>
                  <a:lnTo>
                    <a:pt x="1413438" y="1219085"/>
                  </a:lnTo>
                  <a:lnTo>
                    <a:pt x="1414655" y="1218606"/>
                  </a:lnTo>
                  <a:lnTo>
                    <a:pt x="1415177" y="1218401"/>
                  </a:lnTo>
                  <a:lnTo>
                    <a:pt x="1416742" y="1217786"/>
                  </a:lnTo>
                  <a:lnTo>
                    <a:pt x="1422481" y="1215531"/>
                  </a:lnTo>
                  <a:lnTo>
                    <a:pt x="1428219" y="1213275"/>
                  </a:lnTo>
                  <a:lnTo>
                    <a:pt x="1431871" y="1211840"/>
                  </a:lnTo>
                  <a:lnTo>
                    <a:pt x="1432045" y="1211772"/>
                  </a:lnTo>
                  <a:lnTo>
                    <a:pt x="1433958" y="1211020"/>
                  </a:lnTo>
                  <a:lnTo>
                    <a:pt x="1434132" y="1210951"/>
                  </a:lnTo>
                  <a:lnTo>
                    <a:pt x="1435697" y="1210336"/>
                  </a:lnTo>
                  <a:lnTo>
                    <a:pt x="1439175" y="1208969"/>
                  </a:lnTo>
                  <a:lnTo>
                    <a:pt x="1440218" y="1208559"/>
                  </a:lnTo>
                  <a:lnTo>
                    <a:pt x="1441088" y="1208218"/>
                  </a:lnTo>
                  <a:lnTo>
                    <a:pt x="1441435" y="1208081"/>
                  </a:lnTo>
                  <a:lnTo>
                    <a:pt x="1442479" y="1207671"/>
                  </a:lnTo>
                  <a:lnTo>
                    <a:pt x="1448739" y="1205210"/>
                  </a:lnTo>
                  <a:lnTo>
                    <a:pt x="1453087" y="1203502"/>
                  </a:lnTo>
                  <a:lnTo>
                    <a:pt x="1455869" y="1202408"/>
                  </a:lnTo>
                  <a:lnTo>
                    <a:pt x="1456217" y="1202272"/>
                  </a:lnTo>
                  <a:lnTo>
                    <a:pt x="1459173" y="1201110"/>
                  </a:lnTo>
                  <a:lnTo>
                    <a:pt x="1461781" y="1200085"/>
                  </a:lnTo>
                  <a:lnTo>
                    <a:pt x="1465607" y="1198581"/>
                  </a:lnTo>
                  <a:lnTo>
                    <a:pt x="1468390" y="1197487"/>
                  </a:lnTo>
                  <a:lnTo>
                    <a:pt x="1472563" y="1195847"/>
                  </a:lnTo>
                  <a:lnTo>
                    <a:pt x="1475519" y="1194685"/>
                  </a:lnTo>
                  <a:lnTo>
                    <a:pt x="1476215" y="1194412"/>
                  </a:lnTo>
                  <a:lnTo>
                    <a:pt x="1476563" y="1194275"/>
                  </a:lnTo>
                  <a:lnTo>
                    <a:pt x="1476737" y="1194207"/>
                  </a:lnTo>
                  <a:lnTo>
                    <a:pt x="1476911" y="1194138"/>
                  </a:lnTo>
                  <a:lnTo>
                    <a:pt x="1478128" y="1193660"/>
                  </a:lnTo>
                  <a:lnTo>
                    <a:pt x="1479867" y="1192977"/>
                  </a:lnTo>
                  <a:lnTo>
                    <a:pt x="1480041" y="1192908"/>
                  </a:lnTo>
                  <a:lnTo>
                    <a:pt x="1481780" y="1192225"/>
                  </a:lnTo>
                  <a:lnTo>
                    <a:pt x="1484214" y="1191268"/>
                  </a:lnTo>
                  <a:lnTo>
                    <a:pt x="1485431" y="1190789"/>
                  </a:lnTo>
                  <a:lnTo>
                    <a:pt x="1489257" y="1189286"/>
                  </a:lnTo>
                  <a:lnTo>
                    <a:pt x="1498126" y="1185800"/>
                  </a:lnTo>
                  <a:lnTo>
                    <a:pt x="1502126" y="1184228"/>
                  </a:lnTo>
                  <a:lnTo>
                    <a:pt x="1502473" y="1184092"/>
                  </a:lnTo>
                  <a:lnTo>
                    <a:pt x="1503343" y="1183750"/>
                  </a:lnTo>
                  <a:lnTo>
                    <a:pt x="1505082" y="1183066"/>
                  </a:lnTo>
                  <a:lnTo>
                    <a:pt x="1505777" y="1182793"/>
                  </a:lnTo>
                  <a:lnTo>
                    <a:pt x="1514125" y="1179512"/>
                  </a:lnTo>
                  <a:lnTo>
                    <a:pt x="1515168" y="1179102"/>
                  </a:lnTo>
                  <a:lnTo>
                    <a:pt x="1521428" y="1176642"/>
                  </a:lnTo>
                  <a:lnTo>
                    <a:pt x="1522646" y="1176163"/>
                  </a:lnTo>
                  <a:lnTo>
                    <a:pt x="1528732" y="1173771"/>
                  </a:lnTo>
                  <a:lnTo>
                    <a:pt x="1530993" y="1172883"/>
                  </a:lnTo>
                  <a:lnTo>
                    <a:pt x="1532905" y="1172131"/>
                  </a:lnTo>
                  <a:lnTo>
                    <a:pt x="1536557" y="1170696"/>
                  </a:lnTo>
                  <a:lnTo>
                    <a:pt x="1537079" y="1170491"/>
                  </a:lnTo>
                  <a:lnTo>
                    <a:pt x="1537949" y="1170149"/>
                  </a:lnTo>
                  <a:lnTo>
                    <a:pt x="1538470" y="1169944"/>
                  </a:lnTo>
                  <a:lnTo>
                    <a:pt x="1538644" y="1169876"/>
                  </a:lnTo>
                  <a:lnTo>
                    <a:pt x="1540905" y="1168987"/>
                  </a:lnTo>
                  <a:lnTo>
                    <a:pt x="1550991" y="1165023"/>
                  </a:lnTo>
                  <a:lnTo>
                    <a:pt x="1552034" y="1164613"/>
                  </a:lnTo>
                  <a:lnTo>
                    <a:pt x="1553425" y="1164066"/>
                  </a:lnTo>
                  <a:lnTo>
                    <a:pt x="1557251" y="1162563"/>
                  </a:lnTo>
                  <a:lnTo>
                    <a:pt x="1558990" y="1161879"/>
                  </a:lnTo>
                  <a:lnTo>
                    <a:pt x="1559512" y="1161674"/>
                  </a:lnTo>
                  <a:lnTo>
                    <a:pt x="1560903" y="1161127"/>
                  </a:lnTo>
                  <a:lnTo>
                    <a:pt x="1561599" y="1160854"/>
                  </a:lnTo>
                  <a:lnTo>
                    <a:pt x="1565077" y="1159487"/>
                  </a:lnTo>
                  <a:lnTo>
                    <a:pt x="1565424" y="1159350"/>
                  </a:lnTo>
                  <a:lnTo>
                    <a:pt x="1568728" y="1158052"/>
                  </a:lnTo>
                  <a:lnTo>
                    <a:pt x="1570815" y="1157232"/>
                  </a:lnTo>
                  <a:lnTo>
                    <a:pt x="1572380" y="1156617"/>
                  </a:lnTo>
                  <a:lnTo>
                    <a:pt x="1573424" y="1156206"/>
                  </a:lnTo>
                  <a:lnTo>
                    <a:pt x="1574641" y="1155728"/>
                  </a:lnTo>
                  <a:lnTo>
                    <a:pt x="1575684" y="1155318"/>
                  </a:lnTo>
                  <a:lnTo>
                    <a:pt x="1576206" y="1155113"/>
                  </a:lnTo>
                  <a:lnTo>
                    <a:pt x="1576380" y="1155045"/>
                  </a:lnTo>
                  <a:lnTo>
                    <a:pt x="1577771" y="1154498"/>
                  </a:lnTo>
                  <a:lnTo>
                    <a:pt x="1579684" y="1153746"/>
                  </a:lnTo>
                  <a:lnTo>
                    <a:pt x="1581945" y="1152858"/>
                  </a:lnTo>
                  <a:lnTo>
                    <a:pt x="1583510" y="1152242"/>
                  </a:lnTo>
                  <a:lnTo>
                    <a:pt x="1587335" y="1150739"/>
                  </a:lnTo>
                  <a:lnTo>
                    <a:pt x="1588553" y="1150260"/>
                  </a:lnTo>
                  <a:lnTo>
                    <a:pt x="1589074" y="1150055"/>
                  </a:lnTo>
                  <a:lnTo>
                    <a:pt x="1590639" y="1149440"/>
                  </a:lnTo>
                  <a:lnTo>
                    <a:pt x="1596378" y="1147185"/>
                  </a:lnTo>
                  <a:lnTo>
                    <a:pt x="1602117" y="1144929"/>
                  </a:lnTo>
                  <a:lnTo>
                    <a:pt x="1605769" y="1143494"/>
                  </a:lnTo>
                  <a:lnTo>
                    <a:pt x="1605942" y="1143426"/>
                  </a:lnTo>
                  <a:lnTo>
                    <a:pt x="1608029" y="1142606"/>
                  </a:lnTo>
                  <a:lnTo>
                    <a:pt x="1609594" y="1141991"/>
                  </a:lnTo>
                  <a:lnTo>
                    <a:pt x="1613072" y="1140624"/>
                  </a:lnTo>
                  <a:lnTo>
                    <a:pt x="1614116" y="1140214"/>
                  </a:lnTo>
                  <a:lnTo>
                    <a:pt x="1614985" y="1139872"/>
                  </a:lnTo>
                  <a:lnTo>
                    <a:pt x="1615333" y="1139735"/>
                  </a:lnTo>
                  <a:lnTo>
                    <a:pt x="1616376" y="1139325"/>
                  </a:lnTo>
                  <a:lnTo>
                    <a:pt x="1622637" y="1136865"/>
                  </a:lnTo>
                  <a:lnTo>
                    <a:pt x="1626984" y="1135156"/>
                  </a:lnTo>
                  <a:lnTo>
                    <a:pt x="1628549" y="1134541"/>
                  </a:lnTo>
                  <a:lnTo>
                    <a:pt x="1629766" y="1134062"/>
                  </a:lnTo>
                  <a:lnTo>
                    <a:pt x="1630114" y="1133926"/>
                  </a:lnTo>
                  <a:lnTo>
                    <a:pt x="1633070" y="1132764"/>
                  </a:lnTo>
                  <a:lnTo>
                    <a:pt x="1635679" y="1131739"/>
                  </a:lnTo>
                  <a:lnTo>
                    <a:pt x="1639505" y="1130235"/>
                  </a:lnTo>
                  <a:lnTo>
                    <a:pt x="1642287" y="1129141"/>
                  </a:lnTo>
                  <a:lnTo>
                    <a:pt x="1646461" y="1127501"/>
                  </a:lnTo>
                  <a:lnTo>
                    <a:pt x="1649417" y="1126339"/>
                  </a:lnTo>
                  <a:lnTo>
                    <a:pt x="1650112" y="1126066"/>
                  </a:lnTo>
                  <a:lnTo>
                    <a:pt x="1650460" y="1125929"/>
                  </a:lnTo>
                  <a:lnTo>
                    <a:pt x="1650634" y="1125861"/>
                  </a:lnTo>
                  <a:lnTo>
                    <a:pt x="1650808" y="1125793"/>
                  </a:lnTo>
                  <a:lnTo>
                    <a:pt x="1652025" y="1125314"/>
                  </a:lnTo>
                  <a:lnTo>
                    <a:pt x="1653764" y="1124631"/>
                  </a:lnTo>
                  <a:lnTo>
                    <a:pt x="1653938" y="1124562"/>
                  </a:lnTo>
                  <a:lnTo>
                    <a:pt x="1655677" y="1123879"/>
                  </a:lnTo>
                  <a:lnTo>
                    <a:pt x="1658112" y="1122922"/>
                  </a:lnTo>
                  <a:lnTo>
                    <a:pt x="1659329" y="1122444"/>
                  </a:lnTo>
                  <a:lnTo>
                    <a:pt x="1663155" y="1120940"/>
                  </a:lnTo>
                  <a:lnTo>
                    <a:pt x="1672023" y="1117454"/>
                  </a:lnTo>
                  <a:lnTo>
                    <a:pt x="1676023" y="1115882"/>
                  </a:lnTo>
                  <a:lnTo>
                    <a:pt x="1676371" y="1115746"/>
                  </a:lnTo>
                  <a:lnTo>
                    <a:pt x="1677240" y="1115404"/>
                  </a:lnTo>
                  <a:lnTo>
                    <a:pt x="1678979" y="1114721"/>
                  </a:lnTo>
                  <a:lnTo>
                    <a:pt x="1679675" y="1114447"/>
                  </a:lnTo>
                  <a:lnTo>
                    <a:pt x="1688022" y="1111167"/>
                  </a:lnTo>
                  <a:lnTo>
                    <a:pt x="1689065" y="1110756"/>
                  </a:lnTo>
                  <a:lnTo>
                    <a:pt x="1695326" y="1108296"/>
                  </a:lnTo>
                  <a:lnTo>
                    <a:pt x="1696543" y="1107818"/>
                  </a:lnTo>
                  <a:lnTo>
                    <a:pt x="1702629" y="1105425"/>
                  </a:lnTo>
                  <a:lnTo>
                    <a:pt x="1704890" y="1104537"/>
                  </a:lnTo>
                  <a:lnTo>
                    <a:pt x="1706803" y="1103785"/>
                  </a:lnTo>
                  <a:lnTo>
                    <a:pt x="1710455" y="1102350"/>
                  </a:lnTo>
                  <a:lnTo>
                    <a:pt x="1710976" y="1102145"/>
                  </a:lnTo>
                  <a:lnTo>
                    <a:pt x="1711846" y="1101803"/>
                  </a:lnTo>
                  <a:lnTo>
                    <a:pt x="1712368" y="1101598"/>
                  </a:lnTo>
                  <a:lnTo>
                    <a:pt x="1712542" y="1101530"/>
                  </a:lnTo>
                  <a:lnTo>
                    <a:pt x="1714802" y="1100641"/>
                  </a:lnTo>
                  <a:lnTo>
                    <a:pt x="1724888" y="1096677"/>
                  </a:lnTo>
                  <a:lnTo>
                    <a:pt x="1725932" y="1096267"/>
                  </a:lnTo>
                  <a:lnTo>
                    <a:pt x="1727323" y="1095720"/>
                  </a:lnTo>
                  <a:lnTo>
                    <a:pt x="1731149" y="1094217"/>
                  </a:lnTo>
                  <a:lnTo>
                    <a:pt x="1732888" y="1093533"/>
                  </a:lnTo>
                  <a:lnTo>
                    <a:pt x="1733409" y="1093328"/>
                  </a:lnTo>
                  <a:lnTo>
                    <a:pt x="1734800" y="1092782"/>
                  </a:lnTo>
                  <a:lnTo>
                    <a:pt x="1735496" y="1092508"/>
                  </a:lnTo>
                  <a:lnTo>
                    <a:pt x="1738974" y="1091141"/>
                  </a:lnTo>
                  <a:lnTo>
                    <a:pt x="1739322" y="1091005"/>
                  </a:lnTo>
                  <a:lnTo>
                    <a:pt x="1742626" y="1089706"/>
                  </a:lnTo>
                  <a:lnTo>
                    <a:pt x="1744713" y="1088886"/>
                  </a:lnTo>
                  <a:lnTo>
                    <a:pt x="1746278" y="1088271"/>
                  </a:lnTo>
                  <a:lnTo>
                    <a:pt x="1747321" y="1087861"/>
                  </a:lnTo>
                  <a:lnTo>
                    <a:pt x="1748538" y="1087382"/>
                  </a:lnTo>
                  <a:lnTo>
                    <a:pt x="1749582" y="1086972"/>
                  </a:lnTo>
                  <a:lnTo>
                    <a:pt x="1750103" y="1086767"/>
                  </a:lnTo>
                  <a:lnTo>
                    <a:pt x="1750277" y="1086699"/>
                  </a:lnTo>
                  <a:lnTo>
                    <a:pt x="1751668" y="1086152"/>
                  </a:lnTo>
                  <a:lnTo>
                    <a:pt x="1753581" y="1085400"/>
                  </a:lnTo>
                  <a:lnTo>
                    <a:pt x="1755842" y="1084512"/>
                  </a:lnTo>
                  <a:lnTo>
                    <a:pt x="1757407" y="1083897"/>
                  </a:lnTo>
                  <a:lnTo>
                    <a:pt x="1761233" y="1082393"/>
                  </a:lnTo>
                  <a:lnTo>
                    <a:pt x="1762450" y="1081915"/>
                  </a:lnTo>
                  <a:lnTo>
                    <a:pt x="1762972" y="1081709"/>
                  </a:lnTo>
                  <a:lnTo>
                    <a:pt x="1770276" y="1078839"/>
                  </a:lnTo>
                  <a:lnTo>
                    <a:pt x="1776014" y="1076584"/>
                  </a:lnTo>
                  <a:lnTo>
                    <a:pt x="1779666" y="1075148"/>
                  </a:lnTo>
                  <a:lnTo>
                    <a:pt x="1779840" y="1075080"/>
                  </a:lnTo>
                  <a:lnTo>
                    <a:pt x="1781753" y="1074328"/>
                  </a:lnTo>
                  <a:lnTo>
                    <a:pt x="1781927" y="1074260"/>
                  </a:lnTo>
                  <a:lnTo>
                    <a:pt x="1783492" y="1073645"/>
                  </a:lnTo>
                  <a:lnTo>
                    <a:pt x="1786970" y="1072278"/>
                  </a:lnTo>
                  <a:lnTo>
                    <a:pt x="1788013" y="1071868"/>
                  </a:lnTo>
                  <a:lnTo>
                    <a:pt x="1788883" y="1071526"/>
                  </a:lnTo>
                  <a:lnTo>
                    <a:pt x="1789230" y="1071389"/>
                  </a:lnTo>
                  <a:lnTo>
                    <a:pt x="1790274" y="1070979"/>
                  </a:lnTo>
                  <a:lnTo>
                    <a:pt x="1796534" y="1068519"/>
                  </a:lnTo>
                  <a:lnTo>
                    <a:pt x="1800881" y="1066810"/>
                  </a:lnTo>
                  <a:lnTo>
                    <a:pt x="1802447" y="1066195"/>
                  </a:lnTo>
                  <a:lnTo>
                    <a:pt x="1803664" y="1065717"/>
                  </a:lnTo>
                  <a:lnTo>
                    <a:pt x="1804012" y="1065580"/>
                  </a:lnTo>
                  <a:lnTo>
                    <a:pt x="1806968" y="1064418"/>
                  </a:lnTo>
                  <a:lnTo>
                    <a:pt x="1809576" y="1063393"/>
                  </a:lnTo>
                  <a:lnTo>
                    <a:pt x="1813402" y="1061889"/>
                  </a:lnTo>
                  <a:lnTo>
                    <a:pt x="1816184" y="1060796"/>
                  </a:lnTo>
                  <a:lnTo>
                    <a:pt x="1820358" y="1059155"/>
                  </a:lnTo>
                  <a:lnTo>
                    <a:pt x="1823314" y="1057993"/>
                  </a:lnTo>
                  <a:lnTo>
                    <a:pt x="1824010" y="1057720"/>
                  </a:lnTo>
                  <a:lnTo>
                    <a:pt x="1824358" y="1057583"/>
                  </a:lnTo>
                  <a:lnTo>
                    <a:pt x="1824532" y="1057515"/>
                  </a:lnTo>
                  <a:lnTo>
                    <a:pt x="1824705" y="1057447"/>
                  </a:lnTo>
                  <a:lnTo>
                    <a:pt x="1825923" y="1056968"/>
                  </a:lnTo>
                  <a:lnTo>
                    <a:pt x="1827662" y="1056285"/>
                  </a:lnTo>
                  <a:lnTo>
                    <a:pt x="1827836" y="1056216"/>
                  </a:lnTo>
                  <a:lnTo>
                    <a:pt x="1829575" y="1055533"/>
                  </a:lnTo>
                  <a:lnTo>
                    <a:pt x="1832009" y="1054576"/>
                  </a:lnTo>
                  <a:lnTo>
                    <a:pt x="1833226" y="1054098"/>
                  </a:lnTo>
                  <a:lnTo>
                    <a:pt x="1837052" y="1052594"/>
                  </a:lnTo>
                  <a:lnTo>
                    <a:pt x="1845921" y="1049108"/>
                  </a:lnTo>
                  <a:lnTo>
                    <a:pt x="1849921" y="1047537"/>
                  </a:lnTo>
                  <a:lnTo>
                    <a:pt x="1850268" y="1047400"/>
                  </a:lnTo>
                  <a:lnTo>
                    <a:pt x="1851138" y="1047058"/>
                  </a:lnTo>
                  <a:lnTo>
                    <a:pt x="1852877" y="1046375"/>
                  </a:lnTo>
                  <a:lnTo>
                    <a:pt x="1853572" y="1046101"/>
                  </a:lnTo>
                  <a:lnTo>
                    <a:pt x="1861919" y="1042821"/>
                  </a:lnTo>
                  <a:lnTo>
                    <a:pt x="1862963" y="1042411"/>
                  </a:lnTo>
                  <a:lnTo>
                    <a:pt x="1869223" y="1039950"/>
                  </a:lnTo>
                  <a:lnTo>
                    <a:pt x="1870440" y="1039472"/>
                  </a:lnTo>
                  <a:lnTo>
                    <a:pt x="1876527" y="1037080"/>
                  </a:lnTo>
                  <a:lnTo>
                    <a:pt x="1878788" y="1036191"/>
                  </a:lnTo>
                  <a:lnTo>
                    <a:pt x="1880700" y="1035439"/>
                  </a:lnTo>
                  <a:lnTo>
                    <a:pt x="1884352" y="1034004"/>
                  </a:lnTo>
                  <a:lnTo>
                    <a:pt x="1884874" y="1033799"/>
                  </a:lnTo>
                  <a:lnTo>
                    <a:pt x="1885743" y="1033457"/>
                  </a:lnTo>
                  <a:lnTo>
                    <a:pt x="1886265" y="1033252"/>
                  </a:lnTo>
                  <a:lnTo>
                    <a:pt x="1886439" y="1033184"/>
                  </a:lnTo>
                  <a:lnTo>
                    <a:pt x="1888700" y="1032295"/>
                  </a:lnTo>
                  <a:lnTo>
                    <a:pt x="1898786" y="1028331"/>
                  </a:lnTo>
                  <a:lnTo>
                    <a:pt x="1899829" y="1027921"/>
                  </a:lnTo>
                  <a:lnTo>
                    <a:pt x="1901220" y="1027375"/>
                  </a:lnTo>
                  <a:lnTo>
                    <a:pt x="1905046" y="1025871"/>
                  </a:lnTo>
                  <a:lnTo>
                    <a:pt x="1906785" y="1025187"/>
                  </a:lnTo>
                  <a:lnTo>
                    <a:pt x="1907307" y="1024982"/>
                  </a:lnTo>
                  <a:lnTo>
                    <a:pt x="1908698" y="1024436"/>
                  </a:lnTo>
                  <a:lnTo>
                    <a:pt x="1909393" y="1024162"/>
                  </a:lnTo>
                  <a:lnTo>
                    <a:pt x="1912871" y="1022795"/>
                  </a:lnTo>
                  <a:lnTo>
                    <a:pt x="1913219" y="1022659"/>
                  </a:lnTo>
                  <a:lnTo>
                    <a:pt x="1916523" y="1021360"/>
                  </a:lnTo>
                  <a:lnTo>
                    <a:pt x="1918610" y="1020540"/>
                  </a:lnTo>
                  <a:lnTo>
                    <a:pt x="1920175" y="1019925"/>
                  </a:lnTo>
                  <a:lnTo>
                    <a:pt x="1921218" y="1019515"/>
                  </a:lnTo>
                  <a:lnTo>
                    <a:pt x="1922436" y="1019036"/>
                  </a:lnTo>
                  <a:lnTo>
                    <a:pt x="1923479" y="1018626"/>
                  </a:lnTo>
                  <a:lnTo>
                    <a:pt x="1924001" y="1018421"/>
                  </a:lnTo>
                  <a:lnTo>
                    <a:pt x="1924175" y="1018353"/>
                  </a:lnTo>
                  <a:lnTo>
                    <a:pt x="1925566" y="1017806"/>
                  </a:lnTo>
                  <a:lnTo>
                    <a:pt x="1927479" y="1017054"/>
                  </a:lnTo>
                  <a:lnTo>
                    <a:pt x="1929739" y="1016166"/>
                  </a:lnTo>
                  <a:lnTo>
                    <a:pt x="1931305" y="1015551"/>
                  </a:lnTo>
                  <a:lnTo>
                    <a:pt x="1935130" y="1014047"/>
                  </a:lnTo>
                  <a:lnTo>
                    <a:pt x="1936348" y="1013569"/>
                  </a:lnTo>
                  <a:lnTo>
                    <a:pt x="1936869" y="1013364"/>
                  </a:lnTo>
                  <a:lnTo>
                    <a:pt x="1938434" y="1012748"/>
                  </a:lnTo>
                  <a:lnTo>
                    <a:pt x="1944173" y="1010493"/>
                  </a:lnTo>
                  <a:lnTo>
                    <a:pt x="1949912" y="1008238"/>
                  </a:lnTo>
                  <a:lnTo>
                    <a:pt x="1953563" y="1006802"/>
                  </a:lnTo>
                  <a:lnTo>
                    <a:pt x="1953737" y="1006734"/>
                  </a:lnTo>
                  <a:lnTo>
                    <a:pt x="1955650" y="1005982"/>
                  </a:lnTo>
                  <a:lnTo>
                    <a:pt x="1955824" y="1005914"/>
                  </a:lnTo>
                  <a:lnTo>
                    <a:pt x="1957389" y="1005299"/>
                  </a:lnTo>
                  <a:lnTo>
                    <a:pt x="1960867" y="1003932"/>
                  </a:lnTo>
                  <a:lnTo>
                    <a:pt x="1961910" y="1003522"/>
                  </a:lnTo>
                  <a:lnTo>
                    <a:pt x="1962780" y="1003180"/>
                  </a:lnTo>
                  <a:lnTo>
                    <a:pt x="1963128" y="1003043"/>
                  </a:lnTo>
                  <a:lnTo>
                    <a:pt x="1964171" y="1002633"/>
                  </a:lnTo>
                  <a:lnTo>
                    <a:pt x="1970431" y="1000173"/>
                  </a:lnTo>
                  <a:lnTo>
                    <a:pt x="1974779" y="998464"/>
                  </a:lnTo>
                  <a:lnTo>
                    <a:pt x="1977561" y="997371"/>
                  </a:lnTo>
                  <a:lnTo>
                    <a:pt x="1977909" y="997234"/>
                  </a:lnTo>
                  <a:lnTo>
                    <a:pt x="1980865" y="996072"/>
                  </a:lnTo>
                  <a:lnTo>
                    <a:pt x="1983474" y="995047"/>
                  </a:lnTo>
                  <a:lnTo>
                    <a:pt x="1987300" y="993543"/>
                  </a:lnTo>
                  <a:lnTo>
                    <a:pt x="1990082" y="992450"/>
                  </a:lnTo>
                  <a:lnTo>
                    <a:pt x="1994255" y="990809"/>
                  </a:lnTo>
                  <a:lnTo>
                    <a:pt x="1997212" y="989648"/>
                  </a:lnTo>
                  <a:lnTo>
                    <a:pt x="1997907" y="989374"/>
                  </a:lnTo>
                  <a:lnTo>
                    <a:pt x="1998255" y="989238"/>
                  </a:lnTo>
                  <a:lnTo>
                    <a:pt x="1998429" y="989169"/>
                  </a:lnTo>
                  <a:lnTo>
                    <a:pt x="1998603" y="989101"/>
                  </a:lnTo>
                  <a:lnTo>
                    <a:pt x="1999820" y="988622"/>
                  </a:lnTo>
                  <a:lnTo>
                    <a:pt x="2001559" y="987939"/>
                  </a:lnTo>
                  <a:lnTo>
                    <a:pt x="2001733" y="987871"/>
                  </a:lnTo>
                  <a:lnTo>
                    <a:pt x="2003472" y="987187"/>
                  </a:lnTo>
                  <a:lnTo>
                    <a:pt x="2005907" y="986230"/>
                  </a:lnTo>
                  <a:lnTo>
                    <a:pt x="2007124" y="985752"/>
                  </a:lnTo>
                  <a:lnTo>
                    <a:pt x="2010950" y="984248"/>
                  </a:lnTo>
                  <a:lnTo>
                    <a:pt x="2019818" y="980763"/>
                  </a:lnTo>
                  <a:lnTo>
                    <a:pt x="2023818" y="979191"/>
                  </a:lnTo>
                  <a:lnTo>
                    <a:pt x="2026774" y="978029"/>
                  </a:lnTo>
                  <a:lnTo>
                    <a:pt x="2027470" y="977755"/>
                  </a:lnTo>
                  <a:lnTo>
                    <a:pt x="2035817" y="974475"/>
                  </a:lnTo>
                  <a:lnTo>
                    <a:pt x="2036860" y="974065"/>
                  </a:lnTo>
                  <a:lnTo>
                    <a:pt x="2043121" y="971604"/>
                  </a:lnTo>
                  <a:lnTo>
                    <a:pt x="2044338" y="971126"/>
                  </a:lnTo>
                  <a:lnTo>
                    <a:pt x="2050424" y="968734"/>
                  </a:lnTo>
                  <a:lnTo>
                    <a:pt x="2052685" y="967845"/>
                  </a:lnTo>
                  <a:lnTo>
                    <a:pt x="2054598" y="967093"/>
                  </a:lnTo>
                  <a:lnTo>
                    <a:pt x="2058250" y="965658"/>
                  </a:lnTo>
                  <a:lnTo>
                    <a:pt x="2058771" y="965453"/>
                  </a:lnTo>
                  <a:lnTo>
                    <a:pt x="2059641" y="965111"/>
                  </a:lnTo>
                  <a:lnTo>
                    <a:pt x="2060163" y="964906"/>
                  </a:lnTo>
                  <a:lnTo>
                    <a:pt x="2060336" y="964838"/>
                  </a:lnTo>
                  <a:lnTo>
                    <a:pt x="2062597" y="963950"/>
                  </a:lnTo>
                  <a:lnTo>
                    <a:pt x="2072683" y="959985"/>
                  </a:lnTo>
                  <a:lnTo>
                    <a:pt x="2073727" y="959575"/>
                  </a:lnTo>
                  <a:lnTo>
                    <a:pt x="2075118" y="959029"/>
                  </a:lnTo>
                  <a:lnTo>
                    <a:pt x="2078943" y="957525"/>
                  </a:lnTo>
                  <a:lnTo>
                    <a:pt x="2080682" y="956842"/>
                  </a:lnTo>
                  <a:lnTo>
                    <a:pt x="2081204" y="956637"/>
                  </a:lnTo>
                  <a:lnTo>
                    <a:pt x="2082595" y="956090"/>
                  </a:lnTo>
                  <a:lnTo>
                    <a:pt x="2083291" y="955816"/>
                  </a:lnTo>
                  <a:lnTo>
                    <a:pt x="2086769" y="954449"/>
                  </a:lnTo>
                  <a:lnTo>
                    <a:pt x="2087117" y="954313"/>
                  </a:lnTo>
                  <a:lnTo>
                    <a:pt x="2090421" y="953014"/>
                  </a:lnTo>
                  <a:lnTo>
                    <a:pt x="2092507" y="952194"/>
                  </a:lnTo>
                  <a:lnTo>
                    <a:pt x="2094073" y="951579"/>
                  </a:lnTo>
                  <a:lnTo>
                    <a:pt x="2095116" y="951169"/>
                  </a:lnTo>
                  <a:lnTo>
                    <a:pt x="2096333" y="950690"/>
                  </a:lnTo>
                  <a:lnTo>
                    <a:pt x="2097377" y="950280"/>
                  </a:lnTo>
                  <a:lnTo>
                    <a:pt x="2097898" y="950075"/>
                  </a:lnTo>
                  <a:lnTo>
                    <a:pt x="2098072" y="950007"/>
                  </a:lnTo>
                  <a:lnTo>
                    <a:pt x="2099463" y="949460"/>
                  </a:lnTo>
                  <a:lnTo>
                    <a:pt x="2101376" y="948708"/>
                  </a:lnTo>
                  <a:lnTo>
                    <a:pt x="2103637" y="947820"/>
                  </a:lnTo>
                  <a:lnTo>
                    <a:pt x="2105202" y="947205"/>
                  </a:lnTo>
                  <a:lnTo>
                    <a:pt x="2109028" y="945701"/>
                  </a:lnTo>
                  <a:lnTo>
                    <a:pt x="2110245" y="945223"/>
                  </a:lnTo>
                  <a:lnTo>
                    <a:pt x="2110767" y="945018"/>
                  </a:lnTo>
                  <a:lnTo>
                    <a:pt x="2112332" y="944403"/>
                  </a:lnTo>
                  <a:lnTo>
                    <a:pt x="2118070" y="942147"/>
                  </a:lnTo>
                  <a:lnTo>
                    <a:pt x="2123809" y="939892"/>
                  </a:lnTo>
                  <a:lnTo>
                    <a:pt x="2127461" y="938457"/>
                  </a:lnTo>
                  <a:lnTo>
                    <a:pt x="2127635" y="938388"/>
                  </a:lnTo>
                  <a:lnTo>
                    <a:pt x="2129548" y="937636"/>
                  </a:lnTo>
                  <a:lnTo>
                    <a:pt x="2129722" y="937568"/>
                  </a:lnTo>
                  <a:lnTo>
                    <a:pt x="2131287" y="936953"/>
                  </a:lnTo>
                  <a:lnTo>
                    <a:pt x="2134765" y="935586"/>
                  </a:lnTo>
                  <a:lnTo>
                    <a:pt x="2135808" y="935176"/>
                  </a:lnTo>
                  <a:lnTo>
                    <a:pt x="2136677" y="934834"/>
                  </a:lnTo>
                  <a:lnTo>
                    <a:pt x="2137025" y="934698"/>
                  </a:lnTo>
                  <a:lnTo>
                    <a:pt x="2138069" y="934287"/>
                  </a:lnTo>
                  <a:lnTo>
                    <a:pt x="2144329" y="931827"/>
                  </a:lnTo>
                  <a:lnTo>
                    <a:pt x="2148676" y="930118"/>
                  </a:lnTo>
                  <a:lnTo>
                    <a:pt x="2150241" y="929503"/>
                  </a:lnTo>
                  <a:lnTo>
                    <a:pt x="2151459" y="929025"/>
                  </a:lnTo>
                  <a:lnTo>
                    <a:pt x="2151807" y="928888"/>
                  </a:lnTo>
                  <a:lnTo>
                    <a:pt x="2154763" y="927726"/>
                  </a:lnTo>
                  <a:lnTo>
                    <a:pt x="2157371" y="926701"/>
                  </a:lnTo>
                  <a:lnTo>
                    <a:pt x="2161197" y="925197"/>
                  </a:lnTo>
                  <a:lnTo>
                    <a:pt x="2163979" y="924104"/>
                  </a:lnTo>
                  <a:lnTo>
                    <a:pt x="2168153" y="922464"/>
                  </a:lnTo>
                  <a:lnTo>
                    <a:pt x="2171109" y="921302"/>
                  </a:lnTo>
                  <a:lnTo>
                    <a:pt x="2171805" y="921028"/>
                  </a:lnTo>
                  <a:lnTo>
                    <a:pt x="2172153" y="920892"/>
                  </a:lnTo>
                  <a:lnTo>
                    <a:pt x="2172326" y="920823"/>
                  </a:lnTo>
                  <a:lnTo>
                    <a:pt x="2172500" y="920755"/>
                  </a:lnTo>
                  <a:lnTo>
                    <a:pt x="2173718" y="920277"/>
                  </a:lnTo>
                  <a:lnTo>
                    <a:pt x="2175457" y="919593"/>
                  </a:lnTo>
                  <a:lnTo>
                    <a:pt x="2175630" y="919525"/>
                  </a:lnTo>
                  <a:lnTo>
                    <a:pt x="2177369" y="918841"/>
                  </a:lnTo>
                  <a:lnTo>
                    <a:pt x="2179804" y="917884"/>
                  </a:lnTo>
                  <a:lnTo>
                    <a:pt x="2181021" y="917406"/>
                  </a:lnTo>
                  <a:lnTo>
                    <a:pt x="2184847" y="915902"/>
                  </a:lnTo>
                  <a:lnTo>
                    <a:pt x="2193716" y="912417"/>
                  </a:lnTo>
                  <a:lnTo>
                    <a:pt x="2197715" y="910845"/>
                  </a:lnTo>
                  <a:lnTo>
                    <a:pt x="2198063" y="910708"/>
                  </a:lnTo>
                  <a:lnTo>
                    <a:pt x="2198933" y="910366"/>
                  </a:lnTo>
                  <a:lnTo>
                    <a:pt x="2200672" y="909683"/>
                  </a:lnTo>
                  <a:lnTo>
                    <a:pt x="2201367" y="909410"/>
                  </a:lnTo>
                  <a:lnTo>
                    <a:pt x="2209714" y="906129"/>
                  </a:lnTo>
                  <a:lnTo>
                    <a:pt x="2210758" y="905719"/>
                  </a:lnTo>
                  <a:lnTo>
                    <a:pt x="2217018" y="903258"/>
                  </a:lnTo>
                  <a:lnTo>
                    <a:pt x="2224322" y="900388"/>
                  </a:lnTo>
                  <a:lnTo>
                    <a:pt x="2226582" y="899499"/>
                  </a:lnTo>
                  <a:lnTo>
                    <a:pt x="2228495" y="898748"/>
                  </a:lnTo>
                  <a:lnTo>
                    <a:pt x="2232147" y="897312"/>
                  </a:lnTo>
                  <a:lnTo>
                    <a:pt x="2232669" y="897107"/>
                  </a:lnTo>
                  <a:lnTo>
                    <a:pt x="2233538" y="896766"/>
                  </a:lnTo>
                  <a:lnTo>
                    <a:pt x="2234060" y="896561"/>
                  </a:lnTo>
                  <a:lnTo>
                    <a:pt x="2234234" y="896492"/>
                  </a:lnTo>
                  <a:lnTo>
                    <a:pt x="2236495" y="895604"/>
                  </a:lnTo>
                  <a:lnTo>
                    <a:pt x="2246581" y="891640"/>
                  </a:lnTo>
                  <a:lnTo>
                    <a:pt x="2247624" y="891230"/>
                  </a:lnTo>
                  <a:lnTo>
                    <a:pt x="2249015" y="890683"/>
                  </a:lnTo>
                  <a:lnTo>
                    <a:pt x="2252841" y="889179"/>
                  </a:lnTo>
                  <a:lnTo>
                    <a:pt x="2254580" y="888496"/>
                  </a:lnTo>
                  <a:lnTo>
                    <a:pt x="2255102" y="888291"/>
                  </a:lnTo>
                  <a:lnTo>
                    <a:pt x="2256493" y="887744"/>
                  </a:lnTo>
                  <a:lnTo>
                    <a:pt x="2257188" y="887471"/>
                  </a:lnTo>
                  <a:lnTo>
                    <a:pt x="2260666" y="886104"/>
                  </a:lnTo>
                  <a:lnTo>
                    <a:pt x="2261014" y="885967"/>
                  </a:lnTo>
                  <a:lnTo>
                    <a:pt x="2264318" y="884668"/>
                  </a:lnTo>
                  <a:lnTo>
                    <a:pt x="2266405" y="883848"/>
                  </a:lnTo>
                  <a:lnTo>
                    <a:pt x="2267970" y="883233"/>
                  </a:lnTo>
                  <a:lnTo>
                    <a:pt x="2269013" y="882823"/>
                  </a:lnTo>
                  <a:lnTo>
                    <a:pt x="2270231" y="882345"/>
                  </a:lnTo>
                  <a:lnTo>
                    <a:pt x="2271274" y="881935"/>
                  </a:lnTo>
                  <a:lnTo>
                    <a:pt x="2271796" y="881729"/>
                  </a:lnTo>
                  <a:lnTo>
                    <a:pt x="2271970" y="881661"/>
                  </a:lnTo>
                  <a:lnTo>
                    <a:pt x="2273361" y="881114"/>
                  </a:lnTo>
                  <a:lnTo>
                    <a:pt x="2275274" y="880363"/>
                  </a:lnTo>
                  <a:lnTo>
                    <a:pt x="2277534" y="879474"/>
                  </a:lnTo>
                  <a:lnTo>
                    <a:pt x="2279099" y="878859"/>
                  </a:lnTo>
                  <a:lnTo>
                    <a:pt x="2282925" y="877355"/>
                  </a:lnTo>
                  <a:lnTo>
                    <a:pt x="2284142" y="876877"/>
                  </a:lnTo>
                  <a:lnTo>
                    <a:pt x="2284664" y="876672"/>
                  </a:lnTo>
                  <a:lnTo>
                    <a:pt x="2286229" y="876057"/>
                  </a:lnTo>
                  <a:lnTo>
                    <a:pt x="2291968" y="873801"/>
                  </a:lnTo>
                  <a:lnTo>
                    <a:pt x="2297706" y="871546"/>
                  </a:lnTo>
                  <a:lnTo>
                    <a:pt x="2301358" y="870111"/>
                  </a:lnTo>
                  <a:lnTo>
                    <a:pt x="2301532" y="870042"/>
                  </a:lnTo>
                  <a:lnTo>
                    <a:pt x="2303445" y="869291"/>
                  </a:lnTo>
                  <a:lnTo>
                    <a:pt x="2303619" y="869222"/>
                  </a:lnTo>
                  <a:lnTo>
                    <a:pt x="2308662" y="867240"/>
                  </a:lnTo>
                  <a:lnTo>
                    <a:pt x="2309705" y="866830"/>
                  </a:lnTo>
                  <a:lnTo>
                    <a:pt x="2310575" y="866488"/>
                  </a:lnTo>
                  <a:lnTo>
                    <a:pt x="2310923" y="866352"/>
                  </a:lnTo>
                  <a:lnTo>
                    <a:pt x="2311966" y="865942"/>
                  </a:lnTo>
                  <a:lnTo>
                    <a:pt x="2318226" y="863481"/>
                  </a:lnTo>
                  <a:lnTo>
                    <a:pt x="2322574" y="861772"/>
                  </a:lnTo>
                  <a:lnTo>
                    <a:pt x="2324139" y="861157"/>
                  </a:lnTo>
                  <a:lnTo>
                    <a:pt x="2325356" y="860679"/>
                  </a:lnTo>
                  <a:lnTo>
                    <a:pt x="2325704" y="860542"/>
                  </a:lnTo>
                  <a:lnTo>
                    <a:pt x="2328660" y="859380"/>
                  </a:lnTo>
                  <a:lnTo>
                    <a:pt x="2331269" y="858355"/>
                  </a:lnTo>
                  <a:lnTo>
                    <a:pt x="2335094" y="856852"/>
                  </a:lnTo>
                  <a:lnTo>
                    <a:pt x="2337877" y="855758"/>
                  </a:lnTo>
                  <a:lnTo>
                    <a:pt x="2342050" y="854118"/>
                  </a:lnTo>
                  <a:lnTo>
                    <a:pt x="2345007" y="852956"/>
                  </a:lnTo>
                  <a:lnTo>
                    <a:pt x="2345702" y="852682"/>
                  </a:lnTo>
                  <a:lnTo>
                    <a:pt x="2346050" y="852546"/>
                  </a:lnTo>
                  <a:lnTo>
                    <a:pt x="2346224" y="852477"/>
                  </a:lnTo>
                  <a:lnTo>
                    <a:pt x="2346398" y="852409"/>
                  </a:lnTo>
                  <a:lnTo>
                    <a:pt x="2347615" y="851931"/>
                  </a:lnTo>
                  <a:lnTo>
                    <a:pt x="2349354" y="851247"/>
                  </a:lnTo>
                  <a:lnTo>
                    <a:pt x="2349528" y="851179"/>
                  </a:lnTo>
                  <a:lnTo>
                    <a:pt x="2353701" y="849539"/>
                  </a:lnTo>
                  <a:lnTo>
                    <a:pt x="2354919" y="849060"/>
                  </a:lnTo>
                  <a:lnTo>
                    <a:pt x="2358744" y="847557"/>
                  </a:lnTo>
                  <a:lnTo>
                    <a:pt x="2367613" y="844071"/>
                  </a:lnTo>
                  <a:lnTo>
                    <a:pt x="2371613" y="842499"/>
                  </a:lnTo>
                  <a:lnTo>
                    <a:pt x="2371961" y="842362"/>
                  </a:lnTo>
                  <a:lnTo>
                    <a:pt x="2372830" y="842021"/>
                  </a:lnTo>
                  <a:lnTo>
                    <a:pt x="2374569" y="841337"/>
                  </a:lnTo>
                  <a:lnTo>
                    <a:pt x="2375265" y="841064"/>
                  </a:lnTo>
                  <a:lnTo>
                    <a:pt x="2383612" y="837783"/>
                  </a:lnTo>
                  <a:lnTo>
                    <a:pt x="2384655" y="837373"/>
                  </a:lnTo>
                  <a:lnTo>
                    <a:pt x="2390916" y="834913"/>
                  </a:lnTo>
                  <a:lnTo>
                    <a:pt x="2392133" y="834434"/>
                  </a:lnTo>
                  <a:lnTo>
                    <a:pt x="2398219" y="832042"/>
                  </a:lnTo>
                  <a:lnTo>
                    <a:pt x="2400480" y="831154"/>
                  </a:lnTo>
                  <a:lnTo>
                    <a:pt x="2402393" y="830402"/>
                  </a:lnTo>
                  <a:lnTo>
                    <a:pt x="2406045" y="828966"/>
                  </a:lnTo>
                  <a:lnTo>
                    <a:pt x="2406566" y="828761"/>
                  </a:lnTo>
                  <a:lnTo>
                    <a:pt x="2407436" y="828420"/>
                  </a:lnTo>
                  <a:lnTo>
                    <a:pt x="2407957" y="828215"/>
                  </a:lnTo>
                  <a:lnTo>
                    <a:pt x="2408131" y="828146"/>
                  </a:lnTo>
                  <a:lnTo>
                    <a:pt x="2410392" y="827258"/>
                  </a:lnTo>
                  <a:lnTo>
                    <a:pt x="2420478" y="823294"/>
                  </a:lnTo>
                  <a:lnTo>
                    <a:pt x="2421521" y="822884"/>
                  </a:lnTo>
                  <a:lnTo>
                    <a:pt x="2422913" y="822337"/>
                  </a:lnTo>
                  <a:lnTo>
                    <a:pt x="2426738" y="820833"/>
                  </a:lnTo>
                  <a:lnTo>
                    <a:pt x="2428477" y="820150"/>
                  </a:lnTo>
                  <a:lnTo>
                    <a:pt x="2428999" y="819945"/>
                  </a:lnTo>
                  <a:lnTo>
                    <a:pt x="2430390" y="819398"/>
                  </a:lnTo>
                  <a:lnTo>
                    <a:pt x="2431086" y="819125"/>
                  </a:lnTo>
                  <a:lnTo>
                    <a:pt x="2434564" y="817758"/>
                  </a:lnTo>
                  <a:lnTo>
                    <a:pt x="2434912" y="817621"/>
                  </a:lnTo>
                  <a:lnTo>
                    <a:pt x="2438216" y="816322"/>
                  </a:lnTo>
                  <a:lnTo>
                    <a:pt x="2440302" y="815502"/>
                  </a:lnTo>
                  <a:lnTo>
                    <a:pt x="2441867" y="814887"/>
                  </a:lnTo>
                  <a:lnTo>
                    <a:pt x="2442911" y="814477"/>
                  </a:lnTo>
                  <a:lnTo>
                    <a:pt x="2444128" y="813999"/>
                  </a:lnTo>
                  <a:lnTo>
                    <a:pt x="2445172" y="813589"/>
                  </a:lnTo>
                  <a:lnTo>
                    <a:pt x="2445693" y="813384"/>
                  </a:lnTo>
                  <a:lnTo>
                    <a:pt x="2445867" y="813315"/>
                  </a:lnTo>
                  <a:lnTo>
                    <a:pt x="2447258" y="812769"/>
                  </a:lnTo>
                  <a:lnTo>
                    <a:pt x="2449171" y="812017"/>
                  </a:lnTo>
                  <a:lnTo>
                    <a:pt x="2451432" y="811128"/>
                  </a:lnTo>
                  <a:lnTo>
                    <a:pt x="2452997" y="810513"/>
                  </a:lnTo>
                  <a:lnTo>
                    <a:pt x="2456823" y="809009"/>
                  </a:lnTo>
                  <a:lnTo>
                    <a:pt x="2458040" y="808531"/>
                  </a:lnTo>
                  <a:lnTo>
                    <a:pt x="2458562" y="808326"/>
                  </a:lnTo>
                  <a:lnTo>
                    <a:pt x="2460127" y="807711"/>
                  </a:lnTo>
                  <a:lnTo>
                    <a:pt x="2465865" y="805455"/>
                  </a:lnTo>
                  <a:lnTo>
                    <a:pt x="2471604" y="803200"/>
                  </a:lnTo>
                  <a:lnTo>
                    <a:pt x="2475256" y="801765"/>
                  </a:lnTo>
                  <a:lnTo>
                    <a:pt x="2475430" y="801696"/>
                  </a:lnTo>
                  <a:lnTo>
                    <a:pt x="2477343" y="800945"/>
                  </a:lnTo>
                  <a:lnTo>
                    <a:pt x="2477516" y="800876"/>
                  </a:lnTo>
                  <a:lnTo>
                    <a:pt x="2479082" y="800261"/>
                  </a:lnTo>
                  <a:lnTo>
                    <a:pt x="2482559" y="798894"/>
                  </a:lnTo>
                  <a:lnTo>
                    <a:pt x="2483603" y="798484"/>
                  </a:lnTo>
                  <a:lnTo>
                    <a:pt x="2484472" y="798142"/>
                  </a:lnTo>
                  <a:lnTo>
                    <a:pt x="2484820" y="798006"/>
                  </a:lnTo>
                  <a:lnTo>
                    <a:pt x="2485864" y="797596"/>
                  </a:lnTo>
                  <a:lnTo>
                    <a:pt x="2492124" y="795135"/>
                  </a:lnTo>
                  <a:lnTo>
                    <a:pt x="2496471" y="793427"/>
                  </a:lnTo>
                  <a:lnTo>
                    <a:pt x="2498036" y="792812"/>
                  </a:lnTo>
                  <a:lnTo>
                    <a:pt x="2499254" y="792333"/>
                  </a:lnTo>
                  <a:lnTo>
                    <a:pt x="2499601" y="792196"/>
                  </a:lnTo>
                  <a:lnTo>
                    <a:pt x="2502558" y="791035"/>
                  </a:lnTo>
                  <a:lnTo>
                    <a:pt x="2505166" y="790009"/>
                  </a:lnTo>
                  <a:lnTo>
                    <a:pt x="2508992" y="788506"/>
                  </a:lnTo>
                  <a:lnTo>
                    <a:pt x="2511774" y="787412"/>
                  </a:lnTo>
                  <a:lnTo>
                    <a:pt x="2515948" y="785772"/>
                  </a:lnTo>
                  <a:lnTo>
                    <a:pt x="2518904" y="784610"/>
                  </a:lnTo>
                  <a:lnTo>
                    <a:pt x="2519600" y="784337"/>
                  </a:lnTo>
                  <a:lnTo>
                    <a:pt x="2519947" y="784200"/>
                  </a:lnTo>
                  <a:lnTo>
                    <a:pt x="2520121" y="784132"/>
                  </a:lnTo>
                  <a:lnTo>
                    <a:pt x="2520295" y="784063"/>
                  </a:lnTo>
                  <a:lnTo>
                    <a:pt x="2521512" y="783585"/>
                  </a:lnTo>
                  <a:lnTo>
                    <a:pt x="2523251" y="782901"/>
                  </a:lnTo>
                  <a:lnTo>
                    <a:pt x="2523425" y="782833"/>
                  </a:lnTo>
                  <a:lnTo>
                    <a:pt x="2525164" y="782150"/>
                  </a:lnTo>
                  <a:lnTo>
                    <a:pt x="2527599" y="781193"/>
                  </a:lnTo>
                  <a:lnTo>
                    <a:pt x="2528816" y="780714"/>
                  </a:lnTo>
                  <a:lnTo>
                    <a:pt x="2532642" y="779211"/>
                  </a:lnTo>
                  <a:lnTo>
                    <a:pt x="2541511" y="775725"/>
                  </a:lnTo>
                  <a:lnTo>
                    <a:pt x="2545510" y="774153"/>
                  </a:lnTo>
                  <a:lnTo>
                    <a:pt x="2545858" y="774016"/>
                  </a:lnTo>
                  <a:lnTo>
                    <a:pt x="2546728" y="773675"/>
                  </a:lnTo>
                  <a:lnTo>
                    <a:pt x="2548467" y="772991"/>
                  </a:lnTo>
                  <a:lnTo>
                    <a:pt x="2549162" y="772718"/>
                  </a:lnTo>
                  <a:lnTo>
                    <a:pt x="2557509" y="769437"/>
                  </a:lnTo>
                  <a:lnTo>
                    <a:pt x="2558553" y="769027"/>
                  </a:lnTo>
                  <a:lnTo>
                    <a:pt x="2564813" y="766567"/>
                  </a:lnTo>
                  <a:lnTo>
                    <a:pt x="2566030" y="766088"/>
                  </a:lnTo>
                  <a:lnTo>
                    <a:pt x="2572117" y="763696"/>
                  </a:lnTo>
                  <a:lnTo>
                    <a:pt x="2574377" y="762808"/>
                  </a:lnTo>
                  <a:lnTo>
                    <a:pt x="2576290" y="762056"/>
                  </a:lnTo>
                  <a:lnTo>
                    <a:pt x="2579942" y="760621"/>
                  </a:lnTo>
                  <a:lnTo>
                    <a:pt x="2580464" y="760416"/>
                  </a:lnTo>
                  <a:lnTo>
                    <a:pt x="2581333" y="760074"/>
                  </a:lnTo>
                  <a:lnTo>
                    <a:pt x="2581855" y="759869"/>
                  </a:lnTo>
                  <a:lnTo>
                    <a:pt x="2582029" y="759800"/>
                  </a:lnTo>
                  <a:lnTo>
                    <a:pt x="2584289" y="758912"/>
                  </a:lnTo>
                  <a:lnTo>
                    <a:pt x="2594376" y="754948"/>
                  </a:lnTo>
                  <a:lnTo>
                    <a:pt x="2595419" y="754538"/>
                  </a:lnTo>
                  <a:lnTo>
                    <a:pt x="2600636" y="752487"/>
                  </a:lnTo>
                  <a:lnTo>
                    <a:pt x="2602375" y="751804"/>
                  </a:lnTo>
                  <a:lnTo>
                    <a:pt x="2602896" y="751599"/>
                  </a:lnTo>
                  <a:lnTo>
                    <a:pt x="2604288" y="751052"/>
                  </a:lnTo>
                  <a:lnTo>
                    <a:pt x="2604983" y="750779"/>
                  </a:lnTo>
                  <a:lnTo>
                    <a:pt x="2608461" y="749412"/>
                  </a:lnTo>
                  <a:lnTo>
                    <a:pt x="2608809" y="749275"/>
                  </a:lnTo>
                  <a:lnTo>
                    <a:pt x="2612113" y="747977"/>
                  </a:lnTo>
                  <a:lnTo>
                    <a:pt x="2614200" y="747156"/>
                  </a:lnTo>
                  <a:lnTo>
                    <a:pt x="2615765" y="746541"/>
                  </a:lnTo>
                  <a:lnTo>
                    <a:pt x="2616808" y="746131"/>
                  </a:lnTo>
                  <a:lnTo>
                    <a:pt x="2618026" y="745653"/>
                  </a:lnTo>
                  <a:lnTo>
                    <a:pt x="2619069" y="745243"/>
                  </a:lnTo>
                  <a:lnTo>
                    <a:pt x="2619591" y="745038"/>
                  </a:lnTo>
                  <a:lnTo>
                    <a:pt x="2619765" y="744969"/>
                  </a:lnTo>
                  <a:lnTo>
                    <a:pt x="2621156" y="744423"/>
                  </a:lnTo>
                  <a:lnTo>
                    <a:pt x="2623069" y="743671"/>
                  </a:lnTo>
                  <a:lnTo>
                    <a:pt x="2625329" y="742782"/>
                  </a:lnTo>
                  <a:lnTo>
                    <a:pt x="2626894" y="742167"/>
                  </a:lnTo>
                  <a:lnTo>
                    <a:pt x="2630720" y="740664"/>
                  </a:lnTo>
                  <a:lnTo>
                    <a:pt x="2631937" y="740185"/>
                  </a:lnTo>
                  <a:lnTo>
                    <a:pt x="2632459" y="739980"/>
                  </a:lnTo>
                  <a:lnTo>
                    <a:pt x="2634024" y="739365"/>
                  </a:lnTo>
                  <a:lnTo>
                    <a:pt x="2639763" y="737110"/>
                  </a:lnTo>
                  <a:lnTo>
                    <a:pt x="2645501" y="734854"/>
                  </a:lnTo>
                  <a:lnTo>
                    <a:pt x="2649153" y="733419"/>
                  </a:lnTo>
                  <a:lnTo>
                    <a:pt x="2649327" y="733351"/>
                  </a:lnTo>
                  <a:lnTo>
                    <a:pt x="2651240" y="732599"/>
                  </a:lnTo>
                  <a:lnTo>
                    <a:pt x="2651414" y="732530"/>
                  </a:lnTo>
                  <a:lnTo>
                    <a:pt x="2652979" y="731915"/>
                  </a:lnTo>
                  <a:lnTo>
                    <a:pt x="2656457" y="730548"/>
                  </a:lnTo>
                  <a:lnTo>
                    <a:pt x="2657500" y="730138"/>
                  </a:lnTo>
                  <a:lnTo>
                    <a:pt x="2658370" y="729797"/>
                  </a:lnTo>
                  <a:lnTo>
                    <a:pt x="2658718" y="729660"/>
                  </a:lnTo>
                  <a:lnTo>
                    <a:pt x="2659761" y="729250"/>
                  </a:lnTo>
                  <a:lnTo>
                    <a:pt x="2666021" y="726789"/>
                  </a:lnTo>
                  <a:lnTo>
                    <a:pt x="2670369" y="725081"/>
                  </a:lnTo>
                  <a:lnTo>
                    <a:pt x="2671934" y="724466"/>
                  </a:lnTo>
                  <a:lnTo>
                    <a:pt x="2673151" y="723987"/>
                  </a:lnTo>
                  <a:lnTo>
                    <a:pt x="2673499" y="723851"/>
                  </a:lnTo>
                  <a:lnTo>
                    <a:pt x="2676455" y="722689"/>
                  </a:lnTo>
                  <a:lnTo>
                    <a:pt x="2679064" y="721663"/>
                  </a:lnTo>
                  <a:lnTo>
                    <a:pt x="2682889" y="720160"/>
                  </a:lnTo>
                  <a:lnTo>
                    <a:pt x="2685672" y="719066"/>
                  </a:lnTo>
                  <a:lnTo>
                    <a:pt x="2689845" y="717426"/>
                  </a:lnTo>
                  <a:lnTo>
                    <a:pt x="2692801" y="716264"/>
                  </a:lnTo>
                  <a:lnTo>
                    <a:pt x="2693845" y="715854"/>
                  </a:lnTo>
                  <a:lnTo>
                    <a:pt x="2694019" y="715786"/>
                  </a:lnTo>
                  <a:lnTo>
                    <a:pt x="2694193" y="715717"/>
                  </a:lnTo>
                  <a:lnTo>
                    <a:pt x="2695410" y="715239"/>
                  </a:lnTo>
                  <a:lnTo>
                    <a:pt x="2697149" y="714555"/>
                  </a:lnTo>
                  <a:lnTo>
                    <a:pt x="2697323" y="714487"/>
                  </a:lnTo>
                  <a:lnTo>
                    <a:pt x="2699062" y="713804"/>
                  </a:lnTo>
                  <a:lnTo>
                    <a:pt x="2701496" y="712847"/>
                  </a:lnTo>
                  <a:lnTo>
                    <a:pt x="2702714" y="712368"/>
                  </a:lnTo>
                  <a:lnTo>
                    <a:pt x="2706539" y="710865"/>
                  </a:lnTo>
                  <a:lnTo>
                    <a:pt x="2715408" y="707379"/>
                  </a:lnTo>
                  <a:lnTo>
                    <a:pt x="2719408" y="705807"/>
                  </a:lnTo>
                  <a:lnTo>
                    <a:pt x="2719756" y="705671"/>
                  </a:lnTo>
                  <a:lnTo>
                    <a:pt x="2720625" y="705329"/>
                  </a:lnTo>
                  <a:lnTo>
                    <a:pt x="2722364" y="704645"/>
                  </a:lnTo>
                  <a:lnTo>
                    <a:pt x="2723060" y="704372"/>
                  </a:lnTo>
                  <a:lnTo>
                    <a:pt x="2731407" y="701091"/>
                  </a:lnTo>
                  <a:lnTo>
                    <a:pt x="2732450" y="700681"/>
                  </a:lnTo>
                  <a:lnTo>
                    <a:pt x="2738710" y="698221"/>
                  </a:lnTo>
                  <a:lnTo>
                    <a:pt x="2739928" y="697742"/>
                  </a:lnTo>
                  <a:lnTo>
                    <a:pt x="2746014" y="695350"/>
                  </a:lnTo>
                  <a:lnTo>
                    <a:pt x="2748275" y="694462"/>
                  </a:lnTo>
                  <a:lnTo>
                    <a:pt x="2750188" y="693710"/>
                  </a:lnTo>
                  <a:lnTo>
                    <a:pt x="2753839" y="692275"/>
                  </a:lnTo>
                  <a:lnTo>
                    <a:pt x="2754361" y="692070"/>
                  </a:lnTo>
                  <a:lnTo>
                    <a:pt x="2755231" y="691728"/>
                  </a:lnTo>
                  <a:lnTo>
                    <a:pt x="2755752" y="691523"/>
                  </a:lnTo>
                  <a:lnTo>
                    <a:pt x="2755926" y="691455"/>
                  </a:lnTo>
                  <a:lnTo>
                    <a:pt x="2758187" y="690566"/>
                  </a:lnTo>
                  <a:lnTo>
                    <a:pt x="2768273" y="686602"/>
                  </a:lnTo>
                  <a:lnTo>
                    <a:pt x="2769316" y="686192"/>
                  </a:lnTo>
                  <a:lnTo>
                    <a:pt x="2770708" y="685645"/>
                  </a:lnTo>
                  <a:lnTo>
                    <a:pt x="2774533" y="684142"/>
                  </a:lnTo>
                  <a:lnTo>
                    <a:pt x="2776272" y="683458"/>
                  </a:lnTo>
                  <a:lnTo>
                    <a:pt x="2776794" y="683253"/>
                  </a:lnTo>
                  <a:lnTo>
                    <a:pt x="2778185" y="682706"/>
                  </a:lnTo>
                  <a:lnTo>
                    <a:pt x="2778881" y="682433"/>
                  </a:lnTo>
                  <a:lnTo>
                    <a:pt x="2782359" y="681066"/>
                  </a:lnTo>
                  <a:lnTo>
                    <a:pt x="2782706" y="680929"/>
                  </a:lnTo>
                  <a:lnTo>
                    <a:pt x="2786011" y="679631"/>
                  </a:lnTo>
                  <a:lnTo>
                    <a:pt x="2788097" y="678811"/>
                  </a:lnTo>
                  <a:lnTo>
                    <a:pt x="2789662" y="678195"/>
                  </a:lnTo>
                  <a:lnTo>
                    <a:pt x="2791923" y="677307"/>
                  </a:lnTo>
                  <a:lnTo>
                    <a:pt x="2792966" y="676897"/>
                  </a:lnTo>
                  <a:lnTo>
                    <a:pt x="2793488" y="676692"/>
                  </a:lnTo>
                  <a:lnTo>
                    <a:pt x="2793662" y="676624"/>
                  </a:lnTo>
                  <a:lnTo>
                    <a:pt x="2795053" y="676077"/>
                  </a:lnTo>
                  <a:lnTo>
                    <a:pt x="2796966" y="675325"/>
                  </a:lnTo>
                  <a:lnTo>
                    <a:pt x="2799227" y="674436"/>
                  </a:lnTo>
                  <a:lnTo>
                    <a:pt x="2800792" y="673821"/>
                  </a:lnTo>
                  <a:lnTo>
                    <a:pt x="2804618" y="672318"/>
                  </a:lnTo>
                  <a:lnTo>
                    <a:pt x="2805835" y="671839"/>
                  </a:lnTo>
                  <a:lnTo>
                    <a:pt x="2806357" y="671634"/>
                  </a:lnTo>
                  <a:lnTo>
                    <a:pt x="2807922" y="671019"/>
                  </a:lnTo>
                  <a:lnTo>
                    <a:pt x="2813660" y="668764"/>
                  </a:lnTo>
                  <a:lnTo>
                    <a:pt x="2819399" y="666508"/>
                  </a:lnTo>
                  <a:lnTo>
                    <a:pt x="2823051" y="665073"/>
                  </a:lnTo>
                  <a:lnTo>
                    <a:pt x="2823225" y="665005"/>
                  </a:lnTo>
                  <a:lnTo>
                    <a:pt x="2825137" y="664253"/>
                  </a:lnTo>
                  <a:lnTo>
                    <a:pt x="2825311" y="664185"/>
                  </a:lnTo>
                  <a:lnTo>
                    <a:pt x="2826876" y="663569"/>
                  </a:lnTo>
                  <a:lnTo>
                    <a:pt x="2830354" y="662203"/>
                  </a:lnTo>
                  <a:lnTo>
                    <a:pt x="2831398" y="661792"/>
                  </a:lnTo>
                  <a:lnTo>
                    <a:pt x="2832267" y="661451"/>
                  </a:lnTo>
                  <a:lnTo>
                    <a:pt x="2832615" y="661314"/>
                  </a:lnTo>
                  <a:lnTo>
                    <a:pt x="2833658" y="660904"/>
                  </a:lnTo>
                  <a:lnTo>
                    <a:pt x="2839919" y="658444"/>
                  </a:lnTo>
                  <a:lnTo>
                    <a:pt x="2844266" y="656735"/>
                  </a:lnTo>
                  <a:lnTo>
                    <a:pt x="2845831" y="656120"/>
                  </a:lnTo>
                  <a:lnTo>
                    <a:pt x="2847049" y="655641"/>
                  </a:lnTo>
                  <a:lnTo>
                    <a:pt x="2847396" y="655505"/>
                  </a:lnTo>
                  <a:lnTo>
                    <a:pt x="2850353" y="654343"/>
                  </a:lnTo>
                  <a:lnTo>
                    <a:pt x="2852961" y="653318"/>
                  </a:lnTo>
                  <a:lnTo>
                    <a:pt x="2856787" y="651814"/>
                  </a:lnTo>
                  <a:lnTo>
                    <a:pt x="2859569" y="650720"/>
                  </a:lnTo>
                  <a:lnTo>
                    <a:pt x="2863743" y="649080"/>
                  </a:lnTo>
                  <a:lnTo>
                    <a:pt x="2866699" y="647918"/>
                  </a:lnTo>
                  <a:lnTo>
                    <a:pt x="2867395" y="647645"/>
                  </a:lnTo>
                  <a:lnTo>
                    <a:pt x="2867742" y="647508"/>
                  </a:lnTo>
                  <a:lnTo>
                    <a:pt x="2867916" y="647440"/>
                  </a:lnTo>
                  <a:lnTo>
                    <a:pt x="2868090" y="647372"/>
                  </a:lnTo>
                  <a:lnTo>
                    <a:pt x="2869307" y="646893"/>
                  </a:lnTo>
                  <a:lnTo>
                    <a:pt x="2871046" y="646210"/>
                  </a:lnTo>
                  <a:lnTo>
                    <a:pt x="2871220" y="646141"/>
                  </a:lnTo>
                  <a:lnTo>
                    <a:pt x="2872959" y="645458"/>
                  </a:lnTo>
                  <a:lnTo>
                    <a:pt x="2875394" y="644501"/>
                  </a:lnTo>
                  <a:lnTo>
                    <a:pt x="2876611" y="644023"/>
                  </a:lnTo>
                  <a:lnTo>
                    <a:pt x="2880437" y="642519"/>
                  </a:lnTo>
                  <a:lnTo>
                    <a:pt x="2889306" y="639033"/>
                  </a:lnTo>
                  <a:lnTo>
                    <a:pt x="2893305" y="637461"/>
                  </a:lnTo>
                  <a:lnTo>
                    <a:pt x="2893653" y="637325"/>
                  </a:lnTo>
                  <a:lnTo>
                    <a:pt x="2894523" y="636983"/>
                  </a:lnTo>
                  <a:lnTo>
                    <a:pt x="2896261" y="636299"/>
                  </a:lnTo>
                  <a:lnTo>
                    <a:pt x="2896957" y="636026"/>
                  </a:lnTo>
                  <a:lnTo>
                    <a:pt x="2905304" y="632745"/>
                  </a:lnTo>
                  <a:lnTo>
                    <a:pt x="2906348" y="632335"/>
                  </a:lnTo>
                  <a:lnTo>
                    <a:pt x="2912608" y="629875"/>
                  </a:lnTo>
                  <a:lnTo>
                    <a:pt x="2913825" y="629397"/>
                  </a:lnTo>
                  <a:lnTo>
                    <a:pt x="2919912" y="627004"/>
                  </a:lnTo>
                  <a:lnTo>
                    <a:pt x="2922172" y="626116"/>
                  </a:lnTo>
                  <a:lnTo>
                    <a:pt x="2924085" y="625364"/>
                  </a:lnTo>
                  <a:lnTo>
                    <a:pt x="2927737" y="623929"/>
                  </a:lnTo>
                  <a:lnTo>
                    <a:pt x="2928259" y="623724"/>
                  </a:lnTo>
                  <a:lnTo>
                    <a:pt x="2929128" y="623382"/>
                  </a:lnTo>
                  <a:lnTo>
                    <a:pt x="2929650" y="623177"/>
                  </a:lnTo>
                  <a:lnTo>
                    <a:pt x="2929824" y="623109"/>
                  </a:lnTo>
                  <a:lnTo>
                    <a:pt x="2932084" y="622220"/>
                  </a:lnTo>
                  <a:lnTo>
                    <a:pt x="2942170" y="618256"/>
                  </a:lnTo>
                  <a:lnTo>
                    <a:pt x="2943214" y="617846"/>
                  </a:lnTo>
                  <a:lnTo>
                    <a:pt x="2944605" y="617299"/>
                  </a:lnTo>
                  <a:lnTo>
                    <a:pt x="2948431" y="615796"/>
                  </a:lnTo>
                  <a:lnTo>
                    <a:pt x="2950170" y="615112"/>
                  </a:lnTo>
                  <a:lnTo>
                    <a:pt x="2950691" y="614907"/>
                  </a:lnTo>
                  <a:lnTo>
                    <a:pt x="2952083" y="614360"/>
                  </a:lnTo>
                  <a:lnTo>
                    <a:pt x="2952778" y="614087"/>
                  </a:lnTo>
                  <a:lnTo>
                    <a:pt x="2956256" y="612720"/>
                  </a:lnTo>
                  <a:lnTo>
                    <a:pt x="2956604" y="612583"/>
                  </a:lnTo>
                  <a:lnTo>
                    <a:pt x="2959908" y="611285"/>
                  </a:lnTo>
                  <a:lnTo>
                    <a:pt x="2961995" y="610465"/>
                  </a:lnTo>
                  <a:lnTo>
                    <a:pt x="2963560" y="609850"/>
                  </a:lnTo>
                  <a:lnTo>
                    <a:pt x="2964603" y="609440"/>
                  </a:lnTo>
                  <a:lnTo>
                    <a:pt x="2965820" y="608961"/>
                  </a:lnTo>
                  <a:lnTo>
                    <a:pt x="2966864" y="608551"/>
                  </a:lnTo>
                  <a:lnTo>
                    <a:pt x="2967386" y="608346"/>
                  </a:lnTo>
                  <a:lnTo>
                    <a:pt x="2967559" y="608278"/>
                  </a:lnTo>
                  <a:lnTo>
                    <a:pt x="2968951" y="607731"/>
                  </a:lnTo>
                  <a:lnTo>
                    <a:pt x="2970863" y="606979"/>
                  </a:lnTo>
                  <a:lnTo>
                    <a:pt x="2973124" y="606091"/>
                  </a:lnTo>
                  <a:lnTo>
                    <a:pt x="2974689" y="605475"/>
                  </a:lnTo>
                  <a:lnTo>
                    <a:pt x="2978515" y="603972"/>
                  </a:lnTo>
                  <a:lnTo>
                    <a:pt x="2979732" y="603493"/>
                  </a:lnTo>
                  <a:lnTo>
                    <a:pt x="2980254" y="603288"/>
                  </a:lnTo>
                  <a:lnTo>
                    <a:pt x="2981819" y="602673"/>
                  </a:lnTo>
                  <a:lnTo>
                    <a:pt x="2987558" y="600418"/>
                  </a:lnTo>
                  <a:lnTo>
                    <a:pt x="2993296" y="598162"/>
                  </a:lnTo>
                  <a:lnTo>
                    <a:pt x="2996948" y="596727"/>
                  </a:lnTo>
                  <a:lnTo>
                    <a:pt x="2997122" y="596659"/>
                  </a:lnTo>
                  <a:lnTo>
                    <a:pt x="2999035" y="595907"/>
                  </a:lnTo>
                  <a:lnTo>
                    <a:pt x="2999209" y="595839"/>
                  </a:lnTo>
                  <a:lnTo>
                    <a:pt x="3000774" y="595224"/>
                  </a:lnTo>
                  <a:lnTo>
                    <a:pt x="3004252" y="593857"/>
                  </a:lnTo>
                  <a:lnTo>
                    <a:pt x="3005295" y="593447"/>
                  </a:lnTo>
                  <a:lnTo>
                    <a:pt x="3006165" y="593105"/>
                  </a:lnTo>
                  <a:lnTo>
                    <a:pt x="3006512" y="592968"/>
                  </a:lnTo>
                  <a:lnTo>
                    <a:pt x="3007556" y="592558"/>
                  </a:lnTo>
                  <a:lnTo>
                    <a:pt x="3013816" y="590098"/>
                  </a:lnTo>
                  <a:lnTo>
                    <a:pt x="3018164" y="588389"/>
                  </a:lnTo>
                  <a:lnTo>
                    <a:pt x="3019729" y="587774"/>
                  </a:lnTo>
                  <a:lnTo>
                    <a:pt x="3020946" y="587295"/>
                  </a:lnTo>
                  <a:lnTo>
                    <a:pt x="3021294" y="587159"/>
                  </a:lnTo>
                  <a:lnTo>
                    <a:pt x="3024250" y="585997"/>
                  </a:lnTo>
                  <a:lnTo>
                    <a:pt x="3026858" y="584972"/>
                  </a:lnTo>
                  <a:lnTo>
                    <a:pt x="3030684" y="583468"/>
                  </a:lnTo>
                  <a:lnTo>
                    <a:pt x="3033467" y="582375"/>
                  </a:lnTo>
                  <a:lnTo>
                    <a:pt x="3037640" y="580734"/>
                  </a:lnTo>
                  <a:lnTo>
                    <a:pt x="3040596" y="579572"/>
                  </a:lnTo>
                  <a:lnTo>
                    <a:pt x="3041292" y="579299"/>
                  </a:lnTo>
                  <a:lnTo>
                    <a:pt x="3041640" y="579162"/>
                  </a:lnTo>
                  <a:lnTo>
                    <a:pt x="3041814" y="579094"/>
                  </a:lnTo>
                  <a:lnTo>
                    <a:pt x="3041988" y="579026"/>
                  </a:lnTo>
                  <a:lnTo>
                    <a:pt x="3043205" y="578547"/>
                  </a:lnTo>
                  <a:lnTo>
                    <a:pt x="3044944" y="577864"/>
                  </a:lnTo>
                  <a:lnTo>
                    <a:pt x="3045118" y="577795"/>
                  </a:lnTo>
                  <a:lnTo>
                    <a:pt x="3046857" y="577112"/>
                  </a:lnTo>
                  <a:lnTo>
                    <a:pt x="3049291" y="576155"/>
                  </a:lnTo>
                  <a:lnTo>
                    <a:pt x="3050509" y="575677"/>
                  </a:lnTo>
                  <a:lnTo>
                    <a:pt x="3054334" y="574173"/>
                  </a:lnTo>
                  <a:lnTo>
                    <a:pt x="3063203" y="570687"/>
                  </a:lnTo>
                  <a:lnTo>
                    <a:pt x="3067203" y="569115"/>
                  </a:lnTo>
                  <a:lnTo>
                    <a:pt x="3067550" y="568979"/>
                  </a:lnTo>
                  <a:lnTo>
                    <a:pt x="3068420" y="568637"/>
                  </a:lnTo>
                  <a:lnTo>
                    <a:pt x="3070159" y="567954"/>
                  </a:lnTo>
                  <a:lnTo>
                    <a:pt x="3070855" y="567680"/>
                  </a:lnTo>
                  <a:lnTo>
                    <a:pt x="3079202" y="564400"/>
                  </a:lnTo>
                  <a:lnTo>
                    <a:pt x="3080245" y="563990"/>
                  </a:lnTo>
                  <a:lnTo>
                    <a:pt x="3086505" y="561529"/>
                  </a:lnTo>
                  <a:lnTo>
                    <a:pt x="3087723" y="561051"/>
                  </a:lnTo>
                  <a:lnTo>
                    <a:pt x="3093809" y="558659"/>
                  </a:lnTo>
                  <a:lnTo>
                    <a:pt x="3096070" y="557770"/>
                  </a:lnTo>
                  <a:lnTo>
                    <a:pt x="3097983" y="557018"/>
                  </a:lnTo>
                  <a:lnTo>
                    <a:pt x="3101634" y="555583"/>
                  </a:lnTo>
                  <a:lnTo>
                    <a:pt x="3102156" y="555378"/>
                  </a:lnTo>
                  <a:lnTo>
                    <a:pt x="3103026" y="555036"/>
                  </a:lnTo>
                  <a:lnTo>
                    <a:pt x="3103547" y="554831"/>
                  </a:lnTo>
                  <a:lnTo>
                    <a:pt x="3103721" y="554763"/>
                  </a:lnTo>
                  <a:lnTo>
                    <a:pt x="3105982" y="553874"/>
                  </a:lnTo>
                  <a:lnTo>
                    <a:pt x="3116068" y="549910"/>
                  </a:lnTo>
                  <a:lnTo>
                    <a:pt x="3117111" y="549500"/>
                  </a:lnTo>
                  <a:lnTo>
                    <a:pt x="3118502" y="548953"/>
                  </a:lnTo>
                  <a:lnTo>
                    <a:pt x="3122328" y="547450"/>
                  </a:lnTo>
                  <a:lnTo>
                    <a:pt x="3124067" y="546766"/>
                  </a:lnTo>
                  <a:lnTo>
                    <a:pt x="3124589" y="546561"/>
                  </a:lnTo>
                  <a:lnTo>
                    <a:pt x="3125980" y="546015"/>
                  </a:lnTo>
                  <a:lnTo>
                    <a:pt x="3126676" y="545741"/>
                  </a:lnTo>
                  <a:lnTo>
                    <a:pt x="3130154" y="544374"/>
                  </a:lnTo>
                  <a:lnTo>
                    <a:pt x="3130501" y="544238"/>
                  </a:lnTo>
                  <a:lnTo>
                    <a:pt x="3133805" y="542939"/>
                  </a:lnTo>
                  <a:lnTo>
                    <a:pt x="3135892" y="542119"/>
                  </a:lnTo>
                  <a:lnTo>
                    <a:pt x="3137457" y="541504"/>
                  </a:lnTo>
                  <a:lnTo>
                    <a:pt x="3138501" y="541094"/>
                  </a:lnTo>
                  <a:lnTo>
                    <a:pt x="3139718" y="540615"/>
                  </a:lnTo>
                  <a:lnTo>
                    <a:pt x="3140761" y="540205"/>
                  </a:lnTo>
                  <a:lnTo>
                    <a:pt x="3141283" y="540000"/>
                  </a:lnTo>
                  <a:lnTo>
                    <a:pt x="3141457" y="539932"/>
                  </a:lnTo>
                  <a:lnTo>
                    <a:pt x="3142848" y="539385"/>
                  </a:lnTo>
                  <a:lnTo>
                    <a:pt x="3144761" y="538633"/>
                  </a:lnTo>
                  <a:lnTo>
                    <a:pt x="3147022" y="537745"/>
                  </a:lnTo>
                  <a:lnTo>
                    <a:pt x="3148587" y="537130"/>
                  </a:lnTo>
                  <a:lnTo>
                    <a:pt x="3152412" y="535626"/>
                  </a:lnTo>
                  <a:lnTo>
                    <a:pt x="3153630" y="535148"/>
                  </a:lnTo>
                  <a:lnTo>
                    <a:pt x="3154151" y="534943"/>
                  </a:lnTo>
                  <a:lnTo>
                    <a:pt x="3155716" y="534327"/>
                  </a:lnTo>
                  <a:lnTo>
                    <a:pt x="3161455" y="532072"/>
                  </a:lnTo>
                  <a:lnTo>
                    <a:pt x="3167194" y="529817"/>
                  </a:lnTo>
                  <a:lnTo>
                    <a:pt x="3170846" y="528381"/>
                  </a:lnTo>
                  <a:lnTo>
                    <a:pt x="3171019" y="528313"/>
                  </a:lnTo>
                  <a:lnTo>
                    <a:pt x="3172932" y="527561"/>
                  </a:lnTo>
                  <a:lnTo>
                    <a:pt x="3173106" y="527493"/>
                  </a:lnTo>
                  <a:lnTo>
                    <a:pt x="3174671" y="526878"/>
                  </a:lnTo>
                  <a:lnTo>
                    <a:pt x="3178149" y="525511"/>
                  </a:lnTo>
                  <a:lnTo>
                    <a:pt x="3179193" y="525101"/>
                  </a:lnTo>
                  <a:lnTo>
                    <a:pt x="3180062" y="524759"/>
                  </a:lnTo>
                  <a:lnTo>
                    <a:pt x="3180410" y="524622"/>
                  </a:lnTo>
                  <a:lnTo>
                    <a:pt x="3181453" y="524212"/>
                  </a:lnTo>
                  <a:lnTo>
                    <a:pt x="3187714" y="521752"/>
                  </a:lnTo>
                  <a:lnTo>
                    <a:pt x="3192061" y="520043"/>
                  </a:lnTo>
                  <a:lnTo>
                    <a:pt x="3193626" y="519428"/>
                  </a:lnTo>
                  <a:lnTo>
                    <a:pt x="3194843" y="518950"/>
                  </a:lnTo>
                  <a:lnTo>
                    <a:pt x="3195191" y="518813"/>
                  </a:lnTo>
                  <a:lnTo>
                    <a:pt x="3198147" y="517651"/>
                  </a:lnTo>
                  <a:lnTo>
                    <a:pt x="3200756" y="516626"/>
                  </a:lnTo>
                  <a:lnTo>
                    <a:pt x="3204582" y="515122"/>
                  </a:lnTo>
                  <a:lnTo>
                    <a:pt x="3207364" y="514029"/>
                  </a:lnTo>
                  <a:lnTo>
                    <a:pt x="3211538" y="512388"/>
                  </a:lnTo>
                  <a:lnTo>
                    <a:pt x="3214494" y="511227"/>
                  </a:lnTo>
                  <a:lnTo>
                    <a:pt x="3215189" y="510953"/>
                  </a:lnTo>
                  <a:lnTo>
                    <a:pt x="3215537" y="510816"/>
                  </a:lnTo>
                  <a:lnTo>
                    <a:pt x="3215711" y="510748"/>
                  </a:lnTo>
                  <a:lnTo>
                    <a:pt x="3215885" y="510680"/>
                  </a:lnTo>
                  <a:lnTo>
                    <a:pt x="3217102" y="510201"/>
                  </a:lnTo>
                  <a:lnTo>
                    <a:pt x="3218841" y="509518"/>
                  </a:lnTo>
                  <a:lnTo>
                    <a:pt x="3219015" y="509450"/>
                  </a:lnTo>
                  <a:lnTo>
                    <a:pt x="3220754" y="508766"/>
                  </a:lnTo>
                  <a:lnTo>
                    <a:pt x="3223189" y="507809"/>
                  </a:lnTo>
                  <a:lnTo>
                    <a:pt x="3224406" y="507331"/>
                  </a:lnTo>
                  <a:lnTo>
                    <a:pt x="3228232" y="505827"/>
                  </a:lnTo>
                  <a:lnTo>
                    <a:pt x="3237100" y="502342"/>
                  </a:lnTo>
                  <a:lnTo>
                    <a:pt x="3241100" y="500770"/>
                  </a:lnTo>
                  <a:lnTo>
                    <a:pt x="3241448" y="500633"/>
                  </a:lnTo>
                  <a:lnTo>
                    <a:pt x="3242317" y="500291"/>
                  </a:lnTo>
                  <a:lnTo>
                    <a:pt x="3244056" y="499608"/>
                  </a:lnTo>
                  <a:lnTo>
                    <a:pt x="3244752" y="499334"/>
                  </a:lnTo>
                  <a:lnTo>
                    <a:pt x="3253099" y="496054"/>
                  </a:lnTo>
                  <a:lnTo>
                    <a:pt x="3254142" y="495644"/>
                  </a:lnTo>
                  <a:lnTo>
                    <a:pt x="3260403" y="493183"/>
                  </a:lnTo>
                  <a:lnTo>
                    <a:pt x="3261620" y="492705"/>
                  </a:lnTo>
                  <a:lnTo>
                    <a:pt x="3267706" y="490313"/>
                  </a:lnTo>
                  <a:lnTo>
                    <a:pt x="3269967" y="489424"/>
                  </a:lnTo>
                  <a:lnTo>
                    <a:pt x="3271880" y="488672"/>
                  </a:lnTo>
                  <a:lnTo>
                    <a:pt x="3275532" y="487237"/>
                  </a:lnTo>
                  <a:lnTo>
                    <a:pt x="3276054" y="487032"/>
                  </a:lnTo>
                  <a:lnTo>
                    <a:pt x="3276923" y="486690"/>
                  </a:lnTo>
                  <a:lnTo>
                    <a:pt x="3277445" y="486485"/>
                  </a:lnTo>
                  <a:lnTo>
                    <a:pt x="3277619" y="486417"/>
                  </a:lnTo>
                  <a:lnTo>
                    <a:pt x="3279879" y="485529"/>
                  </a:lnTo>
                  <a:lnTo>
                    <a:pt x="3289965" y="481564"/>
                  </a:lnTo>
                  <a:lnTo>
                    <a:pt x="3291009" y="481154"/>
                  </a:lnTo>
                  <a:lnTo>
                    <a:pt x="3292400" y="480608"/>
                  </a:lnTo>
                  <a:lnTo>
                    <a:pt x="3296226" y="479104"/>
                  </a:lnTo>
                  <a:lnTo>
                    <a:pt x="3297965" y="478421"/>
                  </a:lnTo>
                  <a:lnTo>
                    <a:pt x="3298486" y="478216"/>
                  </a:lnTo>
                  <a:lnTo>
                    <a:pt x="3299877" y="477669"/>
                  </a:lnTo>
                  <a:lnTo>
                    <a:pt x="3300573" y="477395"/>
                  </a:lnTo>
                  <a:lnTo>
                    <a:pt x="3304051" y="476028"/>
                  </a:lnTo>
                  <a:lnTo>
                    <a:pt x="3304399" y="475892"/>
                  </a:lnTo>
                  <a:lnTo>
                    <a:pt x="3307703" y="474593"/>
                  </a:lnTo>
                  <a:lnTo>
                    <a:pt x="3309790" y="473773"/>
                  </a:lnTo>
                  <a:lnTo>
                    <a:pt x="3311355" y="473158"/>
                  </a:lnTo>
                  <a:lnTo>
                    <a:pt x="3312398" y="472748"/>
                  </a:lnTo>
                  <a:lnTo>
                    <a:pt x="3313615" y="472269"/>
                  </a:lnTo>
                  <a:lnTo>
                    <a:pt x="3314659" y="471859"/>
                  </a:lnTo>
                  <a:lnTo>
                    <a:pt x="3315180" y="471654"/>
                  </a:lnTo>
                  <a:lnTo>
                    <a:pt x="3315354" y="471586"/>
                  </a:lnTo>
                  <a:lnTo>
                    <a:pt x="3316746" y="471039"/>
                  </a:lnTo>
                  <a:lnTo>
                    <a:pt x="3318658" y="470287"/>
                  </a:lnTo>
                  <a:lnTo>
                    <a:pt x="3320919" y="469399"/>
                  </a:lnTo>
                  <a:lnTo>
                    <a:pt x="3322484" y="468784"/>
                  </a:lnTo>
                  <a:lnTo>
                    <a:pt x="3326310" y="467280"/>
                  </a:lnTo>
                  <a:lnTo>
                    <a:pt x="3327527" y="466802"/>
                  </a:lnTo>
                  <a:lnTo>
                    <a:pt x="3328049" y="466597"/>
                  </a:lnTo>
                  <a:lnTo>
                    <a:pt x="3329614" y="465982"/>
                  </a:lnTo>
                  <a:lnTo>
                    <a:pt x="3335353" y="463726"/>
                  </a:lnTo>
                  <a:lnTo>
                    <a:pt x="3341091" y="461471"/>
                  </a:lnTo>
                  <a:lnTo>
                    <a:pt x="3344743" y="460036"/>
                  </a:lnTo>
                  <a:lnTo>
                    <a:pt x="3344917" y="459967"/>
                  </a:lnTo>
                  <a:lnTo>
                    <a:pt x="3346830" y="459215"/>
                  </a:lnTo>
                  <a:lnTo>
                    <a:pt x="3347004" y="459147"/>
                  </a:lnTo>
                  <a:lnTo>
                    <a:pt x="3348569" y="458532"/>
                  </a:lnTo>
                  <a:lnTo>
                    <a:pt x="3352047" y="457165"/>
                  </a:lnTo>
                  <a:lnTo>
                    <a:pt x="3353090" y="456755"/>
                  </a:lnTo>
                  <a:lnTo>
                    <a:pt x="3353960" y="456413"/>
                  </a:lnTo>
                  <a:lnTo>
                    <a:pt x="3354307" y="456276"/>
                  </a:lnTo>
                  <a:lnTo>
                    <a:pt x="3355351" y="455866"/>
                  </a:lnTo>
                  <a:lnTo>
                    <a:pt x="3361611" y="453406"/>
                  </a:lnTo>
                  <a:lnTo>
                    <a:pt x="3365958" y="451697"/>
                  </a:lnTo>
                  <a:lnTo>
                    <a:pt x="3367524" y="451082"/>
                  </a:lnTo>
                  <a:lnTo>
                    <a:pt x="3368741" y="450604"/>
                  </a:lnTo>
                  <a:lnTo>
                    <a:pt x="3369089" y="450467"/>
                  </a:lnTo>
                  <a:lnTo>
                    <a:pt x="3374653" y="448280"/>
                  </a:lnTo>
                  <a:lnTo>
                    <a:pt x="3378479" y="446776"/>
                  </a:lnTo>
                  <a:lnTo>
                    <a:pt x="3381261" y="445683"/>
                  </a:lnTo>
                  <a:lnTo>
                    <a:pt x="3385435" y="444043"/>
                  </a:lnTo>
                  <a:lnTo>
                    <a:pt x="3388391" y="442881"/>
                  </a:lnTo>
                  <a:lnTo>
                    <a:pt x="3389087" y="442607"/>
                  </a:lnTo>
                  <a:lnTo>
                    <a:pt x="3389435" y="442471"/>
                  </a:lnTo>
                  <a:lnTo>
                    <a:pt x="3389609" y="442402"/>
                  </a:lnTo>
                  <a:lnTo>
                    <a:pt x="3389782" y="442334"/>
                  </a:lnTo>
                  <a:lnTo>
                    <a:pt x="3391000" y="441856"/>
                  </a:lnTo>
                  <a:lnTo>
                    <a:pt x="3392739" y="441172"/>
                  </a:lnTo>
                  <a:lnTo>
                    <a:pt x="3392913" y="441104"/>
                  </a:lnTo>
                  <a:lnTo>
                    <a:pt x="3394652" y="440420"/>
                  </a:lnTo>
                  <a:lnTo>
                    <a:pt x="3397086" y="439463"/>
                  </a:lnTo>
                  <a:lnTo>
                    <a:pt x="3398303" y="438985"/>
                  </a:lnTo>
                  <a:lnTo>
                    <a:pt x="3402129" y="437481"/>
                  </a:lnTo>
                  <a:lnTo>
                    <a:pt x="3410998" y="433996"/>
                  </a:lnTo>
                  <a:lnTo>
                    <a:pt x="3414998" y="432424"/>
                  </a:lnTo>
                  <a:lnTo>
                    <a:pt x="3415345" y="432287"/>
                  </a:lnTo>
                  <a:lnTo>
                    <a:pt x="3416215" y="431945"/>
                  </a:lnTo>
                  <a:lnTo>
                    <a:pt x="3417954" y="431262"/>
                  </a:lnTo>
                  <a:lnTo>
                    <a:pt x="3418649" y="430989"/>
                  </a:lnTo>
                  <a:lnTo>
                    <a:pt x="3426996" y="427708"/>
                  </a:lnTo>
                  <a:lnTo>
                    <a:pt x="3428040" y="427298"/>
                  </a:lnTo>
                  <a:lnTo>
                    <a:pt x="3434300" y="424837"/>
                  </a:lnTo>
                  <a:lnTo>
                    <a:pt x="3435517" y="424359"/>
                  </a:lnTo>
                  <a:lnTo>
                    <a:pt x="3441604" y="421967"/>
                  </a:lnTo>
                  <a:lnTo>
                    <a:pt x="3443865" y="421078"/>
                  </a:lnTo>
                  <a:lnTo>
                    <a:pt x="3445777" y="420327"/>
                  </a:lnTo>
                  <a:lnTo>
                    <a:pt x="3449429" y="418891"/>
                  </a:lnTo>
                  <a:lnTo>
                    <a:pt x="3449951" y="418686"/>
                  </a:lnTo>
                  <a:lnTo>
                    <a:pt x="3450820" y="418345"/>
                  </a:lnTo>
                  <a:lnTo>
                    <a:pt x="3451342" y="418139"/>
                  </a:lnTo>
                  <a:lnTo>
                    <a:pt x="3451516" y="418071"/>
                  </a:lnTo>
                  <a:lnTo>
                    <a:pt x="3453777" y="417183"/>
                  </a:lnTo>
                  <a:lnTo>
                    <a:pt x="3463863" y="413219"/>
                  </a:lnTo>
                  <a:lnTo>
                    <a:pt x="3464906" y="412809"/>
                  </a:lnTo>
                  <a:lnTo>
                    <a:pt x="3466297" y="412262"/>
                  </a:lnTo>
                  <a:lnTo>
                    <a:pt x="3470123" y="410758"/>
                  </a:lnTo>
                  <a:lnTo>
                    <a:pt x="3471862" y="410075"/>
                  </a:lnTo>
                  <a:lnTo>
                    <a:pt x="3472384" y="409870"/>
                  </a:lnTo>
                  <a:lnTo>
                    <a:pt x="3473775" y="409323"/>
                  </a:lnTo>
                  <a:lnTo>
                    <a:pt x="3474470" y="409049"/>
                  </a:lnTo>
                  <a:lnTo>
                    <a:pt x="3477948" y="407683"/>
                  </a:lnTo>
                  <a:lnTo>
                    <a:pt x="3478296" y="407546"/>
                  </a:lnTo>
                  <a:lnTo>
                    <a:pt x="3481600" y="406247"/>
                  </a:lnTo>
                  <a:lnTo>
                    <a:pt x="3483687" y="405427"/>
                  </a:lnTo>
                  <a:lnTo>
                    <a:pt x="3485252" y="404812"/>
                  </a:lnTo>
                  <a:lnTo>
                    <a:pt x="3486296" y="404402"/>
                  </a:lnTo>
                  <a:lnTo>
                    <a:pt x="3487513" y="403924"/>
                  </a:lnTo>
                  <a:lnTo>
                    <a:pt x="3488556" y="403513"/>
                  </a:lnTo>
                  <a:lnTo>
                    <a:pt x="3489078" y="403308"/>
                  </a:lnTo>
                  <a:lnTo>
                    <a:pt x="3489252" y="403240"/>
                  </a:lnTo>
                  <a:lnTo>
                    <a:pt x="3490643" y="402693"/>
                  </a:lnTo>
                  <a:lnTo>
                    <a:pt x="3492556" y="401942"/>
                  </a:lnTo>
                  <a:lnTo>
                    <a:pt x="3494816" y="401053"/>
                  </a:lnTo>
                  <a:lnTo>
                    <a:pt x="3496382" y="400438"/>
                  </a:lnTo>
                  <a:lnTo>
                    <a:pt x="3500207" y="398934"/>
                  </a:lnTo>
                  <a:lnTo>
                    <a:pt x="3501425" y="398456"/>
                  </a:lnTo>
                  <a:lnTo>
                    <a:pt x="3501946" y="398251"/>
                  </a:lnTo>
                  <a:lnTo>
                    <a:pt x="3503511" y="397636"/>
                  </a:lnTo>
                  <a:lnTo>
                    <a:pt x="3509250" y="395380"/>
                  </a:lnTo>
                  <a:lnTo>
                    <a:pt x="3514989" y="393125"/>
                  </a:lnTo>
                  <a:lnTo>
                    <a:pt x="3518640" y="391690"/>
                  </a:lnTo>
                  <a:lnTo>
                    <a:pt x="3518814" y="391621"/>
                  </a:lnTo>
                  <a:lnTo>
                    <a:pt x="3520727" y="390869"/>
                  </a:lnTo>
                  <a:lnTo>
                    <a:pt x="3520901" y="390801"/>
                  </a:lnTo>
                  <a:lnTo>
                    <a:pt x="3522466" y="390186"/>
                  </a:lnTo>
                  <a:lnTo>
                    <a:pt x="3525944" y="388819"/>
                  </a:lnTo>
                  <a:lnTo>
                    <a:pt x="3526988" y="388409"/>
                  </a:lnTo>
                  <a:lnTo>
                    <a:pt x="3527857" y="388067"/>
                  </a:lnTo>
                  <a:lnTo>
                    <a:pt x="3528205" y="387931"/>
                  </a:lnTo>
                  <a:lnTo>
                    <a:pt x="3529248" y="387521"/>
                  </a:lnTo>
                  <a:lnTo>
                    <a:pt x="3535508" y="385060"/>
                  </a:lnTo>
                  <a:lnTo>
                    <a:pt x="3539856" y="383351"/>
                  </a:lnTo>
                  <a:lnTo>
                    <a:pt x="3541421" y="382736"/>
                  </a:lnTo>
                  <a:lnTo>
                    <a:pt x="3542638" y="382258"/>
                  </a:lnTo>
                  <a:lnTo>
                    <a:pt x="3542986" y="382121"/>
                  </a:lnTo>
                  <a:lnTo>
                    <a:pt x="3545942" y="380959"/>
                  </a:lnTo>
                  <a:lnTo>
                    <a:pt x="3548551" y="379934"/>
                  </a:lnTo>
                  <a:lnTo>
                    <a:pt x="3552377" y="378431"/>
                  </a:lnTo>
                  <a:lnTo>
                    <a:pt x="3555159" y="377337"/>
                  </a:lnTo>
                  <a:lnTo>
                    <a:pt x="3559332" y="375697"/>
                  </a:lnTo>
                  <a:lnTo>
                    <a:pt x="3562289" y="374535"/>
                  </a:lnTo>
                  <a:lnTo>
                    <a:pt x="3562984" y="374261"/>
                  </a:lnTo>
                  <a:lnTo>
                    <a:pt x="3563332" y="374125"/>
                  </a:lnTo>
                  <a:lnTo>
                    <a:pt x="3563506" y="374056"/>
                  </a:lnTo>
                  <a:lnTo>
                    <a:pt x="3563680" y="373988"/>
                  </a:lnTo>
                  <a:lnTo>
                    <a:pt x="3564897" y="373510"/>
                  </a:lnTo>
                  <a:lnTo>
                    <a:pt x="3566636" y="372826"/>
                  </a:lnTo>
                  <a:lnTo>
                    <a:pt x="3566810" y="372758"/>
                  </a:lnTo>
                  <a:lnTo>
                    <a:pt x="3568549" y="372074"/>
                  </a:lnTo>
                  <a:lnTo>
                    <a:pt x="3570984" y="371118"/>
                  </a:lnTo>
                  <a:lnTo>
                    <a:pt x="3572201" y="370639"/>
                  </a:lnTo>
                  <a:lnTo>
                    <a:pt x="3576027" y="369136"/>
                  </a:lnTo>
                  <a:lnTo>
                    <a:pt x="3584895" y="365650"/>
                  </a:lnTo>
                  <a:lnTo>
                    <a:pt x="3588895" y="364078"/>
                  </a:lnTo>
                  <a:lnTo>
                    <a:pt x="3590112" y="363599"/>
                  </a:lnTo>
                  <a:lnTo>
                    <a:pt x="3591851" y="362916"/>
                  </a:lnTo>
                  <a:lnTo>
                    <a:pt x="3592547" y="362643"/>
                  </a:lnTo>
                  <a:lnTo>
                    <a:pt x="3601937" y="358952"/>
                  </a:lnTo>
                  <a:lnTo>
                    <a:pt x="3608198" y="356492"/>
                  </a:lnTo>
                  <a:lnTo>
                    <a:pt x="3609415" y="356013"/>
                  </a:lnTo>
                  <a:lnTo>
                    <a:pt x="3615501" y="353621"/>
                  </a:lnTo>
                  <a:lnTo>
                    <a:pt x="3617762" y="352732"/>
                  </a:lnTo>
                  <a:lnTo>
                    <a:pt x="3619675" y="351981"/>
                  </a:lnTo>
                  <a:lnTo>
                    <a:pt x="3623327" y="350545"/>
                  </a:lnTo>
                  <a:lnTo>
                    <a:pt x="3623848" y="350340"/>
                  </a:lnTo>
                  <a:lnTo>
                    <a:pt x="3624718" y="349999"/>
                  </a:lnTo>
                  <a:lnTo>
                    <a:pt x="3625240" y="349794"/>
                  </a:lnTo>
                  <a:lnTo>
                    <a:pt x="3625413" y="349725"/>
                  </a:lnTo>
                  <a:lnTo>
                    <a:pt x="3627674" y="348837"/>
                  </a:lnTo>
                  <a:lnTo>
                    <a:pt x="3637760" y="344873"/>
                  </a:lnTo>
                  <a:lnTo>
                    <a:pt x="3638804" y="344463"/>
                  </a:lnTo>
                  <a:lnTo>
                    <a:pt x="3640195" y="343916"/>
                  </a:lnTo>
                  <a:lnTo>
                    <a:pt x="3644021" y="342412"/>
                  </a:lnTo>
                  <a:lnTo>
                    <a:pt x="3645759" y="341729"/>
                  </a:lnTo>
                  <a:lnTo>
                    <a:pt x="3646281" y="341524"/>
                  </a:lnTo>
                  <a:lnTo>
                    <a:pt x="3647672" y="340977"/>
                  </a:lnTo>
                  <a:lnTo>
                    <a:pt x="3648368" y="340704"/>
                  </a:lnTo>
                  <a:lnTo>
                    <a:pt x="3651846" y="339337"/>
                  </a:lnTo>
                  <a:lnTo>
                    <a:pt x="3652194" y="339200"/>
                  </a:lnTo>
                  <a:lnTo>
                    <a:pt x="3655498" y="337901"/>
                  </a:lnTo>
                  <a:lnTo>
                    <a:pt x="3657585" y="337081"/>
                  </a:lnTo>
                  <a:lnTo>
                    <a:pt x="3659150" y="336466"/>
                  </a:lnTo>
                  <a:lnTo>
                    <a:pt x="3660193" y="336056"/>
                  </a:lnTo>
                  <a:lnTo>
                    <a:pt x="3661410" y="335578"/>
                  </a:lnTo>
                  <a:lnTo>
                    <a:pt x="3662454" y="335168"/>
                  </a:lnTo>
                  <a:lnTo>
                    <a:pt x="3662975" y="334963"/>
                  </a:lnTo>
                  <a:lnTo>
                    <a:pt x="3663149" y="334894"/>
                  </a:lnTo>
                  <a:lnTo>
                    <a:pt x="3664540" y="334347"/>
                  </a:lnTo>
                  <a:lnTo>
                    <a:pt x="3666453" y="333596"/>
                  </a:lnTo>
                  <a:lnTo>
                    <a:pt x="3668714" y="332707"/>
                  </a:lnTo>
                  <a:lnTo>
                    <a:pt x="3670279" y="332092"/>
                  </a:lnTo>
                  <a:lnTo>
                    <a:pt x="3674105" y="330588"/>
                  </a:lnTo>
                  <a:lnTo>
                    <a:pt x="3675322" y="330110"/>
                  </a:lnTo>
                  <a:lnTo>
                    <a:pt x="3675844" y="329905"/>
                  </a:lnTo>
                  <a:lnTo>
                    <a:pt x="3677409" y="329290"/>
                  </a:lnTo>
                  <a:lnTo>
                    <a:pt x="3683147" y="327034"/>
                  </a:lnTo>
                  <a:lnTo>
                    <a:pt x="3688886" y="324779"/>
                  </a:lnTo>
                  <a:lnTo>
                    <a:pt x="3692538" y="323344"/>
                  </a:lnTo>
                  <a:lnTo>
                    <a:pt x="3692712" y="323275"/>
                  </a:lnTo>
                  <a:lnTo>
                    <a:pt x="3694625" y="322524"/>
                  </a:lnTo>
                  <a:lnTo>
                    <a:pt x="3694799" y="322455"/>
                  </a:lnTo>
                  <a:lnTo>
                    <a:pt x="3696364" y="321840"/>
                  </a:lnTo>
                  <a:lnTo>
                    <a:pt x="3699842" y="320473"/>
                  </a:lnTo>
                  <a:lnTo>
                    <a:pt x="3700885" y="320063"/>
                  </a:lnTo>
                  <a:lnTo>
                    <a:pt x="3701754" y="319721"/>
                  </a:lnTo>
                  <a:lnTo>
                    <a:pt x="3702102" y="319585"/>
                  </a:lnTo>
                  <a:lnTo>
                    <a:pt x="3703146" y="319175"/>
                  </a:lnTo>
                  <a:lnTo>
                    <a:pt x="3709406" y="316714"/>
                  </a:lnTo>
                  <a:lnTo>
                    <a:pt x="3713753" y="315006"/>
                  </a:lnTo>
                  <a:lnTo>
                    <a:pt x="3715318" y="314390"/>
                  </a:lnTo>
                  <a:lnTo>
                    <a:pt x="3716536" y="313912"/>
                  </a:lnTo>
                  <a:lnTo>
                    <a:pt x="3716884" y="313775"/>
                  </a:lnTo>
                  <a:lnTo>
                    <a:pt x="3719840" y="312613"/>
                  </a:lnTo>
                  <a:lnTo>
                    <a:pt x="3722448" y="311588"/>
                  </a:lnTo>
                  <a:lnTo>
                    <a:pt x="3726274" y="310085"/>
                  </a:lnTo>
                  <a:lnTo>
                    <a:pt x="3729056" y="308991"/>
                  </a:lnTo>
                  <a:lnTo>
                    <a:pt x="3736186" y="306189"/>
                  </a:lnTo>
                  <a:lnTo>
                    <a:pt x="3736882" y="305916"/>
                  </a:lnTo>
                  <a:lnTo>
                    <a:pt x="3737230" y="305779"/>
                  </a:lnTo>
                  <a:lnTo>
                    <a:pt x="3737403" y="305711"/>
                  </a:lnTo>
                  <a:lnTo>
                    <a:pt x="3737577" y="305642"/>
                  </a:lnTo>
                  <a:lnTo>
                    <a:pt x="3738795" y="305164"/>
                  </a:lnTo>
                  <a:lnTo>
                    <a:pt x="3740534" y="304480"/>
                  </a:lnTo>
                  <a:lnTo>
                    <a:pt x="3740707" y="304412"/>
                  </a:lnTo>
                  <a:lnTo>
                    <a:pt x="3742446" y="303729"/>
                  </a:lnTo>
                  <a:lnTo>
                    <a:pt x="3744881" y="302772"/>
                  </a:lnTo>
                  <a:lnTo>
                    <a:pt x="3746098" y="302293"/>
                  </a:lnTo>
                  <a:lnTo>
                    <a:pt x="3749924" y="300790"/>
                  </a:lnTo>
                  <a:lnTo>
                    <a:pt x="3758793" y="297304"/>
                  </a:lnTo>
                  <a:lnTo>
                    <a:pt x="3762792" y="295732"/>
                  </a:lnTo>
                  <a:lnTo>
                    <a:pt x="3763140" y="295595"/>
                  </a:lnTo>
                  <a:lnTo>
                    <a:pt x="3764010" y="295254"/>
                  </a:lnTo>
                  <a:lnTo>
                    <a:pt x="3765749" y="294570"/>
                  </a:lnTo>
                  <a:lnTo>
                    <a:pt x="3766444" y="294297"/>
                  </a:lnTo>
                  <a:lnTo>
                    <a:pt x="3774791" y="291016"/>
                  </a:lnTo>
                  <a:lnTo>
                    <a:pt x="3775835" y="290606"/>
                  </a:lnTo>
                  <a:lnTo>
                    <a:pt x="3782095" y="288146"/>
                  </a:lnTo>
                  <a:lnTo>
                    <a:pt x="3783312" y="287667"/>
                  </a:lnTo>
                  <a:lnTo>
                    <a:pt x="3789399" y="285275"/>
                  </a:lnTo>
                  <a:lnTo>
                    <a:pt x="3791659" y="284387"/>
                  </a:lnTo>
                  <a:lnTo>
                    <a:pt x="3793572" y="283635"/>
                  </a:lnTo>
                  <a:lnTo>
                    <a:pt x="3797224" y="282200"/>
                  </a:lnTo>
                  <a:lnTo>
                    <a:pt x="3797746" y="281995"/>
                  </a:lnTo>
                  <a:lnTo>
                    <a:pt x="3798615" y="281653"/>
                  </a:lnTo>
                  <a:lnTo>
                    <a:pt x="3799137" y="281448"/>
                  </a:lnTo>
                  <a:lnTo>
                    <a:pt x="3799311" y="281379"/>
                  </a:lnTo>
                  <a:lnTo>
                    <a:pt x="3801572" y="280491"/>
                  </a:lnTo>
                  <a:lnTo>
                    <a:pt x="3811658" y="276527"/>
                  </a:lnTo>
                  <a:lnTo>
                    <a:pt x="3812701" y="276117"/>
                  </a:lnTo>
                  <a:lnTo>
                    <a:pt x="3814092" y="275570"/>
                  </a:lnTo>
                  <a:lnTo>
                    <a:pt x="3817918" y="274066"/>
                  </a:lnTo>
                  <a:lnTo>
                    <a:pt x="3819657" y="273383"/>
                  </a:lnTo>
                  <a:lnTo>
                    <a:pt x="3820179" y="273178"/>
                  </a:lnTo>
                  <a:lnTo>
                    <a:pt x="3821570" y="272631"/>
                  </a:lnTo>
                  <a:lnTo>
                    <a:pt x="3822265" y="272358"/>
                  </a:lnTo>
                  <a:lnTo>
                    <a:pt x="3825743" y="270991"/>
                  </a:lnTo>
                  <a:lnTo>
                    <a:pt x="3826091" y="270854"/>
                  </a:lnTo>
                  <a:lnTo>
                    <a:pt x="3829395" y="269556"/>
                  </a:lnTo>
                  <a:lnTo>
                    <a:pt x="3831482" y="268735"/>
                  </a:lnTo>
                  <a:lnTo>
                    <a:pt x="3833047" y="268120"/>
                  </a:lnTo>
                  <a:lnTo>
                    <a:pt x="3834090" y="267710"/>
                  </a:lnTo>
                  <a:lnTo>
                    <a:pt x="3835308" y="267232"/>
                  </a:lnTo>
                  <a:lnTo>
                    <a:pt x="3836351" y="266822"/>
                  </a:lnTo>
                  <a:lnTo>
                    <a:pt x="3836873" y="266617"/>
                  </a:lnTo>
                  <a:lnTo>
                    <a:pt x="3837047" y="266548"/>
                  </a:lnTo>
                  <a:lnTo>
                    <a:pt x="3838438" y="266002"/>
                  </a:lnTo>
                  <a:lnTo>
                    <a:pt x="3840351" y="265250"/>
                  </a:lnTo>
                  <a:lnTo>
                    <a:pt x="3842611" y="264361"/>
                  </a:lnTo>
                  <a:lnTo>
                    <a:pt x="3844176" y="263746"/>
                  </a:lnTo>
                  <a:lnTo>
                    <a:pt x="3848002" y="262243"/>
                  </a:lnTo>
                  <a:lnTo>
                    <a:pt x="3849219" y="261764"/>
                  </a:lnTo>
                  <a:lnTo>
                    <a:pt x="3849741" y="261559"/>
                  </a:lnTo>
                  <a:lnTo>
                    <a:pt x="3851306" y="260944"/>
                  </a:lnTo>
                  <a:lnTo>
                    <a:pt x="3857045" y="258689"/>
                  </a:lnTo>
                  <a:lnTo>
                    <a:pt x="3862783" y="256433"/>
                  </a:lnTo>
                  <a:lnTo>
                    <a:pt x="3866435" y="254998"/>
                  </a:lnTo>
                  <a:lnTo>
                    <a:pt x="3866609" y="254930"/>
                  </a:lnTo>
                  <a:lnTo>
                    <a:pt x="3868522" y="254178"/>
                  </a:lnTo>
                  <a:lnTo>
                    <a:pt x="3868696" y="254109"/>
                  </a:lnTo>
                  <a:lnTo>
                    <a:pt x="3870261" y="253494"/>
                  </a:lnTo>
                  <a:lnTo>
                    <a:pt x="3873739" y="252127"/>
                  </a:lnTo>
                  <a:lnTo>
                    <a:pt x="3874782" y="251717"/>
                  </a:lnTo>
                  <a:lnTo>
                    <a:pt x="3875652" y="251376"/>
                  </a:lnTo>
                  <a:lnTo>
                    <a:pt x="3876000" y="251239"/>
                  </a:lnTo>
                  <a:lnTo>
                    <a:pt x="3877043" y="250829"/>
                  </a:lnTo>
                  <a:lnTo>
                    <a:pt x="3883303" y="248368"/>
                  </a:lnTo>
                  <a:lnTo>
                    <a:pt x="3887651" y="246660"/>
                  </a:lnTo>
                  <a:lnTo>
                    <a:pt x="3889216" y="246045"/>
                  </a:lnTo>
                  <a:lnTo>
                    <a:pt x="3890433" y="245566"/>
                  </a:lnTo>
                  <a:lnTo>
                    <a:pt x="3890781" y="245429"/>
                  </a:lnTo>
                  <a:lnTo>
                    <a:pt x="3893737" y="244268"/>
                  </a:lnTo>
                  <a:lnTo>
                    <a:pt x="3896346" y="243242"/>
                  </a:lnTo>
                  <a:lnTo>
                    <a:pt x="3900171" y="241739"/>
                  </a:lnTo>
                  <a:lnTo>
                    <a:pt x="3902954" y="240645"/>
                  </a:lnTo>
                  <a:lnTo>
                    <a:pt x="3907127" y="239005"/>
                  </a:lnTo>
                  <a:lnTo>
                    <a:pt x="3910084" y="237843"/>
                  </a:lnTo>
                  <a:lnTo>
                    <a:pt x="3910779" y="237570"/>
                  </a:lnTo>
                  <a:lnTo>
                    <a:pt x="3911127" y="237433"/>
                  </a:lnTo>
                  <a:lnTo>
                    <a:pt x="3911301" y="237365"/>
                  </a:lnTo>
                  <a:lnTo>
                    <a:pt x="3911475" y="237296"/>
                  </a:lnTo>
                  <a:lnTo>
                    <a:pt x="3912692" y="236818"/>
                  </a:lnTo>
                  <a:lnTo>
                    <a:pt x="3914431" y="236134"/>
                  </a:lnTo>
                  <a:lnTo>
                    <a:pt x="3914605" y="236066"/>
                  </a:lnTo>
                  <a:lnTo>
                    <a:pt x="3916344" y="235383"/>
                  </a:lnTo>
                  <a:lnTo>
                    <a:pt x="3918778" y="234426"/>
                  </a:lnTo>
                  <a:lnTo>
                    <a:pt x="3919996" y="233947"/>
                  </a:lnTo>
                  <a:lnTo>
                    <a:pt x="3923821" y="232444"/>
                  </a:lnTo>
                  <a:lnTo>
                    <a:pt x="3932690" y="228958"/>
                  </a:lnTo>
                  <a:lnTo>
                    <a:pt x="3936690" y="227386"/>
                  </a:lnTo>
                  <a:lnTo>
                    <a:pt x="3937038" y="227249"/>
                  </a:lnTo>
                  <a:lnTo>
                    <a:pt x="3937907" y="226908"/>
                  </a:lnTo>
                  <a:lnTo>
                    <a:pt x="3939646" y="226224"/>
                  </a:lnTo>
                  <a:lnTo>
                    <a:pt x="3940342" y="225951"/>
                  </a:lnTo>
                  <a:lnTo>
                    <a:pt x="3948689" y="222670"/>
                  </a:lnTo>
                  <a:lnTo>
                    <a:pt x="3949732" y="222260"/>
                  </a:lnTo>
                  <a:lnTo>
                    <a:pt x="3955993" y="219800"/>
                  </a:lnTo>
                  <a:lnTo>
                    <a:pt x="3957210" y="219321"/>
                  </a:lnTo>
                  <a:lnTo>
                    <a:pt x="3963296" y="216929"/>
                  </a:lnTo>
                  <a:lnTo>
                    <a:pt x="3965557" y="216041"/>
                  </a:lnTo>
                  <a:lnTo>
                    <a:pt x="3967470" y="215289"/>
                  </a:lnTo>
                  <a:lnTo>
                    <a:pt x="3971122" y="213854"/>
                  </a:lnTo>
                  <a:lnTo>
                    <a:pt x="3971643" y="213649"/>
                  </a:lnTo>
                  <a:lnTo>
                    <a:pt x="3972513" y="213307"/>
                  </a:lnTo>
                  <a:lnTo>
                    <a:pt x="3973034" y="213102"/>
                  </a:lnTo>
                  <a:lnTo>
                    <a:pt x="3973208" y="213034"/>
                  </a:lnTo>
                  <a:lnTo>
                    <a:pt x="3975469" y="212145"/>
                  </a:lnTo>
                  <a:lnTo>
                    <a:pt x="3985555" y="208181"/>
                  </a:lnTo>
                  <a:lnTo>
                    <a:pt x="3986598" y="207771"/>
                  </a:lnTo>
                  <a:lnTo>
                    <a:pt x="3987990" y="207224"/>
                  </a:lnTo>
                  <a:lnTo>
                    <a:pt x="3991815" y="205721"/>
                  </a:lnTo>
                  <a:lnTo>
                    <a:pt x="3993554" y="205037"/>
                  </a:lnTo>
                  <a:lnTo>
                    <a:pt x="3994076" y="204832"/>
                  </a:lnTo>
                  <a:lnTo>
                    <a:pt x="3995467" y="204285"/>
                  </a:lnTo>
                  <a:lnTo>
                    <a:pt x="3996163" y="204012"/>
                  </a:lnTo>
                  <a:lnTo>
                    <a:pt x="3999989" y="202508"/>
                  </a:lnTo>
                  <a:lnTo>
                    <a:pt x="4003293" y="201210"/>
                  </a:lnTo>
                  <a:lnTo>
                    <a:pt x="4005379" y="200390"/>
                  </a:lnTo>
                  <a:lnTo>
                    <a:pt x="4006944" y="199774"/>
                  </a:lnTo>
                  <a:lnTo>
                    <a:pt x="4007988" y="199364"/>
                  </a:lnTo>
                  <a:lnTo>
                    <a:pt x="4009205" y="198886"/>
                  </a:lnTo>
                  <a:lnTo>
                    <a:pt x="4010249" y="198476"/>
                  </a:lnTo>
                  <a:lnTo>
                    <a:pt x="4010770" y="198271"/>
                  </a:lnTo>
                  <a:lnTo>
                    <a:pt x="4010944" y="198203"/>
                  </a:lnTo>
                  <a:lnTo>
                    <a:pt x="4012335" y="197656"/>
                  </a:lnTo>
                  <a:lnTo>
                    <a:pt x="4014248" y="196904"/>
                  </a:lnTo>
                  <a:lnTo>
                    <a:pt x="4016509" y="196015"/>
                  </a:lnTo>
                  <a:lnTo>
                    <a:pt x="4018074" y="195400"/>
                  </a:lnTo>
                  <a:lnTo>
                    <a:pt x="4021900" y="193897"/>
                  </a:lnTo>
                  <a:lnTo>
                    <a:pt x="4023117" y="193418"/>
                  </a:lnTo>
                  <a:lnTo>
                    <a:pt x="4023639" y="193213"/>
                  </a:lnTo>
                  <a:lnTo>
                    <a:pt x="4025204" y="192598"/>
                  </a:lnTo>
                  <a:lnTo>
                    <a:pt x="4030942" y="190343"/>
                  </a:lnTo>
                  <a:lnTo>
                    <a:pt x="4036681" y="188087"/>
                  </a:lnTo>
                  <a:lnTo>
                    <a:pt x="4040333" y="186652"/>
                  </a:lnTo>
                  <a:lnTo>
                    <a:pt x="4040507" y="186584"/>
                  </a:lnTo>
                  <a:lnTo>
                    <a:pt x="4042420" y="185832"/>
                  </a:lnTo>
                  <a:lnTo>
                    <a:pt x="4042593" y="185764"/>
                  </a:lnTo>
                  <a:lnTo>
                    <a:pt x="4044159" y="185148"/>
                  </a:lnTo>
                  <a:lnTo>
                    <a:pt x="4047636" y="183782"/>
                  </a:lnTo>
                  <a:lnTo>
                    <a:pt x="4048680" y="183371"/>
                  </a:lnTo>
                  <a:lnTo>
                    <a:pt x="4049549" y="183030"/>
                  </a:lnTo>
                  <a:lnTo>
                    <a:pt x="4049897" y="182893"/>
                  </a:lnTo>
                  <a:lnTo>
                    <a:pt x="4050941" y="182483"/>
                  </a:lnTo>
                  <a:lnTo>
                    <a:pt x="4057201" y="180023"/>
                  </a:lnTo>
                  <a:lnTo>
                    <a:pt x="4061548" y="178314"/>
                  </a:lnTo>
                  <a:lnTo>
                    <a:pt x="4063113" y="177699"/>
                  </a:lnTo>
                  <a:lnTo>
                    <a:pt x="4064331" y="177220"/>
                  </a:lnTo>
                  <a:lnTo>
                    <a:pt x="4064678" y="177084"/>
                  </a:lnTo>
                  <a:lnTo>
                    <a:pt x="4067635" y="175922"/>
                  </a:lnTo>
                  <a:lnTo>
                    <a:pt x="4070243" y="174897"/>
                  </a:lnTo>
                  <a:lnTo>
                    <a:pt x="4074069" y="173393"/>
                  </a:lnTo>
                  <a:lnTo>
                    <a:pt x="4076851" y="172299"/>
                  </a:lnTo>
                  <a:lnTo>
                    <a:pt x="4081025" y="170659"/>
                  </a:lnTo>
                  <a:lnTo>
                    <a:pt x="4083981" y="169497"/>
                  </a:lnTo>
                  <a:lnTo>
                    <a:pt x="4084677" y="169224"/>
                  </a:lnTo>
                  <a:lnTo>
                    <a:pt x="4085198" y="169019"/>
                  </a:lnTo>
                  <a:lnTo>
                    <a:pt x="4085372" y="168950"/>
                  </a:lnTo>
                  <a:lnTo>
                    <a:pt x="4086590" y="168472"/>
                  </a:lnTo>
                  <a:lnTo>
                    <a:pt x="4088328" y="167789"/>
                  </a:lnTo>
                  <a:lnTo>
                    <a:pt x="4088502" y="167720"/>
                  </a:lnTo>
                  <a:lnTo>
                    <a:pt x="4090241" y="167037"/>
                  </a:lnTo>
                  <a:lnTo>
                    <a:pt x="4092676" y="166080"/>
                  </a:lnTo>
                  <a:lnTo>
                    <a:pt x="4093893" y="165602"/>
                  </a:lnTo>
                  <a:lnTo>
                    <a:pt x="4097719" y="164098"/>
                  </a:lnTo>
                  <a:lnTo>
                    <a:pt x="4106588" y="160612"/>
                  </a:lnTo>
                  <a:lnTo>
                    <a:pt x="4110587" y="159040"/>
                  </a:lnTo>
                  <a:lnTo>
                    <a:pt x="4110935" y="158904"/>
                  </a:lnTo>
                  <a:lnTo>
                    <a:pt x="4111805" y="158562"/>
                  </a:lnTo>
                  <a:lnTo>
                    <a:pt x="4114239" y="157605"/>
                  </a:lnTo>
                  <a:lnTo>
                    <a:pt x="4122586" y="154324"/>
                  </a:lnTo>
                  <a:lnTo>
                    <a:pt x="4123630" y="153914"/>
                  </a:lnTo>
                  <a:lnTo>
                    <a:pt x="4129890" y="151454"/>
                  </a:lnTo>
                  <a:lnTo>
                    <a:pt x="4131107" y="150976"/>
                  </a:lnTo>
                  <a:lnTo>
                    <a:pt x="4137194" y="148583"/>
                  </a:lnTo>
                  <a:lnTo>
                    <a:pt x="4139454" y="147695"/>
                  </a:lnTo>
                  <a:lnTo>
                    <a:pt x="4141367" y="146943"/>
                  </a:lnTo>
                  <a:lnTo>
                    <a:pt x="4145019" y="145508"/>
                  </a:lnTo>
                  <a:lnTo>
                    <a:pt x="4146410" y="144961"/>
                  </a:lnTo>
                  <a:lnTo>
                    <a:pt x="4146932" y="144756"/>
                  </a:lnTo>
                  <a:lnTo>
                    <a:pt x="4147106" y="144688"/>
                  </a:lnTo>
                  <a:lnTo>
                    <a:pt x="4149366" y="143799"/>
                  </a:lnTo>
                  <a:lnTo>
                    <a:pt x="4159453" y="139835"/>
                  </a:lnTo>
                  <a:lnTo>
                    <a:pt x="4160496" y="139425"/>
                  </a:lnTo>
                  <a:lnTo>
                    <a:pt x="4161887" y="138878"/>
                  </a:lnTo>
                  <a:lnTo>
                    <a:pt x="4167452" y="136691"/>
                  </a:lnTo>
                  <a:lnTo>
                    <a:pt x="4170060" y="135666"/>
                  </a:lnTo>
                  <a:lnTo>
                    <a:pt x="4173886" y="134162"/>
                  </a:lnTo>
                  <a:lnTo>
                    <a:pt x="4177190" y="132864"/>
                  </a:lnTo>
                  <a:lnTo>
                    <a:pt x="4179277" y="132044"/>
                  </a:lnTo>
                  <a:lnTo>
                    <a:pt x="4180842" y="131429"/>
                  </a:lnTo>
                  <a:lnTo>
                    <a:pt x="4183103" y="130540"/>
                  </a:lnTo>
                  <a:lnTo>
                    <a:pt x="4184146" y="130130"/>
                  </a:lnTo>
                  <a:lnTo>
                    <a:pt x="4184668" y="129925"/>
                  </a:lnTo>
                  <a:lnTo>
                    <a:pt x="4184842" y="129857"/>
                  </a:lnTo>
                  <a:lnTo>
                    <a:pt x="4186233" y="129310"/>
                  </a:lnTo>
                  <a:lnTo>
                    <a:pt x="4188146" y="128558"/>
                  </a:lnTo>
                  <a:lnTo>
                    <a:pt x="4190406" y="127670"/>
                  </a:lnTo>
                  <a:lnTo>
                    <a:pt x="4191971" y="127054"/>
                  </a:lnTo>
                  <a:lnTo>
                    <a:pt x="4195797" y="125551"/>
                  </a:lnTo>
                  <a:lnTo>
                    <a:pt x="4197536" y="124867"/>
                  </a:lnTo>
                  <a:lnTo>
                    <a:pt x="4199101" y="124252"/>
                  </a:lnTo>
                  <a:lnTo>
                    <a:pt x="4204840" y="121997"/>
                  </a:lnTo>
                  <a:lnTo>
                    <a:pt x="4210578" y="119741"/>
                  </a:lnTo>
                  <a:lnTo>
                    <a:pt x="4214404" y="118238"/>
                  </a:lnTo>
                  <a:lnTo>
                    <a:pt x="4216317" y="117486"/>
                  </a:lnTo>
                  <a:lnTo>
                    <a:pt x="4221534" y="115436"/>
                  </a:lnTo>
                  <a:lnTo>
                    <a:pt x="4223447" y="114684"/>
                  </a:lnTo>
                  <a:lnTo>
                    <a:pt x="4223795" y="114547"/>
                  </a:lnTo>
                  <a:lnTo>
                    <a:pt x="4224838" y="114137"/>
                  </a:lnTo>
                  <a:lnTo>
                    <a:pt x="4231098" y="111677"/>
                  </a:lnTo>
                  <a:lnTo>
                    <a:pt x="4237011" y="109353"/>
                  </a:lnTo>
                  <a:lnTo>
                    <a:pt x="4238228" y="108874"/>
                  </a:lnTo>
                  <a:lnTo>
                    <a:pt x="4241532" y="107576"/>
                  </a:lnTo>
                  <a:lnTo>
                    <a:pt x="4244141" y="106551"/>
                  </a:lnTo>
                  <a:lnTo>
                    <a:pt x="4250749" y="103954"/>
                  </a:lnTo>
                  <a:lnTo>
                    <a:pt x="4254922" y="102313"/>
                  </a:lnTo>
                  <a:lnTo>
                    <a:pt x="4258574" y="100878"/>
                  </a:lnTo>
                  <a:lnTo>
                    <a:pt x="4259096" y="100673"/>
                  </a:lnTo>
                  <a:lnTo>
                    <a:pt x="4262226" y="99443"/>
                  </a:lnTo>
                  <a:lnTo>
                    <a:pt x="4262400" y="99374"/>
                  </a:lnTo>
                  <a:lnTo>
                    <a:pt x="4264139" y="98691"/>
                  </a:lnTo>
                  <a:lnTo>
                    <a:pt x="4266573" y="97734"/>
                  </a:lnTo>
                  <a:lnTo>
                    <a:pt x="4267791" y="97256"/>
                  </a:lnTo>
                  <a:lnTo>
                    <a:pt x="4271616" y="95752"/>
                  </a:lnTo>
                  <a:lnTo>
                    <a:pt x="4280485" y="92266"/>
                  </a:lnTo>
                  <a:lnTo>
                    <a:pt x="4284485" y="90694"/>
                  </a:lnTo>
                  <a:lnTo>
                    <a:pt x="4284833" y="90558"/>
                  </a:lnTo>
                  <a:lnTo>
                    <a:pt x="4287441" y="89533"/>
                  </a:lnTo>
                  <a:lnTo>
                    <a:pt x="4296484" y="85979"/>
                  </a:lnTo>
                  <a:lnTo>
                    <a:pt x="4303787" y="83108"/>
                  </a:lnTo>
                  <a:lnTo>
                    <a:pt x="4313352" y="79349"/>
                  </a:lnTo>
                  <a:lnTo>
                    <a:pt x="4315265" y="78597"/>
                  </a:lnTo>
                  <a:lnTo>
                    <a:pt x="4318916" y="77162"/>
                  </a:lnTo>
                  <a:lnTo>
                    <a:pt x="4320308" y="76615"/>
                  </a:lnTo>
                  <a:lnTo>
                    <a:pt x="4320829" y="76410"/>
                  </a:lnTo>
                  <a:lnTo>
                    <a:pt x="4323264" y="75453"/>
                  </a:lnTo>
                  <a:lnTo>
                    <a:pt x="4334393" y="71079"/>
                  </a:lnTo>
                  <a:lnTo>
                    <a:pt x="4335785" y="70532"/>
                  </a:lnTo>
                  <a:lnTo>
                    <a:pt x="4341349" y="68345"/>
                  </a:lnTo>
                  <a:lnTo>
                    <a:pt x="4353174" y="63698"/>
                  </a:lnTo>
                  <a:lnTo>
                    <a:pt x="4369695" y="57205"/>
                  </a:lnTo>
                  <a:lnTo>
                    <a:pt x="4378737" y="53651"/>
                  </a:lnTo>
                  <a:lnTo>
                    <a:pt x="4388302" y="49892"/>
                  </a:lnTo>
                  <a:lnTo>
                    <a:pt x="4432472" y="32532"/>
                  </a:lnTo>
                  <a:lnTo>
                    <a:pt x="4432993" y="32327"/>
                  </a:lnTo>
                  <a:lnTo>
                    <a:pt x="4436297" y="31029"/>
                  </a:lnTo>
                  <a:lnTo>
                    <a:pt x="4470381" y="17633"/>
                  </a:lnTo>
                  <a:lnTo>
                    <a:pt x="4515247" y="0"/>
                  </a:lnTo>
                </a:path>
              </a:pathLst>
            </a:custGeom>
            <a:ln w="32521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6"/>
            <p:cNvSpPr/>
            <p:nvPr/>
          </p:nvSpPr>
          <p:spPr>
            <a:xfrm>
              <a:off x="3269760" y="3144653"/>
              <a:ext cx="4515247" cy="1473181"/>
            </a:xfrm>
            <a:custGeom>
              <a:avLst/>
              <a:pathLst>
                <a:path w="4515247" h="1473181">
                  <a:moveTo>
                    <a:pt x="0" y="1473181"/>
                  </a:moveTo>
                  <a:lnTo>
                    <a:pt x="77210" y="1447990"/>
                  </a:lnTo>
                  <a:lnTo>
                    <a:pt x="145899" y="1425579"/>
                  </a:lnTo>
                  <a:lnTo>
                    <a:pt x="166072" y="1418997"/>
                  </a:lnTo>
                  <a:lnTo>
                    <a:pt x="168332" y="1418260"/>
                  </a:lnTo>
                  <a:lnTo>
                    <a:pt x="173897" y="1416444"/>
                  </a:lnTo>
                  <a:lnTo>
                    <a:pt x="182244" y="1413721"/>
                  </a:lnTo>
                  <a:lnTo>
                    <a:pt x="192330" y="1410430"/>
                  </a:lnTo>
                  <a:lnTo>
                    <a:pt x="197373" y="1408785"/>
                  </a:lnTo>
                  <a:lnTo>
                    <a:pt x="210937" y="1404359"/>
                  </a:lnTo>
                  <a:lnTo>
                    <a:pt x="214589" y="1403168"/>
                  </a:lnTo>
                  <a:lnTo>
                    <a:pt x="216850" y="1402430"/>
                  </a:lnTo>
                  <a:lnTo>
                    <a:pt x="222936" y="1400444"/>
                  </a:lnTo>
                  <a:lnTo>
                    <a:pt x="235804" y="1396246"/>
                  </a:lnTo>
                  <a:lnTo>
                    <a:pt x="238935" y="1395225"/>
                  </a:lnTo>
                  <a:lnTo>
                    <a:pt x="248325" y="1392161"/>
                  </a:lnTo>
                  <a:lnTo>
                    <a:pt x="251107" y="1391253"/>
                  </a:lnTo>
                  <a:lnTo>
                    <a:pt x="258237" y="1388927"/>
                  </a:lnTo>
                  <a:lnTo>
                    <a:pt x="259628" y="1388473"/>
                  </a:lnTo>
                  <a:lnTo>
                    <a:pt x="260846" y="1388076"/>
                  </a:lnTo>
                  <a:lnTo>
                    <a:pt x="268149" y="1385693"/>
                  </a:lnTo>
                  <a:lnTo>
                    <a:pt x="286061" y="1379849"/>
                  </a:lnTo>
                  <a:lnTo>
                    <a:pt x="288495" y="1379054"/>
                  </a:lnTo>
                  <a:lnTo>
                    <a:pt x="297886" y="1375991"/>
                  </a:lnTo>
                  <a:lnTo>
                    <a:pt x="305363" y="1373551"/>
                  </a:lnTo>
                  <a:lnTo>
                    <a:pt x="311450" y="1371565"/>
                  </a:lnTo>
                  <a:lnTo>
                    <a:pt x="319797" y="1368842"/>
                  </a:lnTo>
                  <a:lnTo>
                    <a:pt x="321362" y="1368331"/>
                  </a:lnTo>
                  <a:lnTo>
                    <a:pt x="333709" y="1364303"/>
                  </a:lnTo>
                  <a:lnTo>
                    <a:pt x="339969" y="1362260"/>
                  </a:lnTo>
                  <a:lnTo>
                    <a:pt x="342230" y="1361523"/>
                  </a:lnTo>
                  <a:lnTo>
                    <a:pt x="343621" y="1361069"/>
                  </a:lnTo>
                  <a:lnTo>
                    <a:pt x="344316" y="1360842"/>
                  </a:lnTo>
                  <a:lnTo>
                    <a:pt x="347794" y="1359707"/>
                  </a:lnTo>
                  <a:lnTo>
                    <a:pt x="348142" y="1359594"/>
                  </a:lnTo>
                  <a:lnTo>
                    <a:pt x="351446" y="1358516"/>
                  </a:lnTo>
                  <a:lnTo>
                    <a:pt x="355098" y="1357324"/>
                  </a:lnTo>
                  <a:lnTo>
                    <a:pt x="356141" y="1356984"/>
                  </a:lnTo>
                  <a:lnTo>
                    <a:pt x="357359" y="1356586"/>
                  </a:lnTo>
                  <a:lnTo>
                    <a:pt x="358402" y="1356246"/>
                  </a:lnTo>
                  <a:lnTo>
                    <a:pt x="358924" y="1356076"/>
                  </a:lnTo>
                  <a:lnTo>
                    <a:pt x="359098" y="1356019"/>
                  </a:lnTo>
                  <a:lnTo>
                    <a:pt x="360489" y="1355565"/>
                  </a:lnTo>
                  <a:lnTo>
                    <a:pt x="362402" y="1354941"/>
                  </a:lnTo>
                  <a:lnTo>
                    <a:pt x="364662" y="1354204"/>
                  </a:lnTo>
                  <a:lnTo>
                    <a:pt x="366228" y="1353693"/>
                  </a:lnTo>
                  <a:lnTo>
                    <a:pt x="371271" y="1352048"/>
                  </a:lnTo>
                  <a:lnTo>
                    <a:pt x="371792" y="1351877"/>
                  </a:lnTo>
                  <a:lnTo>
                    <a:pt x="373357" y="1351367"/>
                  </a:lnTo>
                  <a:lnTo>
                    <a:pt x="379096" y="1349494"/>
                  </a:lnTo>
                  <a:lnTo>
                    <a:pt x="384835" y="1347622"/>
                  </a:lnTo>
                  <a:lnTo>
                    <a:pt x="388486" y="1346431"/>
                  </a:lnTo>
                  <a:lnTo>
                    <a:pt x="390573" y="1345750"/>
                  </a:lnTo>
                  <a:lnTo>
                    <a:pt x="390747" y="1345693"/>
                  </a:lnTo>
                  <a:lnTo>
                    <a:pt x="392312" y="1345182"/>
                  </a:lnTo>
                  <a:lnTo>
                    <a:pt x="395790" y="1344048"/>
                  </a:lnTo>
                  <a:lnTo>
                    <a:pt x="396833" y="1343707"/>
                  </a:lnTo>
                  <a:lnTo>
                    <a:pt x="397703" y="1343423"/>
                  </a:lnTo>
                  <a:lnTo>
                    <a:pt x="398051" y="1343310"/>
                  </a:lnTo>
                  <a:lnTo>
                    <a:pt x="399094" y="1342970"/>
                  </a:lnTo>
                  <a:lnTo>
                    <a:pt x="405354" y="1340927"/>
                  </a:lnTo>
                  <a:lnTo>
                    <a:pt x="409702" y="1339509"/>
                  </a:lnTo>
                  <a:lnTo>
                    <a:pt x="411267" y="1338998"/>
                  </a:lnTo>
                  <a:lnTo>
                    <a:pt x="412484" y="1338601"/>
                  </a:lnTo>
                  <a:lnTo>
                    <a:pt x="412832" y="1338487"/>
                  </a:lnTo>
                  <a:lnTo>
                    <a:pt x="415788" y="1337523"/>
                  </a:lnTo>
                  <a:lnTo>
                    <a:pt x="418397" y="1336672"/>
                  </a:lnTo>
                  <a:lnTo>
                    <a:pt x="422223" y="1335424"/>
                  </a:lnTo>
                  <a:lnTo>
                    <a:pt x="425005" y="1334516"/>
                  </a:lnTo>
                  <a:lnTo>
                    <a:pt x="429178" y="1333154"/>
                  </a:lnTo>
                  <a:lnTo>
                    <a:pt x="432135" y="1332189"/>
                  </a:lnTo>
                  <a:lnTo>
                    <a:pt x="433178" y="1331849"/>
                  </a:lnTo>
                  <a:lnTo>
                    <a:pt x="433526" y="1331736"/>
                  </a:lnTo>
                  <a:lnTo>
                    <a:pt x="436482" y="1330771"/>
                  </a:lnTo>
                  <a:lnTo>
                    <a:pt x="438395" y="1330147"/>
                  </a:lnTo>
                  <a:lnTo>
                    <a:pt x="440830" y="1329353"/>
                  </a:lnTo>
                  <a:lnTo>
                    <a:pt x="442047" y="1328955"/>
                  </a:lnTo>
                  <a:lnTo>
                    <a:pt x="445873" y="1327707"/>
                  </a:lnTo>
                  <a:lnTo>
                    <a:pt x="454741" y="1324814"/>
                  </a:lnTo>
                  <a:lnTo>
                    <a:pt x="458741" y="1323509"/>
                  </a:lnTo>
                  <a:lnTo>
                    <a:pt x="459089" y="1323395"/>
                  </a:lnTo>
                  <a:lnTo>
                    <a:pt x="459958" y="1323112"/>
                  </a:lnTo>
                  <a:lnTo>
                    <a:pt x="461697" y="1322544"/>
                  </a:lnTo>
                  <a:lnTo>
                    <a:pt x="462393" y="1322317"/>
                  </a:lnTo>
                  <a:lnTo>
                    <a:pt x="478044" y="1317211"/>
                  </a:lnTo>
                  <a:lnTo>
                    <a:pt x="479261" y="1316814"/>
                  </a:lnTo>
                  <a:lnTo>
                    <a:pt x="485347" y="1314828"/>
                  </a:lnTo>
                  <a:lnTo>
                    <a:pt x="487608" y="1314090"/>
                  </a:lnTo>
                  <a:lnTo>
                    <a:pt x="489521" y="1313466"/>
                  </a:lnTo>
                  <a:lnTo>
                    <a:pt x="493173" y="1312275"/>
                  </a:lnTo>
                  <a:lnTo>
                    <a:pt x="493694" y="1312105"/>
                  </a:lnTo>
                  <a:lnTo>
                    <a:pt x="494564" y="1311821"/>
                  </a:lnTo>
                  <a:lnTo>
                    <a:pt x="495086" y="1311651"/>
                  </a:lnTo>
                  <a:lnTo>
                    <a:pt x="495259" y="1311594"/>
                  </a:lnTo>
                  <a:lnTo>
                    <a:pt x="497520" y="1310856"/>
                  </a:lnTo>
                  <a:lnTo>
                    <a:pt x="507606" y="1307566"/>
                  </a:lnTo>
                  <a:lnTo>
                    <a:pt x="508650" y="1307225"/>
                  </a:lnTo>
                  <a:lnTo>
                    <a:pt x="510041" y="1306771"/>
                  </a:lnTo>
                  <a:lnTo>
                    <a:pt x="513866" y="1305523"/>
                  </a:lnTo>
                  <a:lnTo>
                    <a:pt x="516127" y="1304785"/>
                  </a:lnTo>
                  <a:lnTo>
                    <a:pt x="517518" y="1304332"/>
                  </a:lnTo>
                  <a:lnTo>
                    <a:pt x="518214" y="1304105"/>
                  </a:lnTo>
                  <a:lnTo>
                    <a:pt x="521692" y="1302970"/>
                  </a:lnTo>
                  <a:lnTo>
                    <a:pt x="522040" y="1302856"/>
                  </a:lnTo>
                  <a:lnTo>
                    <a:pt x="525344" y="1301778"/>
                  </a:lnTo>
                  <a:lnTo>
                    <a:pt x="527430" y="1301097"/>
                  </a:lnTo>
                  <a:lnTo>
                    <a:pt x="528996" y="1300587"/>
                  </a:lnTo>
                  <a:lnTo>
                    <a:pt x="530039" y="1300246"/>
                  </a:lnTo>
                  <a:lnTo>
                    <a:pt x="531256" y="1299849"/>
                  </a:lnTo>
                  <a:lnTo>
                    <a:pt x="532300" y="1299509"/>
                  </a:lnTo>
                  <a:lnTo>
                    <a:pt x="532821" y="1299339"/>
                  </a:lnTo>
                  <a:lnTo>
                    <a:pt x="532995" y="1299282"/>
                  </a:lnTo>
                  <a:lnTo>
                    <a:pt x="534386" y="1298828"/>
                  </a:lnTo>
                  <a:lnTo>
                    <a:pt x="536299" y="1298204"/>
                  </a:lnTo>
                  <a:lnTo>
                    <a:pt x="538560" y="1297466"/>
                  </a:lnTo>
                  <a:lnTo>
                    <a:pt x="540125" y="1296956"/>
                  </a:lnTo>
                  <a:lnTo>
                    <a:pt x="543951" y="1295707"/>
                  </a:lnTo>
                  <a:lnTo>
                    <a:pt x="545168" y="1295310"/>
                  </a:lnTo>
                  <a:lnTo>
                    <a:pt x="545690" y="1295140"/>
                  </a:lnTo>
                  <a:lnTo>
                    <a:pt x="547255" y="1294629"/>
                  </a:lnTo>
                  <a:lnTo>
                    <a:pt x="552993" y="1292757"/>
                  </a:lnTo>
                  <a:lnTo>
                    <a:pt x="558732" y="1290885"/>
                  </a:lnTo>
                  <a:lnTo>
                    <a:pt x="562384" y="1289693"/>
                  </a:lnTo>
                  <a:lnTo>
                    <a:pt x="562558" y="1289637"/>
                  </a:lnTo>
                  <a:lnTo>
                    <a:pt x="564471" y="1289012"/>
                  </a:lnTo>
                  <a:lnTo>
                    <a:pt x="564645" y="1288956"/>
                  </a:lnTo>
                  <a:lnTo>
                    <a:pt x="566210" y="1288445"/>
                  </a:lnTo>
                  <a:lnTo>
                    <a:pt x="569688" y="1287310"/>
                  </a:lnTo>
                  <a:lnTo>
                    <a:pt x="570731" y="1286970"/>
                  </a:lnTo>
                  <a:lnTo>
                    <a:pt x="571600" y="1286686"/>
                  </a:lnTo>
                  <a:lnTo>
                    <a:pt x="571948" y="1286573"/>
                  </a:lnTo>
                  <a:lnTo>
                    <a:pt x="572992" y="1286232"/>
                  </a:lnTo>
                  <a:lnTo>
                    <a:pt x="579252" y="1284190"/>
                  </a:lnTo>
                  <a:lnTo>
                    <a:pt x="583599" y="1282771"/>
                  </a:lnTo>
                  <a:lnTo>
                    <a:pt x="585164" y="1282261"/>
                  </a:lnTo>
                  <a:lnTo>
                    <a:pt x="586382" y="1281864"/>
                  </a:lnTo>
                  <a:lnTo>
                    <a:pt x="586729" y="1281750"/>
                  </a:lnTo>
                  <a:lnTo>
                    <a:pt x="589686" y="1280786"/>
                  </a:lnTo>
                  <a:lnTo>
                    <a:pt x="592294" y="1279934"/>
                  </a:lnTo>
                  <a:lnTo>
                    <a:pt x="596120" y="1278686"/>
                  </a:lnTo>
                  <a:lnTo>
                    <a:pt x="598902" y="1277778"/>
                  </a:lnTo>
                  <a:lnTo>
                    <a:pt x="606032" y="1275452"/>
                  </a:lnTo>
                  <a:lnTo>
                    <a:pt x="606728" y="1275225"/>
                  </a:lnTo>
                  <a:lnTo>
                    <a:pt x="607075" y="1275112"/>
                  </a:lnTo>
                  <a:lnTo>
                    <a:pt x="607249" y="1275055"/>
                  </a:lnTo>
                  <a:lnTo>
                    <a:pt x="607423" y="1274998"/>
                  </a:lnTo>
                  <a:lnTo>
                    <a:pt x="608641" y="1274601"/>
                  </a:lnTo>
                  <a:lnTo>
                    <a:pt x="610380" y="1274034"/>
                  </a:lnTo>
                  <a:lnTo>
                    <a:pt x="610553" y="1273977"/>
                  </a:lnTo>
                  <a:lnTo>
                    <a:pt x="612292" y="1273410"/>
                  </a:lnTo>
                  <a:lnTo>
                    <a:pt x="614727" y="1272615"/>
                  </a:lnTo>
                  <a:lnTo>
                    <a:pt x="615944" y="1272218"/>
                  </a:lnTo>
                  <a:lnTo>
                    <a:pt x="619770" y="1270970"/>
                  </a:lnTo>
                  <a:lnTo>
                    <a:pt x="628639" y="1268076"/>
                  </a:lnTo>
                  <a:lnTo>
                    <a:pt x="632638" y="1266771"/>
                  </a:lnTo>
                  <a:lnTo>
                    <a:pt x="632986" y="1266658"/>
                  </a:lnTo>
                  <a:lnTo>
                    <a:pt x="635595" y="1265807"/>
                  </a:lnTo>
                  <a:lnTo>
                    <a:pt x="636290" y="1265580"/>
                  </a:lnTo>
                  <a:lnTo>
                    <a:pt x="644637" y="1262857"/>
                  </a:lnTo>
                  <a:lnTo>
                    <a:pt x="645681" y="1262516"/>
                  </a:lnTo>
                  <a:lnTo>
                    <a:pt x="651941" y="1260474"/>
                  </a:lnTo>
                  <a:lnTo>
                    <a:pt x="653158" y="1260076"/>
                  </a:lnTo>
                  <a:lnTo>
                    <a:pt x="659245" y="1258091"/>
                  </a:lnTo>
                  <a:lnTo>
                    <a:pt x="661505" y="1257353"/>
                  </a:lnTo>
                  <a:lnTo>
                    <a:pt x="663418" y="1256729"/>
                  </a:lnTo>
                  <a:lnTo>
                    <a:pt x="667070" y="1255537"/>
                  </a:lnTo>
                  <a:lnTo>
                    <a:pt x="667592" y="1255367"/>
                  </a:lnTo>
                  <a:lnTo>
                    <a:pt x="668461" y="1255084"/>
                  </a:lnTo>
                  <a:lnTo>
                    <a:pt x="668983" y="1254913"/>
                  </a:lnTo>
                  <a:lnTo>
                    <a:pt x="669157" y="1254857"/>
                  </a:lnTo>
                  <a:lnTo>
                    <a:pt x="671418" y="1254119"/>
                  </a:lnTo>
                  <a:lnTo>
                    <a:pt x="681504" y="1250828"/>
                  </a:lnTo>
                  <a:lnTo>
                    <a:pt x="682547" y="1250488"/>
                  </a:lnTo>
                  <a:lnTo>
                    <a:pt x="683938" y="1250034"/>
                  </a:lnTo>
                  <a:lnTo>
                    <a:pt x="687764" y="1248786"/>
                  </a:lnTo>
                  <a:lnTo>
                    <a:pt x="689503" y="1248218"/>
                  </a:lnTo>
                  <a:lnTo>
                    <a:pt x="690025" y="1248048"/>
                  </a:lnTo>
                  <a:lnTo>
                    <a:pt x="691416" y="1247594"/>
                  </a:lnTo>
                  <a:lnTo>
                    <a:pt x="692111" y="1247367"/>
                  </a:lnTo>
                  <a:lnTo>
                    <a:pt x="695589" y="1246233"/>
                  </a:lnTo>
                  <a:lnTo>
                    <a:pt x="695937" y="1246119"/>
                  </a:lnTo>
                  <a:lnTo>
                    <a:pt x="699241" y="1245041"/>
                  </a:lnTo>
                  <a:lnTo>
                    <a:pt x="701328" y="1244360"/>
                  </a:lnTo>
                  <a:lnTo>
                    <a:pt x="702893" y="1243850"/>
                  </a:lnTo>
                  <a:lnTo>
                    <a:pt x="703936" y="1243509"/>
                  </a:lnTo>
                  <a:lnTo>
                    <a:pt x="705154" y="1243112"/>
                  </a:lnTo>
                  <a:lnTo>
                    <a:pt x="706197" y="1242772"/>
                  </a:lnTo>
                  <a:lnTo>
                    <a:pt x="706719" y="1242601"/>
                  </a:lnTo>
                  <a:lnTo>
                    <a:pt x="706893" y="1242545"/>
                  </a:lnTo>
                  <a:lnTo>
                    <a:pt x="708284" y="1242091"/>
                  </a:lnTo>
                  <a:lnTo>
                    <a:pt x="710197" y="1241467"/>
                  </a:lnTo>
                  <a:lnTo>
                    <a:pt x="712457" y="1240729"/>
                  </a:lnTo>
                  <a:lnTo>
                    <a:pt x="714022" y="1240218"/>
                  </a:lnTo>
                  <a:lnTo>
                    <a:pt x="717848" y="1238970"/>
                  </a:lnTo>
                  <a:lnTo>
                    <a:pt x="719065" y="1238573"/>
                  </a:lnTo>
                  <a:lnTo>
                    <a:pt x="719587" y="1238403"/>
                  </a:lnTo>
                  <a:lnTo>
                    <a:pt x="721152" y="1237892"/>
                  </a:lnTo>
                  <a:lnTo>
                    <a:pt x="726891" y="1236020"/>
                  </a:lnTo>
                  <a:lnTo>
                    <a:pt x="732629" y="1234148"/>
                  </a:lnTo>
                  <a:lnTo>
                    <a:pt x="736281" y="1232956"/>
                  </a:lnTo>
                  <a:lnTo>
                    <a:pt x="736455" y="1232899"/>
                  </a:lnTo>
                  <a:lnTo>
                    <a:pt x="738368" y="1232275"/>
                  </a:lnTo>
                  <a:lnTo>
                    <a:pt x="738542" y="1232218"/>
                  </a:lnTo>
                  <a:lnTo>
                    <a:pt x="740107" y="1231708"/>
                  </a:lnTo>
                  <a:lnTo>
                    <a:pt x="743585" y="1230573"/>
                  </a:lnTo>
                  <a:lnTo>
                    <a:pt x="744628" y="1230233"/>
                  </a:lnTo>
                  <a:lnTo>
                    <a:pt x="745498" y="1229949"/>
                  </a:lnTo>
                  <a:lnTo>
                    <a:pt x="745846" y="1229836"/>
                  </a:lnTo>
                  <a:lnTo>
                    <a:pt x="746889" y="1229495"/>
                  </a:lnTo>
                  <a:lnTo>
                    <a:pt x="753149" y="1227453"/>
                  </a:lnTo>
                  <a:lnTo>
                    <a:pt x="757497" y="1226034"/>
                  </a:lnTo>
                  <a:lnTo>
                    <a:pt x="759062" y="1225524"/>
                  </a:lnTo>
                  <a:lnTo>
                    <a:pt x="760279" y="1225126"/>
                  </a:lnTo>
                  <a:lnTo>
                    <a:pt x="760627" y="1225013"/>
                  </a:lnTo>
                  <a:lnTo>
                    <a:pt x="763583" y="1224048"/>
                  </a:lnTo>
                  <a:lnTo>
                    <a:pt x="766192" y="1223197"/>
                  </a:lnTo>
                  <a:lnTo>
                    <a:pt x="770017" y="1221949"/>
                  </a:lnTo>
                  <a:lnTo>
                    <a:pt x="772800" y="1221041"/>
                  </a:lnTo>
                  <a:lnTo>
                    <a:pt x="776973" y="1219680"/>
                  </a:lnTo>
                  <a:lnTo>
                    <a:pt x="780625" y="1218488"/>
                  </a:lnTo>
                  <a:lnTo>
                    <a:pt x="780973" y="1218375"/>
                  </a:lnTo>
                  <a:lnTo>
                    <a:pt x="781147" y="1218318"/>
                  </a:lnTo>
                  <a:lnTo>
                    <a:pt x="781321" y="1218261"/>
                  </a:lnTo>
                  <a:lnTo>
                    <a:pt x="782538" y="1217864"/>
                  </a:lnTo>
                  <a:lnTo>
                    <a:pt x="784277" y="1217297"/>
                  </a:lnTo>
                  <a:lnTo>
                    <a:pt x="784451" y="1217240"/>
                  </a:lnTo>
                  <a:lnTo>
                    <a:pt x="786190" y="1216672"/>
                  </a:lnTo>
                  <a:lnTo>
                    <a:pt x="788624" y="1215878"/>
                  </a:lnTo>
                  <a:lnTo>
                    <a:pt x="789842" y="1215481"/>
                  </a:lnTo>
                  <a:lnTo>
                    <a:pt x="793667" y="1214233"/>
                  </a:lnTo>
                  <a:lnTo>
                    <a:pt x="802536" y="1211339"/>
                  </a:lnTo>
                  <a:lnTo>
                    <a:pt x="806536" y="1210034"/>
                  </a:lnTo>
                  <a:lnTo>
                    <a:pt x="806884" y="1209921"/>
                  </a:lnTo>
                  <a:lnTo>
                    <a:pt x="807753" y="1209637"/>
                  </a:lnTo>
                  <a:lnTo>
                    <a:pt x="809492" y="1209070"/>
                  </a:lnTo>
                  <a:lnTo>
                    <a:pt x="810188" y="1208843"/>
                  </a:lnTo>
                  <a:lnTo>
                    <a:pt x="818535" y="1206119"/>
                  </a:lnTo>
                  <a:lnTo>
                    <a:pt x="819578" y="1205779"/>
                  </a:lnTo>
                  <a:lnTo>
                    <a:pt x="825838" y="1203736"/>
                  </a:lnTo>
                  <a:lnTo>
                    <a:pt x="827056" y="1203339"/>
                  </a:lnTo>
                  <a:lnTo>
                    <a:pt x="833142" y="1201353"/>
                  </a:lnTo>
                  <a:lnTo>
                    <a:pt x="835403" y="1200616"/>
                  </a:lnTo>
                  <a:lnTo>
                    <a:pt x="837316" y="1199992"/>
                  </a:lnTo>
                  <a:lnTo>
                    <a:pt x="840968" y="1198800"/>
                  </a:lnTo>
                  <a:lnTo>
                    <a:pt x="841489" y="1198630"/>
                  </a:lnTo>
                  <a:lnTo>
                    <a:pt x="842359" y="1198346"/>
                  </a:lnTo>
                  <a:lnTo>
                    <a:pt x="842880" y="1198176"/>
                  </a:lnTo>
                  <a:lnTo>
                    <a:pt x="843054" y="1198119"/>
                  </a:lnTo>
                  <a:lnTo>
                    <a:pt x="845315" y="1197382"/>
                  </a:lnTo>
                  <a:lnTo>
                    <a:pt x="856444" y="1193751"/>
                  </a:lnTo>
                  <a:lnTo>
                    <a:pt x="857836" y="1193297"/>
                  </a:lnTo>
                  <a:lnTo>
                    <a:pt x="861661" y="1192049"/>
                  </a:lnTo>
                  <a:lnTo>
                    <a:pt x="863400" y="1191481"/>
                  </a:lnTo>
                  <a:lnTo>
                    <a:pt x="863922" y="1191311"/>
                  </a:lnTo>
                  <a:lnTo>
                    <a:pt x="865313" y="1190857"/>
                  </a:lnTo>
                  <a:lnTo>
                    <a:pt x="866009" y="1190630"/>
                  </a:lnTo>
                  <a:lnTo>
                    <a:pt x="869487" y="1189495"/>
                  </a:lnTo>
                  <a:lnTo>
                    <a:pt x="869835" y="1189382"/>
                  </a:lnTo>
                  <a:lnTo>
                    <a:pt x="873139" y="1188304"/>
                  </a:lnTo>
                  <a:lnTo>
                    <a:pt x="875225" y="1187623"/>
                  </a:lnTo>
                  <a:lnTo>
                    <a:pt x="876790" y="1187112"/>
                  </a:lnTo>
                  <a:lnTo>
                    <a:pt x="877834" y="1186772"/>
                  </a:lnTo>
                  <a:lnTo>
                    <a:pt x="879051" y="1186375"/>
                  </a:lnTo>
                  <a:lnTo>
                    <a:pt x="880094" y="1186034"/>
                  </a:lnTo>
                  <a:lnTo>
                    <a:pt x="880616" y="1185864"/>
                  </a:lnTo>
                  <a:lnTo>
                    <a:pt x="880790" y="1185807"/>
                  </a:lnTo>
                  <a:lnTo>
                    <a:pt x="882181" y="1185354"/>
                  </a:lnTo>
                  <a:lnTo>
                    <a:pt x="884094" y="1184729"/>
                  </a:lnTo>
                  <a:lnTo>
                    <a:pt x="886355" y="1183992"/>
                  </a:lnTo>
                  <a:lnTo>
                    <a:pt x="887920" y="1183481"/>
                  </a:lnTo>
                  <a:lnTo>
                    <a:pt x="891746" y="1182233"/>
                  </a:lnTo>
                  <a:lnTo>
                    <a:pt x="892963" y="1181836"/>
                  </a:lnTo>
                  <a:lnTo>
                    <a:pt x="893485" y="1181666"/>
                  </a:lnTo>
                  <a:lnTo>
                    <a:pt x="895050" y="1181155"/>
                  </a:lnTo>
                  <a:lnTo>
                    <a:pt x="900788" y="1179283"/>
                  </a:lnTo>
                  <a:lnTo>
                    <a:pt x="906527" y="1177410"/>
                  </a:lnTo>
                  <a:lnTo>
                    <a:pt x="910179" y="1176219"/>
                  </a:lnTo>
                  <a:lnTo>
                    <a:pt x="910353" y="1176162"/>
                  </a:lnTo>
                  <a:lnTo>
                    <a:pt x="912266" y="1175538"/>
                  </a:lnTo>
                  <a:lnTo>
                    <a:pt x="912439" y="1175481"/>
                  </a:lnTo>
                  <a:lnTo>
                    <a:pt x="914004" y="1174971"/>
                  </a:lnTo>
                  <a:lnTo>
                    <a:pt x="917482" y="1173836"/>
                  </a:lnTo>
                  <a:lnTo>
                    <a:pt x="918526" y="1173495"/>
                  </a:lnTo>
                  <a:lnTo>
                    <a:pt x="919395" y="1173212"/>
                  </a:lnTo>
                  <a:lnTo>
                    <a:pt x="919743" y="1173098"/>
                  </a:lnTo>
                  <a:lnTo>
                    <a:pt x="920786" y="1172758"/>
                  </a:lnTo>
                  <a:lnTo>
                    <a:pt x="927047" y="1170715"/>
                  </a:lnTo>
                  <a:lnTo>
                    <a:pt x="931394" y="1169297"/>
                  </a:lnTo>
                  <a:lnTo>
                    <a:pt x="932959" y="1168786"/>
                  </a:lnTo>
                  <a:lnTo>
                    <a:pt x="934177" y="1168389"/>
                  </a:lnTo>
                  <a:lnTo>
                    <a:pt x="937481" y="1167311"/>
                  </a:lnTo>
                  <a:lnTo>
                    <a:pt x="940089" y="1166460"/>
                  </a:lnTo>
                  <a:lnTo>
                    <a:pt x="943915" y="1165212"/>
                  </a:lnTo>
                  <a:lnTo>
                    <a:pt x="946697" y="1164304"/>
                  </a:lnTo>
                  <a:lnTo>
                    <a:pt x="950871" y="1162942"/>
                  </a:lnTo>
                  <a:lnTo>
                    <a:pt x="953827" y="1161978"/>
                  </a:lnTo>
                  <a:lnTo>
                    <a:pt x="954523" y="1161751"/>
                  </a:lnTo>
                  <a:lnTo>
                    <a:pt x="954870" y="1161637"/>
                  </a:lnTo>
                  <a:lnTo>
                    <a:pt x="955044" y="1161581"/>
                  </a:lnTo>
                  <a:lnTo>
                    <a:pt x="955218" y="1161524"/>
                  </a:lnTo>
                  <a:lnTo>
                    <a:pt x="956435" y="1161127"/>
                  </a:lnTo>
                  <a:lnTo>
                    <a:pt x="958174" y="1160559"/>
                  </a:lnTo>
                  <a:lnTo>
                    <a:pt x="958348" y="1160503"/>
                  </a:lnTo>
                  <a:lnTo>
                    <a:pt x="960087" y="1159935"/>
                  </a:lnTo>
                  <a:lnTo>
                    <a:pt x="962522" y="1159141"/>
                  </a:lnTo>
                  <a:lnTo>
                    <a:pt x="963739" y="1158744"/>
                  </a:lnTo>
                  <a:lnTo>
                    <a:pt x="967565" y="1157496"/>
                  </a:lnTo>
                  <a:lnTo>
                    <a:pt x="976434" y="1154602"/>
                  </a:lnTo>
                  <a:lnTo>
                    <a:pt x="980433" y="1153297"/>
                  </a:lnTo>
                  <a:lnTo>
                    <a:pt x="980781" y="1153184"/>
                  </a:lnTo>
                  <a:lnTo>
                    <a:pt x="981651" y="1152900"/>
                  </a:lnTo>
                  <a:lnTo>
                    <a:pt x="983390" y="1152332"/>
                  </a:lnTo>
                  <a:lnTo>
                    <a:pt x="984085" y="1152106"/>
                  </a:lnTo>
                  <a:lnTo>
                    <a:pt x="992432" y="1149382"/>
                  </a:lnTo>
                  <a:lnTo>
                    <a:pt x="993476" y="1149042"/>
                  </a:lnTo>
                  <a:lnTo>
                    <a:pt x="999736" y="1146999"/>
                  </a:lnTo>
                  <a:lnTo>
                    <a:pt x="1000953" y="1146602"/>
                  </a:lnTo>
                  <a:lnTo>
                    <a:pt x="1007040" y="1144616"/>
                  </a:lnTo>
                  <a:lnTo>
                    <a:pt x="1009300" y="1143879"/>
                  </a:lnTo>
                  <a:lnTo>
                    <a:pt x="1011213" y="1143255"/>
                  </a:lnTo>
                  <a:lnTo>
                    <a:pt x="1014865" y="1142063"/>
                  </a:lnTo>
                  <a:lnTo>
                    <a:pt x="1015387" y="1141893"/>
                  </a:lnTo>
                  <a:lnTo>
                    <a:pt x="1016256" y="1141609"/>
                  </a:lnTo>
                  <a:lnTo>
                    <a:pt x="1016778" y="1141439"/>
                  </a:lnTo>
                  <a:lnTo>
                    <a:pt x="1016952" y="1141382"/>
                  </a:lnTo>
                  <a:lnTo>
                    <a:pt x="1019212" y="1140645"/>
                  </a:lnTo>
                  <a:lnTo>
                    <a:pt x="1029298" y="1137354"/>
                  </a:lnTo>
                  <a:lnTo>
                    <a:pt x="1030342" y="1137013"/>
                  </a:lnTo>
                  <a:lnTo>
                    <a:pt x="1031733" y="1136560"/>
                  </a:lnTo>
                  <a:lnTo>
                    <a:pt x="1035559" y="1135311"/>
                  </a:lnTo>
                  <a:lnTo>
                    <a:pt x="1037298" y="1134744"/>
                  </a:lnTo>
                  <a:lnTo>
                    <a:pt x="1037819" y="1134574"/>
                  </a:lnTo>
                  <a:lnTo>
                    <a:pt x="1039211" y="1134120"/>
                  </a:lnTo>
                  <a:lnTo>
                    <a:pt x="1039906" y="1133893"/>
                  </a:lnTo>
                  <a:lnTo>
                    <a:pt x="1043384" y="1132758"/>
                  </a:lnTo>
                  <a:lnTo>
                    <a:pt x="1043732" y="1132645"/>
                  </a:lnTo>
                  <a:lnTo>
                    <a:pt x="1047036" y="1131567"/>
                  </a:lnTo>
                  <a:lnTo>
                    <a:pt x="1049123" y="1130886"/>
                  </a:lnTo>
                  <a:lnTo>
                    <a:pt x="1050688" y="1130375"/>
                  </a:lnTo>
                  <a:lnTo>
                    <a:pt x="1051731" y="1130035"/>
                  </a:lnTo>
                  <a:lnTo>
                    <a:pt x="1052949" y="1129638"/>
                  </a:lnTo>
                  <a:lnTo>
                    <a:pt x="1053992" y="1129297"/>
                  </a:lnTo>
                  <a:lnTo>
                    <a:pt x="1054514" y="1129127"/>
                  </a:lnTo>
                  <a:lnTo>
                    <a:pt x="1054688" y="1129070"/>
                  </a:lnTo>
                  <a:lnTo>
                    <a:pt x="1056079" y="1128616"/>
                  </a:lnTo>
                  <a:lnTo>
                    <a:pt x="1060252" y="1127255"/>
                  </a:lnTo>
                  <a:lnTo>
                    <a:pt x="1061817" y="1126744"/>
                  </a:lnTo>
                  <a:lnTo>
                    <a:pt x="1065643" y="1125496"/>
                  </a:lnTo>
                  <a:lnTo>
                    <a:pt x="1066860" y="1125099"/>
                  </a:lnTo>
                  <a:lnTo>
                    <a:pt x="1067382" y="1124928"/>
                  </a:lnTo>
                  <a:lnTo>
                    <a:pt x="1068947" y="1124418"/>
                  </a:lnTo>
                  <a:lnTo>
                    <a:pt x="1074686" y="1122545"/>
                  </a:lnTo>
                  <a:lnTo>
                    <a:pt x="1080424" y="1120673"/>
                  </a:lnTo>
                  <a:lnTo>
                    <a:pt x="1084076" y="1119482"/>
                  </a:lnTo>
                  <a:lnTo>
                    <a:pt x="1084250" y="1119425"/>
                  </a:lnTo>
                  <a:lnTo>
                    <a:pt x="1086163" y="1118801"/>
                  </a:lnTo>
                  <a:lnTo>
                    <a:pt x="1086337" y="1118744"/>
                  </a:lnTo>
                  <a:lnTo>
                    <a:pt x="1087902" y="1118233"/>
                  </a:lnTo>
                  <a:lnTo>
                    <a:pt x="1091380" y="1117099"/>
                  </a:lnTo>
                  <a:lnTo>
                    <a:pt x="1092423" y="1116758"/>
                  </a:lnTo>
                  <a:lnTo>
                    <a:pt x="1093293" y="1116475"/>
                  </a:lnTo>
                  <a:lnTo>
                    <a:pt x="1093641" y="1116361"/>
                  </a:lnTo>
                  <a:lnTo>
                    <a:pt x="1094684" y="1116021"/>
                  </a:lnTo>
                  <a:lnTo>
                    <a:pt x="1100944" y="1113978"/>
                  </a:lnTo>
                  <a:lnTo>
                    <a:pt x="1105292" y="1112560"/>
                  </a:lnTo>
                  <a:lnTo>
                    <a:pt x="1106857" y="1112049"/>
                  </a:lnTo>
                  <a:lnTo>
                    <a:pt x="1108074" y="1111652"/>
                  </a:lnTo>
                  <a:lnTo>
                    <a:pt x="1108422" y="1111538"/>
                  </a:lnTo>
                  <a:lnTo>
                    <a:pt x="1111378" y="1110574"/>
                  </a:lnTo>
                  <a:lnTo>
                    <a:pt x="1113987" y="1109723"/>
                  </a:lnTo>
                  <a:lnTo>
                    <a:pt x="1117812" y="1108475"/>
                  </a:lnTo>
                  <a:lnTo>
                    <a:pt x="1120595" y="1107567"/>
                  </a:lnTo>
                  <a:lnTo>
                    <a:pt x="1124768" y="1106205"/>
                  </a:lnTo>
                  <a:lnTo>
                    <a:pt x="1127724" y="1105241"/>
                  </a:lnTo>
                  <a:lnTo>
                    <a:pt x="1128420" y="1105014"/>
                  </a:lnTo>
                  <a:lnTo>
                    <a:pt x="1128768" y="1104900"/>
                  </a:lnTo>
                  <a:lnTo>
                    <a:pt x="1128942" y="1104843"/>
                  </a:lnTo>
                  <a:lnTo>
                    <a:pt x="1129116" y="1104787"/>
                  </a:lnTo>
                  <a:lnTo>
                    <a:pt x="1130333" y="1104390"/>
                  </a:lnTo>
                  <a:lnTo>
                    <a:pt x="1132072" y="1103822"/>
                  </a:lnTo>
                  <a:lnTo>
                    <a:pt x="1132246" y="1103765"/>
                  </a:lnTo>
                  <a:lnTo>
                    <a:pt x="1133985" y="1103198"/>
                  </a:lnTo>
                  <a:lnTo>
                    <a:pt x="1136419" y="1102404"/>
                  </a:lnTo>
                  <a:lnTo>
                    <a:pt x="1137637" y="1102007"/>
                  </a:lnTo>
                  <a:lnTo>
                    <a:pt x="1141462" y="1100758"/>
                  </a:lnTo>
                  <a:lnTo>
                    <a:pt x="1150331" y="1097865"/>
                  </a:lnTo>
                  <a:lnTo>
                    <a:pt x="1154331" y="1096560"/>
                  </a:lnTo>
                  <a:lnTo>
                    <a:pt x="1154679" y="1096446"/>
                  </a:lnTo>
                  <a:lnTo>
                    <a:pt x="1155548" y="1096163"/>
                  </a:lnTo>
                  <a:lnTo>
                    <a:pt x="1157287" y="1095595"/>
                  </a:lnTo>
                  <a:lnTo>
                    <a:pt x="1157983" y="1095368"/>
                  </a:lnTo>
                  <a:lnTo>
                    <a:pt x="1166330" y="1092645"/>
                  </a:lnTo>
                  <a:lnTo>
                    <a:pt x="1167373" y="1092305"/>
                  </a:lnTo>
                  <a:lnTo>
                    <a:pt x="1173633" y="1090262"/>
                  </a:lnTo>
                  <a:lnTo>
                    <a:pt x="1174851" y="1089865"/>
                  </a:lnTo>
                  <a:lnTo>
                    <a:pt x="1180937" y="1087879"/>
                  </a:lnTo>
                  <a:lnTo>
                    <a:pt x="1183198" y="1087141"/>
                  </a:lnTo>
                  <a:lnTo>
                    <a:pt x="1185111" y="1086517"/>
                  </a:lnTo>
                  <a:lnTo>
                    <a:pt x="1188762" y="1085326"/>
                  </a:lnTo>
                  <a:lnTo>
                    <a:pt x="1189284" y="1085156"/>
                  </a:lnTo>
                  <a:lnTo>
                    <a:pt x="1190154" y="1084872"/>
                  </a:lnTo>
                  <a:lnTo>
                    <a:pt x="1190675" y="1084702"/>
                  </a:lnTo>
                  <a:lnTo>
                    <a:pt x="1190849" y="1084645"/>
                  </a:lnTo>
                  <a:lnTo>
                    <a:pt x="1193110" y="1083907"/>
                  </a:lnTo>
                  <a:lnTo>
                    <a:pt x="1203196" y="1080617"/>
                  </a:lnTo>
                  <a:lnTo>
                    <a:pt x="1204239" y="1080276"/>
                  </a:lnTo>
                  <a:lnTo>
                    <a:pt x="1205631" y="1079822"/>
                  </a:lnTo>
                  <a:lnTo>
                    <a:pt x="1209456" y="1078574"/>
                  </a:lnTo>
                  <a:lnTo>
                    <a:pt x="1211195" y="1078007"/>
                  </a:lnTo>
                  <a:lnTo>
                    <a:pt x="1211717" y="1077837"/>
                  </a:lnTo>
                  <a:lnTo>
                    <a:pt x="1213108" y="1077383"/>
                  </a:lnTo>
                  <a:lnTo>
                    <a:pt x="1213804" y="1077156"/>
                  </a:lnTo>
                  <a:lnTo>
                    <a:pt x="1217282" y="1076021"/>
                  </a:lnTo>
                  <a:lnTo>
                    <a:pt x="1217629" y="1075907"/>
                  </a:lnTo>
                  <a:lnTo>
                    <a:pt x="1220933" y="1074829"/>
                  </a:lnTo>
                  <a:lnTo>
                    <a:pt x="1223020" y="1074149"/>
                  </a:lnTo>
                  <a:lnTo>
                    <a:pt x="1224585" y="1073638"/>
                  </a:lnTo>
                  <a:lnTo>
                    <a:pt x="1225629" y="1073298"/>
                  </a:lnTo>
                  <a:lnTo>
                    <a:pt x="1226846" y="1072900"/>
                  </a:lnTo>
                  <a:lnTo>
                    <a:pt x="1227889" y="1072560"/>
                  </a:lnTo>
                  <a:lnTo>
                    <a:pt x="1228411" y="1072390"/>
                  </a:lnTo>
                  <a:lnTo>
                    <a:pt x="1228585" y="1072333"/>
                  </a:lnTo>
                  <a:lnTo>
                    <a:pt x="1229976" y="1071879"/>
                  </a:lnTo>
                  <a:lnTo>
                    <a:pt x="1231889" y="1071255"/>
                  </a:lnTo>
                  <a:lnTo>
                    <a:pt x="1234150" y="1070517"/>
                  </a:lnTo>
                  <a:lnTo>
                    <a:pt x="1235715" y="1070007"/>
                  </a:lnTo>
                  <a:lnTo>
                    <a:pt x="1239541" y="1068759"/>
                  </a:lnTo>
                  <a:lnTo>
                    <a:pt x="1240758" y="1068361"/>
                  </a:lnTo>
                  <a:lnTo>
                    <a:pt x="1241279" y="1068191"/>
                  </a:lnTo>
                  <a:lnTo>
                    <a:pt x="1242845" y="1067681"/>
                  </a:lnTo>
                  <a:lnTo>
                    <a:pt x="1248583" y="1065808"/>
                  </a:lnTo>
                  <a:lnTo>
                    <a:pt x="1254322" y="1063936"/>
                  </a:lnTo>
                  <a:lnTo>
                    <a:pt x="1257974" y="1062744"/>
                  </a:lnTo>
                  <a:lnTo>
                    <a:pt x="1258148" y="1062688"/>
                  </a:lnTo>
                  <a:lnTo>
                    <a:pt x="1260060" y="1062064"/>
                  </a:lnTo>
                  <a:lnTo>
                    <a:pt x="1260234" y="1062007"/>
                  </a:lnTo>
                  <a:lnTo>
                    <a:pt x="1261799" y="1061496"/>
                  </a:lnTo>
                  <a:lnTo>
                    <a:pt x="1265277" y="1060361"/>
                  </a:lnTo>
                  <a:lnTo>
                    <a:pt x="1266321" y="1060021"/>
                  </a:lnTo>
                  <a:lnTo>
                    <a:pt x="1267190" y="1059737"/>
                  </a:lnTo>
                  <a:lnTo>
                    <a:pt x="1267538" y="1059624"/>
                  </a:lnTo>
                  <a:lnTo>
                    <a:pt x="1268581" y="1059283"/>
                  </a:lnTo>
                  <a:lnTo>
                    <a:pt x="1274842" y="1057241"/>
                  </a:lnTo>
                  <a:lnTo>
                    <a:pt x="1279189" y="1055822"/>
                  </a:lnTo>
                  <a:lnTo>
                    <a:pt x="1280754" y="1055312"/>
                  </a:lnTo>
                  <a:lnTo>
                    <a:pt x="1281971" y="1054915"/>
                  </a:lnTo>
                  <a:lnTo>
                    <a:pt x="1282319" y="1054801"/>
                  </a:lnTo>
                  <a:lnTo>
                    <a:pt x="1285276" y="1053837"/>
                  </a:lnTo>
                  <a:lnTo>
                    <a:pt x="1287884" y="1052986"/>
                  </a:lnTo>
                  <a:lnTo>
                    <a:pt x="1291710" y="1051737"/>
                  </a:lnTo>
                  <a:lnTo>
                    <a:pt x="1294492" y="1050830"/>
                  </a:lnTo>
                  <a:lnTo>
                    <a:pt x="1298666" y="1049468"/>
                  </a:lnTo>
                  <a:lnTo>
                    <a:pt x="1301622" y="1048503"/>
                  </a:lnTo>
                  <a:lnTo>
                    <a:pt x="1302317" y="1048276"/>
                  </a:lnTo>
                  <a:lnTo>
                    <a:pt x="1302665" y="1048163"/>
                  </a:lnTo>
                  <a:lnTo>
                    <a:pt x="1302839" y="1048106"/>
                  </a:lnTo>
                  <a:lnTo>
                    <a:pt x="1303013" y="1048049"/>
                  </a:lnTo>
                  <a:lnTo>
                    <a:pt x="1304230" y="1047652"/>
                  </a:lnTo>
                  <a:lnTo>
                    <a:pt x="1305969" y="1047085"/>
                  </a:lnTo>
                  <a:lnTo>
                    <a:pt x="1306143" y="1047028"/>
                  </a:lnTo>
                  <a:lnTo>
                    <a:pt x="1307882" y="1046461"/>
                  </a:lnTo>
                  <a:lnTo>
                    <a:pt x="1310317" y="1045667"/>
                  </a:lnTo>
                  <a:lnTo>
                    <a:pt x="1311534" y="1045269"/>
                  </a:lnTo>
                  <a:lnTo>
                    <a:pt x="1315360" y="1044021"/>
                  </a:lnTo>
                  <a:lnTo>
                    <a:pt x="1324229" y="1041128"/>
                  </a:lnTo>
                  <a:lnTo>
                    <a:pt x="1328228" y="1039823"/>
                  </a:lnTo>
                  <a:lnTo>
                    <a:pt x="1328576" y="1039709"/>
                  </a:lnTo>
                  <a:lnTo>
                    <a:pt x="1329445" y="1039425"/>
                  </a:lnTo>
                  <a:lnTo>
                    <a:pt x="1331184" y="1038858"/>
                  </a:lnTo>
                  <a:lnTo>
                    <a:pt x="1331880" y="1038631"/>
                  </a:lnTo>
                  <a:lnTo>
                    <a:pt x="1340227" y="1035908"/>
                  </a:lnTo>
                  <a:lnTo>
                    <a:pt x="1341271" y="1035567"/>
                  </a:lnTo>
                  <a:lnTo>
                    <a:pt x="1348748" y="1033128"/>
                  </a:lnTo>
                  <a:lnTo>
                    <a:pt x="1354835" y="1031142"/>
                  </a:lnTo>
                  <a:lnTo>
                    <a:pt x="1357095" y="1030404"/>
                  </a:lnTo>
                  <a:lnTo>
                    <a:pt x="1359008" y="1029780"/>
                  </a:lnTo>
                  <a:lnTo>
                    <a:pt x="1362660" y="1028589"/>
                  </a:lnTo>
                  <a:lnTo>
                    <a:pt x="1363182" y="1028418"/>
                  </a:lnTo>
                  <a:lnTo>
                    <a:pt x="1364051" y="1028135"/>
                  </a:lnTo>
                  <a:lnTo>
                    <a:pt x="1364573" y="1027964"/>
                  </a:lnTo>
                  <a:lnTo>
                    <a:pt x="1364747" y="1027908"/>
                  </a:lnTo>
                  <a:lnTo>
                    <a:pt x="1367007" y="1027170"/>
                  </a:lnTo>
                  <a:lnTo>
                    <a:pt x="1377093" y="1023879"/>
                  </a:lnTo>
                  <a:lnTo>
                    <a:pt x="1378137" y="1023539"/>
                  </a:lnTo>
                  <a:lnTo>
                    <a:pt x="1379528" y="1023085"/>
                  </a:lnTo>
                  <a:lnTo>
                    <a:pt x="1383354" y="1021837"/>
                  </a:lnTo>
                  <a:lnTo>
                    <a:pt x="1385093" y="1021270"/>
                  </a:lnTo>
                  <a:lnTo>
                    <a:pt x="1385614" y="1021099"/>
                  </a:lnTo>
                  <a:lnTo>
                    <a:pt x="1387006" y="1020645"/>
                  </a:lnTo>
                  <a:lnTo>
                    <a:pt x="1387701" y="1020418"/>
                  </a:lnTo>
                  <a:lnTo>
                    <a:pt x="1391179" y="1019284"/>
                  </a:lnTo>
                  <a:lnTo>
                    <a:pt x="1391527" y="1019170"/>
                  </a:lnTo>
                  <a:lnTo>
                    <a:pt x="1394831" y="1018092"/>
                  </a:lnTo>
                  <a:lnTo>
                    <a:pt x="1396918" y="1017411"/>
                  </a:lnTo>
                  <a:lnTo>
                    <a:pt x="1398483" y="1016901"/>
                  </a:lnTo>
                  <a:lnTo>
                    <a:pt x="1399526" y="1016560"/>
                  </a:lnTo>
                  <a:lnTo>
                    <a:pt x="1400743" y="1016163"/>
                  </a:lnTo>
                  <a:lnTo>
                    <a:pt x="1401787" y="1015823"/>
                  </a:lnTo>
                  <a:lnTo>
                    <a:pt x="1402309" y="1015653"/>
                  </a:lnTo>
                  <a:lnTo>
                    <a:pt x="1402482" y="1015596"/>
                  </a:lnTo>
                  <a:lnTo>
                    <a:pt x="1403874" y="1015142"/>
                  </a:lnTo>
                  <a:lnTo>
                    <a:pt x="1405786" y="1014518"/>
                  </a:lnTo>
                  <a:lnTo>
                    <a:pt x="1408047" y="1013780"/>
                  </a:lnTo>
                  <a:lnTo>
                    <a:pt x="1409612" y="1013270"/>
                  </a:lnTo>
                  <a:lnTo>
                    <a:pt x="1413438" y="1012021"/>
                  </a:lnTo>
                  <a:lnTo>
                    <a:pt x="1414655" y="1011624"/>
                  </a:lnTo>
                  <a:lnTo>
                    <a:pt x="1415177" y="1011454"/>
                  </a:lnTo>
                  <a:lnTo>
                    <a:pt x="1416742" y="1010943"/>
                  </a:lnTo>
                  <a:lnTo>
                    <a:pt x="1422481" y="1009071"/>
                  </a:lnTo>
                  <a:lnTo>
                    <a:pt x="1428219" y="1007199"/>
                  </a:lnTo>
                  <a:lnTo>
                    <a:pt x="1431871" y="1006007"/>
                  </a:lnTo>
                  <a:lnTo>
                    <a:pt x="1432045" y="1005950"/>
                  </a:lnTo>
                  <a:lnTo>
                    <a:pt x="1433958" y="1005326"/>
                  </a:lnTo>
                  <a:lnTo>
                    <a:pt x="1434132" y="1005270"/>
                  </a:lnTo>
                  <a:lnTo>
                    <a:pt x="1435697" y="1004759"/>
                  </a:lnTo>
                  <a:lnTo>
                    <a:pt x="1439175" y="1003624"/>
                  </a:lnTo>
                  <a:lnTo>
                    <a:pt x="1440218" y="1003284"/>
                  </a:lnTo>
                  <a:lnTo>
                    <a:pt x="1441088" y="1003000"/>
                  </a:lnTo>
                  <a:lnTo>
                    <a:pt x="1441435" y="1002887"/>
                  </a:lnTo>
                  <a:lnTo>
                    <a:pt x="1442479" y="1002546"/>
                  </a:lnTo>
                  <a:lnTo>
                    <a:pt x="1448739" y="1000504"/>
                  </a:lnTo>
                  <a:lnTo>
                    <a:pt x="1453087" y="999085"/>
                  </a:lnTo>
                  <a:lnTo>
                    <a:pt x="1455869" y="998177"/>
                  </a:lnTo>
                  <a:lnTo>
                    <a:pt x="1456217" y="998064"/>
                  </a:lnTo>
                  <a:lnTo>
                    <a:pt x="1459173" y="997099"/>
                  </a:lnTo>
                  <a:lnTo>
                    <a:pt x="1461781" y="996248"/>
                  </a:lnTo>
                  <a:lnTo>
                    <a:pt x="1465607" y="995000"/>
                  </a:lnTo>
                  <a:lnTo>
                    <a:pt x="1468390" y="994092"/>
                  </a:lnTo>
                  <a:lnTo>
                    <a:pt x="1472563" y="992731"/>
                  </a:lnTo>
                  <a:lnTo>
                    <a:pt x="1475519" y="991766"/>
                  </a:lnTo>
                  <a:lnTo>
                    <a:pt x="1476215" y="991539"/>
                  </a:lnTo>
                  <a:lnTo>
                    <a:pt x="1476563" y="991426"/>
                  </a:lnTo>
                  <a:lnTo>
                    <a:pt x="1476737" y="991369"/>
                  </a:lnTo>
                  <a:lnTo>
                    <a:pt x="1476911" y="991312"/>
                  </a:lnTo>
                  <a:lnTo>
                    <a:pt x="1478128" y="990915"/>
                  </a:lnTo>
                  <a:lnTo>
                    <a:pt x="1479867" y="990348"/>
                  </a:lnTo>
                  <a:lnTo>
                    <a:pt x="1480041" y="990291"/>
                  </a:lnTo>
                  <a:lnTo>
                    <a:pt x="1481780" y="989724"/>
                  </a:lnTo>
                  <a:lnTo>
                    <a:pt x="1484214" y="988929"/>
                  </a:lnTo>
                  <a:lnTo>
                    <a:pt x="1485431" y="988532"/>
                  </a:lnTo>
                  <a:lnTo>
                    <a:pt x="1489257" y="987284"/>
                  </a:lnTo>
                  <a:lnTo>
                    <a:pt x="1498126" y="984390"/>
                  </a:lnTo>
                  <a:lnTo>
                    <a:pt x="1502126" y="983085"/>
                  </a:lnTo>
                  <a:lnTo>
                    <a:pt x="1502473" y="982972"/>
                  </a:lnTo>
                  <a:lnTo>
                    <a:pt x="1503343" y="982688"/>
                  </a:lnTo>
                  <a:lnTo>
                    <a:pt x="1505082" y="982121"/>
                  </a:lnTo>
                  <a:lnTo>
                    <a:pt x="1505777" y="981894"/>
                  </a:lnTo>
                  <a:lnTo>
                    <a:pt x="1514125" y="979170"/>
                  </a:lnTo>
                  <a:lnTo>
                    <a:pt x="1515168" y="978830"/>
                  </a:lnTo>
                  <a:lnTo>
                    <a:pt x="1521428" y="976788"/>
                  </a:lnTo>
                  <a:lnTo>
                    <a:pt x="1522646" y="976390"/>
                  </a:lnTo>
                  <a:lnTo>
                    <a:pt x="1528732" y="974405"/>
                  </a:lnTo>
                  <a:lnTo>
                    <a:pt x="1530993" y="973667"/>
                  </a:lnTo>
                  <a:lnTo>
                    <a:pt x="1532905" y="973043"/>
                  </a:lnTo>
                  <a:lnTo>
                    <a:pt x="1536557" y="971851"/>
                  </a:lnTo>
                  <a:lnTo>
                    <a:pt x="1537079" y="971681"/>
                  </a:lnTo>
                  <a:lnTo>
                    <a:pt x="1537949" y="971397"/>
                  </a:lnTo>
                  <a:lnTo>
                    <a:pt x="1538470" y="971227"/>
                  </a:lnTo>
                  <a:lnTo>
                    <a:pt x="1538644" y="971171"/>
                  </a:lnTo>
                  <a:lnTo>
                    <a:pt x="1540905" y="970433"/>
                  </a:lnTo>
                  <a:lnTo>
                    <a:pt x="1550991" y="967142"/>
                  </a:lnTo>
                  <a:lnTo>
                    <a:pt x="1552034" y="966802"/>
                  </a:lnTo>
                  <a:lnTo>
                    <a:pt x="1553425" y="966348"/>
                  </a:lnTo>
                  <a:lnTo>
                    <a:pt x="1557251" y="965100"/>
                  </a:lnTo>
                  <a:lnTo>
                    <a:pt x="1558990" y="964532"/>
                  </a:lnTo>
                  <a:lnTo>
                    <a:pt x="1559512" y="964362"/>
                  </a:lnTo>
                  <a:lnTo>
                    <a:pt x="1560903" y="963908"/>
                  </a:lnTo>
                  <a:lnTo>
                    <a:pt x="1561599" y="963681"/>
                  </a:lnTo>
                  <a:lnTo>
                    <a:pt x="1565077" y="962546"/>
                  </a:lnTo>
                  <a:lnTo>
                    <a:pt x="1565424" y="962433"/>
                  </a:lnTo>
                  <a:lnTo>
                    <a:pt x="1568728" y="961355"/>
                  </a:lnTo>
                  <a:lnTo>
                    <a:pt x="1570815" y="960674"/>
                  </a:lnTo>
                  <a:lnTo>
                    <a:pt x="1572380" y="960164"/>
                  </a:lnTo>
                  <a:lnTo>
                    <a:pt x="1573424" y="959823"/>
                  </a:lnTo>
                  <a:lnTo>
                    <a:pt x="1574641" y="959426"/>
                  </a:lnTo>
                  <a:lnTo>
                    <a:pt x="1575684" y="959086"/>
                  </a:lnTo>
                  <a:lnTo>
                    <a:pt x="1576206" y="958915"/>
                  </a:lnTo>
                  <a:lnTo>
                    <a:pt x="1576380" y="958859"/>
                  </a:lnTo>
                  <a:lnTo>
                    <a:pt x="1577771" y="958405"/>
                  </a:lnTo>
                  <a:lnTo>
                    <a:pt x="1579684" y="957781"/>
                  </a:lnTo>
                  <a:lnTo>
                    <a:pt x="1581945" y="957043"/>
                  </a:lnTo>
                  <a:lnTo>
                    <a:pt x="1583510" y="956532"/>
                  </a:lnTo>
                  <a:lnTo>
                    <a:pt x="1587335" y="955284"/>
                  </a:lnTo>
                  <a:lnTo>
                    <a:pt x="1588553" y="954887"/>
                  </a:lnTo>
                  <a:lnTo>
                    <a:pt x="1589074" y="954717"/>
                  </a:lnTo>
                  <a:lnTo>
                    <a:pt x="1590639" y="954206"/>
                  </a:lnTo>
                  <a:lnTo>
                    <a:pt x="1596378" y="952334"/>
                  </a:lnTo>
                  <a:lnTo>
                    <a:pt x="1602117" y="950461"/>
                  </a:lnTo>
                  <a:lnTo>
                    <a:pt x="1605769" y="949270"/>
                  </a:lnTo>
                  <a:lnTo>
                    <a:pt x="1605942" y="949213"/>
                  </a:lnTo>
                  <a:lnTo>
                    <a:pt x="1608029" y="948532"/>
                  </a:lnTo>
                  <a:lnTo>
                    <a:pt x="1609594" y="948022"/>
                  </a:lnTo>
                  <a:lnTo>
                    <a:pt x="1613072" y="946887"/>
                  </a:lnTo>
                  <a:lnTo>
                    <a:pt x="1614116" y="946547"/>
                  </a:lnTo>
                  <a:lnTo>
                    <a:pt x="1614985" y="946263"/>
                  </a:lnTo>
                  <a:lnTo>
                    <a:pt x="1615333" y="946149"/>
                  </a:lnTo>
                  <a:lnTo>
                    <a:pt x="1616376" y="945809"/>
                  </a:lnTo>
                  <a:lnTo>
                    <a:pt x="1622637" y="943766"/>
                  </a:lnTo>
                  <a:lnTo>
                    <a:pt x="1626984" y="942348"/>
                  </a:lnTo>
                  <a:lnTo>
                    <a:pt x="1628549" y="941837"/>
                  </a:lnTo>
                  <a:lnTo>
                    <a:pt x="1629766" y="941440"/>
                  </a:lnTo>
                  <a:lnTo>
                    <a:pt x="1630114" y="941327"/>
                  </a:lnTo>
                  <a:lnTo>
                    <a:pt x="1633070" y="940362"/>
                  </a:lnTo>
                  <a:lnTo>
                    <a:pt x="1635679" y="939511"/>
                  </a:lnTo>
                  <a:lnTo>
                    <a:pt x="1639505" y="938263"/>
                  </a:lnTo>
                  <a:lnTo>
                    <a:pt x="1642287" y="937355"/>
                  </a:lnTo>
                  <a:lnTo>
                    <a:pt x="1646461" y="935993"/>
                  </a:lnTo>
                  <a:lnTo>
                    <a:pt x="1649417" y="935029"/>
                  </a:lnTo>
                  <a:lnTo>
                    <a:pt x="1650112" y="934802"/>
                  </a:lnTo>
                  <a:lnTo>
                    <a:pt x="1650460" y="934689"/>
                  </a:lnTo>
                  <a:lnTo>
                    <a:pt x="1650634" y="934632"/>
                  </a:lnTo>
                  <a:lnTo>
                    <a:pt x="1650808" y="934575"/>
                  </a:lnTo>
                  <a:lnTo>
                    <a:pt x="1652025" y="934178"/>
                  </a:lnTo>
                  <a:lnTo>
                    <a:pt x="1653764" y="933610"/>
                  </a:lnTo>
                  <a:lnTo>
                    <a:pt x="1653938" y="933554"/>
                  </a:lnTo>
                  <a:lnTo>
                    <a:pt x="1655677" y="932986"/>
                  </a:lnTo>
                  <a:lnTo>
                    <a:pt x="1658112" y="932192"/>
                  </a:lnTo>
                  <a:lnTo>
                    <a:pt x="1659329" y="931795"/>
                  </a:lnTo>
                  <a:lnTo>
                    <a:pt x="1663155" y="930547"/>
                  </a:lnTo>
                  <a:lnTo>
                    <a:pt x="1672023" y="927653"/>
                  </a:lnTo>
                  <a:lnTo>
                    <a:pt x="1676023" y="926348"/>
                  </a:lnTo>
                  <a:lnTo>
                    <a:pt x="1676371" y="926235"/>
                  </a:lnTo>
                  <a:lnTo>
                    <a:pt x="1677240" y="925951"/>
                  </a:lnTo>
                  <a:lnTo>
                    <a:pt x="1678979" y="925384"/>
                  </a:lnTo>
                  <a:lnTo>
                    <a:pt x="1679675" y="925157"/>
                  </a:lnTo>
                  <a:lnTo>
                    <a:pt x="1688022" y="922433"/>
                  </a:lnTo>
                  <a:lnTo>
                    <a:pt x="1689065" y="922093"/>
                  </a:lnTo>
                  <a:lnTo>
                    <a:pt x="1695326" y="920050"/>
                  </a:lnTo>
                  <a:lnTo>
                    <a:pt x="1696543" y="919653"/>
                  </a:lnTo>
                  <a:lnTo>
                    <a:pt x="1702629" y="917667"/>
                  </a:lnTo>
                  <a:lnTo>
                    <a:pt x="1704890" y="916930"/>
                  </a:lnTo>
                  <a:lnTo>
                    <a:pt x="1706803" y="916306"/>
                  </a:lnTo>
                  <a:lnTo>
                    <a:pt x="1710455" y="915114"/>
                  </a:lnTo>
                  <a:lnTo>
                    <a:pt x="1710976" y="914944"/>
                  </a:lnTo>
                  <a:lnTo>
                    <a:pt x="1711846" y="914660"/>
                  </a:lnTo>
                  <a:lnTo>
                    <a:pt x="1712368" y="914490"/>
                  </a:lnTo>
                  <a:lnTo>
                    <a:pt x="1712542" y="914433"/>
                  </a:lnTo>
                  <a:lnTo>
                    <a:pt x="1714802" y="913696"/>
                  </a:lnTo>
                  <a:lnTo>
                    <a:pt x="1724888" y="910405"/>
                  </a:lnTo>
                  <a:lnTo>
                    <a:pt x="1725932" y="910065"/>
                  </a:lnTo>
                  <a:lnTo>
                    <a:pt x="1727323" y="909611"/>
                  </a:lnTo>
                  <a:lnTo>
                    <a:pt x="1731149" y="908362"/>
                  </a:lnTo>
                  <a:lnTo>
                    <a:pt x="1732888" y="907795"/>
                  </a:lnTo>
                  <a:lnTo>
                    <a:pt x="1733409" y="907625"/>
                  </a:lnTo>
                  <a:lnTo>
                    <a:pt x="1734800" y="907171"/>
                  </a:lnTo>
                  <a:lnTo>
                    <a:pt x="1735496" y="906944"/>
                  </a:lnTo>
                  <a:lnTo>
                    <a:pt x="1738974" y="905809"/>
                  </a:lnTo>
                  <a:lnTo>
                    <a:pt x="1739322" y="905696"/>
                  </a:lnTo>
                  <a:lnTo>
                    <a:pt x="1742626" y="904618"/>
                  </a:lnTo>
                  <a:lnTo>
                    <a:pt x="1744713" y="903937"/>
                  </a:lnTo>
                  <a:lnTo>
                    <a:pt x="1746278" y="903426"/>
                  </a:lnTo>
                  <a:lnTo>
                    <a:pt x="1747321" y="903086"/>
                  </a:lnTo>
                  <a:lnTo>
                    <a:pt x="1748538" y="902689"/>
                  </a:lnTo>
                  <a:lnTo>
                    <a:pt x="1749582" y="902348"/>
                  </a:lnTo>
                  <a:lnTo>
                    <a:pt x="1750103" y="902178"/>
                  </a:lnTo>
                  <a:lnTo>
                    <a:pt x="1750277" y="902121"/>
                  </a:lnTo>
                  <a:lnTo>
                    <a:pt x="1751668" y="901667"/>
                  </a:lnTo>
                  <a:lnTo>
                    <a:pt x="1753581" y="901043"/>
                  </a:lnTo>
                  <a:lnTo>
                    <a:pt x="1755842" y="900306"/>
                  </a:lnTo>
                  <a:lnTo>
                    <a:pt x="1757407" y="899795"/>
                  </a:lnTo>
                  <a:lnTo>
                    <a:pt x="1761233" y="898547"/>
                  </a:lnTo>
                  <a:lnTo>
                    <a:pt x="1762450" y="898150"/>
                  </a:lnTo>
                  <a:lnTo>
                    <a:pt x="1762972" y="897980"/>
                  </a:lnTo>
                  <a:lnTo>
                    <a:pt x="1770276" y="895597"/>
                  </a:lnTo>
                  <a:lnTo>
                    <a:pt x="1776014" y="893724"/>
                  </a:lnTo>
                  <a:lnTo>
                    <a:pt x="1779666" y="892533"/>
                  </a:lnTo>
                  <a:lnTo>
                    <a:pt x="1779840" y="892476"/>
                  </a:lnTo>
                  <a:lnTo>
                    <a:pt x="1781753" y="891852"/>
                  </a:lnTo>
                  <a:lnTo>
                    <a:pt x="1781927" y="891795"/>
                  </a:lnTo>
                  <a:lnTo>
                    <a:pt x="1783492" y="891285"/>
                  </a:lnTo>
                  <a:lnTo>
                    <a:pt x="1786970" y="890150"/>
                  </a:lnTo>
                  <a:lnTo>
                    <a:pt x="1788013" y="889809"/>
                  </a:lnTo>
                  <a:lnTo>
                    <a:pt x="1788883" y="889526"/>
                  </a:lnTo>
                  <a:lnTo>
                    <a:pt x="1789230" y="889412"/>
                  </a:lnTo>
                  <a:lnTo>
                    <a:pt x="1790274" y="889072"/>
                  </a:lnTo>
                  <a:lnTo>
                    <a:pt x="1796534" y="887029"/>
                  </a:lnTo>
                  <a:lnTo>
                    <a:pt x="1800881" y="885611"/>
                  </a:lnTo>
                  <a:lnTo>
                    <a:pt x="1802447" y="885100"/>
                  </a:lnTo>
                  <a:lnTo>
                    <a:pt x="1803664" y="884703"/>
                  </a:lnTo>
                  <a:lnTo>
                    <a:pt x="1804012" y="884590"/>
                  </a:lnTo>
                  <a:lnTo>
                    <a:pt x="1806968" y="883625"/>
                  </a:lnTo>
                  <a:lnTo>
                    <a:pt x="1809576" y="882774"/>
                  </a:lnTo>
                  <a:lnTo>
                    <a:pt x="1813402" y="881526"/>
                  </a:lnTo>
                  <a:lnTo>
                    <a:pt x="1816184" y="880618"/>
                  </a:lnTo>
                  <a:lnTo>
                    <a:pt x="1820358" y="879256"/>
                  </a:lnTo>
                  <a:lnTo>
                    <a:pt x="1823314" y="878292"/>
                  </a:lnTo>
                  <a:lnTo>
                    <a:pt x="1824010" y="878065"/>
                  </a:lnTo>
                  <a:lnTo>
                    <a:pt x="1824358" y="877951"/>
                  </a:lnTo>
                  <a:lnTo>
                    <a:pt x="1824532" y="877895"/>
                  </a:lnTo>
                  <a:lnTo>
                    <a:pt x="1824705" y="877838"/>
                  </a:lnTo>
                  <a:lnTo>
                    <a:pt x="1825923" y="877441"/>
                  </a:lnTo>
                  <a:lnTo>
                    <a:pt x="1827662" y="876873"/>
                  </a:lnTo>
                  <a:lnTo>
                    <a:pt x="1827836" y="876817"/>
                  </a:lnTo>
                  <a:lnTo>
                    <a:pt x="1829575" y="876249"/>
                  </a:lnTo>
                  <a:lnTo>
                    <a:pt x="1832009" y="875455"/>
                  </a:lnTo>
                  <a:lnTo>
                    <a:pt x="1833226" y="875058"/>
                  </a:lnTo>
                  <a:lnTo>
                    <a:pt x="1837052" y="873809"/>
                  </a:lnTo>
                  <a:lnTo>
                    <a:pt x="1845921" y="870916"/>
                  </a:lnTo>
                  <a:lnTo>
                    <a:pt x="1849921" y="869611"/>
                  </a:lnTo>
                  <a:lnTo>
                    <a:pt x="1850268" y="869497"/>
                  </a:lnTo>
                  <a:lnTo>
                    <a:pt x="1851138" y="869214"/>
                  </a:lnTo>
                  <a:lnTo>
                    <a:pt x="1852877" y="868646"/>
                  </a:lnTo>
                  <a:lnTo>
                    <a:pt x="1853572" y="868419"/>
                  </a:lnTo>
                  <a:lnTo>
                    <a:pt x="1861919" y="865696"/>
                  </a:lnTo>
                  <a:lnTo>
                    <a:pt x="1862963" y="865356"/>
                  </a:lnTo>
                  <a:lnTo>
                    <a:pt x="1869223" y="863313"/>
                  </a:lnTo>
                  <a:lnTo>
                    <a:pt x="1870440" y="862916"/>
                  </a:lnTo>
                  <a:lnTo>
                    <a:pt x="1876527" y="860930"/>
                  </a:lnTo>
                  <a:lnTo>
                    <a:pt x="1878788" y="860193"/>
                  </a:lnTo>
                  <a:lnTo>
                    <a:pt x="1880700" y="859568"/>
                  </a:lnTo>
                  <a:lnTo>
                    <a:pt x="1884352" y="858377"/>
                  </a:lnTo>
                  <a:lnTo>
                    <a:pt x="1884874" y="858207"/>
                  </a:lnTo>
                  <a:lnTo>
                    <a:pt x="1885743" y="857923"/>
                  </a:lnTo>
                  <a:lnTo>
                    <a:pt x="1886265" y="857753"/>
                  </a:lnTo>
                  <a:lnTo>
                    <a:pt x="1886439" y="857696"/>
                  </a:lnTo>
                  <a:lnTo>
                    <a:pt x="1888700" y="856959"/>
                  </a:lnTo>
                  <a:lnTo>
                    <a:pt x="1898786" y="853668"/>
                  </a:lnTo>
                  <a:lnTo>
                    <a:pt x="1899829" y="853327"/>
                  </a:lnTo>
                  <a:lnTo>
                    <a:pt x="1901220" y="852873"/>
                  </a:lnTo>
                  <a:lnTo>
                    <a:pt x="1905046" y="851625"/>
                  </a:lnTo>
                  <a:lnTo>
                    <a:pt x="1906785" y="851058"/>
                  </a:lnTo>
                  <a:lnTo>
                    <a:pt x="1907307" y="850888"/>
                  </a:lnTo>
                  <a:lnTo>
                    <a:pt x="1908698" y="850434"/>
                  </a:lnTo>
                  <a:lnTo>
                    <a:pt x="1909393" y="850207"/>
                  </a:lnTo>
                  <a:lnTo>
                    <a:pt x="1912871" y="849072"/>
                  </a:lnTo>
                  <a:lnTo>
                    <a:pt x="1913219" y="848959"/>
                  </a:lnTo>
                  <a:lnTo>
                    <a:pt x="1916523" y="847881"/>
                  </a:lnTo>
                  <a:lnTo>
                    <a:pt x="1918610" y="847200"/>
                  </a:lnTo>
                  <a:lnTo>
                    <a:pt x="1920175" y="846689"/>
                  </a:lnTo>
                  <a:lnTo>
                    <a:pt x="1921218" y="846349"/>
                  </a:lnTo>
                  <a:lnTo>
                    <a:pt x="1922436" y="845951"/>
                  </a:lnTo>
                  <a:lnTo>
                    <a:pt x="1923479" y="845611"/>
                  </a:lnTo>
                  <a:lnTo>
                    <a:pt x="1924001" y="845441"/>
                  </a:lnTo>
                  <a:lnTo>
                    <a:pt x="1924175" y="845384"/>
                  </a:lnTo>
                  <a:lnTo>
                    <a:pt x="1925566" y="844930"/>
                  </a:lnTo>
                  <a:lnTo>
                    <a:pt x="1927479" y="844306"/>
                  </a:lnTo>
                  <a:lnTo>
                    <a:pt x="1929739" y="843569"/>
                  </a:lnTo>
                  <a:lnTo>
                    <a:pt x="1931305" y="843058"/>
                  </a:lnTo>
                  <a:lnTo>
                    <a:pt x="1935130" y="841810"/>
                  </a:lnTo>
                  <a:lnTo>
                    <a:pt x="1936348" y="841413"/>
                  </a:lnTo>
                  <a:lnTo>
                    <a:pt x="1936869" y="841242"/>
                  </a:lnTo>
                  <a:lnTo>
                    <a:pt x="1938434" y="840732"/>
                  </a:lnTo>
                  <a:lnTo>
                    <a:pt x="1944173" y="838859"/>
                  </a:lnTo>
                  <a:lnTo>
                    <a:pt x="1949912" y="836987"/>
                  </a:lnTo>
                  <a:lnTo>
                    <a:pt x="1953563" y="835796"/>
                  </a:lnTo>
                  <a:lnTo>
                    <a:pt x="1953737" y="835739"/>
                  </a:lnTo>
                  <a:lnTo>
                    <a:pt x="1955650" y="835115"/>
                  </a:lnTo>
                  <a:lnTo>
                    <a:pt x="1955824" y="835058"/>
                  </a:lnTo>
                  <a:lnTo>
                    <a:pt x="1957389" y="834547"/>
                  </a:lnTo>
                  <a:lnTo>
                    <a:pt x="1960867" y="833413"/>
                  </a:lnTo>
                  <a:lnTo>
                    <a:pt x="1961910" y="833072"/>
                  </a:lnTo>
                  <a:lnTo>
                    <a:pt x="1962780" y="832788"/>
                  </a:lnTo>
                  <a:lnTo>
                    <a:pt x="1963128" y="832675"/>
                  </a:lnTo>
                  <a:lnTo>
                    <a:pt x="1964171" y="832335"/>
                  </a:lnTo>
                  <a:lnTo>
                    <a:pt x="1970431" y="830292"/>
                  </a:lnTo>
                  <a:lnTo>
                    <a:pt x="1974779" y="828874"/>
                  </a:lnTo>
                  <a:lnTo>
                    <a:pt x="1977561" y="827966"/>
                  </a:lnTo>
                  <a:lnTo>
                    <a:pt x="1977909" y="827852"/>
                  </a:lnTo>
                  <a:lnTo>
                    <a:pt x="1980865" y="826888"/>
                  </a:lnTo>
                  <a:lnTo>
                    <a:pt x="1983474" y="826037"/>
                  </a:lnTo>
                  <a:lnTo>
                    <a:pt x="1987300" y="824789"/>
                  </a:lnTo>
                  <a:lnTo>
                    <a:pt x="1990082" y="823881"/>
                  </a:lnTo>
                  <a:lnTo>
                    <a:pt x="1994255" y="822519"/>
                  </a:lnTo>
                  <a:lnTo>
                    <a:pt x="1997212" y="821554"/>
                  </a:lnTo>
                  <a:lnTo>
                    <a:pt x="1997907" y="821328"/>
                  </a:lnTo>
                  <a:lnTo>
                    <a:pt x="1998255" y="821214"/>
                  </a:lnTo>
                  <a:lnTo>
                    <a:pt x="1998429" y="821157"/>
                  </a:lnTo>
                  <a:lnTo>
                    <a:pt x="1998603" y="821101"/>
                  </a:lnTo>
                  <a:lnTo>
                    <a:pt x="1999820" y="820703"/>
                  </a:lnTo>
                  <a:lnTo>
                    <a:pt x="2001559" y="820136"/>
                  </a:lnTo>
                  <a:lnTo>
                    <a:pt x="2001733" y="820079"/>
                  </a:lnTo>
                  <a:lnTo>
                    <a:pt x="2003472" y="819512"/>
                  </a:lnTo>
                  <a:lnTo>
                    <a:pt x="2005907" y="818718"/>
                  </a:lnTo>
                  <a:lnTo>
                    <a:pt x="2007124" y="818320"/>
                  </a:lnTo>
                  <a:lnTo>
                    <a:pt x="2010950" y="817072"/>
                  </a:lnTo>
                  <a:lnTo>
                    <a:pt x="2019818" y="814179"/>
                  </a:lnTo>
                  <a:lnTo>
                    <a:pt x="2023818" y="812874"/>
                  </a:lnTo>
                  <a:lnTo>
                    <a:pt x="2026774" y="811909"/>
                  </a:lnTo>
                  <a:lnTo>
                    <a:pt x="2027470" y="811682"/>
                  </a:lnTo>
                  <a:lnTo>
                    <a:pt x="2035817" y="808959"/>
                  </a:lnTo>
                  <a:lnTo>
                    <a:pt x="2036860" y="808618"/>
                  </a:lnTo>
                  <a:lnTo>
                    <a:pt x="2043121" y="806576"/>
                  </a:lnTo>
                  <a:lnTo>
                    <a:pt x="2044338" y="806179"/>
                  </a:lnTo>
                  <a:lnTo>
                    <a:pt x="2050424" y="804193"/>
                  </a:lnTo>
                  <a:lnTo>
                    <a:pt x="2052685" y="803455"/>
                  </a:lnTo>
                  <a:lnTo>
                    <a:pt x="2054598" y="802831"/>
                  </a:lnTo>
                  <a:lnTo>
                    <a:pt x="2058250" y="801640"/>
                  </a:lnTo>
                  <a:lnTo>
                    <a:pt x="2058771" y="801470"/>
                  </a:lnTo>
                  <a:lnTo>
                    <a:pt x="2059641" y="801186"/>
                  </a:lnTo>
                  <a:lnTo>
                    <a:pt x="2060163" y="801016"/>
                  </a:lnTo>
                  <a:lnTo>
                    <a:pt x="2060336" y="800959"/>
                  </a:lnTo>
                  <a:lnTo>
                    <a:pt x="2062597" y="800221"/>
                  </a:lnTo>
                  <a:lnTo>
                    <a:pt x="2072683" y="796931"/>
                  </a:lnTo>
                  <a:lnTo>
                    <a:pt x="2073727" y="796590"/>
                  </a:lnTo>
                  <a:lnTo>
                    <a:pt x="2075118" y="796136"/>
                  </a:lnTo>
                  <a:lnTo>
                    <a:pt x="2078943" y="794888"/>
                  </a:lnTo>
                  <a:lnTo>
                    <a:pt x="2080682" y="794321"/>
                  </a:lnTo>
                  <a:lnTo>
                    <a:pt x="2081204" y="794150"/>
                  </a:lnTo>
                  <a:lnTo>
                    <a:pt x="2082595" y="793697"/>
                  </a:lnTo>
                  <a:lnTo>
                    <a:pt x="2083291" y="793470"/>
                  </a:lnTo>
                  <a:lnTo>
                    <a:pt x="2086769" y="792335"/>
                  </a:lnTo>
                  <a:lnTo>
                    <a:pt x="2087117" y="792221"/>
                  </a:lnTo>
                  <a:lnTo>
                    <a:pt x="2090421" y="791143"/>
                  </a:lnTo>
                  <a:lnTo>
                    <a:pt x="2092507" y="790462"/>
                  </a:lnTo>
                  <a:lnTo>
                    <a:pt x="2094073" y="789952"/>
                  </a:lnTo>
                  <a:lnTo>
                    <a:pt x="2095116" y="789611"/>
                  </a:lnTo>
                  <a:lnTo>
                    <a:pt x="2096333" y="789214"/>
                  </a:lnTo>
                  <a:lnTo>
                    <a:pt x="2097377" y="788874"/>
                  </a:lnTo>
                  <a:lnTo>
                    <a:pt x="2097898" y="788704"/>
                  </a:lnTo>
                  <a:lnTo>
                    <a:pt x="2098072" y="788647"/>
                  </a:lnTo>
                  <a:lnTo>
                    <a:pt x="2099463" y="788193"/>
                  </a:lnTo>
                  <a:lnTo>
                    <a:pt x="2101376" y="787569"/>
                  </a:lnTo>
                  <a:lnTo>
                    <a:pt x="2103637" y="786831"/>
                  </a:lnTo>
                  <a:lnTo>
                    <a:pt x="2105202" y="786321"/>
                  </a:lnTo>
                  <a:lnTo>
                    <a:pt x="2109028" y="785072"/>
                  </a:lnTo>
                  <a:lnTo>
                    <a:pt x="2110245" y="784675"/>
                  </a:lnTo>
                  <a:lnTo>
                    <a:pt x="2110767" y="784505"/>
                  </a:lnTo>
                  <a:lnTo>
                    <a:pt x="2112332" y="783994"/>
                  </a:lnTo>
                  <a:lnTo>
                    <a:pt x="2118070" y="782122"/>
                  </a:lnTo>
                  <a:lnTo>
                    <a:pt x="2123809" y="780250"/>
                  </a:lnTo>
                  <a:lnTo>
                    <a:pt x="2127461" y="779058"/>
                  </a:lnTo>
                  <a:lnTo>
                    <a:pt x="2127635" y="779002"/>
                  </a:lnTo>
                  <a:lnTo>
                    <a:pt x="2129548" y="778377"/>
                  </a:lnTo>
                  <a:lnTo>
                    <a:pt x="2129722" y="778321"/>
                  </a:lnTo>
                  <a:lnTo>
                    <a:pt x="2131287" y="777810"/>
                  </a:lnTo>
                  <a:lnTo>
                    <a:pt x="2134765" y="776675"/>
                  </a:lnTo>
                  <a:lnTo>
                    <a:pt x="2135808" y="776335"/>
                  </a:lnTo>
                  <a:lnTo>
                    <a:pt x="2136677" y="776051"/>
                  </a:lnTo>
                  <a:lnTo>
                    <a:pt x="2137025" y="775938"/>
                  </a:lnTo>
                  <a:lnTo>
                    <a:pt x="2138069" y="775597"/>
                  </a:lnTo>
                  <a:lnTo>
                    <a:pt x="2144329" y="773555"/>
                  </a:lnTo>
                  <a:lnTo>
                    <a:pt x="2148676" y="772136"/>
                  </a:lnTo>
                  <a:lnTo>
                    <a:pt x="2150241" y="771626"/>
                  </a:lnTo>
                  <a:lnTo>
                    <a:pt x="2151459" y="771229"/>
                  </a:lnTo>
                  <a:lnTo>
                    <a:pt x="2151807" y="771115"/>
                  </a:lnTo>
                  <a:lnTo>
                    <a:pt x="2154763" y="770151"/>
                  </a:lnTo>
                  <a:lnTo>
                    <a:pt x="2157371" y="769299"/>
                  </a:lnTo>
                  <a:lnTo>
                    <a:pt x="2161197" y="768051"/>
                  </a:lnTo>
                  <a:lnTo>
                    <a:pt x="2163979" y="767143"/>
                  </a:lnTo>
                  <a:lnTo>
                    <a:pt x="2168153" y="765782"/>
                  </a:lnTo>
                  <a:lnTo>
                    <a:pt x="2171109" y="764817"/>
                  </a:lnTo>
                  <a:lnTo>
                    <a:pt x="2171805" y="764590"/>
                  </a:lnTo>
                  <a:lnTo>
                    <a:pt x="2172153" y="764477"/>
                  </a:lnTo>
                  <a:lnTo>
                    <a:pt x="2172326" y="764420"/>
                  </a:lnTo>
                  <a:lnTo>
                    <a:pt x="2172500" y="764363"/>
                  </a:lnTo>
                  <a:lnTo>
                    <a:pt x="2173718" y="763966"/>
                  </a:lnTo>
                  <a:lnTo>
                    <a:pt x="2175457" y="763399"/>
                  </a:lnTo>
                  <a:lnTo>
                    <a:pt x="2175630" y="763342"/>
                  </a:lnTo>
                  <a:lnTo>
                    <a:pt x="2177369" y="762775"/>
                  </a:lnTo>
                  <a:lnTo>
                    <a:pt x="2179804" y="761980"/>
                  </a:lnTo>
                  <a:lnTo>
                    <a:pt x="2181021" y="761583"/>
                  </a:lnTo>
                  <a:lnTo>
                    <a:pt x="2184847" y="760335"/>
                  </a:lnTo>
                  <a:lnTo>
                    <a:pt x="2193716" y="757441"/>
                  </a:lnTo>
                  <a:lnTo>
                    <a:pt x="2197715" y="756136"/>
                  </a:lnTo>
                  <a:lnTo>
                    <a:pt x="2198063" y="756023"/>
                  </a:lnTo>
                  <a:lnTo>
                    <a:pt x="2198933" y="755739"/>
                  </a:lnTo>
                  <a:lnTo>
                    <a:pt x="2200672" y="755172"/>
                  </a:lnTo>
                  <a:lnTo>
                    <a:pt x="2201367" y="754945"/>
                  </a:lnTo>
                  <a:lnTo>
                    <a:pt x="2209714" y="752222"/>
                  </a:lnTo>
                  <a:lnTo>
                    <a:pt x="2210758" y="751881"/>
                  </a:lnTo>
                  <a:lnTo>
                    <a:pt x="2217018" y="749839"/>
                  </a:lnTo>
                  <a:lnTo>
                    <a:pt x="2224322" y="747456"/>
                  </a:lnTo>
                  <a:lnTo>
                    <a:pt x="2226582" y="746718"/>
                  </a:lnTo>
                  <a:lnTo>
                    <a:pt x="2228495" y="746094"/>
                  </a:lnTo>
                  <a:lnTo>
                    <a:pt x="2232147" y="744902"/>
                  </a:lnTo>
                  <a:lnTo>
                    <a:pt x="2232669" y="744732"/>
                  </a:lnTo>
                  <a:lnTo>
                    <a:pt x="2233538" y="744449"/>
                  </a:lnTo>
                  <a:lnTo>
                    <a:pt x="2234060" y="744278"/>
                  </a:lnTo>
                  <a:lnTo>
                    <a:pt x="2234234" y="744222"/>
                  </a:lnTo>
                  <a:lnTo>
                    <a:pt x="2236495" y="743484"/>
                  </a:lnTo>
                  <a:lnTo>
                    <a:pt x="2246581" y="740193"/>
                  </a:lnTo>
                  <a:lnTo>
                    <a:pt x="2247624" y="739853"/>
                  </a:lnTo>
                  <a:lnTo>
                    <a:pt x="2249015" y="739399"/>
                  </a:lnTo>
                  <a:lnTo>
                    <a:pt x="2252841" y="738151"/>
                  </a:lnTo>
                  <a:lnTo>
                    <a:pt x="2254580" y="737583"/>
                  </a:lnTo>
                  <a:lnTo>
                    <a:pt x="2255102" y="737413"/>
                  </a:lnTo>
                  <a:lnTo>
                    <a:pt x="2256493" y="736959"/>
                  </a:lnTo>
                  <a:lnTo>
                    <a:pt x="2257188" y="736732"/>
                  </a:lnTo>
                  <a:lnTo>
                    <a:pt x="2260666" y="735598"/>
                  </a:lnTo>
                  <a:lnTo>
                    <a:pt x="2261014" y="735484"/>
                  </a:lnTo>
                  <a:lnTo>
                    <a:pt x="2264318" y="734406"/>
                  </a:lnTo>
                  <a:lnTo>
                    <a:pt x="2266405" y="733725"/>
                  </a:lnTo>
                  <a:lnTo>
                    <a:pt x="2267970" y="733215"/>
                  </a:lnTo>
                  <a:lnTo>
                    <a:pt x="2269013" y="732874"/>
                  </a:lnTo>
                  <a:lnTo>
                    <a:pt x="2270231" y="732477"/>
                  </a:lnTo>
                  <a:lnTo>
                    <a:pt x="2271274" y="732137"/>
                  </a:lnTo>
                  <a:lnTo>
                    <a:pt x="2271796" y="731966"/>
                  </a:lnTo>
                  <a:lnTo>
                    <a:pt x="2271970" y="731910"/>
                  </a:lnTo>
                  <a:lnTo>
                    <a:pt x="2273361" y="731456"/>
                  </a:lnTo>
                  <a:lnTo>
                    <a:pt x="2275274" y="730832"/>
                  </a:lnTo>
                  <a:lnTo>
                    <a:pt x="2277534" y="730094"/>
                  </a:lnTo>
                  <a:lnTo>
                    <a:pt x="2279099" y="729583"/>
                  </a:lnTo>
                  <a:lnTo>
                    <a:pt x="2282925" y="728335"/>
                  </a:lnTo>
                  <a:lnTo>
                    <a:pt x="2284142" y="727938"/>
                  </a:lnTo>
                  <a:lnTo>
                    <a:pt x="2284664" y="727768"/>
                  </a:lnTo>
                  <a:lnTo>
                    <a:pt x="2286229" y="727257"/>
                  </a:lnTo>
                  <a:lnTo>
                    <a:pt x="2291968" y="725385"/>
                  </a:lnTo>
                  <a:lnTo>
                    <a:pt x="2297706" y="723513"/>
                  </a:lnTo>
                  <a:lnTo>
                    <a:pt x="2301358" y="722321"/>
                  </a:lnTo>
                  <a:lnTo>
                    <a:pt x="2301532" y="722264"/>
                  </a:lnTo>
                  <a:lnTo>
                    <a:pt x="2303445" y="721640"/>
                  </a:lnTo>
                  <a:lnTo>
                    <a:pt x="2303619" y="721583"/>
                  </a:lnTo>
                  <a:lnTo>
                    <a:pt x="2308662" y="719938"/>
                  </a:lnTo>
                  <a:lnTo>
                    <a:pt x="2309705" y="719598"/>
                  </a:lnTo>
                  <a:lnTo>
                    <a:pt x="2310575" y="719314"/>
                  </a:lnTo>
                  <a:lnTo>
                    <a:pt x="2310923" y="719201"/>
                  </a:lnTo>
                  <a:lnTo>
                    <a:pt x="2311966" y="718860"/>
                  </a:lnTo>
                  <a:lnTo>
                    <a:pt x="2318226" y="716818"/>
                  </a:lnTo>
                  <a:lnTo>
                    <a:pt x="2322574" y="715399"/>
                  </a:lnTo>
                  <a:lnTo>
                    <a:pt x="2324139" y="714889"/>
                  </a:lnTo>
                  <a:lnTo>
                    <a:pt x="2325356" y="714491"/>
                  </a:lnTo>
                  <a:lnTo>
                    <a:pt x="2325704" y="714378"/>
                  </a:lnTo>
                  <a:lnTo>
                    <a:pt x="2328660" y="713413"/>
                  </a:lnTo>
                  <a:lnTo>
                    <a:pt x="2331269" y="712562"/>
                  </a:lnTo>
                  <a:lnTo>
                    <a:pt x="2335094" y="711314"/>
                  </a:lnTo>
                  <a:lnTo>
                    <a:pt x="2337877" y="710406"/>
                  </a:lnTo>
                  <a:lnTo>
                    <a:pt x="2342050" y="709045"/>
                  </a:lnTo>
                  <a:lnTo>
                    <a:pt x="2345007" y="708080"/>
                  </a:lnTo>
                  <a:lnTo>
                    <a:pt x="2345702" y="707853"/>
                  </a:lnTo>
                  <a:lnTo>
                    <a:pt x="2346050" y="707740"/>
                  </a:lnTo>
                  <a:lnTo>
                    <a:pt x="2346224" y="707683"/>
                  </a:lnTo>
                  <a:lnTo>
                    <a:pt x="2346398" y="707626"/>
                  </a:lnTo>
                  <a:lnTo>
                    <a:pt x="2347615" y="707229"/>
                  </a:lnTo>
                  <a:lnTo>
                    <a:pt x="2349354" y="706662"/>
                  </a:lnTo>
                  <a:lnTo>
                    <a:pt x="2349528" y="706605"/>
                  </a:lnTo>
                  <a:lnTo>
                    <a:pt x="2353701" y="705243"/>
                  </a:lnTo>
                  <a:lnTo>
                    <a:pt x="2354919" y="704846"/>
                  </a:lnTo>
                  <a:lnTo>
                    <a:pt x="2358744" y="703598"/>
                  </a:lnTo>
                  <a:lnTo>
                    <a:pt x="2367613" y="700704"/>
                  </a:lnTo>
                  <a:lnTo>
                    <a:pt x="2371613" y="699399"/>
                  </a:lnTo>
                  <a:lnTo>
                    <a:pt x="2371961" y="699286"/>
                  </a:lnTo>
                  <a:lnTo>
                    <a:pt x="2372830" y="699002"/>
                  </a:lnTo>
                  <a:lnTo>
                    <a:pt x="2374569" y="698435"/>
                  </a:lnTo>
                  <a:lnTo>
                    <a:pt x="2375265" y="698208"/>
                  </a:lnTo>
                  <a:lnTo>
                    <a:pt x="2383612" y="695484"/>
                  </a:lnTo>
                  <a:lnTo>
                    <a:pt x="2384655" y="695144"/>
                  </a:lnTo>
                  <a:lnTo>
                    <a:pt x="2390916" y="693101"/>
                  </a:lnTo>
                  <a:lnTo>
                    <a:pt x="2392133" y="692704"/>
                  </a:lnTo>
                  <a:lnTo>
                    <a:pt x="2398219" y="690718"/>
                  </a:lnTo>
                  <a:lnTo>
                    <a:pt x="2400480" y="689981"/>
                  </a:lnTo>
                  <a:lnTo>
                    <a:pt x="2402393" y="689357"/>
                  </a:lnTo>
                  <a:lnTo>
                    <a:pt x="2406045" y="688165"/>
                  </a:lnTo>
                  <a:lnTo>
                    <a:pt x="2406566" y="687995"/>
                  </a:lnTo>
                  <a:lnTo>
                    <a:pt x="2407436" y="687711"/>
                  </a:lnTo>
                  <a:lnTo>
                    <a:pt x="2407957" y="687541"/>
                  </a:lnTo>
                  <a:lnTo>
                    <a:pt x="2408131" y="687484"/>
                  </a:lnTo>
                  <a:lnTo>
                    <a:pt x="2410392" y="686747"/>
                  </a:lnTo>
                  <a:lnTo>
                    <a:pt x="2420478" y="683456"/>
                  </a:lnTo>
                  <a:lnTo>
                    <a:pt x="2421521" y="683116"/>
                  </a:lnTo>
                  <a:lnTo>
                    <a:pt x="2422913" y="682662"/>
                  </a:lnTo>
                  <a:lnTo>
                    <a:pt x="2426738" y="681414"/>
                  </a:lnTo>
                  <a:lnTo>
                    <a:pt x="2428477" y="680846"/>
                  </a:lnTo>
                  <a:lnTo>
                    <a:pt x="2428999" y="680676"/>
                  </a:lnTo>
                  <a:lnTo>
                    <a:pt x="2430390" y="680222"/>
                  </a:lnTo>
                  <a:lnTo>
                    <a:pt x="2431086" y="679995"/>
                  </a:lnTo>
                  <a:lnTo>
                    <a:pt x="2434564" y="678860"/>
                  </a:lnTo>
                  <a:lnTo>
                    <a:pt x="2434912" y="678747"/>
                  </a:lnTo>
                  <a:lnTo>
                    <a:pt x="2438216" y="677669"/>
                  </a:lnTo>
                  <a:lnTo>
                    <a:pt x="2440302" y="676988"/>
                  </a:lnTo>
                  <a:lnTo>
                    <a:pt x="2441867" y="676477"/>
                  </a:lnTo>
                  <a:lnTo>
                    <a:pt x="2442911" y="676137"/>
                  </a:lnTo>
                  <a:lnTo>
                    <a:pt x="2444128" y="675740"/>
                  </a:lnTo>
                  <a:lnTo>
                    <a:pt x="2445172" y="675399"/>
                  </a:lnTo>
                  <a:lnTo>
                    <a:pt x="2445693" y="675229"/>
                  </a:lnTo>
                  <a:lnTo>
                    <a:pt x="2445867" y="675172"/>
                  </a:lnTo>
                  <a:lnTo>
                    <a:pt x="2447258" y="674719"/>
                  </a:lnTo>
                  <a:lnTo>
                    <a:pt x="2449171" y="674094"/>
                  </a:lnTo>
                  <a:lnTo>
                    <a:pt x="2451432" y="673357"/>
                  </a:lnTo>
                  <a:lnTo>
                    <a:pt x="2452997" y="672846"/>
                  </a:lnTo>
                  <a:lnTo>
                    <a:pt x="2456823" y="671598"/>
                  </a:lnTo>
                  <a:lnTo>
                    <a:pt x="2458040" y="671201"/>
                  </a:lnTo>
                  <a:lnTo>
                    <a:pt x="2458562" y="671031"/>
                  </a:lnTo>
                  <a:lnTo>
                    <a:pt x="2460127" y="670520"/>
                  </a:lnTo>
                  <a:lnTo>
                    <a:pt x="2465865" y="668648"/>
                  </a:lnTo>
                  <a:lnTo>
                    <a:pt x="2471604" y="666775"/>
                  </a:lnTo>
                  <a:lnTo>
                    <a:pt x="2475256" y="665584"/>
                  </a:lnTo>
                  <a:lnTo>
                    <a:pt x="2475430" y="665527"/>
                  </a:lnTo>
                  <a:lnTo>
                    <a:pt x="2477343" y="664903"/>
                  </a:lnTo>
                  <a:lnTo>
                    <a:pt x="2477516" y="664846"/>
                  </a:lnTo>
                  <a:lnTo>
                    <a:pt x="2479082" y="664336"/>
                  </a:lnTo>
                  <a:lnTo>
                    <a:pt x="2482559" y="663201"/>
                  </a:lnTo>
                  <a:lnTo>
                    <a:pt x="2483603" y="662860"/>
                  </a:lnTo>
                  <a:lnTo>
                    <a:pt x="2484472" y="662577"/>
                  </a:lnTo>
                  <a:lnTo>
                    <a:pt x="2484820" y="662463"/>
                  </a:lnTo>
                  <a:lnTo>
                    <a:pt x="2485864" y="662123"/>
                  </a:lnTo>
                  <a:lnTo>
                    <a:pt x="2492124" y="660080"/>
                  </a:lnTo>
                  <a:lnTo>
                    <a:pt x="2496471" y="658662"/>
                  </a:lnTo>
                  <a:lnTo>
                    <a:pt x="2498036" y="658151"/>
                  </a:lnTo>
                  <a:lnTo>
                    <a:pt x="2499254" y="657754"/>
                  </a:lnTo>
                  <a:lnTo>
                    <a:pt x="2499601" y="657641"/>
                  </a:lnTo>
                  <a:lnTo>
                    <a:pt x="2502558" y="656676"/>
                  </a:lnTo>
                  <a:lnTo>
                    <a:pt x="2505166" y="655825"/>
                  </a:lnTo>
                  <a:lnTo>
                    <a:pt x="2508992" y="654577"/>
                  </a:lnTo>
                  <a:lnTo>
                    <a:pt x="2511774" y="653669"/>
                  </a:lnTo>
                  <a:lnTo>
                    <a:pt x="2515948" y="652307"/>
                  </a:lnTo>
                  <a:lnTo>
                    <a:pt x="2518904" y="651343"/>
                  </a:lnTo>
                  <a:lnTo>
                    <a:pt x="2519600" y="651116"/>
                  </a:lnTo>
                  <a:lnTo>
                    <a:pt x="2519947" y="651002"/>
                  </a:lnTo>
                  <a:lnTo>
                    <a:pt x="2520121" y="650946"/>
                  </a:lnTo>
                  <a:lnTo>
                    <a:pt x="2520295" y="650889"/>
                  </a:lnTo>
                  <a:lnTo>
                    <a:pt x="2521512" y="650492"/>
                  </a:lnTo>
                  <a:lnTo>
                    <a:pt x="2523251" y="649924"/>
                  </a:lnTo>
                  <a:lnTo>
                    <a:pt x="2523425" y="649868"/>
                  </a:lnTo>
                  <a:lnTo>
                    <a:pt x="2525164" y="649300"/>
                  </a:lnTo>
                  <a:lnTo>
                    <a:pt x="2527599" y="648506"/>
                  </a:lnTo>
                  <a:lnTo>
                    <a:pt x="2528816" y="648109"/>
                  </a:lnTo>
                  <a:lnTo>
                    <a:pt x="2532642" y="646861"/>
                  </a:lnTo>
                  <a:lnTo>
                    <a:pt x="2541511" y="643967"/>
                  </a:lnTo>
                  <a:lnTo>
                    <a:pt x="2545510" y="642662"/>
                  </a:lnTo>
                  <a:lnTo>
                    <a:pt x="2545858" y="642549"/>
                  </a:lnTo>
                  <a:lnTo>
                    <a:pt x="2546728" y="642265"/>
                  </a:lnTo>
                  <a:lnTo>
                    <a:pt x="2548467" y="641697"/>
                  </a:lnTo>
                  <a:lnTo>
                    <a:pt x="2549162" y="641471"/>
                  </a:lnTo>
                  <a:lnTo>
                    <a:pt x="2557509" y="638747"/>
                  </a:lnTo>
                  <a:lnTo>
                    <a:pt x="2558553" y="638407"/>
                  </a:lnTo>
                  <a:lnTo>
                    <a:pt x="2564813" y="636364"/>
                  </a:lnTo>
                  <a:lnTo>
                    <a:pt x="2566030" y="635967"/>
                  </a:lnTo>
                  <a:lnTo>
                    <a:pt x="2572117" y="633981"/>
                  </a:lnTo>
                  <a:lnTo>
                    <a:pt x="2574377" y="633244"/>
                  </a:lnTo>
                  <a:lnTo>
                    <a:pt x="2576290" y="632620"/>
                  </a:lnTo>
                  <a:lnTo>
                    <a:pt x="2579942" y="631428"/>
                  </a:lnTo>
                  <a:lnTo>
                    <a:pt x="2580464" y="631258"/>
                  </a:lnTo>
                  <a:lnTo>
                    <a:pt x="2581333" y="630974"/>
                  </a:lnTo>
                  <a:lnTo>
                    <a:pt x="2581855" y="630804"/>
                  </a:lnTo>
                  <a:lnTo>
                    <a:pt x="2582029" y="630747"/>
                  </a:lnTo>
                  <a:lnTo>
                    <a:pt x="2584289" y="630010"/>
                  </a:lnTo>
                  <a:lnTo>
                    <a:pt x="2594376" y="626719"/>
                  </a:lnTo>
                  <a:lnTo>
                    <a:pt x="2595419" y="626378"/>
                  </a:lnTo>
                  <a:lnTo>
                    <a:pt x="2600636" y="624676"/>
                  </a:lnTo>
                  <a:lnTo>
                    <a:pt x="2602375" y="624109"/>
                  </a:lnTo>
                  <a:lnTo>
                    <a:pt x="2602896" y="623939"/>
                  </a:lnTo>
                  <a:lnTo>
                    <a:pt x="2604288" y="623485"/>
                  </a:lnTo>
                  <a:lnTo>
                    <a:pt x="2604983" y="623258"/>
                  </a:lnTo>
                  <a:lnTo>
                    <a:pt x="2608461" y="622123"/>
                  </a:lnTo>
                  <a:lnTo>
                    <a:pt x="2608809" y="622010"/>
                  </a:lnTo>
                  <a:lnTo>
                    <a:pt x="2612113" y="620932"/>
                  </a:lnTo>
                  <a:lnTo>
                    <a:pt x="2614200" y="620251"/>
                  </a:lnTo>
                  <a:lnTo>
                    <a:pt x="2615765" y="619740"/>
                  </a:lnTo>
                  <a:lnTo>
                    <a:pt x="2616808" y="619400"/>
                  </a:lnTo>
                  <a:lnTo>
                    <a:pt x="2618026" y="619003"/>
                  </a:lnTo>
                  <a:lnTo>
                    <a:pt x="2619069" y="618662"/>
                  </a:lnTo>
                  <a:lnTo>
                    <a:pt x="2619591" y="618492"/>
                  </a:lnTo>
                  <a:lnTo>
                    <a:pt x="2619765" y="618435"/>
                  </a:lnTo>
                  <a:lnTo>
                    <a:pt x="2621156" y="617981"/>
                  </a:lnTo>
                  <a:lnTo>
                    <a:pt x="2623069" y="617357"/>
                  </a:lnTo>
                  <a:lnTo>
                    <a:pt x="2625329" y="616620"/>
                  </a:lnTo>
                  <a:lnTo>
                    <a:pt x="2626894" y="616109"/>
                  </a:lnTo>
                  <a:lnTo>
                    <a:pt x="2630720" y="614861"/>
                  </a:lnTo>
                  <a:lnTo>
                    <a:pt x="2631937" y="614464"/>
                  </a:lnTo>
                  <a:lnTo>
                    <a:pt x="2632459" y="614293"/>
                  </a:lnTo>
                  <a:lnTo>
                    <a:pt x="2634024" y="613783"/>
                  </a:lnTo>
                  <a:lnTo>
                    <a:pt x="2639763" y="611910"/>
                  </a:lnTo>
                  <a:lnTo>
                    <a:pt x="2645501" y="610038"/>
                  </a:lnTo>
                  <a:lnTo>
                    <a:pt x="2649153" y="608847"/>
                  </a:lnTo>
                  <a:lnTo>
                    <a:pt x="2649327" y="608790"/>
                  </a:lnTo>
                  <a:lnTo>
                    <a:pt x="2651240" y="608166"/>
                  </a:lnTo>
                  <a:lnTo>
                    <a:pt x="2651414" y="608109"/>
                  </a:lnTo>
                  <a:lnTo>
                    <a:pt x="2652979" y="607598"/>
                  </a:lnTo>
                  <a:lnTo>
                    <a:pt x="2656457" y="606464"/>
                  </a:lnTo>
                  <a:lnTo>
                    <a:pt x="2657500" y="606123"/>
                  </a:lnTo>
                  <a:lnTo>
                    <a:pt x="2658370" y="605840"/>
                  </a:lnTo>
                  <a:lnTo>
                    <a:pt x="2658718" y="605726"/>
                  </a:lnTo>
                  <a:lnTo>
                    <a:pt x="2659761" y="605386"/>
                  </a:lnTo>
                  <a:lnTo>
                    <a:pt x="2666021" y="603343"/>
                  </a:lnTo>
                  <a:lnTo>
                    <a:pt x="2670369" y="601925"/>
                  </a:lnTo>
                  <a:lnTo>
                    <a:pt x="2671934" y="601414"/>
                  </a:lnTo>
                  <a:lnTo>
                    <a:pt x="2673151" y="601017"/>
                  </a:lnTo>
                  <a:lnTo>
                    <a:pt x="2673499" y="600903"/>
                  </a:lnTo>
                  <a:lnTo>
                    <a:pt x="2676455" y="599939"/>
                  </a:lnTo>
                  <a:lnTo>
                    <a:pt x="2679064" y="599088"/>
                  </a:lnTo>
                  <a:lnTo>
                    <a:pt x="2682889" y="597840"/>
                  </a:lnTo>
                  <a:lnTo>
                    <a:pt x="2685672" y="596932"/>
                  </a:lnTo>
                  <a:lnTo>
                    <a:pt x="2689845" y="595570"/>
                  </a:lnTo>
                  <a:lnTo>
                    <a:pt x="2692801" y="594606"/>
                  </a:lnTo>
                  <a:lnTo>
                    <a:pt x="2693845" y="594265"/>
                  </a:lnTo>
                  <a:lnTo>
                    <a:pt x="2694019" y="594208"/>
                  </a:lnTo>
                  <a:lnTo>
                    <a:pt x="2694193" y="594152"/>
                  </a:lnTo>
                  <a:lnTo>
                    <a:pt x="2695410" y="593755"/>
                  </a:lnTo>
                  <a:lnTo>
                    <a:pt x="2697149" y="593187"/>
                  </a:lnTo>
                  <a:lnTo>
                    <a:pt x="2697323" y="593130"/>
                  </a:lnTo>
                  <a:lnTo>
                    <a:pt x="2699062" y="592563"/>
                  </a:lnTo>
                  <a:lnTo>
                    <a:pt x="2701496" y="591769"/>
                  </a:lnTo>
                  <a:lnTo>
                    <a:pt x="2702714" y="591372"/>
                  </a:lnTo>
                  <a:lnTo>
                    <a:pt x="2706539" y="590123"/>
                  </a:lnTo>
                  <a:lnTo>
                    <a:pt x="2715408" y="587230"/>
                  </a:lnTo>
                  <a:lnTo>
                    <a:pt x="2719408" y="585925"/>
                  </a:lnTo>
                  <a:lnTo>
                    <a:pt x="2719756" y="585811"/>
                  </a:lnTo>
                  <a:lnTo>
                    <a:pt x="2720625" y="585528"/>
                  </a:lnTo>
                  <a:lnTo>
                    <a:pt x="2722364" y="584960"/>
                  </a:lnTo>
                  <a:lnTo>
                    <a:pt x="2723060" y="584733"/>
                  </a:lnTo>
                  <a:lnTo>
                    <a:pt x="2731407" y="582010"/>
                  </a:lnTo>
                  <a:lnTo>
                    <a:pt x="2732450" y="581670"/>
                  </a:lnTo>
                  <a:lnTo>
                    <a:pt x="2738710" y="579627"/>
                  </a:lnTo>
                  <a:lnTo>
                    <a:pt x="2739928" y="579230"/>
                  </a:lnTo>
                  <a:lnTo>
                    <a:pt x="2746014" y="577244"/>
                  </a:lnTo>
                  <a:lnTo>
                    <a:pt x="2748275" y="576506"/>
                  </a:lnTo>
                  <a:lnTo>
                    <a:pt x="2750188" y="575882"/>
                  </a:lnTo>
                  <a:lnTo>
                    <a:pt x="2753839" y="574691"/>
                  </a:lnTo>
                  <a:lnTo>
                    <a:pt x="2754361" y="574521"/>
                  </a:lnTo>
                  <a:lnTo>
                    <a:pt x="2755231" y="574237"/>
                  </a:lnTo>
                  <a:lnTo>
                    <a:pt x="2755752" y="574067"/>
                  </a:lnTo>
                  <a:lnTo>
                    <a:pt x="2755926" y="574010"/>
                  </a:lnTo>
                  <a:lnTo>
                    <a:pt x="2758187" y="573272"/>
                  </a:lnTo>
                  <a:lnTo>
                    <a:pt x="2768273" y="569982"/>
                  </a:lnTo>
                  <a:lnTo>
                    <a:pt x="2769316" y="569641"/>
                  </a:lnTo>
                  <a:lnTo>
                    <a:pt x="2770708" y="569187"/>
                  </a:lnTo>
                  <a:lnTo>
                    <a:pt x="2774533" y="567939"/>
                  </a:lnTo>
                  <a:lnTo>
                    <a:pt x="2776272" y="567372"/>
                  </a:lnTo>
                  <a:lnTo>
                    <a:pt x="2776794" y="567202"/>
                  </a:lnTo>
                  <a:lnTo>
                    <a:pt x="2778185" y="566748"/>
                  </a:lnTo>
                  <a:lnTo>
                    <a:pt x="2778881" y="566521"/>
                  </a:lnTo>
                  <a:lnTo>
                    <a:pt x="2782359" y="565386"/>
                  </a:lnTo>
                  <a:lnTo>
                    <a:pt x="2782706" y="565272"/>
                  </a:lnTo>
                  <a:lnTo>
                    <a:pt x="2786011" y="564194"/>
                  </a:lnTo>
                  <a:lnTo>
                    <a:pt x="2788097" y="563514"/>
                  </a:lnTo>
                  <a:lnTo>
                    <a:pt x="2789662" y="563003"/>
                  </a:lnTo>
                  <a:lnTo>
                    <a:pt x="2791923" y="562265"/>
                  </a:lnTo>
                  <a:lnTo>
                    <a:pt x="2792966" y="561925"/>
                  </a:lnTo>
                  <a:lnTo>
                    <a:pt x="2793488" y="561755"/>
                  </a:lnTo>
                  <a:lnTo>
                    <a:pt x="2793662" y="561698"/>
                  </a:lnTo>
                  <a:lnTo>
                    <a:pt x="2795053" y="561244"/>
                  </a:lnTo>
                  <a:lnTo>
                    <a:pt x="2796966" y="560620"/>
                  </a:lnTo>
                  <a:lnTo>
                    <a:pt x="2799227" y="559882"/>
                  </a:lnTo>
                  <a:lnTo>
                    <a:pt x="2800792" y="559372"/>
                  </a:lnTo>
                  <a:lnTo>
                    <a:pt x="2804618" y="558124"/>
                  </a:lnTo>
                  <a:lnTo>
                    <a:pt x="2805835" y="557726"/>
                  </a:lnTo>
                  <a:lnTo>
                    <a:pt x="2806357" y="557556"/>
                  </a:lnTo>
                  <a:lnTo>
                    <a:pt x="2807922" y="557046"/>
                  </a:lnTo>
                  <a:lnTo>
                    <a:pt x="2813660" y="555173"/>
                  </a:lnTo>
                  <a:lnTo>
                    <a:pt x="2819399" y="553301"/>
                  </a:lnTo>
                  <a:lnTo>
                    <a:pt x="2823051" y="552109"/>
                  </a:lnTo>
                  <a:lnTo>
                    <a:pt x="2823225" y="552053"/>
                  </a:lnTo>
                  <a:lnTo>
                    <a:pt x="2825137" y="551429"/>
                  </a:lnTo>
                  <a:lnTo>
                    <a:pt x="2825311" y="551372"/>
                  </a:lnTo>
                  <a:lnTo>
                    <a:pt x="2826876" y="550861"/>
                  </a:lnTo>
                  <a:lnTo>
                    <a:pt x="2830354" y="549726"/>
                  </a:lnTo>
                  <a:lnTo>
                    <a:pt x="2831398" y="549386"/>
                  </a:lnTo>
                  <a:lnTo>
                    <a:pt x="2832267" y="549102"/>
                  </a:lnTo>
                  <a:lnTo>
                    <a:pt x="2832615" y="548989"/>
                  </a:lnTo>
                  <a:lnTo>
                    <a:pt x="2833658" y="548648"/>
                  </a:lnTo>
                  <a:lnTo>
                    <a:pt x="2839919" y="546606"/>
                  </a:lnTo>
                  <a:lnTo>
                    <a:pt x="2844266" y="545187"/>
                  </a:lnTo>
                  <a:lnTo>
                    <a:pt x="2845831" y="544677"/>
                  </a:lnTo>
                  <a:lnTo>
                    <a:pt x="2847049" y="544280"/>
                  </a:lnTo>
                  <a:lnTo>
                    <a:pt x="2847396" y="544166"/>
                  </a:lnTo>
                  <a:lnTo>
                    <a:pt x="2850353" y="543202"/>
                  </a:lnTo>
                  <a:lnTo>
                    <a:pt x="2852961" y="542351"/>
                  </a:lnTo>
                  <a:lnTo>
                    <a:pt x="2856787" y="541102"/>
                  </a:lnTo>
                  <a:lnTo>
                    <a:pt x="2859569" y="540195"/>
                  </a:lnTo>
                  <a:lnTo>
                    <a:pt x="2863743" y="538833"/>
                  </a:lnTo>
                  <a:lnTo>
                    <a:pt x="2866699" y="537868"/>
                  </a:lnTo>
                  <a:lnTo>
                    <a:pt x="2867395" y="537641"/>
                  </a:lnTo>
                  <a:lnTo>
                    <a:pt x="2867742" y="537528"/>
                  </a:lnTo>
                  <a:lnTo>
                    <a:pt x="2867916" y="537471"/>
                  </a:lnTo>
                  <a:lnTo>
                    <a:pt x="2868090" y="537414"/>
                  </a:lnTo>
                  <a:lnTo>
                    <a:pt x="2869307" y="537017"/>
                  </a:lnTo>
                  <a:lnTo>
                    <a:pt x="2871046" y="536450"/>
                  </a:lnTo>
                  <a:lnTo>
                    <a:pt x="2871220" y="536393"/>
                  </a:lnTo>
                  <a:lnTo>
                    <a:pt x="2872959" y="535826"/>
                  </a:lnTo>
                  <a:lnTo>
                    <a:pt x="2875394" y="535032"/>
                  </a:lnTo>
                  <a:lnTo>
                    <a:pt x="2876611" y="534634"/>
                  </a:lnTo>
                  <a:lnTo>
                    <a:pt x="2880437" y="533386"/>
                  </a:lnTo>
                  <a:lnTo>
                    <a:pt x="2889306" y="530493"/>
                  </a:lnTo>
                  <a:lnTo>
                    <a:pt x="2893305" y="529188"/>
                  </a:lnTo>
                  <a:lnTo>
                    <a:pt x="2893653" y="529074"/>
                  </a:lnTo>
                  <a:lnTo>
                    <a:pt x="2894523" y="528790"/>
                  </a:lnTo>
                  <a:lnTo>
                    <a:pt x="2896261" y="528223"/>
                  </a:lnTo>
                  <a:lnTo>
                    <a:pt x="2896957" y="527996"/>
                  </a:lnTo>
                  <a:lnTo>
                    <a:pt x="2905304" y="525273"/>
                  </a:lnTo>
                  <a:lnTo>
                    <a:pt x="2906348" y="524932"/>
                  </a:lnTo>
                  <a:lnTo>
                    <a:pt x="2912608" y="522890"/>
                  </a:lnTo>
                  <a:lnTo>
                    <a:pt x="2913825" y="522493"/>
                  </a:lnTo>
                  <a:lnTo>
                    <a:pt x="2919912" y="520507"/>
                  </a:lnTo>
                  <a:lnTo>
                    <a:pt x="2922172" y="519769"/>
                  </a:lnTo>
                  <a:lnTo>
                    <a:pt x="2924085" y="519145"/>
                  </a:lnTo>
                  <a:lnTo>
                    <a:pt x="2927737" y="517954"/>
                  </a:lnTo>
                  <a:lnTo>
                    <a:pt x="2928259" y="517783"/>
                  </a:lnTo>
                  <a:lnTo>
                    <a:pt x="2929128" y="517500"/>
                  </a:lnTo>
                  <a:lnTo>
                    <a:pt x="2929650" y="517329"/>
                  </a:lnTo>
                  <a:lnTo>
                    <a:pt x="2929824" y="517273"/>
                  </a:lnTo>
                  <a:lnTo>
                    <a:pt x="2932084" y="516535"/>
                  </a:lnTo>
                  <a:lnTo>
                    <a:pt x="2942170" y="513244"/>
                  </a:lnTo>
                  <a:lnTo>
                    <a:pt x="2943214" y="512904"/>
                  </a:lnTo>
                  <a:lnTo>
                    <a:pt x="2944605" y="512450"/>
                  </a:lnTo>
                  <a:lnTo>
                    <a:pt x="2948431" y="511202"/>
                  </a:lnTo>
                  <a:lnTo>
                    <a:pt x="2950170" y="510635"/>
                  </a:lnTo>
                  <a:lnTo>
                    <a:pt x="2950691" y="510464"/>
                  </a:lnTo>
                  <a:lnTo>
                    <a:pt x="2952083" y="510010"/>
                  </a:lnTo>
                  <a:lnTo>
                    <a:pt x="2952778" y="509783"/>
                  </a:lnTo>
                  <a:lnTo>
                    <a:pt x="2956256" y="508649"/>
                  </a:lnTo>
                  <a:lnTo>
                    <a:pt x="2956604" y="508535"/>
                  </a:lnTo>
                  <a:lnTo>
                    <a:pt x="2959908" y="507457"/>
                  </a:lnTo>
                  <a:lnTo>
                    <a:pt x="2961995" y="506776"/>
                  </a:lnTo>
                  <a:lnTo>
                    <a:pt x="2963560" y="506266"/>
                  </a:lnTo>
                  <a:lnTo>
                    <a:pt x="2964603" y="505925"/>
                  </a:lnTo>
                  <a:lnTo>
                    <a:pt x="2965820" y="505528"/>
                  </a:lnTo>
                  <a:lnTo>
                    <a:pt x="2966864" y="505188"/>
                  </a:lnTo>
                  <a:lnTo>
                    <a:pt x="2967386" y="505018"/>
                  </a:lnTo>
                  <a:lnTo>
                    <a:pt x="2967559" y="504961"/>
                  </a:lnTo>
                  <a:lnTo>
                    <a:pt x="2968951" y="504507"/>
                  </a:lnTo>
                  <a:lnTo>
                    <a:pt x="2970863" y="503883"/>
                  </a:lnTo>
                  <a:lnTo>
                    <a:pt x="2973124" y="503145"/>
                  </a:lnTo>
                  <a:lnTo>
                    <a:pt x="2974689" y="502635"/>
                  </a:lnTo>
                  <a:lnTo>
                    <a:pt x="2978515" y="501386"/>
                  </a:lnTo>
                  <a:lnTo>
                    <a:pt x="2979732" y="500989"/>
                  </a:lnTo>
                  <a:lnTo>
                    <a:pt x="2980254" y="500819"/>
                  </a:lnTo>
                  <a:lnTo>
                    <a:pt x="2981819" y="500308"/>
                  </a:lnTo>
                  <a:lnTo>
                    <a:pt x="2987558" y="498436"/>
                  </a:lnTo>
                  <a:lnTo>
                    <a:pt x="2993296" y="496564"/>
                  </a:lnTo>
                  <a:lnTo>
                    <a:pt x="2996948" y="495372"/>
                  </a:lnTo>
                  <a:lnTo>
                    <a:pt x="2997122" y="495315"/>
                  </a:lnTo>
                  <a:lnTo>
                    <a:pt x="2999035" y="494691"/>
                  </a:lnTo>
                  <a:lnTo>
                    <a:pt x="2999209" y="494635"/>
                  </a:lnTo>
                  <a:lnTo>
                    <a:pt x="3000774" y="494124"/>
                  </a:lnTo>
                  <a:lnTo>
                    <a:pt x="3004252" y="492989"/>
                  </a:lnTo>
                  <a:lnTo>
                    <a:pt x="3005295" y="492649"/>
                  </a:lnTo>
                  <a:lnTo>
                    <a:pt x="3006165" y="492365"/>
                  </a:lnTo>
                  <a:lnTo>
                    <a:pt x="3006512" y="492252"/>
                  </a:lnTo>
                  <a:lnTo>
                    <a:pt x="3007556" y="491911"/>
                  </a:lnTo>
                  <a:lnTo>
                    <a:pt x="3013816" y="489869"/>
                  </a:lnTo>
                  <a:lnTo>
                    <a:pt x="3018164" y="488450"/>
                  </a:lnTo>
                  <a:lnTo>
                    <a:pt x="3019729" y="487940"/>
                  </a:lnTo>
                  <a:lnTo>
                    <a:pt x="3020946" y="487542"/>
                  </a:lnTo>
                  <a:lnTo>
                    <a:pt x="3021294" y="487429"/>
                  </a:lnTo>
                  <a:lnTo>
                    <a:pt x="3024250" y="486464"/>
                  </a:lnTo>
                  <a:lnTo>
                    <a:pt x="3026858" y="485613"/>
                  </a:lnTo>
                  <a:lnTo>
                    <a:pt x="3030684" y="484365"/>
                  </a:lnTo>
                  <a:lnTo>
                    <a:pt x="3033467" y="483457"/>
                  </a:lnTo>
                  <a:lnTo>
                    <a:pt x="3037640" y="482096"/>
                  </a:lnTo>
                  <a:lnTo>
                    <a:pt x="3040596" y="481131"/>
                  </a:lnTo>
                  <a:lnTo>
                    <a:pt x="3041292" y="480904"/>
                  </a:lnTo>
                  <a:lnTo>
                    <a:pt x="3041640" y="480791"/>
                  </a:lnTo>
                  <a:lnTo>
                    <a:pt x="3041814" y="480734"/>
                  </a:lnTo>
                  <a:lnTo>
                    <a:pt x="3041988" y="480677"/>
                  </a:lnTo>
                  <a:lnTo>
                    <a:pt x="3043205" y="480280"/>
                  </a:lnTo>
                  <a:lnTo>
                    <a:pt x="3044944" y="479713"/>
                  </a:lnTo>
                  <a:lnTo>
                    <a:pt x="3045118" y="479656"/>
                  </a:lnTo>
                  <a:lnTo>
                    <a:pt x="3046857" y="479089"/>
                  </a:lnTo>
                  <a:lnTo>
                    <a:pt x="3049291" y="478294"/>
                  </a:lnTo>
                  <a:lnTo>
                    <a:pt x="3050509" y="477897"/>
                  </a:lnTo>
                  <a:lnTo>
                    <a:pt x="3054334" y="476649"/>
                  </a:lnTo>
                  <a:lnTo>
                    <a:pt x="3063203" y="473755"/>
                  </a:lnTo>
                  <a:lnTo>
                    <a:pt x="3067203" y="472450"/>
                  </a:lnTo>
                  <a:lnTo>
                    <a:pt x="3067550" y="472337"/>
                  </a:lnTo>
                  <a:lnTo>
                    <a:pt x="3068420" y="472053"/>
                  </a:lnTo>
                  <a:lnTo>
                    <a:pt x="3070159" y="471486"/>
                  </a:lnTo>
                  <a:lnTo>
                    <a:pt x="3070855" y="471259"/>
                  </a:lnTo>
                  <a:lnTo>
                    <a:pt x="3079202" y="468535"/>
                  </a:lnTo>
                  <a:lnTo>
                    <a:pt x="3080245" y="468195"/>
                  </a:lnTo>
                  <a:lnTo>
                    <a:pt x="3086505" y="466153"/>
                  </a:lnTo>
                  <a:lnTo>
                    <a:pt x="3087723" y="465755"/>
                  </a:lnTo>
                  <a:lnTo>
                    <a:pt x="3093809" y="463770"/>
                  </a:lnTo>
                  <a:lnTo>
                    <a:pt x="3096070" y="463032"/>
                  </a:lnTo>
                  <a:lnTo>
                    <a:pt x="3097983" y="462408"/>
                  </a:lnTo>
                  <a:lnTo>
                    <a:pt x="3101634" y="461216"/>
                  </a:lnTo>
                  <a:lnTo>
                    <a:pt x="3102156" y="461046"/>
                  </a:lnTo>
                  <a:lnTo>
                    <a:pt x="3103026" y="460762"/>
                  </a:lnTo>
                  <a:lnTo>
                    <a:pt x="3103547" y="460592"/>
                  </a:lnTo>
                  <a:lnTo>
                    <a:pt x="3103721" y="460536"/>
                  </a:lnTo>
                  <a:lnTo>
                    <a:pt x="3105982" y="459798"/>
                  </a:lnTo>
                  <a:lnTo>
                    <a:pt x="3116068" y="456507"/>
                  </a:lnTo>
                  <a:lnTo>
                    <a:pt x="3117111" y="456167"/>
                  </a:lnTo>
                  <a:lnTo>
                    <a:pt x="3118502" y="455713"/>
                  </a:lnTo>
                  <a:lnTo>
                    <a:pt x="3122328" y="454465"/>
                  </a:lnTo>
                  <a:lnTo>
                    <a:pt x="3124067" y="453897"/>
                  </a:lnTo>
                  <a:lnTo>
                    <a:pt x="3124589" y="453727"/>
                  </a:lnTo>
                  <a:lnTo>
                    <a:pt x="3125980" y="453273"/>
                  </a:lnTo>
                  <a:lnTo>
                    <a:pt x="3126676" y="453046"/>
                  </a:lnTo>
                  <a:lnTo>
                    <a:pt x="3130154" y="451911"/>
                  </a:lnTo>
                  <a:lnTo>
                    <a:pt x="3130501" y="451798"/>
                  </a:lnTo>
                  <a:lnTo>
                    <a:pt x="3133805" y="450720"/>
                  </a:lnTo>
                  <a:lnTo>
                    <a:pt x="3135892" y="450039"/>
                  </a:lnTo>
                  <a:lnTo>
                    <a:pt x="3137457" y="449529"/>
                  </a:lnTo>
                  <a:lnTo>
                    <a:pt x="3138501" y="449188"/>
                  </a:lnTo>
                  <a:lnTo>
                    <a:pt x="3139718" y="448791"/>
                  </a:lnTo>
                  <a:lnTo>
                    <a:pt x="3140761" y="448451"/>
                  </a:lnTo>
                  <a:lnTo>
                    <a:pt x="3141283" y="448280"/>
                  </a:lnTo>
                  <a:lnTo>
                    <a:pt x="3141457" y="448224"/>
                  </a:lnTo>
                  <a:lnTo>
                    <a:pt x="3142848" y="447770"/>
                  </a:lnTo>
                  <a:lnTo>
                    <a:pt x="3144761" y="447146"/>
                  </a:lnTo>
                  <a:lnTo>
                    <a:pt x="3147022" y="446408"/>
                  </a:lnTo>
                  <a:lnTo>
                    <a:pt x="3148587" y="445897"/>
                  </a:lnTo>
                  <a:lnTo>
                    <a:pt x="3152412" y="444649"/>
                  </a:lnTo>
                  <a:lnTo>
                    <a:pt x="3153630" y="444252"/>
                  </a:lnTo>
                  <a:lnTo>
                    <a:pt x="3154151" y="444082"/>
                  </a:lnTo>
                  <a:lnTo>
                    <a:pt x="3155716" y="443571"/>
                  </a:lnTo>
                  <a:lnTo>
                    <a:pt x="3161455" y="441699"/>
                  </a:lnTo>
                  <a:lnTo>
                    <a:pt x="3167194" y="439826"/>
                  </a:lnTo>
                  <a:lnTo>
                    <a:pt x="3170846" y="438635"/>
                  </a:lnTo>
                  <a:lnTo>
                    <a:pt x="3171019" y="438578"/>
                  </a:lnTo>
                  <a:lnTo>
                    <a:pt x="3172932" y="437954"/>
                  </a:lnTo>
                  <a:lnTo>
                    <a:pt x="3173106" y="437897"/>
                  </a:lnTo>
                  <a:lnTo>
                    <a:pt x="3174671" y="437387"/>
                  </a:lnTo>
                  <a:lnTo>
                    <a:pt x="3178149" y="436252"/>
                  </a:lnTo>
                  <a:lnTo>
                    <a:pt x="3179193" y="435912"/>
                  </a:lnTo>
                  <a:lnTo>
                    <a:pt x="3180062" y="435628"/>
                  </a:lnTo>
                  <a:lnTo>
                    <a:pt x="3180410" y="435514"/>
                  </a:lnTo>
                  <a:lnTo>
                    <a:pt x="3181453" y="435174"/>
                  </a:lnTo>
                  <a:lnTo>
                    <a:pt x="3187714" y="433131"/>
                  </a:lnTo>
                  <a:lnTo>
                    <a:pt x="3192061" y="431713"/>
                  </a:lnTo>
                  <a:lnTo>
                    <a:pt x="3193626" y="431202"/>
                  </a:lnTo>
                  <a:lnTo>
                    <a:pt x="3194843" y="430805"/>
                  </a:lnTo>
                  <a:lnTo>
                    <a:pt x="3195191" y="430692"/>
                  </a:lnTo>
                  <a:lnTo>
                    <a:pt x="3198147" y="429727"/>
                  </a:lnTo>
                  <a:lnTo>
                    <a:pt x="3200756" y="428876"/>
                  </a:lnTo>
                  <a:lnTo>
                    <a:pt x="3204582" y="427628"/>
                  </a:lnTo>
                  <a:lnTo>
                    <a:pt x="3207364" y="426720"/>
                  </a:lnTo>
                  <a:lnTo>
                    <a:pt x="3211538" y="425358"/>
                  </a:lnTo>
                  <a:lnTo>
                    <a:pt x="3214494" y="424394"/>
                  </a:lnTo>
                  <a:lnTo>
                    <a:pt x="3215189" y="424167"/>
                  </a:lnTo>
                  <a:lnTo>
                    <a:pt x="3215537" y="424053"/>
                  </a:lnTo>
                  <a:lnTo>
                    <a:pt x="3215711" y="423997"/>
                  </a:lnTo>
                  <a:lnTo>
                    <a:pt x="3215885" y="423940"/>
                  </a:lnTo>
                  <a:lnTo>
                    <a:pt x="3217102" y="423543"/>
                  </a:lnTo>
                  <a:lnTo>
                    <a:pt x="3218841" y="422975"/>
                  </a:lnTo>
                  <a:lnTo>
                    <a:pt x="3219015" y="422919"/>
                  </a:lnTo>
                  <a:lnTo>
                    <a:pt x="3220754" y="422351"/>
                  </a:lnTo>
                  <a:lnTo>
                    <a:pt x="3223189" y="421557"/>
                  </a:lnTo>
                  <a:lnTo>
                    <a:pt x="3224406" y="421160"/>
                  </a:lnTo>
                  <a:lnTo>
                    <a:pt x="3228232" y="419912"/>
                  </a:lnTo>
                  <a:lnTo>
                    <a:pt x="3237100" y="417018"/>
                  </a:lnTo>
                  <a:lnTo>
                    <a:pt x="3241100" y="415713"/>
                  </a:lnTo>
                  <a:lnTo>
                    <a:pt x="3241448" y="415600"/>
                  </a:lnTo>
                  <a:lnTo>
                    <a:pt x="3242317" y="415316"/>
                  </a:lnTo>
                  <a:lnTo>
                    <a:pt x="3244056" y="414749"/>
                  </a:lnTo>
                  <a:lnTo>
                    <a:pt x="3244752" y="414522"/>
                  </a:lnTo>
                  <a:lnTo>
                    <a:pt x="3253099" y="411798"/>
                  </a:lnTo>
                  <a:lnTo>
                    <a:pt x="3254142" y="411458"/>
                  </a:lnTo>
                  <a:lnTo>
                    <a:pt x="3260403" y="409415"/>
                  </a:lnTo>
                  <a:lnTo>
                    <a:pt x="3261620" y="409018"/>
                  </a:lnTo>
                  <a:lnTo>
                    <a:pt x="3267706" y="407032"/>
                  </a:lnTo>
                  <a:lnTo>
                    <a:pt x="3269967" y="406295"/>
                  </a:lnTo>
                  <a:lnTo>
                    <a:pt x="3271880" y="405671"/>
                  </a:lnTo>
                  <a:lnTo>
                    <a:pt x="3275532" y="404479"/>
                  </a:lnTo>
                  <a:lnTo>
                    <a:pt x="3276054" y="404309"/>
                  </a:lnTo>
                  <a:lnTo>
                    <a:pt x="3276923" y="404025"/>
                  </a:lnTo>
                  <a:lnTo>
                    <a:pt x="3277445" y="403855"/>
                  </a:lnTo>
                  <a:lnTo>
                    <a:pt x="3277619" y="403798"/>
                  </a:lnTo>
                  <a:lnTo>
                    <a:pt x="3279879" y="403061"/>
                  </a:lnTo>
                  <a:lnTo>
                    <a:pt x="3289965" y="399770"/>
                  </a:lnTo>
                  <a:lnTo>
                    <a:pt x="3291009" y="399430"/>
                  </a:lnTo>
                  <a:lnTo>
                    <a:pt x="3292400" y="398976"/>
                  </a:lnTo>
                  <a:lnTo>
                    <a:pt x="3296226" y="397727"/>
                  </a:lnTo>
                  <a:lnTo>
                    <a:pt x="3297965" y="397160"/>
                  </a:lnTo>
                  <a:lnTo>
                    <a:pt x="3298486" y="396990"/>
                  </a:lnTo>
                  <a:lnTo>
                    <a:pt x="3299877" y="396536"/>
                  </a:lnTo>
                  <a:lnTo>
                    <a:pt x="3300573" y="396309"/>
                  </a:lnTo>
                  <a:lnTo>
                    <a:pt x="3304051" y="395174"/>
                  </a:lnTo>
                  <a:lnTo>
                    <a:pt x="3304399" y="395061"/>
                  </a:lnTo>
                  <a:lnTo>
                    <a:pt x="3307703" y="393983"/>
                  </a:lnTo>
                  <a:lnTo>
                    <a:pt x="3309790" y="393302"/>
                  </a:lnTo>
                  <a:lnTo>
                    <a:pt x="3311355" y="392791"/>
                  </a:lnTo>
                  <a:lnTo>
                    <a:pt x="3312398" y="392451"/>
                  </a:lnTo>
                  <a:lnTo>
                    <a:pt x="3313615" y="392054"/>
                  </a:lnTo>
                  <a:lnTo>
                    <a:pt x="3314659" y="391713"/>
                  </a:lnTo>
                  <a:lnTo>
                    <a:pt x="3315180" y="391543"/>
                  </a:lnTo>
                  <a:lnTo>
                    <a:pt x="3315354" y="391486"/>
                  </a:lnTo>
                  <a:lnTo>
                    <a:pt x="3316746" y="391032"/>
                  </a:lnTo>
                  <a:lnTo>
                    <a:pt x="3318658" y="390408"/>
                  </a:lnTo>
                  <a:lnTo>
                    <a:pt x="3320919" y="389671"/>
                  </a:lnTo>
                  <a:lnTo>
                    <a:pt x="3322484" y="389160"/>
                  </a:lnTo>
                  <a:lnTo>
                    <a:pt x="3326310" y="387912"/>
                  </a:lnTo>
                  <a:lnTo>
                    <a:pt x="3327527" y="387515"/>
                  </a:lnTo>
                  <a:lnTo>
                    <a:pt x="3328049" y="387345"/>
                  </a:lnTo>
                  <a:lnTo>
                    <a:pt x="3329614" y="386834"/>
                  </a:lnTo>
                  <a:lnTo>
                    <a:pt x="3335353" y="384962"/>
                  </a:lnTo>
                  <a:lnTo>
                    <a:pt x="3341091" y="383089"/>
                  </a:lnTo>
                  <a:lnTo>
                    <a:pt x="3344743" y="381898"/>
                  </a:lnTo>
                  <a:lnTo>
                    <a:pt x="3344917" y="381841"/>
                  </a:lnTo>
                  <a:lnTo>
                    <a:pt x="3346830" y="381217"/>
                  </a:lnTo>
                  <a:lnTo>
                    <a:pt x="3347004" y="381160"/>
                  </a:lnTo>
                  <a:lnTo>
                    <a:pt x="3348569" y="380650"/>
                  </a:lnTo>
                  <a:lnTo>
                    <a:pt x="3352047" y="379515"/>
                  </a:lnTo>
                  <a:lnTo>
                    <a:pt x="3353090" y="379174"/>
                  </a:lnTo>
                  <a:lnTo>
                    <a:pt x="3353960" y="378891"/>
                  </a:lnTo>
                  <a:lnTo>
                    <a:pt x="3354307" y="378777"/>
                  </a:lnTo>
                  <a:lnTo>
                    <a:pt x="3355351" y="378437"/>
                  </a:lnTo>
                  <a:lnTo>
                    <a:pt x="3361611" y="376394"/>
                  </a:lnTo>
                  <a:lnTo>
                    <a:pt x="3365958" y="374976"/>
                  </a:lnTo>
                  <a:lnTo>
                    <a:pt x="3367524" y="374465"/>
                  </a:lnTo>
                  <a:lnTo>
                    <a:pt x="3368741" y="374068"/>
                  </a:lnTo>
                  <a:lnTo>
                    <a:pt x="3369089" y="373955"/>
                  </a:lnTo>
                  <a:lnTo>
                    <a:pt x="3374653" y="372139"/>
                  </a:lnTo>
                  <a:lnTo>
                    <a:pt x="3378479" y="370891"/>
                  </a:lnTo>
                  <a:lnTo>
                    <a:pt x="3381261" y="369983"/>
                  </a:lnTo>
                  <a:lnTo>
                    <a:pt x="3385435" y="368621"/>
                  </a:lnTo>
                  <a:lnTo>
                    <a:pt x="3388391" y="367657"/>
                  </a:lnTo>
                  <a:lnTo>
                    <a:pt x="3389087" y="367430"/>
                  </a:lnTo>
                  <a:lnTo>
                    <a:pt x="3389435" y="367316"/>
                  </a:lnTo>
                  <a:lnTo>
                    <a:pt x="3389609" y="367260"/>
                  </a:lnTo>
                  <a:lnTo>
                    <a:pt x="3389782" y="367203"/>
                  </a:lnTo>
                  <a:lnTo>
                    <a:pt x="3391000" y="366806"/>
                  </a:lnTo>
                  <a:lnTo>
                    <a:pt x="3392739" y="366238"/>
                  </a:lnTo>
                  <a:lnTo>
                    <a:pt x="3392913" y="366182"/>
                  </a:lnTo>
                  <a:lnTo>
                    <a:pt x="3394652" y="365614"/>
                  </a:lnTo>
                  <a:lnTo>
                    <a:pt x="3397086" y="364820"/>
                  </a:lnTo>
                  <a:lnTo>
                    <a:pt x="3398303" y="364423"/>
                  </a:lnTo>
                  <a:lnTo>
                    <a:pt x="3402129" y="363174"/>
                  </a:lnTo>
                  <a:lnTo>
                    <a:pt x="3410998" y="360281"/>
                  </a:lnTo>
                  <a:lnTo>
                    <a:pt x="3414998" y="358976"/>
                  </a:lnTo>
                  <a:lnTo>
                    <a:pt x="3415345" y="358862"/>
                  </a:lnTo>
                  <a:lnTo>
                    <a:pt x="3416215" y="358579"/>
                  </a:lnTo>
                  <a:lnTo>
                    <a:pt x="3417954" y="358011"/>
                  </a:lnTo>
                  <a:lnTo>
                    <a:pt x="3418649" y="357784"/>
                  </a:lnTo>
                  <a:lnTo>
                    <a:pt x="3426996" y="355061"/>
                  </a:lnTo>
                  <a:lnTo>
                    <a:pt x="3428040" y="354721"/>
                  </a:lnTo>
                  <a:lnTo>
                    <a:pt x="3434300" y="352678"/>
                  </a:lnTo>
                  <a:lnTo>
                    <a:pt x="3435517" y="352281"/>
                  </a:lnTo>
                  <a:lnTo>
                    <a:pt x="3441604" y="350295"/>
                  </a:lnTo>
                  <a:lnTo>
                    <a:pt x="3443865" y="349558"/>
                  </a:lnTo>
                  <a:lnTo>
                    <a:pt x="3445777" y="348933"/>
                  </a:lnTo>
                  <a:lnTo>
                    <a:pt x="3449429" y="347742"/>
                  </a:lnTo>
                  <a:lnTo>
                    <a:pt x="3449951" y="347572"/>
                  </a:lnTo>
                  <a:lnTo>
                    <a:pt x="3450820" y="347288"/>
                  </a:lnTo>
                  <a:lnTo>
                    <a:pt x="3451342" y="347118"/>
                  </a:lnTo>
                  <a:lnTo>
                    <a:pt x="3451516" y="347061"/>
                  </a:lnTo>
                  <a:lnTo>
                    <a:pt x="3453777" y="346324"/>
                  </a:lnTo>
                  <a:lnTo>
                    <a:pt x="3463863" y="343033"/>
                  </a:lnTo>
                  <a:lnTo>
                    <a:pt x="3464906" y="342692"/>
                  </a:lnTo>
                  <a:lnTo>
                    <a:pt x="3466297" y="342238"/>
                  </a:lnTo>
                  <a:lnTo>
                    <a:pt x="3470123" y="340990"/>
                  </a:lnTo>
                  <a:lnTo>
                    <a:pt x="3471862" y="340423"/>
                  </a:lnTo>
                  <a:lnTo>
                    <a:pt x="3472384" y="340253"/>
                  </a:lnTo>
                  <a:lnTo>
                    <a:pt x="3473775" y="339799"/>
                  </a:lnTo>
                  <a:lnTo>
                    <a:pt x="3474470" y="339572"/>
                  </a:lnTo>
                  <a:lnTo>
                    <a:pt x="3477948" y="338437"/>
                  </a:lnTo>
                  <a:lnTo>
                    <a:pt x="3478296" y="338324"/>
                  </a:lnTo>
                  <a:lnTo>
                    <a:pt x="3481600" y="337246"/>
                  </a:lnTo>
                  <a:lnTo>
                    <a:pt x="3483687" y="336565"/>
                  </a:lnTo>
                  <a:lnTo>
                    <a:pt x="3485252" y="336054"/>
                  </a:lnTo>
                  <a:lnTo>
                    <a:pt x="3486296" y="335714"/>
                  </a:lnTo>
                  <a:lnTo>
                    <a:pt x="3487513" y="335316"/>
                  </a:lnTo>
                  <a:lnTo>
                    <a:pt x="3488556" y="334976"/>
                  </a:lnTo>
                  <a:lnTo>
                    <a:pt x="3489078" y="334806"/>
                  </a:lnTo>
                  <a:lnTo>
                    <a:pt x="3489252" y="334749"/>
                  </a:lnTo>
                  <a:lnTo>
                    <a:pt x="3490643" y="334295"/>
                  </a:lnTo>
                  <a:lnTo>
                    <a:pt x="3492556" y="333671"/>
                  </a:lnTo>
                  <a:lnTo>
                    <a:pt x="3494816" y="332934"/>
                  </a:lnTo>
                  <a:lnTo>
                    <a:pt x="3496382" y="332423"/>
                  </a:lnTo>
                  <a:lnTo>
                    <a:pt x="3500207" y="331175"/>
                  </a:lnTo>
                  <a:lnTo>
                    <a:pt x="3501425" y="330778"/>
                  </a:lnTo>
                  <a:lnTo>
                    <a:pt x="3501946" y="330607"/>
                  </a:lnTo>
                  <a:lnTo>
                    <a:pt x="3503511" y="330097"/>
                  </a:lnTo>
                  <a:lnTo>
                    <a:pt x="3509250" y="328224"/>
                  </a:lnTo>
                  <a:lnTo>
                    <a:pt x="3514989" y="326352"/>
                  </a:lnTo>
                  <a:lnTo>
                    <a:pt x="3518640" y="325161"/>
                  </a:lnTo>
                  <a:lnTo>
                    <a:pt x="3518814" y="325104"/>
                  </a:lnTo>
                  <a:lnTo>
                    <a:pt x="3520727" y="324480"/>
                  </a:lnTo>
                  <a:lnTo>
                    <a:pt x="3520901" y="324423"/>
                  </a:lnTo>
                  <a:lnTo>
                    <a:pt x="3522466" y="323912"/>
                  </a:lnTo>
                  <a:lnTo>
                    <a:pt x="3525944" y="322778"/>
                  </a:lnTo>
                  <a:lnTo>
                    <a:pt x="3526988" y="322437"/>
                  </a:lnTo>
                  <a:lnTo>
                    <a:pt x="3527857" y="322153"/>
                  </a:lnTo>
                  <a:lnTo>
                    <a:pt x="3528205" y="322040"/>
                  </a:lnTo>
                  <a:lnTo>
                    <a:pt x="3529248" y="321700"/>
                  </a:lnTo>
                  <a:lnTo>
                    <a:pt x="3535508" y="319657"/>
                  </a:lnTo>
                  <a:lnTo>
                    <a:pt x="3539856" y="318239"/>
                  </a:lnTo>
                  <a:lnTo>
                    <a:pt x="3541421" y="317728"/>
                  </a:lnTo>
                  <a:lnTo>
                    <a:pt x="3542638" y="317331"/>
                  </a:lnTo>
                  <a:lnTo>
                    <a:pt x="3542986" y="317217"/>
                  </a:lnTo>
                  <a:lnTo>
                    <a:pt x="3545942" y="316253"/>
                  </a:lnTo>
                  <a:lnTo>
                    <a:pt x="3548551" y="315402"/>
                  </a:lnTo>
                  <a:lnTo>
                    <a:pt x="3552377" y="314153"/>
                  </a:lnTo>
                  <a:lnTo>
                    <a:pt x="3555159" y="313246"/>
                  </a:lnTo>
                  <a:lnTo>
                    <a:pt x="3559332" y="311884"/>
                  </a:lnTo>
                  <a:lnTo>
                    <a:pt x="3562289" y="310919"/>
                  </a:lnTo>
                  <a:lnTo>
                    <a:pt x="3562984" y="310693"/>
                  </a:lnTo>
                  <a:lnTo>
                    <a:pt x="3563332" y="310579"/>
                  </a:lnTo>
                  <a:lnTo>
                    <a:pt x="3563506" y="310522"/>
                  </a:lnTo>
                  <a:lnTo>
                    <a:pt x="3563680" y="310466"/>
                  </a:lnTo>
                  <a:lnTo>
                    <a:pt x="3564897" y="310068"/>
                  </a:lnTo>
                  <a:lnTo>
                    <a:pt x="3566636" y="309501"/>
                  </a:lnTo>
                  <a:lnTo>
                    <a:pt x="3566810" y="309444"/>
                  </a:lnTo>
                  <a:lnTo>
                    <a:pt x="3568549" y="308877"/>
                  </a:lnTo>
                  <a:lnTo>
                    <a:pt x="3570984" y="308083"/>
                  </a:lnTo>
                  <a:lnTo>
                    <a:pt x="3572201" y="307685"/>
                  </a:lnTo>
                  <a:lnTo>
                    <a:pt x="3576027" y="306437"/>
                  </a:lnTo>
                  <a:lnTo>
                    <a:pt x="3584895" y="303544"/>
                  </a:lnTo>
                  <a:lnTo>
                    <a:pt x="3588895" y="302239"/>
                  </a:lnTo>
                  <a:lnTo>
                    <a:pt x="3590112" y="301842"/>
                  </a:lnTo>
                  <a:lnTo>
                    <a:pt x="3591851" y="301274"/>
                  </a:lnTo>
                  <a:lnTo>
                    <a:pt x="3592547" y="301047"/>
                  </a:lnTo>
                  <a:lnTo>
                    <a:pt x="3601937" y="297983"/>
                  </a:lnTo>
                  <a:lnTo>
                    <a:pt x="3608198" y="295941"/>
                  </a:lnTo>
                  <a:lnTo>
                    <a:pt x="3609415" y="295544"/>
                  </a:lnTo>
                  <a:lnTo>
                    <a:pt x="3615501" y="293558"/>
                  </a:lnTo>
                  <a:lnTo>
                    <a:pt x="3617762" y="292820"/>
                  </a:lnTo>
                  <a:lnTo>
                    <a:pt x="3619675" y="292196"/>
                  </a:lnTo>
                  <a:lnTo>
                    <a:pt x="3623327" y="291005"/>
                  </a:lnTo>
                  <a:lnTo>
                    <a:pt x="3623848" y="290835"/>
                  </a:lnTo>
                  <a:lnTo>
                    <a:pt x="3624718" y="290551"/>
                  </a:lnTo>
                  <a:lnTo>
                    <a:pt x="3625240" y="290381"/>
                  </a:lnTo>
                  <a:lnTo>
                    <a:pt x="3625413" y="290324"/>
                  </a:lnTo>
                  <a:lnTo>
                    <a:pt x="3627674" y="289586"/>
                  </a:lnTo>
                  <a:lnTo>
                    <a:pt x="3637760" y="286296"/>
                  </a:lnTo>
                  <a:lnTo>
                    <a:pt x="3638804" y="285955"/>
                  </a:lnTo>
                  <a:lnTo>
                    <a:pt x="3640195" y="285501"/>
                  </a:lnTo>
                  <a:lnTo>
                    <a:pt x="3644021" y="284253"/>
                  </a:lnTo>
                  <a:lnTo>
                    <a:pt x="3645759" y="283686"/>
                  </a:lnTo>
                  <a:lnTo>
                    <a:pt x="3646281" y="283515"/>
                  </a:lnTo>
                  <a:lnTo>
                    <a:pt x="3647672" y="283062"/>
                  </a:lnTo>
                  <a:lnTo>
                    <a:pt x="3648368" y="282835"/>
                  </a:lnTo>
                  <a:lnTo>
                    <a:pt x="3651846" y="281700"/>
                  </a:lnTo>
                  <a:lnTo>
                    <a:pt x="3652194" y="281586"/>
                  </a:lnTo>
                  <a:lnTo>
                    <a:pt x="3655498" y="280508"/>
                  </a:lnTo>
                  <a:lnTo>
                    <a:pt x="3657585" y="279827"/>
                  </a:lnTo>
                  <a:lnTo>
                    <a:pt x="3659150" y="279317"/>
                  </a:lnTo>
                  <a:lnTo>
                    <a:pt x="3660193" y="278976"/>
                  </a:lnTo>
                  <a:lnTo>
                    <a:pt x="3661410" y="278579"/>
                  </a:lnTo>
                  <a:lnTo>
                    <a:pt x="3662454" y="278239"/>
                  </a:lnTo>
                  <a:lnTo>
                    <a:pt x="3662975" y="278069"/>
                  </a:lnTo>
                  <a:lnTo>
                    <a:pt x="3663149" y="278012"/>
                  </a:lnTo>
                  <a:lnTo>
                    <a:pt x="3664540" y="277558"/>
                  </a:lnTo>
                  <a:lnTo>
                    <a:pt x="3666453" y="276934"/>
                  </a:lnTo>
                  <a:lnTo>
                    <a:pt x="3668714" y="276196"/>
                  </a:lnTo>
                  <a:lnTo>
                    <a:pt x="3670279" y="275686"/>
                  </a:lnTo>
                  <a:lnTo>
                    <a:pt x="3674105" y="274437"/>
                  </a:lnTo>
                  <a:lnTo>
                    <a:pt x="3675322" y="274040"/>
                  </a:lnTo>
                  <a:lnTo>
                    <a:pt x="3675844" y="273870"/>
                  </a:lnTo>
                  <a:lnTo>
                    <a:pt x="3677409" y="273359"/>
                  </a:lnTo>
                  <a:lnTo>
                    <a:pt x="3683147" y="271487"/>
                  </a:lnTo>
                  <a:lnTo>
                    <a:pt x="3688886" y="269615"/>
                  </a:lnTo>
                  <a:lnTo>
                    <a:pt x="3692538" y="268423"/>
                  </a:lnTo>
                  <a:lnTo>
                    <a:pt x="3692712" y="268367"/>
                  </a:lnTo>
                  <a:lnTo>
                    <a:pt x="3694625" y="267742"/>
                  </a:lnTo>
                  <a:lnTo>
                    <a:pt x="3694799" y="267686"/>
                  </a:lnTo>
                  <a:lnTo>
                    <a:pt x="3696364" y="267175"/>
                  </a:lnTo>
                  <a:lnTo>
                    <a:pt x="3699842" y="266040"/>
                  </a:lnTo>
                  <a:lnTo>
                    <a:pt x="3700885" y="265700"/>
                  </a:lnTo>
                  <a:lnTo>
                    <a:pt x="3701754" y="265416"/>
                  </a:lnTo>
                  <a:lnTo>
                    <a:pt x="3702102" y="265303"/>
                  </a:lnTo>
                  <a:lnTo>
                    <a:pt x="3703146" y="264962"/>
                  </a:lnTo>
                  <a:lnTo>
                    <a:pt x="3709406" y="262920"/>
                  </a:lnTo>
                  <a:lnTo>
                    <a:pt x="3713753" y="261501"/>
                  </a:lnTo>
                  <a:lnTo>
                    <a:pt x="3715318" y="260991"/>
                  </a:lnTo>
                  <a:lnTo>
                    <a:pt x="3716536" y="260594"/>
                  </a:lnTo>
                  <a:lnTo>
                    <a:pt x="3716884" y="260480"/>
                  </a:lnTo>
                  <a:lnTo>
                    <a:pt x="3719840" y="259516"/>
                  </a:lnTo>
                  <a:lnTo>
                    <a:pt x="3722448" y="258664"/>
                  </a:lnTo>
                  <a:lnTo>
                    <a:pt x="3726274" y="257416"/>
                  </a:lnTo>
                  <a:lnTo>
                    <a:pt x="3729056" y="256508"/>
                  </a:lnTo>
                  <a:lnTo>
                    <a:pt x="3736186" y="254182"/>
                  </a:lnTo>
                  <a:lnTo>
                    <a:pt x="3736882" y="253955"/>
                  </a:lnTo>
                  <a:lnTo>
                    <a:pt x="3737230" y="253842"/>
                  </a:lnTo>
                  <a:lnTo>
                    <a:pt x="3737403" y="253785"/>
                  </a:lnTo>
                  <a:lnTo>
                    <a:pt x="3737577" y="253728"/>
                  </a:lnTo>
                  <a:lnTo>
                    <a:pt x="3738795" y="253331"/>
                  </a:lnTo>
                  <a:lnTo>
                    <a:pt x="3740534" y="252764"/>
                  </a:lnTo>
                  <a:lnTo>
                    <a:pt x="3740707" y="252707"/>
                  </a:lnTo>
                  <a:lnTo>
                    <a:pt x="3742446" y="252140"/>
                  </a:lnTo>
                  <a:lnTo>
                    <a:pt x="3744881" y="251345"/>
                  </a:lnTo>
                  <a:lnTo>
                    <a:pt x="3746098" y="250948"/>
                  </a:lnTo>
                  <a:lnTo>
                    <a:pt x="3749924" y="249700"/>
                  </a:lnTo>
                  <a:lnTo>
                    <a:pt x="3758793" y="246806"/>
                  </a:lnTo>
                  <a:lnTo>
                    <a:pt x="3762792" y="245501"/>
                  </a:lnTo>
                  <a:lnTo>
                    <a:pt x="3763140" y="245388"/>
                  </a:lnTo>
                  <a:lnTo>
                    <a:pt x="3764010" y="245104"/>
                  </a:lnTo>
                  <a:lnTo>
                    <a:pt x="3765749" y="244537"/>
                  </a:lnTo>
                  <a:lnTo>
                    <a:pt x="3766444" y="244310"/>
                  </a:lnTo>
                  <a:lnTo>
                    <a:pt x="3774791" y="241587"/>
                  </a:lnTo>
                  <a:lnTo>
                    <a:pt x="3775835" y="241246"/>
                  </a:lnTo>
                  <a:lnTo>
                    <a:pt x="3782095" y="239204"/>
                  </a:lnTo>
                  <a:lnTo>
                    <a:pt x="3783312" y="238806"/>
                  </a:lnTo>
                  <a:lnTo>
                    <a:pt x="3789399" y="236821"/>
                  </a:lnTo>
                  <a:lnTo>
                    <a:pt x="3791659" y="236083"/>
                  </a:lnTo>
                  <a:lnTo>
                    <a:pt x="3793572" y="235459"/>
                  </a:lnTo>
                  <a:lnTo>
                    <a:pt x="3797224" y="234267"/>
                  </a:lnTo>
                  <a:lnTo>
                    <a:pt x="3797746" y="234097"/>
                  </a:lnTo>
                  <a:lnTo>
                    <a:pt x="3798615" y="233814"/>
                  </a:lnTo>
                  <a:lnTo>
                    <a:pt x="3799137" y="233643"/>
                  </a:lnTo>
                  <a:lnTo>
                    <a:pt x="3799311" y="233587"/>
                  </a:lnTo>
                  <a:lnTo>
                    <a:pt x="3801572" y="232849"/>
                  </a:lnTo>
                  <a:lnTo>
                    <a:pt x="3811658" y="229558"/>
                  </a:lnTo>
                  <a:lnTo>
                    <a:pt x="3812701" y="229218"/>
                  </a:lnTo>
                  <a:lnTo>
                    <a:pt x="3814092" y="228764"/>
                  </a:lnTo>
                  <a:lnTo>
                    <a:pt x="3817918" y="227516"/>
                  </a:lnTo>
                  <a:lnTo>
                    <a:pt x="3819657" y="226948"/>
                  </a:lnTo>
                  <a:lnTo>
                    <a:pt x="3820179" y="226778"/>
                  </a:lnTo>
                  <a:lnTo>
                    <a:pt x="3821570" y="226324"/>
                  </a:lnTo>
                  <a:lnTo>
                    <a:pt x="3822265" y="226097"/>
                  </a:lnTo>
                  <a:lnTo>
                    <a:pt x="3825743" y="224963"/>
                  </a:lnTo>
                  <a:lnTo>
                    <a:pt x="3826091" y="224849"/>
                  </a:lnTo>
                  <a:lnTo>
                    <a:pt x="3829395" y="223771"/>
                  </a:lnTo>
                  <a:lnTo>
                    <a:pt x="3831482" y="223090"/>
                  </a:lnTo>
                  <a:lnTo>
                    <a:pt x="3833047" y="222580"/>
                  </a:lnTo>
                  <a:lnTo>
                    <a:pt x="3834090" y="222239"/>
                  </a:lnTo>
                  <a:lnTo>
                    <a:pt x="3835308" y="221842"/>
                  </a:lnTo>
                  <a:lnTo>
                    <a:pt x="3836351" y="221502"/>
                  </a:lnTo>
                  <a:lnTo>
                    <a:pt x="3836873" y="221331"/>
                  </a:lnTo>
                  <a:lnTo>
                    <a:pt x="3837047" y="221275"/>
                  </a:lnTo>
                  <a:lnTo>
                    <a:pt x="3838438" y="220821"/>
                  </a:lnTo>
                  <a:lnTo>
                    <a:pt x="3840351" y="220197"/>
                  </a:lnTo>
                  <a:lnTo>
                    <a:pt x="3842611" y="219459"/>
                  </a:lnTo>
                  <a:lnTo>
                    <a:pt x="3844176" y="218948"/>
                  </a:lnTo>
                  <a:lnTo>
                    <a:pt x="3848002" y="217700"/>
                  </a:lnTo>
                  <a:lnTo>
                    <a:pt x="3849219" y="217303"/>
                  </a:lnTo>
                  <a:lnTo>
                    <a:pt x="3849741" y="217133"/>
                  </a:lnTo>
                  <a:lnTo>
                    <a:pt x="3851306" y="216622"/>
                  </a:lnTo>
                  <a:lnTo>
                    <a:pt x="3857045" y="214750"/>
                  </a:lnTo>
                  <a:lnTo>
                    <a:pt x="3862783" y="212878"/>
                  </a:lnTo>
                  <a:lnTo>
                    <a:pt x="3866435" y="211686"/>
                  </a:lnTo>
                  <a:lnTo>
                    <a:pt x="3866609" y="211629"/>
                  </a:lnTo>
                  <a:lnTo>
                    <a:pt x="3868522" y="211005"/>
                  </a:lnTo>
                  <a:lnTo>
                    <a:pt x="3868696" y="210948"/>
                  </a:lnTo>
                  <a:lnTo>
                    <a:pt x="3870261" y="210438"/>
                  </a:lnTo>
                  <a:lnTo>
                    <a:pt x="3873739" y="209303"/>
                  </a:lnTo>
                  <a:lnTo>
                    <a:pt x="3874782" y="208963"/>
                  </a:lnTo>
                  <a:lnTo>
                    <a:pt x="3875652" y="208679"/>
                  </a:lnTo>
                  <a:lnTo>
                    <a:pt x="3876000" y="208566"/>
                  </a:lnTo>
                  <a:lnTo>
                    <a:pt x="3877043" y="208225"/>
                  </a:lnTo>
                  <a:lnTo>
                    <a:pt x="3883303" y="206183"/>
                  </a:lnTo>
                  <a:lnTo>
                    <a:pt x="3887651" y="204764"/>
                  </a:lnTo>
                  <a:lnTo>
                    <a:pt x="3889216" y="204254"/>
                  </a:lnTo>
                  <a:lnTo>
                    <a:pt x="3890433" y="203856"/>
                  </a:lnTo>
                  <a:lnTo>
                    <a:pt x="3890781" y="203743"/>
                  </a:lnTo>
                  <a:lnTo>
                    <a:pt x="3893737" y="202778"/>
                  </a:lnTo>
                  <a:lnTo>
                    <a:pt x="3896346" y="201927"/>
                  </a:lnTo>
                  <a:lnTo>
                    <a:pt x="3900171" y="200679"/>
                  </a:lnTo>
                  <a:lnTo>
                    <a:pt x="3902954" y="199771"/>
                  </a:lnTo>
                  <a:lnTo>
                    <a:pt x="3907127" y="198410"/>
                  </a:lnTo>
                  <a:lnTo>
                    <a:pt x="3910084" y="197445"/>
                  </a:lnTo>
                  <a:lnTo>
                    <a:pt x="3910779" y="197218"/>
                  </a:lnTo>
                  <a:lnTo>
                    <a:pt x="3911127" y="197105"/>
                  </a:lnTo>
                  <a:lnTo>
                    <a:pt x="3911301" y="197048"/>
                  </a:lnTo>
                  <a:lnTo>
                    <a:pt x="3911475" y="196991"/>
                  </a:lnTo>
                  <a:lnTo>
                    <a:pt x="3912692" y="196594"/>
                  </a:lnTo>
                  <a:lnTo>
                    <a:pt x="3914431" y="196027"/>
                  </a:lnTo>
                  <a:lnTo>
                    <a:pt x="3914605" y="195970"/>
                  </a:lnTo>
                  <a:lnTo>
                    <a:pt x="3916344" y="195402"/>
                  </a:lnTo>
                  <a:lnTo>
                    <a:pt x="3918778" y="194608"/>
                  </a:lnTo>
                  <a:lnTo>
                    <a:pt x="3919996" y="194211"/>
                  </a:lnTo>
                  <a:lnTo>
                    <a:pt x="3923821" y="192963"/>
                  </a:lnTo>
                  <a:lnTo>
                    <a:pt x="3932690" y="190069"/>
                  </a:lnTo>
                  <a:lnTo>
                    <a:pt x="3936690" y="188764"/>
                  </a:lnTo>
                  <a:lnTo>
                    <a:pt x="3937038" y="188651"/>
                  </a:lnTo>
                  <a:lnTo>
                    <a:pt x="3937907" y="188367"/>
                  </a:lnTo>
                  <a:lnTo>
                    <a:pt x="3939646" y="187800"/>
                  </a:lnTo>
                  <a:lnTo>
                    <a:pt x="3940342" y="187573"/>
                  </a:lnTo>
                  <a:lnTo>
                    <a:pt x="3948689" y="184849"/>
                  </a:lnTo>
                  <a:lnTo>
                    <a:pt x="3949732" y="184509"/>
                  </a:lnTo>
                  <a:lnTo>
                    <a:pt x="3955993" y="182466"/>
                  </a:lnTo>
                  <a:lnTo>
                    <a:pt x="3957210" y="182069"/>
                  </a:lnTo>
                  <a:lnTo>
                    <a:pt x="3963296" y="180083"/>
                  </a:lnTo>
                  <a:lnTo>
                    <a:pt x="3965557" y="179346"/>
                  </a:lnTo>
                  <a:lnTo>
                    <a:pt x="3967470" y="178722"/>
                  </a:lnTo>
                  <a:lnTo>
                    <a:pt x="3971122" y="177530"/>
                  </a:lnTo>
                  <a:lnTo>
                    <a:pt x="3971643" y="177360"/>
                  </a:lnTo>
                  <a:lnTo>
                    <a:pt x="3972513" y="177076"/>
                  </a:lnTo>
                  <a:lnTo>
                    <a:pt x="3973034" y="176906"/>
                  </a:lnTo>
                  <a:lnTo>
                    <a:pt x="3973208" y="176849"/>
                  </a:lnTo>
                  <a:lnTo>
                    <a:pt x="3975469" y="176112"/>
                  </a:lnTo>
                  <a:lnTo>
                    <a:pt x="3985555" y="172821"/>
                  </a:lnTo>
                  <a:lnTo>
                    <a:pt x="3986598" y="172481"/>
                  </a:lnTo>
                  <a:lnTo>
                    <a:pt x="3987990" y="172027"/>
                  </a:lnTo>
                  <a:lnTo>
                    <a:pt x="3991815" y="170779"/>
                  </a:lnTo>
                  <a:lnTo>
                    <a:pt x="3993554" y="170211"/>
                  </a:lnTo>
                  <a:lnTo>
                    <a:pt x="3994076" y="170041"/>
                  </a:lnTo>
                  <a:lnTo>
                    <a:pt x="3995467" y="169587"/>
                  </a:lnTo>
                  <a:lnTo>
                    <a:pt x="3996163" y="169360"/>
                  </a:lnTo>
                  <a:lnTo>
                    <a:pt x="3999989" y="168112"/>
                  </a:lnTo>
                  <a:lnTo>
                    <a:pt x="4003293" y="167034"/>
                  </a:lnTo>
                  <a:lnTo>
                    <a:pt x="4005379" y="166353"/>
                  </a:lnTo>
                  <a:lnTo>
                    <a:pt x="4006944" y="165842"/>
                  </a:lnTo>
                  <a:lnTo>
                    <a:pt x="4007988" y="165502"/>
                  </a:lnTo>
                  <a:lnTo>
                    <a:pt x="4009205" y="165105"/>
                  </a:lnTo>
                  <a:lnTo>
                    <a:pt x="4010249" y="164764"/>
                  </a:lnTo>
                  <a:lnTo>
                    <a:pt x="4010770" y="164594"/>
                  </a:lnTo>
                  <a:lnTo>
                    <a:pt x="4010944" y="164537"/>
                  </a:lnTo>
                  <a:lnTo>
                    <a:pt x="4012335" y="164084"/>
                  </a:lnTo>
                  <a:lnTo>
                    <a:pt x="4014248" y="163459"/>
                  </a:lnTo>
                  <a:lnTo>
                    <a:pt x="4016509" y="162722"/>
                  </a:lnTo>
                  <a:lnTo>
                    <a:pt x="4018074" y="162211"/>
                  </a:lnTo>
                  <a:lnTo>
                    <a:pt x="4021900" y="160963"/>
                  </a:lnTo>
                  <a:lnTo>
                    <a:pt x="4023117" y="160566"/>
                  </a:lnTo>
                  <a:lnTo>
                    <a:pt x="4023639" y="160396"/>
                  </a:lnTo>
                  <a:lnTo>
                    <a:pt x="4025204" y="159885"/>
                  </a:lnTo>
                  <a:lnTo>
                    <a:pt x="4030942" y="158013"/>
                  </a:lnTo>
                  <a:lnTo>
                    <a:pt x="4036681" y="156140"/>
                  </a:lnTo>
                  <a:lnTo>
                    <a:pt x="4040333" y="154949"/>
                  </a:lnTo>
                  <a:lnTo>
                    <a:pt x="4040507" y="154892"/>
                  </a:lnTo>
                  <a:lnTo>
                    <a:pt x="4042420" y="154268"/>
                  </a:lnTo>
                  <a:lnTo>
                    <a:pt x="4042593" y="154211"/>
                  </a:lnTo>
                  <a:lnTo>
                    <a:pt x="4044159" y="153701"/>
                  </a:lnTo>
                  <a:lnTo>
                    <a:pt x="4047636" y="152566"/>
                  </a:lnTo>
                  <a:lnTo>
                    <a:pt x="4048680" y="152225"/>
                  </a:lnTo>
                  <a:lnTo>
                    <a:pt x="4049549" y="151942"/>
                  </a:lnTo>
                  <a:lnTo>
                    <a:pt x="4049897" y="151828"/>
                  </a:lnTo>
                  <a:lnTo>
                    <a:pt x="4050941" y="151488"/>
                  </a:lnTo>
                  <a:lnTo>
                    <a:pt x="4057201" y="149445"/>
                  </a:lnTo>
                  <a:lnTo>
                    <a:pt x="4061548" y="148027"/>
                  </a:lnTo>
                  <a:lnTo>
                    <a:pt x="4063113" y="147516"/>
                  </a:lnTo>
                  <a:lnTo>
                    <a:pt x="4064331" y="147119"/>
                  </a:lnTo>
                  <a:lnTo>
                    <a:pt x="4064678" y="147006"/>
                  </a:lnTo>
                  <a:lnTo>
                    <a:pt x="4067635" y="146041"/>
                  </a:lnTo>
                  <a:lnTo>
                    <a:pt x="4070243" y="145190"/>
                  </a:lnTo>
                  <a:lnTo>
                    <a:pt x="4074069" y="143942"/>
                  </a:lnTo>
                  <a:lnTo>
                    <a:pt x="4076851" y="143034"/>
                  </a:lnTo>
                  <a:lnTo>
                    <a:pt x="4081025" y="141672"/>
                  </a:lnTo>
                  <a:lnTo>
                    <a:pt x="4083981" y="140708"/>
                  </a:lnTo>
                  <a:lnTo>
                    <a:pt x="4084677" y="140481"/>
                  </a:lnTo>
                  <a:lnTo>
                    <a:pt x="4085198" y="140311"/>
                  </a:lnTo>
                  <a:lnTo>
                    <a:pt x="4085372" y="140254"/>
                  </a:lnTo>
                  <a:lnTo>
                    <a:pt x="4086590" y="139857"/>
                  </a:lnTo>
                  <a:lnTo>
                    <a:pt x="4088328" y="139289"/>
                  </a:lnTo>
                  <a:lnTo>
                    <a:pt x="4088502" y="139233"/>
                  </a:lnTo>
                  <a:lnTo>
                    <a:pt x="4090241" y="138665"/>
                  </a:lnTo>
                  <a:lnTo>
                    <a:pt x="4092676" y="137871"/>
                  </a:lnTo>
                  <a:lnTo>
                    <a:pt x="4093893" y="137474"/>
                  </a:lnTo>
                  <a:lnTo>
                    <a:pt x="4097719" y="136226"/>
                  </a:lnTo>
                  <a:lnTo>
                    <a:pt x="4106588" y="133332"/>
                  </a:lnTo>
                  <a:lnTo>
                    <a:pt x="4110587" y="132027"/>
                  </a:lnTo>
                  <a:lnTo>
                    <a:pt x="4110935" y="131914"/>
                  </a:lnTo>
                  <a:lnTo>
                    <a:pt x="4111805" y="131630"/>
                  </a:lnTo>
                  <a:lnTo>
                    <a:pt x="4114239" y="130836"/>
                  </a:lnTo>
                  <a:lnTo>
                    <a:pt x="4122586" y="128112"/>
                  </a:lnTo>
                  <a:lnTo>
                    <a:pt x="4123630" y="127772"/>
                  </a:lnTo>
                  <a:lnTo>
                    <a:pt x="4129890" y="125729"/>
                  </a:lnTo>
                  <a:lnTo>
                    <a:pt x="4131107" y="125332"/>
                  </a:lnTo>
                  <a:lnTo>
                    <a:pt x="4137194" y="123346"/>
                  </a:lnTo>
                  <a:lnTo>
                    <a:pt x="4139454" y="122609"/>
                  </a:lnTo>
                  <a:lnTo>
                    <a:pt x="4141367" y="121985"/>
                  </a:lnTo>
                  <a:lnTo>
                    <a:pt x="4145019" y="120793"/>
                  </a:lnTo>
                  <a:lnTo>
                    <a:pt x="4146410" y="120339"/>
                  </a:lnTo>
                  <a:lnTo>
                    <a:pt x="4146932" y="120169"/>
                  </a:lnTo>
                  <a:lnTo>
                    <a:pt x="4147106" y="120112"/>
                  </a:lnTo>
                  <a:lnTo>
                    <a:pt x="4149366" y="119375"/>
                  </a:lnTo>
                  <a:lnTo>
                    <a:pt x="4159453" y="116084"/>
                  </a:lnTo>
                  <a:lnTo>
                    <a:pt x="4160496" y="115743"/>
                  </a:lnTo>
                  <a:lnTo>
                    <a:pt x="4161887" y="115290"/>
                  </a:lnTo>
                  <a:lnTo>
                    <a:pt x="4167452" y="113474"/>
                  </a:lnTo>
                  <a:lnTo>
                    <a:pt x="4170060" y="112623"/>
                  </a:lnTo>
                  <a:lnTo>
                    <a:pt x="4173886" y="111375"/>
                  </a:lnTo>
                  <a:lnTo>
                    <a:pt x="4177190" y="110297"/>
                  </a:lnTo>
                  <a:lnTo>
                    <a:pt x="4179277" y="109616"/>
                  </a:lnTo>
                  <a:lnTo>
                    <a:pt x="4180842" y="109105"/>
                  </a:lnTo>
                  <a:lnTo>
                    <a:pt x="4183103" y="108368"/>
                  </a:lnTo>
                  <a:lnTo>
                    <a:pt x="4184146" y="108027"/>
                  </a:lnTo>
                  <a:lnTo>
                    <a:pt x="4184668" y="107857"/>
                  </a:lnTo>
                  <a:lnTo>
                    <a:pt x="4184842" y="107800"/>
                  </a:lnTo>
                  <a:lnTo>
                    <a:pt x="4186233" y="107346"/>
                  </a:lnTo>
                  <a:lnTo>
                    <a:pt x="4188146" y="106722"/>
                  </a:lnTo>
                  <a:lnTo>
                    <a:pt x="4190406" y="105985"/>
                  </a:lnTo>
                  <a:lnTo>
                    <a:pt x="4191971" y="105474"/>
                  </a:lnTo>
                  <a:lnTo>
                    <a:pt x="4195797" y="104226"/>
                  </a:lnTo>
                  <a:lnTo>
                    <a:pt x="4197536" y="103658"/>
                  </a:lnTo>
                  <a:lnTo>
                    <a:pt x="4199101" y="103148"/>
                  </a:lnTo>
                  <a:lnTo>
                    <a:pt x="4204840" y="101275"/>
                  </a:lnTo>
                  <a:lnTo>
                    <a:pt x="4210578" y="99403"/>
                  </a:lnTo>
                  <a:lnTo>
                    <a:pt x="4214404" y="98155"/>
                  </a:lnTo>
                  <a:lnTo>
                    <a:pt x="4216317" y="97531"/>
                  </a:lnTo>
                  <a:lnTo>
                    <a:pt x="4221534" y="95829"/>
                  </a:lnTo>
                  <a:lnTo>
                    <a:pt x="4223447" y="95205"/>
                  </a:lnTo>
                  <a:lnTo>
                    <a:pt x="4223795" y="95091"/>
                  </a:lnTo>
                  <a:lnTo>
                    <a:pt x="4224838" y="94751"/>
                  </a:lnTo>
                  <a:lnTo>
                    <a:pt x="4231098" y="92708"/>
                  </a:lnTo>
                  <a:lnTo>
                    <a:pt x="4237011" y="90779"/>
                  </a:lnTo>
                  <a:lnTo>
                    <a:pt x="4238228" y="90382"/>
                  </a:lnTo>
                  <a:lnTo>
                    <a:pt x="4241532" y="89304"/>
                  </a:lnTo>
                  <a:lnTo>
                    <a:pt x="4244141" y="88453"/>
                  </a:lnTo>
                  <a:lnTo>
                    <a:pt x="4250749" y="86297"/>
                  </a:lnTo>
                  <a:lnTo>
                    <a:pt x="4254922" y="84935"/>
                  </a:lnTo>
                  <a:lnTo>
                    <a:pt x="4258574" y="83744"/>
                  </a:lnTo>
                  <a:lnTo>
                    <a:pt x="4259096" y="83573"/>
                  </a:lnTo>
                  <a:lnTo>
                    <a:pt x="4262226" y="82552"/>
                  </a:lnTo>
                  <a:lnTo>
                    <a:pt x="4262400" y="82495"/>
                  </a:lnTo>
                  <a:lnTo>
                    <a:pt x="4264139" y="81928"/>
                  </a:lnTo>
                  <a:lnTo>
                    <a:pt x="4266573" y="81134"/>
                  </a:lnTo>
                  <a:lnTo>
                    <a:pt x="4267791" y="80737"/>
                  </a:lnTo>
                  <a:lnTo>
                    <a:pt x="4271616" y="79488"/>
                  </a:lnTo>
                  <a:lnTo>
                    <a:pt x="4280485" y="76595"/>
                  </a:lnTo>
                  <a:lnTo>
                    <a:pt x="4284485" y="75290"/>
                  </a:lnTo>
                  <a:lnTo>
                    <a:pt x="4284833" y="75176"/>
                  </a:lnTo>
                  <a:lnTo>
                    <a:pt x="4287441" y="74325"/>
                  </a:lnTo>
                  <a:lnTo>
                    <a:pt x="4296484" y="71375"/>
                  </a:lnTo>
                  <a:lnTo>
                    <a:pt x="4303787" y="68992"/>
                  </a:lnTo>
                  <a:lnTo>
                    <a:pt x="4313352" y="65871"/>
                  </a:lnTo>
                  <a:lnTo>
                    <a:pt x="4315265" y="65247"/>
                  </a:lnTo>
                  <a:lnTo>
                    <a:pt x="4318916" y="64056"/>
                  </a:lnTo>
                  <a:lnTo>
                    <a:pt x="4320308" y="63602"/>
                  </a:lnTo>
                  <a:lnTo>
                    <a:pt x="4320829" y="63432"/>
                  </a:lnTo>
                  <a:lnTo>
                    <a:pt x="4323264" y="62637"/>
                  </a:lnTo>
                  <a:lnTo>
                    <a:pt x="4334393" y="59006"/>
                  </a:lnTo>
                  <a:lnTo>
                    <a:pt x="4335785" y="58552"/>
                  </a:lnTo>
                  <a:lnTo>
                    <a:pt x="4341349" y="56737"/>
                  </a:lnTo>
                  <a:lnTo>
                    <a:pt x="4353174" y="52879"/>
                  </a:lnTo>
                  <a:lnTo>
                    <a:pt x="4369695" y="47489"/>
                  </a:lnTo>
                  <a:lnTo>
                    <a:pt x="4378737" y="44538"/>
                  </a:lnTo>
                  <a:lnTo>
                    <a:pt x="4388302" y="41418"/>
                  </a:lnTo>
                  <a:lnTo>
                    <a:pt x="4432472" y="27006"/>
                  </a:lnTo>
                  <a:lnTo>
                    <a:pt x="4432993" y="26836"/>
                  </a:lnTo>
                  <a:lnTo>
                    <a:pt x="4436297" y="25758"/>
                  </a:lnTo>
                  <a:lnTo>
                    <a:pt x="4470381" y="14638"/>
                  </a:lnTo>
                  <a:lnTo>
                    <a:pt x="4515247" y="0"/>
                  </a:lnTo>
                </a:path>
              </a:pathLst>
            </a:custGeom>
            <a:ln w="32521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7"/>
            <p:cNvSpPr/>
            <p:nvPr/>
          </p:nvSpPr>
          <p:spPr>
            <a:xfrm>
              <a:off x="3269760" y="3211530"/>
              <a:ext cx="4515247" cy="1604941"/>
            </a:xfrm>
            <a:custGeom>
              <a:avLst/>
              <a:pathLst>
                <a:path w="4515247" h="1604941">
                  <a:moveTo>
                    <a:pt x="0" y="1604941"/>
                  </a:moveTo>
                  <a:lnTo>
                    <a:pt x="77210" y="1577497"/>
                  </a:lnTo>
                  <a:lnTo>
                    <a:pt x="145899" y="1553081"/>
                  </a:lnTo>
                  <a:lnTo>
                    <a:pt x="166072" y="1545911"/>
                  </a:lnTo>
                  <a:lnTo>
                    <a:pt x="168332" y="1545107"/>
                  </a:lnTo>
                  <a:lnTo>
                    <a:pt x="173897" y="1543129"/>
                  </a:lnTo>
                  <a:lnTo>
                    <a:pt x="182244" y="1540162"/>
                  </a:lnTo>
                  <a:lnTo>
                    <a:pt x="192330" y="1536577"/>
                  </a:lnTo>
                  <a:lnTo>
                    <a:pt x="197373" y="1534785"/>
                  </a:lnTo>
                  <a:lnTo>
                    <a:pt x="210937" y="1529964"/>
                  </a:lnTo>
                  <a:lnTo>
                    <a:pt x="214589" y="1528665"/>
                  </a:lnTo>
                  <a:lnTo>
                    <a:pt x="216850" y="1527862"/>
                  </a:lnTo>
                  <a:lnTo>
                    <a:pt x="222936" y="1525699"/>
                  </a:lnTo>
                  <a:lnTo>
                    <a:pt x="235804" y="1521124"/>
                  </a:lnTo>
                  <a:lnTo>
                    <a:pt x="238935" y="1520012"/>
                  </a:lnTo>
                  <a:lnTo>
                    <a:pt x="248325" y="1516674"/>
                  </a:lnTo>
                  <a:lnTo>
                    <a:pt x="251107" y="1515685"/>
                  </a:lnTo>
                  <a:lnTo>
                    <a:pt x="258237" y="1513151"/>
                  </a:lnTo>
                  <a:lnTo>
                    <a:pt x="259628" y="1512656"/>
                  </a:lnTo>
                  <a:lnTo>
                    <a:pt x="260846" y="1512224"/>
                  </a:lnTo>
                  <a:lnTo>
                    <a:pt x="268149" y="1509627"/>
                  </a:lnTo>
                  <a:lnTo>
                    <a:pt x="286061" y="1503261"/>
                  </a:lnTo>
                  <a:lnTo>
                    <a:pt x="288495" y="1502396"/>
                  </a:lnTo>
                  <a:lnTo>
                    <a:pt x="297886" y="1499058"/>
                  </a:lnTo>
                  <a:lnTo>
                    <a:pt x="305363" y="1496400"/>
                  </a:lnTo>
                  <a:lnTo>
                    <a:pt x="311450" y="1494236"/>
                  </a:lnTo>
                  <a:lnTo>
                    <a:pt x="319797" y="1491269"/>
                  </a:lnTo>
                  <a:lnTo>
                    <a:pt x="321362" y="1490713"/>
                  </a:lnTo>
                  <a:lnTo>
                    <a:pt x="333709" y="1486324"/>
                  </a:lnTo>
                  <a:lnTo>
                    <a:pt x="339969" y="1484099"/>
                  </a:lnTo>
                  <a:lnTo>
                    <a:pt x="342230" y="1483296"/>
                  </a:lnTo>
                  <a:lnTo>
                    <a:pt x="343621" y="1482801"/>
                  </a:lnTo>
                  <a:lnTo>
                    <a:pt x="344316" y="1482554"/>
                  </a:lnTo>
                  <a:lnTo>
                    <a:pt x="347794" y="1481318"/>
                  </a:lnTo>
                  <a:lnTo>
                    <a:pt x="348142" y="1481194"/>
                  </a:lnTo>
                  <a:lnTo>
                    <a:pt x="351446" y="1480020"/>
                  </a:lnTo>
                  <a:lnTo>
                    <a:pt x="355098" y="1478722"/>
                  </a:lnTo>
                  <a:lnTo>
                    <a:pt x="356141" y="1478351"/>
                  </a:lnTo>
                  <a:lnTo>
                    <a:pt x="357359" y="1477918"/>
                  </a:lnTo>
                  <a:lnTo>
                    <a:pt x="358402" y="1477547"/>
                  </a:lnTo>
                  <a:lnTo>
                    <a:pt x="358924" y="1477362"/>
                  </a:lnTo>
                  <a:lnTo>
                    <a:pt x="359098" y="1477300"/>
                  </a:lnTo>
                  <a:lnTo>
                    <a:pt x="360489" y="1476805"/>
                  </a:lnTo>
                  <a:lnTo>
                    <a:pt x="362402" y="1476126"/>
                  </a:lnTo>
                  <a:lnTo>
                    <a:pt x="364662" y="1475322"/>
                  </a:lnTo>
                  <a:lnTo>
                    <a:pt x="366228" y="1474766"/>
                  </a:lnTo>
                  <a:lnTo>
                    <a:pt x="371271" y="1472973"/>
                  </a:lnTo>
                  <a:lnTo>
                    <a:pt x="371792" y="1472788"/>
                  </a:lnTo>
                  <a:lnTo>
                    <a:pt x="373357" y="1472231"/>
                  </a:lnTo>
                  <a:lnTo>
                    <a:pt x="379096" y="1470192"/>
                  </a:lnTo>
                  <a:lnTo>
                    <a:pt x="384835" y="1468152"/>
                  </a:lnTo>
                  <a:lnTo>
                    <a:pt x="388486" y="1466854"/>
                  </a:lnTo>
                  <a:lnTo>
                    <a:pt x="390573" y="1466112"/>
                  </a:lnTo>
                  <a:lnTo>
                    <a:pt x="390747" y="1466050"/>
                  </a:lnTo>
                  <a:lnTo>
                    <a:pt x="392312" y="1465494"/>
                  </a:lnTo>
                  <a:lnTo>
                    <a:pt x="395790" y="1464258"/>
                  </a:lnTo>
                  <a:lnTo>
                    <a:pt x="396833" y="1463887"/>
                  </a:lnTo>
                  <a:lnTo>
                    <a:pt x="397703" y="1463578"/>
                  </a:lnTo>
                  <a:lnTo>
                    <a:pt x="398051" y="1463454"/>
                  </a:lnTo>
                  <a:lnTo>
                    <a:pt x="399094" y="1463083"/>
                  </a:lnTo>
                  <a:lnTo>
                    <a:pt x="405354" y="1460858"/>
                  </a:lnTo>
                  <a:lnTo>
                    <a:pt x="409702" y="1459313"/>
                  </a:lnTo>
                  <a:lnTo>
                    <a:pt x="411267" y="1458756"/>
                  </a:lnTo>
                  <a:lnTo>
                    <a:pt x="412484" y="1458324"/>
                  </a:lnTo>
                  <a:lnTo>
                    <a:pt x="412832" y="1458200"/>
                  </a:lnTo>
                  <a:lnTo>
                    <a:pt x="415788" y="1457149"/>
                  </a:lnTo>
                  <a:lnTo>
                    <a:pt x="418397" y="1456222"/>
                  </a:lnTo>
                  <a:lnTo>
                    <a:pt x="422223" y="1454862"/>
                  </a:lnTo>
                  <a:lnTo>
                    <a:pt x="425005" y="1453873"/>
                  </a:lnTo>
                  <a:lnTo>
                    <a:pt x="429178" y="1452390"/>
                  </a:lnTo>
                  <a:lnTo>
                    <a:pt x="432135" y="1451339"/>
                  </a:lnTo>
                  <a:lnTo>
                    <a:pt x="433178" y="1450968"/>
                  </a:lnTo>
                  <a:lnTo>
                    <a:pt x="433526" y="1450845"/>
                  </a:lnTo>
                  <a:lnTo>
                    <a:pt x="436482" y="1449794"/>
                  </a:lnTo>
                  <a:lnTo>
                    <a:pt x="438395" y="1449114"/>
                  </a:lnTo>
                  <a:lnTo>
                    <a:pt x="440830" y="1448248"/>
                  </a:lnTo>
                  <a:lnTo>
                    <a:pt x="442047" y="1447816"/>
                  </a:lnTo>
                  <a:lnTo>
                    <a:pt x="445873" y="1446456"/>
                  </a:lnTo>
                  <a:lnTo>
                    <a:pt x="454741" y="1443303"/>
                  </a:lnTo>
                  <a:lnTo>
                    <a:pt x="458741" y="1441882"/>
                  </a:lnTo>
                  <a:lnTo>
                    <a:pt x="459089" y="1441758"/>
                  </a:lnTo>
                  <a:lnTo>
                    <a:pt x="459958" y="1441449"/>
                  </a:lnTo>
                  <a:lnTo>
                    <a:pt x="461697" y="1440831"/>
                  </a:lnTo>
                  <a:lnTo>
                    <a:pt x="462393" y="1440584"/>
                  </a:lnTo>
                  <a:lnTo>
                    <a:pt x="478044" y="1435021"/>
                  </a:lnTo>
                  <a:lnTo>
                    <a:pt x="479261" y="1434588"/>
                  </a:lnTo>
                  <a:lnTo>
                    <a:pt x="485347" y="1432425"/>
                  </a:lnTo>
                  <a:lnTo>
                    <a:pt x="487608" y="1431621"/>
                  </a:lnTo>
                  <a:lnTo>
                    <a:pt x="489521" y="1430941"/>
                  </a:lnTo>
                  <a:lnTo>
                    <a:pt x="493173" y="1429643"/>
                  </a:lnTo>
                  <a:lnTo>
                    <a:pt x="493694" y="1429458"/>
                  </a:lnTo>
                  <a:lnTo>
                    <a:pt x="494564" y="1429149"/>
                  </a:lnTo>
                  <a:lnTo>
                    <a:pt x="495086" y="1428963"/>
                  </a:lnTo>
                  <a:lnTo>
                    <a:pt x="495259" y="1428901"/>
                  </a:lnTo>
                  <a:lnTo>
                    <a:pt x="497520" y="1428098"/>
                  </a:lnTo>
                  <a:lnTo>
                    <a:pt x="507606" y="1424513"/>
                  </a:lnTo>
                  <a:lnTo>
                    <a:pt x="508650" y="1424142"/>
                  </a:lnTo>
                  <a:lnTo>
                    <a:pt x="510041" y="1423647"/>
                  </a:lnTo>
                  <a:lnTo>
                    <a:pt x="513866" y="1422287"/>
                  </a:lnTo>
                  <a:lnTo>
                    <a:pt x="516127" y="1421484"/>
                  </a:lnTo>
                  <a:lnTo>
                    <a:pt x="517518" y="1420989"/>
                  </a:lnTo>
                  <a:lnTo>
                    <a:pt x="518214" y="1420742"/>
                  </a:lnTo>
                  <a:lnTo>
                    <a:pt x="521692" y="1419506"/>
                  </a:lnTo>
                  <a:lnTo>
                    <a:pt x="522040" y="1419382"/>
                  </a:lnTo>
                  <a:lnTo>
                    <a:pt x="525344" y="1418208"/>
                  </a:lnTo>
                  <a:lnTo>
                    <a:pt x="527430" y="1417466"/>
                  </a:lnTo>
                  <a:lnTo>
                    <a:pt x="528996" y="1416910"/>
                  </a:lnTo>
                  <a:lnTo>
                    <a:pt x="530039" y="1416539"/>
                  </a:lnTo>
                  <a:lnTo>
                    <a:pt x="531256" y="1416106"/>
                  </a:lnTo>
                  <a:lnTo>
                    <a:pt x="532300" y="1415735"/>
                  </a:lnTo>
                  <a:lnTo>
                    <a:pt x="532821" y="1415550"/>
                  </a:lnTo>
                  <a:lnTo>
                    <a:pt x="532995" y="1415488"/>
                  </a:lnTo>
                  <a:lnTo>
                    <a:pt x="534386" y="1414994"/>
                  </a:lnTo>
                  <a:lnTo>
                    <a:pt x="536299" y="1414314"/>
                  </a:lnTo>
                  <a:lnTo>
                    <a:pt x="538560" y="1413510"/>
                  </a:lnTo>
                  <a:lnTo>
                    <a:pt x="540125" y="1412954"/>
                  </a:lnTo>
                  <a:lnTo>
                    <a:pt x="543951" y="1411594"/>
                  </a:lnTo>
                  <a:lnTo>
                    <a:pt x="545168" y="1411161"/>
                  </a:lnTo>
                  <a:lnTo>
                    <a:pt x="545690" y="1410976"/>
                  </a:lnTo>
                  <a:lnTo>
                    <a:pt x="547255" y="1410420"/>
                  </a:lnTo>
                  <a:lnTo>
                    <a:pt x="552993" y="1408380"/>
                  </a:lnTo>
                  <a:lnTo>
                    <a:pt x="558732" y="1406340"/>
                  </a:lnTo>
                  <a:lnTo>
                    <a:pt x="562384" y="1405042"/>
                  </a:lnTo>
                  <a:lnTo>
                    <a:pt x="562558" y="1404980"/>
                  </a:lnTo>
                  <a:lnTo>
                    <a:pt x="564471" y="1404300"/>
                  </a:lnTo>
                  <a:lnTo>
                    <a:pt x="564645" y="1404238"/>
                  </a:lnTo>
                  <a:lnTo>
                    <a:pt x="566210" y="1403682"/>
                  </a:lnTo>
                  <a:lnTo>
                    <a:pt x="569688" y="1402446"/>
                  </a:lnTo>
                  <a:lnTo>
                    <a:pt x="570731" y="1402075"/>
                  </a:lnTo>
                  <a:lnTo>
                    <a:pt x="571600" y="1401766"/>
                  </a:lnTo>
                  <a:lnTo>
                    <a:pt x="571948" y="1401642"/>
                  </a:lnTo>
                  <a:lnTo>
                    <a:pt x="572992" y="1401272"/>
                  </a:lnTo>
                  <a:lnTo>
                    <a:pt x="579252" y="1399046"/>
                  </a:lnTo>
                  <a:lnTo>
                    <a:pt x="583599" y="1397501"/>
                  </a:lnTo>
                  <a:lnTo>
                    <a:pt x="585164" y="1396945"/>
                  </a:lnTo>
                  <a:lnTo>
                    <a:pt x="586382" y="1396512"/>
                  </a:lnTo>
                  <a:lnTo>
                    <a:pt x="586729" y="1396388"/>
                  </a:lnTo>
                  <a:lnTo>
                    <a:pt x="589686" y="1395338"/>
                  </a:lnTo>
                  <a:lnTo>
                    <a:pt x="592294" y="1394410"/>
                  </a:lnTo>
                  <a:lnTo>
                    <a:pt x="596120" y="1393051"/>
                  </a:lnTo>
                  <a:lnTo>
                    <a:pt x="598902" y="1392062"/>
                  </a:lnTo>
                  <a:lnTo>
                    <a:pt x="606032" y="1389527"/>
                  </a:lnTo>
                  <a:lnTo>
                    <a:pt x="606728" y="1389280"/>
                  </a:lnTo>
                  <a:lnTo>
                    <a:pt x="607075" y="1389156"/>
                  </a:lnTo>
                  <a:lnTo>
                    <a:pt x="607249" y="1389095"/>
                  </a:lnTo>
                  <a:lnTo>
                    <a:pt x="607423" y="1389033"/>
                  </a:lnTo>
                  <a:lnTo>
                    <a:pt x="608641" y="1388600"/>
                  </a:lnTo>
                  <a:lnTo>
                    <a:pt x="610380" y="1387982"/>
                  </a:lnTo>
                  <a:lnTo>
                    <a:pt x="610553" y="1387920"/>
                  </a:lnTo>
                  <a:lnTo>
                    <a:pt x="612292" y="1387302"/>
                  </a:lnTo>
                  <a:lnTo>
                    <a:pt x="614727" y="1386437"/>
                  </a:lnTo>
                  <a:lnTo>
                    <a:pt x="615944" y="1386004"/>
                  </a:lnTo>
                  <a:lnTo>
                    <a:pt x="619770" y="1384644"/>
                  </a:lnTo>
                  <a:lnTo>
                    <a:pt x="628639" y="1381492"/>
                  </a:lnTo>
                  <a:lnTo>
                    <a:pt x="632638" y="1380070"/>
                  </a:lnTo>
                  <a:lnTo>
                    <a:pt x="632986" y="1379946"/>
                  </a:lnTo>
                  <a:lnTo>
                    <a:pt x="635595" y="1379019"/>
                  </a:lnTo>
                  <a:lnTo>
                    <a:pt x="636290" y="1378772"/>
                  </a:lnTo>
                  <a:lnTo>
                    <a:pt x="644637" y="1375805"/>
                  </a:lnTo>
                  <a:lnTo>
                    <a:pt x="645681" y="1375434"/>
                  </a:lnTo>
                  <a:lnTo>
                    <a:pt x="651941" y="1373209"/>
                  </a:lnTo>
                  <a:lnTo>
                    <a:pt x="653158" y="1372776"/>
                  </a:lnTo>
                  <a:lnTo>
                    <a:pt x="659245" y="1370613"/>
                  </a:lnTo>
                  <a:lnTo>
                    <a:pt x="661505" y="1369809"/>
                  </a:lnTo>
                  <a:lnTo>
                    <a:pt x="663418" y="1369129"/>
                  </a:lnTo>
                  <a:lnTo>
                    <a:pt x="667070" y="1367831"/>
                  </a:lnTo>
                  <a:lnTo>
                    <a:pt x="667592" y="1367646"/>
                  </a:lnTo>
                  <a:lnTo>
                    <a:pt x="668461" y="1367337"/>
                  </a:lnTo>
                  <a:lnTo>
                    <a:pt x="668983" y="1367151"/>
                  </a:lnTo>
                  <a:lnTo>
                    <a:pt x="669157" y="1367090"/>
                  </a:lnTo>
                  <a:lnTo>
                    <a:pt x="671418" y="1366286"/>
                  </a:lnTo>
                  <a:lnTo>
                    <a:pt x="681504" y="1362701"/>
                  </a:lnTo>
                  <a:lnTo>
                    <a:pt x="682547" y="1362330"/>
                  </a:lnTo>
                  <a:lnTo>
                    <a:pt x="683938" y="1361836"/>
                  </a:lnTo>
                  <a:lnTo>
                    <a:pt x="687764" y="1360476"/>
                  </a:lnTo>
                  <a:lnTo>
                    <a:pt x="689503" y="1359858"/>
                  </a:lnTo>
                  <a:lnTo>
                    <a:pt x="690025" y="1359672"/>
                  </a:lnTo>
                  <a:lnTo>
                    <a:pt x="691416" y="1359178"/>
                  </a:lnTo>
                  <a:lnTo>
                    <a:pt x="692111" y="1358930"/>
                  </a:lnTo>
                  <a:lnTo>
                    <a:pt x="695589" y="1357694"/>
                  </a:lnTo>
                  <a:lnTo>
                    <a:pt x="695937" y="1357571"/>
                  </a:lnTo>
                  <a:lnTo>
                    <a:pt x="699241" y="1356396"/>
                  </a:lnTo>
                  <a:lnTo>
                    <a:pt x="701328" y="1355654"/>
                  </a:lnTo>
                  <a:lnTo>
                    <a:pt x="702893" y="1355098"/>
                  </a:lnTo>
                  <a:lnTo>
                    <a:pt x="703936" y="1354727"/>
                  </a:lnTo>
                  <a:lnTo>
                    <a:pt x="705154" y="1354295"/>
                  </a:lnTo>
                  <a:lnTo>
                    <a:pt x="706197" y="1353924"/>
                  </a:lnTo>
                  <a:lnTo>
                    <a:pt x="706719" y="1353738"/>
                  </a:lnTo>
                  <a:lnTo>
                    <a:pt x="706893" y="1353676"/>
                  </a:lnTo>
                  <a:lnTo>
                    <a:pt x="708284" y="1353182"/>
                  </a:lnTo>
                  <a:lnTo>
                    <a:pt x="710197" y="1352502"/>
                  </a:lnTo>
                  <a:lnTo>
                    <a:pt x="712457" y="1351698"/>
                  </a:lnTo>
                  <a:lnTo>
                    <a:pt x="714022" y="1351142"/>
                  </a:lnTo>
                  <a:lnTo>
                    <a:pt x="717848" y="1349782"/>
                  </a:lnTo>
                  <a:lnTo>
                    <a:pt x="719065" y="1349350"/>
                  </a:lnTo>
                  <a:lnTo>
                    <a:pt x="719587" y="1349164"/>
                  </a:lnTo>
                  <a:lnTo>
                    <a:pt x="721152" y="1348608"/>
                  </a:lnTo>
                  <a:lnTo>
                    <a:pt x="726891" y="1346568"/>
                  </a:lnTo>
                  <a:lnTo>
                    <a:pt x="732629" y="1344528"/>
                  </a:lnTo>
                  <a:lnTo>
                    <a:pt x="736281" y="1343230"/>
                  </a:lnTo>
                  <a:lnTo>
                    <a:pt x="736455" y="1343168"/>
                  </a:lnTo>
                  <a:lnTo>
                    <a:pt x="738368" y="1342489"/>
                  </a:lnTo>
                  <a:lnTo>
                    <a:pt x="738542" y="1342427"/>
                  </a:lnTo>
                  <a:lnTo>
                    <a:pt x="740107" y="1341870"/>
                  </a:lnTo>
                  <a:lnTo>
                    <a:pt x="743585" y="1340634"/>
                  </a:lnTo>
                  <a:lnTo>
                    <a:pt x="744628" y="1340263"/>
                  </a:lnTo>
                  <a:lnTo>
                    <a:pt x="745498" y="1339954"/>
                  </a:lnTo>
                  <a:lnTo>
                    <a:pt x="745846" y="1339831"/>
                  </a:lnTo>
                  <a:lnTo>
                    <a:pt x="746889" y="1339460"/>
                  </a:lnTo>
                  <a:lnTo>
                    <a:pt x="753149" y="1337235"/>
                  </a:lnTo>
                  <a:lnTo>
                    <a:pt x="757497" y="1335689"/>
                  </a:lnTo>
                  <a:lnTo>
                    <a:pt x="759062" y="1335133"/>
                  </a:lnTo>
                  <a:lnTo>
                    <a:pt x="760279" y="1334700"/>
                  </a:lnTo>
                  <a:lnTo>
                    <a:pt x="760627" y="1334577"/>
                  </a:lnTo>
                  <a:lnTo>
                    <a:pt x="763583" y="1333526"/>
                  </a:lnTo>
                  <a:lnTo>
                    <a:pt x="766192" y="1332599"/>
                  </a:lnTo>
                  <a:lnTo>
                    <a:pt x="770017" y="1331239"/>
                  </a:lnTo>
                  <a:lnTo>
                    <a:pt x="772800" y="1330250"/>
                  </a:lnTo>
                  <a:lnTo>
                    <a:pt x="776973" y="1328766"/>
                  </a:lnTo>
                  <a:lnTo>
                    <a:pt x="780625" y="1327468"/>
                  </a:lnTo>
                  <a:lnTo>
                    <a:pt x="780973" y="1327345"/>
                  </a:lnTo>
                  <a:lnTo>
                    <a:pt x="781147" y="1327283"/>
                  </a:lnTo>
                  <a:lnTo>
                    <a:pt x="781321" y="1327221"/>
                  </a:lnTo>
                  <a:lnTo>
                    <a:pt x="782538" y="1326788"/>
                  </a:lnTo>
                  <a:lnTo>
                    <a:pt x="784277" y="1326170"/>
                  </a:lnTo>
                  <a:lnTo>
                    <a:pt x="784451" y="1326108"/>
                  </a:lnTo>
                  <a:lnTo>
                    <a:pt x="786190" y="1325490"/>
                  </a:lnTo>
                  <a:lnTo>
                    <a:pt x="788624" y="1324625"/>
                  </a:lnTo>
                  <a:lnTo>
                    <a:pt x="789842" y="1324192"/>
                  </a:lnTo>
                  <a:lnTo>
                    <a:pt x="793667" y="1322832"/>
                  </a:lnTo>
                  <a:lnTo>
                    <a:pt x="802536" y="1319680"/>
                  </a:lnTo>
                  <a:lnTo>
                    <a:pt x="806536" y="1318258"/>
                  </a:lnTo>
                  <a:lnTo>
                    <a:pt x="806884" y="1318135"/>
                  </a:lnTo>
                  <a:lnTo>
                    <a:pt x="807753" y="1317826"/>
                  </a:lnTo>
                  <a:lnTo>
                    <a:pt x="809492" y="1317208"/>
                  </a:lnTo>
                  <a:lnTo>
                    <a:pt x="810188" y="1316960"/>
                  </a:lnTo>
                  <a:lnTo>
                    <a:pt x="818535" y="1313993"/>
                  </a:lnTo>
                  <a:lnTo>
                    <a:pt x="819578" y="1313622"/>
                  </a:lnTo>
                  <a:lnTo>
                    <a:pt x="825838" y="1311397"/>
                  </a:lnTo>
                  <a:lnTo>
                    <a:pt x="827056" y="1310965"/>
                  </a:lnTo>
                  <a:lnTo>
                    <a:pt x="833142" y="1308801"/>
                  </a:lnTo>
                  <a:lnTo>
                    <a:pt x="835403" y="1307998"/>
                  </a:lnTo>
                  <a:lnTo>
                    <a:pt x="837316" y="1307318"/>
                  </a:lnTo>
                  <a:lnTo>
                    <a:pt x="840968" y="1306020"/>
                  </a:lnTo>
                  <a:lnTo>
                    <a:pt x="841489" y="1305834"/>
                  </a:lnTo>
                  <a:lnTo>
                    <a:pt x="842359" y="1305525"/>
                  </a:lnTo>
                  <a:lnTo>
                    <a:pt x="842880" y="1305340"/>
                  </a:lnTo>
                  <a:lnTo>
                    <a:pt x="843054" y="1305278"/>
                  </a:lnTo>
                  <a:lnTo>
                    <a:pt x="845315" y="1304474"/>
                  </a:lnTo>
                  <a:lnTo>
                    <a:pt x="856444" y="1300518"/>
                  </a:lnTo>
                  <a:lnTo>
                    <a:pt x="857836" y="1300024"/>
                  </a:lnTo>
                  <a:lnTo>
                    <a:pt x="861661" y="1298664"/>
                  </a:lnTo>
                  <a:lnTo>
                    <a:pt x="863400" y="1298046"/>
                  </a:lnTo>
                  <a:lnTo>
                    <a:pt x="863922" y="1297860"/>
                  </a:lnTo>
                  <a:lnTo>
                    <a:pt x="865313" y="1297366"/>
                  </a:lnTo>
                  <a:lnTo>
                    <a:pt x="866009" y="1297119"/>
                  </a:lnTo>
                  <a:lnTo>
                    <a:pt x="869487" y="1295883"/>
                  </a:lnTo>
                  <a:lnTo>
                    <a:pt x="869835" y="1295759"/>
                  </a:lnTo>
                  <a:lnTo>
                    <a:pt x="873139" y="1294584"/>
                  </a:lnTo>
                  <a:lnTo>
                    <a:pt x="875225" y="1293843"/>
                  </a:lnTo>
                  <a:lnTo>
                    <a:pt x="876790" y="1293286"/>
                  </a:lnTo>
                  <a:lnTo>
                    <a:pt x="877834" y="1292916"/>
                  </a:lnTo>
                  <a:lnTo>
                    <a:pt x="879051" y="1292483"/>
                  </a:lnTo>
                  <a:lnTo>
                    <a:pt x="880094" y="1292112"/>
                  </a:lnTo>
                  <a:lnTo>
                    <a:pt x="880616" y="1291927"/>
                  </a:lnTo>
                  <a:lnTo>
                    <a:pt x="880790" y="1291865"/>
                  </a:lnTo>
                  <a:lnTo>
                    <a:pt x="882181" y="1291370"/>
                  </a:lnTo>
                  <a:lnTo>
                    <a:pt x="884094" y="1290690"/>
                  </a:lnTo>
                  <a:lnTo>
                    <a:pt x="886355" y="1289887"/>
                  </a:lnTo>
                  <a:lnTo>
                    <a:pt x="887920" y="1289330"/>
                  </a:lnTo>
                  <a:lnTo>
                    <a:pt x="891746" y="1287971"/>
                  </a:lnTo>
                  <a:lnTo>
                    <a:pt x="892963" y="1287538"/>
                  </a:lnTo>
                  <a:lnTo>
                    <a:pt x="893485" y="1287352"/>
                  </a:lnTo>
                  <a:lnTo>
                    <a:pt x="895050" y="1286796"/>
                  </a:lnTo>
                  <a:lnTo>
                    <a:pt x="900788" y="1284756"/>
                  </a:lnTo>
                  <a:lnTo>
                    <a:pt x="906527" y="1282717"/>
                  </a:lnTo>
                  <a:lnTo>
                    <a:pt x="910179" y="1281419"/>
                  </a:lnTo>
                  <a:lnTo>
                    <a:pt x="910353" y="1281357"/>
                  </a:lnTo>
                  <a:lnTo>
                    <a:pt x="912266" y="1280677"/>
                  </a:lnTo>
                  <a:lnTo>
                    <a:pt x="912439" y="1280615"/>
                  </a:lnTo>
                  <a:lnTo>
                    <a:pt x="914004" y="1280059"/>
                  </a:lnTo>
                  <a:lnTo>
                    <a:pt x="917482" y="1278822"/>
                  </a:lnTo>
                  <a:lnTo>
                    <a:pt x="918526" y="1278452"/>
                  </a:lnTo>
                  <a:lnTo>
                    <a:pt x="919395" y="1278143"/>
                  </a:lnTo>
                  <a:lnTo>
                    <a:pt x="919743" y="1278019"/>
                  </a:lnTo>
                  <a:lnTo>
                    <a:pt x="920786" y="1277648"/>
                  </a:lnTo>
                  <a:lnTo>
                    <a:pt x="927047" y="1275423"/>
                  </a:lnTo>
                  <a:lnTo>
                    <a:pt x="931394" y="1273878"/>
                  </a:lnTo>
                  <a:lnTo>
                    <a:pt x="932959" y="1273321"/>
                  </a:lnTo>
                  <a:lnTo>
                    <a:pt x="934177" y="1272889"/>
                  </a:lnTo>
                  <a:lnTo>
                    <a:pt x="937481" y="1271714"/>
                  </a:lnTo>
                  <a:lnTo>
                    <a:pt x="940089" y="1270787"/>
                  </a:lnTo>
                  <a:lnTo>
                    <a:pt x="943915" y="1269427"/>
                  </a:lnTo>
                  <a:lnTo>
                    <a:pt x="946697" y="1268438"/>
                  </a:lnTo>
                  <a:lnTo>
                    <a:pt x="950871" y="1266955"/>
                  </a:lnTo>
                  <a:lnTo>
                    <a:pt x="953827" y="1265904"/>
                  </a:lnTo>
                  <a:lnTo>
                    <a:pt x="954523" y="1265657"/>
                  </a:lnTo>
                  <a:lnTo>
                    <a:pt x="954870" y="1265533"/>
                  </a:lnTo>
                  <a:lnTo>
                    <a:pt x="955044" y="1265471"/>
                  </a:lnTo>
                  <a:lnTo>
                    <a:pt x="955218" y="1265409"/>
                  </a:lnTo>
                  <a:lnTo>
                    <a:pt x="956435" y="1264977"/>
                  </a:lnTo>
                  <a:lnTo>
                    <a:pt x="958174" y="1264359"/>
                  </a:lnTo>
                  <a:lnTo>
                    <a:pt x="958348" y="1264297"/>
                  </a:lnTo>
                  <a:lnTo>
                    <a:pt x="960087" y="1263679"/>
                  </a:lnTo>
                  <a:lnTo>
                    <a:pt x="962522" y="1262813"/>
                  </a:lnTo>
                  <a:lnTo>
                    <a:pt x="963739" y="1262381"/>
                  </a:lnTo>
                  <a:lnTo>
                    <a:pt x="967565" y="1261021"/>
                  </a:lnTo>
                  <a:lnTo>
                    <a:pt x="976434" y="1257868"/>
                  </a:lnTo>
                  <a:lnTo>
                    <a:pt x="980433" y="1256447"/>
                  </a:lnTo>
                  <a:lnTo>
                    <a:pt x="980781" y="1256323"/>
                  </a:lnTo>
                  <a:lnTo>
                    <a:pt x="981651" y="1256014"/>
                  </a:lnTo>
                  <a:lnTo>
                    <a:pt x="983390" y="1255396"/>
                  </a:lnTo>
                  <a:lnTo>
                    <a:pt x="984085" y="1255149"/>
                  </a:lnTo>
                  <a:lnTo>
                    <a:pt x="992432" y="1252182"/>
                  </a:lnTo>
                  <a:lnTo>
                    <a:pt x="993476" y="1251811"/>
                  </a:lnTo>
                  <a:lnTo>
                    <a:pt x="999736" y="1249586"/>
                  </a:lnTo>
                  <a:lnTo>
                    <a:pt x="1000953" y="1249153"/>
                  </a:lnTo>
                  <a:lnTo>
                    <a:pt x="1007040" y="1246989"/>
                  </a:lnTo>
                  <a:lnTo>
                    <a:pt x="1009300" y="1246186"/>
                  </a:lnTo>
                  <a:lnTo>
                    <a:pt x="1011213" y="1245506"/>
                  </a:lnTo>
                  <a:lnTo>
                    <a:pt x="1014865" y="1244208"/>
                  </a:lnTo>
                  <a:lnTo>
                    <a:pt x="1015387" y="1244022"/>
                  </a:lnTo>
                  <a:lnTo>
                    <a:pt x="1016256" y="1243713"/>
                  </a:lnTo>
                  <a:lnTo>
                    <a:pt x="1016778" y="1243528"/>
                  </a:lnTo>
                  <a:lnTo>
                    <a:pt x="1016952" y="1243466"/>
                  </a:lnTo>
                  <a:lnTo>
                    <a:pt x="1019212" y="1242663"/>
                  </a:lnTo>
                  <a:lnTo>
                    <a:pt x="1029298" y="1239078"/>
                  </a:lnTo>
                  <a:lnTo>
                    <a:pt x="1030342" y="1238707"/>
                  </a:lnTo>
                  <a:lnTo>
                    <a:pt x="1031733" y="1238212"/>
                  </a:lnTo>
                  <a:lnTo>
                    <a:pt x="1035559" y="1236852"/>
                  </a:lnTo>
                  <a:lnTo>
                    <a:pt x="1037298" y="1236234"/>
                  </a:lnTo>
                  <a:lnTo>
                    <a:pt x="1037819" y="1236049"/>
                  </a:lnTo>
                  <a:lnTo>
                    <a:pt x="1039211" y="1235554"/>
                  </a:lnTo>
                  <a:lnTo>
                    <a:pt x="1039906" y="1235307"/>
                  </a:lnTo>
                  <a:lnTo>
                    <a:pt x="1043384" y="1234071"/>
                  </a:lnTo>
                  <a:lnTo>
                    <a:pt x="1043732" y="1233947"/>
                  </a:lnTo>
                  <a:lnTo>
                    <a:pt x="1047036" y="1232773"/>
                  </a:lnTo>
                  <a:lnTo>
                    <a:pt x="1049123" y="1232031"/>
                  </a:lnTo>
                  <a:lnTo>
                    <a:pt x="1050688" y="1231475"/>
                  </a:lnTo>
                  <a:lnTo>
                    <a:pt x="1051731" y="1231104"/>
                  </a:lnTo>
                  <a:lnTo>
                    <a:pt x="1052949" y="1230671"/>
                  </a:lnTo>
                  <a:lnTo>
                    <a:pt x="1053992" y="1230300"/>
                  </a:lnTo>
                  <a:lnTo>
                    <a:pt x="1054514" y="1230115"/>
                  </a:lnTo>
                  <a:lnTo>
                    <a:pt x="1054688" y="1230053"/>
                  </a:lnTo>
                  <a:lnTo>
                    <a:pt x="1056079" y="1229559"/>
                  </a:lnTo>
                  <a:lnTo>
                    <a:pt x="1060252" y="1228075"/>
                  </a:lnTo>
                  <a:lnTo>
                    <a:pt x="1061817" y="1227519"/>
                  </a:lnTo>
                  <a:lnTo>
                    <a:pt x="1065643" y="1226159"/>
                  </a:lnTo>
                  <a:lnTo>
                    <a:pt x="1066860" y="1225726"/>
                  </a:lnTo>
                  <a:lnTo>
                    <a:pt x="1067382" y="1225541"/>
                  </a:lnTo>
                  <a:lnTo>
                    <a:pt x="1068947" y="1224984"/>
                  </a:lnTo>
                  <a:lnTo>
                    <a:pt x="1074686" y="1222945"/>
                  </a:lnTo>
                  <a:lnTo>
                    <a:pt x="1080424" y="1220905"/>
                  </a:lnTo>
                  <a:lnTo>
                    <a:pt x="1084076" y="1219607"/>
                  </a:lnTo>
                  <a:lnTo>
                    <a:pt x="1084250" y="1219545"/>
                  </a:lnTo>
                  <a:lnTo>
                    <a:pt x="1086163" y="1218865"/>
                  </a:lnTo>
                  <a:lnTo>
                    <a:pt x="1086337" y="1218803"/>
                  </a:lnTo>
                  <a:lnTo>
                    <a:pt x="1087902" y="1218247"/>
                  </a:lnTo>
                  <a:lnTo>
                    <a:pt x="1091380" y="1217011"/>
                  </a:lnTo>
                  <a:lnTo>
                    <a:pt x="1092423" y="1216640"/>
                  </a:lnTo>
                  <a:lnTo>
                    <a:pt x="1093293" y="1216331"/>
                  </a:lnTo>
                  <a:lnTo>
                    <a:pt x="1093641" y="1216207"/>
                  </a:lnTo>
                  <a:lnTo>
                    <a:pt x="1094684" y="1215836"/>
                  </a:lnTo>
                  <a:lnTo>
                    <a:pt x="1100944" y="1213611"/>
                  </a:lnTo>
                  <a:lnTo>
                    <a:pt x="1105292" y="1212066"/>
                  </a:lnTo>
                  <a:lnTo>
                    <a:pt x="1106857" y="1211509"/>
                  </a:lnTo>
                  <a:lnTo>
                    <a:pt x="1108074" y="1211077"/>
                  </a:lnTo>
                  <a:lnTo>
                    <a:pt x="1108422" y="1210953"/>
                  </a:lnTo>
                  <a:lnTo>
                    <a:pt x="1111378" y="1209902"/>
                  </a:lnTo>
                  <a:lnTo>
                    <a:pt x="1113987" y="1208975"/>
                  </a:lnTo>
                  <a:lnTo>
                    <a:pt x="1117812" y="1207615"/>
                  </a:lnTo>
                  <a:lnTo>
                    <a:pt x="1120595" y="1206626"/>
                  </a:lnTo>
                  <a:lnTo>
                    <a:pt x="1124768" y="1205143"/>
                  </a:lnTo>
                  <a:lnTo>
                    <a:pt x="1127724" y="1204092"/>
                  </a:lnTo>
                  <a:lnTo>
                    <a:pt x="1128420" y="1203845"/>
                  </a:lnTo>
                  <a:lnTo>
                    <a:pt x="1128768" y="1203721"/>
                  </a:lnTo>
                  <a:lnTo>
                    <a:pt x="1128942" y="1203659"/>
                  </a:lnTo>
                  <a:lnTo>
                    <a:pt x="1129116" y="1203598"/>
                  </a:lnTo>
                  <a:lnTo>
                    <a:pt x="1130333" y="1203165"/>
                  </a:lnTo>
                  <a:lnTo>
                    <a:pt x="1132072" y="1202547"/>
                  </a:lnTo>
                  <a:lnTo>
                    <a:pt x="1132246" y="1202485"/>
                  </a:lnTo>
                  <a:lnTo>
                    <a:pt x="1133985" y="1201867"/>
                  </a:lnTo>
                  <a:lnTo>
                    <a:pt x="1136419" y="1201001"/>
                  </a:lnTo>
                  <a:lnTo>
                    <a:pt x="1137637" y="1200569"/>
                  </a:lnTo>
                  <a:lnTo>
                    <a:pt x="1141462" y="1199209"/>
                  </a:lnTo>
                  <a:lnTo>
                    <a:pt x="1150331" y="1196057"/>
                  </a:lnTo>
                  <a:lnTo>
                    <a:pt x="1154331" y="1194635"/>
                  </a:lnTo>
                  <a:lnTo>
                    <a:pt x="1154679" y="1194511"/>
                  </a:lnTo>
                  <a:lnTo>
                    <a:pt x="1155548" y="1194202"/>
                  </a:lnTo>
                  <a:lnTo>
                    <a:pt x="1157287" y="1193584"/>
                  </a:lnTo>
                  <a:lnTo>
                    <a:pt x="1157983" y="1193337"/>
                  </a:lnTo>
                  <a:lnTo>
                    <a:pt x="1166330" y="1190370"/>
                  </a:lnTo>
                  <a:lnTo>
                    <a:pt x="1167373" y="1189999"/>
                  </a:lnTo>
                  <a:lnTo>
                    <a:pt x="1173633" y="1187774"/>
                  </a:lnTo>
                  <a:lnTo>
                    <a:pt x="1174851" y="1187341"/>
                  </a:lnTo>
                  <a:lnTo>
                    <a:pt x="1180937" y="1185178"/>
                  </a:lnTo>
                  <a:lnTo>
                    <a:pt x="1183198" y="1184374"/>
                  </a:lnTo>
                  <a:lnTo>
                    <a:pt x="1185111" y="1183694"/>
                  </a:lnTo>
                  <a:lnTo>
                    <a:pt x="1188762" y="1182396"/>
                  </a:lnTo>
                  <a:lnTo>
                    <a:pt x="1189284" y="1182211"/>
                  </a:lnTo>
                  <a:lnTo>
                    <a:pt x="1190154" y="1181902"/>
                  </a:lnTo>
                  <a:lnTo>
                    <a:pt x="1190675" y="1181716"/>
                  </a:lnTo>
                  <a:lnTo>
                    <a:pt x="1190849" y="1181654"/>
                  </a:lnTo>
                  <a:lnTo>
                    <a:pt x="1193110" y="1180851"/>
                  </a:lnTo>
                  <a:lnTo>
                    <a:pt x="1203196" y="1177266"/>
                  </a:lnTo>
                  <a:lnTo>
                    <a:pt x="1204239" y="1176895"/>
                  </a:lnTo>
                  <a:lnTo>
                    <a:pt x="1205631" y="1176400"/>
                  </a:lnTo>
                  <a:lnTo>
                    <a:pt x="1209456" y="1175041"/>
                  </a:lnTo>
                  <a:lnTo>
                    <a:pt x="1211195" y="1174422"/>
                  </a:lnTo>
                  <a:lnTo>
                    <a:pt x="1211717" y="1174237"/>
                  </a:lnTo>
                  <a:lnTo>
                    <a:pt x="1213108" y="1173743"/>
                  </a:lnTo>
                  <a:lnTo>
                    <a:pt x="1213804" y="1173495"/>
                  </a:lnTo>
                  <a:lnTo>
                    <a:pt x="1217282" y="1172259"/>
                  </a:lnTo>
                  <a:lnTo>
                    <a:pt x="1217629" y="1172135"/>
                  </a:lnTo>
                  <a:lnTo>
                    <a:pt x="1220933" y="1170961"/>
                  </a:lnTo>
                  <a:lnTo>
                    <a:pt x="1223020" y="1170219"/>
                  </a:lnTo>
                  <a:lnTo>
                    <a:pt x="1224585" y="1169663"/>
                  </a:lnTo>
                  <a:lnTo>
                    <a:pt x="1225629" y="1169292"/>
                  </a:lnTo>
                  <a:lnTo>
                    <a:pt x="1226846" y="1168859"/>
                  </a:lnTo>
                  <a:lnTo>
                    <a:pt x="1227889" y="1168489"/>
                  </a:lnTo>
                  <a:lnTo>
                    <a:pt x="1228411" y="1168303"/>
                  </a:lnTo>
                  <a:lnTo>
                    <a:pt x="1228585" y="1168241"/>
                  </a:lnTo>
                  <a:lnTo>
                    <a:pt x="1229976" y="1167747"/>
                  </a:lnTo>
                  <a:lnTo>
                    <a:pt x="1231889" y="1167067"/>
                  </a:lnTo>
                  <a:lnTo>
                    <a:pt x="1234150" y="1166263"/>
                  </a:lnTo>
                  <a:lnTo>
                    <a:pt x="1235715" y="1165707"/>
                  </a:lnTo>
                  <a:lnTo>
                    <a:pt x="1239541" y="1164347"/>
                  </a:lnTo>
                  <a:lnTo>
                    <a:pt x="1240758" y="1163914"/>
                  </a:lnTo>
                  <a:lnTo>
                    <a:pt x="1241279" y="1163729"/>
                  </a:lnTo>
                  <a:lnTo>
                    <a:pt x="1242845" y="1163173"/>
                  </a:lnTo>
                  <a:lnTo>
                    <a:pt x="1248583" y="1161133"/>
                  </a:lnTo>
                  <a:lnTo>
                    <a:pt x="1254322" y="1159093"/>
                  </a:lnTo>
                  <a:lnTo>
                    <a:pt x="1257974" y="1157795"/>
                  </a:lnTo>
                  <a:lnTo>
                    <a:pt x="1258148" y="1157733"/>
                  </a:lnTo>
                  <a:lnTo>
                    <a:pt x="1260060" y="1157053"/>
                  </a:lnTo>
                  <a:lnTo>
                    <a:pt x="1260234" y="1156992"/>
                  </a:lnTo>
                  <a:lnTo>
                    <a:pt x="1261799" y="1156435"/>
                  </a:lnTo>
                  <a:lnTo>
                    <a:pt x="1265277" y="1155199"/>
                  </a:lnTo>
                  <a:lnTo>
                    <a:pt x="1266321" y="1154828"/>
                  </a:lnTo>
                  <a:lnTo>
                    <a:pt x="1267190" y="1154519"/>
                  </a:lnTo>
                  <a:lnTo>
                    <a:pt x="1267538" y="1154395"/>
                  </a:lnTo>
                  <a:lnTo>
                    <a:pt x="1268581" y="1154025"/>
                  </a:lnTo>
                  <a:lnTo>
                    <a:pt x="1274842" y="1151799"/>
                  </a:lnTo>
                  <a:lnTo>
                    <a:pt x="1279189" y="1150254"/>
                  </a:lnTo>
                  <a:lnTo>
                    <a:pt x="1280754" y="1149698"/>
                  </a:lnTo>
                  <a:lnTo>
                    <a:pt x="1281971" y="1149265"/>
                  </a:lnTo>
                  <a:lnTo>
                    <a:pt x="1282319" y="1149141"/>
                  </a:lnTo>
                  <a:lnTo>
                    <a:pt x="1285276" y="1148091"/>
                  </a:lnTo>
                  <a:lnTo>
                    <a:pt x="1287884" y="1147163"/>
                  </a:lnTo>
                  <a:lnTo>
                    <a:pt x="1291710" y="1145804"/>
                  </a:lnTo>
                  <a:lnTo>
                    <a:pt x="1294492" y="1144815"/>
                  </a:lnTo>
                  <a:lnTo>
                    <a:pt x="1298666" y="1143331"/>
                  </a:lnTo>
                  <a:lnTo>
                    <a:pt x="1301622" y="1142280"/>
                  </a:lnTo>
                  <a:lnTo>
                    <a:pt x="1302317" y="1142033"/>
                  </a:lnTo>
                  <a:lnTo>
                    <a:pt x="1302665" y="1141909"/>
                  </a:lnTo>
                  <a:lnTo>
                    <a:pt x="1302839" y="1141848"/>
                  </a:lnTo>
                  <a:lnTo>
                    <a:pt x="1303013" y="1141786"/>
                  </a:lnTo>
                  <a:lnTo>
                    <a:pt x="1304230" y="1141353"/>
                  </a:lnTo>
                  <a:lnTo>
                    <a:pt x="1305969" y="1140735"/>
                  </a:lnTo>
                  <a:lnTo>
                    <a:pt x="1306143" y="1140673"/>
                  </a:lnTo>
                  <a:lnTo>
                    <a:pt x="1307882" y="1140055"/>
                  </a:lnTo>
                  <a:lnTo>
                    <a:pt x="1310317" y="1139190"/>
                  </a:lnTo>
                  <a:lnTo>
                    <a:pt x="1311534" y="1138757"/>
                  </a:lnTo>
                  <a:lnTo>
                    <a:pt x="1315360" y="1137397"/>
                  </a:lnTo>
                  <a:lnTo>
                    <a:pt x="1324229" y="1134245"/>
                  </a:lnTo>
                  <a:lnTo>
                    <a:pt x="1328228" y="1132823"/>
                  </a:lnTo>
                  <a:lnTo>
                    <a:pt x="1328576" y="1132700"/>
                  </a:lnTo>
                  <a:lnTo>
                    <a:pt x="1329445" y="1132390"/>
                  </a:lnTo>
                  <a:lnTo>
                    <a:pt x="1331184" y="1131772"/>
                  </a:lnTo>
                  <a:lnTo>
                    <a:pt x="1331880" y="1131525"/>
                  </a:lnTo>
                  <a:lnTo>
                    <a:pt x="1340227" y="1128558"/>
                  </a:lnTo>
                  <a:lnTo>
                    <a:pt x="1341271" y="1128187"/>
                  </a:lnTo>
                  <a:lnTo>
                    <a:pt x="1348748" y="1125529"/>
                  </a:lnTo>
                  <a:lnTo>
                    <a:pt x="1354835" y="1123366"/>
                  </a:lnTo>
                  <a:lnTo>
                    <a:pt x="1357095" y="1122562"/>
                  </a:lnTo>
                  <a:lnTo>
                    <a:pt x="1359008" y="1121882"/>
                  </a:lnTo>
                  <a:lnTo>
                    <a:pt x="1362660" y="1120584"/>
                  </a:lnTo>
                  <a:lnTo>
                    <a:pt x="1363182" y="1120399"/>
                  </a:lnTo>
                  <a:lnTo>
                    <a:pt x="1364051" y="1120090"/>
                  </a:lnTo>
                  <a:lnTo>
                    <a:pt x="1364573" y="1119904"/>
                  </a:lnTo>
                  <a:lnTo>
                    <a:pt x="1364747" y="1119843"/>
                  </a:lnTo>
                  <a:lnTo>
                    <a:pt x="1367007" y="1119039"/>
                  </a:lnTo>
                  <a:lnTo>
                    <a:pt x="1377093" y="1115454"/>
                  </a:lnTo>
                  <a:lnTo>
                    <a:pt x="1378137" y="1115083"/>
                  </a:lnTo>
                  <a:lnTo>
                    <a:pt x="1379528" y="1114589"/>
                  </a:lnTo>
                  <a:lnTo>
                    <a:pt x="1383354" y="1113229"/>
                  </a:lnTo>
                  <a:lnTo>
                    <a:pt x="1385093" y="1112611"/>
                  </a:lnTo>
                  <a:lnTo>
                    <a:pt x="1385614" y="1112425"/>
                  </a:lnTo>
                  <a:lnTo>
                    <a:pt x="1387006" y="1111931"/>
                  </a:lnTo>
                  <a:lnTo>
                    <a:pt x="1387701" y="1111684"/>
                  </a:lnTo>
                  <a:lnTo>
                    <a:pt x="1391179" y="1110447"/>
                  </a:lnTo>
                  <a:lnTo>
                    <a:pt x="1391527" y="1110324"/>
                  </a:lnTo>
                  <a:lnTo>
                    <a:pt x="1394831" y="1109149"/>
                  </a:lnTo>
                  <a:lnTo>
                    <a:pt x="1396918" y="1108408"/>
                  </a:lnTo>
                  <a:lnTo>
                    <a:pt x="1398483" y="1107851"/>
                  </a:lnTo>
                  <a:lnTo>
                    <a:pt x="1399526" y="1107480"/>
                  </a:lnTo>
                  <a:lnTo>
                    <a:pt x="1400743" y="1107048"/>
                  </a:lnTo>
                  <a:lnTo>
                    <a:pt x="1401787" y="1106677"/>
                  </a:lnTo>
                  <a:lnTo>
                    <a:pt x="1402309" y="1106491"/>
                  </a:lnTo>
                  <a:lnTo>
                    <a:pt x="1402482" y="1106430"/>
                  </a:lnTo>
                  <a:lnTo>
                    <a:pt x="1403874" y="1105935"/>
                  </a:lnTo>
                  <a:lnTo>
                    <a:pt x="1405786" y="1105255"/>
                  </a:lnTo>
                  <a:lnTo>
                    <a:pt x="1408047" y="1104452"/>
                  </a:lnTo>
                  <a:lnTo>
                    <a:pt x="1409612" y="1103895"/>
                  </a:lnTo>
                  <a:lnTo>
                    <a:pt x="1413438" y="1102535"/>
                  </a:lnTo>
                  <a:lnTo>
                    <a:pt x="1414655" y="1102103"/>
                  </a:lnTo>
                  <a:lnTo>
                    <a:pt x="1415177" y="1101917"/>
                  </a:lnTo>
                  <a:lnTo>
                    <a:pt x="1416742" y="1101361"/>
                  </a:lnTo>
                  <a:lnTo>
                    <a:pt x="1422481" y="1099321"/>
                  </a:lnTo>
                  <a:lnTo>
                    <a:pt x="1428219" y="1097281"/>
                  </a:lnTo>
                  <a:lnTo>
                    <a:pt x="1431871" y="1095983"/>
                  </a:lnTo>
                  <a:lnTo>
                    <a:pt x="1432045" y="1095922"/>
                  </a:lnTo>
                  <a:lnTo>
                    <a:pt x="1433958" y="1095242"/>
                  </a:lnTo>
                  <a:lnTo>
                    <a:pt x="1434132" y="1095180"/>
                  </a:lnTo>
                  <a:lnTo>
                    <a:pt x="1435697" y="1094623"/>
                  </a:lnTo>
                  <a:lnTo>
                    <a:pt x="1439175" y="1093387"/>
                  </a:lnTo>
                  <a:lnTo>
                    <a:pt x="1440218" y="1093016"/>
                  </a:lnTo>
                  <a:lnTo>
                    <a:pt x="1441088" y="1092707"/>
                  </a:lnTo>
                  <a:lnTo>
                    <a:pt x="1441435" y="1092584"/>
                  </a:lnTo>
                  <a:lnTo>
                    <a:pt x="1442479" y="1092213"/>
                  </a:lnTo>
                  <a:lnTo>
                    <a:pt x="1448739" y="1089988"/>
                  </a:lnTo>
                  <a:lnTo>
                    <a:pt x="1453087" y="1088442"/>
                  </a:lnTo>
                  <a:lnTo>
                    <a:pt x="1455869" y="1087453"/>
                  </a:lnTo>
                  <a:lnTo>
                    <a:pt x="1456217" y="1087330"/>
                  </a:lnTo>
                  <a:lnTo>
                    <a:pt x="1459173" y="1086279"/>
                  </a:lnTo>
                  <a:lnTo>
                    <a:pt x="1461781" y="1085352"/>
                  </a:lnTo>
                  <a:lnTo>
                    <a:pt x="1465607" y="1083992"/>
                  </a:lnTo>
                  <a:lnTo>
                    <a:pt x="1468390" y="1083003"/>
                  </a:lnTo>
                  <a:lnTo>
                    <a:pt x="1472563" y="1081519"/>
                  </a:lnTo>
                  <a:lnTo>
                    <a:pt x="1475519" y="1080469"/>
                  </a:lnTo>
                  <a:lnTo>
                    <a:pt x="1476215" y="1080221"/>
                  </a:lnTo>
                  <a:lnTo>
                    <a:pt x="1476563" y="1080098"/>
                  </a:lnTo>
                  <a:lnTo>
                    <a:pt x="1476737" y="1080036"/>
                  </a:lnTo>
                  <a:lnTo>
                    <a:pt x="1476911" y="1079974"/>
                  </a:lnTo>
                  <a:lnTo>
                    <a:pt x="1478128" y="1079541"/>
                  </a:lnTo>
                  <a:lnTo>
                    <a:pt x="1479867" y="1078923"/>
                  </a:lnTo>
                  <a:lnTo>
                    <a:pt x="1480041" y="1078862"/>
                  </a:lnTo>
                  <a:lnTo>
                    <a:pt x="1481780" y="1078243"/>
                  </a:lnTo>
                  <a:lnTo>
                    <a:pt x="1484214" y="1077378"/>
                  </a:lnTo>
                  <a:lnTo>
                    <a:pt x="1485431" y="1076945"/>
                  </a:lnTo>
                  <a:lnTo>
                    <a:pt x="1489257" y="1075585"/>
                  </a:lnTo>
                  <a:lnTo>
                    <a:pt x="1498126" y="1072433"/>
                  </a:lnTo>
                  <a:lnTo>
                    <a:pt x="1502126" y="1071011"/>
                  </a:lnTo>
                  <a:lnTo>
                    <a:pt x="1502473" y="1070888"/>
                  </a:lnTo>
                  <a:lnTo>
                    <a:pt x="1503343" y="1070579"/>
                  </a:lnTo>
                  <a:lnTo>
                    <a:pt x="1505082" y="1069961"/>
                  </a:lnTo>
                  <a:lnTo>
                    <a:pt x="1505777" y="1069713"/>
                  </a:lnTo>
                  <a:lnTo>
                    <a:pt x="1514125" y="1066746"/>
                  </a:lnTo>
                  <a:lnTo>
                    <a:pt x="1515168" y="1066376"/>
                  </a:lnTo>
                  <a:lnTo>
                    <a:pt x="1521428" y="1064150"/>
                  </a:lnTo>
                  <a:lnTo>
                    <a:pt x="1522646" y="1063718"/>
                  </a:lnTo>
                  <a:lnTo>
                    <a:pt x="1528732" y="1061554"/>
                  </a:lnTo>
                  <a:lnTo>
                    <a:pt x="1530993" y="1060751"/>
                  </a:lnTo>
                  <a:lnTo>
                    <a:pt x="1532905" y="1060071"/>
                  </a:lnTo>
                  <a:lnTo>
                    <a:pt x="1536557" y="1058773"/>
                  </a:lnTo>
                  <a:lnTo>
                    <a:pt x="1537079" y="1058587"/>
                  </a:lnTo>
                  <a:lnTo>
                    <a:pt x="1537949" y="1058278"/>
                  </a:lnTo>
                  <a:lnTo>
                    <a:pt x="1538470" y="1058093"/>
                  </a:lnTo>
                  <a:lnTo>
                    <a:pt x="1538644" y="1058031"/>
                  </a:lnTo>
                  <a:lnTo>
                    <a:pt x="1540905" y="1057227"/>
                  </a:lnTo>
                  <a:lnTo>
                    <a:pt x="1550991" y="1053642"/>
                  </a:lnTo>
                  <a:lnTo>
                    <a:pt x="1552034" y="1053271"/>
                  </a:lnTo>
                  <a:lnTo>
                    <a:pt x="1553425" y="1052777"/>
                  </a:lnTo>
                  <a:lnTo>
                    <a:pt x="1557251" y="1051417"/>
                  </a:lnTo>
                  <a:lnTo>
                    <a:pt x="1558990" y="1050799"/>
                  </a:lnTo>
                  <a:lnTo>
                    <a:pt x="1559512" y="1050614"/>
                  </a:lnTo>
                  <a:lnTo>
                    <a:pt x="1560903" y="1050119"/>
                  </a:lnTo>
                  <a:lnTo>
                    <a:pt x="1561599" y="1049872"/>
                  </a:lnTo>
                  <a:lnTo>
                    <a:pt x="1565077" y="1048636"/>
                  </a:lnTo>
                  <a:lnTo>
                    <a:pt x="1565424" y="1048512"/>
                  </a:lnTo>
                  <a:lnTo>
                    <a:pt x="1568728" y="1047338"/>
                  </a:lnTo>
                  <a:lnTo>
                    <a:pt x="1570815" y="1046596"/>
                  </a:lnTo>
                  <a:lnTo>
                    <a:pt x="1572380" y="1046039"/>
                  </a:lnTo>
                  <a:lnTo>
                    <a:pt x="1573424" y="1045669"/>
                  </a:lnTo>
                  <a:lnTo>
                    <a:pt x="1574641" y="1045236"/>
                  </a:lnTo>
                  <a:lnTo>
                    <a:pt x="1575684" y="1044865"/>
                  </a:lnTo>
                  <a:lnTo>
                    <a:pt x="1576206" y="1044680"/>
                  </a:lnTo>
                  <a:lnTo>
                    <a:pt x="1576380" y="1044618"/>
                  </a:lnTo>
                  <a:lnTo>
                    <a:pt x="1577771" y="1044123"/>
                  </a:lnTo>
                  <a:lnTo>
                    <a:pt x="1579684" y="1043443"/>
                  </a:lnTo>
                  <a:lnTo>
                    <a:pt x="1581945" y="1042640"/>
                  </a:lnTo>
                  <a:lnTo>
                    <a:pt x="1583510" y="1042084"/>
                  </a:lnTo>
                  <a:lnTo>
                    <a:pt x="1587335" y="1040724"/>
                  </a:lnTo>
                  <a:lnTo>
                    <a:pt x="1588553" y="1040291"/>
                  </a:lnTo>
                  <a:lnTo>
                    <a:pt x="1589074" y="1040106"/>
                  </a:lnTo>
                  <a:lnTo>
                    <a:pt x="1590639" y="1039549"/>
                  </a:lnTo>
                  <a:lnTo>
                    <a:pt x="1596378" y="1037509"/>
                  </a:lnTo>
                  <a:lnTo>
                    <a:pt x="1602117" y="1035470"/>
                  </a:lnTo>
                  <a:lnTo>
                    <a:pt x="1605769" y="1034172"/>
                  </a:lnTo>
                  <a:lnTo>
                    <a:pt x="1605942" y="1034110"/>
                  </a:lnTo>
                  <a:lnTo>
                    <a:pt x="1608029" y="1033368"/>
                  </a:lnTo>
                  <a:lnTo>
                    <a:pt x="1609594" y="1032812"/>
                  </a:lnTo>
                  <a:lnTo>
                    <a:pt x="1613072" y="1031576"/>
                  </a:lnTo>
                  <a:lnTo>
                    <a:pt x="1614116" y="1031205"/>
                  </a:lnTo>
                  <a:lnTo>
                    <a:pt x="1614985" y="1030896"/>
                  </a:lnTo>
                  <a:lnTo>
                    <a:pt x="1615333" y="1030772"/>
                  </a:lnTo>
                  <a:lnTo>
                    <a:pt x="1616376" y="1030401"/>
                  </a:lnTo>
                  <a:lnTo>
                    <a:pt x="1622637" y="1028176"/>
                  </a:lnTo>
                  <a:lnTo>
                    <a:pt x="1626984" y="1026631"/>
                  </a:lnTo>
                  <a:lnTo>
                    <a:pt x="1628549" y="1026074"/>
                  </a:lnTo>
                  <a:lnTo>
                    <a:pt x="1629766" y="1025642"/>
                  </a:lnTo>
                  <a:lnTo>
                    <a:pt x="1630114" y="1025518"/>
                  </a:lnTo>
                  <a:lnTo>
                    <a:pt x="1633070" y="1024467"/>
                  </a:lnTo>
                  <a:lnTo>
                    <a:pt x="1635679" y="1023540"/>
                  </a:lnTo>
                  <a:lnTo>
                    <a:pt x="1639505" y="1022180"/>
                  </a:lnTo>
                  <a:lnTo>
                    <a:pt x="1642287" y="1021191"/>
                  </a:lnTo>
                  <a:lnTo>
                    <a:pt x="1646461" y="1019708"/>
                  </a:lnTo>
                  <a:lnTo>
                    <a:pt x="1649417" y="1018657"/>
                  </a:lnTo>
                  <a:lnTo>
                    <a:pt x="1650112" y="1018410"/>
                  </a:lnTo>
                  <a:lnTo>
                    <a:pt x="1650460" y="1018286"/>
                  </a:lnTo>
                  <a:lnTo>
                    <a:pt x="1650634" y="1018224"/>
                  </a:lnTo>
                  <a:lnTo>
                    <a:pt x="1650808" y="1018162"/>
                  </a:lnTo>
                  <a:lnTo>
                    <a:pt x="1652025" y="1017730"/>
                  </a:lnTo>
                  <a:lnTo>
                    <a:pt x="1653764" y="1017112"/>
                  </a:lnTo>
                  <a:lnTo>
                    <a:pt x="1653938" y="1017050"/>
                  </a:lnTo>
                  <a:lnTo>
                    <a:pt x="1655677" y="1016432"/>
                  </a:lnTo>
                  <a:lnTo>
                    <a:pt x="1658112" y="1015566"/>
                  </a:lnTo>
                  <a:lnTo>
                    <a:pt x="1659329" y="1015134"/>
                  </a:lnTo>
                  <a:lnTo>
                    <a:pt x="1663155" y="1013774"/>
                  </a:lnTo>
                  <a:lnTo>
                    <a:pt x="1672023" y="1010621"/>
                  </a:lnTo>
                  <a:lnTo>
                    <a:pt x="1676023" y="1009200"/>
                  </a:lnTo>
                  <a:lnTo>
                    <a:pt x="1676371" y="1009076"/>
                  </a:lnTo>
                  <a:lnTo>
                    <a:pt x="1677240" y="1008767"/>
                  </a:lnTo>
                  <a:lnTo>
                    <a:pt x="1678979" y="1008149"/>
                  </a:lnTo>
                  <a:lnTo>
                    <a:pt x="1679675" y="1007902"/>
                  </a:lnTo>
                  <a:lnTo>
                    <a:pt x="1688022" y="1004935"/>
                  </a:lnTo>
                  <a:lnTo>
                    <a:pt x="1689065" y="1004564"/>
                  </a:lnTo>
                  <a:lnTo>
                    <a:pt x="1695326" y="1002339"/>
                  </a:lnTo>
                  <a:lnTo>
                    <a:pt x="1696543" y="1001906"/>
                  </a:lnTo>
                  <a:lnTo>
                    <a:pt x="1702629" y="999742"/>
                  </a:lnTo>
                  <a:lnTo>
                    <a:pt x="1704890" y="998939"/>
                  </a:lnTo>
                  <a:lnTo>
                    <a:pt x="1706803" y="998259"/>
                  </a:lnTo>
                  <a:lnTo>
                    <a:pt x="1710455" y="996961"/>
                  </a:lnTo>
                  <a:lnTo>
                    <a:pt x="1710976" y="996776"/>
                  </a:lnTo>
                  <a:lnTo>
                    <a:pt x="1711846" y="996466"/>
                  </a:lnTo>
                  <a:lnTo>
                    <a:pt x="1712368" y="996281"/>
                  </a:lnTo>
                  <a:lnTo>
                    <a:pt x="1712542" y="996219"/>
                  </a:lnTo>
                  <a:lnTo>
                    <a:pt x="1714802" y="995416"/>
                  </a:lnTo>
                  <a:lnTo>
                    <a:pt x="1724888" y="991831"/>
                  </a:lnTo>
                  <a:lnTo>
                    <a:pt x="1725932" y="991460"/>
                  </a:lnTo>
                  <a:lnTo>
                    <a:pt x="1727323" y="990965"/>
                  </a:lnTo>
                  <a:lnTo>
                    <a:pt x="1731149" y="989605"/>
                  </a:lnTo>
                  <a:lnTo>
                    <a:pt x="1732888" y="988987"/>
                  </a:lnTo>
                  <a:lnTo>
                    <a:pt x="1733409" y="988802"/>
                  </a:lnTo>
                  <a:lnTo>
                    <a:pt x="1734800" y="988307"/>
                  </a:lnTo>
                  <a:lnTo>
                    <a:pt x="1735496" y="988060"/>
                  </a:lnTo>
                  <a:lnTo>
                    <a:pt x="1738974" y="986824"/>
                  </a:lnTo>
                  <a:lnTo>
                    <a:pt x="1739322" y="986700"/>
                  </a:lnTo>
                  <a:lnTo>
                    <a:pt x="1742626" y="985526"/>
                  </a:lnTo>
                  <a:lnTo>
                    <a:pt x="1744713" y="984784"/>
                  </a:lnTo>
                  <a:lnTo>
                    <a:pt x="1746278" y="984228"/>
                  </a:lnTo>
                  <a:lnTo>
                    <a:pt x="1747321" y="983857"/>
                  </a:lnTo>
                  <a:lnTo>
                    <a:pt x="1748538" y="983424"/>
                  </a:lnTo>
                  <a:lnTo>
                    <a:pt x="1749582" y="983053"/>
                  </a:lnTo>
                  <a:lnTo>
                    <a:pt x="1750103" y="982868"/>
                  </a:lnTo>
                  <a:lnTo>
                    <a:pt x="1750277" y="982806"/>
                  </a:lnTo>
                  <a:lnTo>
                    <a:pt x="1751668" y="982312"/>
                  </a:lnTo>
                  <a:lnTo>
                    <a:pt x="1753581" y="981632"/>
                  </a:lnTo>
                  <a:lnTo>
                    <a:pt x="1755842" y="980828"/>
                  </a:lnTo>
                  <a:lnTo>
                    <a:pt x="1757407" y="980272"/>
                  </a:lnTo>
                  <a:lnTo>
                    <a:pt x="1761233" y="978912"/>
                  </a:lnTo>
                  <a:lnTo>
                    <a:pt x="1762450" y="978479"/>
                  </a:lnTo>
                  <a:lnTo>
                    <a:pt x="1762972" y="978294"/>
                  </a:lnTo>
                  <a:lnTo>
                    <a:pt x="1770276" y="975698"/>
                  </a:lnTo>
                  <a:lnTo>
                    <a:pt x="1776014" y="973658"/>
                  </a:lnTo>
                  <a:lnTo>
                    <a:pt x="1779666" y="972360"/>
                  </a:lnTo>
                  <a:lnTo>
                    <a:pt x="1779840" y="972298"/>
                  </a:lnTo>
                  <a:lnTo>
                    <a:pt x="1781753" y="971618"/>
                  </a:lnTo>
                  <a:lnTo>
                    <a:pt x="1781927" y="971556"/>
                  </a:lnTo>
                  <a:lnTo>
                    <a:pt x="1783492" y="971000"/>
                  </a:lnTo>
                  <a:lnTo>
                    <a:pt x="1786970" y="969764"/>
                  </a:lnTo>
                  <a:lnTo>
                    <a:pt x="1788013" y="969393"/>
                  </a:lnTo>
                  <a:lnTo>
                    <a:pt x="1788883" y="969084"/>
                  </a:lnTo>
                  <a:lnTo>
                    <a:pt x="1789230" y="968960"/>
                  </a:lnTo>
                  <a:lnTo>
                    <a:pt x="1790274" y="968589"/>
                  </a:lnTo>
                  <a:lnTo>
                    <a:pt x="1796534" y="966364"/>
                  </a:lnTo>
                  <a:lnTo>
                    <a:pt x="1800881" y="964819"/>
                  </a:lnTo>
                  <a:lnTo>
                    <a:pt x="1802447" y="964263"/>
                  </a:lnTo>
                  <a:lnTo>
                    <a:pt x="1803664" y="963830"/>
                  </a:lnTo>
                  <a:lnTo>
                    <a:pt x="1804012" y="963706"/>
                  </a:lnTo>
                  <a:lnTo>
                    <a:pt x="1806968" y="962655"/>
                  </a:lnTo>
                  <a:lnTo>
                    <a:pt x="1809576" y="961728"/>
                  </a:lnTo>
                  <a:lnTo>
                    <a:pt x="1813402" y="960368"/>
                  </a:lnTo>
                  <a:lnTo>
                    <a:pt x="1816184" y="959379"/>
                  </a:lnTo>
                  <a:lnTo>
                    <a:pt x="1820358" y="957896"/>
                  </a:lnTo>
                  <a:lnTo>
                    <a:pt x="1823314" y="956845"/>
                  </a:lnTo>
                  <a:lnTo>
                    <a:pt x="1824010" y="956598"/>
                  </a:lnTo>
                  <a:lnTo>
                    <a:pt x="1824358" y="956474"/>
                  </a:lnTo>
                  <a:lnTo>
                    <a:pt x="1824532" y="956412"/>
                  </a:lnTo>
                  <a:lnTo>
                    <a:pt x="1824705" y="956351"/>
                  </a:lnTo>
                  <a:lnTo>
                    <a:pt x="1825923" y="955918"/>
                  </a:lnTo>
                  <a:lnTo>
                    <a:pt x="1827662" y="955300"/>
                  </a:lnTo>
                  <a:lnTo>
                    <a:pt x="1827836" y="955238"/>
                  </a:lnTo>
                  <a:lnTo>
                    <a:pt x="1829575" y="954620"/>
                  </a:lnTo>
                  <a:lnTo>
                    <a:pt x="1832009" y="953755"/>
                  </a:lnTo>
                  <a:lnTo>
                    <a:pt x="1833226" y="953322"/>
                  </a:lnTo>
                  <a:lnTo>
                    <a:pt x="1837052" y="951962"/>
                  </a:lnTo>
                  <a:lnTo>
                    <a:pt x="1845921" y="948810"/>
                  </a:lnTo>
                  <a:lnTo>
                    <a:pt x="1849921" y="947388"/>
                  </a:lnTo>
                  <a:lnTo>
                    <a:pt x="1850268" y="947264"/>
                  </a:lnTo>
                  <a:lnTo>
                    <a:pt x="1851138" y="946955"/>
                  </a:lnTo>
                  <a:lnTo>
                    <a:pt x="1852877" y="946337"/>
                  </a:lnTo>
                  <a:lnTo>
                    <a:pt x="1853572" y="946090"/>
                  </a:lnTo>
                  <a:lnTo>
                    <a:pt x="1861919" y="943123"/>
                  </a:lnTo>
                  <a:lnTo>
                    <a:pt x="1862963" y="942752"/>
                  </a:lnTo>
                  <a:lnTo>
                    <a:pt x="1869223" y="940527"/>
                  </a:lnTo>
                  <a:lnTo>
                    <a:pt x="1870440" y="940094"/>
                  </a:lnTo>
                  <a:lnTo>
                    <a:pt x="1876527" y="937931"/>
                  </a:lnTo>
                  <a:lnTo>
                    <a:pt x="1878788" y="937127"/>
                  </a:lnTo>
                  <a:lnTo>
                    <a:pt x="1880700" y="936447"/>
                  </a:lnTo>
                  <a:lnTo>
                    <a:pt x="1884352" y="935149"/>
                  </a:lnTo>
                  <a:lnTo>
                    <a:pt x="1884874" y="934964"/>
                  </a:lnTo>
                  <a:lnTo>
                    <a:pt x="1885743" y="934655"/>
                  </a:lnTo>
                  <a:lnTo>
                    <a:pt x="1886265" y="934469"/>
                  </a:lnTo>
                  <a:lnTo>
                    <a:pt x="1886439" y="934407"/>
                  </a:lnTo>
                  <a:lnTo>
                    <a:pt x="1888700" y="933604"/>
                  </a:lnTo>
                  <a:lnTo>
                    <a:pt x="1898786" y="930019"/>
                  </a:lnTo>
                  <a:lnTo>
                    <a:pt x="1899829" y="929648"/>
                  </a:lnTo>
                  <a:lnTo>
                    <a:pt x="1901220" y="929153"/>
                  </a:lnTo>
                  <a:lnTo>
                    <a:pt x="1905046" y="927794"/>
                  </a:lnTo>
                  <a:lnTo>
                    <a:pt x="1906785" y="927176"/>
                  </a:lnTo>
                  <a:lnTo>
                    <a:pt x="1907307" y="926990"/>
                  </a:lnTo>
                  <a:lnTo>
                    <a:pt x="1908698" y="926496"/>
                  </a:lnTo>
                  <a:lnTo>
                    <a:pt x="1909393" y="926248"/>
                  </a:lnTo>
                  <a:lnTo>
                    <a:pt x="1912871" y="925012"/>
                  </a:lnTo>
                  <a:lnTo>
                    <a:pt x="1913219" y="924888"/>
                  </a:lnTo>
                  <a:lnTo>
                    <a:pt x="1916523" y="923714"/>
                  </a:lnTo>
                  <a:lnTo>
                    <a:pt x="1918610" y="922972"/>
                  </a:lnTo>
                  <a:lnTo>
                    <a:pt x="1920175" y="922416"/>
                  </a:lnTo>
                  <a:lnTo>
                    <a:pt x="1921218" y="922045"/>
                  </a:lnTo>
                  <a:lnTo>
                    <a:pt x="1922436" y="921612"/>
                  </a:lnTo>
                  <a:lnTo>
                    <a:pt x="1923479" y="921242"/>
                  </a:lnTo>
                  <a:lnTo>
                    <a:pt x="1924001" y="921056"/>
                  </a:lnTo>
                  <a:lnTo>
                    <a:pt x="1924175" y="920994"/>
                  </a:lnTo>
                  <a:lnTo>
                    <a:pt x="1925566" y="920500"/>
                  </a:lnTo>
                  <a:lnTo>
                    <a:pt x="1927479" y="919820"/>
                  </a:lnTo>
                  <a:lnTo>
                    <a:pt x="1929739" y="919016"/>
                  </a:lnTo>
                  <a:lnTo>
                    <a:pt x="1931305" y="918460"/>
                  </a:lnTo>
                  <a:lnTo>
                    <a:pt x="1935130" y="917100"/>
                  </a:lnTo>
                  <a:lnTo>
                    <a:pt x="1936348" y="916668"/>
                  </a:lnTo>
                  <a:lnTo>
                    <a:pt x="1936869" y="916482"/>
                  </a:lnTo>
                  <a:lnTo>
                    <a:pt x="1938434" y="915926"/>
                  </a:lnTo>
                  <a:lnTo>
                    <a:pt x="1944173" y="913886"/>
                  </a:lnTo>
                  <a:lnTo>
                    <a:pt x="1949912" y="911846"/>
                  </a:lnTo>
                  <a:lnTo>
                    <a:pt x="1953563" y="910548"/>
                  </a:lnTo>
                  <a:lnTo>
                    <a:pt x="1953737" y="910486"/>
                  </a:lnTo>
                  <a:lnTo>
                    <a:pt x="1955650" y="909806"/>
                  </a:lnTo>
                  <a:lnTo>
                    <a:pt x="1955824" y="909745"/>
                  </a:lnTo>
                  <a:lnTo>
                    <a:pt x="1957389" y="909188"/>
                  </a:lnTo>
                  <a:lnTo>
                    <a:pt x="1960867" y="907952"/>
                  </a:lnTo>
                  <a:lnTo>
                    <a:pt x="1961910" y="907581"/>
                  </a:lnTo>
                  <a:lnTo>
                    <a:pt x="1962780" y="907272"/>
                  </a:lnTo>
                  <a:lnTo>
                    <a:pt x="1963128" y="907149"/>
                  </a:lnTo>
                  <a:lnTo>
                    <a:pt x="1964171" y="906778"/>
                  </a:lnTo>
                  <a:lnTo>
                    <a:pt x="1970431" y="904552"/>
                  </a:lnTo>
                  <a:lnTo>
                    <a:pt x="1974779" y="903007"/>
                  </a:lnTo>
                  <a:lnTo>
                    <a:pt x="1977561" y="902018"/>
                  </a:lnTo>
                  <a:lnTo>
                    <a:pt x="1977909" y="901895"/>
                  </a:lnTo>
                  <a:lnTo>
                    <a:pt x="1980865" y="900844"/>
                  </a:lnTo>
                  <a:lnTo>
                    <a:pt x="1983474" y="899917"/>
                  </a:lnTo>
                  <a:lnTo>
                    <a:pt x="1987300" y="898557"/>
                  </a:lnTo>
                  <a:lnTo>
                    <a:pt x="1990082" y="897568"/>
                  </a:lnTo>
                  <a:lnTo>
                    <a:pt x="1994255" y="896084"/>
                  </a:lnTo>
                  <a:lnTo>
                    <a:pt x="1997212" y="895033"/>
                  </a:lnTo>
                  <a:lnTo>
                    <a:pt x="1997907" y="894786"/>
                  </a:lnTo>
                  <a:lnTo>
                    <a:pt x="1998255" y="894663"/>
                  </a:lnTo>
                  <a:lnTo>
                    <a:pt x="1998429" y="894601"/>
                  </a:lnTo>
                  <a:lnTo>
                    <a:pt x="1998603" y="894539"/>
                  </a:lnTo>
                  <a:lnTo>
                    <a:pt x="1999820" y="894106"/>
                  </a:lnTo>
                  <a:lnTo>
                    <a:pt x="2001559" y="893488"/>
                  </a:lnTo>
                  <a:lnTo>
                    <a:pt x="2001733" y="893426"/>
                  </a:lnTo>
                  <a:lnTo>
                    <a:pt x="2003472" y="892808"/>
                  </a:lnTo>
                  <a:lnTo>
                    <a:pt x="2005907" y="891943"/>
                  </a:lnTo>
                  <a:lnTo>
                    <a:pt x="2007124" y="891510"/>
                  </a:lnTo>
                  <a:lnTo>
                    <a:pt x="2010950" y="890150"/>
                  </a:lnTo>
                  <a:lnTo>
                    <a:pt x="2019818" y="886998"/>
                  </a:lnTo>
                  <a:lnTo>
                    <a:pt x="2023818" y="885576"/>
                  </a:lnTo>
                  <a:lnTo>
                    <a:pt x="2026774" y="884525"/>
                  </a:lnTo>
                  <a:lnTo>
                    <a:pt x="2027470" y="884278"/>
                  </a:lnTo>
                  <a:lnTo>
                    <a:pt x="2035817" y="881311"/>
                  </a:lnTo>
                  <a:lnTo>
                    <a:pt x="2036860" y="880940"/>
                  </a:lnTo>
                  <a:lnTo>
                    <a:pt x="2043121" y="878715"/>
                  </a:lnTo>
                  <a:lnTo>
                    <a:pt x="2044338" y="878282"/>
                  </a:lnTo>
                  <a:lnTo>
                    <a:pt x="2050424" y="876119"/>
                  </a:lnTo>
                  <a:lnTo>
                    <a:pt x="2052685" y="875315"/>
                  </a:lnTo>
                  <a:lnTo>
                    <a:pt x="2054598" y="874636"/>
                  </a:lnTo>
                  <a:lnTo>
                    <a:pt x="2058250" y="873337"/>
                  </a:lnTo>
                  <a:lnTo>
                    <a:pt x="2058771" y="873152"/>
                  </a:lnTo>
                  <a:lnTo>
                    <a:pt x="2059641" y="872843"/>
                  </a:lnTo>
                  <a:lnTo>
                    <a:pt x="2060163" y="872658"/>
                  </a:lnTo>
                  <a:lnTo>
                    <a:pt x="2060336" y="872596"/>
                  </a:lnTo>
                  <a:lnTo>
                    <a:pt x="2062597" y="871792"/>
                  </a:lnTo>
                  <a:lnTo>
                    <a:pt x="2072683" y="868207"/>
                  </a:lnTo>
                  <a:lnTo>
                    <a:pt x="2073727" y="867836"/>
                  </a:lnTo>
                  <a:lnTo>
                    <a:pt x="2075118" y="867342"/>
                  </a:lnTo>
                  <a:lnTo>
                    <a:pt x="2078943" y="865982"/>
                  </a:lnTo>
                  <a:lnTo>
                    <a:pt x="2080682" y="865364"/>
                  </a:lnTo>
                  <a:lnTo>
                    <a:pt x="2081204" y="865178"/>
                  </a:lnTo>
                  <a:lnTo>
                    <a:pt x="2082595" y="864684"/>
                  </a:lnTo>
                  <a:lnTo>
                    <a:pt x="2083291" y="864437"/>
                  </a:lnTo>
                  <a:lnTo>
                    <a:pt x="2086769" y="863200"/>
                  </a:lnTo>
                  <a:lnTo>
                    <a:pt x="2087117" y="863077"/>
                  </a:lnTo>
                  <a:lnTo>
                    <a:pt x="2090421" y="861902"/>
                  </a:lnTo>
                  <a:lnTo>
                    <a:pt x="2092507" y="861161"/>
                  </a:lnTo>
                  <a:lnTo>
                    <a:pt x="2094073" y="860604"/>
                  </a:lnTo>
                  <a:lnTo>
                    <a:pt x="2095116" y="860233"/>
                  </a:lnTo>
                  <a:lnTo>
                    <a:pt x="2096333" y="859801"/>
                  </a:lnTo>
                  <a:lnTo>
                    <a:pt x="2097377" y="859430"/>
                  </a:lnTo>
                  <a:lnTo>
                    <a:pt x="2097898" y="859244"/>
                  </a:lnTo>
                  <a:lnTo>
                    <a:pt x="2098072" y="859183"/>
                  </a:lnTo>
                  <a:lnTo>
                    <a:pt x="2099463" y="858688"/>
                  </a:lnTo>
                  <a:lnTo>
                    <a:pt x="2101376" y="858008"/>
                  </a:lnTo>
                  <a:lnTo>
                    <a:pt x="2103637" y="857205"/>
                  </a:lnTo>
                  <a:lnTo>
                    <a:pt x="2105202" y="856648"/>
                  </a:lnTo>
                  <a:lnTo>
                    <a:pt x="2109028" y="855288"/>
                  </a:lnTo>
                  <a:lnTo>
                    <a:pt x="2110245" y="854856"/>
                  </a:lnTo>
                  <a:lnTo>
                    <a:pt x="2110767" y="854670"/>
                  </a:lnTo>
                  <a:lnTo>
                    <a:pt x="2112332" y="854114"/>
                  </a:lnTo>
                  <a:lnTo>
                    <a:pt x="2118070" y="852074"/>
                  </a:lnTo>
                  <a:lnTo>
                    <a:pt x="2123809" y="850034"/>
                  </a:lnTo>
                  <a:lnTo>
                    <a:pt x="2127461" y="848736"/>
                  </a:lnTo>
                  <a:lnTo>
                    <a:pt x="2127635" y="848675"/>
                  </a:lnTo>
                  <a:lnTo>
                    <a:pt x="2129548" y="847995"/>
                  </a:lnTo>
                  <a:lnTo>
                    <a:pt x="2129722" y="847933"/>
                  </a:lnTo>
                  <a:lnTo>
                    <a:pt x="2131287" y="847377"/>
                  </a:lnTo>
                  <a:lnTo>
                    <a:pt x="2134765" y="846140"/>
                  </a:lnTo>
                  <a:lnTo>
                    <a:pt x="2135808" y="845769"/>
                  </a:lnTo>
                  <a:lnTo>
                    <a:pt x="2136677" y="845460"/>
                  </a:lnTo>
                  <a:lnTo>
                    <a:pt x="2137025" y="845337"/>
                  </a:lnTo>
                  <a:lnTo>
                    <a:pt x="2138069" y="844966"/>
                  </a:lnTo>
                  <a:lnTo>
                    <a:pt x="2144329" y="842741"/>
                  </a:lnTo>
                  <a:lnTo>
                    <a:pt x="2148676" y="841195"/>
                  </a:lnTo>
                  <a:lnTo>
                    <a:pt x="2150241" y="840639"/>
                  </a:lnTo>
                  <a:lnTo>
                    <a:pt x="2151459" y="840206"/>
                  </a:lnTo>
                  <a:lnTo>
                    <a:pt x="2151807" y="840083"/>
                  </a:lnTo>
                  <a:lnTo>
                    <a:pt x="2154763" y="839032"/>
                  </a:lnTo>
                  <a:lnTo>
                    <a:pt x="2157371" y="838105"/>
                  </a:lnTo>
                  <a:lnTo>
                    <a:pt x="2161197" y="836745"/>
                  </a:lnTo>
                  <a:lnTo>
                    <a:pt x="2163979" y="835756"/>
                  </a:lnTo>
                  <a:lnTo>
                    <a:pt x="2168153" y="834272"/>
                  </a:lnTo>
                  <a:lnTo>
                    <a:pt x="2171109" y="833222"/>
                  </a:lnTo>
                  <a:lnTo>
                    <a:pt x="2171805" y="832974"/>
                  </a:lnTo>
                  <a:lnTo>
                    <a:pt x="2172153" y="832851"/>
                  </a:lnTo>
                  <a:lnTo>
                    <a:pt x="2172326" y="832789"/>
                  </a:lnTo>
                  <a:lnTo>
                    <a:pt x="2172500" y="832727"/>
                  </a:lnTo>
                  <a:lnTo>
                    <a:pt x="2173718" y="832294"/>
                  </a:lnTo>
                  <a:lnTo>
                    <a:pt x="2175457" y="831676"/>
                  </a:lnTo>
                  <a:lnTo>
                    <a:pt x="2175630" y="831615"/>
                  </a:lnTo>
                  <a:lnTo>
                    <a:pt x="2177369" y="830996"/>
                  </a:lnTo>
                  <a:lnTo>
                    <a:pt x="2179804" y="830131"/>
                  </a:lnTo>
                  <a:lnTo>
                    <a:pt x="2181021" y="829698"/>
                  </a:lnTo>
                  <a:lnTo>
                    <a:pt x="2184847" y="828339"/>
                  </a:lnTo>
                  <a:lnTo>
                    <a:pt x="2193716" y="825186"/>
                  </a:lnTo>
                  <a:lnTo>
                    <a:pt x="2197715" y="823764"/>
                  </a:lnTo>
                  <a:lnTo>
                    <a:pt x="2198063" y="823641"/>
                  </a:lnTo>
                  <a:lnTo>
                    <a:pt x="2198933" y="823332"/>
                  </a:lnTo>
                  <a:lnTo>
                    <a:pt x="2200672" y="822714"/>
                  </a:lnTo>
                  <a:lnTo>
                    <a:pt x="2201367" y="822466"/>
                  </a:lnTo>
                  <a:lnTo>
                    <a:pt x="2209714" y="819499"/>
                  </a:lnTo>
                  <a:lnTo>
                    <a:pt x="2210758" y="819129"/>
                  </a:lnTo>
                  <a:lnTo>
                    <a:pt x="2217018" y="816903"/>
                  </a:lnTo>
                  <a:lnTo>
                    <a:pt x="2224322" y="814307"/>
                  </a:lnTo>
                  <a:lnTo>
                    <a:pt x="2226582" y="813504"/>
                  </a:lnTo>
                  <a:lnTo>
                    <a:pt x="2228495" y="812824"/>
                  </a:lnTo>
                  <a:lnTo>
                    <a:pt x="2232147" y="811526"/>
                  </a:lnTo>
                  <a:lnTo>
                    <a:pt x="2232669" y="811340"/>
                  </a:lnTo>
                  <a:lnTo>
                    <a:pt x="2233538" y="811031"/>
                  </a:lnTo>
                  <a:lnTo>
                    <a:pt x="2234060" y="810846"/>
                  </a:lnTo>
                  <a:lnTo>
                    <a:pt x="2234234" y="810784"/>
                  </a:lnTo>
                  <a:lnTo>
                    <a:pt x="2236495" y="809980"/>
                  </a:lnTo>
                  <a:lnTo>
                    <a:pt x="2246581" y="806395"/>
                  </a:lnTo>
                  <a:lnTo>
                    <a:pt x="2247624" y="806025"/>
                  </a:lnTo>
                  <a:lnTo>
                    <a:pt x="2249015" y="805530"/>
                  </a:lnTo>
                  <a:lnTo>
                    <a:pt x="2252841" y="804170"/>
                  </a:lnTo>
                  <a:lnTo>
                    <a:pt x="2254580" y="803552"/>
                  </a:lnTo>
                  <a:lnTo>
                    <a:pt x="2255102" y="803367"/>
                  </a:lnTo>
                  <a:lnTo>
                    <a:pt x="2256493" y="802872"/>
                  </a:lnTo>
                  <a:lnTo>
                    <a:pt x="2257188" y="802625"/>
                  </a:lnTo>
                  <a:lnTo>
                    <a:pt x="2260666" y="801389"/>
                  </a:lnTo>
                  <a:lnTo>
                    <a:pt x="2261014" y="801265"/>
                  </a:lnTo>
                  <a:lnTo>
                    <a:pt x="2264318" y="800091"/>
                  </a:lnTo>
                  <a:lnTo>
                    <a:pt x="2266405" y="799349"/>
                  </a:lnTo>
                  <a:lnTo>
                    <a:pt x="2267970" y="798793"/>
                  </a:lnTo>
                  <a:lnTo>
                    <a:pt x="2269013" y="798422"/>
                  </a:lnTo>
                  <a:lnTo>
                    <a:pt x="2270231" y="797989"/>
                  </a:lnTo>
                  <a:lnTo>
                    <a:pt x="2271274" y="797618"/>
                  </a:lnTo>
                  <a:lnTo>
                    <a:pt x="2271796" y="797433"/>
                  </a:lnTo>
                  <a:lnTo>
                    <a:pt x="2271970" y="797371"/>
                  </a:lnTo>
                  <a:lnTo>
                    <a:pt x="2273361" y="796876"/>
                  </a:lnTo>
                  <a:lnTo>
                    <a:pt x="2275274" y="796196"/>
                  </a:lnTo>
                  <a:lnTo>
                    <a:pt x="2277534" y="795393"/>
                  </a:lnTo>
                  <a:lnTo>
                    <a:pt x="2279099" y="794837"/>
                  </a:lnTo>
                  <a:lnTo>
                    <a:pt x="2282925" y="793477"/>
                  </a:lnTo>
                  <a:lnTo>
                    <a:pt x="2284142" y="793044"/>
                  </a:lnTo>
                  <a:lnTo>
                    <a:pt x="2284664" y="792859"/>
                  </a:lnTo>
                  <a:lnTo>
                    <a:pt x="2286229" y="792302"/>
                  </a:lnTo>
                  <a:lnTo>
                    <a:pt x="2291968" y="790263"/>
                  </a:lnTo>
                  <a:lnTo>
                    <a:pt x="2297706" y="788223"/>
                  </a:lnTo>
                  <a:lnTo>
                    <a:pt x="2301358" y="786925"/>
                  </a:lnTo>
                  <a:lnTo>
                    <a:pt x="2301532" y="786863"/>
                  </a:lnTo>
                  <a:lnTo>
                    <a:pt x="2303445" y="786183"/>
                  </a:lnTo>
                  <a:lnTo>
                    <a:pt x="2303619" y="786121"/>
                  </a:lnTo>
                  <a:lnTo>
                    <a:pt x="2308662" y="784329"/>
                  </a:lnTo>
                  <a:lnTo>
                    <a:pt x="2309705" y="783958"/>
                  </a:lnTo>
                  <a:lnTo>
                    <a:pt x="2310575" y="783649"/>
                  </a:lnTo>
                  <a:lnTo>
                    <a:pt x="2310923" y="783525"/>
                  </a:lnTo>
                  <a:lnTo>
                    <a:pt x="2311966" y="783154"/>
                  </a:lnTo>
                  <a:lnTo>
                    <a:pt x="2318226" y="780929"/>
                  </a:lnTo>
                  <a:lnTo>
                    <a:pt x="2322574" y="779384"/>
                  </a:lnTo>
                  <a:lnTo>
                    <a:pt x="2324139" y="778827"/>
                  </a:lnTo>
                  <a:lnTo>
                    <a:pt x="2325356" y="778395"/>
                  </a:lnTo>
                  <a:lnTo>
                    <a:pt x="2325704" y="778271"/>
                  </a:lnTo>
                  <a:lnTo>
                    <a:pt x="2328660" y="777220"/>
                  </a:lnTo>
                  <a:lnTo>
                    <a:pt x="2331269" y="776293"/>
                  </a:lnTo>
                  <a:lnTo>
                    <a:pt x="2335094" y="774933"/>
                  </a:lnTo>
                  <a:lnTo>
                    <a:pt x="2337877" y="773944"/>
                  </a:lnTo>
                  <a:lnTo>
                    <a:pt x="2342050" y="772461"/>
                  </a:lnTo>
                  <a:lnTo>
                    <a:pt x="2345007" y="771410"/>
                  </a:lnTo>
                  <a:lnTo>
                    <a:pt x="2345702" y="771163"/>
                  </a:lnTo>
                  <a:lnTo>
                    <a:pt x="2346050" y="771039"/>
                  </a:lnTo>
                  <a:lnTo>
                    <a:pt x="2346224" y="770977"/>
                  </a:lnTo>
                  <a:lnTo>
                    <a:pt x="2346398" y="770915"/>
                  </a:lnTo>
                  <a:lnTo>
                    <a:pt x="2347615" y="770483"/>
                  </a:lnTo>
                  <a:lnTo>
                    <a:pt x="2349354" y="769865"/>
                  </a:lnTo>
                  <a:lnTo>
                    <a:pt x="2349528" y="769803"/>
                  </a:lnTo>
                  <a:lnTo>
                    <a:pt x="2353701" y="768319"/>
                  </a:lnTo>
                  <a:lnTo>
                    <a:pt x="2354919" y="767887"/>
                  </a:lnTo>
                  <a:lnTo>
                    <a:pt x="2358744" y="766527"/>
                  </a:lnTo>
                  <a:lnTo>
                    <a:pt x="2367613" y="763374"/>
                  </a:lnTo>
                  <a:lnTo>
                    <a:pt x="2371613" y="761953"/>
                  </a:lnTo>
                  <a:lnTo>
                    <a:pt x="2371961" y="761829"/>
                  </a:lnTo>
                  <a:lnTo>
                    <a:pt x="2372830" y="761520"/>
                  </a:lnTo>
                  <a:lnTo>
                    <a:pt x="2374569" y="760902"/>
                  </a:lnTo>
                  <a:lnTo>
                    <a:pt x="2375265" y="760655"/>
                  </a:lnTo>
                  <a:lnTo>
                    <a:pt x="2383612" y="757688"/>
                  </a:lnTo>
                  <a:lnTo>
                    <a:pt x="2384655" y="757317"/>
                  </a:lnTo>
                  <a:lnTo>
                    <a:pt x="2390916" y="755092"/>
                  </a:lnTo>
                  <a:lnTo>
                    <a:pt x="2392133" y="754659"/>
                  </a:lnTo>
                  <a:lnTo>
                    <a:pt x="2398219" y="752496"/>
                  </a:lnTo>
                  <a:lnTo>
                    <a:pt x="2400480" y="751692"/>
                  </a:lnTo>
                  <a:lnTo>
                    <a:pt x="2402393" y="751012"/>
                  </a:lnTo>
                  <a:lnTo>
                    <a:pt x="2406045" y="749714"/>
                  </a:lnTo>
                  <a:lnTo>
                    <a:pt x="2406566" y="749529"/>
                  </a:lnTo>
                  <a:lnTo>
                    <a:pt x="2407436" y="749220"/>
                  </a:lnTo>
                  <a:lnTo>
                    <a:pt x="2407957" y="749034"/>
                  </a:lnTo>
                  <a:lnTo>
                    <a:pt x="2408131" y="748972"/>
                  </a:lnTo>
                  <a:lnTo>
                    <a:pt x="2410392" y="748169"/>
                  </a:lnTo>
                  <a:lnTo>
                    <a:pt x="2420478" y="744584"/>
                  </a:lnTo>
                  <a:lnTo>
                    <a:pt x="2421521" y="744213"/>
                  </a:lnTo>
                  <a:lnTo>
                    <a:pt x="2422913" y="743718"/>
                  </a:lnTo>
                  <a:lnTo>
                    <a:pt x="2426738" y="742358"/>
                  </a:lnTo>
                  <a:lnTo>
                    <a:pt x="2428477" y="741740"/>
                  </a:lnTo>
                  <a:lnTo>
                    <a:pt x="2428999" y="741555"/>
                  </a:lnTo>
                  <a:lnTo>
                    <a:pt x="2430390" y="741060"/>
                  </a:lnTo>
                  <a:lnTo>
                    <a:pt x="2431086" y="740813"/>
                  </a:lnTo>
                  <a:lnTo>
                    <a:pt x="2434564" y="739577"/>
                  </a:lnTo>
                  <a:lnTo>
                    <a:pt x="2434912" y="739453"/>
                  </a:lnTo>
                  <a:lnTo>
                    <a:pt x="2438216" y="738279"/>
                  </a:lnTo>
                  <a:lnTo>
                    <a:pt x="2440302" y="737537"/>
                  </a:lnTo>
                  <a:lnTo>
                    <a:pt x="2441867" y="736981"/>
                  </a:lnTo>
                  <a:lnTo>
                    <a:pt x="2442911" y="736610"/>
                  </a:lnTo>
                  <a:lnTo>
                    <a:pt x="2444128" y="736177"/>
                  </a:lnTo>
                  <a:lnTo>
                    <a:pt x="2445172" y="735806"/>
                  </a:lnTo>
                  <a:lnTo>
                    <a:pt x="2445693" y="735621"/>
                  </a:lnTo>
                  <a:lnTo>
                    <a:pt x="2445867" y="735559"/>
                  </a:lnTo>
                  <a:lnTo>
                    <a:pt x="2447258" y="735065"/>
                  </a:lnTo>
                  <a:lnTo>
                    <a:pt x="2449171" y="734385"/>
                  </a:lnTo>
                  <a:lnTo>
                    <a:pt x="2451432" y="733581"/>
                  </a:lnTo>
                  <a:lnTo>
                    <a:pt x="2452997" y="733025"/>
                  </a:lnTo>
                  <a:lnTo>
                    <a:pt x="2456823" y="731665"/>
                  </a:lnTo>
                  <a:lnTo>
                    <a:pt x="2458040" y="731232"/>
                  </a:lnTo>
                  <a:lnTo>
                    <a:pt x="2458562" y="731047"/>
                  </a:lnTo>
                  <a:lnTo>
                    <a:pt x="2460127" y="730491"/>
                  </a:lnTo>
                  <a:lnTo>
                    <a:pt x="2465865" y="728451"/>
                  </a:lnTo>
                  <a:lnTo>
                    <a:pt x="2471604" y="726411"/>
                  </a:lnTo>
                  <a:lnTo>
                    <a:pt x="2475256" y="725113"/>
                  </a:lnTo>
                  <a:lnTo>
                    <a:pt x="2475430" y="725051"/>
                  </a:lnTo>
                  <a:lnTo>
                    <a:pt x="2477343" y="724371"/>
                  </a:lnTo>
                  <a:lnTo>
                    <a:pt x="2477516" y="724309"/>
                  </a:lnTo>
                  <a:lnTo>
                    <a:pt x="2479082" y="723753"/>
                  </a:lnTo>
                  <a:lnTo>
                    <a:pt x="2482559" y="722517"/>
                  </a:lnTo>
                  <a:lnTo>
                    <a:pt x="2483603" y="722146"/>
                  </a:lnTo>
                  <a:lnTo>
                    <a:pt x="2484472" y="721837"/>
                  </a:lnTo>
                  <a:lnTo>
                    <a:pt x="2484820" y="721713"/>
                  </a:lnTo>
                  <a:lnTo>
                    <a:pt x="2485864" y="721342"/>
                  </a:lnTo>
                  <a:lnTo>
                    <a:pt x="2492124" y="719117"/>
                  </a:lnTo>
                  <a:lnTo>
                    <a:pt x="2496471" y="717572"/>
                  </a:lnTo>
                  <a:lnTo>
                    <a:pt x="2498036" y="717016"/>
                  </a:lnTo>
                  <a:lnTo>
                    <a:pt x="2499254" y="716583"/>
                  </a:lnTo>
                  <a:lnTo>
                    <a:pt x="2499601" y="716459"/>
                  </a:lnTo>
                  <a:lnTo>
                    <a:pt x="2502558" y="715409"/>
                  </a:lnTo>
                  <a:lnTo>
                    <a:pt x="2505166" y="714481"/>
                  </a:lnTo>
                  <a:lnTo>
                    <a:pt x="2508992" y="713121"/>
                  </a:lnTo>
                  <a:lnTo>
                    <a:pt x="2511774" y="712132"/>
                  </a:lnTo>
                  <a:lnTo>
                    <a:pt x="2515948" y="710649"/>
                  </a:lnTo>
                  <a:lnTo>
                    <a:pt x="2518904" y="709598"/>
                  </a:lnTo>
                  <a:lnTo>
                    <a:pt x="2519600" y="709351"/>
                  </a:lnTo>
                  <a:lnTo>
                    <a:pt x="2519947" y="709227"/>
                  </a:lnTo>
                  <a:lnTo>
                    <a:pt x="2520121" y="709166"/>
                  </a:lnTo>
                  <a:lnTo>
                    <a:pt x="2520295" y="709104"/>
                  </a:lnTo>
                  <a:lnTo>
                    <a:pt x="2521512" y="708671"/>
                  </a:lnTo>
                  <a:lnTo>
                    <a:pt x="2523251" y="708053"/>
                  </a:lnTo>
                  <a:lnTo>
                    <a:pt x="2523425" y="707991"/>
                  </a:lnTo>
                  <a:lnTo>
                    <a:pt x="2525164" y="707373"/>
                  </a:lnTo>
                  <a:lnTo>
                    <a:pt x="2527599" y="706508"/>
                  </a:lnTo>
                  <a:lnTo>
                    <a:pt x="2528816" y="706075"/>
                  </a:lnTo>
                  <a:lnTo>
                    <a:pt x="2532642" y="704715"/>
                  </a:lnTo>
                  <a:lnTo>
                    <a:pt x="2541511" y="701563"/>
                  </a:lnTo>
                  <a:lnTo>
                    <a:pt x="2545510" y="700141"/>
                  </a:lnTo>
                  <a:lnTo>
                    <a:pt x="2545858" y="700017"/>
                  </a:lnTo>
                  <a:lnTo>
                    <a:pt x="2546728" y="699708"/>
                  </a:lnTo>
                  <a:lnTo>
                    <a:pt x="2548467" y="699090"/>
                  </a:lnTo>
                  <a:lnTo>
                    <a:pt x="2549162" y="698843"/>
                  </a:lnTo>
                  <a:lnTo>
                    <a:pt x="2557509" y="695876"/>
                  </a:lnTo>
                  <a:lnTo>
                    <a:pt x="2558553" y="695505"/>
                  </a:lnTo>
                  <a:lnTo>
                    <a:pt x="2564813" y="693280"/>
                  </a:lnTo>
                  <a:lnTo>
                    <a:pt x="2566030" y="692847"/>
                  </a:lnTo>
                  <a:lnTo>
                    <a:pt x="2572117" y="690684"/>
                  </a:lnTo>
                  <a:lnTo>
                    <a:pt x="2574377" y="689880"/>
                  </a:lnTo>
                  <a:lnTo>
                    <a:pt x="2576290" y="689200"/>
                  </a:lnTo>
                  <a:lnTo>
                    <a:pt x="2579942" y="687902"/>
                  </a:lnTo>
                  <a:lnTo>
                    <a:pt x="2580464" y="687717"/>
                  </a:lnTo>
                  <a:lnTo>
                    <a:pt x="2581333" y="687408"/>
                  </a:lnTo>
                  <a:lnTo>
                    <a:pt x="2581855" y="687222"/>
                  </a:lnTo>
                  <a:lnTo>
                    <a:pt x="2582029" y="687161"/>
                  </a:lnTo>
                  <a:lnTo>
                    <a:pt x="2584289" y="686357"/>
                  </a:lnTo>
                  <a:lnTo>
                    <a:pt x="2594376" y="682772"/>
                  </a:lnTo>
                  <a:lnTo>
                    <a:pt x="2595419" y="682401"/>
                  </a:lnTo>
                  <a:lnTo>
                    <a:pt x="2600636" y="680547"/>
                  </a:lnTo>
                  <a:lnTo>
                    <a:pt x="2602375" y="679929"/>
                  </a:lnTo>
                  <a:lnTo>
                    <a:pt x="2602896" y="679743"/>
                  </a:lnTo>
                  <a:lnTo>
                    <a:pt x="2604288" y="679249"/>
                  </a:lnTo>
                  <a:lnTo>
                    <a:pt x="2604983" y="679001"/>
                  </a:lnTo>
                  <a:lnTo>
                    <a:pt x="2608461" y="677765"/>
                  </a:lnTo>
                  <a:lnTo>
                    <a:pt x="2608809" y="677642"/>
                  </a:lnTo>
                  <a:lnTo>
                    <a:pt x="2612113" y="676467"/>
                  </a:lnTo>
                  <a:lnTo>
                    <a:pt x="2614200" y="675725"/>
                  </a:lnTo>
                  <a:lnTo>
                    <a:pt x="2615765" y="675169"/>
                  </a:lnTo>
                  <a:lnTo>
                    <a:pt x="2616808" y="674798"/>
                  </a:lnTo>
                  <a:lnTo>
                    <a:pt x="2618026" y="674366"/>
                  </a:lnTo>
                  <a:lnTo>
                    <a:pt x="2619069" y="673995"/>
                  </a:lnTo>
                  <a:lnTo>
                    <a:pt x="2619591" y="673809"/>
                  </a:lnTo>
                  <a:lnTo>
                    <a:pt x="2619765" y="673747"/>
                  </a:lnTo>
                  <a:lnTo>
                    <a:pt x="2621156" y="673253"/>
                  </a:lnTo>
                  <a:lnTo>
                    <a:pt x="2623069" y="672573"/>
                  </a:lnTo>
                  <a:lnTo>
                    <a:pt x="2625329" y="671769"/>
                  </a:lnTo>
                  <a:lnTo>
                    <a:pt x="2626894" y="671213"/>
                  </a:lnTo>
                  <a:lnTo>
                    <a:pt x="2630720" y="669853"/>
                  </a:lnTo>
                  <a:lnTo>
                    <a:pt x="2631937" y="669421"/>
                  </a:lnTo>
                  <a:lnTo>
                    <a:pt x="2632459" y="669235"/>
                  </a:lnTo>
                  <a:lnTo>
                    <a:pt x="2634024" y="668679"/>
                  </a:lnTo>
                  <a:lnTo>
                    <a:pt x="2639763" y="666639"/>
                  </a:lnTo>
                  <a:lnTo>
                    <a:pt x="2645501" y="664599"/>
                  </a:lnTo>
                  <a:lnTo>
                    <a:pt x="2649153" y="663301"/>
                  </a:lnTo>
                  <a:lnTo>
                    <a:pt x="2649327" y="663239"/>
                  </a:lnTo>
                  <a:lnTo>
                    <a:pt x="2651240" y="662559"/>
                  </a:lnTo>
                  <a:lnTo>
                    <a:pt x="2651414" y="662498"/>
                  </a:lnTo>
                  <a:lnTo>
                    <a:pt x="2652979" y="661941"/>
                  </a:lnTo>
                  <a:lnTo>
                    <a:pt x="2656457" y="660705"/>
                  </a:lnTo>
                  <a:lnTo>
                    <a:pt x="2657500" y="660334"/>
                  </a:lnTo>
                  <a:lnTo>
                    <a:pt x="2658370" y="660025"/>
                  </a:lnTo>
                  <a:lnTo>
                    <a:pt x="2658718" y="659902"/>
                  </a:lnTo>
                  <a:lnTo>
                    <a:pt x="2659761" y="659531"/>
                  </a:lnTo>
                  <a:lnTo>
                    <a:pt x="2666021" y="657305"/>
                  </a:lnTo>
                  <a:lnTo>
                    <a:pt x="2670369" y="655760"/>
                  </a:lnTo>
                  <a:lnTo>
                    <a:pt x="2671934" y="655204"/>
                  </a:lnTo>
                  <a:lnTo>
                    <a:pt x="2673151" y="654771"/>
                  </a:lnTo>
                  <a:lnTo>
                    <a:pt x="2673499" y="654648"/>
                  </a:lnTo>
                  <a:lnTo>
                    <a:pt x="2676455" y="653597"/>
                  </a:lnTo>
                  <a:lnTo>
                    <a:pt x="2679064" y="652670"/>
                  </a:lnTo>
                  <a:lnTo>
                    <a:pt x="2682889" y="651310"/>
                  </a:lnTo>
                  <a:lnTo>
                    <a:pt x="2685672" y="650321"/>
                  </a:lnTo>
                  <a:lnTo>
                    <a:pt x="2689845" y="648837"/>
                  </a:lnTo>
                  <a:lnTo>
                    <a:pt x="2692801" y="647786"/>
                  </a:lnTo>
                  <a:lnTo>
                    <a:pt x="2693845" y="647416"/>
                  </a:lnTo>
                  <a:lnTo>
                    <a:pt x="2694019" y="647354"/>
                  </a:lnTo>
                  <a:lnTo>
                    <a:pt x="2694193" y="647292"/>
                  </a:lnTo>
                  <a:lnTo>
                    <a:pt x="2695410" y="646859"/>
                  </a:lnTo>
                  <a:lnTo>
                    <a:pt x="2697149" y="646241"/>
                  </a:lnTo>
                  <a:lnTo>
                    <a:pt x="2697323" y="646179"/>
                  </a:lnTo>
                  <a:lnTo>
                    <a:pt x="2699062" y="645561"/>
                  </a:lnTo>
                  <a:lnTo>
                    <a:pt x="2701496" y="644696"/>
                  </a:lnTo>
                  <a:lnTo>
                    <a:pt x="2702714" y="644263"/>
                  </a:lnTo>
                  <a:lnTo>
                    <a:pt x="2706539" y="642903"/>
                  </a:lnTo>
                  <a:lnTo>
                    <a:pt x="2715408" y="639751"/>
                  </a:lnTo>
                  <a:lnTo>
                    <a:pt x="2719408" y="638329"/>
                  </a:lnTo>
                  <a:lnTo>
                    <a:pt x="2719756" y="638206"/>
                  </a:lnTo>
                  <a:lnTo>
                    <a:pt x="2720625" y="637897"/>
                  </a:lnTo>
                  <a:lnTo>
                    <a:pt x="2722364" y="637278"/>
                  </a:lnTo>
                  <a:lnTo>
                    <a:pt x="2723060" y="637031"/>
                  </a:lnTo>
                  <a:lnTo>
                    <a:pt x="2731407" y="634064"/>
                  </a:lnTo>
                  <a:lnTo>
                    <a:pt x="2732450" y="633693"/>
                  </a:lnTo>
                  <a:lnTo>
                    <a:pt x="2738710" y="631468"/>
                  </a:lnTo>
                  <a:lnTo>
                    <a:pt x="2739928" y="631035"/>
                  </a:lnTo>
                  <a:lnTo>
                    <a:pt x="2746014" y="628872"/>
                  </a:lnTo>
                  <a:lnTo>
                    <a:pt x="2748275" y="628069"/>
                  </a:lnTo>
                  <a:lnTo>
                    <a:pt x="2750188" y="627389"/>
                  </a:lnTo>
                  <a:lnTo>
                    <a:pt x="2753839" y="626091"/>
                  </a:lnTo>
                  <a:lnTo>
                    <a:pt x="2754361" y="625905"/>
                  </a:lnTo>
                  <a:lnTo>
                    <a:pt x="2755231" y="625596"/>
                  </a:lnTo>
                  <a:lnTo>
                    <a:pt x="2755752" y="625411"/>
                  </a:lnTo>
                  <a:lnTo>
                    <a:pt x="2755926" y="625349"/>
                  </a:lnTo>
                  <a:lnTo>
                    <a:pt x="2758187" y="624545"/>
                  </a:lnTo>
                  <a:lnTo>
                    <a:pt x="2768273" y="620960"/>
                  </a:lnTo>
                  <a:lnTo>
                    <a:pt x="2769316" y="620589"/>
                  </a:lnTo>
                  <a:lnTo>
                    <a:pt x="2770708" y="620095"/>
                  </a:lnTo>
                  <a:lnTo>
                    <a:pt x="2774533" y="618735"/>
                  </a:lnTo>
                  <a:lnTo>
                    <a:pt x="2776272" y="618117"/>
                  </a:lnTo>
                  <a:lnTo>
                    <a:pt x="2776794" y="617931"/>
                  </a:lnTo>
                  <a:lnTo>
                    <a:pt x="2778185" y="617437"/>
                  </a:lnTo>
                  <a:lnTo>
                    <a:pt x="2778881" y="617190"/>
                  </a:lnTo>
                  <a:lnTo>
                    <a:pt x="2782359" y="615953"/>
                  </a:lnTo>
                  <a:lnTo>
                    <a:pt x="2782706" y="615830"/>
                  </a:lnTo>
                  <a:lnTo>
                    <a:pt x="2786011" y="614655"/>
                  </a:lnTo>
                  <a:lnTo>
                    <a:pt x="2788097" y="613914"/>
                  </a:lnTo>
                  <a:lnTo>
                    <a:pt x="2789662" y="613357"/>
                  </a:lnTo>
                  <a:lnTo>
                    <a:pt x="2791923" y="612554"/>
                  </a:lnTo>
                  <a:lnTo>
                    <a:pt x="2792966" y="612183"/>
                  </a:lnTo>
                  <a:lnTo>
                    <a:pt x="2793488" y="611997"/>
                  </a:lnTo>
                  <a:lnTo>
                    <a:pt x="2793662" y="611936"/>
                  </a:lnTo>
                  <a:lnTo>
                    <a:pt x="2795053" y="611441"/>
                  </a:lnTo>
                  <a:lnTo>
                    <a:pt x="2796966" y="610761"/>
                  </a:lnTo>
                  <a:lnTo>
                    <a:pt x="2799227" y="609958"/>
                  </a:lnTo>
                  <a:lnTo>
                    <a:pt x="2800792" y="609401"/>
                  </a:lnTo>
                  <a:lnTo>
                    <a:pt x="2804618" y="608042"/>
                  </a:lnTo>
                  <a:lnTo>
                    <a:pt x="2805835" y="607609"/>
                  </a:lnTo>
                  <a:lnTo>
                    <a:pt x="2806357" y="607423"/>
                  </a:lnTo>
                  <a:lnTo>
                    <a:pt x="2807922" y="606867"/>
                  </a:lnTo>
                  <a:lnTo>
                    <a:pt x="2813660" y="604827"/>
                  </a:lnTo>
                  <a:lnTo>
                    <a:pt x="2819399" y="602788"/>
                  </a:lnTo>
                  <a:lnTo>
                    <a:pt x="2823051" y="601489"/>
                  </a:lnTo>
                  <a:lnTo>
                    <a:pt x="2823225" y="601428"/>
                  </a:lnTo>
                  <a:lnTo>
                    <a:pt x="2825137" y="600748"/>
                  </a:lnTo>
                  <a:lnTo>
                    <a:pt x="2825311" y="600686"/>
                  </a:lnTo>
                  <a:lnTo>
                    <a:pt x="2826876" y="600130"/>
                  </a:lnTo>
                  <a:lnTo>
                    <a:pt x="2830354" y="598893"/>
                  </a:lnTo>
                  <a:lnTo>
                    <a:pt x="2831398" y="598523"/>
                  </a:lnTo>
                  <a:lnTo>
                    <a:pt x="2832267" y="598213"/>
                  </a:lnTo>
                  <a:lnTo>
                    <a:pt x="2832615" y="598090"/>
                  </a:lnTo>
                  <a:lnTo>
                    <a:pt x="2833658" y="597719"/>
                  </a:lnTo>
                  <a:lnTo>
                    <a:pt x="2839919" y="595494"/>
                  </a:lnTo>
                  <a:lnTo>
                    <a:pt x="2844266" y="593948"/>
                  </a:lnTo>
                  <a:lnTo>
                    <a:pt x="2845831" y="593392"/>
                  </a:lnTo>
                  <a:lnTo>
                    <a:pt x="2847049" y="592959"/>
                  </a:lnTo>
                  <a:lnTo>
                    <a:pt x="2847396" y="592836"/>
                  </a:lnTo>
                  <a:lnTo>
                    <a:pt x="2850353" y="591785"/>
                  </a:lnTo>
                  <a:lnTo>
                    <a:pt x="2852961" y="590858"/>
                  </a:lnTo>
                  <a:lnTo>
                    <a:pt x="2856787" y="589498"/>
                  </a:lnTo>
                  <a:lnTo>
                    <a:pt x="2859569" y="588509"/>
                  </a:lnTo>
                  <a:lnTo>
                    <a:pt x="2863743" y="587026"/>
                  </a:lnTo>
                  <a:lnTo>
                    <a:pt x="2866699" y="585975"/>
                  </a:lnTo>
                  <a:lnTo>
                    <a:pt x="2867395" y="585727"/>
                  </a:lnTo>
                  <a:lnTo>
                    <a:pt x="2867742" y="585604"/>
                  </a:lnTo>
                  <a:lnTo>
                    <a:pt x="2867916" y="585542"/>
                  </a:lnTo>
                  <a:lnTo>
                    <a:pt x="2868090" y="585480"/>
                  </a:lnTo>
                  <a:lnTo>
                    <a:pt x="2869307" y="585048"/>
                  </a:lnTo>
                  <a:lnTo>
                    <a:pt x="2871046" y="584429"/>
                  </a:lnTo>
                  <a:lnTo>
                    <a:pt x="2871220" y="584368"/>
                  </a:lnTo>
                  <a:lnTo>
                    <a:pt x="2872959" y="583750"/>
                  </a:lnTo>
                  <a:lnTo>
                    <a:pt x="2875394" y="582884"/>
                  </a:lnTo>
                  <a:lnTo>
                    <a:pt x="2876611" y="582451"/>
                  </a:lnTo>
                  <a:lnTo>
                    <a:pt x="2880437" y="581092"/>
                  </a:lnTo>
                  <a:lnTo>
                    <a:pt x="2889306" y="577939"/>
                  </a:lnTo>
                  <a:lnTo>
                    <a:pt x="2893305" y="576518"/>
                  </a:lnTo>
                  <a:lnTo>
                    <a:pt x="2893653" y="576394"/>
                  </a:lnTo>
                  <a:lnTo>
                    <a:pt x="2894523" y="576085"/>
                  </a:lnTo>
                  <a:lnTo>
                    <a:pt x="2896261" y="575467"/>
                  </a:lnTo>
                  <a:lnTo>
                    <a:pt x="2896957" y="575219"/>
                  </a:lnTo>
                  <a:lnTo>
                    <a:pt x="2905304" y="572253"/>
                  </a:lnTo>
                  <a:lnTo>
                    <a:pt x="2906348" y="571882"/>
                  </a:lnTo>
                  <a:lnTo>
                    <a:pt x="2912608" y="569656"/>
                  </a:lnTo>
                  <a:lnTo>
                    <a:pt x="2913825" y="569224"/>
                  </a:lnTo>
                  <a:lnTo>
                    <a:pt x="2919912" y="567060"/>
                  </a:lnTo>
                  <a:lnTo>
                    <a:pt x="2922172" y="566257"/>
                  </a:lnTo>
                  <a:lnTo>
                    <a:pt x="2924085" y="565577"/>
                  </a:lnTo>
                  <a:lnTo>
                    <a:pt x="2927737" y="564279"/>
                  </a:lnTo>
                  <a:lnTo>
                    <a:pt x="2928259" y="564093"/>
                  </a:lnTo>
                  <a:lnTo>
                    <a:pt x="2929128" y="563784"/>
                  </a:lnTo>
                  <a:lnTo>
                    <a:pt x="2929650" y="563599"/>
                  </a:lnTo>
                  <a:lnTo>
                    <a:pt x="2929824" y="563537"/>
                  </a:lnTo>
                  <a:lnTo>
                    <a:pt x="2932084" y="562734"/>
                  </a:lnTo>
                  <a:lnTo>
                    <a:pt x="2942170" y="559148"/>
                  </a:lnTo>
                  <a:lnTo>
                    <a:pt x="2943214" y="558778"/>
                  </a:lnTo>
                  <a:lnTo>
                    <a:pt x="2944605" y="558283"/>
                  </a:lnTo>
                  <a:lnTo>
                    <a:pt x="2948431" y="556923"/>
                  </a:lnTo>
                  <a:lnTo>
                    <a:pt x="2950170" y="556305"/>
                  </a:lnTo>
                  <a:lnTo>
                    <a:pt x="2950691" y="556120"/>
                  </a:lnTo>
                  <a:lnTo>
                    <a:pt x="2952083" y="555625"/>
                  </a:lnTo>
                  <a:lnTo>
                    <a:pt x="2952778" y="555378"/>
                  </a:lnTo>
                  <a:lnTo>
                    <a:pt x="2956256" y="554142"/>
                  </a:lnTo>
                  <a:lnTo>
                    <a:pt x="2956604" y="554018"/>
                  </a:lnTo>
                  <a:lnTo>
                    <a:pt x="2959908" y="552844"/>
                  </a:lnTo>
                  <a:lnTo>
                    <a:pt x="2961995" y="552102"/>
                  </a:lnTo>
                  <a:lnTo>
                    <a:pt x="2963560" y="551546"/>
                  </a:lnTo>
                  <a:lnTo>
                    <a:pt x="2964603" y="551175"/>
                  </a:lnTo>
                  <a:lnTo>
                    <a:pt x="2965820" y="550742"/>
                  </a:lnTo>
                  <a:lnTo>
                    <a:pt x="2966864" y="550371"/>
                  </a:lnTo>
                  <a:lnTo>
                    <a:pt x="2967386" y="550186"/>
                  </a:lnTo>
                  <a:lnTo>
                    <a:pt x="2967559" y="550124"/>
                  </a:lnTo>
                  <a:lnTo>
                    <a:pt x="2968951" y="549629"/>
                  </a:lnTo>
                  <a:lnTo>
                    <a:pt x="2970863" y="548950"/>
                  </a:lnTo>
                  <a:lnTo>
                    <a:pt x="2973124" y="548146"/>
                  </a:lnTo>
                  <a:lnTo>
                    <a:pt x="2974689" y="547590"/>
                  </a:lnTo>
                  <a:lnTo>
                    <a:pt x="2978515" y="546230"/>
                  </a:lnTo>
                  <a:lnTo>
                    <a:pt x="2979732" y="545797"/>
                  </a:lnTo>
                  <a:lnTo>
                    <a:pt x="2980254" y="545612"/>
                  </a:lnTo>
                  <a:lnTo>
                    <a:pt x="2981819" y="545055"/>
                  </a:lnTo>
                  <a:lnTo>
                    <a:pt x="2987558" y="543016"/>
                  </a:lnTo>
                  <a:lnTo>
                    <a:pt x="2993296" y="540976"/>
                  </a:lnTo>
                  <a:lnTo>
                    <a:pt x="2996948" y="539678"/>
                  </a:lnTo>
                  <a:lnTo>
                    <a:pt x="2997122" y="539616"/>
                  </a:lnTo>
                  <a:lnTo>
                    <a:pt x="2999035" y="538936"/>
                  </a:lnTo>
                  <a:lnTo>
                    <a:pt x="2999209" y="538874"/>
                  </a:lnTo>
                  <a:lnTo>
                    <a:pt x="3000774" y="538318"/>
                  </a:lnTo>
                  <a:lnTo>
                    <a:pt x="3004252" y="537082"/>
                  </a:lnTo>
                  <a:lnTo>
                    <a:pt x="3005295" y="536711"/>
                  </a:lnTo>
                  <a:lnTo>
                    <a:pt x="3006165" y="536402"/>
                  </a:lnTo>
                  <a:lnTo>
                    <a:pt x="3006512" y="536278"/>
                  </a:lnTo>
                  <a:lnTo>
                    <a:pt x="3007556" y="535907"/>
                  </a:lnTo>
                  <a:lnTo>
                    <a:pt x="3013816" y="533682"/>
                  </a:lnTo>
                  <a:lnTo>
                    <a:pt x="3018164" y="532137"/>
                  </a:lnTo>
                  <a:lnTo>
                    <a:pt x="3019729" y="531580"/>
                  </a:lnTo>
                  <a:lnTo>
                    <a:pt x="3020946" y="531148"/>
                  </a:lnTo>
                  <a:lnTo>
                    <a:pt x="3021294" y="531024"/>
                  </a:lnTo>
                  <a:lnTo>
                    <a:pt x="3024250" y="529973"/>
                  </a:lnTo>
                  <a:lnTo>
                    <a:pt x="3026858" y="529046"/>
                  </a:lnTo>
                  <a:lnTo>
                    <a:pt x="3030684" y="527686"/>
                  </a:lnTo>
                  <a:lnTo>
                    <a:pt x="3033467" y="526697"/>
                  </a:lnTo>
                  <a:lnTo>
                    <a:pt x="3037640" y="525214"/>
                  </a:lnTo>
                  <a:lnTo>
                    <a:pt x="3040596" y="524163"/>
                  </a:lnTo>
                  <a:lnTo>
                    <a:pt x="3041292" y="523916"/>
                  </a:lnTo>
                  <a:lnTo>
                    <a:pt x="3041640" y="523792"/>
                  </a:lnTo>
                  <a:lnTo>
                    <a:pt x="3041814" y="523730"/>
                  </a:lnTo>
                  <a:lnTo>
                    <a:pt x="3041988" y="523669"/>
                  </a:lnTo>
                  <a:lnTo>
                    <a:pt x="3043205" y="523236"/>
                  </a:lnTo>
                  <a:lnTo>
                    <a:pt x="3044944" y="522618"/>
                  </a:lnTo>
                  <a:lnTo>
                    <a:pt x="3045118" y="522556"/>
                  </a:lnTo>
                  <a:lnTo>
                    <a:pt x="3046857" y="521938"/>
                  </a:lnTo>
                  <a:lnTo>
                    <a:pt x="3049291" y="521072"/>
                  </a:lnTo>
                  <a:lnTo>
                    <a:pt x="3050509" y="520640"/>
                  </a:lnTo>
                  <a:lnTo>
                    <a:pt x="3054334" y="519280"/>
                  </a:lnTo>
                  <a:lnTo>
                    <a:pt x="3063203" y="516127"/>
                  </a:lnTo>
                  <a:lnTo>
                    <a:pt x="3067203" y="514706"/>
                  </a:lnTo>
                  <a:lnTo>
                    <a:pt x="3067550" y="514582"/>
                  </a:lnTo>
                  <a:lnTo>
                    <a:pt x="3068420" y="514273"/>
                  </a:lnTo>
                  <a:lnTo>
                    <a:pt x="3070159" y="513655"/>
                  </a:lnTo>
                  <a:lnTo>
                    <a:pt x="3070855" y="513408"/>
                  </a:lnTo>
                  <a:lnTo>
                    <a:pt x="3079202" y="510441"/>
                  </a:lnTo>
                  <a:lnTo>
                    <a:pt x="3080245" y="510070"/>
                  </a:lnTo>
                  <a:lnTo>
                    <a:pt x="3086505" y="507845"/>
                  </a:lnTo>
                  <a:lnTo>
                    <a:pt x="3087723" y="507412"/>
                  </a:lnTo>
                  <a:lnTo>
                    <a:pt x="3093809" y="505249"/>
                  </a:lnTo>
                  <a:lnTo>
                    <a:pt x="3096070" y="504445"/>
                  </a:lnTo>
                  <a:lnTo>
                    <a:pt x="3097983" y="503765"/>
                  </a:lnTo>
                  <a:lnTo>
                    <a:pt x="3101634" y="502467"/>
                  </a:lnTo>
                  <a:lnTo>
                    <a:pt x="3102156" y="502282"/>
                  </a:lnTo>
                  <a:lnTo>
                    <a:pt x="3103026" y="501973"/>
                  </a:lnTo>
                  <a:lnTo>
                    <a:pt x="3103547" y="501787"/>
                  </a:lnTo>
                  <a:lnTo>
                    <a:pt x="3103721" y="501725"/>
                  </a:lnTo>
                  <a:lnTo>
                    <a:pt x="3105982" y="500922"/>
                  </a:lnTo>
                  <a:lnTo>
                    <a:pt x="3116068" y="497337"/>
                  </a:lnTo>
                  <a:lnTo>
                    <a:pt x="3117111" y="496966"/>
                  </a:lnTo>
                  <a:lnTo>
                    <a:pt x="3118502" y="496471"/>
                  </a:lnTo>
                  <a:lnTo>
                    <a:pt x="3122328" y="495111"/>
                  </a:lnTo>
                  <a:lnTo>
                    <a:pt x="3124067" y="494493"/>
                  </a:lnTo>
                  <a:lnTo>
                    <a:pt x="3124589" y="494308"/>
                  </a:lnTo>
                  <a:lnTo>
                    <a:pt x="3125980" y="493813"/>
                  </a:lnTo>
                  <a:lnTo>
                    <a:pt x="3126676" y="493566"/>
                  </a:lnTo>
                  <a:lnTo>
                    <a:pt x="3130154" y="492330"/>
                  </a:lnTo>
                  <a:lnTo>
                    <a:pt x="3130501" y="492206"/>
                  </a:lnTo>
                  <a:lnTo>
                    <a:pt x="3133805" y="491032"/>
                  </a:lnTo>
                  <a:lnTo>
                    <a:pt x="3135892" y="490290"/>
                  </a:lnTo>
                  <a:lnTo>
                    <a:pt x="3137457" y="489734"/>
                  </a:lnTo>
                  <a:lnTo>
                    <a:pt x="3138501" y="489363"/>
                  </a:lnTo>
                  <a:lnTo>
                    <a:pt x="3139718" y="488930"/>
                  </a:lnTo>
                  <a:lnTo>
                    <a:pt x="3140761" y="488559"/>
                  </a:lnTo>
                  <a:lnTo>
                    <a:pt x="3141283" y="488374"/>
                  </a:lnTo>
                  <a:lnTo>
                    <a:pt x="3141457" y="488312"/>
                  </a:lnTo>
                  <a:lnTo>
                    <a:pt x="3142848" y="487818"/>
                  </a:lnTo>
                  <a:lnTo>
                    <a:pt x="3144761" y="487138"/>
                  </a:lnTo>
                  <a:lnTo>
                    <a:pt x="3147022" y="486334"/>
                  </a:lnTo>
                  <a:lnTo>
                    <a:pt x="3148587" y="485778"/>
                  </a:lnTo>
                  <a:lnTo>
                    <a:pt x="3152412" y="484418"/>
                  </a:lnTo>
                  <a:lnTo>
                    <a:pt x="3153630" y="483985"/>
                  </a:lnTo>
                  <a:lnTo>
                    <a:pt x="3154151" y="483800"/>
                  </a:lnTo>
                  <a:lnTo>
                    <a:pt x="3155716" y="483244"/>
                  </a:lnTo>
                  <a:lnTo>
                    <a:pt x="3161455" y="481204"/>
                  </a:lnTo>
                  <a:lnTo>
                    <a:pt x="3167194" y="479164"/>
                  </a:lnTo>
                  <a:lnTo>
                    <a:pt x="3170846" y="477866"/>
                  </a:lnTo>
                  <a:lnTo>
                    <a:pt x="3171019" y="477804"/>
                  </a:lnTo>
                  <a:lnTo>
                    <a:pt x="3172932" y="477124"/>
                  </a:lnTo>
                  <a:lnTo>
                    <a:pt x="3173106" y="477062"/>
                  </a:lnTo>
                  <a:lnTo>
                    <a:pt x="3174671" y="476506"/>
                  </a:lnTo>
                  <a:lnTo>
                    <a:pt x="3178149" y="475270"/>
                  </a:lnTo>
                  <a:lnTo>
                    <a:pt x="3179193" y="474899"/>
                  </a:lnTo>
                  <a:lnTo>
                    <a:pt x="3180062" y="474590"/>
                  </a:lnTo>
                  <a:lnTo>
                    <a:pt x="3180410" y="474466"/>
                  </a:lnTo>
                  <a:lnTo>
                    <a:pt x="3181453" y="474095"/>
                  </a:lnTo>
                  <a:lnTo>
                    <a:pt x="3187714" y="471870"/>
                  </a:lnTo>
                  <a:lnTo>
                    <a:pt x="3192061" y="470325"/>
                  </a:lnTo>
                  <a:lnTo>
                    <a:pt x="3193626" y="469769"/>
                  </a:lnTo>
                  <a:lnTo>
                    <a:pt x="3194843" y="469336"/>
                  </a:lnTo>
                  <a:lnTo>
                    <a:pt x="3195191" y="469212"/>
                  </a:lnTo>
                  <a:lnTo>
                    <a:pt x="3198147" y="468162"/>
                  </a:lnTo>
                  <a:lnTo>
                    <a:pt x="3200756" y="467234"/>
                  </a:lnTo>
                  <a:lnTo>
                    <a:pt x="3204582" y="465875"/>
                  </a:lnTo>
                  <a:lnTo>
                    <a:pt x="3207364" y="464886"/>
                  </a:lnTo>
                  <a:lnTo>
                    <a:pt x="3211538" y="463402"/>
                  </a:lnTo>
                  <a:lnTo>
                    <a:pt x="3214494" y="462351"/>
                  </a:lnTo>
                  <a:lnTo>
                    <a:pt x="3215189" y="462104"/>
                  </a:lnTo>
                  <a:lnTo>
                    <a:pt x="3215537" y="461980"/>
                  </a:lnTo>
                  <a:lnTo>
                    <a:pt x="3215711" y="461919"/>
                  </a:lnTo>
                  <a:lnTo>
                    <a:pt x="3215885" y="461857"/>
                  </a:lnTo>
                  <a:lnTo>
                    <a:pt x="3217102" y="461424"/>
                  </a:lnTo>
                  <a:lnTo>
                    <a:pt x="3218841" y="460806"/>
                  </a:lnTo>
                  <a:lnTo>
                    <a:pt x="3219015" y="460744"/>
                  </a:lnTo>
                  <a:lnTo>
                    <a:pt x="3220754" y="460126"/>
                  </a:lnTo>
                  <a:lnTo>
                    <a:pt x="3223189" y="459261"/>
                  </a:lnTo>
                  <a:lnTo>
                    <a:pt x="3224406" y="458828"/>
                  </a:lnTo>
                  <a:lnTo>
                    <a:pt x="3228232" y="457468"/>
                  </a:lnTo>
                  <a:lnTo>
                    <a:pt x="3237100" y="454316"/>
                  </a:lnTo>
                  <a:lnTo>
                    <a:pt x="3241100" y="452894"/>
                  </a:lnTo>
                  <a:lnTo>
                    <a:pt x="3241448" y="452770"/>
                  </a:lnTo>
                  <a:lnTo>
                    <a:pt x="3242317" y="452461"/>
                  </a:lnTo>
                  <a:lnTo>
                    <a:pt x="3244056" y="451843"/>
                  </a:lnTo>
                  <a:lnTo>
                    <a:pt x="3244752" y="451596"/>
                  </a:lnTo>
                  <a:lnTo>
                    <a:pt x="3253099" y="448629"/>
                  </a:lnTo>
                  <a:lnTo>
                    <a:pt x="3254142" y="448258"/>
                  </a:lnTo>
                  <a:lnTo>
                    <a:pt x="3260403" y="446033"/>
                  </a:lnTo>
                  <a:lnTo>
                    <a:pt x="3261620" y="445600"/>
                  </a:lnTo>
                  <a:lnTo>
                    <a:pt x="3267706" y="443437"/>
                  </a:lnTo>
                  <a:lnTo>
                    <a:pt x="3269967" y="442633"/>
                  </a:lnTo>
                  <a:lnTo>
                    <a:pt x="3271880" y="441953"/>
                  </a:lnTo>
                  <a:lnTo>
                    <a:pt x="3275532" y="440655"/>
                  </a:lnTo>
                  <a:lnTo>
                    <a:pt x="3276054" y="440470"/>
                  </a:lnTo>
                  <a:lnTo>
                    <a:pt x="3276923" y="440161"/>
                  </a:lnTo>
                  <a:lnTo>
                    <a:pt x="3277445" y="439975"/>
                  </a:lnTo>
                  <a:lnTo>
                    <a:pt x="3277619" y="439914"/>
                  </a:lnTo>
                  <a:lnTo>
                    <a:pt x="3279879" y="439110"/>
                  </a:lnTo>
                  <a:lnTo>
                    <a:pt x="3289965" y="435525"/>
                  </a:lnTo>
                  <a:lnTo>
                    <a:pt x="3291009" y="435154"/>
                  </a:lnTo>
                  <a:lnTo>
                    <a:pt x="3292400" y="434660"/>
                  </a:lnTo>
                  <a:lnTo>
                    <a:pt x="3296226" y="433300"/>
                  </a:lnTo>
                  <a:lnTo>
                    <a:pt x="3297965" y="432682"/>
                  </a:lnTo>
                  <a:lnTo>
                    <a:pt x="3298486" y="432496"/>
                  </a:lnTo>
                  <a:lnTo>
                    <a:pt x="3299877" y="432002"/>
                  </a:lnTo>
                  <a:lnTo>
                    <a:pt x="3300573" y="431754"/>
                  </a:lnTo>
                  <a:lnTo>
                    <a:pt x="3304051" y="430518"/>
                  </a:lnTo>
                  <a:lnTo>
                    <a:pt x="3304399" y="430395"/>
                  </a:lnTo>
                  <a:lnTo>
                    <a:pt x="3307703" y="429220"/>
                  </a:lnTo>
                  <a:lnTo>
                    <a:pt x="3309790" y="428478"/>
                  </a:lnTo>
                  <a:lnTo>
                    <a:pt x="3311355" y="427922"/>
                  </a:lnTo>
                  <a:lnTo>
                    <a:pt x="3312398" y="427551"/>
                  </a:lnTo>
                  <a:lnTo>
                    <a:pt x="3313615" y="427119"/>
                  </a:lnTo>
                  <a:lnTo>
                    <a:pt x="3314659" y="426748"/>
                  </a:lnTo>
                  <a:lnTo>
                    <a:pt x="3315180" y="426562"/>
                  </a:lnTo>
                  <a:lnTo>
                    <a:pt x="3315354" y="426500"/>
                  </a:lnTo>
                  <a:lnTo>
                    <a:pt x="3316746" y="426006"/>
                  </a:lnTo>
                  <a:lnTo>
                    <a:pt x="3318658" y="425326"/>
                  </a:lnTo>
                  <a:lnTo>
                    <a:pt x="3320919" y="424522"/>
                  </a:lnTo>
                  <a:lnTo>
                    <a:pt x="3322484" y="423966"/>
                  </a:lnTo>
                  <a:lnTo>
                    <a:pt x="3326310" y="422606"/>
                  </a:lnTo>
                  <a:lnTo>
                    <a:pt x="3327527" y="422174"/>
                  </a:lnTo>
                  <a:lnTo>
                    <a:pt x="3328049" y="421988"/>
                  </a:lnTo>
                  <a:lnTo>
                    <a:pt x="3329614" y="421432"/>
                  </a:lnTo>
                  <a:lnTo>
                    <a:pt x="3335353" y="419392"/>
                  </a:lnTo>
                  <a:lnTo>
                    <a:pt x="3341091" y="417352"/>
                  </a:lnTo>
                  <a:lnTo>
                    <a:pt x="3344743" y="416054"/>
                  </a:lnTo>
                  <a:lnTo>
                    <a:pt x="3344917" y="415992"/>
                  </a:lnTo>
                  <a:lnTo>
                    <a:pt x="3346830" y="415313"/>
                  </a:lnTo>
                  <a:lnTo>
                    <a:pt x="3347004" y="415251"/>
                  </a:lnTo>
                  <a:lnTo>
                    <a:pt x="3348569" y="414694"/>
                  </a:lnTo>
                  <a:lnTo>
                    <a:pt x="3352047" y="413458"/>
                  </a:lnTo>
                  <a:lnTo>
                    <a:pt x="3353090" y="413087"/>
                  </a:lnTo>
                  <a:lnTo>
                    <a:pt x="3353960" y="412778"/>
                  </a:lnTo>
                  <a:lnTo>
                    <a:pt x="3354307" y="412655"/>
                  </a:lnTo>
                  <a:lnTo>
                    <a:pt x="3355351" y="412284"/>
                  </a:lnTo>
                  <a:lnTo>
                    <a:pt x="3361611" y="410059"/>
                  </a:lnTo>
                  <a:lnTo>
                    <a:pt x="3365958" y="408513"/>
                  </a:lnTo>
                  <a:lnTo>
                    <a:pt x="3367524" y="407957"/>
                  </a:lnTo>
                  <a:lnTo>
                    <a:pt x="3368741" y="407524"/>
                  </a:lnTo>
                  <a:lnTo>
                    <a:pt x="3369089" y="407401"/>
                  </a:lnTo>
                  <a:lnTo>
                    <a:pt x="3374653" y="405423"/>
                  </a:lnTo>
                  <a:lnTo>
                    <a:pt x="3378479" y="404063"/>
                  </a:lnTo>
                  <a:lnTo>
                    <a:pt x="3381261" y="403074"/>
                  </a:lnTo>
                  <a:lnTo>
                    <a:pt x="3385435" y="401590"/>
                  </a:lnTo>
                  <a:lnTo>
                    <a:pt x="3388391" y="400540"/>
                  </a:lnTo>
                  <a:lnTo>
                    <a:pt x="3389087" y="400292"/>
                  </a:lnTo>
                  <a:lnTo>
                    <a:pt x="3389435" y="400169"/>
                  </a:lnTo>
                  <a:lnTo>
                    <a:pt x="3389609" y="400107"/>
                  </a:lnTo>
                  <a:lnTo>
                    <a:pt x="3389782" y="400045"/>
                  </a:lnTo>
                  <a:lnTo>
                    <a:pt x="3391000" y="399612"/>
                  </a:lnTo>
                  <a:lnTo>
                    <a:pt x="3392739" y="398994"/>
                  </a:lnTo>
                  <a:lnTo>
                    <a:pt x="3392913" y="398932"/>
                  </a:lnTo>
                  <a:lnTo>
                    <a:pt x="3394652" y="398314"/>
                  </a:lnTo>
                  <a:lnTo>
                    <a:pt x="3397086" y="397449"/>
                  </a:lnTo>
                  <a:lnTo>
                    <a:pt x="3398303" y="397016"/>
                  </a:lnTo>
                  <a:lnTo>
                    <a:pt x="3402129" y="395656"/>
                  </a:lnTo>
                  <a:lnTo>
                    <a:pt x="3410998" y="392504"/>
                  </a:lnTo>
                  <a:lnTo>
                    <a:pt x="3414998" y="391082"/>
                  </a:lnTo>
                  <a:lnTo>
                    <a:pt x="3415345" y="390959"/>
                  </a:lnTo>
                  <a:lnTo>
                    <a:pt x="3416215" y="390650"/>
                  </a:lnTo>
                  <a:lnTo>
                    <a:pt x="3417954" y="390032"/>
                  </a:lnTo>
                  <a:lnTo>
                    <a:pt x="3418649" y="389784"/>
                  </a:lnTo>
                  <a:lnTo>
                    <a:pt x="3426996" y="386817"/>
                  </a:lnTo>
                  <a:lnTo>
                    <a:pt x="3428040" y="386446"/>
                  </a:lnTo>
                  <a:lnTo>
                    <a:pt x="3434300" y="384221"/>
                  </a:lnTo>
                  <a:lnTo>
                    <a:pt x="3435517" y="383789"/>
                  </a:lnTo>
                  <a:lnTo>
                    <a:pt x="3441604" y="381625"/>
                  </a:lnTo>
                  <a:lnTo>
                    <a:pt x="3443865" y="380822"/>
                  </a:lnTo>
                  <a:lnTo>
                    <a:pt x="3445777" y="380142"/>
                  </a:lnTo>
                  <a:lnTo>
                    <a:pt x="3449429" y="378844"/>
                  </a:lnTo>
                  <a:lnTo>
                    <a:pt x="3449951" y="378658"/>
                  </a:lnTo>
                  <a:lnTo>
                    <a:pt x="3450820" y="378349"/>
                  </a:lnTo>
                  <a:lnTo>
                    <a:pt x="3451342" y="378164"/>
                  </a:lnTo>
                  <a:lnTo>
                    <a:pt x="3451516" y="378102"/>
                  </a:lnTo>
                  <a:lnTo>
                    <a:pt x="3453777" y="377298"/>
                  </a:lnTo>
                  <a:lnTo>
                    <a:pt x="3463863" y="373713"/>
                  </a:lnTo>
                  <a:lnTo>
                    <a:pt x="3464906" y="373342"/>
                  </a:lnTo>
                  <a:lnTo>
                    <a:pt x="3466297" y="372848"/>
                  </a:lnTo>
                  <a:lnTo>
                    <a:pt x="3470123" y="371488"/>
                  </a:lnTo>
                  <a:lnTo>
                    <a:pt x="3471862" y="370870"/>
                  </a:lnTo>
                  <a:lnTo>
                    <a:pt x="3472384" y="370684"/>
                  </a:lnTo>
                  <a:lnTo>
                    <a:pt x="3473775" y="370190"/>
                  </a:lnTo>
                  <a:lnTo>
                    <a:pt x="3474470" y="369943"/>
                  </a:lnTo>
                  <a:lnTo>
                    <a:pt x="3477948" y="368706"/>
                  </a:lnTo>
                  <a:lnTo>
                    <a:pt x="3478296" y="368583"/>
                  </a:lnTo>
                  <a:lnTo>
                    <a:pt x="3481600" y="367408"/>
                  </a:lnTo>
                  <a:lnTo>
                    <a:pt x="3483687" y="366667"/>
                  </a:lnTo>
                  <a:lnTo>
                    <a:pt x="3485252" y="366110"/>
                  </a:lnTo>
                  <a:lnTo>
                    <a:pt x="3486296" y="365740"/>
                  </a:lnTo>
                  <a:lnTo>
                    <a:pt x="3487513" y="365307"/>
                  </a:lnTo>
                  <a:lnTo>
                    <a:pt x="3488556" y="364936"/>
                  </a:lnTo>
                  <a:lnTo>
                    <a:pt x="3489078" y="364751"/>
                  </a:lnTo>
                  <a:lnTo>
                    <a:pt x="3489252" y="364689"/>
                  </a:lnTo>
                  <a:lnTo>
                    <a:pt x="3490643" y="364194"/>
                  </a:lnTo>
                  <a:lnTo>
                    <a:pt x="3492556" y="363514"/>
                  </a:lnTo>
                  <a:lnTo>
                    <a:pt x="3494816" y="362711"/>
                  </a:lnTo>
                  <a:lnTo>
                    <a:pt x="3496382" y="362154"/>
                  </a:lnTo>
                  <a:lnTo>
                    <a:pt x="3500207" y="360795"/>
                  </a:lnTo>
                  <a:lnTo>
                    <a:pt x="3501425" y="360362"/>
                  </a:lnTo>
                  <a:lnTo>
                    <a:pt x="3501946" y="360176"/>
                  </a:lnTo>
                  <a:lnTo>
                    <a:pt x="3503511" y="359620"/>
                  </a:lnTo>
                  <a:lnTo>
                    <a:pt x="3509250" y="357580"/>
                  </a:lnTo>
                  <a:lnTo>
                    <a:pt x="3514989" y="355541"/>
                  </a:lnTo>
                  <a:lnTo>
                    <a:pt x="3518640" y="354243"/>
                  </a:lnTo>
                  <a:lnTo>
                    <a:pt x="3518814" y="354181"/>
                  </a:lnTo>
                  <a:lnTo>
                    <a:pt x="3520727" y="353501"/>
                  </a:lnTo>
                  <a:lnTo>
                    <a:pt x="3520901" y="353439"/>
                  </a:lnTo>
                  <a:lnTo>
                    <a:pt x="3522466" y="352883"/>
                  </a:lnTo>
                  <a:lnTo>
                    <a:pt x="3525944" y="351646"/>
                  </a:lnTo>
                  <a:lnTo>
                    <a:pt x="3526988" y="351276"/>
                  </a:lnTo>
                  <a:lnTo>
                    <a:pt x="3527857" y="350967"/>
                  </a:lnTo>
                  <a:lnTo>
                    <a:pt x="3528205" y="350843"/>
                  </a:lnTo>
                  <a:lnTo>
                    <a:pt x="3529248" y="350472"/>
                  </a:lnTo>
                  <a:lnTo>
                    <a:pt x="3535508" y="348247"/>
                  </a:lnTo>
                  <a:lnTo>
                    <a:pt x="3539856" y="346702"/>
                  </a:lnTo>
                  <a:lnTo>
                    <a:pt x="3541421" y="346145"/>
                  </a:lnTo>
                  <a:lnTo>
                    <a:pt x="3542638" y="345713"/>
                  </a:lnTo>
                  <a:lnTo>
                    <a:pt x="3542986" y="345589"/>
                  </a:lnTo>
                  <a:lnTo>
                    <a:pt x="3545942" y="344538"/>
                  </a:lnTo>
                  <a:lnTo>
                    <a:pt x="3548551" y="343611"/>
                  </a:lnTo>
                  <a:lnTo>
                    <a:pt x="3552377" y="342251"/>
                  </a:lnTo>
                  <a:lnTo>
                    <a:pt x="3555159" y="341262"/>
                  </a:lnTo>
                  <a:lnTo>
                    <a:pt x="3559332" y="339779"/>
                  </a:lnTo>
                  <a:lnTo>
                    <a:pt x="3562289" y="338728"/>
                  </a:lnTo>
                  <a:lnTo>
                    <a:pt x="3562984" y="338481"/>
                  </a:lnTo>
                  <a:lnTo>
                    <a:pt x="3563332" y="338357"/>
                  </a:lnTo>
                  <a:lnTo>
                    <a:pt x="3563506" y="338295"/>
                  </a:lnTo>
                  <a:lnTo>
                    <a:pt x="3563680" y="338233"/>
                  </a:lnTo>
                  <a:lnTo>
                    <a:pt x="3564897" y="337801"/>
                  </a:lnTo>
                  <a:lnTo>
                    <a:pt x="3566636" y="337183"/>
                  </a:lnTo>
                  <a:lnTo>
                    <a:pt x="3566810" y="337121"/>
                  </a:lnTo>
                  <a:lnTo>
                    <a:pt x="3568549" y="336503"/>
                  </a:lnTo>
                  <a:lnTo>
                    <a:pt x="3570984" y="335637"/>
                  </a:lnTo>
                  <a:lnTo>
                    <a:pt x="3572201" y="335205"/>
                  </a:lnTo>
                  <a:lnTo>
                    <a:pt x="3576027" y="333845"/>
                  </a:lnTo>
                  <a:lnTo>
                    <a:pt x="3584895" y="330692"/>
                  </a:lnTo>
                  <a:lnTo>
                    <a:pt x="3588895" y="329271"/>
                  </a:lnTo>
                  <a:lnTo>
                    <a:pt x="3590112" y="328838"/>
                  </a:lnTo>
                  <a:lnTo>
                    <a:pt x="3591851" y="328220"/>
                  </a:lnTo>
                  <a:lnTo>
                    <a:pt x="3592547" y="327973"/>
                  </a:lnTo>
                  <a:lnTo>
                    <a:pt x="3601937" y="324635"/>
                  </a:lnTo>
                  <a:lnTo>
                    <a:pt x="3608198" y="322410"/>
                  </a:lnTo>
                  <a:lnTo>
                    <a:pt x="3609415" y="321977"/>
                  </a:lnTo>
                  <a:lnTo>
                    <a:pt x="3615501" y="319813"/>
                  </a:lnTo>
                  <a:lnTo>
                    <a:pt x="3617762" y="319010"/>
                  </a:lnTo>
                  <a:lnTo>
                    <a:pt x="3619675" y="318330"/>
                  </a:lnTo>
                  <a:lnTo>
                    <a:pt x="3623327" y="317032"/>
                  </a:lnTo>
                  <a:lnTo>
                    <a:pt x="3623848" y="316846"/>
                  </a:lnTo>
                  <a:lnTo>
                    <a:pt x="3624718" y="316537"/>
                  </a:lnTo>
                  <a:lnTo>
                    <a:pt x="3625240" y="316352"/>
                  </a:lnTo>
                  <a:lnTo>
                    <a:pt x="3625413" y="316290"/>
                  </a:lnTo>
                  <a:lnTo>
                    <a:pt x="3627674" y="315487"/>
                  </a:lnTo>
                  <a:lnTo>
                    <a:pt x="3637760" y="311902"/>
                  </a:lnTo>
                  <a:lnTo>
                    <a:pt x="3638804" y="311531"/>
                  </a:lnTo>
                  <a:lnTo>
                    <a:pt x="3640195" y="311036"/>
                  </a:lnTo>
                  <a:lnTo>
                    <a:pt x="3644021" y="309676"/>
                  </a:lnTo>
                  <a:lnTo>
                    <a:pt x="3645759" y="309058"/>
                  </a:lnTo>
                  <a:lnTo>
                    <a:pt x="3646281" y="308873"/>
                  </a:lnTo>
                  <a:lnTo>
                    <a:pt x="3647672" y="308378"/>
                  </a:lnTo>
                  <a:lnTo>
                    <a:pt x="3648368" y="308131"/>
                  </a:lnTo>
                  <a:lnTo>
                    <a:pt x="3651846" y="306895"/>
                  </a:lnTo>
                  <a:lnTo>
                    <a:pt x="3652194" y="306771"/>
                  </a:lnTo>
                  <a:lnTo>
                    <a:pt x="3655498" y="305597"/>
                  </a:lnTo>
                  <a:lnTo>
                    <a:pt x="3657585" y="304855"/>
                  </a:lnTo>
                  <a:lnTo>
                    <a:pt x="3659150" y="304299"/>
                  </a:lnTo>
                  <a:lnTo>
                    <a:pt x="3660193" y="303928"/>
                  </a:lnTo>
                  <a:lnTo>
                    <a:pt x="3661410" y="303495"/>
                  </a:lnTo>
                  <a:lnTo>
                    <a:pt x="3662454" y="303124"/>
                  </a:lnTo>
                  <a:lnTo>
                    <a:pt x="3662975" y="302939"/>
                  </a:lnTo>
                  <a:lnTo>
                    <a:pt x="3663149" y="302877"/>
                  </a:lnTo>
                  <a:lnTo>
                    <a:pt x="3664540" y="302383"/>
                  </a:lnTo>
                  <a:lnTo>
                    <a:pt x="3666453" y="301703"/>
                  </a:lnTo>
                  <a:lnTo>
                    <a:pt x="3668714" y="300899"/>
                  </a:lnTo>
                  <a:lnTo>
                    <a:pt x="3670279" y="300343"/>
                  </a:lnTo>
                  <a:lnTo>
                    <a:pt x="3674105" y="298983"/>
                  </a:lnTo>
                  <a:lnTo>
                    <a:pt x="3675322" y="298550"/>
                  </a:lnTo>
                  <a:lnTo>
                    <a:pt x="3675844" y="298365"/>
                  </a:lnTo>
                  <a:lnTo>
                    <a:pt x="3677409" y="297808"/>
                  </a:lnTo>
                  <a:lnTo>
                    <a:pt x="3683147" y="295769"/>
                  </a:lnTo>
                  <a:lnTo>
                    <a:pt x="3688886" y="293729"/>
                  </a:lnTo>
                  <a:lnTo>
                    <a:pt x="3692538" y="292431"/>
                  </a:lnTo>
                  <a:lnTo>
                    <a:pt x="3692712" y="292369"/>
                  </a:lnTo>
                  <a:lnTo>
                    <a:pt x="3694625" y="291689"/>
                  </a:lnTo>
                  <a:lnTo>
                    <a:pt x="3694799" y="291627"/>
                  </a:lnTo>
                  <a:lnTo>
                    <a:pt x="3696364" y="291071"/>
                  </a:lnTo>
                  <a:lnTo>
                    <a:pt x="3699842" y="289835"/>
                  </a:lnTo>
                  <a:lnTo>
                    <a:pt x="3700885" y="289464"/>
                  </a:lnTo>
                  <a:lnTo>
                    <a:pt x="3701754" y="289155"/>
                  </a:lnTo>
                  <a:lnTo>
                    <a:pt x="3702102" y="289031"/>
                  </a:lnTo>
                  <a:lnTo>
                    <a:pt x="3703146" y="288660"/>
                  </a:lnTo>
                  <a:lnTo>
                    <a:pt x="3709406" y="286435"/>
                  </a:lnTo>
                  <a:lnTo>
                    <a:pt x="3713753" y="284890"/>
                  </a:lnTo>
                  <a:lnTo>
                    <a:pt x="3715318" y="284333"/>
                  </a:lnTo>
                  <a:lnTo>
                    <a:pt x="3716536" y="283901"/>
                  </a:lnTo>
                  <a:lnTo>
                    <a:pt x="3716884" y="283777"/>
                  </a:lnTo>
                  <a:lnTo>
                    <a:pt x="3719840" y="282726"/>
                  </a:lnTo>
                  <a:lnTo>
                    <a:pt x="3722448" y="281799"/>
                  </a:lnTo>
                  <a:lnTo>
                    <a:pt x="3726274" y="280439"/>
                  </a:lnTo>
                  <a:lnTo>
                    <a:pt x="3729056" y="279450"/>
                  </a:lnTo>
                  <a:lnTo>
                    <a:pt x="3736186" y="276916"/>
                  </a:lnTo>
                  <a:lnTo>
                    <a:pt x="3736882" y="276669"/>
                  </a:lnTo>
                  <a:lnTo>
                    <a:pt x="3737230" y="276545"/>
                  </a:lnTo>
                  <a:lnTo>
                    <a:pt x="3737403" y="276483"/>
                  </a:lnTo>
                  <a:lnTo>
                    <a:pt x="3737577" y="276422"/>
                  </a:lnTo>
                  <a:lnTo>
                    <a:pt x="3738795" y="275989"/>
                  </a:lnTo>
                  <a:lnTo>
                    <a:pt x="3740534" y="275371"/>
                  </a:lnTo>
                  <a:lnTo>
                    <a:pt x="3740707" y="275309"/>
                  </a:lnTo>
                  <a:lnTo>
                    <a:pt x="3742446" y="274691"/>
                  </a:lnTo>
                  <a:lnTo>
                    <a:pt x="3744881" y="273825"/>
                  </a:lnTo>
                  <a:lnTo>
                    <a:pt x="3746098" y="273393"/>
                  </a:lnTo>
                  <a:lnTo>
                    <a:pt x="3749924" y="272033"/>
                  </a:lnTo>
                  <a:lnTo>
                    <a:pt x="3758793" y="268881"/>
                  </a:lnTo>
                  <a:lnTo>
                    <a:pt x="3762792" y="267459"/>
                  </a:lnTo>
                  <a:lnTo>
                    <a:pt x="3763140" y="267335"/>
                  </a:lnTo>
                  <a:lnTo>
                    <a:pt x="3764010" y="267026"/>
                  </a:lnTo>
                  <a:lnTo>
                    <a:pt x="3765749" y="266408"/>
                  </a:lnTo>
                  <a:lnTo>
                    <a:pt x="3766444" y="266161"/>
                  </a:lnTo>
                  <a:lnTo>
                    <a:pt x="3774791" y="263194"/>
                  </a:lnTo>
                  <a:lnTo>
                    <a:pt x="3775835" y="262823"/>
                  </a:lnTo>
                  <a:lnTo>
                    <a:pt x="3782095" y="260598"/>
                  </a:lnTo>
                  <a:lnTo>
                    <a:pt x="3783312" y="260165"/>
                  </a:lnTo>
                  <a:lnTo>
                    <a:pt x="3789399" y="258002"/>
                  </a:lnTo>
                  <a:lnTo>
                    <a:pt x="3791659" y="257198"/>
                  </a:lnTo>
                  <a:lnTo>
                    <a:pt x="3793572" y="256518"/>
                  </a:lnTo>
                  <a:lnTo>
                    <a:pt x="3797224" y="255220"/>
                  </a:lnTo>
                  <a:lnTo>
                    <a:pt x="3797746" y="255035"/>
                  </a:lnTo>
                  <a:lnTo>
                    <a:pt x="3798615" y="254726"/>
                  </a:lnTo>
                  <a:lnTo>
                    <a:pt x="3799137" y="254540"/>
                  </a:lnTo>
                  <a:lnTo>
                    <a:pt x="3799311" y="254478"/>
                  </a:lnTo>
                  <a:lnTo>
                    <a:pt x="3801572" y="253675"/>
                  </a:lnTo>
                  <a:lnTo>
                    <a:pt x="3811658" y="250090"/>
                  </a:lnTo>
                  <a:lnTo>
                    <a:pt x="3812701" y="249719"/>
                  </a:lnTo>
                  <a:lnTo>
                    <a:pt x="3814092" y="249224"/>
                  </a:lnTo>
                  <a:lnTo>
                    <a:pt x="3817918" y="247865"/>
                  </a:lnTo>
                  <a:lnTo>
                    <a:pt x="3819657" y="247246"/>
                  </a:lnTo>
                  <a:lnTo>
                    <a:pt x="3820179" y="247061"/>
                  </a:lnTo>
                  <a:lnTo>
                    <a:pt x="3821570" y="246567"/>
                  </a:lnTo>
                  <a:lnTo>
                    <a:pt x="3822265" y="246319"/>
                  </a:lnTo>
                  <a:lnTo>
                    <a:pt x="3825743" y="245083"/>
                  </a:lnTo>
                  <a:lnTo>
                    <a:pt x="3826091" y="244959"/>
                  </a:lnTo>
                  <a:lnTo>
                    <a:pt x="3829395" y="243785"/>
                  </a:lnTo>
                  <a:lnTo>
                    <a:pt x="3831482" y="243043"/>
                  </a:lnTo>
                  <a:lnTo>
                    <a:pt x="3833047" y="242487"/>
                  </a:lnTo>
                  <a:lnTo>
                    <a:pt x="3834090" y="242116"/>
                  </a:lnTo>
                  <a:lnTo>
                    <a:pt x="3835308" y="241683"/>
                  </a:lnTo>
                  <a:lnTo>
                    <a:pt x="3836351" y="241313"/>
                  </a:lnTo>
                  <a:lnTo>
                    <a:pt x="3836873" y="241127"/>
                  </a:lnTo>
                  <a:lnTo>
                    <a:pt x="3837047" y="241065"/>
                  </a:lnTo>
                  <a:lnTo>
                    <a:pt x="3838438" y="240571"/>
                  </a:lnTo>
                  <a:lnTo>
                    <a:pt x="3840351" y="239891"/>
                  </a:lnTo>
                  <a:lnTo>
                    <a:pt x="3842611" y="239087"/>
                  </a:lnTo>
                  <a:lnTo>
                    <a:pt x="3844176" y="238531"/>
                  </a:lnTo>
                  <a:lnTo>
                    <a:pt x="3848002" y="237171"/>
                  </a:lnTo>
                  <a:lnTo>
                    <a:pt x="3849219" y="236738"/>
                  </a:lnTo>
                  <a:lnTo>
                    <a:pt x="3849741" y="236553"/>
                  </a:lnTo>
                  <a:lnTo>
                    <a:pt x="3851306" y="235997"/>
                  </a:lnTo>
                  <a:lnTo>
                    <a:pt x="3857045" y="233957"/>
                  </a:lnTo>
                  <a:lnTo>
                    <a:pt x="3862783" y="231917"/>
                  </a:lnTo>
                  <a:lnTo>
                    <a:pt x="3866435" y="230619"/>
                  </a:lnTo>
                  <a:lnTo>
                    <a:pt x="3866609" y="230557"/>
                  </a:lnTo>
                  <a:lnTo>
                    <a:pt x="3868522" y="229877"/>
                  </a:lnTo>
                  <a:lnTo>
                    <a:pt x="3868696" y="229816"/>
                  </a:lnTo>
                  <a:lnTo>
                    <a:pt x="3870261" y="229259"/>
                  </a:lnTo>
                  <a:lnTo>
                    <a:pt x="3873739" y="228023"/>
                  </a:lnTo>
                  <a:lnTo>
                    <a:pt x="3874782" y="227652"/>
                  </a:lnTo>
                  <a:lnTo>
                    <a:pt x="3875652" y="227343"/>
                  </a:lnTo>
                  <a:lnTo>
                    <a:pt x="3876000" y="227219"/>
                  </a:lnTo>
                  <a:lnTo>
                    <a:pt x="3877043" y="226849"/>
                  </a:lnTo>
                  <a:lnTo>
                    <a:pt x="3883303" y="224623"/>
                  </a:lnTo>
                  <a:lnTo>
                    <a:pt x="3887651" y="223078"/>
                  </a:lnTo>
                  <a:lnTo>
                    <a:pt x="3889216" y="222522"/>
                  </a:lnTo>
                  <a:lnTo>
                    <a:pt x="3890433" y="222089"/>
                  </a:lnTo>
                  <a:lnTo>
                    <a:pt x="3890781" y="221965"/>
                  </a:lnTo>
                  <a:lnTo>
                    <a:pt x="3893737" y="220915"/>
                  </a:lnTo>
                  <a:lnTo>
                    <a:pt x="3896346" y="219987"/>
                  </a:lnTo>
                  <a:lnTo>
                    <a:pt x="3900171" y="218628"/>
                  </a:lnTo>
                  <a:lnTo>
                    <a:pt x="3902954" y="217639"/>
                  </a:lnTo>
                  <a:lnTo>
                    <a:pt x="3907127" y="216155"/>
                  </a:lnTo>
                  <a:lnTo>
                    <a:pt x="3910084" y="215104"/>
                  </a:lnTo>
                  <a:lnTo>
                    <a:pt x="3910779" y="214857"/>
                  </a:lnTo>
                  <a:lnTo>
                    <a:pt x="3911127" y="214733"/>
                  </a:lnTo>
                  <a:lnTo>
                    <a:pt x="3911301" y="214672"/>
                  </a:lnTo>
                  <a:lnTo>
                    <a:pt x="3911475" y="214610"/>
                  </a:lnTo>
                  <a:lnTo>
                    <a:pt x="3912692" y="214177"/>
                  </a:lnTo>
                  <a:lnTo>
                    <a:pt x="3914431" y="213559"/>
                  </a:lnTo>
                  <a:lnTo>
                    <a:pt x="3914605" y="213497"/>
                  </a:lnTo>
                  <a:lnTo>
                    <a:pt x="3916344" y="212879"/>
                  </a:lnTo>
                  <a:lnTo>
                    <a:pt x="3918778" y="212014"/>
                  </a:lnTo>
                  <a:lnTo>
                    <a:pt x="3919996" y="211581"/>
                  </a:lnTo>
                  <a:lnTo>
                    <a:pt x="3923821" y="210221"/>
                  </a:lnTo>
                  <a:lnTo>
                    <a:pt x="3932690" y="207069"/>
                  </a:lnTo>
                  <a:lnTo>
                    <a:pt x="3936690" y="205647"/>
                  </a:lnTo>
                  <a:lnTo>
                    <a:pt x="3937038" y="205524"/>
                  </a:lnTo>
                  <a:lnTo>
                    <a:pt x="3937907" y="205214"/>
                  </a:lnTo>
                  <a:lnTo>
                    <a:pt x="3939646" y="204596"/>
                  </a:lnTo>
                  <a:lnTo>
                    <a:pt x="3940342" y="204349"/>
                  </a:lnTo>
                  <a:lnTo>
                    <a:pt x="3948689" y="201382"/>
                  </a:lnTo>
                  <a:lnTo>
                    <a:pt x="3949732" y="201011"/>
                  </a:lnTo>
                  <a:lnTo>
                    <a:pt x="3955993" y="198786"/>
                  </a:lnTo>
                  <a:lnTo>
                    <a:pt x="3957210" y="198353"/>
                  </a:lnTo>
                  <a:lnTo>
                    <a:pt x="3963296" y="196190"/>
                  </a:lnTo>
                  <a:lnTo>
                    <a:pt x="3965557" y="195386"/>
                  </a:lnTo>
                  <a:lnTo>
                    <a:pt x="3967470" y="194706"/>
                  </a:lnTo>
                  <a:lnTo>
                    <a:pt x="3971122" y="193408"/>
                  </a:lnTo>
                  <a:lnTo>
                    <a:pt x="3971643" y="193223"/>
                  </a:lnTo>
                  <a:lnTo>
                    <a:pt x="3972513" y="192914"/>
                  </a:lnTo>
                  <a:lnTo>
                    <a:pt x="3973034" y="192728"/>
                  </a:lnTo>
                  <a:lnTo>
                    <a:pt x="3973208" y="192667"/>
                  </a:lnTo>
                  <a:lnTo>
                    <a:pt x="3975469" y="191863"/>
                  </a:lnTo>
                  <a:lnTo>
                    <a:pt x="3985555" y="188278"/>
                  </a:lnTo>
                  <a:lnTo>
                    <a:pt x="3986598" y="187907"/>
                  </a:lnTo>
                  <a:lnTo>
                    <a:pt x="3987990" y="187413"/>
                  </a:lnTo>
                  <a:lnTo>
                    <a:pt x="3991815" y="186053"/>
                  </a:lnTo>
                  <a:lnTo>
                    <a:pt x="3993554" y="185435"/>
                  </a:lnTo>
                  <a:lnTo>
                    <a:pt x="3994076" y="185249"/>
                  </a:lnTo>
                  <a:lnTo>
                    <a:pt x="3995467" y="184755"/>
                  </a:lnTo>
                  <a:lnTo>
                    <a:pt x="3996163" y="184508"/>
                  </a:lnTo>
                  <a:lnTo>
                    <a:pt x="3999989" y="183148"/>
                  </a:lnTo>
                  <a:lnTo>
                    <a:pt x="4003293" y="181973"/>
                  </a:lnTo>
                  <a:lnTo>
                    <a:pt x="4005379" y="181232"/>
                  </a:lnTo>
                  <a:lnTo>
                    <a:pt x="4006944" y="180675"/>
                  </a:lnTo>
                  <a:lnTo>
                    <a:pt x="4007988" y="180304"/>
                  </a:lnTo>
                  <a:lnTo>
                    <a:pt x="4009205" y="179872"/>
                  </a:lnTo>
                  <a:lnTo>
                    <a:pt x="4010249" y="179501"/>
                  </a:lnTo>
                  <a:lnTo>
                    <a:pt x="4010770" y="179315"/>
                  </a:lnTo>
                  <a:lnTo>
                    <a:pt x="4010944" y="179254"/>
                  </a:lnTo>
                  <a:lnTo>
                    <a:pt x="4012335" y="178759"/>
                  </a:lnTo>
                  <a:lnTo>
                    <a:pt x="4014248" y="178079"/>
                  </a:lnTo>
                  <a:lnTo>
                    <a:pt x="4016509" y="177276"/>
                  </a:lnTo>
                  <a:lnTo>
                    <a:pt x="4018074" y="176719"/>
                  </a:lnTo>
                  <a:lnTo>
                    <a:pt x="4021900" y="175359"/>
                  </a:lnTo>
                  <a:lnTo>
                    <a:pt x="4023117" y="174927"/>
                  </a:lnTo>
                  <a:lnTo>
                    <a:pt x="4023639" y="174741"/>
                  </a:lnTo>
                  <a:lnTo>
                    <a:pt x="4025204" y="174185"/>
                  </a:lnTo>
                  <a:lnTo>
                    <a:pt x="4030942" y="172145"/>
                  </a:lnTo>
                  <a:lnTo>
                    <a:pt x="4036681" y="170105"/>
                  </a:lnTo>
                  <a:lnTo>
                    <a:pt x="4040333" y="168807"/>
                  </a:lnTo>
                  <a:lnTo>
                    <a:pt x="4040507" y="168746"/>
                  </a:lnTo>
                  <a:lnTo>
                    <a:pt x="4042420" y="168066"/>
                  </a:lnTo>
                  <a:lnTo>
                    <a:pt x="4042593" y="168004"/>
                  </a:lnTo>
                  <a:lnTo>
                    <a:pt x="4044159" y="167447"/>
                  </a:lnTo>
                  <a:lnTo>
                    <a:pt x="4047636" y="166211"/>
                  </a:lnTo>
                  <a:lnTo>
                    <a:pt x="4048680" y="165840"/>
                  </a:lnTo>
                  <a:lnTo>
                    <a:pt x="4049549" y="165531"/>
                  </a:lnTo>
                  <a:lnTo>
                    <a:pt x="4049897" y="165408"/>
                  </a:lnTo>
                  <a:lnTo>
                    <a:pt x="4050941" y="165037"/>
                  </a:lnTo>
                  <a:lnTo>
                    <a:pt x="4057201" y="162812"/>
                  </a:lnTo>
                  <a:lnTo>
                    <a:pt x="4061548" y="161266"/>
                  </a:lnTo>
                  <a:lnTo>
                    <a:pt x="4063113" y="160710"/>
                  </a:lnTo>
                  <a:lnTo>
                    <a:pt x="4064331" y="160277"/>
                  </a:lnTo>
                  <a:lnTo>
                    <a:pt x="4064678" y="160154"/>
                  </a:lnTo>
                  <a:lnTo>
                    <a:pt x="4067635" y="159103"/>
                  </a:lnTo>
                  <a:lnTo>
                    <a:pt x="4070243" y="158176"/>
                  </a:lnTo>
                  <a:lnTo>
                    <a:pt x="4074069" y="156816"/>
                  </a:lnTo>
                  <a:lnTo>
                    <a:pt x="4076851" y="155827"/>
                  </a:lnTo>
                  <a:lnTo>
                    <a:pt x="4081025" y="154343"/>
                  </a:lnTo>
                  <a:lnTo>
                    <a:pt x="4083981" y="153293"/>
                  </a:lnTo>
                  <a:lnTo>
                    <a:pt x="4084677" y="153045"/>
                  </a:lnTo>
                  <a:lnTo>
                    <a:pt x="4085198" y="152860"/>
                  </a:lnTo>
                  <a:lnTo>
                    <a:pt x="4085372" y="152798"/>
                  </a:lnTo>
                  <a:lnTo>
                    <a:pt x="4086590" y="152365"/>
                  </a:lnTo>
                  <a:lnTo>
                    <a:pt x="4088328" y="151747"/>
                  </a:lnTo>
                  <a:lnTo>
                    <a:pt x="4088502" y="151685"/>
                  </a:lnTo>
                  <a:lnTo>
                    <a:pt x="4090241" y="151067"/>
                  </a:lnTo>
                  <a:lnTo>
                    <a:pt x="4092676" y="150202"/>
                  </a:lnTo>
                  <a:lnTo>
                    <a:pt x="4093893" y="149769"/>
                  </a:lnTo>
                  <a:lnTo>
                    <a:pt x="4097719" y="148409"/>
                  </a:lnTo>
                  <a:lnTo>
                    <a:pt x="4106588" y="145257"/>
                  </a:lnTo>
                  <a:lnTo>
                    <a:pt x="4110587" y="143835"/>
                  </a:lnTo>
                  <a:lnTo>
                    <a:pt x="4110935" y="143712"/>
                  </a:lnTo>
                  <a:lnTo>
                    <a:pt x="4111805" y="143403"/>
                  </a:lnTo>
                  <a:lnTo>
                    <a:pt x="4114239" y="142537"/>
                  </a:lnTo>
                  <a:lnTo>
                    <a:pt x="4122586" y="139570"/>
                  </a:lnTo>
                  <a:lnTo>
                    <a:pt x="4123630" y="139200"/>
                  </a:lnTo>
                  <a:lnTo>
                    <a:pt x="4129890" y="136974"/>
                  </a:lnTo>
                  <a:lnTo>
                    <a:pt x="4131107" y="136542"/>
                  </a:lnTo>
                  <a:lnTo>
                    <a:pt x="4137194" y="134378"/>
                  </a:lnTo>
                  <a:lnTo>
                    <a:pt x="4139454" y="133575"/>
                  </a:lnTo>
                  <a:lnTo>
                    <a:pt x="4141367" y="132895"/>
                  </a:lnTo>
                  <a:lnTo>
                    <a:pt x="4145019" y="131597"/>
                  </a:lnTo>
                  <a:lnTo>
                    <a:pt x="4146410" y="131102"/>
                  </a:lnTo>
                  <a:lnTo>
                    <a:pt x="4146932" y="130917"/>
                  </a:lnTo>
                  <a:lnTo>
                    <a:pt x="4147106" y="130855"/>
                  </a:lnTo>
                  <a:lnTo>
                    <a:pt x="4149366" y="130051"/>
                  </a:lnTo>
                  <a:lnTo>
                    <a:pt x="4159453" y="126466"/>
                  </a:lnTo>
                  <a:lnTo>
                    <a:pt x="4160496" y="126095"/>
                  </a:lnTo>
                  <a:lnTo>
                    <a:pt x="4161887" y="125601"/>
                  </a:lnTo>
                  <a:lnTo>
                    <a:pt x="4167452" y="123623"/>
                  </a:lnTo>
                  <a:lnTo>
                    <a:pt x="4170060" y="122696"/>
                  </a:lnTo>
                  <a:lnTo>
                    <a:pt x="4173886" y="121336"/>
                  </a:lnTo>
                  <a:lnTo>
                    <a:pt x="4177190" y="120162"/>
                  </a:lnTo>
                  <a:lnTo>
                    <a:pt x="4179277" y="119420"/>
                  </a:lnTo>
                  <a:lnTo>
                    <a:pt x="4180842" y="118863"/>
                  </a:lnTo>
                  <a:lnTo>
                    <a:pt x="4183103" y="118060"/>
                  </a:lnTo>
                  <a:lnTo>
                    <a:pt x="4184146" y="117689"/>
                  </a:lnTo>
                  <a:lnTo>
                    <a:pt x="4184668" y="117504"/>
                  </a:lnTo>
                  <a:lnTo>
                    <a:pt x="4184842" y="117442"/>
                  </a:lnTo>
                  <a:lnTo>
                    <a:pt x="4186233" y="116947"/>
                  </a:lnTo>
                  <a:lnTo>
                    <a:pt x="4188146" y="116267"/>
                  </a:lnTo>
                  <a:lnTo>
                    <a:pt x="4190406" y="115464"/>
                  </a:lnTo>
                  <a:lnTo>
                    <a:pt x="4191971" y="114908"/>
                  </a:lnTo>
                  <a:lnTo>
                    <a:pt x="4195797" y="113548"/>
                  </a:lnTo>
                  <a:lnTo>
                    <a:pt x="4197536" y="112930"/>
                  </a:lnTo>
                  <a:lnTo>
                    <a:pt x="4199101" y="112373"/>
                  </a:lnTo>
                  <a:lnTo>
                    <a:pt x="4204840" y="110333"/>
                  </a:lnTo>
                  <a:lnTo>
                    <a:pt x="4210578" y="108294"/>
                  </a:lnTo>
                  <a:lnTo>
                    <a:pt x="4214404" y="106934"/>
                  </a:lnTo>
                  <a:lnTo>
                    <a:pt x="4216317" y="106254"/>
                  </a:lnTo>
                  <a:lnTo>
                    <a:pt x="4221534" y="104400"/>
                  </a:lnTo>
                  <a:lnTo>
                    <a:pt x="4223447" y="103720"/>
                  </a:lnTo>
                  <a:lnTo>
                    <a:pt x="4223795" y="103596"/>
                  </a:lnTo>
                  <a:lnTo>
                    <a:pt x="4224838" y="103225"/>
                  </a:lnTo>
                  <a:lnTo>
                    <a:pt x="4231098" y="101000"/>
                  </a:lnTo>
                  <a:lnTo>
                    <a:pt x="4237011" y="98898"/>
                  </a:lnTo>
                  <a:lnTo>
                    <a:pt x="4238228" y="98466"/>
                  </a:lnTo>
                  <a:lnTo>
                    <a:pt x="4241532" y="97291"/>
                  </a:lnTo>
                  <a:lnTo>
                    <a:pt x="4244141" y="96364"/>
                  </a:lnTo>
                  <a:lnTo>
                    <a:pt x="4250749" y="94015"/>
                  </a:lnTo>
                  <a:lnTo>
                    <a:pt x="4254922" y="92532"/>
                  </a:lnTo>
                  <a:lnTo>
                    <a:pt x="4258574" y="91234"/>
                  </a:lnTo>
                  <a:lnTo>
                    <a:pt x="4259096" y="91048"/>
                  </a:lnTo>
                  <a:lnTo>
                    <a:pt x="4262226" y="89936"/>
                  </a:lnTo>
                  <a:lnTo>
                    <a:pt x="4262400" y="89874"/>
                  </a:lnTo>
                  <a:lnTo>
                    <a:pt x="4264139" y="89256"/>
                  </a:lnTo>
                  <a:lnTo>
                    <a:pt x="4266573" y="88390"/>
                  </a:lnTo>
                  <a:lnTo>
                    <a:pt x="4267791" y="87958"/>
                  </a:lnTo>
                  <a:lnTo>
                    <a:pt x="4271616" y="86598"/>
                  </a:lnTo>
                  <a:lnTo>
                    <a:pt x="4280485" y="83445"/>
                  </a:lnTo>
                  <a:lnTo>
                    <a:pt x="4284485" y="82024"/>
                  </a:lnTo>
                  <a:lnTo>
                    <a:pt x="4284833" y="81900"/>
                  </a:lnTo>
                  <a:lnTo>
                    <a:pt x="4287441" y="80973"/>
                  </a:lnTo>
                  <a:lnTo>
                    <a:pt x="4296484" y="77759"/>
                  </a:lnTo>
                  <a:lnTo>
                    <a:pt x="4303787" y="75163"/>
                  </a:lnTo>
                  <a:lnTo>
                    <a:pt x="4313352" y="71763"/>
                  </a:lnTo>
                  <a:lnTo>
                    <a:pt x="4315265" y="71083"/>
                  </a:lnTo>
                  <a:lnTo>
                    <a:pt x="4318916" y="69785"/>
                  </a:lnTo>
                  <a:lnTo>
                    <a:pt x="4320308" y="69290"/>
                  </a:lnTo>
                  <a:lnTo>
                    <a:pt x="4320829" y="69105"/>
                  </a:lnTo>
                  <a:lnTo>
                    <a:pt x="4323264" y="68240"/>
                  </a:lnTo>
                  <a:lnTo>
                    <a:pt x="4334393" y="64284"/>
                  </a:lnTo>
                  <a:lnTo>
                    <a:pt x="4335785" y="63789"/>
                  </a:lnTo>
                  <a:lnTo>
                    <a:pt x="4341349" y="61811"/>
                  </a:lnTo>
                  <a:lnTo>
                    <a:pt x="4353174" y="57608"/>
                  </a:lnTo>
                  <a:lnTo>
                    <a:pt x="4369695" y="51736"/>
                  </a:lnTo>
                  <a:lnTo>
                    <a:pt x="4378737" y="48522"/>
                  </a:lnTo>
                  <a:lnTo>
                    <a:pt x="4388302" y="45122"/>
                  </a:lnTo>
                  <a:lnTo>
                    <a:pt x="4432472" y="29422"/>
                  </a:lnTo>
                  <a:lnTo>
                    <a:pt x="4432993" y="29236"/>
                  </a:lnTo>
                  <a:lnTo>
                    <a:pt x="4436297" y="28062"/>
                  </a:lnTo>
                  <a:lnTo>
                    <a:pt x="4470381" y="15947"/>
                  </a:lnTo>
                  <a:lnTo>
                    <a:pt x="4515247" y="0"/>
                  </a:lnTo>
                </a:path>
              </a:pathLst>
            </a:custGeom>
            <a:ln w="32521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" name="pl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" name="pl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" name="pl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" name="pl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" name="pl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" name="pl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" name="pl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" name="pl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" name="pl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" name="pl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" name="pl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" name="pl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" name="pl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" name="pl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" name="pl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" name="pl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" name="pl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" name="pl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" name="pl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" name="pl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" name="pl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" name="pl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" name="pl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" name="pl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" name="pl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" name="pl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" name="pl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" name="pl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" name="pl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" name="pl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" name="pl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" name="pl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" name="pl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" name="pl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" name="pl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" name="pl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" name="pl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" name="pl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" name="pl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" name="pl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" name="pl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" name="pl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" name="pl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" name="pl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" name="pl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" name="pl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" name="pl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" name="pl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" name="pl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" name="pl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" name="pl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" name="pl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" name="pl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" name="pl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" name="pl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" name="pl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" name="pl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" name="pl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" name="pl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" name="pl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" name="pl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" name="pl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" name="pl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" name="pl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" name="pl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" name="pl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" name="pl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" name="pl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" name="pl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" name="pl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" name="pl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" name="pl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" name="pl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" name="pl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" name="pl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" name="pl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" name="pl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" name="pl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" name="pl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" name="pl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" name="pl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" name="pl1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" name="pl1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" name="pl1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" name="pl1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" name="pl1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" name="pl1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" name="pl1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" name="pl1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" name="pl1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" name="pl1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" name="pl1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" name="pl1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" name="pl1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" name="pl1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" name="pl1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" name="pl1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" name="pl1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" name="pl1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" name="pl1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" name="pl1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" name="pl1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" name="pl1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" name="pl1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" name="pl1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" name="pl1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" name="pl1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" name="pl1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" name="pl1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" name="pl1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" name="pl1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" name="pl1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" name="pl1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" name="pl1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" name="pl1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" name="pl1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" name="pl1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" name="pl1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" name="pl1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" name="pl1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" name="pl1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" name="pl1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" name="pl1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" name="pl1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" name="pl1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" name="pl1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" name="pl1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" name="pl1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" name="pl1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" name="pl1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" name="pl1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" name="pl1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" name="pl1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" name="pl1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" name="pl1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" name="pl1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" name="pl1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" name="pl1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" name="pl1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" name="pl1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" name="pl1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" name="pl1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" name="pl1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" name="pl1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" name="pl1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" name="pl1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" name="pl1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" name="pl1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" name="pl1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" name="pl1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" name="pl1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" name="pl1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" name="pl1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" name="pl1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" name="pl1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" name="pl1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" name="pl1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" name="pl1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" name="pl1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" name="pl1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" name="pl1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" name="pl1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" name="pl1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" name="pl1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" name="pl1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" name="pl1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" name="pl1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" name="pl1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" name="pl1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" name="pl1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" name="pl1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" name="pl1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" name="pl1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" name="pl1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" name="pl1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" name="pl1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" name="pl1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" name="pl1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" name="pl1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" name="pl1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" name="pl1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" name="pl2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" name="pl2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" name="pl2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" name="pl2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" name="pl2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" name="pl2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" name="pl2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" name="pl2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" name="pl2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" name="pl2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" name="pl2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" name="pl2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" name="pl2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" name="pl2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" name="pl2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" name="pl2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" name="pl2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" name="pl2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" name="pl2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" name="pl2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" name="pl2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" name="pl2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" name="pl2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" name="pl2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" name="pl2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" name="pl2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" name="pl2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" name="pl2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" name="pl2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" name="pl2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" name="pl2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" name="pl2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" name="pl2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" name="pl2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" name="pl2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" name="pl2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" name="pl2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" name="pl2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" name="pl2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" name="pl2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" name="pl2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" name="pl2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" name="pl2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" name="pl2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" name="pl2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" name="pl2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" name="pl2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" name="pl2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" name="pl2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" name="pl2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" name="pl2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" name="pl2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" name="pl2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" name="pl2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" name="pl2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" name="pl2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" name="pl2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" name="pl2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" name="pl2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" name="pl2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" name="pl2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" name="pl2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" name="pl2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" name="pl2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" name="pl2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" name="pl2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" name="pl2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" name="pl2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" name="pl2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" name="pl2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" name="pl2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" name="pl2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" name="pl2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4" name="pl2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5" name="pl2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6" name="pl2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7" name="pl2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8" name="pl2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9" name="pl2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0" name="pl2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1" name="pl2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2" name="pl2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3" name="pl2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4" name="pl2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5" name="pl2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6" name="pl2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7" name="pl2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8" name="pl2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9" name="pl2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0" name="pl2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1" name="pl2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2" name="pl2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3" name="pl2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4" name="pl2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5" name="pl2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6" name="pl2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7" name="pl2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8" name="pl2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9" name="pl2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0" name="pl2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1" name="pl3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2" name="pl3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3" name="pl3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4" name="pl3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5" name="pl3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6" name="pl3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7" name="pl3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8" name="pl3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9" name="pl3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0" name="pl3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1" name="pl3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2" name="pl3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3" name="pl3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4" name="pl3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5" name="pl3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6" name="pl3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7" name="pl3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8" name="pl3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9" name="pl3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0" name="pl3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1" name="pl3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2" name="pl3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3" name="pl3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4" name="pl3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5" name="pl3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6" name="pl3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7" name="pl3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8" name="pl3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9" name="pl3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0" name="pl3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1" name="pl3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2" name="pl3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3" name="pl3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4" name="pl3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5" name="pl3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6" name="pl3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7" name="pl3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8" name="pl3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9" name="pl3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0" name="pl3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1" name="pl3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2" name="pl3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3" name="pl3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4" name="pl3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5" name="pl3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6" name="pl3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7" name="pl3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8" name="pl3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9" name="pl3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0" name="pl3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1" name="pl3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2" name="pl3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3" name="pl3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4" name="pl3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5" name="pl3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6" name="pl3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7" name="pl3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8" name="pl3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9" name="pl3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0" name="pl3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1" name="pl3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2" name="pl3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3" name="pl3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4" name="pl3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5" name="pl3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6" name="pl3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7" name="pl3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8" name="pl3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9" name="pl3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0" name="pl3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1" name="pl3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2" name="pl3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3" name="pl3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4" name="pl3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5" name="pl3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6" name="pl3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7" name="pl3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8" name="pl3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9" name="pl3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0" name="pl3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1" name="pl3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2" name="pl3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3" name="pl3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4" name="pl3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5" name="pl3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6" name="pl3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7" name="pl3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8" name="pl3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9" name="pl3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0" name="pl3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1" name="pl3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2" name="pl3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3" name="pl3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4" name="pl3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5" name="pl3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6" name="pl3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7" name="pl3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8" name="pl3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9" name="pl3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0" name="pl3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1" name="pl4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2" name="pl4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3" name="pl4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4" name="pl4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5" name="pl4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6" name="pl4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7" name="pl4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8" name="pl4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9" name="pl4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0" name="pl4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1" name="pl4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2" name="pl4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3" name="pl4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4" name="pl4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5" name="pl4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6" name="pl4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7" name="pl4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8" name="pl4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9" name="pl4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0" name="pl4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1" name="pl4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2" name="pl4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3" name="pl4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4" name="pl4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5" name="pl4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6" name="pl4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7" name="pl4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8" name="pl4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9" name="pl4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0" name="pl4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1" name="pl4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2" name="pl4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3" name="pl4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4" name="pl4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5" name="pl4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6" name="pl4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7" name="pl4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8" name="pl4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9" name="pl4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0" name="pl4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1" name="pl4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2" name="pl4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3" name="pl4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4" name="pl4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5" name="pl4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6" name="pl4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7" name="pl4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8" name="pl4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9" name="pl4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0" name="pl4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1" name="pl4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2" name="pl4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3" name="pl4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4" name="pl4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5" name="pl4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6" name="pl4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7" name="pl4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8" name="pl4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9" name="pl4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0" name="pl4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1" name="pl4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2" name="pl4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3" name="pl4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4" name="pl4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5" name="pl4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6" name="pl4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7" name="pl4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8" name="pl4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9" name="pl4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0" name="pl4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1" name="pl4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2" name="pl4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3" name="pl4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4" name="pl4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5" name="pl4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6" name="pl4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7" name="pl4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8" name="pl4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9" name="pl4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0" name="pl4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1" name="pl4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2" name="pl4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3" name="pl4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4" name="pl4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5" name="pl4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6" name="pl4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7" name="pl4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8" name="pl4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9" name="pl4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0" name="pl4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1" name="pl4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2" name="pl4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3" name="pl4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4" name="pl4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5" name="pl4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6" name="pl4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7" name="pl4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8" name="pl4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9" name="pl4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0" name="pl4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1" name="pl5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2" name="pl5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3" name="pl5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4" name="pl5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5" name="pl5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6" name="pl5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7" name="pl5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8" name="pl5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9" name="pl5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0" name="pl5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1" name="pl5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2" name="pl5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3" name="pl5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4" name="pl5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5" name="pl5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6" name="pl5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7" name="pl5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8" name="pl5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9" name="pl5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0" name="pl5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1" name="pl5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2" name="pl5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3" name="pl5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4" name="pl5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5" name="pl5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6" name="pl5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7" name="pl5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8" name="pl5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9" name="pl5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0" name="pl5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1" name="pl5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2" name="pl5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3" name="pl5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4" name="pl5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5" name="pl5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6" name="pl5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7" name="pl5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8" name="pl5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9" name="pl5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0" name="pl5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1" name="pl5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2" name="pl5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3" name="pl5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4" name="pl5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5" name="pl5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6" name="pl5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7" name="pl5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8" name="pl5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9" name="pl5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0" name="pl5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1" name="pl5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2" name="pl5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3" name="pl5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4" name="pl5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5" name="pl5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6" name="pl5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7" name="pl5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8" name="pl5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9" name="pl5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0" name="pl5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1" name="pl5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2" name="pl5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3" name="pl5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4" name="pl5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5" name="pl5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6" name="pl5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7" name="pl5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8" name="pl5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9" name="pl5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0" name="pl5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1" name="pl5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2" name="pl5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3" name="pl5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4" name="pl5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5" name="pl5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6" name="pl5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7" name="pl5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8" name="pl5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9" name="pl5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0" name="pl5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1" name="pl5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2" name="pl5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3" name="pl5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4" name="pl5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5" name="pl5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6" name="pl5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7" name="pl5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8" name="pl5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9" name="pl5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0" name="pl5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1" name="pl5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2" name="pl5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3" name="pl5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4" name="pl5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5" name="pl5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6" name="pl5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7" name="pl5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8" name="pl5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9" name="pl5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0" name="pl5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1" name="pl6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2" name="pl6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3" name="pl6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4" name="pl6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5" name="pl6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6" name="pl6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7" name="pl6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8" name="pl6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9" name="pl6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0" name="pl6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1" name="pl6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2" name="pl6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3" name="pl6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4" name="pl6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5" name="pl6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6" name="pl6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7" name="pl6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8" name="pl6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9" name="pl6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0" name="pl6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1" name="pl6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2" name="pl6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3" name="pl6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4" name="pl6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5" name="pl6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6" name="pl6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7" name="pl6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8" name="pl6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9" name="pl6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0" name="pl6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1" name="pl6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2" name="pl6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3" name="pl6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4" name="pl6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5" name="pl6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6" name="pl6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7" name="pl6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8" name="pl6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9" name="pl6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0" name="pl6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1" name="pl6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2" name="pl6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3" name="pl6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4" name="pl6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5" name="pl6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6" name="pl6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7" name="pl6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8" name="pl6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9" name="pl6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0" name="pl6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1" name="pl6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2" name="pl6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3" name="pl6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4" name="pl6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5" name="pl6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6" name="pl6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7" name="pl6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8" name="pl6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9" name="pl6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0" name="pl6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1" name="pl6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2" name="pl6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3" name="pl6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4" name="pl6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5" name="pl6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6" name="pl6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7" name="pl6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8" name="pl6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9" name="pl6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0" name="pl6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1" name="pl6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2" name="pl6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3" name="pl6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4" name="pl6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5" name="pl6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6" name="pl6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7" name="pl6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8" name="pl6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9" name="pl6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0" name="pl6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1" name="pl6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2" name="pl6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3" name="pl6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4" name="pl6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5" name="pl6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6" name="pl6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7" name="pl6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8" name="pl6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9" name="pl6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0" name="pl6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1" name="pl6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2" name="pl6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3" name="pl6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4" name="pl6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5" name="pl6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6" name="pl6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7" name="pl6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8" name="pl6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9" name="pl6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0" name="pl6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1" name="pl7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2" name="pl7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3" name="pl7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4" name="pl7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5" name="pl7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6" name="pl7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7" name="pl7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8" name="pl7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9" name="pl7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0" name="pl7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1" name="pl7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2" name="pl7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3" name="pl7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4" name="pl7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5" name="pl7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6" name="pl7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7" name="pl7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8" name="pl7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9" name="pl7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0" name="pl7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1" name="pl7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2" name="pl7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3" name="pl7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4" name="pl7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5" name="pl7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6" name="pl7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7" name="pl7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8" name="pl7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9" name="pl7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0" name="pl7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1" name="pl7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2" name="pl7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3" name="pl7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4" name="pl7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5" name="pl7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6" name="pl7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7" name="pl7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8" name="pl7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9" name="pl7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0" name="pl7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1" name="pl7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2" name="pl7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3" name="pl7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4" name="pl7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5" name="pl7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6" name="pl7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7" name="pl7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8" name="pl7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9" name="pl7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0" name="pl7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1" name="pl7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2" name="pl7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3" name="pl7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4" name="pl7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5" name="pl7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6" name="pl7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7" name="pl7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8" name="pl7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9" name="pl7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0" name="pl7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1" name="pl7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2" name="pl7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3" name="pl7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4" name="pl7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5" name="pl7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6" name="pl7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7" name="pl7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8" name="pl7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9" name="pl7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0" name="pl7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1" name="pl7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2" name="pl7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3" name="pl7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4" name="pl7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5" name="pl7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6" name="pl7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7" name="pl7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8" name="pl7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9" name="pl7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0" name="pl7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1" name="pl7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2" name="pl7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3" name="pl7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4" name="pl7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5" name="pl7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6" name="pl7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7" name="pl7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8" name="pl7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9" name="pl7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0" name="pl7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1" name="pl7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2" name="pl7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3" name="pl7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4" name="pl7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5" name="pl7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6" name="pl7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7" name="pl7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8" name="pl7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9" name="pl7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0" name="pl7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1" name="pl8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2" name="pl8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3" name="pl8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4" name="pl8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5" name="pl8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6" name="pl8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7" name="pl8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8" name="pl8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9" name="pl8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0" name="pl8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1" name="pl8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2" name="pl8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3" name="pl8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4" name="pl8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5" name="pl8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6" name="pl8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7" name="pl8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8" name="pl8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9" name="pl8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0" name="pl8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1" name="pl8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2" name="pl8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3" name="pl8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4" name="pl8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5" name="pl8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6" name="pl8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7" name="pl8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8" name="pl8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9" name="pl8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0" name="pl8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1" name="pl8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2" name="pl8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3" name="pl8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4" name="pl8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5" name="pl8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6" name="pl8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7" name="pl8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8" name="pl8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9" name="pl8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0" name="pl8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1" name="pl8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2" name="pl8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3" name="pl8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4" name="pl8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5" name="pl8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6" name="pl8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7" name="pl8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8" name="pl8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9" name="pl8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0" name="pl8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1" name="pl8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2" name="pl8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3" name="pl8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4" name="pl8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5" name="pl8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6" name="pl8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7" name="pl8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8" name="pl8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9" name="pl8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0" name="pl8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1" name="pl8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2" name="pl8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3" name="pl8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4" name="pl8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5" name="pl8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6" name="pl8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7" name="pl8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8" name="pl8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9" name="pl8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0" name="pl8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1" name="pl8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2" name="pl8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3" name="pl8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4" name="pl8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5" name="pl8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6" name="pl8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7" name="pl8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8" name="pl8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9" name="pl8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0" name="pl8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1" name="pl8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2" name="pl8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3" name="pl8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4" name="pl8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5" name="pl8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6" name="pl8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7" name="pl8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8" name="pl8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9" name="pl8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0" name="pl8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1" name="pl8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2" name="pl8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3" name="pl8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4" name="pl8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5" name="pl8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6" name="pl8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7" name="pl8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8" name="pl8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9" name="pl8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0" name="pl8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1" name="pl9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2" name="pl9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3" name="pl9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4" name="pl9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5" name="pl9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6" name="pl9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7" name="pl9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8" name="pl9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9" name="pl9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0" name="pl9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1" name="pl9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2" name="pl9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3" name="pl9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4" name="pl9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5" name="pl9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6" name="pl9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7" name="pl9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8" name="pl9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9" name="pl9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0" name="pl9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1" name="pl9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2" name="pl9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3" name="pl9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4" name="pl9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5" name="pl9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6" name="pl9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7" name="pl9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8" name="pl9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9" name="pl9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0" name="pl9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1" name="pl9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2" name="pl9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3" name="pl9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4" name="pl9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5" name="pl9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6" name="pl9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7" name="pl9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8" name="pl9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9" name="pl9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0" name="pl9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1" name="pl9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2" name="pl9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3" name="pl9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4" name="pl9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5" name="pl9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6" name="pl9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7" name="pl9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8" name="pl9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9" name="pl9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0" name="pl9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1" name="pl9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2" name="pl9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3" name="pl9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4" name="pl9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5" name="pl9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6" name="pl9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7" name="pl9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8" name="pl9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9" name="pl9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0" name="pl9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1" name="pl9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2" name="pl9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3" name="pl9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4" name="pl9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5" name="pl9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6" name="pl9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7" name="pl9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8" name="pl9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9" name="pl9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0" name="pl9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1" name="pl9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2" name="pl9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3" name="pl9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4" name="pl9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5" name="pl9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6" name="pl9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7" name="pl9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8" name="pl9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9" name="pl9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0" name="pl9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1" name="pl9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2" name="pl9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3" name="pl9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4" name="pl9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5" name="pl9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6" name="pl9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7" name="pl9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8" name="pl9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9" name="pl9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0" name="pl9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1" name="pl9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2" name="pl9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3" name="pl9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4" name="pl9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5" name="pl9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6" name="pl9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7" name="pl9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8" name="pl9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9" name="pl9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0" name="pl9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1" name="pl10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2" name="pl10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3" name="pl10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4" name="pl10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5" name="pl10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6" name="pl10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7" name="pl10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8" name="pl10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9" name="pl10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0" name="pl10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1" name="pl10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2" name="pl10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3" name="pl10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4" name="pl10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5" name="pl10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6" name="pl10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7" name="pl10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8" name="pl10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9" name="pl10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0" name="pl10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1" name="pl10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2" name="pl10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3" name="pl10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4" name="pl10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5" name="pl10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6" name="pl10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7" name="pl10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8" name="pl10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9" name="pl10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0" name="pl10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1" name="pl10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2" name="pl10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3" name="pl10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4" name="pl10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5" name="pl10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6" name="pl10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7" name="pl10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8" name="pl10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9" name="pl10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0" name="pl10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1" name="pl10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2" name="pl10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3" name="pl10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4" name="pl10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5" name="pl10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6" name="pl10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7" name="pl10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8" name="pl10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9" name="pl10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0" name="pl10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1" name="pl10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2" name="pl10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3" name="pl10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4" name="pl10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5" name="pl10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6" name="pl10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7" name="pl10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8" name="pl10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9" name="pl10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0" name="pl10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1" name="pl10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2" name="pl10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3" name="pl10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4" name="pl10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5" name="pl10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6" name="pl10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7" name="pl10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8" name="pl10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9" name="pl10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0" name="pl10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1" name="pl10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2" name="pl10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3" name="pl10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4" name="pl10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5" name="pl10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6" name="pl10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7" name="pl10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8" name="pl10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9" name="pl10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0" name="pl10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1" name="pl10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2" name="pl10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3" name="pl10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4" name="pl10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5" name="pl10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6" name="pl10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7" name="pl10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8" name="pl10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9" name="pl10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0" name="pl10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1" name="pl10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2" name="pl10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3" name="pl10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4" name="pl10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5" name="pl10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6" name="pl10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7" name="pl10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8" name="pl10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9" name="pl10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0" name="pl10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1" name="pl11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2" name="pl11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3" name="pl11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4" name="pl11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5" name="pl11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6" name="pl11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7" name="pl11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8" name="pl11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9" name="pl11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0" name="pl11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1" name="pl11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2" name="pl11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3" name="pl11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4" name="pl11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5" name="pl11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6" name="pl11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7" name="pl11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8" name="pl11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9" name="pl11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0" name="pl11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1" name="pl11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2" name="pl11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3" name="pl11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4" name="pl11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5" name="pl11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6" name="pl11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7" name="pl11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8" name="pl11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9" name="pl11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0" name="pl11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1" name="pl11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2" name="pl11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3" name="pl11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4" name="pl11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5" name="pl11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6" name="pl11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7" name="pl11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8" name="pl11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9" name="pl11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0" name="pl11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1" name="pl11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2" name="pl11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3" name="pl11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4" name="pl11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5" name="pl11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6" name="pl11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7" name="pl11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8" name="pl11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9" name="pl11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0" name="pl11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1" name="pl11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2" name="pl11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3" name="pl11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4" name="pl11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5" name="pl11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6" name="pl11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7" name="pl11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8" name="pl11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9" name="pl11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0" name="pl11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1" name="pl11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2" name="pl11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3" name="pl11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4" name="pl11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5" name="pl11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6" name="pl11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7" name="pl11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8" name="pl11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9" name="pl11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0" name="pl11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1" name="pl11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2" name="pl11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3" name="pl11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4" name="pl11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5" name="pl11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6" name="pl11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7" name="pl11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8" name="pl11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9" name="pl11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0" name="pl11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1" name="pl11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2" name="pl11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3" name="pl11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4" name="pl11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5" name="pl11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6" name="pl11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7" name="pl11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8" name="pl11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9" name="pl11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0" name="pl11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1" name="pl11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2" name="pl11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3" name="pl11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4" name="pl11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5" name="pl11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6" name="pl11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7" name="pl11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8" name="pl11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9" name="pl11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0" name="pl11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1" name="pl12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2" name="pl12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3" name="pl12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4" name="pl12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5" name="pl12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6" name="pl12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7" name="pl12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8" name="pl12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9" name="pl12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0" name="pl12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1" name="pl12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2" name="pl12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3" name="pl12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4" name="pl12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5" name="pl12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6" name="pl12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7" name="pl12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8" name="pl12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9" name="pl12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0" name="pl12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1" name="pl12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2" name="pl12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3" name="pl12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4" name="pl12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5" name="pl12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6" name="pl12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7" name="pl12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8" name="pl12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9" name="pl12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0" name="pl12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1" name="pl12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2" name="pl12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3" name="pl12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4" name="pl12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5" name="pl12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6" name="pl12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7" name="pl12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8" name="pl12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9" name="pl12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0" name="pl12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1" name="pl12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2" name="pl12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3" name="pl12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4" name="pl12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5" name="pl12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6" name="pl12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7" name="pl12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8" name="pl12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9" name="pl12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0" name="pl12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1" name="pl12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2" name="pl12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3" name="pl12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4" name="pl12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5" name="pl12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6" name="pl12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7" name="pl12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8" name="pl12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9" name="pl12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0" name="pl12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1" name="pl12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2" name="pl12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3" name="pl12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4" name="pl12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5" name="pl12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6" name="pl12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7" name="pl12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8" name="pl12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9" name="pl12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0" name="pl12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1" name="pl12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2" name="pl12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3" name="pl12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4" name="pl12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5" name="pl12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6" name="pl12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7" name="pl12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8" name="pl12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9" name="pl12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0" name="pl12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1" name="pl12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2" name="pl12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3" name="pl12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4" name="pl12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5" name="pl12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6" name="pl12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7" name="pl12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8" name="pl12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9" name="pl12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0" name="pl12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1" name="pl12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2" name="pl12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3" name="pl12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4" name="pl12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5" name="pl12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6" name="pl12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7" name="pl12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8" name="pl12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9" name="pl12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0" name="pl12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1" name="pl13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2" name="pl13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3" name="pl13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4" name="pl13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5" name="pl13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6" name="pl13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7" name="pl13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8" name="pl13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9" name="pl13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0" name="pl13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1" name="pl13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2" name="pl13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3" name="pl13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4" name="pl13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5" name="pl13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6" name="pl13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7" name="pl13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8" name="pl13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9" name="pl13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0" name="pl13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1" name="pl13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2" name="pl13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3" name="pl13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4" name="pl13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5" name="pl13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6" name="pl13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7" name="pl13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8" name="pl13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9" name="pl13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0" name="pl13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1" name="pl13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2" name="pl13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3" name="pl13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4" name="pl13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5" name="pl13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6" name="pl13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7" name="pl13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8" name="pl13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9" name="pl13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0" name="pl13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1" name="pl13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2" name="pl13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3" name="pl13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4" name="pl13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5" name="pl13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6" name="pl13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7" name="pl13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8" name="pl13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9" name="pl13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0" name="pl13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1" name="pl13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2" name="pl13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3" name="pl13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4" name="pl13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5" name="pl13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6" name="pl13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7" name="pl13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8" name="pl13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9" name="pl13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0" name="pl13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1" name="pl13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2" name="pl13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3" name="pl13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4" name="pl13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5" name="pl13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6" name="pl13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7" name="pl13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8" name="pl13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9" name="pl13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0" name="pl13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1" name="pl13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2" name="pl13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3" name="pl13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4" name="pl13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5" name="pl13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6" name="pl13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7" name="pl13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8" name="pl13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9" name="pl13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0" name="pl13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1" name="pl13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2" name="pl13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3" name="pl13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4" name="pl13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5" name="pl13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6" name="pl13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7" name="pl13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8" name="pl13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9" name="pl13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0" name="pl13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1" name="pl13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2" name="pl13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3" name="pl13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4" name="pl13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5" name="pl13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6" name="pl13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7" name="pl13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8" name="pl13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9" name="pl13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0" name="pl13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1" name="pl14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2" name="pl14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3" name="pl14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4" name="pl14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5" name="pl14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6" name="pl14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7" name="pl14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8" name="pl14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9" name="pl14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0" name="pl14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1" name="pl14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2" name="pl14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3" name="pl14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4" name="pl14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5" name="pl14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6" name="pl14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7" name="pl14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8" name="pl14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9" name="pl14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0" name="pl14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1" name="pl14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2" name="pl14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3" name="pl14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4" name="pl14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5" name="pl14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6" name="pl14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7" name="pl14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8" name="pl14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9" name="pl14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0" name="pl14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1" name="pl14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2" name="pl14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3" name="pl14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4" name="pl14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5" name="pl14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6" name="pl14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7" name="pl14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8" name="pl14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9" name="pl14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0" name="pl14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1" name="pl14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2" name="pl14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3" name="pl14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4" name="pl14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5" name="pl14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6" name="pl14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7" name="pl14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8" name="pl14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9" name="pl14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0" name="pl14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1" name="pl14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2" name="pl14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3" name="pl14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4" name="pl14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5" name="pl14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6" name="pl14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7" name="pl14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8" name="pl14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9" name="pl14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0" name="pl14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1" name="pl14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2" name="pl14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3" name="pl14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4" name="pl14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5" name="pl14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6" name="pl14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7" name="pl14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8" name="pl14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9" name="pl14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0" name="pl14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1" name="pl14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2" name="pl14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3" name="pl14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4" name="pl14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5" name="pl14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6" name="pl14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7" name="pl14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8" name="pl14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9" name="pl14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0" name="pl14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1" name="pl14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2" name="pl14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3" name="pl14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4" name="pl14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5" name="pl14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6" name="pl14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7" name="pl14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8" name="pl14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9" name="pl14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0" name="pl14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1" name="pl14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2" name="pl14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3" name="pl14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4" name="pl14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5" name="pl14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6" name="pl14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7" name="pl14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8" name="pl14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9" name="pl14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0" name="pl14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1" name="pl15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2" name="pl15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3" name="pl15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4" name="pl15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5" name="pl15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6" name="pl15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7" name="pl15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8" name="pl15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9" name="pl15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0" name="pl15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1" name="pl15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2" name="pl15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3" name="pl15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4" name="pl15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5" name="pl15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6" name="pl15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7" name="pl15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8" name="pl15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9" name="pl15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0" name="pl15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1" name="pl15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2" name="pl15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3" name="pl15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4" name="pl15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5" name="pl15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6" name="pl15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7" name="pl15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8" name="pl15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9" name="pl15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0" name="pl15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1" name="pl15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2" name="pl15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3" name="pl15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4" name="pl15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5" name="pl15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6" name="pl15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7" name="pl15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8" name="pl15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9" name="pl15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0" name="pl15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1" name="pl15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2" name="pl15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3" name="pl15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4" name="pl15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5" name="pl15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6" name="pl15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7" name="pl15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8" name="pl15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9" name="pl15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0" name="pl15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1" name="pl15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2" name="pl15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3" name="pl15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4" name="pl15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5" name="pl15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6" name="pl15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7" name="pl15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8" name="pl15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9" name="pl15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0" name="pl15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1" name="pl15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2" name="pl15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3" name="pl15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4" name="pl15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5" name="pl15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6" name="pl15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7" name="pl15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8" name="pl15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9" name="pl15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0" name="pl15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1" name="pl15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2" name="pl15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3" name="pl15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4" name="pl15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5" name="pl15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6" name="pl15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7" name="pl15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8" name="pl15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9" name="pl15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0" name="pl15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1" name="pl15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2" name="pl15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3" name="pl15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4" name="pl15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5" name="pl15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6" name="pl15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7" name="pl15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8" name="pl15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9" name="pl15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0" name="pl15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1" name="pl15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2" name="pl15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3" name="pl15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4" name="pl15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5" name="pl15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6" name="pl15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7" name="pl15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8" name="pl15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9" name="pl15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0" name="pl15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1" name="pl16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2" name="pl16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3" name="pl16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4" name="pl16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5" name="pl16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6" name="pl16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7" name="pl16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8" name="pl16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9" name="pl16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0" name="pl16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1" name="pl16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2" name="pl16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3" name="pl16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4" name="pl16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5" name="pl16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6" name="pl16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7" name="pl16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8" name="pl16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9" name="pl16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0" name="pl16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1" name="pl16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2" name="pl16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3" name="pl16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4" name="pl16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5" name="pl16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6" name="pl16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7" name="pl16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8" name="pl16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9" name="pl16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0" name="pl16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1" name="pl16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2" name="pl16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3" name="pl16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4" name="pl16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5" name="pl16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6" name="pl16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7" name="pl16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8" name="pl16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9" name="pl16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0" name="pl16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1" name="pl16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2" name="pl16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3" name="pl16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4" name="pl16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5" name="pl16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6" name="pl16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7" name="pl16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8" name="pl16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9" name="pl16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0" name="pl16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1" name="pl16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2" name="pl16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3" name="pl16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4" name="pl16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5" name="pl16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6" name="pl16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7" name="pl16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8" name="pl16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9" name="pl16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0" name="pl16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1" name="pl16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2" name="pl16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3" name="pl16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4" name="pl16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5" name="pl16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6" name="pl16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7" name="pl16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8" name="pl16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9" name="pl16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0" name="pl16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1" name="pl16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2" name="pl16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3" name="pl16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4" name="pl16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5" name="pl16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6" name="pl16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7" name="pl16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8" name="pl16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9" name="pl16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0" name="pl16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1" name="pl16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2" name="pl16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3" name="pl16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4" name="pl16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5" name="pl16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6" name="pl16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7" name="pl16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8" name="pl16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9" name="pl16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0" name="pl16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1" name="pl16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2" name="pl16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3" name="pl16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4" name="pl16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5" name="pl16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6" name="pl16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7" name="pl16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8" name="pl16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9" name="pl16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0" name="pl16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1" name="pl17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2" name="pl17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3" name="pl17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4" name="pl17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5" name="pl17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6" name="pl17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7" name="pl17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8" name="pl17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9" name="pl17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0" name="pl17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1" name="pl17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2" name="pl17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3" name="pl17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4" name="pl17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5" name="pl17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6" name="pl17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7" name="pl17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8" name="pl17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9" name="pl17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0" name="pl17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1" name="pl17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2" name="pl17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3" name="pl17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4" name="pl17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5" name="pl17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6" name="pl17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7" name="pl17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8" name="pl17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9" name="pl17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0" name="pl17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1" name="pl17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2" name="pl17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3" name="pl17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4" name="pl17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5" name="pl17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6" name="pl17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7" name="pl17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8" name="pl17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9" name="pl17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0" name="pl17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1" name="pl17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2" name="pl17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3" name="pl17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4" name="pl17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5" name="pl17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6" name="pl17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7" name="pl17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8" name="pl17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9" name="pl17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0" name="pl17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1" name="pl17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2" name="pl17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3" name="pl17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4" name="pl17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5" name="pl17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6" name="pl17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7" name="pl17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8" name="pl17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9" name="pl17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0" name="pl17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1" name="pl17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2" name="pl17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3" name="pl17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4" name="pl17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5" name="pl17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6" name="pl17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7" name="pl17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8" name="pl17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9" name="pl17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0" name="pl17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1" name="pl17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2" name="pl17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3" name="pl17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4" name="pl17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5" name="pl17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6" name="pl17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7" name="pl17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8" name="pl17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9" name="pl17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0" name="pl17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1" name="pl17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2" name="pl17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3" name="pl17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4" name="pl17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5" name="pl17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6" name="pl17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7" name="pl17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8" name="pl17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9" name="pl17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0" name="pl17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1" name="pl17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2" name="pl17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3" name="pl17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4" name="pl17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5" name="pl17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6" name="pl17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7" name="pl17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8" name="pl17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9" name="pl17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0" name="pl17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1" name="pl18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2" name="pl18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3" name="pl18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4" name="pl18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5" name="pl18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6" name="pl18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7" name="pl18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8" name="pl18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9" name="pl18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0" name="pl18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1" name="pl18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2" name="pl18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3" name="pl18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4" name="pl18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5" name="pl18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6" name="pl18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7" name="pl18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8" name="pl18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9" name="pl18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0" name="pl18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1" name="pl18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2" name="pl18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3" name="pl18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4" name="pl18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5" name="pl18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6" name="pl18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7" name="pl18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8" name="pl18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9" name="pl18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0" name="pl18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1" name="pl18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2" name="pl18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3" name="pl18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4" name="pl18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5" name="pl18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6" name="pl18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7" name="pl18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8" name="pl18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9" name="pl18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0" name="pl18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1" name="pl18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2" name="pl18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3" name="pl18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4" name="pl18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5" name="pl18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6" name="pl18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7" name="pl18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8" name="pl18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9" name="pl18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0" name="pl18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1" name="pl18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2" name="pl18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3" name="pl18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4" name="pl18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5" name="pl18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6" name="pl18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7" name="pl18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8" name="pl18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9" name="pl18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0" name="pl18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1" name="pl18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2" name="pl18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3" name="pl18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4" name="pl18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5" name="pl18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6" name="pl18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7" name="pl18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8" name="pl18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9" name="pl18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0" name="pl18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1" name="pl18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2" name="pl18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3" name="pl18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4" name="pl18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5" name="pl18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6" name="pl18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7" name="pl18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8" name="pl18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9" name="pl18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0" name="pl18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1" name="pl18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2" name="pl18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3" name="pl18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4" name="pl18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5" name="pl18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6" name="pl18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7" name="pl18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8" name="pl18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9" name="pl18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0" name="pl18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1" name="pl18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2" name="pl18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3" name="pl18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4" name="pl18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5" name="pl18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6" name="pl18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7" name="pl18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8" name="pl18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9" name="pl18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0" name="pl18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1" name="pl19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2" name="pl19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3" name="pl19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4" name="pl19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5" name="pl19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6" name="pl19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7" name="pl19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8" name="pl19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9" name="pl19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0" name="pl19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1" name="pl19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2" name="pl19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3" name="pl19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4" name="pl19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5" name="pl19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6" name="pl19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7" name="pl19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8" name="pl19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9" name="pl19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0" name="pl19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1" name="pl19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2" name="pl19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3" name="pl19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4" name="pl19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5" name="pl19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6" name="pl19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7" name="pl19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8" name="pl19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9" name="pl19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0" name="pl19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1" name="pl19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2" name="pl19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3" name="pl19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4" name="pl19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5" name="pl19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6" name="pl19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7" name="pl19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8" name="pl19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9" name="pl19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0" name="pl19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1" name="pl19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2" name="pl19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3" name="pl19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4" name="pl19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5" name="pl19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6" name="pl19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7" name="pl19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8" name="pl19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9" name="pl19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0" name="pl19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1" name="pl19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2" name="pl19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3" name="pl19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4" name="pl19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5" name="pl19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6" name="pl19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7" name="pl19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8" name="pl19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9" name="pl19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0" name="pl19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1" name="pl19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2" name="pl19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3" name="pl19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4" name="pl19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5" name="pl19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6" name="pl19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7" name="pl19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8" name="pl19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9" name="pl19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0" name="pl19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1" name="pl19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2" name="pl19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3" name="pl19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4" name="pl19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5" name="pl19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6" name="pl19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7" name="pl19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8" name="pl19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9" name="pl19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0" name="pl19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1" name="pl19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2" name="pl19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3" name="pl19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4" name="pl19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5" name="pl19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6" name="pl19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7" name="pl19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8" name="pl19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9" name="pl19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0" name="pl19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1" name="pl19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2" name="pl19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3" name="pl19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4" name="pl19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5" name="pl19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6" name="pl19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7" name="pl19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8" name="pl19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9" name="pl19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0" name="pl19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1" name="pl20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2" name="pl20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3" name="pl20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4" name="pl20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5" name="pl20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6" name="pl20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7" name="pl20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8" name="pl20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9" name="pl20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0" name="pl20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1" name="pl20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2" name="pl20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3" name="pl20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4" name="pl20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5" name="pl20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6" name="pl20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7" name="pl20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8" name="pl20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9" name="pl20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0" name="pl20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1" name="pl20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2" name="pl20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3" name="pl20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4" name="pl20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5" name="pl20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6" name="pl20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7" name="pl20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8" name="pl20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9" name="pl20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0" name="pl20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1" name="pl20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2" name="pl20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3" name="pl20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4" name="pl20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5" name="pl20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6" name="pl20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7" name="pl20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8" name="pl20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9" name="pl20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0" name="pl20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1" name="pl20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2" name="pl20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3" name="pl20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4" name="pl20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5" name="pl20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6" name="pl20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7" name="pl20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8" name="pl20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9" name="pl20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0" name="pl20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1" name="pl20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2" name="pl20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3" name="pl20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4" name="pl20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5" name="pl20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6" name="pl20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7" name="pl20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8" name="pl20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9" name="pl20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0" name="pl20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1" name="pl20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2" name="pl20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3" name="pl20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4" name="pl20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5" name="pl20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6" name="pl20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7" name="pl20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8" name="pl20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9" name="pl20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0" name="pl20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1" name="pl20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2" name="pl20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3" name="pl20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4" name="pl20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5" name="pl20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6" name="pl20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7" name="pl20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8" name="pl20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9" name="pl20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0" name="pl20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1" name="pl20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2" name="pl20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3" name="pl20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4" name="pl20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5" name="pl20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6" name="pl20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7" name="pl20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8" name="pl20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9" name="pl20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0" name="pl20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1" name="pl20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2" name="pl20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3" name="pl20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4" name="pl20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5" name="pl20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6" name="pl20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7" name="pl20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8" name="pl20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9" name="pl20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0" name="pl20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1" name="pl21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2" name="pl21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3" name="pl21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4" name="pl21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5" name="pl21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6" name="pl21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7" name="pl21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8" name="pl21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9" name="pl21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0" name="pl21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1" name="pl21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2" name="pl21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3" name="pl21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4" name="pl21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5" name="pl21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6" name="pl21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7" name="pl21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8" name="pl21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9" name="pl21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0" name="pl21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1" name="pl21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2" name="pl21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3" name="pl21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4" name="pl21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5" name="pl21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6" name="pl21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7" name="pl21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8" name="pl21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9" name="pl21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0" name="pl21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1" name="pl21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2" name="pl21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3" name="pl21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4" name="pl21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5" name="pl21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6" name="pl21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7" name="pl21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8" name="pl21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9" name="pl21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0" name="pl21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1" name="pl21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2" name="pl21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3" name="pl21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4" name="pl21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5" name="pl21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6" name="pl21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7" name="pl21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8" name="pl21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9" name="pl21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0" name="pl21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1" name="pl21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2" name="pl21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3" name="pl21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4" name="pl21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5" name="pl21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6" name="pl21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7" name="pl21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8" name="pl21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9" name="pl21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0" name="pl21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1" name="pl21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2" name="pl21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3" name="pl21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4" name="pl21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5" name="pl21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6" name="pl21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7" name="pl21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8" name="pl21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9" name="pl21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0" name="pl21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1" name="pl21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2" name="pl21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3" name="pl21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4" name="pl21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5" name="pl21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6" name="pl21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7" name="pl21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8" name="pl21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9" name="pl21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0" name="pl21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1" name="pl21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2" name="pl21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3" name="pl21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4" name="pl21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5" name="pl21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6" name="pl21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7" name="pl21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8" name="pl21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9" name="pl21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0" name="pl21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1" name="pl21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2" name="pl21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3" name="pl21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4" name="pl21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5" name="pl21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6" name="pl21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7" name="pl21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8" name="pl21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9" name="pl21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0" name="pl21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1" name="pl22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2" name="pl22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3" name="pl22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4" name="pl22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5" name="pl22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6" name="pl22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7" name="pl22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8" name="pl22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9" name="pl22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0" name="pl22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1" name="pl22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2" name="pl22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3" name="pl22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4" name="pl22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5" name="pl22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6" name="pl22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7" name="pl22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8" name="pl22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9" name="pl22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0" name="pl22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1" name="pl22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2" name="pl22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3" name="pl22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4" name="pl22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5" name="pl22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6" name="pl22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7" name="pl22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8" name="pl22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9" name="pl22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0" name="pl22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1" name="pl22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2" name="pl22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3" name="pl22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4" name="pl22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5" name="pl22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6" name="pl22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7" name="pl22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8" name="pl22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9" name="pl22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0" name="pl22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1" name="pl22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2" name="pl22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3" name="pl22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4" name="pl22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5" name="pl22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6" name="pl22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7" name="pl22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8" name="pl22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9" name="pl22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0" name="pl22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1" name="pl22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2" name="pl22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3" name="pl22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4" name="pl22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5" name="pl22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6" name="pl22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7" name="pl22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8" name="pl22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9" name="pl22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0" name="pl22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1" name="pl22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2" name="pl22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3" name="pl22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4" name="pl22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5" name="pl22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6" name="pl22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7" name="pl22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8" name="pl22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9" name="pl22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0" name="pl22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1" name="pl22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2" name="pl22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3" name="pl22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4" name="pl22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5" name="pl22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6" name="pl22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7" name="pl22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8" name="pl22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9" name="pl22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0" name="pl22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1" name="pl22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2" name="pl22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3" name="pl22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4" name="pl22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5" name="pl22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6" name="pl22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7" name="pl22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8" name="pl22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9" name="pl22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0" name="pl22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1" name="pl22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2" name="pl22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3" name="pl22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4" name="pl22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5" name="pl22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6" name="pl22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7" name="pl22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8" name="pl22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9" name="pl22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0" name="pl22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1" name="pl23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2" name="pl23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3" name="pl23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4" name="pl23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5" name="pl23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6" name="pl23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7" name="pl23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8" name="pl23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9" name="pl23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0" name="pl23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1" name="pl23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2" name="pl23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3" name="pl23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4" name="pl23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5" name="pl23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6" name="pl23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7" name="pl23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8" name="pl23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9" name="pl23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0" name="pl23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1" name="pl23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2" name="pl23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3" name="pl23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4" name="pl23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5" name="pl23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6" name="pl23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7" name="pl23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8" name="pl23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9" name="pl23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0" name="pl23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1" name="pl23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2" name="pl23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3" name="pl23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4" name="pl23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5" name="pl23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6" name="pl23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7" name="pl23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8" name="pl23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9" name="pl23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0" name="pl23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1" name="pl23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2" name="pl23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3" name="pl23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4" name="pl23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5" name="pl23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6" name="pl23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7" name="pl23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8" name="pl23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9" name="pl23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0" name="pl23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1" name="pl23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2" name="pl23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3" name="pl23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4" name="pl23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5" name="pl23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6" name="pl23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7" name="pl23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8" name="pl23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9" name="pl23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0" name="pl23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1" name="pl23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2" name="pl23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3" name="pl23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4" name="pl23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5" name="pl23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6" name="pl23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7" name="pl23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8" name="pl23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9" name="pl23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0" name="pl23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1" name="pl23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2" name="pl23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3" name="pl23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4" name="pl23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5" name="pl23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6" name="pl23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7" name="pl23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8" name="pl23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9" name="pl23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0" name="pl23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1" name="pl23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2" name="pl23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3" name="pl23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4" name="pl23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5" name="pl23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6" name="pl23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7" name="pl23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8" name="pl23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9" name="pl23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0" name="pl23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1" name="pl23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2" name="pl23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3" name="pl23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4" name="pl23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5" name="pl23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6" name="pl23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7" name="pl23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8" name="pl23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9" name="pl23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0" name="pl23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1" name="pl24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2" name="pl24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3" name="pl24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4" name="pl24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5" name="pl24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6" name="pl24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7" name="pl24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8" name="pl24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9" name="pl24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0" name="pl24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1" name="pl24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2" name="pl24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3" name="pl24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4" name="pl24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5" name="pl24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6" name="pl24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7" name="pl24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8" name="pl24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9" name="pl24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0" name="pl24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1" name="pl24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2" name="pl24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3" name="pl24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4" name="pl24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5" name="pl24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6" name="pl24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7" name="pl24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8" name="pl24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9" name="pl24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0" name="pl24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1" name="pl24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2" name="pl24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3" name="pl24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4" name="pl24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5" name="pl24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6" name="pl24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7" name="pl24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8" name="pl24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9" name="pl24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0" name="pl24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1" name="pl24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2" name="pl24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3" name="pl24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4" name="pl24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5" name="pl24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6" name="pl24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7" name="pl24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8" name="pl24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9" name="pl24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0" name="pl24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1" name="pl24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2" name="pl24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3" name="pl24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4" name="pl24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5" name="pl24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6" name="pl24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7" name="pl24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8" name="pl24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9" name="pl24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0" name="pl24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1" name="pl24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2" name="pl24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3" name="pl24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4" name="pl24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5" name="pl24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6" name="pl24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7" name="pl24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8" name="pl24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9" name="pl24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0" name="pl24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1" name="pl24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2" name="pl24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3" name="pl24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4" name="pl24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5" name="pl24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6" name="pl24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7" name="pl24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8" name="pl24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9" name="pl24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0" name="pl24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1" name="pl24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2" name="pl24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3" name="pl24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4" name="pl24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5" name="pl24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6" name="pl24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7" name="pl24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8" name="pl24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9" name="pl24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0" name="pl24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1" name="pl24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2" name="pl24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3" name="pl24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4" name="pl24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5" name="pl24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6" name="pl24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7" name="pl24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8" name="pl24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9" name="pl24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0" name="pl24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1" name="pl25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2" name="pl25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3" name="pl25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4" name="pl25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5" name="pl25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6" name="pl25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7" name="pl25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8" name="pl25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9" name="pl25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0" name="pl25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1" name="pl25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2" name="pl25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3" name="pl25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4" name="pl25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5" name="pl25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6" name="pl25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7" name="pl25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8" name="pl25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9" name="pl25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0" name="pl25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1" name="pl25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2" name="pl25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3" name="pl25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4" name="pl25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5" name="pl25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6" name="pl25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7" name="pl25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8" name="pl25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9" name="pl25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0" name="pl25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1" name="pl25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2" name="pl25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3" name="pl25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4" name="pl25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5" name="pl25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6" name="pl25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7" name="pl25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8" name="pl25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9" name="pl25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0" name="pl25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1" name="pl25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2" name="pl25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3" name="pl25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4" name="pl25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5" name="pl25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6" name="pl25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7" name="pl25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8" name="pl25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9" name="pl25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0" name="pl25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1" name="pl25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2" name="pl25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3" name="pl25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4" name="pl25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5" name="pl25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6" name="pl25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7" name="pl25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8" name="pl25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9" name="pl25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0" name="pl25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1" name="pl25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2" name="pl25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3" name="pl25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4" name="pl25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5" name="pl25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6" name="pl25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7" name="pl25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8" name="pl25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9" name="pl25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0" name="pl25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1" name="pl25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2" name="pl25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3" name="pl25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4" name="pl25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5" name="pl25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6" name="pl25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7" name="pl25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8" name="pl25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9" name="pl25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0" name="pl25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1" name="pl25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2" name="pl25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3" name="pl25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4" name="pl25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5" name="pl25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6" name="pl25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7" name="pl25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8" name="pl25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9" name="pl25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0" name="pl25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1" name="pl25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2" name="pl25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3" name="pl25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4" name="pl25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5" name="pl25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6" name="pl25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7" name="pl25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8" name="pl25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9" name="pl25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0" name="pl25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1" name="pl26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2" name="pl26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3" name="pl26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4" name="pl26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5" name="pl26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6" name="pl26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7" name="pl26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8" name="pl26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9" name="pl26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0" name="pl26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1" name="pl26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2" name="pl26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3" name="pl26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4" name="pl26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5" name="pl26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6" name="pl26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7" name="pl26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8" name="pl26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9" name="pl26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0" name="pl26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1" name="pl26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2" name="pl26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3" name="pl26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4" name="pl26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5" name="pl26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6" name="pl26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7" name="pl26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8" name="pl26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9" name="pl26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0" name="pl26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1" name="pl26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2" name="pl26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3" name="pl26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4" name="pl26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5" name="pl26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6" name="pl26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7" name="pl26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8" name="pl26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9" name="pl26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0" name="pl26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1" name="pl26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2" name="pl26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3" name="pl26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4" name="pl26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5" name="pl26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6" name="pl26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7" name="pl26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8" name="pl26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9" name="pl26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0" name="pl26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1" name="pl26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2" name="pl26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3" name="pl26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4" name="pl26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5" name="pl26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6" name="pl26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7" name="pl26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8" name="pl26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9" name="pl26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0" name="pl26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1" name="pl26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2" name="pl26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3" name="pl26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4" name="pl26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5" name="pl26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6" name="pl26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7" name="pl26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8" name="pl26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9" name="pl26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0" name="pl26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1" name="pl26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2" name="pl26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3" name="pl26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4" name="pl26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5" name="pl26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6" name="pl26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7" name="pl26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8" name="pl26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9" name="pl26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0" name="pl26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1" name="pl26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2" name="pl26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3" name="pl26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4" name="pl26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5" name="pl26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6" name="pl26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7" name="pl26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8" name="pl26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9" name="pl26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0" name="pl26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1" name="pl26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2" name="pl26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3" name="pl26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4" name="pl26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5" name="pl26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6" name="pl26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7" name="pl26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8" name="pl26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9" name="pl26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0" name="pl26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1" name="pl27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2" name="pl27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3" name="pl27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4" name="pl27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5" name="pl27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6" name="pl27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7" name="pl27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8" name="pl27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9" name="pl27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0" name="pl27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1" name="pl27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2" name="pl27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3" name="pl27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4" name="pl27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5" name="pl27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6" name="pl27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7" name="pl27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8" name="pl27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9" name="pl27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0" name="pl27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1" name="pl27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2" name="pl27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3" name="pl27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4" name="pl27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5" name="pl27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6" name="pl27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7" name="pl27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8" name="pl27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9" name="pl27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0" name="pl27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1" name="pl27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2" name="pl27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3" name="pl27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4" name="pl27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5" name="pl27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6" name="pl27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7" name="pl27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8" name="pl27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9" name="pl27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40" name="pl27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41" name="pl27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42" name="pl27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43" name="pl27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44" name="pl27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45" name="pl27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46" name="pl27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47" name="pl27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48" name="pl27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49" name="pl27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50" name="pl27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51" name="pl27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52" name="pl27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53" name="pl27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54" name="pl27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55" name="pl27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56" name="pl27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57" name="pl27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58" name="pl27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59" name="pl27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60" name="pl27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61" name="pl27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62" name="pl27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63" name="pl27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64" name="pl27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65" name="pl27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66" name="pl27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67" name="pl27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68" name="pl27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69" name="pl27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70" name="pl27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71" name="pl27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72" name="pl27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73" name="pl27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74" name="pl27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75" name="pl27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76" name="pl27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77" name="pl27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78" name="pl27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79" name="pl27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80" name="pl27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81" name="pl27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82" name="pl27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83" name="pl27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84" name="pl27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85" name="pl27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86" name="pl27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87" name="pl27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88" name="pl27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89" name="pl27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90" name="pl27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91" name="pl27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92" name="pl27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93" name="pl27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94" name="pl27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95" name="pl27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96" name="pl27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97" name="pl27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98" name="pl27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99" name="pl27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00" name="pl27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01" name="pl28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02" name="pl28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03" name="pl28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04" name="pl28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05" name="pl28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06" name="pl28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07" name="pl28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08" name="pl28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09" name="pl28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10" name="pl28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11" name="pl28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12" name="pl28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13" name="pl28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14" name="pl28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15" name="pl28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16" name="pl28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17" name="pl28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18" name="pl28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19" name="pl28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20" name="pl28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21" name="pl28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22" name="pl28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23" name="pl28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24" name="pl28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25" name="pl28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26" name="pl28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27" name="pl28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28" name="pl28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29" name="pl28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30" name="pl28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31" name="pl28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32" name="pl28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33" name="pl28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34" name="pl28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35" name="pl28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36" name="pl28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37" name="pl28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38" name="pl28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39" name="pl28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40" name="pl28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41" name="pl28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42" name="pl28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43" name="pl28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44" name="pl28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45" name="pl28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46" name="pl28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47" name="pl28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48" name="pl28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49" name="pl28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50" name="pl28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51" name="pl28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52" name="pl28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53" name="pl28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54" name="pl28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55" name="pl28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56" name="pl28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57" name="pl28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58" name="pl28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59" name="pl28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60" name="pl28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61" name="pl28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62" name="pl28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63" name="pl28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64" name="pl28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65" name="pl28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66" name="pl28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67" name="pl28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68" name="pl28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69" name="pl28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70" name="pl28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71" name="pl28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72" name="pl28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73" name="pl28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74" name="pl28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75" name="pl28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76" name="pl28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77" name="pl28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78" name="pl28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79" name="pl28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80" name="pl28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81" name="pl28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82" name="pl28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83" name="pl28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84" name="pl28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85" name="pl28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86" name="pl28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87" name="pl28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88" name="pl28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89" name="pl28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90" name="pl28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91" name="pl28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92" name="pl28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93" name="pl28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94" name="pl28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95" name="pl28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96" name="pl28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97" name="pl28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98" name="pl28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99" name="pl28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00" name="pl28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01" name="pl29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02" name="pl29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03" name="pl29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04" name="pl29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05" name="pl29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06" name="pl29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07" name="pl29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08" name="pl29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09" name="pl29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10" name="pl29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11" name="pl29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12" name="pl29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13" name="pl29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14" name="pl29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15" name="pl29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16" name="pl29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17" name="pl29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18" name="pl29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19" name="pl29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20" name="pl29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21" name="pl29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22" name="pl29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23" name="pl29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24" name="pl29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25" name="pl29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26" name="pl29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27" name="pl29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28" name="pl29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29" name="pl29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30" name="pl29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31" name="pl29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32" name="pl29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33" name="pl29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34" name="pl29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35" name="pl29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36" name="pl29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37" name="pl29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38" name="pl29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39" name="pl29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40" name="pl29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41" name="pl29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42" name="pl29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43" name="pl29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44" name="pl29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45" name="pl29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46" name="pl29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47" name="pl29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48" name="pl29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49" name="pl29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50" name="pl29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51" name="pl29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52" name="pl29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53" name="pl29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54" name="pl29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55" name="pl29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56" name="pl29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57" name="pl29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58" name="pl29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59" name="pl29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60" name="pl29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61" name="pl29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62" name="pl29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63" name="pl29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64" name="pl29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65" name="pl29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66" name="pl29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67" name="pl29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68" name="pl29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69" name="pl29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70" name="pl29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71" name="pl29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72" name="pl29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73" name="pl29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74" name="pl29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75" name="pl29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76" name="pl29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77" name="pl29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78" name="pl29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79" name="pl29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80" name="pl29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81" name="pl29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82" name="pl29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83" name="pl29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84" name="pl29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85" name="pl29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86" name="pl29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87" name="pl29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88" name="pl29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89" name="pl29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90" name="pl29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91" name="pl29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92" name="pl29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93" name="pl29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94" name="pl29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95" name="pl29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96" name="pl29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97" name="pl29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98" name="pl29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99" name="pl29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00" name="pl29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01" name="pl30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02" name="pl30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03" name="pl30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04" name="pl30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05" name="pl30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06" name="pl30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07" name="pl30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08" name="pl30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09" name="pl30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10" name="pl30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11" name="pl30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12" name="pl30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13" name="pl30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14" name="pl30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15" name="pl30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16" name="pl30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17" name="pl30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18" name="pl30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19" name="pl30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20" name="pl30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21" name="pl30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22" name="pl30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23" name="pl30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24" name="pl30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25" name="pl30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26" name="pl30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27" name="pl30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28" name="pl30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29" name="pl30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30" name="pl30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31" name="pl30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32" name="pl30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33" name="pl30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34" name="pl30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35" name="pl30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36" name="pl30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37" name="pl30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38" name="pl30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39" name="pl30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40" name="pl30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41" name="pl30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42" name="pl30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43" name="pl30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44" name="pl30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45" name="pl30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46" name="pl30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47" name="pl30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48" name="pl30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49" name="pl30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50" name="pl30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51" name="pl30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52" name="pl30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53" name="pl30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54" name="pl30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55" name="pl30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56" name="pl30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57" name="pl30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58" name="pl30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59" name="pl30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60" name="pl30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61" name="pl30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62" name="pl30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63" name="pl30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64" name="pl30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65" name="pl30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66" name="pl30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67" name="pl30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68" name="pl30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69" name="pl30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70" name="pl30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71" name="pl30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72" name="pl30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73" name="pl30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74" name="pl30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75" name="pl30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76" name="pl30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77" name="pl30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78" name="pl30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79" name="pl30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80" name="pl30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81" name="pl30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82" name="pl30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83" name="pl30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84" name="pl30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85" name="pl30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86" name="pl30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87" name="pl30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88" name="pl30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89" name="pl30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90" name="pl30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91" name="pl30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92" name="pl30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93" name="pl30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94" name="pl30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95" name="pl30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96" name="pl30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97" name="pl30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98" name="pl30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99" name="pl30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00" name="pl30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01" name="pl31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02" name="pl31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03" name="pl31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04" name="pl31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05" name="pl31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06" name="pl31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07" name="pl31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08" name="pl31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09" name="pl31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10" name="pl31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11" name="pl31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12" name="pl31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13" name="pl31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14" name="pl31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15" name="pl31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16" name="pl31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17" name="pl31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18" name="pl31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19" name="pl31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20" name="pl31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21" name="pl31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22" name="pl31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23" name="pl31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24" name="pl31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25" name="pl31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26" name="pl31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27" name="pl31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28" name="pl31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29" name="pl31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30" name="pl31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31" name="pl31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32" name="pl31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33" name="pl31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34" name="pl31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35" name="pl31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36" name="pl31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37" name="pl31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38" name="pl31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39" name="pl31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40" name="pl31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41" name="pl31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42" name="pl31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43" name="pl31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44" name="pl31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45" name="pl31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46" name="pl31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47" name="pl31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48" name="pl31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49" name="pl31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50" name="pl31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51" name="pl31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52" name="pl31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53" name="pl31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54" name="pl31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55" name="pl31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56" name="pl31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57" name="pl31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58" name="pl31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59" name="pl31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60" name="pl31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61" name="pl31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62" name="pl31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63" name="pl31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64" name="pl31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65" name="pl31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66" name="pl31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67" name="pl31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68" name="pl31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69" name="pl31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70" name="pl31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71" name="pl31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72" name="pl31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73" name="pl31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74" name="pl31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75" name="pl31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76" name="pl31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77" name="pl31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78" name="pl31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79" name="pl31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80" name="pl31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81" name="pl31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82" name="pl31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83" name="pl31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84" name="pl31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85" name="pl31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86" name="pl31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87" name="pl31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88" name="pl31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89" name="pl31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90" name="pl31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91" name="pl31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92" name="pl31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93" name="pl31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94" name="pl31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95" name="pl31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96" name="pl31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97" name="pl31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98" name="pl31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99" name="pl31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00" name="pl31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01" name="pl32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02" name="pl32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03" name="pl32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04" name="pl32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05" name="pl32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06" name="pl32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07" name="pl32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08" name="pl32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09" name="pl32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10" name="pl32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11" name="pl32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12" name="pl32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13" name="pl32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14" name="pl32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15" name="pl32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16" name="pl32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17" name="pl32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18" name="pl32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19" name="pl32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20" name="pl32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21" name="pl32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22" name="pl32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23" name="pl32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24" name="pl32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25" name="pl32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26" name="pl32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27" name="pl32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28" name="pl32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29" name="pl32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30" name="pl32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31" name="pl32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32" name="pl32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33" name="pl32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34" name="pl32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35" name="pl32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36" name="pl32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37" name="pl32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38" name="pl32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39" name="pl32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40" name="pl32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41" name="pl32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42" name="pl32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43" name="pl32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44" name="pl32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45" name="pl32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46" name="pl32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47" name="pl32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48" name="pl32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49" name="pl32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50" name="pl32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51" name="pl32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52" name="pl32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53" name="pl32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54" name="pl32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55" name="pl32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56" name="pl32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57" name="pl32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58" name="pl32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59" name="pl32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60" name="pl32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61" name="pl32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62" name="pl32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63" name="pl32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64" name="pl32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65" name="pl32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66" name="pl32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67" name="pl32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68" name="pl32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69" name="pl32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70" name="pl32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71" name="pl32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72" name="pl32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73" name="pl32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74" name="pl32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75" name="pl32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76" name="pl32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77" name="pl32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78" name="pl32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79" name="pl32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80" name="pl32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81" name="pl32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82" name="pl32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83" name="pl32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84" name="pl32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85" name="pl32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86" name="pl32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87" name="pl32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88" name="pl32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89" name="pl32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90" name="pl32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91" name="pl32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92" name="pl32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93" name="pl32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94" name="pl32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95" name="pl32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96" name="pl32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97" name="pl32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98" name="pl32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99" name="pl32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00" name="pl32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01" name="pl33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02" name="pl33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03" name="pl33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04" name="pl33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05" name="pl33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06" name="pl33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07" name="pl33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08" name="pl33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09" name="pl33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10" name="pl33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11" name="pl33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12" name="pl33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13" name="pl33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14" name="pl33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15" name="pl33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16" name="pl33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17" name="pl33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18" name="pl33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19" name="pl33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20" name="pl33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21" name="pl33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22" name="pl33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23" name="pl33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24" name="pl33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25" name="pl33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26" name="pl33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27" name="pl33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28" name="pl33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29" name="pl33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30" name="pl33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31" name="pl33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32" name="pl33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33" name="pl33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34" name="pl33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35" name="pl33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36" name="pl33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37" name="pl33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38" name="pl33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39" name="pl33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40" name="pl33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41" name="pl33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42" name="pl33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43" name="pl33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44" name="pl33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45" name="pl33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46" name="pl33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47" name="pl33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48" name="pl33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49" name="pl33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50" name="pl33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51" name="pl33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52" name="pl33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53" name="pl33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54" name="pl33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55" name="pl33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56" name="pl33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57" name="pl33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58" name="pl33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59" name="pl33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60" name="pl33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61" name="pl33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62" name="pl33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63" name="pl33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64" name="pl33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65" name="pl33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66" name="pl33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67" name="pl33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68" name="pl33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69" name="pl33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70" name="pl33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71" name="pl33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72" name="pl33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73" name="pl33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74" name="pl33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75" name="pl33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76" name="pl33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77" name="pl33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78" name="pl33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79" name="pl33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80" name="pl33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81" name="pl33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82" name="pl33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83" name="pl33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84" name="pl33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85" name="pl33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86" name="pl33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87" name="pl33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88" name="pl33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89" name="pl33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90" name="pl33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91" name="pl33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92" name="pl33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93" name="pl33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94" name="pl33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95" name="pl33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96" name="pl33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97" name="pl33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98" name="pl33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99" name="pl33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00" name="pl33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01" name="pl34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02" name="pl34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03" name="pl34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04" name="pl34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05" name="pl34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06" name="pl34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07" name="pl34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08" name="pl34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09" name="pl34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10" name="pl34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11" name="pl34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12" name="pl34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13" name="pl34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14" name="pl34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15" name="pl34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16" name="pl34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17" name="pl34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18" name="pl34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19" name="pl34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20" name="pl34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21" name="pl34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22" name="pl34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23" name="pl34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24" name="pl34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25" name="pl34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26" name="pl34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27" name="pl34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28" name="pl34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29" name="pl34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30" name="pl34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31" name="pl34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32" name="pl34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33" name="pl34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34" name="pl34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35" name="pl34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36" name="pl34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37" name="pl34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38" name="pl34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39" name="pl34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40" name="pl34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41" name="pl34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42" name="pl34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43" name="pl34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44" name="pl34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45" name="pl34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46" name="pl34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47" name="pl34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48" name="pl34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49" name="pl34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50" name="pl34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51" name="pl34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52" name="pl34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53" name="pl34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54" name="pl34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55" name="pl34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56" name="pl34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57" name="pl34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58" name="pl34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59" name="pl34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60" name="pl34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61" name="pl34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62" name="pl34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63" name="pl34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64" name="pl34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65" name="pl34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66" name="pl34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67" name="pl34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68" name="pl34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69" name="pl34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70" name="pl34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71" name="pl34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72" name="pl34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73" name="pl34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74" name="pl34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75" name="pl34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76" name="pl34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77" name="pl34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78" name="pl34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79" name="pl34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80" name="pl34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81" name="pl34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82" name="pl34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83" name="pl34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84" name="pl34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85" name="pl34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86" name="pl34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87" name="pl34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88" name="pl34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89" name="pl34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90" name="pl34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91" name="pl34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92" name="pl34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93" name="pl34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94" name="pl34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95" name="pl34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96" name="pl34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97" name="pl34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98" name="pl34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99" name="pl34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00" name="pl34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01" name="pl35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02" name="pl35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03" name="pl35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04" name="pl35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05" name="pl35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06" name="pl35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07" name="pl35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08" name="pl35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09" name="pl35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10" name="pl35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11" name="pl35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12" name="pl35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13" name="pl35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14" name="pl35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15" name="pl35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16" name="pl35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17" name="pl35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18" name="pl35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19" name="pl35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20" name="pl35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21" name="pl35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22" name="pl35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23" name="pl35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24" name="pl35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25" name="pl35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26" name="pl35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27" name="pl35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28" name="pl35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29" name="pl35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30" name="pl35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31" name="pl35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32" name="pl35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33" name="pl35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34" name="pl35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35" name="pl35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36" name="pl35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37" name="pl35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38" name="pl35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39" name="pl35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40" name="pl35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41" name="pl35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42" name="pl35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43" name="pl35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44" name="pl35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45" name="pl35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46" name="pl35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47" name="pl35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48" name="pl35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49" name="pl35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50" name="pl35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51" name="pl35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52" name="pl35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53" name="pl35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54" name="pl35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55" name="pl35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56" name="pl35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57" name="pl35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58" name="pl35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59" name="pl35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60" name="pl35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61" name="pl35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62" name="pl35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63" name="pl35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64" name="pl35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65" name="pl35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66" name="pl35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67" name="pl35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68" name="pl35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69" name="pl35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70" name="pl35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71" name="pl35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72" name="pl35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73" name="pl35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74" name="pl35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75" name="pl35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76" name="pl35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77" name="pl35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78" name="pl35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79" name="pl35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80" name="pl35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81" name="pl35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82" name="pl35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83" name="pl35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84" name="pl35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85" name="pl35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86" name="pl35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87" name="pl35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88" name="pl35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89" name="pl35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90" name="pl35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91" name="pl35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92" name="pl35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93" name="pl35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94" name="pl35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95" name="pl35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96" name="pl35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97" name="pl35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98" name="pl35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99" name="pl35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00" name="pl35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01" name="pl36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02" name="pl36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03" name="pl36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04" name="pl36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05" name="pl36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06" name="pl36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07" name="pl36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08" name="pl36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09" name="pl36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10" name="pl36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11" name="pl36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12" name="pl36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13" name="pl36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14" name="pl36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15" name="pl36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16" name="pl36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17" name="pl36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18" name="pl36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19" name="pl36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20" name="pl36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21" name="pl36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22" name="pl36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23" name="pl36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24" name="pl36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25" name="pl36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26" name="pl36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27" name="pl36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28" name="pl36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29" name="pl36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30" name="pl36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31" name="pl36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32" name="pl36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33" name="pl36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34" name="pl36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35" name="pl36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36" name="pl36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37" name="pl36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38" name="pl36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39" name="pl36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40" name="pl36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41" name="pl36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42" name="pl36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43" name="pl36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44" name="pl36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45" name="pl36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46" name="pl36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47" name="pl36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48" name="pl36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49" name="pl36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50" name="pl36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51" name="pl36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52" name="pl36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53" name="pl36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54" name="pl36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55" name="pl36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56" name="pl36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57" name="pl36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58" name="pl36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59" name="pl36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60" name="pl36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61" name="pl36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62" name="pl36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63" name="pl36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64" name="pl36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65" name="pl36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66" name="pl36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67" name="pl36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68" name="pl36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69" name="pl36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70" name="pl36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71" name="pl36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72" name="pl36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73" name="pl36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74" name="pl36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75" name="pl36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76" name="pl36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77" name="pl36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78" name="pl36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79" name="pl36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80" name="pl36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81" name="pl36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82" name="pl36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83" name="pl36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84" name="pl36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85" name="pl36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86" name="pl36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87" name="pl36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88" name="pl36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89" name="pl36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90" name="pl36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91" name="pl36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92" name="pl36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93" name="pl36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94" name="pl36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95" name="pl36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96" name="pl36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97" name="pl36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98" name="pl36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99" name="pl36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00" name="pl36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01" name="pl37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02" name="pl37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03" name="pl37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04" name="pl37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05" name="pl37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06" name="pl37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07" name="pl37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08" name="pl37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09" name="pl37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10" name="pl37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11" name="pl37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12" name="pl37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13" name="pl37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14" name="pl37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15" name="pl37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16" name="pl37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17" name="pl37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18" name="pl37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19" name="pl37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20" name="pl37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21" name="pl37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22" name="pl37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23" name="pl37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24" name="pl37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25" name="pl37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26" name="pl37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27" name="pl37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28" name="pl37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29" name="pl37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30" name="pl37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31" name="pl37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32" name="pl37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33" name="pl37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34" name="pl37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35" name="pl37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36" name="pl37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37" name="pl37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38" name="pl37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39" name="pl37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40" name="pl37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41" name="pl37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42" name="pl37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43" name="pl37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44" name="pl37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45" name="pl37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46" name="pl37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47" name="pl37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48" name="pl37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49" name="pl37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50" name="pl37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51" name="pl37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52" name="pl37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53" name="pl37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54" name="pl37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55" name="pl37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56" name="pl37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57" name="pl37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58" name="pl37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59" name="pl37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60" name="pl37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61" name="pl37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62" name="pl37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63" name="pl37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64" name="pl37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65" name="pl37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66" name="pl37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67" name="pl37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68" name="pl37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69" name="pl37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70" name="pl37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71" name="pl37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72" name="pl37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73" name="pl37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74" name="pl37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75" name="pl37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76" name="pl37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77" name="pl37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78" name="pl37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79" name="pl37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80" name="pl37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81" name="pl37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82" name="pl37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83" name="pl37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84" name="pl37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85" name="pl37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86" name="pl37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87" name="pl37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88" name="pl37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89" name="pl37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90" name="pl37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91" name="pl37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92" name="pl37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93" name="pl37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94" name="pl37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95" name="pl37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96" name="pl37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97" name="pl37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98" name="pl37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99" name="pl37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00" name="pl37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01" name="pl38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02" name="pl38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03" name="pl38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04" name="pl38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05" name="pl38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06" name="pl38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07" name="pl38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08" name="pl38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09" name="pl38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10" name="pl38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11" name="pl38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12" name="pl38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13" name="pl38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14" name="pl38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15" name="pl38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16" name="pl38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17" name="pl38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18" name="pl38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19" name="pl38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20" name="pl38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21" name="pl38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22" name="pl38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23" name="pl38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24" name="pl38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25" name="pl38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26" name="pl38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27" name="pl38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28" name="pl38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29" name="pl38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30" name="pl38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31" name="pl38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32" name="pl38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33" name="pl38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34" name="pl38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35" name="pl38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36" name="pl38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37" name="pl38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38" name="pl38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39" name="pl38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40" name="pl38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41" name="pl38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42" name="pl38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43" name="pl38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44" name="pl38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45" name="pl38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46" name="pl38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47" name="pl38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48" name="pl38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49" name="pl38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50" name="pl38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51" name="pl38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52" name="pl38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53" name="pl38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54" name="pl38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55" name="pl38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56" name="pl38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57" name="pl38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58" name="pl38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59" name="pl38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60" name="pl38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61" name="pl38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62" name="pl38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63" name="pl38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64" name="pl38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65" name="pl38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66" name="pl38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67" name="pl38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68" name="pl38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69" name="pl38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70" name="pl38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71" name="pl38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72" name="pl38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73" name="pl38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74" name="pl38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75" name="pl38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76" name="pl38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77" name="pl38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78" name="pl38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79" name="pl38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80" name="pl38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81" name="pl38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82" name="pl38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83" name="pl38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84" name="pl38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85" name="pl38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86" name="pl38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87" name="pl38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88" name="pl38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89" name="pl38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90" name="pl38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91" name="pl38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92" name="pl38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93" name="pl38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94" name="pl38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95" name="pl38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96" name="pl38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97" name="pl38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98" name="pl38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99" name="pl38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00" name="pl38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01" name="pl39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02" name="pl39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03" name="pl39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04" name="pl39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05" name="pl39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06" name="pl39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07" name="pl39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08" name="pl39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09" name="pl39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10" name="pl39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11" name="pl39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12" name="pl39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13" name="pl39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14" name="pl39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15" name="pl39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16" name="pl39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17" name="pl39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18" name="pl39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19" name="pl39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20" name="pl39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21" name="pl39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22" name="pl39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23" name="pl39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24" name="pl39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25" name="pl39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26" name="pl39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27" name="pl39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28" name="pl39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29" name="pl39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30" name="pl39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31" name="pl39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32" name="pl39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33" name="pl39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34" name="pl39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35" name="pl39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36" name="pl39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37" name="pl39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38" name="pl39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39" name="pl39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40" name="pl39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41" name="pl39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42" name="pl39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43" name="pl39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44" name="pl39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45" name="pl39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46" name="pl39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47" name="pl39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48" name="pl39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49" name="pl39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50" name="pl39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51" name="pl39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52" name="pl39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53" name="pl39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54" name="pl39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55" name="pl39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56" name="pl39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57" name="pl39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58" name="pl39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59" name="pl39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60" name="pl39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61" name="pl39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62" name="pl39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63" name="pl39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64" name="pl39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65" name="pl39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66" name="pl39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67" name="pl39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68" name="pl39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69" name="pl39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70" name="pl39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71" name="pl39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72" name="pl39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73" name="pl39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74" name="pl39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75" name="pl39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76" name="pl39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77" name="pl39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78" name="pl39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79" name="pl39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80" name="pl39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81" name="pl39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82" name="pl39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83" name="pl39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84" name="pl39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85" name="pl39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86" name="pl39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87" name="pl39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88" name="pl39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89" name="pl39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90" name="pl39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91" name="pl39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92" name="pl39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93" name="pl39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94" name="pl39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95" name="pl39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96" name="pl39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97" name="pl39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98" name="pl39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99" name="pl39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00" name="pl39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01" name="pl40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02" name="pl40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03" name="pl40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04" name="pl40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05" name="pl40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06" name="pl40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07" name="pl40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08" name="pl40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09" name="pl40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10" name="pl40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11" name="pl40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12" name="pl40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13" name="pl40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14" name="pl40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15" name="pl40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16" name="pl40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17" name="pl40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18" name="pl40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19" name="pl40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20" name="pl40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21" name="pl40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22" name="pl40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23" name="pl40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24" name="pl40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25" name="pl40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26" name="pl40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27" name="pl40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28" name="pl40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29" name="pl40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30" name="pl40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31" name="pl40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32" name="pl40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33" name="pl40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34" name="pl40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35" name="pl40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36" name="pl40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37" name="pl40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38" name="pl40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39" name="pl40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40" name="pl40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41" name="pl40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42" name="pl40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43" name="pl40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44" name="pl40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45" name="pl40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46" name="pl40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47" name="pl40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48" name="pl40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49" name="pl40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50" name="pl40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51" name="pl40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52" name="pl40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53" name="pl40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54" name="pl40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55" name="pl40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56" name="pl40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57" name="pl40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58" name="pl40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59" name="pl40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60" name="pl40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61" name="pl40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62" name="pl40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63" name="pl40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64" name="pl40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65" name="pl40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66" name="pl40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67" name="pl40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68" name="pl40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69" name="pl40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70" name="pl40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71" name="pl40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72" name="pl40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73" name="pl40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74" name="pl40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75" name="pl40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76" name="pl40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77" name="pl40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78" name="pl40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79" name="pl40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80" name="pl40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81" name="pl40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82" name="pl40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83" name="pl40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84" name="pl40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85" name="pl40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86" name="pl40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87" name="pl40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88" name="pl40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89" name="pl40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90" name="pl40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91" name="pl40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92" name="pl40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93" name="pl40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94" name="pl40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95" name="pl40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96" name="pl40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97" name="pl40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98" name="pl40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99" name="pl40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00" name="pl40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01" name="pl41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02" name="pl41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03" name="pl41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04" name="pl41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05" name="pl41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06" name="pl41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07" name="pl41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08" name="pl41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09" name="pl41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10" name="pl41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11" name="pl41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12" name="pl41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13" name="pl41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14" name="pl41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15" name="pl41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16" name="pl41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17" name="pl41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18" name="pl41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19" name="pl41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20" name="pl41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21" name="pl41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22" name="pl41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23" name="pl41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24" name="pl41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25" name="pl41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26" name="pl41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27" name="pl41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28" name="pl41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29" name="pl41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30" name="pl41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31" name="pl41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32" name="pl41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33" name="pl41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34" name="pl41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35" name="pl41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36" name="pl41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37" name="pl41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38" name="pl41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39" name="pl41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40" name="pl41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41" name="pl41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42" name="pl41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43" name="pl41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44" name="pl41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45" name="pl41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46" name="pl41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47" name="pl41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48" name="pl41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49" name="pl41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50" name="pl41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51" name="pl41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52" name="pl41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53" name="pl41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54" name="pl41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55" name="pl41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56" name="pl41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57" name="pl41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58" name="pl41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59" name="pl41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60" name="pl41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61" name="pl41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62" name="pl41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63" name="pl41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64" name="pl41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65" name="pl41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66" name="pl41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67" name="pl41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68" name="pl41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69" name="pl41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70" name="pl41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71" name="pl41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72" name="pl41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73" name="pl41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74" name="pl41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75" name="pl41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76" name="pl41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77" name="pl41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78" name="pl41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79" name="pl41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80" name="pl41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81" name="pl41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82" name="pl41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83" name="pl41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84" name="pl41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85" name="pl41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86" name="pl41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87" name="pl41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88" name="pl41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89" name="pl41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90" name="pl41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91" name="pl41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92" name="pl41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93" name="pl41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94" name="pl41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95" name="pl41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96" name="pl41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97" name="pl41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98" name="pl41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99" name="pl41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00" name="pl41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01" name="pl42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02" name="pl42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03" name="pl42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04" name="pl42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05" name="pl42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06" name="pl42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07" name="pl42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08" name="pl42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09" name="pl42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10" name="pl42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11" name="pl42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12" name="pl42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13" name="pl42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14" name="pl42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15" name="pl42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16" name="pl42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17" name="pl42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18" name="pl42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19" name="pl42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20" name="pl42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21" name="pl42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22" name="pl42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23" name="pl42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24" name="pl42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25" name="pl42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26" name="pl42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27" name="pl42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28" name="pl42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29" name="pl42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30" name="pl42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31" name="pl42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32" name="pl42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33" name="pl42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34" name="pl42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35" name="pl42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36" name="pl42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37" name="pl42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38" name="pl42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39" name="pl42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40" name="pl42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41" name="pl42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42" name="pl42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43" name="pl42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44" name="pl42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45" name="pl42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46" name="pl42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47" name="pl42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48" name="pl42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49" name="pl42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50" name="pl42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51" name="pl42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52" name="pl42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53" name="pl42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54" name="pl42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55" name="pl42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56" name="pl42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57" name="pl42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58" name="pl42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59" name="pl42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60" name="pl42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61" name="pl42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62" name="pl42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63" name="pl42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64" name="pl42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65" name="pl42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66" name="pl42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67" name="pl42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68" name="pl42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69" name="pl42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70" name="pl42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71" name="pl42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72" name="pl42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73" name="pl42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74" name="pl42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75" name="pl42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76" name="pl42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77" name="pl42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78" name="pl42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79" name="pl42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80" name="pl42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81" name="pl42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82" name="pl42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83" name="pl42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84" name="pl42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85" name="pl42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86" name="pl42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87" name="pl42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88" name="pl42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89" name="pl42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90" name="pl42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91" name="pl42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92" name="pl42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93" name="pl42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94" name="pl42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95" name="pl42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96" name="pl42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97" name="pl42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98" name="pl42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99" name="pl42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00" name="pl42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01" name="pl43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02" name="pl43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03" name="pl43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04" name="pl43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05" name="pl43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06" name="pl43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07" name="pl43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08" name="pl43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09" name="pl43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10" name="pl43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11" name="pl43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12" name="pl43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13" name="pl43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14" name="pl43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15" name="pl43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16" name="pl43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17" name="pl43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18" name="pl43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19" name="pl43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20" name="pl43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21" name="pl43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22" name="pl43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23" name="pl43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24" name="pl43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25" name="pl43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26" name="pl43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27" name="pl43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28" name="pl43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29" name="pl43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30" name="pl43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31" name="pl43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32" name="pl43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33" name="pl43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34" name="pl43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35" name="pl43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36" name="pl43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37" name="pl43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38" name="pl43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39" name="pl43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40" name="pl43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41" name="pl43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42" name="pl43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43" name="pl43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44" name="pl43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45" name="pl43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46" name="pl43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47" name="pl43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48" name="pl43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49" name="pl43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50" name="pl43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51" name="pl43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52" name="pl43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53" name="pl43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54" name="pl43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55" name="pl43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56" name="pl43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57" name="pl43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58" name="pl43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59" name="pl43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60" name="pl43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61" name="pl43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62" name="pl43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63" name="pl43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64" name="pl43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65" name="pl43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66" name="pl43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67" name="pl43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68" name="pl43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69" name="pl43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70" name="pl43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71" name="pl43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72" name="pl43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73" name="pl43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74" name="pl43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75" name="pl43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76" name="pl43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77" name="pl43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78" name="pl43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79" name="pl43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80" name="pl43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81" name="pl43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82" name="pl43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83" name="pl43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84" name="pl43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85" name="pl43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86" name="pl43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87" name="pl43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88" name="pl43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89" name="pl43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90" name="pl43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91" name="pl43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92" name="pl43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93" name="pl43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94" name="pl43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95" name="pl43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96" name="pl43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97" name="pl43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98" name="pl43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99" name="pl43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00" name="pl43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01" name="pl44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02" name="pl44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03" name="pl44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04" name="pl44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05" name="pl44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06" name="pl44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07" name="pl44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08" name="pl44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09" name="pl44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10" name="pl44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11" name="pl44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12" name="pl44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13" name="pl44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14" name="pl44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15" name="pl44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16" name="pl44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17" name="pl44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18" name="pl44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19" name="pl44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20" name="pl44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21" name="pl44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22" name="pl44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23" name="pl44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24" name="pl44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25" name="pl44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26" name="pl44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27" name="pl44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28" name="pl44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29" name="pl44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30" name="pl44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31" name="pl44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32" name="pl44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33" name="pl44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34" name="pl44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35" name="pl44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36" name="pl44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37" name="pl44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38" name="pl44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39" name="pl44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40" name="pl44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41" name="pl44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42" name="pl44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43" name="pl44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44" name="pl44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45" name="pl44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46" name="pl44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47" name="pl44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48" name="pl44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49" name="pl44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50" name="pl44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51" name="pl44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52" name="pl44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53" name="pl44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54" name="pl44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55" name="pl44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56" name="pl44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57" name="pl44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58" name="pl44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59" name="pl44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60" name="pl44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61" name="pl44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62" name="pl44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63" name="pl44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64" name="pl44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65" name="pl44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66" name="pl44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67" name="pl44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68" name="pl44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69" name="pl44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70" name="pl44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71" name="pl44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72" name="pl44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73" name="pl44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74" name="pl44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75" name="pl44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76" name="pl44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77" name="pl44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78" name="pl44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79" name="pl44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80" name="pl44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81" name="pl44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82" name="pl44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83" name="pl44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84" name="pl44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85" name="pl44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86" name="pl44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87" name="pl44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88" name="pl44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89" name="pl44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90" name="pl44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91" name="pl44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92" name="pl44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93" name="pl44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94" name="pl44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95" name="pl44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96" name="pl44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97" name="pl44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98" name="pl44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99" name="pl44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00" name="pl44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01" name="pl45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02" name="pl45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03" name="pl45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04" name="pl45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05" name="pl45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06" name="pl45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07" name="pl45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08" name="pl45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09" name="pl45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10" name="pl45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11" name="pl45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12" name="pl45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13" name="pl45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14" name="pl45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15" name="pl45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16" name="pl45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17" name="pl45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18" name="pl45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19" name="pl45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20" name="pl45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21" name="pl45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22" name="pl45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23" name="pl45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24" name="pl45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25" name="pl45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26" name="pl45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27" name="pl45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28" name="pl45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29" name="pl45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30" name="pl45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31" name="pl45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32" name="pl45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33" name="pl45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34" name="pl45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35" name="pl45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36" name="pl45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37" name="pl45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38" name="pl45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39" name="pl45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40" name="pl45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41" name="pl45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42" name="pl45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43" name="pl45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44" name="pl45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45" name="pl45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46" name="pl45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47" name="pl45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48" name="pl45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49" name="pl45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50" name="pl45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51" name="pl45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52" name="pl45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53" name="pl45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54" name="pl45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55" name="pl45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56" name="pl45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57" name="pl45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58" name="pl45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59" name="pl45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60" name="pl45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61" name="pl45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62" name="pl45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63" name="pl45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64" name="pl45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65" name="pl45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66" name="pl45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67" name="pl45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68" name="pl45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69" name="pl45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70" name="pl45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71" name="pl45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72" name="pl45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73" name="pl45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74" name="pl45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75" name="pl45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76" name="pl45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77" name="pl45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78" name="pl45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79" name="pl45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80" name="pl45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81" name="pl45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82" name="pl45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83" name="pl45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84" name="pl45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85" name="pl45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86" name="pl45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87" name="pl45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88" name="pl45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89" name="pl45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90" name="pl45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91" name="pl45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92" name="pl45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93" name="pl45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94" name="pl45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95" name="pl45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96" name="pl45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97" name="pl45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98" name="pl45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99" name="pl45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00" name="pl45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01" name="pl46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02" name="pl46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03" name="pl46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04" name="pl46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05" name="pl46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06" name="pl46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07" name="pl46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08" name="pl46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09" name="pl46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10" name="pl46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11" name="pl46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12" name="pl46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13" name="pl46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14" name="pl46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15" name="pl46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16" name="pl46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17" name="pl46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18" name="pl46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19" name="pl46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20" name="pl46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21" name="pl46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22" name="pl46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23" name="pl46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24" name="pl46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25" name="pl46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26" name="pl46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27" name="pl46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28" name="pl46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29" name="pl46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30" name="pl46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31" name="pl46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32" name="pl46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33" name="pl46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34" name="pl46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35" name="pl46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36" name="pl46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37" name="pl46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38" name="pl46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39" name="pl46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40" name="pl46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41" name="pl46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42" name="pl46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43" name="pl46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44" name="pl46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45" name="pl46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46" name="pl46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47" name="pl46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48" name="pl46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49" name="pl46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50" name="pl46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51" name="pl46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52" name="pl46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53" name="pl46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54" name="pl46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55" name="pl46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56" name="pl46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57" name="pl46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58" name="pl46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59" name="pl46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60" name="pl46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61" name="pl46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62" name="pl46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63" name="pl46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64" name="pl46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65" name="pl46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66" name="pl46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67" name="pl46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68" name="pl46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69" name="pl46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70" name="pl46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71" name="pl46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72" name="pl46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73" name="pl46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74" name="pl46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75" name="pl46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76" name="pl46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77" name="pl46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78" name="pl46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79" name="pl46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80" name="pl46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81" name="pl46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82" name="pl46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83" name="pl46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84" name="pl46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85" name="pl46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86" name="pl46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87" name="pl46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88" name="pl46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89" name="pl46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90" name="pl46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91" name="pl46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92" name="pl46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93" name="pl46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94" name="pl46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95" name="pl46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96" name="pl46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97" name="pl46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98" name="pl46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99" name="pl46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00" name="pl46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01" name="pl47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02" name="pl47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03" name="pl47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04" name="pl47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05" name="pl47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06" name="pl47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07" name="pl47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08" name="pl47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09" name="pl47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10" name="pl47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11" name="pl47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12" name="pl47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13" name="pl47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14" name="pl47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15" name="pl47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16" name="pl47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17" name="pl47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18" name="pl47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19" name="pl47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20" name="pl47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21" name="pl47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22" name="pl47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23" name="pl47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24" name="pl47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25" name="pl47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26" name="pl47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27" name="pl47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28" name="pl47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29" name="pl47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30" name="pl47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31" name="pl47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32" name="pl47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33" name="pl47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34" name="pl47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35" name="pl47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36" name="pl47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37" name="pl47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38" name="pl47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39" name="pl47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40" name="pl47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41" name="pl47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42" name="pl47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43" name="pl47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44" name="pl47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45" name="pl47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46" name="pl47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47" name="pl47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48" name="pl47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49" name="pl47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50" name="pl47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51" name="pl47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52" name="pl47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53" name="pl47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54" name="pl47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55" name="pl47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56" name="pl47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57" name="pl47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58" name="pl47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59" name="pl47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60" name="pl47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61" name="pl47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62" name="pl47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63" name="pl47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64" name="pl47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65" name="pl47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66" name="pl47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67" name="pl47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68" name="pl47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69" name="pl47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70" name="pl47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71" name="pl47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72" name="pl47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73" name="pl47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74" name="pl47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75" name="pl47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76" name="pl47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77" name="pl47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78" name="pl47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79" name="pl47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80" name="pl47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81" name="pl47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82" name="pl47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83" name="pl47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84" name="pl47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85" name="pl47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86" name="pl47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87" name="pl47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88" name="pl47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89" name="pl47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90" name="pl47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91" name="pl47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92" name="pl47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93" name="pl47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94" name="pl47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95" name="pl47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96" name="pl47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97" name="pl47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98" name="pl47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99" name="pl47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00" name="pl47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01" name="pl48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02" name="pl48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03" name="pl48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04" name="pl48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05" name="pl48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06" name="pl48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07" name="pl48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08" name="pl48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09" name="pl48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10" name="pl48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11" name="pl48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12" name="pl48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13" name="pl48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14" name="pl48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15" name="pl48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16" name="pl48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17" name="pl48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18" name="pl48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19" name="pl48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20" name="pl48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21" name="pl48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22" name="pl48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23" name="pl48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24" name="pl48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25" name="pl48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26" name="pl48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27" name="pl48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28" name="pl48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29" name="pl48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30" name="pl48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31" name="pl48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32" name="pl48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33" name="pl48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34" name="pl48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35" name="pl48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36" name="pl48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37" name="pl48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38" name="pl48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39" name="pl48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40" name="pl48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41" name="pl48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42" name="pl48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43" name="pl48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44" name="pl48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45" name="pl48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46" name="pl48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47" name="pl48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48" name="pl48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49" name="pl48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50" name="pl48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51" name="pl48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52" name="pl48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53" name="pl48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54" name="pl48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55" name="pl48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56" name="pl48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57" name="pl48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58" name="pl48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59" name="pl48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60" name="pl48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61" name="pl48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62" name="pl48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63" name="pl48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64" name="pl48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65" name="pl48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66" name="pl48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67" name="pl48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68" name="pl48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69" name="pl48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70" name="pl48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71" name="pl48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72" name="pl48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73" name="pl48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74" name="pl48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75" name="pl48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76" name="pl48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77" name="pl48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78" name="pl48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79" name="pl48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80" name="pl48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81" name="pl48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82" name="pl48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83" name="pl48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84" name="pl48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85" name="pl48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86" name="pl48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87" name="pl48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88" name="pl48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89" name="pl48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90" name="pl48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91" name="pl48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92" name="pl48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93" name="pl48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94" name="pl48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95" name="pl48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96" name="pl48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97" name="pl48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98" name="pl48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99" name="pl48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00" name="pl48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01" name="pl49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02" name="pl49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03" name="pl49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04" name="pl49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05" name="pl49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06" name="pl49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07" name="pl49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08" name="pl49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09" name="pl49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10" name="pl49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11" name="pl49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12" name="pl49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13" name="pl49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14" name="pl49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15" name="pl49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16" name="pl49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17" name="pl49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18" name="pl49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19" name="pl49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20" name="pl49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21" name="pl49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22" name="pl49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23" name="pl49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24" name="pl49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25" name="pl49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26" name="pl49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27" name="pl49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28" name="pl49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29" name="pl49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30" name="pl49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31" name="pl49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32" name="pl49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33" name="pl49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34" name="pl49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35" name="pl49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36" name="pl49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37" name="pl49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38" name="pl49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39" name="pl49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40" name="pl49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41" name="pl49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42" name="pl49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43" name="pl49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44" name="pl49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45" name="pl49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46" name="pl49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47" name="pl49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48" name="pl49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49" name="pl49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50" name="pl49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51" name="pl49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52" name="pl49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53" name="pl49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54" name="pl49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55" name="pl49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56" name="pl49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57" name="pl49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58" name="pl49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59" name="pl49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60" name="pl49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61" name="pl49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62" name="pl49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63" name="pl49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64" name="pl49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65" name="pl49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66" name="pl49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67" name="pl49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68" name="pl49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69" name="pl49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70" name="pl49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71" name="pl49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72" name="pl49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73" name="pl49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74" name="pl49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75" name="pl49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76" name="pl49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77" name="pl49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78" name="pl49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79" name="pl49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80" name="pl49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81" name="pl49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82" name="pl49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83" name="pl49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84" name="pl49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85" name="pl49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86" name="pl49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87" name="pl49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88" name="pl49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89" name="pl49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90" name="pl49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91" name="pl49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92" name="pl49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93" name="pl49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94" name="pl49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95" name="pl49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96" name="pl49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97" name="pl49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98" name="pl49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99" name="pl49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00" name="pl49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01" name="pl50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02" name="pl50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03" name="pl50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04" name="pl50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05" name="pl50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06" name="pl50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07" name="pl50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08" name="pl50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09" name="pl50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10" name="pl50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11" name="pl50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12" name="pl50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13" name="pl50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14" name="pl50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15" name="pl50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16" name="pl50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17" name="pl50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18" name="pl50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19" name="pl50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20" name="pl50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21" name="pl50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22" name="pl50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23" name="pl50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24" name="pl50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25" name="pl50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26" name="pl50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27" name="pl50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28" name="pl50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29" name="pl50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30" name="pl50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31" name="pl50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32" name="pl50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33" name="pl50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34" name="pl50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35" name="pl50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36" name="pl50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37" name="pl50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38" name="pl50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39" name="pl50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40" name="pl50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41" name="pl50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42" name="pl50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43" name="pl50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44" name="pl50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45" name="pl50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46" name="pl50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47" name="pl50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48" name="pl50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49" name="pl50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50" name="pl50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51" name="pl50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52" name="pl50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53" name="pl50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54" name="pl50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55" name="pl50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56" name="pl50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57" name="pl50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58" name="pl50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59" name="pl50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60" name="pl50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61" name="pl50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62" name="pl50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63" name="pl50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64" name="pl50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65" name="pl50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66" name="pl50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67" name="pl50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68" name="pl50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69" name="pl50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70" name="pl50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71" name="pl50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72" name="pl50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73" name="pl50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74" name="pl50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75" name="pl50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76" name="pl50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77" name="pl50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78" name="pl50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79" name="pl50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80" name="pl50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81" name="pl50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82" name="pl50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83" name="pl50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84" name="pl50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85" name="pl50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86" name="pl50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87" name="pl50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88" name="pl50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89" name="pl50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90" name="pl50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91" name="pl50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92" name="pl50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93" name="pl50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94" name="pl50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95" name="pl50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96" name="pl50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97" name="pl50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98" name="pl50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99" name="pl50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00" name="pl50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01" name="pl51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02" name="pl51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03" name="pl51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04" name="pl51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05" name="pl51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06" name="pl51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07" name="pl51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08" name="pl51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09" name="pl51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10" name="pl51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11" name="pl51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12" name="pl51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13" name="pl51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14" name="pl51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15" name="pl51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16" name="pl51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17" name="pl51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18" name="pl51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19" name="pl51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20" name="pl51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21" name="pl51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22" name="pl51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23" name="pl51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24" name="pl51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25" name="pl51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26" name="pl51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27" name="pl51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28" name="pl51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29" name="pl51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30" name="pl51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31" name="pl51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32" name="pl51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33" name="pl51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34" name="pl51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35" name="pl51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36" name="pl51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37" name="pl51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38" name="pl51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39" name="pl51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40" name="pl51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41" name="pl51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42" name="pl51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43" name="pl51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44" name="pl51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45" name="pl51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46" name="pl51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47" name="pl51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48" name="pl51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49" name="pl51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50" name="pl51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51" name="pl51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52" name="pl51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53" name="pl51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54" name="pl51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55" name="pl51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56" name="pl51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57" name="pl51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58" name="pl51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59" name="pl51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60" name="pl51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61" name="pl51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62" name="pl51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63" name="pl51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64" name="pl51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65" name="pl51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66" name="pl51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67" name="pl51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68" name="pl51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69" name="pl51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70" name="pl51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71" name="pl51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72" name="pl51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73" name="pl51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74" name="pl51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75" name="pl51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76" name="pl51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77" name="pl51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78" name="pl51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79" name="pl51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80" name="pl51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81" name="pl51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82" name="pl51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83" name="pl51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84" name="pl51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85" name="pl51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86" name="pl51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87" name="pl51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88" name="pl51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89" name="pl51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90" name="pl51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91" name="pl51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92" name="pl51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93" name="pl51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94" name="pl51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95" name="pl51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96" name="pl51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97" name="pl51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98" name="pl51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99" name="pl51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00" name="pl51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01" name="pl52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02" name="pl52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03" name="pl52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04" name="pl52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05" name="pl52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06" name="pl52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07" name="pl52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08" name="pl52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09" name="pl52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10" name="pl52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11" name="pl52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12" name="pl52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13" name="pl52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14" name="pl52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15" name="pl52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16" name="pl52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17" name="pl52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18" name="pl52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19" name="pl52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20" name="pl52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21" name="pl52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22" name="pl52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23" name="pl52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24" name="pl52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25" name="pl52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26" name="pl52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27" name="pl52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28" name="pl52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29" name="pl52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30" name="pl52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31" name="pl52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32" name="pl52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33" name="pl52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34" name="pl52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35" name="pl52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36" name="pl52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37" name="pl52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38" name="pl52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39" name="pl52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40" name="pl52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41" name="pl52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42" name="pl52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43" name="pl52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44" name="pl52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45" name="pl52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46" name="pl52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47" name="pl52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48" name="pl52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49" name="pl52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50" name="pl52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51" name="pl52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52" name="pl52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53" name="pl52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54" name="pl52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55" name="pl52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56" name="pl52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57" name="pl52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58" name="pl52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59" name="pl52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60" name="pl52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61" name="pl52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62" name="pl52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63" name="pl52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64" name="pl52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65" name="pl52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66" name="pl52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67" name="pl52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68" name="pl52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69" name="pl52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70" name="pl52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71" name="pl52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72" name="pl52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73" name="pl52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74" name="pl52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75" name="pl52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76" name="pl52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77" name="pl52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78" name="pl52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79" name="pl52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80" name="pl52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81" name="pl52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82" name="pl52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83" name="pl52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84" name="pl52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85" name="pl52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86" name="pl52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87" name="pl52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88" name="pl52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89" name="pl52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90" name="pl52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91" name="pl52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92" name="pl52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93" name="pl52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94" name="pl52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95" name="pl52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96" name="pl52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97" name="pl52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98" name="pl52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99" name="pl52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00" name="pl52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01" name="pl53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02" name="pl53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03" name="pl53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04" name="pl53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05" name="pl53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06" name="pl53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07" name="pl53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08" name="pl53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09" name="pl53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10" name="pl53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11" name="pl53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12" name="pl53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13" name="pl53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14" name="pl53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15" name="pl53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16" name="pl53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17" name="pl53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18" name="pl53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19" name="pl53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20" name="pl53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21" name="pl53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22" name="pl53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23" name="pl53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24" name="pl53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25" name="pl53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26" name="pl53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27" name="pl53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28" name="pl53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29" name="pl53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30" name="pl53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31" name="pl53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32" name="pl53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33" name="pl53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34" name="pl53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35" name="pl53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36" name="pl53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37" name="pl53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38" name="pl53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39" name="pl53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40" name="pl53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41" name="pl53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42" name="pl53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43" name="pl53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44" name="pl53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45" name="pl53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46" name="pl53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47" name="pl53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48" name="pl53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49" name="pl53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50" name="pl53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51" name="pl53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52" name="pl53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53" name="pl53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54" name="pl53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55" name="pl53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56" name="pl53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57" name="pl53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58" name="pl53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59" name="pl53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60" name="pl53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61" name="pl53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62" name="pl53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63" name="pl53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64" name="pl53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65" name="pl53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66" name="pl53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67" name="pl53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68" name="pl53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69" name="pl53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70" name="pl53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71" name="pl53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72" name="pl53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73" name="pl53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74" name="pl53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75" name="pl53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76" name="pl53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77" name="pl53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78" name="pl53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79" name="pl53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80" name="pl53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81" name="pl53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82" name="pl53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83" name="pl53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84" name="pl53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85" name="pl53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86" name="pl53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87" name="pl53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88" name="pl53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89" name="pl53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90" name="pl53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91" name="pl53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92" name="pl53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93" name="pl53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94" name="pl53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95" name="pl53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96" name="pl53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97" name="pl53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98" name="pl5397"/>
            <p:cNvSpPr/>
            <p:nvPr/>
          </p:nvSpPr>
          <p:spPr>
            <a:xfrm>
              <a:off x="773555" y="1410558"/>
              <a:ext cx="0" cy="4605405"/>
            </a:xfrm>
            <a:custGeom>
              <a:avLst/>
              <a:pathLst>
                <a:path w="0" h="4605405">
                  <a:moveTo>
                    <a:pt x="0" y="4605405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9" name="tx5398"/>
            <p:cNvSpPr/>
            <p:nvPr/>
          </p:nvSpPr>
          <p:spPr>
            <a:xfrm>
              <a:off x="626081" y="5759128"/>
              <a:ext cx="73456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</a:t>
              </a:r>
            </a:p>
          </p:txBody>
        </p:sp>
        <p:sp>
          <p:nvSpPr>
            <p:cNvPr id="5400" name="tx5399"/>
            <p:cNvSpPr/>
            <p:nvPr/>
          </p:nvSpPr>
          <p:spPr>
            <a:xfrm>
              <a:off x="552624" y="4921782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5401" name="tx5400"/>
            <p:cNvSpPr/>
            <p:nvPr/>
          </p:nvSpPr>
          <p:spPr>
            <a:xfrm>
              <a:off x="552624" y="4084113"/>
              <a:ext cx="146913" cy="9519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5402" name="tx5401"/>
            <p:cNvSpPr/>
            <p:nvPr/>
          </p:nvSpPr>
          <p:spPr>
            <a:xfrm>
              <a:off x="552624" y="3246960"/>
              <a:ext cx="146913" cy="9499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5403" name="tx5402"/>
            <p:cNvSpPr/>
            <p:nvPr/>
          </p:nvSpPr>
          <p:spPr>
            <a:xfrm>
              <a:off x="552624" y="2409484"/>
              <a:ext cx="146913" cy="9512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5404" name="tx5403"/>
            <p:cNvSpPr/>
            <p:nvPr/>
          </p:nvSpPr>
          <p:spPr>
            <a:xfrm>
              <a:off x="552624" y="1572396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50</a:t>
              </a:r>
            </a:p>
          </p:txBody>
        </p:sp>
        <p:sp>
          <p:nvSpPr>
            <p:cNvPr id="5405" name="pl5404"/>
            <p:cNvSpPr/>
            <p:nvPr/>
          </p:nvSpPr>
          <p:spPr>
            <a:xfrm>
              <a:off x="732434" y="5806627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6" name="pl5405"/>
            <p:cNvSpPr/>
            <p:nvPr/>
          </p:nvSpPr>
          <p:spPr>
            <a:xfrm>
              <a:off x="732434" y="4969280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7" name="pl5406"/>
            <p:cNvSpPr/>
            <p:nvPr/>
          </p:nvSpPr>
          <p:spPr>
            <a:xfrm>
              <a:off x="732434" y="4131934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8" name="pl5407"/>
            <p:cNvSpPr/>
            <p:nvPr/>
          </p:nvSpPr>
          <p:spPr>
            <a:xfrm>
              <a:off x="732434" y="3294587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9" name="pl5408"/>
            <p:cNvSpPr/>
            <p:nvPr/>
          </p:nvSpPr>
          <p:spPr>
            <a:xfrm>
              <a:off x="732434" y="2457241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0" name="pl5409"/>
            <p:cNvSpPr/>
            <p:nvPr/>
          </p:nvSpPr>
          <p:spPr>
            <a:xfrm>
              <a:off x="732434" y="1619894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1" name="pl5410"/>
            <p:cNvSpPr/>
            <p:nvPr/>
          </p:nvSpPr>
          <p:spPr>
            <a:xfrm>
              <a:off x="773555" y="6015963"/>
              <a:ext cx="9564359" cy="0"/>
            </a:xfrm>
            <a:custGeom>
              <a:avLst/>
              <a:pathLst>
                <a:path w="9564359" h="0">
                  <a:moveTo>
                    <a:pt x="0" y="0"/>
                  </a:moveTo>
                  <a:lnTo>
                    <a:pt x="9564359" y="0"/>
                  </a:lnTo>
                </a:path>
              </a:pathLst>
            </a:custGeom>
            <a:ln w="16014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2" name="pl5411"/>
            <p:cNvSpPr/>
            <p:nvPr/>
          </p:nvSpPr>
          <p:spPr>
            <a:xfrm>
              <a:off x="1208299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3" name="pl5412"/>
            <p:cNvSpPr/>
            <p:nvPr/>
          </p:nvSpPr>
          <p:spPr>
            <a:xfrm>
              <a:off x="2947273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4" name="pl5413"/>
            <p:cNvSpPr/>
            <p:nvPr/>
          </p:nvSpPr>
          <p:spPr>
            <a:xfrm>
              <a:off x="4686248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5" name="pl5414"/>
            <p:cNvSpPr/>
            <p:nvPr/>
          </p:nvSpPr>
          <p:spPr>
            <a:xfrm>
              <a:off x="6425222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6" name="pl5415"/>
            <p:cNvSpPr/>
            <p:nvPr/>
          </p:nvSpPr>
          <p:spPr>
            <a:xfrm>
              <a:off x="8164197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7" name="pl5416"/>
            <p:cNvSpPr/>
            <p:nvPr/>
          </p:nvSpPr>
          <p:spPr>
            <a:xfrm>
              <a:off x="9903171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8" name="tx5417"/>
            <p:cNvSpPr/>
            <p:nvPr/>
          </p:nvSpPr>
          <p:spPr>
            <a:xfrm>
              <a:off x="1171570" y="6089852"/>
              <a:ext cx="73456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</a:t>
              </a:r>
            </a:p>
          </p:txBody>
        </p:sp>
        <p:sp>
          <p:nvSpPr>
            <p:cNvPr id="5419" name="tx5418"/>
            <p:cNvSpPr/>
            <p:nvPr/>
          </p:nvSpPr>
          <p:spPr>
            <a:xfrm>
              <a:off x="2873816" y="6089852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5420" name="tx5419"/>
            <p:cNvSpPr/>
            <p:nvPr/>
          </p:nvSpPr>
          <p:spPr>
            <a:xfrm>
              <a:off x="4612791" y="6089529"/>
              <a:ext cx="146913" cy="9519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5421" name="tx5420"/>
            <p:cNvSpPr/>
            <p:nvPr/>
          </p:nvSpPr>
          <p:spPr>
            <a:xfrm>
              <a:off x="6351765" y="6089723"/>
              <a:ext cx="146913" cy="9499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5422" name="tx5421"/>
            <p:cNvSpPr/>
            <p:nvPr/>
          </p:nvSpPr>
          <p:spPr>
            <a:xfrm>
              <a:off x="8090740" y="6089594"/>
              <a:ext cx="146913" cy="9512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5423" name="tx5422"/>
            <p:cNvSpPr/>
            <p:nvPr/>
          </p:nvSpPr>
          <p:spPr>
            <a:xfrm>
              <a:off x="9829714" y="6089852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50</a:t>
              </a:r>
            </a:p>
          </p:txBody>
        </p:sp>
        <p:sp>
          <p:nvSpPr>
            <p:cNvPr id="5424" name="tx5423"/>
            <p:cNvSpPr/>
            <p:nvPr/>
          </p:nvSpPr>
          <p:spPr>
            <a:xfrm>
              <a:off x="4982198" y="6217005"/>
              <a:ext cx="1147074" cy="15647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Objective mean</a:t>
              </a:r>
            </a:p>
          </p:txBody>
        </p:sp>
        <p:sp>
          <p:nvSpPr>
            <p:cNvPr id="5425" name="tx5424"/>
            <p:cNvSpPr/>
            <p:nvPr/>
          </p:nvSpPr>
          <p:spPr>
            <a:xfrm rot="-5400000">
              <a:off x="-346645" y="3635023"/>
              <a:ext cx="1486786" cy="15647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Subjective response</a:t>
              </a:r>
            </a:p>
          </p:txBody>
        </p:sp>
        <p:sp>
          <p:nvSpPr>
            <p:cNvPr id="5426" name="rc5425"/>
            <p:cNvSpPr/>
            <p:nvPr/>
          </p:nvSpPr>
          <p:spPr>
            <a:xfrm>
              <a:off x="10502398" y="3183243"/>
              <a:ext cx="1119680" cy="106003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27" name="tx5426"/>
            <p:cNvSpPr/>
            <p:nvPr/>
          </p:nvSpPr>
          <p:spPr>
            <a:xfrm>
              <a:off x="10584639" y="3248354"/>
              <a:ext cx="733921" cy="1538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Array size</a:t>
              </a:r>
            </a:p>
          </p:txBody>
        </p:sp>
        <p:sp>
          <p:nvSpPr>
            <p:cNvPr id="5428" name="rc5427"/>
            <p:cNvSpPr/>
            <p:nvPr/>
          </p:nvSpPr>
          <p:spPr>
            <a:xfrm>
              <a:off x="10584639" y="3502669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29" name="rc5428"/>
            <p:cNvSpPr/>
            <p:nvPr/>
          </p:nvSpPr>
          <p:spPr>
            <a:xfrm>
              <a:off x="10593639" y="3511669"/>
              <a:ext cx="201455" cy="201456"/>
            </a:xfrm>
            <a:prstGeom prst="rect">
              <a:avLst/>
            </a:prstGeom>
            <a:solidFill>
              <a:srgbClr val="F8766D">
                <a:alpha val="14901"/>
              </a:srgbClr>
            </a:solidFill>
          </p:spPr>
          <p:txBody>
            <a:bodyPr/>
            <a:lstStyle/>
            <a:p/>
          </p:txBody>
        </p:sp>
        <p:sp>
          <p:nvSpPr>
            <p:cNvPr id="5430" name="pl5429"/>
            <p:cNvSpPr/>
            <p:nvPr/>
          </p:nvSpPr>
          <p:spPr>
            <a:xfrm>
              <a:off x="10606585" y="3612397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1" name="rc5430"/>
            <p:cNvSpPr/>
            <p:nvPr/>
          </p:nvSpPr>
          <p:spPr>
            <a:xfrm>
              <a:off x="10584639" y="3722125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32" name="rc5431"/>
            <p:cNvSpPr/>
            <p:nvPr/>
          </p:nvSpPr>
          <p:spPr>
            <a:xfrm>
              <a:off x="10593639" y="3731125"/>
              <a:ext cx="201455" cy="201456"/>
            </a:xfrm>
            <a:prstGeom prst="rect">
              <a:avLst/>
            </a:prstGeom>
            <a:solidFill>
              <a:srgbClr val="00BA38">
                <a:alpha val="14901"/>
              </a:srgbClr>
            </a:solidFill>
          </p:spPr>
          <p:txBody>
            <a:bodyPr/>
            <a:lstStyle/>
            <a:p/>
          </p:txBody>
        </p:sp>
        <p:sp>
          <p:nvSpPr>
            <p:cNvPr id="5433" name="pl5432"/>
            <p:cNvSpPr/>
            <p:nvPr/>
          </p:nvSpPr>
          <p:spPr>
            <a:xfrm>
              <a:off x="10606585" y="3831853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4" name="rc5433"/>
            <p:cNvSpPr/>
            <p:nvPr/>
          </p:nvSpPr>
          <p:spPr>
            <a:xfrm>
              <a:off x="10584639" y="3941581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35" name="rc5434"/>
            <p:cNvSpPr/>
            <p:nvPr/>
          </p:nvSpPr>
          <p:spPr>
            <a:xfrm>
              <a:off x="10593639" y="3950581"/>
              <a:ext cx="201455" cy="201456"/>
            </a:xfrm>
            <a:prstGeom prst="rect">
              <a:avLst/>
            </a:prstGeom>
            <a:solidFill>
              <a:srgbClr val="619CFF">
                <a:alpha val="14901"/>
              </a:srgbClr>
            </a:solidFill>
          </p:spPr>
          <p:txBody>
            <a:bodyPr/>
            <a:lstStyle/>
            <a:p/>
          </p:txBody>
        </p:sp>
        <p:sp>
          <p:nvSpPr>
            <p:cNvPr id="5436" name="pl5435"/>
            <p:cNvSpPr/>
            <p:nvPr/>
          </p:nvSpPr>
          <p:spPr>
            <a:xfrm>
              <a:off x="10606585" y="4051309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7" name="tx5436"/>
            <p:cNvSpPr/>
            <p:nvPr/>
          </p:nvSpPr>
          <p:spPr>
            <a:xfrm>
              <a:off x="10886337" y="3539553"/>
              <a:ext cx="580042" cy="1202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 squares</a:t>
              </a:r>
            </a:p>
          </p:txBody>
        </p:sp>
        <p:sp>
          <p:nvSpPr>
            <p:cNvPr id="5438" name="tx5437"/>
            <p:cNvSpPr/>
            <p:nvPr/>
          </p:nvSpPr>
          <p:spPr>
            <a:xfrm>
              <a:off x="10886337" y="3759331"/>
              <a:ext cx="653499" cy="11989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 squares</a:t>
              </a:r>
            </a:p>
          </p:txBody>
        </p:sp>
        <p:sp>
          <p:nvSpPr>
            <p:cNvPr id="5439" name="tx5438"/>
            <p:cNvSpPr/>
            <p:nvPr/>
          </p:nvSpPr>
          <p:spPr>
            <a:xfrm>
              <a:off x="10886337" y="3978465"/>
              <a:ext cx="653499" cy="1202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 squares</a:t>
              </a:r>
            </a:p>
          </p:txBody>
        </p:sp>
        <p:sp>
          <p:nvSpPr>
            <p:cNvPr id="5440" name="tx5439"/>
            <p:cNvSpPr/>
            <p:nvPr/>
          </p:nvSpPr>
          <p:spPr>
            <a:xfrm>
              <a:off x="773555" y="1136452"/>
              <a:ext cx="2074068" cy="1553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Model-based regression line</a:t>
              </a:r>
            </a:p>
          </p:txBody>
        </p:sp>
        <p:sp>
          <p:nvSpPr>
            <p:cNvPr id="5441" name="tx5440"/>
            <p:cNvSpPr/>
            <p:nvPr/>
          </p:nvSpPr>
          <p:spPr>
            <a:xfrm>
              <a:off x="773555" y="860895"/>
              <a:ext cx="2929331" cy="18641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5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56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Experiment 2 - Average condition</a:t>
              </a:r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p:ph/>
          </p:nvPr>
        </p:nvSpPr>
        <p:spPr>
          <a:xfrm>
            <a:off x="274320" y="182880"/>
            <a:ext cx="11430000" cy="457200"/>
          </a:xfrm>
        </p:spPr>
        <p:txBody>
          <a:bodyPr/>
          <a:lstStyle/>
          <a:p>
            <a:r>
              <a:rPr/>
              <a:t>Exp 2 - Experience model regression</a:t>
            </a:r>
          </a:p>
        </p:txBody>
      </p:sp>
      <p:grpSp xmlns:pic="http://schemas.openxmlformats.org/drawingml/2006/picture">
        <p:nvGrpSpPr>
          <p:cNvPr id="3" name=""/>
          <p:cNvGrpSpPr/>
          <p:nvPr/>
        </p:nvGrpSpPr>
        <p:grpSpPr>
          <a:xfrm>
            <a:off x="274320" y="822960"/>
            <a:ext cx="11430000" cy="5669280"/>
            <a:chOff x="274320" y="822960"/>
            <a:chExt cx="11430000" cy="5669280"/>
          </a:xfrm>
        </p:grpSpPr>
        <p:sp>
          <p:nvSpPr>
            <p:cNvPr id="4" name="rc3"/>
            <p:cNvSpPr/>
            <p:nvPr/>
          </p:nvSpPr>
          <p:spPr>
            <a:xfrm>
              <a:off x="274320" y="822960"/>
              <a:ext cx="1143000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4"/>
            <p:cNvSpPr/>
            <p:nvPr/>
          </p:nvSpPr>
          <p:spPr>
            <a:xfrm>
              <a:off x="11704319" y="822960"/>
              <a:ext cx="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6014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rc5"/>
            <p:cNvSpPr/>
            <p:nvPr/>
          </p:nvSpPr>
          <p:spPr>
            <a:xfrm>
              <a:off x="773555" y="1410558"/>
              <a:ext cx="9564359" cy="460540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g6"/>
            <p:cNvSpPr/>
            <p:nvPr/>
          </p:nvSpPr>
          <p:spPr>
            <a:xfrm>
              <a:off x="3317373" y="2855069"/>
              <a:ext cx="4475424" cy="2138722"/>
            </a:xfrm>
            <a:custGeom>
              <a:avLst/>
              <a:pathLst>
                <a:path w="4475424" h="2138722">
                  <a:moveTo>
                    <a:pt x="0" y="2003134"/>
                  </a:moveTo>
                  <a:lnTo>
                    <a:pt x="87296" y="1966337"/>
                  </a:lnTo>
                  <a:lnTo>
                    <a:pt x="101034" y="1960542"/>
                  </a:lnTo>
                  <a:lnTo>
                    <a:pt x="112685" y="1955627"/>
                  </a:lnTo>
                  <a:lnTo>
                    <a:pt x="129901" y="1948362"/>
                  </a:lnTo>
                  <a:lnTo>
                    <a:pt x="151986" y="1939040"/>
                  </a:lnTo>
                  <a:lnTo>
                    <a:pt x="155812" y="1937425"/>
                  </a:lnTo>
                  <a:lnTo>
                    <a:pt x="169550" y="1931624"/>
                  </a:lnTo>
                  <a:lnTo>
                    <a:pt x="172158" y="1930523"/>
                  </a:lnTo>
                  <a:lnTo>
                    <a:pt x="173897" y="1929788"/>
                  </a:lnTo>
                  <a:lnTo>
                    <a:pt x="177897" y="1928099"/>
                  </a:lnTo>
                  <a:lnTo>
                    <a:pt x="178244" y="1927952"/>
                  </a:lnTo>
                  <a:lnTo>
                    <a:pt x="196504" y="1920240"/>
                  </a:lnTo>
                  <a:lnTo>
                    <a:pt x="199286" y="1919064"/>
                  </a:lnTo>
                  <a:lnTo>
                    <a:pt x="200677" y="1918476"/>
                  </a:lnTo>
                  <a:lnTo>
                    <a:pt x="223110" y="1908997"/>
                  </a:lnTo>
                  <a:lnTo>
                    <a:pt x="228153" y="1906866"/>
                  </a:lnTo>
                  <a:lnTo>
                    <a:pt x="231631" y="1905396"/>
                  </a:lnTo>
                  <a:lnTo>
                    <a:pt x="236152" y="1903484"/>
                  </a:lnTo>
                  <a:lnTo>
                    <a:pt x="237196" y="1903043"/>
                  </a:lnTo>
                  <a:lnTo>
                    <a:pt x="239978" y="1901867"/>
                  </a:lnTo>
                  <a:lnTo>
                    <a:pt x="243630" y="1900323"/>
                  </a:lnTo>
                  <a:lnTo>
                    <a:pt x="263280" y="1892014"/>
                  </a:lnTo>
                  <a:lnTo>
                    <a:pt x="263454" y="1891941"/>
                  </a:lnTo>
                  <a:lnTo>
                    <a:pt x="266758" y="1890543"/>
                  </a:lnTo>
                  <a:lnTo>
                    <a:pt x="270410" y="1888999"/>
                  </a:lnTo>
                  <a:lnTo>
                    <a:pt x="274931" y="1887086"/>
                  </a:lnTo>
                  <a:lnTo>
                    <a:pt x="278409" y="1885615"/>
                  </a:lnTo>
                  <a:lnTo>
                    <a:pt x="286582" y="1882157"/>
                  </a:lnTo>
                  <a:lnTo>
                    <a:pt x="287278" y="1881863"/>
                  </a:lnTo>
                  <a:lnTo>
                    <a:pt x="291452" y="1880097"/>
                  </a:lnTo>
                  <a:lnTo>
                    <a:pt x="293017" y="1879435"/>
                  </a:lnTo>
                  <a:lnTo>
                    <a:pt x="295973" y="1878184"/>
                  </a:lnTo>
                  <a:lnTo>
                    <a:pt x="296321" y="1878037"/>
                  </a:lnTo>
                  <a:lnTo>
                    <a:pt x="296669" y="1877890"/>
                  </a:lnTo>
                  <a:lnTo>
                    <a:pt x="303798" y="1874872"/>
                  </a:lnTo>
                  <a:lnTo>
                    <a:pt x="305885" y="1873989"/>
                  </a:lnTo>
                  <a:lnTo>
                    <a:pt x="310580" y="1872002"/>
                  </a:lnTo>
                  <a:lnTo>
                    <a:pt x="311102" y="1871781"/>
                  </a:lnTo>
                  <a:lnTo>
                    <a:pt x="314754" y="1870235"/>
                  </a:lnTo>
                  <a:lnTo>
                    <a:pt x="318232" y="1868763"/>
                  </a:lnTo>
                  <a:lnTo>
                    <a:pt x="320319" y="1867880"/>
                  </a:lnTo>
                  <a:lnTo>
                    <a:pt x="322231" y="1867070"/>
                  </a:lnTo>
                  <a:lnTo>
                    <a:pt x="325883" y="1865524"/>
                  </a:lnTo>
                  <a:lnTo>
                    <a:pt x="329709" y="1863904"/>
                  </a:lnTo>
                  <a:lnTo>
                    <a:pt x="331448" y="1863168"/>
                  </a:lnTo>
                  <a:lnTo>
                    <a:pt x="331622" y="1863094"/>
                  </a:lnTo>
                  <a:lnTo>
                    <a:pt x="337013" y="1860812"/>
                  </a:lnTo>
                  <a:lnTo>
                    <a:pt x="340665" y="1859265"/>
                  </a:lnTo>
                  <a:lnTo>
                    <a:pt x="340838" y="1859191"/>
                  </a:lnTo>
                  <a:lnTo>
                    <a:pt x="341360" y="1858970"/>
                  </a:lnTo>
                  <a:lnTo>
                    <a:pt x="344490" y="1857645"/>
                  </a:lnTo>
                  <a:lnTo>
                    <a:pt x="346055" y="1856982"/>
                  </a:lnTo>
                  <a:lnTo>
                    <a:pt x="347794" y="1856245"/>
                  </a:lnTo>
                  <a:lnTo>
                    <a:pt x="348142" y="1856098"/>
                  </a:lnTo>
                  <a:lnTo>
                    <a:pt x="348664" y="1855877"/>
                  </a:lnTo>
                  <a:lnTo>
                    <a:pt x="350055" y="1855288"/>
                  </a:lnTo>
                  <a:lnTo>
                    <a:pt x="350229" y="1855214"/>
                  </a:lnTo>
                  <a:lnTo>
                    <a:pt x="351794" y="1854551"/>
                  </a:lnTo>
                  <a:lnTo>
                    <a:pt x="352142" y="1854404"/>
                  </a:lnTo>
                  <a:lnTo>
                    <a:pt x="359619" y="1851237"/>
                  </a:lnTo>
                  <a:lnTo>
                    <a:pt x="362576" y="1849984"/>
                  </a:lnTo>
                  <a:lnTo>
                    <a:pt x="364489" y="1849174"/>
                  </a:lnTo>
                  <a:lnTo>
                    <a:pt x="366228" y="1848437"/>
                  </a:lnTo>
                  <a:lnTo>
                    <a:pt x="370401" y="1846669"/>
                  </a:lnTo>
                  <a:lnTo>
                    <a:pt x="372662" y="1845711"/>
                  </a:lnTo>
                  <a:lnTo>
                    <a:pt x="373183" y="1845490"/>
                  </a:lnTo>
                  <a:lnTo>
                    <a:pt x="374575" y="1844900"/>
                  </a:lnTo>
                  <a:lnTo>
                    <a:pt x="379792" y="1842689"/>
                  </a:lnTo>
                  <a:lnTo>
                    <a:pt x="382052" y="1841731"/>
                  </a:lnTo>
                  <a:lnTo>
                    <a:pt x="393182" y="1837014"/>
                  </a:lnTo>
                  <a:lnTo>
                    <a:pt x="397007" y="1835392"/>
                  </a:lnTo>
                  <a:lnTo>
                    <a:pt x="401529" y="1833475"/>
                  </a:lnTo>
                  <a:lnTo>
                    <a:pt x="402050" y="1833254"/>
                  </a:lnTo>
                  <a:lnTo>
                    <a:pt x="405528" y="1831780"/>
                  </a:lnTo>
                  <a:lnTo>
                    <a:pt x="410050" y="1829863"/>
                  </a:lnTo>
                  <a:lnTo>
                    <a:pt x="411093" y="1829420"/>
                  </a:lnTo>
                  <a:lnTo>
                    <a:pt x="413875" y="1828240"/>
                  </a:lnTo>
                  <a:lnTo>
                    <a:pt x="417527" y="1826692"/>
                  </a:lnTo>
                  <a:lnTo>
                    <a:pt x="418397" y="1826323"/>
                  </a:lnTo>
                  <a:lnTo>
                    <a:pt x="420310" y="1825512"/>
                  </a:lnTo>
                  <a:lnTo>
                    <a:pt x="428831" y="1821897"/>
                  </a:lnTo>
                  <a:lnTo>
                    <a:pt x="435091" y="1819242"/>
                  </a:lnTo>
                  <a:lnTo>
                    <a:pt x="437178" y="1818356"/>
                  </a:lnTo>
                  <a:lnTo>
                    <a:pt x="437352" y="1818283"/>
                  </a:lnTo>
                  <a:lnTo>
                    <a:pt x="440656" y="1816881"/>
                  </a:lnTo>
                  <a:lnTo>
                    <a:pt x="444307" y="1815331"/>
                  </a:lnTo>
                  <a:lnTo>
                    <a:pt x="452307" y="1811937"/>
                  </a:lnTo>
                  <a:lnTo>
                    <a:pt x="458219" y="1809427"/>
                  </a:lnTo>
                  <a:lnTo>
                    <a:pt x="461176" y="1808173"/>
                  </a:lnTo>
                  <a:lnTo>
                    <a:pt x="465349" y="1806401"/>
                  </a:lnTo>
                  <a:lnTo>
                    <a:pt x="466914" y="1805737"/>
                  </a:lnTo>
                  <a:lnTo>
                    <a:pt x="469870" y="1804482"/>
                  </a:lnTo>
                  <a:lnTo>
                    <a:pt x="470218" y="1804334"/>
                  </a:lnTo>
                  <a:lnTo>
                    <a:pt x="470566" y="1804186"/>
                  </a:lnTo>
                  <a:lnTo>
                    <a:pt x="471783" y="1803670"/>
                  </a:lnTo>
                  <a:lnTo>
                    <a:pt x="477174" y="1801381"/>
                  </a:lnTo>
                  <a:lnTo>
                    <a:pt x="477696" y="1801159"/>
                  </a:lnTo>
                  <a:lnTo>
                    <a:pt x="479783" y="1800273"/>
                  </a:lnTo>
                  <a:lnTo>
                    <a:pt x="481522" y="1799535"/>
                  </a:lnTo>
                  <a:lnTo>
                    <a:pt x="484478" y="1798279"/>
                  </a:lnTo>
                  <a:lnTo>
                    <a:pt x="484999" y="1798058"/>
                  </a:lnTo>
                  <a:lnTo>
                    <a:pt x="488477" y="1796581"/>
                  </a:lnTo>
                  <a:lnTo>
                    <a:pt x="488651" y="1796507"/>
                  </a:lnTo>
                  <a:lnTo>
                    <a:pt x="492129" y="1795030"/>
                  </a:lnTo>
                  <a:lnTo>
                    <a:pt x="493868" y="1794291"/>
                  </a:lnTo>
                  <a:lnTo>
                    <a:pt x="494216" y="1794144"/>
                  </a:lnTo>
                  <a:lnTo>
                    <a:pt x="496129" y="1793331"/>
                  </a:lnTo>
                  <a:lnTo>
                    <a:pt x="499781" y="1791780"/>
                  </a:lnTo>
                  <a:lnTo>
                    <a:pt x="501694" y="1790967"/>
                  </a:lnTo>
                  <a:lnTo>
                    <a:pt x="503780" y="1790081"/>
                  </a:lnTo>
                  <a:lnTo>
                    <a:pt x="505345" y="1789416"/>
                  </a:lnTo>
                  <a:lnTo>
                    <a:pt x="505519" y="1789342"/>
                  </a:lnTo>
                  <a:lnTo>
                    <a:pt x="510910" y="1787052"/>
                  </a:lnTo>
                  <a:lnTo>
                    <a:pt x="514562" y="1785500"/>
                  </a:lnTo>
                  <a:lnTo>
                    <a:pt x="514736" y="1785426"/>
                  </a:lnTo>
                  <a:lnTo>
                    <a:pt x="515258" y="1785204"/>
                  </a:lnTo>
                  <a:lnTo>
                    <a:pt x="517344" y="1784318"/>
                  </a:lnTo>
                  <a:lnTo>
                    <a:pt x="518388" y="1783874"/>
                  </a:lnTo>
                  <a:lnTo>
                    <a:pt x="519953" y="1783209"/>
                  </a:lnTo>
                  <a:lnTo>
                    <a:pt x="521692" y="1782470"/>
                  </a:lnTo>
                  <a:lnTo>
                    <a:pt x="522040" y="1782322"/>
                  </a:lnTo>
                  <a:lnTo>
                    <a:pt x="522561" y="1782101"/>
                  </a:lnTo>
                  <a:lnTo>
                    <a:pt x="523953" y="1781509"/>
                  </a:lnTo>
                  <a:lnTo>
                    <a:pt x="524126" y="1781435"/>
                  </a:lnTo>
                  <a:lnTo>
                    <a:pt x="525691" y="1780770"/>
                  </a:lnTo>
                  <a:lnTo>
                    <a:pt x="526039" y="1780622"/>
                  </a:lnTo>
                  <a:lnTo>
                    <a:pt x="531256" y="1778405"/>
                  </a:lnTo>
                  <a:lnTo>
                    <a:pt x="533169" y="1777592"/>
                  </a:lnTo>
                  <a:lnTo>
                    <a:pt x="533517" y="1777444"/>
                  </a:lnTo>
                  <a:lnTo>
                    <a:pt x="533865" y="1777296"/>
                  </a:lnTo>
                  <a:lnTo>
                    <a:pt x="536473" y="1776187"/>
                  </a:lnTo>
                  <a:lnTo>
                    <a:pt x="538386" y="1775374"/>
                  </a:lnTo>
                  <a:lnTo>
                    <a:pt x="540125" y="1774635"/>
                  </a:lnTo>
                  <a:lnTo>
                    <a:pt x="544299" y="1772860"/>
                  </a:lnTo>
                  <a:lnTo>
                    <a:pt x="546559" y="1771899"/>
                  </a:lnTo>
                  <a:lnTo>
                    <a:pt x="547081" y="1771677"/>
                  </a:lnTo>
                  <a:lnTo>
                    <a:pt x="548472" y="1771085"/>
                  </a:lnTo>
                  <a:lnTo>
                    <a:pt x="549863" y="1770494"/>
                  </a:lnTo>
                  <a:lnTo>
                    <a:pt x="553689" y="1768867"/>
                  </a:lnTo>
                  <a:lnTo>
                    <a:pt x="555950" y="1767905"/>
                  </a:lnTo>
                  <a:lnTo>
                    <a:pt x="567079" y="1763172"/>
                  </a:lnTo>
                  <a:lnTo>
                    <a:pt x="570905" y="1761544"/>
                  </a:lnTo>
                  <a:lnTo>
                    <a:pt x="575426" y="1759620"/>
                  </a:lnTo>
                  <a:lnTo>
                    <a:pt x="579426" y="1757918"/>
                  </a:lnTo>
                  <a:lnTo>
                    <a:pt x="583947" y="1755994"/>
                  </a:lnTo>
                  <a:lnTo>
                    <a:pt x="584991" y="1755550"/>
                  </a:lnTo>
                  <a:lnTo>
                    <a:pt x="587773" y="1754366"/>
                  </a:lnTo>
                  <a:lnTo>
                    <a:pt x="591425" y="1752812"/>
                  </a:lnTo>
                  <a:lnTo>
                    <a:pt x="592294" y="1752442"/>
                  </a:lnTo>
                  <a:lnTo>
                    <a:pt x="594207" y="1751628"/>
                  </a:lnTo>
                  <a:lnTo>
                    <a:pt x="602728" y="1748000"/>
                  </a:lnTo>
                  <a:lnTo>
                    <a:pt x="608988" y="1745335"/>
                  </a:lnTo>
                  <a:lnTo>
                    <a:pt x="611075" y="1744446"/>
                  </a:lnTo>
                  <a:lnTo>
                    <a:pt x="611249" y="1744372"/>
                  </a:lnTo>
                  <a:lnTo>
                    <a:pt x="614553" y="1742965"/>
                  </a:lnTo>
                  <a:lnTo>
                    <a:pt x="618205" y="1741410"/>
                  </a:lnTo>
                  <a:lnTo>
                    <a:pt x="622726" y="1739484"/>
                  </a:lnTo>
                  <a:lnTo>
                    <a:pt x="626204" y="1738003"/>
                  </a:lnTo>
                  <a:lnTo>
                    <a:pt x="632117" y="1735484"/>
                  </a:lnTo>
                  <a:lnTo>
                    <a:pt x="634377" y="1734521"/>
                  </a:lnTo>
                  <a:lnTo>
                    <a:pt x="635073" y="1734224"/>
                  </a:lnTo>
                  <a:lnTo>
                    <a:pt x="639247" y="1732446"/>
                  </a:lnTo>
                  <a:lnTo>
                    <a:pt x="640812" y="1731779"/>
                  </a:lnTo>
                  <a:lnTo>
                    <a:pt x="643768" y="1730519"/>
                  </a:lnTo>
                  <a:lnTo>
                    <a:pt x="644116" y="1730371"/>
                  </a:lnTo>
                  <a:lnTo>
                    <a:pt x="644463" y="1730223"/>
                  </a:lnTo>
                  <a:lnTo>
                    <a:pt x="645681" y="1729704"/>
                  </a:lnTo>
                  <a:lnTo>
                    <a:pt x="649680" y="1728000"/>
                  </a:lnTo>
                  <a:lnTo>
                    <a:pt x="651072" y="1727407"/>
                  </a:lnTo>
                  <a:lnTo>
                    <a:pt x="651593" y="1727184"/>
                  </a:lnTo>
                  <a:lnTo>
                    <a:pt x="653680" y="1726295"/>
                  </a:lnTo>
                  <a:lnTo>
                    <a:pt x="655419" y="1725553"/>
                  </a:lnTo>
                  <a:lnTo>
                    <a:pt x="658375" y="1724293"/>
                  </a:lnTo>
                  <a:lnTo>
                    <a:pt x="658897" y="1724071"/>
                  </a:lnTo>
                  <a:lnTo>
                    <a:pt x="662375" y="1722588"/>
                  </a:lnTo>
                  <a:lnTo>
                    <a:pt x="662549" y="1722514"/>
                  </a:lnTo>
                  <a:lnTo>
                    <a:pt x="666027" y="1721031"/>
                  </a:lnTo>
                  <a:lnTo>
                    <a:pt x="667766" y="1720290"/>
                  </a:lnTo>
                  <a:lnTo>
                    <a:pt x="668113" y="1720141"/>
                  </a:lnTo>
                  <a:lnTo>
                    <a:pt x="670026" y="1719326"/>
                  </a:lnTo>
                  <a:lnTo>
                    <a:pt x="673678" y="1717768"/>
                  </a:lnTo>
                  <a:lnTo>
                    <a:pt x="675591" y="1716953"/>
                  </a:lnTo>
                  <a:lnTo>
                    <a:pt x="677504" y="1716137"/>
                  </a:lnTo>
                  <a:lnTo>
                    <a:pt x="677678" y="1716063"/>
                  </a:lnTo>
                  <a:lnTo>
                    <a:pt x="679243" y="1715395"/>
                  </a:lnTo>
                  <a:lnTo>
                    <a:pt x="679417" y="1715321"/>
                  </a:lnTo>
                  <a:lnTo>
                    <a:pt x="684808" y="1713022"/>
                  </a:lnTo>
                  <a:lnTo>
                    <a:pt x="688459" y="1711464"/>
                  </a:lnTo>
                  <a:lnTo>
                    <a:pt x="688633" y="1711390"/>
                  </a:lnTo>
                  <a:lnTo>
                    <a:pt x="689155" y="1711167"/>
                  </a:lnTo>
                  <a:lnTo>
                    <a:pt x="691242" y="1710277"/>
                  </a:lnTo>
                  <a:lnTo>
                    <a:pt x="692285" y="1709832"/>
                  </a:lnTo>
                  <a:lnTo>
                    <a:pt x="693850" y="1709164"/>
                  </a:lnTo>
                  <a:lnTo>
                    <a:pt x="695589" y="1708422"/>
                  </a:lnTo>
                  <a:lnTo>
                    <a:pt x="695937" y="1708273"/>
                  </a:lnTo>
                  <a:lnTo>
                    <a:pt x="696459" y="1708051"/>
                  </a:lnTo>
                  <a:lnTo>
                    <a:pt x="697850" y="1707457"/>
                  </a:lnTo>
                  <a:lnTo>
                    <a:pt x="698024" y="1707383"/>
                  </a:lnTo>
                  <a:lnTo>
                    <a:pt x="699589" y="1706715"/>
                  </a:lnTo>
                  <a:lnTo>
                    <a:pt x="699937" y="1706567"/>
                  </a:lnTo>
                  <a:lnTo>
                    <a:pt x="705154" y="1704340"/>
                  </a:lnTo>
                  <a:lnTo>
                    <a:pt x="707067" y="1703524"/>
                  </a:lnTo>
                  <a:lnTo>
                    <a:pt x="707414" y="1703375"/>
                  </a:lnTo>
                  <a:lnTo>
                    <a:pt x="707762" y="1703227"/>
                  </a:lnTo>
                  <a:lnTo>
                    <a:pt x="712283" y="1701297"/>
                  </a:lnTo>
                  <a:lnTo>
                    <a:pt x="714022" y="1700555"/>
                  </a:lnTo>
                  <a:lnTo>
                    <a:pt x="718196" y="1698773"/>
                  </a:lnTo>
                  <a:lnTo>
                    <a:pt x="720457" y="1697808"/>
                  </a:lnTo>
                  <a:lnTo>
                    <a:pt x="720978" y="1697585"/>
                  </a:lnTo>
                  <a:lnTo>
                    <a:pt x="722369" y="1696991"/>
                  </a:lnTo>
                  <a:lnTo>
                    <a:pt x="723761" y="1696397"/>
                  </a:lnTo>
                  <a:lnTo>
                    <a:pt x="727586" y="1694764"/>
                  </a:lnTo>
                  <a:lnTo>
                    <a:pt x="729847" y="1693798"/>
                  </a:lnTo>
                  <a:lnTo>
                    <a:pt x="740977" y="1689045"/>
                  </a:lnTo>
                  <a:lnTo>
                    <a:pt x="744802" y="1687410"/>
                  </a:lnTo>
                  <a:lnTo>
                    <a:pt x="749324" y="1685479"/>
                  </a:lnTo>
                  <a:lnTo>
                    <a:pt x="749845" y="1685256"/>
                  </a:lnTo>
                  <a:lnTo>
                    <a:pt x="753323" y="1683770"/>
                  </a:lnTo>
                  <a:lnTo>
                    <a:pt x="757845" y="1681838"/>
                  </a:lnTo>
                  <a:lnTo>
                    <a:pt x="758888" y="1681392"/>
                  </a:lnTo>
                  <a:lnTo>
                    <a:pt x="761670" y="1680203"/>
                  </a:lnTo>
                  <a:lnTo>
                    <a:pt x="765322" y="1678642"/>
                  </a:lnTo>
                  <a:lnTo>
                    <a:pt x="766192" y="1678270"/>
                  </a:lnTo>
                  <a:lnTo>
                    <a:pt x="768105" y="1677452"/>
                  </a:lnTo>
                  <a:lnTo>
                    <a:pt x="776625" y="1673810"/>
                  </a:lnTo>
                  <a:lnTo>
                    <a:pt x="782886" y="1671133"/>
                  </a:lnTo>
                  <a:lnTo>
                    <a:pt x="784973" y="1670240"/>
                  </a:lnTo>
                  <a:lnTo>
                    <a:pt x="785146" y="1670166"/>
                  </a:lnTo>
                  <a:lnTo>
                    <a:pt x="788451" y="1668753"/>
                  </a:lnTo>
                  <a:lnTo>
                    <a:pt x="792102" y="1667191"/>
                  </a:lnTo>
                  <a:lnTo>
                    <a:pt x="796624" y="1665257"/>
                  </a:lnTo>
                  <a:lnTo>
                    <a:pt x="800102" y="1663769"/>
                  </a:lnTo>
                  <a:lnTo>
                    <a:pt x="806014" y="1661239"/>
                  </a:lnTo>
                  <a:lnTo>
                    <a:pt x="808275" y="1660272"/>
                  </a:lnTo>
                  <a:lnTo>
                    <a:pt x="808970" y="1659974"/>
                  </a:lnTo>
                  <a:lnTo>
                    <a:pt x="813144" y="1658188"/>
                  </a:lnTo>
                  <a:lnTo>
                    <a:pt x="814709" y="1657518"/>
                  </a:lnTo>
                  <a:lnTo>
                    <a:pt x="817665" y="1656253"/>
                  </a:lnTo>
                  <a:lnTo>
                    <a:pt x="818013" y="1656104"/>
                  </a:lnTo>
                  <a:lnTo>
                    <a:pt x="818361" y="1655955"/>
                  </a:lnTo>
                  <a:lnTo>
                    <a:pt x="819578" y="1655434"/>
                  </a:lnTo>
                  <a:lnTo>
                    <a:pt x="823578" y="1653722"/>
                  </a:lnTo>
                  <a:lnTo>
                    <a:pt x="824969" y="1653126"/>
                  </a:lnTo>
                  <a:lnTo>
                    <a:pt x="825491" y="1652903"/>
                  </a:lnTo>
                  <a:lnTo>
                    <a:pt x="827577" y="1652009"/>
                  </a:lnTo>
                  <a:lnTo>
                    <a:pt x="829316" y="1651265"/>
                  </a:lnTo>
                  <a:lnTo>
                    <a:pt x="832273" y="1649999"/>
                  </a:lnTo>
                  <a:lnTo>
                    <a:pt x="832794" y="1649776"/>
                  </a:lnTo>
                  <a:lnTo>
                    <a:pt x="836272" y="1648286"/>
                  </a:lnTo>
                  <a:lnTo>
                    <a:pt x="836446" y="1648212"/>
                  </a:lnTo>
                  <a:lnTo>
                    <a:pt x="839924" y="1646722"/>
                  </a:lnTo>
                  <a:lnTo>
                    <a:pt x="841663" y="1645977"/>
                  </a:lnTo>
                  <a:lnTo>
                    <a:pt x="842011" y="1645828"/>
                  </a:lnTo>
                  <a:lnTo>
                    <a:pt x="843924" y="1645009"/>
                  </a:lnTo>
                  <a:lnTo>
                    <a:pt x="847576" y="1643445"/>
                  </a:lnTo>
                  <a:lnTo>
                    <a:pt x="849489" y="1642625"/>
                  </a:lnTo>
                  <a:lnTo>
                    <a:pt x="851401" y="1641806"/>
                  </a:lnTo>
                  <a:lnTo>
                    <a:pt x="851575" y="1641731"/>
                  </a:lnTo>
                  <a:lnTo>
                    <a:pt x="853140" y="1641061"/>
                  </a:lnTo>
                  <a:lnTo>
                    <a:pt x="853314" y="1640986"/>
                  </a:lnTo>
                  <a:lnTo>
                    <a:pt x="858705" y="1638676"/>
                  </a:lnTo>
                  <a:lnTo>
                    <a:pt x="862357" y="1637111"/>
                  </a:lnTo>
                  <a:lnTo>
                    <a:pt x="862531" y="1637037"/>
                  </a:lnTo>
                  <a:lnTo>
                    <a:pt x="863053" y="1636813"/>
                  </a:lnTo>
                  <a:lnTo>
                    <a:pt x="865139" y="1635919"/>
                  </a:lnTo>
                  <a:lnTo>
                    <a:pt x="866183" y="1635472"/>
                  </a:lnTo>
                  <a:lnTo>
                    <a:pt x="867748" y="1634801"/>
                  </a:lnTo>
                  <a:lnTo>
                    <a:pt x="869487" y="1634055"/>
                  </a:lnTo>
                  <a:lnTo>
                    <a:pt x="869835" y="1633906"/>
                  </a:lnTo>
                  <a:lnTo>
                    <a:pt x="870356" y="1633683"/>
                  </a:lnTo>
                  <a:lnTo>
                    <a:pt x="871747" y="1633086"/>
                  </a:lnTo>
                  <a:lnTo>
                    <a:pt x="871921" y="1633012"/>
                  </a:lnTo>
                  <a:lnTo>
                    <a:pt x="873486" y="1632341"/>
                  </a:lnTo>
                  <a:lnTo>
                    <a:pt x="873834" y="1632192"/>
                  </a:lnTo>
                  <a:lnTo>
                    <a:pt x="879051" y="1629955"/>
                  </a:lnTo>
                  <a:lnTo>
                    <a:pt x="880964" y="1629135"/>
                  </a:lnTo>
                  <a:lnTo>
                    <a:pt x="881312" y="1628986"/>
                  </a:lnTo>
                  <a:lnTo>
                    <a:pt x="881660" y="1628837"/>
                  </a:lnTo>
                  <a:lnTo>
                    <a:pt x="884268" y="1627718"/>
                  </a:lnTo>
                  <a:lnTo>
                    <a:pt x="886181" y="1626898"/>
                  </a:lnTo>
                  <a:lnTo>
                    <a:pt x="887920" y="1626152"/>
                  </a:lnTo>
                  <a:lnTo>
                    <a:pt x="892093" y="1624362"/>
                  </a:lnTo>
                  <a:lnTo>
                    <a:pt x="894354" y="1623392"/>
                  </a:lnTo>
                  <a:lnTo>
                    <a:pt x="894876" y="1623168"/>
                  </a:lnTo>
                  <a:lnTo>
                    <a:pt x="896267" y="1622572"/>
                  </a:lnTo>
                  <a:lnTo>
                    <a:pt x="897658" y="1621975"/>
                  </a:lnTo>
                  <a:lnTo>
                    <a:pt x="901484" y="1620333"/>
                  </a:lnTo>
                  <a:lnTo>
                    <a:pt x="903745" y="1619363"/>
                  </a:lnTo>
                  <a:lnTo>
                    <a:pt x="914874" y="1614587"/>
                  </a:lnTo>
                  <a:lnTo>
                    <a:pt x="918700" y="1612945"/>
                  </a:lnTo>
                  <a:lnTo>
                    <a:pt x="923221" y="1611004"/>
                  </a:lnTo>
                  <a:lnTo>
                    <a:pt x="923743" y="1610780"/>
                  </a:lnTo>
                  <a:lnTo>
                    <a:pt x="927221" y="1609287"/>
                  </a:lnTo>
                  <a:lnTo>
                    <a:pt x="931742" y="1607345"/>
                  </a:lnTo>
                  <a:lnTo>
                    <a:pt x="932785" y="1606897"/>
                  </a:lnTo>
                  <a:lnTo>
                    <a:pt x="935568" y="1605702"/>
                  </a:lnTo>
                  <a:lnTo>
                    <a:pt x="939220" y="1604134"/>
                  </a:lnTo>
                  <a:lnTo>
                    <a:pt x="940089" y="1603761"/>
                  </a:lnTo>
                  <a:lnTo>
                    <a:pt x="942002" y="1602939"/>
                  </a:lnTo>
                  <a:lnTo>
                    <a:pt x="950523" y="1599278"/>
                  </a:lnTo>
                  <a:lnTo>
                    <a:pt x="956783" y="1596588"/>
                  </a:lnTo>
                  <a:lnTo>
                    <a:pt x="958870" y="1595691"/>
                  </a:lnTo>
                  <a:lnTo>
                    <a:pt x="959044" y="1595616"/>
                  </a:lnTo>
                  <a:lnTo>
                    <a:pt x="962348" y="1594196"/>
                  </a:lnTo>
                  <a:lnTo>
                    <a:pt x="966000" y="1592627"/>
                  </a:lnTo>
                  <a:lnTo>
                    <a:pt x="970521" y="1590683"/>
                  </a:lnTo>
                  <a:lnTo>
                    <a:pt x="973999" y="1589188"/>
                  </a:lnTo>
                  <a:lnTo>
                    <a:pt x="979912" y="1586645"/>
                  </a:lnTo>
                  <a:lnTo>
                    <a:pt x="982172" y="1585673"/>
                  </a:lnTo>
                  <a:lnTo>
                    <a:pt x="982868" y="1585374"/>
                  </a:lnTo>
                  <a:lnTo>
                    <a:pt x="987041" y="1583579"/>
                  </a:lnTo>
                  <a:lnTo>
                    <a:pt x="988606" y="1582905"/>
                  </a:lnTo>
                  <a:lnTo>
                    <a:pt x="991563" y="1581634"/>
                  </a:lnTo>
                  <a:lnTo>
                    <a:pt x="991911" y="1581484"/>
                  </a:lnTo>
                  <a:lnTo>
                    <a:pt x="992258" y="1581334"/>
                  </a:lnTo>
                  <a:lnTo>
                    <a:pt x="993476" y="1580811"/>
                  </a:lnTo>
                  <a:lnTo>
                    <a:pt x="997475" y="1579090"/>
                  </a:lnTo>
                  <a:lnTo>
                    <a:pt x="998866" y="1578491"/>
                  </a:lnTo>
                  <a:lnTo>
                    <a:pt x="999388" y="1578267"/>
                  </a:lnTo>
                  <a:lnTo>
                    <a:pt x="1001475" y="1577369"/>
                  </a:lnTo>
                  <a:lnTo>
                    <a:pt x="1003214" y="1576620"/>
                  </a:lnTo>
                  <a:lnTo>
                    <a:pt x="1006170" y="1575348"/>
                  </a:lnTo>
                  <a:lnTo>
                    <a:pt x="1006692" y="1575123"/>
                  </a:lnTo>
                  <a:lnTo>
                    <a:pt x="1010170" y="1573626"/>
                  </a:lnTo>
                  <a:lnTo>
                    <a:pt x="1010344" y="1573552"/>
                  </a:lnTo>
                  <a:lnTo>
                    <a:pt x="1013822" y="1572054"/>
                  </a:lnTo>
                  <a:lnTo>
                    <a:pt x="1015561" y="1571306"/>
                  </a:lnTo>
                  <a:lnTo>
                    <a:pt x="1015908" y="1571156"/>
                  </a:lnTo>
                  <a:lnTo>
                    <a:pt x="1017821" y="1570332"/>
                  </a:lnTo>
                  <a:lnTo>
                    <a:pt x="1021473" y="1568760"/>
                  </a:lnTo>
                  <a:lnTo>
                    <a:pt x="1023386" y="1567936"/>
                  </a:lnTo>
                  <a:lnTo>
                    <a:pt x="1025299" y="1567112"/>
                  </a:lnTo>
                  <a:lnTo>
                    <a:pt x="1025473" y="1567038"/>
                  </a:lnTo>
                  <a:lnTo>
                    <a:pt x="1027038" y="1566363"/>
                  </a:lnTo>
                  <a:lnTo>
                    <a:pt x="1027212" y="1566289"/>
                  </a:lnTo>
                  <a:lnTo>
                    <a:pt x="1032603" y="1563967"/>
                  </a:lnTo>
                  <a:lnTo>
                    <a:pt x="1036254" y="1562393"/>
                  </a:lnTo>
                  <a:lnTo>
                    <a:pt x="1036428" y="1562319"/>
                  </a:lnTo>
                  <a:lnTo>
                    <a:pt x="1036950" y="1562094"/>
                  </a:lnTo>
                  <a:lnTo>
                    <a:pt x="1039037" y="1561195"/>
                  </a:lnTo>
                  <a:lnTo>
                    <a:pt x="1040080" y="1560745"/>
                  </a:lnTo>
                  <a:lnTo>
                    <a:pt x="1041645" y="1560071"/>
                  </a:lnTo>
                  <a:lnTo>
                    <a:pt x="1043384" y="1559321"/>
                  </a:lnTo>
                  <a:lnTo>
                    <a:pt x="1043732" y="1559172"/>
                  </a:lnTo>
                  <a:lnTo>
                    <a:pt x="1044254" y="1558947"/>
                  </a:lnTo>
                  <a:lnTo>
                    <a:pt x="1045645" y="1558347"/>
                  </a:lnTo>
                  <a:lnTo>
                    <a:pt x="1045819" y="1558272"/>
                  </a:lnTo>
                  <a:lnTo>
                    <a:pt x="1047384" y="1557598"/>
                  </a:lnTo>
                  <a:lnTo>
                    <a:pt x="1047732" y="1557448"/>
                  </a:lnTo>
                  <a:lnTo>
                    <a:pt x="1052949" y="1555199"/>
                  </a:lnTo>
                  <a:lnTo>
                    <a:pt x="1054861" y="1554375"/>
                  </a:lnTo>
                  <a:lnTo>
                    <a:pt x="1055209" y="1554225"/>
                  </a:lnTo>
                  <a:lnTo>
                    <a:pt x="1055557" y="1554075"/>
                  </a:lnTo>
                  <a:lnTo>
                    <a:pt x="1058165" y="1552951"/>
                  </a:lnTo>
                  <a:lnTo>
                    <a:pt x="1060078" y="1552126"/>
                  </a:lnTo>
                  <a:lnTo>
                    <a:pt x="1061817" y="1551376"/>
                  </a:lnTo>
                  <a:lnTo>
                    <a:pt x="1065991" y="1549576"/>
                  </a:lnTo>
                  <a:lnTo>
                    <a:pt x="1068252" y="1548602"/>
                  </a:lnTo>
                  <a:lnTo>
                    <a:pt x="1068773" y="1548377"/>
                  </a:lnTo>
                  <a:lnTo>
                    <a:pt x="1071556" y="1547177"/>
                  </a:lnTo>
                  <a:lnTo>
                    <a:pt x="1075381" y="1545526"/>
                  </a:lnTo>
                  <a:lnTo>
                    <a:pt x="1077642" y="1544551"/>
                  </a:lnTo>
                  <a:lnTo>
                    <a:pt x="1088771" y="1539749"/>
                  </a:lnTo>
                  <a:lnTo>
                    <a:pt x="1092597" y="1538098"/>
                  </a:lnTo>
                  <a:lnTo>
                    <a:pt x="1097118" y="1536147"/>
                  </a:lnTo>
                  <a:lnTo>
                    <a:pt x="1097640" y="1535921"/>
                  </a:lnTo>
                  <a:lnTo>
                    <a:pt x="1101118" y="1534420"/>
                  </a:lnTo>
                  <a:lnTo>
                    <a:pt x="1105639" y="1532468"/>
                  </a:lnTo>
                  <a:lnTo>
                    <a:pt x="1106683" y="1532017"/>
                  </a:lnTo>
                  <a:lnTo>
                    <a:pt x="1109465" y="1530816"/>
                  </a:lnTo>
                  <a:lnTo>
                    <a:pt x="1113117" y="1529239"/>
                  </a:lnTo>
                  <a:lnTo>
                    <a:pt x="1113987" y="1528863"/>
                  </a:lnTo>
                  <a:lnTo>
                    <a:pt x="1115899" y="1528037"/>
                  </a:lnTo>
                  <a:lnTo>
                    <a:pt x="1124420" y="1524356"/>
                  </a:lnTo>
                  <a:lnTo>
                    <a:pt x="1130681" y="1521651"/>
                  </a:lnTo>
                  <a:lnTo>
                    <a:pt x="1132767" y="1520749"/>
                  </a:lnTo>
                  <a:lnTo>
                    <a:pt x="1132941" y="1520674"/>
                  </a:lnTo>
                  <a:lnTo>
                    <a:pt x="1136245" y="1519246"/>
                  </a:lnTo>
                  <a:lnTo>
                    <a:pt x="1139897" y="1517667"/>
                  </a:lnTo>
                  <a:lnTo>
                    <a:pt x="1144419" y="1515712"/>
                  </a:lnTo>
                  <a:lnTo>
                    <a:pt x="1147897" y="1514209"/>
                  </a:lnTo>
                  <a:lnTo>
                    <a:pt x="1153809" y="1511652"/>
                  </a:lnTo>
                  <a:lnTo>
                    <a:pt x="1156070" y="1510674"/>
                  </a:lnTo>
                  <a:lnTo>
                    <a:pt x="1156765" y="1510373"/>
                  </a:lnTo>
                  <a:lnTo>
                    <a:pt x="1160939" y="1508568"/>
                  </a:lnTo>
                  <a:lnTo>
                    <a:pt x="1162504" y="1507891"/>
                  </a:lnTo>
                  <a:lnTo>
                    <a:pt x="1165460" y="1506612"/>
                  </a:lnTo>
                  <a:lnTo>
                    <a:pt x="1165808" y="1506461"/>
                  </a:lnTo>
                  <a:lnTo>
                    <a:pt x="1166156" y="1506311"/>
                  </a:lnTo>
                  <a:lnTo>
                    <a:pt x="1167373" y="1505784"/>
                  </a:lnTo>
                  <a:lnTo>
                    <a:pt x="1171373" y="1504053"/>
                  </a:lnTo>
                  <a:lnTo>
                    <a:pt x="1172764" y="1503451"/>
                  </a:lnTo>
                  <a:lnTo>
                    <a:pt x="1173286" y="1503225"/>
                  </a:lnTo>
                  <a:lnTo>
                    <a:pt x="1177111" y="1501570"/>
                  </a:lnTo>
                  <a:lnTo>
                    <a:pt x="1180068" y="1500290"/>
                  </a:lnTo>
                  <a:lnTo>
                    <a:pt x="1180589" y="1500064"/>
                  </a:lnTo>
                  <a:lnTo>
                    <a:pt x="1184067" y="1498558"/>
                  </a:lnTo>
                  <a:lnTo>
                    <a:pt x="1184241" y="1498483"/>
                  </a:lnTo>
                  <a:lnTo>
                    <a:pt x="1187719" y="1496977"/>
                  </a:lnTo>
                  <a:lnTo>
                    <a:pt x="1189458" y="1496224"/>
                  </a:lnTo>
                  <a:lnTo>
                    <a:pt x="1189806" y="1496074"/>
                  </a:lnTo>
                  <a:lnTo>
                    <a:pt x="1191719" y="1495245"/>
                  </a:lnTo>
                  <a:lnTo>
                    <a:pt x="1195371" y="1493664"/>
                  </a:lnTo>
                  <a:lnTo>
                    <a:pt x="1197283" y="1492835"/>
                  </a:lnTo>
                  <a:lnTo>
                    <a:pt x="1199196" y="1492006"/>
                  </a:lnTo>
                  <a:lnTo>
                    <a:pt x="1199370" y="1491931"/>
                  </a:lnTo>
                  <a:lnTo>
                    <a:pt x="1200935" y="1491253"/>
                  </a:lnTo>
                  <a:lnTo>
                    <a:pt x="1201109" y="1491178"/>
                  </a:lnTo>
                  <a:lnTo>
                    <a:pt x="1206500" y="1488842"/>
                  </a:lnTo>
                  <a:lnTo>
                    <a:pt x="1210152" y="1487260"/>
                  </a:lnTo>
                  <a:lnTo>
                    <a:pt x="1210326" y="1487184"/>
                  </a:lnTo>
                  <a:lnTo>
                    <a:pt x="1210847" y="1486958"/>
                  </a:lnTo>
                  <a:lnTo>
                    <a:pt x="1212934" y="1486054"/>
                  </a:lnTo>
                  <a:lnTo>
                    <a:pt x="1213978" y="1485602"/>
                  </a:lnTo>
                  <a:lnTo>
                    <a:pt x="1215543" y="1484924"/>
                  </a:lnTo>
                  <a:lnTo>
                    <a:pt x="1217282" y="1484170"/>
                  </a:lnTo>
                  <a:lnTo>
                    <a:pt x="1217629" y="1484019"/>
                  </a:lnTo>
                  <a:lnTo>
                    <a:pt x="1218151" y="1483793"/>
                  </a:lnTo>
                  <a:lnTo>
                    <a:pt x="1219542" y="1483190"/>
                  </a:lnTo>
                  <a:lnTo>
                    <a:pt x="1219716" y="1483114"/>
                  </a:lnTo>
                  <a:lnTo>
                    <a:pt x="1221281" y="1482436"/>
                  </a:lnTo>
                  <a:lnTo>
                    <a:pt x="1221629" y="1482285"/>
                  </a:lnTo>
                  <a:lnTo>
                    <a:pt x="1226846" y="1480023"/>
                  </a:lnTo>
                  <a:lnTo>
                    <a:pt x="1228759" y="1479194"/>
                  </a:lnTo>
                  <a:lnTo>
                    <a:pt x="1229107" y="1479043"/>
                  </a:lnTo>
                  <a:lnTo>
                    <a:pt x="1229454" y="1478892"/>
                  </a:lnTo>
                  <a:lnTo>
                    <a:pt x="1232063" y="1477761"/>
                  </a:lnTo>
                  <a:lnTo>
                    <a:pt x="1233976" y="1476931"/>
                  </a:lnTo>
                  <a:lnTo>
                    <a:pt x="1239888" y="1474367"/>
                  </a:lnTo>
                  <a:lnTo>
                    <a:pt x="1242149" y="1473386"/>
                  </a:lnTo>
                  <a:lnTo>
                    <a:pt x="1242671" y="1473160"/>
                  </a:lnTo>
                  <a:lnTo>
                    <a:pt x="1244062" y="1472556"/>
                  </a:lnTo>
                  <a:lnTo>
                    <a:pt x="1245453" y="1471953"/>
                  </a:lnTo>
                  <a:lnTo>
                    <a:pt x="1249279" y="1470292"/>
                  </a:lnTo>
                  <a:lnTo>
                    <a:pt x="1251539" y="1469311"/>
                  </a:lnTo>
                  <a:lnTo>
                    <a:pt x="1262669" y="1464480"/>
                  </a:lnTo>
                  <a:lnTo>
                    <a:pt x="1266495" y="1462819"/>
                  </a:lnTo>
                  <a:lnTo>
                    <a:pt x="1271016" y="1460856"/>
                  </a:lnTo>
                  <a:lnTo>
                    <a:pt x="1271538" y="1460629"/>
                  </a:lnTo>
                  <a:lnTo>
                    <a:pt x="1275016" y="1459119"/>
                  </a:lnTo>
                  <a:lnTo>
                    <a:pt x="1279537" y="1457155"/>
                  </a:lnTo>
                  <a:lnTo>
                    <a:pt x="1280580" y="1456701"/>
                  </a:lnTo>
                  <a:lnTo>
                    <a:pt x="1283363" y="1455492"/>
                  </a:lnTo>
                  <a:lnTo>
                    <a:pt x="1287015" y="1453906"/>
                  </a:lnTo>
                  <a:lnTo>
                    <a:pt x="1287884" y="1453528"/>
                  </a:lnTo>
                  <a:lnTo>
                    <a:pt x="1289797" y="1452696"/>
                  </a:lnTo>
                  <a:lnTo>
                    <a:pt x="1298318" y="1448993"/>
                  </a:lnTo>
                  <a:lnTo>
                    <a:pt x="1304578" y="1446271"/>
                  </a:lnTo>
                  <a:lnTo>
                    <a:pt x="1306665" y="1445363"/>
                  </a:lnTo>
                  <a:lnTo>
                    <a:pt x="1306839" y="1445288"/>
                  </a:lnTo>
                  <a:lnTo>
                    <a:pt x="1310143" y="1443851"/>
                  </a:lnTo>
                  <a:lnTo>
                    <a:pt x="1313795" y="1442262"/>
                  </a:lnTo>
                  <a:lnTo>
                    <a:pt x="1318316" y="1440295"/>
                  </a:lnTo>
                  <a:lnTo>
                    <a:pt x="1321794" y="1438782"/>
                  </a:lnTo>
                  <a:lnTo>
                    <a:pt x="1327707" y="1436209"/>
                  </a:lnTo>
                  <a:lnTo>
                    <a:pt x="1329967" y="1435225"/>
                  </a:lnTo>
                  <a:lnTo>
                    <a:pt x="1330663" y="1434923"/>
                  </a:lnTo>
                  <a:lnTo>
                    <a:pt x="1334836" y="1433106"/>
                  </a:lnTo>
                  <a:lnTo>
                    <a:pt x="1336401" y="1432425"/>
                  </a:lnTo>
                  <a:lnTo>
                    <a:pt x="1339358" y="1431138"/>
                  </a:lnTo>
                  <a:lnTo>
                    <a:pt x="1339705" y="1430986"/>
                  </a:lnTo>
                  <a:lnTo>
                    <a:pt x="1340053" y="1430835"/>
                  </a:lnTo>
                  <a:lnTo>
                    <a:pt x="1341271" y="1430305"/>
                  </a:lnTo>
                  <a:lnTo>
                    <a:pt x="1345270" y="1428563"/>
                  </a:lnTo>
                  <a:lnTo>
                    <a:pt x="1346661" y="1427957"/>
                  </a:lnTo>
                  <a:lnTo>
                    <a:pt x="1347183" y="1427730"/>
                  </a:lnTo>
                  <a:lnTo>
                    <a:pt x="1349270" y="1426821"/>
                  </a:lnTo>
                  <a:lnTo>
                    <a:pt x="1351009" y="1426064"/>
                  </a:lnTo>
                  <a:lnTo>
                    <a:pt x="1353965" y="1424776"/>
                  </a:lnTo>
                  <a:lnTo>
                    <a:pt x="1354487" y="1424548"/>
                  </a:lnTo>
                  <a:lnTo>
                    <a:pt x="1357965" y="1423033"/>
                  </a:lnTo>
                  <a:lnTo>
                    <a:pt x="1358139" y="1422957"/>
                  </a:lnTo>
                  <a:lnTo>
                    <a:pt x="1361617" y="1421442"/>
                  </a:lnTo>
                  <a:lnTo>
                    <a:pt x="1363355" y="1420684"/>
                  </a:lnTo>
                  <a:lnTo>
                    <a:pt x="1363703" y="1420533"/>
                  </a:lnTo>
                  <a:lnTo>
                    <a:pt x="1365616" y="1419699"/>
                  </a:lnTo>
                  <a:lnTo>
                    <a:pt x="1369268" y="1418107"/>
                  </a:lnTo>
                  <a:lnTo>
                    <a:pt x="1371181" y="1417273"/>
                  </a:lnTo>
                  <a:lnTo>
                    <a:pt x="1373094" y="1416439"/>
                  </a:lnTo>
                  <a:lnTo>
                    <a:pt x="1373268" y="1416364"/>
                  </a:lnTo>
                  <a:lnTo>
                    <a:pt x="1374833" y="1415681"/>
                  </a:lnTo>
                  <a:lnTo>
                    <a:pt x="1375007" y="1415605"/>
                  </a:lnTo>
                  <a:lnTo>
                    <a:pt x="1380397" y="1413255"/>
                  </a:lnTo>
                  <a:lnTo>
                    <a:pt x="1384049" y="1411662"/>
                  </a:lnTo>
                  <a:lnTo>
                    <a:pt x="1384223" y="1411586"/>
                  </a:lnTo>
                  <a:lnTo>
                    <a:pt x="1384745" y="1411359"/>
                  </a:lnTo>
                  <a:lnTo>
                    <a:pt x="1386832" y="1410449"/>
                  </a:lnTo>
                  <a:lnTo>
                    <a:pt x="1387875" y="1409994"/>
                  </a:lnTo>
                  <a:lnTo>
                    <a:pt x="1389440" y="1409311"/>
                  </a:lnTo>
                  <a:lnTo>
                    <a:pt x="1391179" y="1408552"/>
                  </a:lnTo>
                  <a:lnTo>
                    <a:pt x="1391527" y="1408401"/>
                  </a:lnTo>
                  <a:lnTo>
                    <a:pt x="1392049" y="1408173"/>
                  </a:lnTo>
                  <a:lnTo>
                    <a:pt x="1393440" y="1407566"/>
                  </a:lnTo>
                  <a:lnTo>
                    <a:pt x="1393614" y="1407490"/>
                  </a:lnTo>
                  <a:lnTo>
                    <a:pt x="1395179" y="1406807"/>
                  </a:lnTo>
                  <a:lnTo>
                    <a:pt x="1395527" y="1406655"/>
                  </a:lnTo>
                  <a:lnTo>
                    <a:pt x="1400743" y="1404379"/>
                  </a:lnTo>
                  <a:lnTo>
                    <a:pt x="1402656" y="1403544"/>
                  </a:lnTo>
                  <a:lnTo>
                    <a:pt x="1403004" y="1403392"/>
                  </a:lnTo>
                  <a:lnTo>
                    <a:pt x="1403352" y="1403240"/>
                  </a:lnTo>
                  <a:lnTo>
                    <a:pt x="1405960" y="1402102"/>
                  </a:lnTo>
                  <a:lnTo>
                    <a:pt x="1407873" y="1401267"/>
                  </a:lnTo>
                  <a:lnTo>
                    <a:pt x="1409612" y="1400508"/>
                  </a:lnTo>
                  <a:lnTo>
                    <a:pt x="1413786" y="1398686"/>
                  </a:lnTo>
                  <a:lnTo>
                    <a:pt x="1416046" y="1397698"/>
                  </a:lnTo>
                  <a:lnTo>
                    <a:pt x="1416568" y="1397471"/>
                  </a:lnTo>
                  <a:lnTo>
                    <a:pt x="1417959" y="1396863"/>
                  </a:lnTo>
                  <a:lnTo>
                    <a:pt x="1419350" y="1396256"/>
                  </a:lnTo>
                  <a:lnTo>
                    <a:pt x="1423176" y="1394585"/>
                  </a:lnTo>
                  <a:lnTo>
                    <a:pt x="1425437" y="1393597"/>
                  </a:lnTo>
                  <a:lnTo>
                    <a:pt x="1436566" y="1388734"/>
                  </a:lnTo>
                  <a:lnTo>
                    <a:pt x="1440392" y="1387062"/>
                  </a:lnTo>
                  <a:lnTo>
                    <a:pt x="1444913" y="1385086"/>
                  </a:lnTo>
                  <a:lnTo>
                    <a:pt x="1445435" y="1384858"/>
                  </a:lnTo>
                  <a:lnTo>
                    <a:pt x="1448913" y="1383337"/>
                  </a:lnTo>
                  <a:lnTo>
                    <a:pt x="1453434" y="1381360"/>
                  </a:lnTo>
                  <a:lnTo>
                    <a:pt x="1454478" y="1380904"/>
                  </a:lnTo>
                  <a:lnTo>
                    <a:pt x="1457260" y="1379687"/>
                  </a:lnTo>
                  <a:lnTo>
                    <a:pt x="1460912" y="1378089"/>
                  </a:lnTo>
                  <a:lnTo>
                    <a:pt x="1461781" y="1377709"/>
                  </a:lnTo>
                  <a:lnTo>
                    <a:pt x="1463694" y="1376872"/>
                  </a:lnTo>
                  <a:lnTo>
                    <a:pt x="1472215" y="1373144"/>
                  </a:lnTo>
                  <a:lnTo>
                    <a:pt x="1478476" y="1370404"/>
                  </a:lnTo>
                  <a:lnTo>
                    <a:pt x="1480562" y="1369490"/>
                  </a:lnTo>
                  <a:lnTo>
                    <a:pt x="1480736" y="1369414"/>
                  </a:lnTo>
                  <a:lnTo>
                    <a:pt x="1484040" y="1367967"/>
                  </a:lnTo>
                  <a:lnTo>
                    <a:pt x="1487692" y="1366368"/>
                  </a:lnTo>
                  <a:lnTo>
                    <a:pt x="1492213" y="1364388"/>
                  </a:lnTo>
                  <a:lnTo>
                    <a:pt x="1495691" y="1362865"/>
                  </a:lnTo>
                  <a:lnTo>
                    <a:pt x="1501604" y="1360275"/>
                  </a:lnTo>
                  <a:lnTo>
                    <a:pt x="1503865" y="1359284"/>
                  </a:lnTo>
                  <a:lnTo>
                    <a:pt x="1504560" y="1358979"/>
                  </a:lnTo>
                  <a:lnTo>
                    <a:pt x="1508734" y="1357150"/>
                  </a:lnTo>
                  <a:lnTo>
                    <a:pt x="1510299" y="1356464"/>
                  </a:lnTo>
                  <a:lnTo>
                    <a:pt x="1513255" y="1355168"/>
                  </a:lnTo>
                  <a:lnTo>
                    <a:pt x="1513603" y="1355016"/>
                  </a:lnTo>
                  <a:lnTo>
                    <a:pt x="1513951" y="1354864"/>
                  </a:lnTo>
                  <a:lnTo>
                    <a:pt x="1515168" y="1354330"/>
                  </a:lnTo>
                  <a:lnTo>
                    <a:pt x="1519168" y="1352576"/>
                  </a:lnTo>
                  <a:lnTo>
                    <a:pt x="1520559" y="1351966"/>
                  </a:lnTo>
                  <a:lnTo>
                    <a:pt x="1521080" y="1351738"/>
                  </a:lnTo>
                  <a:lnTo>
                    <a:pt x="1523167" y="1350823"/>
                  </a:lnTo>
                  <a:lnTo>
                    <a:pt x="1524906" y="1350060"/>
                  </a:lnTo>
                  <a:lnTo>
                    <a:pt x="1527862" y="1348763"/>
                  </a:lnTo>
                  <a:lnTo>
                    <a:pt x="1528384" y="1348535"/>
                  </a:lnTo>
                  <a:lnTo>
                    <a:pt x="1531862" y="1347009"/>
                  </a:lnTo>
                  <a:lnTo>
                    <a:pt x="1532036" y="1346933"/>
                  </a:lnTo>
                  <a:lnTo>
                    <a:pt x="1535514" y="1345407"/>
                  </a:lnTo>
                  <a:lnTo>
                    <a:pt x="1537253" y="1344644"/>
                  </a:lnTo>
                  <a:lnTo>
                    <a:pt x="1537601" y="1344491"/>
                  </a:lnTo>
                  <a:lnTo>
                    <a:pt x="1539514" y="1343652"/>
                  </a:lnTo>
                  <a:lnTo>
                    <a:pt x="1543165" y="1342049"/>
                  </a:lnTo>
                  <a:lnTo>
                    <a:pt x="1545078" y="1341210"/>
                  </a:lnTo>
                  <a:lnTo>
                    <a:pt x="1546991" y="1340370"/>
                  </a:lnTo>
                  <a:lnTo>
                    <a:pt x="1547165" y="1340294"/>
                  </a:lnTo>
                  <a:lnTo>
                    <a:pt x="1548730" y="1339607"/>
                  </a:lnTo>
                  <a:lnTo>
                    <a:pt x="1548904" y="1339531"/>
                  </a:lnTo>
                  <a:lnTo>
                    <a:pt x="1554295" y="1337164"/>
                  </a:lnTo>
                  <a:lnTo>
                    <a:pt x="1557947" y="1335560"/>
                  </a:lnTo>
                  <a:lnTo>
                    <a:pt x="1558121" y="1335484"/>
                  </a:lnTo>
                  <a:lnTo>
                    <a:pt x="1558642" y="1335255"/>
                  </a:lnTo>
                  <a:lnTo>
                    <a:pt x="1560729" y="1334338"/>
                  </a:lnTo>
                  <a:lnTo>
                    <a:pt x="1561772" y="1333880"/>
                  </a:lnTo>
                  <a:lnTo>
                    <a:pt x="1563338" y="1333193"/>
                  </a:lnTo>
                  <a:lnTo>
                    <a:pt x="1565077" y="1332429"/>
                  </a:lnTo>
                  <a:lnTo>
                    <a:pt x="1565424" y="1332276"/>
                  </a:lnTo>
                  <a:lnTo>
                    <a:pt x="1565946" y="1332047"/>
                  </a:lnTo>
                  <a:lnTo>
                    <a:pt x="1567337" y="1331436"/>
                  </a:lnTo>
                  <a:lnTo>
                    <a:pt x="1567511" y="1331359"/>
                  </a:lnTo>
                  <a:lnTo>
                    <a:pt x="1569076" y="1330672"/>
                  </a:lnTo>
                  <a:lnTo>
                    <a:pt x="1569424" y="1330519"/>
                  </a:lnTo>
                  <a:lnTo>
                    <a:pt x="1574641" y="1328227"/>
                  </a:lnTo>
                  <a:lnTo>
                    <a:pt x="1576554" y="1327386"/>
                  </a:lnTo>
                  <a:lnTo>
                    <a:pt x="1576902" y="1327233"/>
                  </a:lnTo>
                  <a:lnTo>
                    <a:pt x="1577249" y="1327080"/>
                  </a:lnTo>
                  <a:lnTo>
                    <a:pt x="1579858" y="1325934"/>
                  </a:lnTo>
                  <a:lnTo>
                    <a:pt x="1581771" y="1325093"/>
                  </a:lnTo>
                  <a:lnTo>
                    <a:pt x="1583510" y="1324329"/>
                  </a:lnTo>
                  <a:lnTo>
                    <a:pt x="1587683" y="1322494"/>
                  </a:lnTo>
                  <a:lnTo>
                    <a:pt x="1589944" y="1321500"/>
                  </a:lnTo>
                  <a:lnTo>
                    <a:pt x="1590466" y="1321271"/>
                  </a:lnTo>
                  <a:lnTo>
                    <a:pt x="1591857" y="1320659"/>
                  </a:lnTo>
                  <a:lnTo>
                    <a:pt x="1593248" y="1320047"/>
                  </a:lnTo>
                  <a:lnTo>
                    <a:pt x="1597074" y="1318365"/>
                  </a:lnTo>
                  <a:lnTo>
                    <a:pt x="1599334" y="1317370"/>
                  </a:lnTo>
                  <a:lnTo>
                    <a:pt x="1610464" y="1312474"/>
                  </a:lnTo>
                  <a:lnTo>
                    <a:pt x="1614290" y="1310790"/>
                  </a:lnTo>
                  <a:lnTo>
                    <a:pt x="1618811" y="1308800"/>
                  </a:lnTo>
                  <a:lnTo>
                    <a:pt x="1619333" y="1308570"/>
                  </a:lnTo>
                  <a:lnTo>
                    <a:pt x="1622810" y="1307039"/>
                  </a:lnTo>
                  <a:lnTo>
                    <a:pt x="1627332" y="1305048"/>
                  </a:lnTo>
                  <a:lnTo>
                    <a:pt x="1628375" y="1304589"/>
                  </a:lnTo>
                  <a:lnTo>
                    <a:pt x="1631158" y="1303363"/>
                  </a:lnTo>
                  <a:lnTo>
                    <a:pt x="1634809" y="1301755"/>
                  </a:lnTo>
                  <a:lnTo>
                    <a:pt x="1635679" y="1301372"/>
                  </a:lnTo>
                  <a:lnTo>
                    <a:pt x="1637592" y="1300529"/>
                  </a:lnTo>
                  <a:lnTo>
                    <a:pt x="1646113" y="1296774"/>
                  </a:lnTo>
                  <a:lnTo>
                    <a:pt x="1652373" y="1294015"/>
                  </a:lnTo>
                  <a:lnTo>
                    <a:pt x="1654460" y="1293095"/>
                  </a:lnTo>
                  <a:lnTo>
                    <a:pt x="1654634" y="1293018"/>
                  </a:lnTo>
                  <a:lnTo>
                    <a:pt x="1657938" y="1291562"/>
                  </a:lnTo>
                  <a:lnTo>
                    <a:pt x="1661590" y="1289951"/>
                  </a:lnTo>
                  <a:lnTo>
                    <a:pt x="1666111" y="1287957"/>
                  </a:lnTo>
                  <a:lnTo>
                    <a:pt x="1669589" y="1286423"/>
                  </a:lnTo>
                  <a:lnTo>
                    <a:pt x="1675501" y="1283815"/>
                  </a:lnTo>
                  <a:lnTo>
                    <a:pt x="1677762" y="1282817"/>
                  </a:lnTo>
                  <a:lnTo>
                    <a:pt x="1678458" y="1282510"/>
                  </a:lnTo>
                  <a:lnTo>
                    <a:pt x="1682631" y="1280668"/>
                  </a:lnTo>
                  <a:lnTo>
                    <a:pt x="1684196" y="1279978"/>
                  </a:lnTo>
                  <a:lnTo>
                    <a:pt x="1687153" y="1278673"/>
                  </a:lnTo>
                  <a:lnTo>
                    <a:pt x="1687500" y="1278519"/>
                  </a:lnTo>
                  <a:lnTo>
                    <a:pt x="1687848" y="1278366"/>
                  </a:lnTo>
                  <a:lnTo>
                    <a:pt x="1689065" y="1277828"/>
                  </a:lnTo>
                  <a:lnTo>
                    <a:pt x="1693065" y="1276062"/>
                  </a:lnTo>
                  <a:lnTo>
                    <a:pt x="1694456" y="1275448"/>
                  </a:lnTo>
                  <a:lnTo>
                    <a:pt x="1694978" y="1275218"/>
                  </a:lnTo>
                  <a:lnTo>
                    <a:pt x="1697065" y="1274296"/>
                  </a:lnTo>
                  <a:lnTo>
                    <a:pt x="1698804" y="1273528"/>
                  </a:lnTo>
                  <a:lnTo>
                    <a:pt x="1701760" y="1272223"/>
                  </a:lnTo>
                  <a:lnTo>
                    <a:pt x="1702282" y="1271992"/>
                  </a:lnTo>
                  <a:lnTo>
                    <a:pt x="1705760" y="1270456"/>
                  </a:lnTo>
                  <a:lnTo>
                    <a:pt x="1705933" y="1270379"/>
                  </a:lnTo>
                  <a:lnTo>
                    <a:pt x="1709411" y="1268842"/>
                  </a:lnTo>
                  <a:lnTo>
                    <a:pt x="1711150" y="1268074"/>
                  </a:lnTo>
                  <a:lnTo>
                    <a:pt x="1711498" y="1267920"/>
                  </a:lnTo>
                  <a:lnTo>
                    <a:pt x="1713411" y="1267075"/>
                  </a:lnTo>
                  <a:lnTo>
                    <a:pt x="1717063" y="1265461"/>
                  </a:lnTo>
                  <a:lnTo>
                    <a:pt x="1718976" y="1264616"/>
                  </a:lnTo>
                  <a:lnTo>
                    <a:pt x="1720889" y="1263770"/>
                  </a:lnTo>
                  <a:lnTo>
                    <a:pt x="1721063" y="1263693"/>
                  </a:lnTo>
                  <a:lnTo>
                    <a:pt x="1722628" y="1263001"/>
                  </a:lnTo>
                  <a:lnTo>
                    <a:pt x="1722802" y="1262924"/>
                  </a:lnTo>
                  <a:lnTo>
                    <a:pt x="1728192" y="1260541"/>
                  </a:lnTo>
                  <a:lnTo>
                    <a:pt x="1731844" y="1258926"/>
                  </a:lnTo>
                  <a:lnTo>
                    <a:pt x="1732018" y="1258849"/>
                  </a:lnTo>
                  <a:lnTo>
                    <a:pt x="1732540" y="1258618"/>
                  </a:lnTo>
                  <a:lnTo>
                    <a:pt x="1734627" y="1257695"/>
                  </a:lnTo>
                  <a:lnTo>
                    <a:pt x="1735670" y="1257234"/>
                  </a:lnTo>
                  <a:lnTo>
                    <a:pt x="1737235" y="1256542"/>
                  </a:lnTo>
                  <a:lnTo>
                    <a:pt x="1738974" y="1255772"/>
                  </a:lnTo>
                  <a:lnTo>
                    <a:pt x="1739322" y="1255619"/>
                  </a:lnTo>
                  <a:lnTo>
                    <a:pt x="1739843" y="1255388"/>
                  </a:lnTo>
                  <a:lnTo>
                    <a:pt x="1741235" y="1254772"/>
                  </a:lnTo>
                  <a:lnTo>
                    <a:pt x="1741409" y="1254695"/>
                  </a:lnTo>
                  <a:lnTo>
                    <a:pt x="1742974" y="1254003"/>
                  </a:lnTo>
                  <a:lnTo>
                    <a:pt x="1743321" y="1253849"/>
                  </a:lnTo>
                  <a:lnTo>
                    <a:pt x="1748538" y="1251541"/>
                  </a:lnTo>
                  <a:lnTo>
                    <a:pt x="1750451" y="1250694"/>
                  </a:lnTo>
                  <a:lnTo>
                    <a:pt x="1750799" y="1250540"/>
                  </a:lnTo>
                  <a:lnTo>
                    <a:pt x="1751147" y="1250386"/>
                  </a:lnTo>
                  <a:lnTo>
                    <a:pt x="1753755" y="1249232"/>
                  </a:lnTo>
                  <a:lnTo>
                    <a:pt x="1755668" y="1248385"/>
                  </a:lnTo>
                  <a:lnTo>
                    <a:pt x="1757407" y="1247615"/>
                  </a:lnTo>
                  <a:lnTo>
                    <a:pt x="1761581" y="1245767"/>
                  </a:lnTo>
                  <a:lnTo>
                    <a:pt x="1763841" y="1244766"/>
                  </a:lnTo>
                  <a:lnTo>
                    <a:pt x="1764363" y="1244535"/>
                  </a:lnTo>
                  <a:lnTo>
                    <a:pt x="1765754" y="1243919"/>
                  </a:lnTo>
                  <a:lnTo>
                    <a:pt x="1767145" y="1243303"/>
                  </a:lnTo>
                  <a:lnTo>
                    <a:pt x="1770971" y="1241609"/>
                  </a:lnTo>
                  <a:lnTo>
                    <a:pt x="1773232" y="1240607"/>
                  </a:lnTo>
                  <a:lnTo>
                    <a:pt x="1784361" y="1235676"/>
                  </a:lnTo>
                  <a:lnTo>
                    <a:pt x="1788187" y="1233980"/>
                  </a:lnTo>
                  <a:lnTo>
                    <a:pt x="1792708" y="1231976"/>
                  </a:lnTo>
                  <a:lnTo>
                    <a:pt x="1793230" y="1231745"/>
                  </a:lnTo>
                  <a:lnTo>
                    <a:pt x="1796708" y="1230202"/>
                  </a:lnTo>
                  <a:lnTo>
                    <a:pt x="1801229" y="1228197"/>
                  </a:lnTo>
                  <a:lnTo>
                    <a:pt x="1802273" y="1227735"/>
                  </a:lnTo>
                  <a:lnTo>
                    <a:pt x="1805055" y="1226501"/>
                  </a:lnTo>
                  <a:lnTo>
                    <a:pt x="1808707" y="1224881"/>
                  </a:lnTo>
                  <a:lnTo>
                    <a:pt x="1809576" y="1224495"/>
                  </a:lnTo>
                  <a:lnTo>
                    <a:pt x="1811489" y="1223646"/>
                  </a:lnTo>
                  <a:lnTo>
                    <a:pt x="1820010" y="1219865"/>
                  </a:lnTo>
                  <a:lnTo>
                    <a:pt x="1826270" y="1217086"/>
                  </a:lnTo>
                  <a:lnTo>
                    <a:pt x="1828357" y="1216160"/>
                  </a:lnTo>
                  <a:lnTo>
                    <a:pt x="1828531" y="1216083"/>
                  </a:lnTo>
                  <a:lnTo>
                    <a:pt x="1831835" y="1214615"/>
                  </a:lnTo>
                  <a:lnTo>
                    <a:pt x="1835487" y="1212994"/>
                  </a:lnTo>
                  <a:lnTo>
                    <a:pt x="1840008" y="1210986"/>
                  </a:lnTo>
                  <a:lnTo>
                    <a:pt x="1843486" y="1209441"/>
                  </a:lnTo>
                  <a:lnTo>
                    <a:pt x="1849399" y="1206814"/>
                  </a:lnTo>
                  <a:lnTo>
                    <a:pt x="1851660" y="1205809"/>
                  </a:lnTo>
                  <a:lnTo>
                    <a:pt x="1852355" y="1205500"/>
                  </a:lnTo>
                  <a:lnTo>
                    <a:pt x="1858094" y="1202949"/>
                  </a:lnTo>
                  <a:lnTo>
                    <a:pt x="1861050" y="1201635"/>
                  </a:lnTo>
                  <a:lnTo>
                    <a:pt x="1861398" y="1201481"/>
                  </a:lnTo>
                  <a:lnTo>
                    <a:pt x="1861746" y="1201326"/>
                  </a:lnTo>
                  <a:lnTo>
                    <a:pt x="1862963" y="1200785"/>
                  </a:lnTo>
                  <a:lnTo>
                    <a:pt x="1866962" y="1199006"/>
                  </a:lnTo>
                  <a:lnTo>
                    <a:pt x="1868354" y="1198388"/>
                  </a:lnTo>
                  <a:lnTo>
                    <a:pt x="1868875" y="1198156"/>
                  </a:lnTo>
                  <a:lnTo>
                    <a:pt x="1870962" y="1197228"/>
                  </a:lnTo>
                  <a:lnTo>
                    <a:pt x="1872701" y="1196454"/>
                  </a:lnTo>
                  <a:lnTo>
                    <a:pt x="1875657" y="1195139"/>
                  </a:lnTo>
                  <a:lnTo>
                    <a:pt x="1876179" y="1194907"/>
                  </a:lnTo>
                  <a:lnTo>
                    <a:pt x="1879657" y="1193360"/>
                  </a:lnTo>
                  <a:lnTo>
                    <a:pt x="1879831" y="1193283"/>
                  </a:lnTo>
                  <a:lnTo>
                    <a:pt x="1883309" y="1191735"/>
                  </a:lnTo>
                  <a:lnTo>
                    <a:pt x="1885048" y="1190961"/>
                  </a:lnTo>
                  <a:lnTo>
                    <a:pt x="1885396" y="1190807"/>
                  </a:lnTo>
                  <a:lnTo>
                    <a:pt x="1887308" y="1189955"/>
                  </a:lnTo>
                  <a:lnTo>
                    <a:pt x="1890960" y="1188330"/>
                  </a:lnTo>
                  <a:lnTo>
                    <a:pt x="1892873" y="1187479"/>
                  </a:lnTo>
                  <a:lnTo>
                    <a:pt x="1894786" y="1186627"/>
                  </a:lnTo>
                  <a:lnTo>
                    <a:pt x="1894960" y="1186550"/>
                  </a:lnTo>
                  <a:lnTo>
                    <a:pt x="1896525" y="1185853"/>
                  </a:lnTo>
                  <a:lnTo>
                    <a:pt x="1896699" y="1185776"/>
                  </a:lnTo>
                  <a:lnTo>
                    <a:pt x="1902090" y="1183375"/>
                  </a:lnTo>
                  <a:lnTo>
                    <a:pt x="1905742" y="1181749"/>
                  </a:lnTo>
                  <a:lnTo>
                    <a:pt x="1905916" y="1181672"/>
                  </a:lnTo>
                  <a:lnTo>
                    <a:pt x="1906437" y="1181439"/>
                  </a:lnTo>
                  <a:lnTo>
                    <a:pt x="1908524" y="1180510"/>
                  </a:lnTo>
                  <a:lnTo>
                    <a:pt x="1909567" y="1180045"/>
                  </a:lnTo>
                  <a:lnTo>
                    <a:pt x="1911132" y="1179348"/>
                  </a:lnTo>
                  <a:lnTo>
                    <a:pt x="1912871" y="1178573"/>
                  </a:lnTo>
                  <a:lnTo>
                    <a:pt x="1913219" y="1178418"/>
                  </a:lnTo>
                  <a:lnTo>
                    <a:pt x="1913741" y="1178186"/>
                  </a:lnTo>
                  <a:lnTo>
                    <a:pt x="1915132" y="1177566"/>
                  </a:lnTo>
                  <a:lnTo>
                    <a:pt x="1915306" y="1177489"/>
                  </a:lnTo>
                  <a:lnTo>
                    <a:pt x="1916871" y="1176791"/>
                  </a:lnTo>
                  <a:lnTo>
                    <a:pt x="1917219" y="1176636"/>
                  </a:lnTo>
                  <a:lnTo>
                    <a:pt x="1922436" y="1174312"/>
                  </a:lnTo>
                  <a:lnTo>
                    <a:pt x="1924349" y="1173459"/>
                  </a:lnTo>
                  <a:lnTo>
                    <a:pt x="1924696" y="1173304"/>
                  </a:lnTo>
                  <a:lnTo>
                    <a:pt x="1925044" y="1173149"/>
                  </a:lnTo>
                  <a:lnTo>
                    <a:pt x="1927653" y="1171986"/>
                  </a:lnTo>
                  <a:lnTo>
                    <a:pt x="1929566" y="1171134"/>
                  </a:lnTo>
                  <a:lnTo>
                    <a:pt x="1931305" y="1170358"/>
                  </a:lnTo>
                  <a:lnTo>
                    <a:pt x="1935478" y="1168498"/>
                  </a:lnTo>
                  <a:lnTo>
                    <a:pt x="1937739" y="1167490"/>
                  </a:lnTo>
                  <a:lnTo>
                    <a:pt x="1938260" y="1167257"/>
                  </a:lnTo>
                  <a:lnTo>
                    <a:pt x="1939652" y="1166637"/>
                  </a:lnTo>
                  <a:lnTo>
                    <a:pt x="1941043" y="1166016"/>
                  </a:lnTo>
                  <a:lnTo>
                    <a:pt x="1944869" y="1164310"/>
                  </a:lnTo>
                  <a:lnTo>
                    <a:pt x="1947129" y="1163301"/>
                  </a:lnTo>
                  <a:lnTo>
                    <a:pt x="1958259" y="1158336"/>
                  </a:lnTo>
                  <a:lnTo>
                    <a:pt x="1962084" y="1156628"/>
                  </a:lnTo>
                  <a:lnTo>
                    <a:pt x="1966606" y="1154610"/>
                  </a:lnTo>
                  <a:lnTo>
                    <a:pt x="1967127" y="1154377"/>
                  </a:lnTo>
                  <a:lnTo>
                    <a:pt x="1970605" y="1152824"/>
                  </a:lnTo>
                  <a:lnTo>
                    <a:pt x="1975127" y="1150805"/>
                  </a:lnTo>
                  <a:lnTo>
                    <a:pt x="1976170" y="1150339"/>
                  </a:lnTo>
                  <a:lnTo>
                    <a:pt x="1978952" y="1149096"/>
                  </a:lnTo>
                  <a:lnTo>
                    <a:pt x="1982604" y="1147465"/>
                  </a:lnTo>
                  <a:lnTo>
                    <a:pt x="1983474" y="1147077"/>
                  </a:lnTo>
                  <a:lnTo>
                    <a:pt x="1985387" y="1146222"/>
                  </a:lnTo>
                  <a:lnTo>
                    <a:pt x="1993908" y="1142415"/>
                  </a:lnTo>
                  <a:lnTo>
                    <a:pt x="2000168" y="1139617"/>
                  </a:lnTo>
                  <a:lnTo>
                    <a:pt x="2002255" y="1138684"/>
                  </a:lnTo>
                  <a:lnTo>
                    <a:pt x="2002429" y="1138606"/>
                  </a:lnTo>
                  <a:lnTo>
                    <a:pt x="2005733" y="1137129"/>
                  </a:lnTo>
                  <a:lnTo>
                    <a:pt x="2009385" y="1135496"/>
                  </a:lnTo>
                  <a:lnTo>
                    <a:pt x="2013906" y="1133474"/>
                  </a:lnTo>
                  <a:lnTo>
                    <a:pt x="2017384" y="1131918"/>
                  </a:lnTo>
                  <a:lnTo>
                    <a:pt x="2023296" y="1129273"/>
                  </a:lnTo>
                  <a:lnTo>
                    <a:pt x="2025557" y="1128262"/>
                  </a:lnTo>
                  <a:lnTo>
                    <a:pt x="2026253" y="1127950"/>
                  </a:lnTo>
                  <a:lnTo>
                    <a:pt x="2030426" y="1126083"/>
                  </a:lnTo>
                  <a:lnTo>
                    <a:pt x="2034947" y="1124059"/>
                  </a:lnTo>
                  <a:lnTo>
                    <a:pt x="2035295" y="1123903"/>
                  </a:lnTo>
                  <a:lnTo>
                    <a:pt x="2035643" y="1123748"/>
                  </a:lnTo>
                  <a:lnTo>
                    <a:pt x="2036860" y="1123203"/>
                  </a:lnTo>
                  <a:lnTo>
                    <a:pt x="2040860" y="1121412"/>
                  </a:lnTo>
                  <a:lnTo>
                    <a:pt x="2042251" y="1120789"/>
                  </a:lnTo>
                  <a:lnTo>
                    <a:pt x="2042773" y="1120556"/>
                  </a:lnTo>
                  <a:lnTo>
                    <a:pt x="2044860" y="1119621"/>
                  </a:lnTo>
                  <a:lnTo>
                    <a:pt x="2046599" y="1118843"/>
                  </a:lnTo>
                  <a:lnTo>
                    <a:pt x="2049555" y="1117519"/>
                  </a:lnTo>
                  <a:lnTo>
                    <a:pt x="2050077" y="1117285"/>
                  </a:lnTo>
                  <a:lnTo>
                    <a:pt x="2053554" y="1115727"/>
                  </a:lnTo>
                  <a:lnTo>
                    <a:pt x="2053728" y="1115649"/>
                  </a:lnTo>
                  <a:lnTo>
                    <a:pt x="2057206" y="1114091"/>
                  </a:lnTo>
                  <a:lnTo>
                    <a:pt x="2058945" y="1113312"/>
                  </a:lnTo>
                  <a:lnTo>
                    <a:pt x="2059293" y="1113157"/>
                  </a:lnTo>
                  <a:lnTo>
                    <a:pt x="2061206" y="1112299"/>
                  </a:lnTo>
                  <a:lnTo>
                    <a:pt x="2064858" y="1110663"/>
                  </a:lnTo>
                  <a:lnTo>
                    <a:pt x="2066771" y="1109806"/>
                  </a:lnTo>
                  <a:lnTo>
                    <a:pt x="2068684" y="1108949"/>
                  </a:lnTo>
                  <a:lnTo>
                    <a:pt x="2068857" y="1108871"/>
                  </a:lnTo>
                  <a:lnTo>
                    <a:pt x="2070423" y="1108169"/>
                  </a:lnTo>
                  <a:lnTo>
                    <a:pt x="2070596" y="1108091"/>
                  </a:lnTo>
                  <a:lnTo>
                    <a:pt x="2075987" y="1105675"/>
                  </a:lnTo>
                  <a:lnTo>
                    <a:pt x="2079639" y="1104037"/>
                  </a:lnTo>
                  <a:lnTo>
                    <a:pt x="2079813" y="1103959"/>
                  </a:lnTo>
                  <a:lnTo>
                    <a:pt x="2080335" y="1103725"/>
                  </a:lnTo>
                  <a:lnTo>
                    <a:pt x="2082421" y="1102790"/>
                  </a:lnTo>
                  <a:lnTo>
                    <a:pt x="2083465" y="1102322"/>
                  </a:lnTo>
                  <a:lnTo>
                    <a:pt x="2085030" y="1101620"/>
                  </a:lnTo>
                  <a:lnTo>
                    <a:pt x="2086769" y="1100840"/>
                  </a:lnTo>
                  <a:lnTo>
                    <a:pt x="2087117" y="1100684"/>
                  </a:lnTo>
                  <a:lnTo>
                    <a:pt x="2087638" y="1100450"/>
                  </a:lnTo>
                  <a:lnTo>
                    <a:pt x="2089030" y="1099826"/>
                  </a:lnTo>
                  <a:lnTo>
                    <a:pt x="2089203" y="1099748"/>
                  </a:lnTo>
                  <a:lnTo>
                    <a:pt x="2090769" y="1099046"/>
                  </a:lnTo>
                  <a:lnTo>
                    <a:pt x="2091116" y="1098890"/>
                  </a:lnTo>
                  <a:lnTo>
                    <a:pt x="2096333" y="1096550"/>
                  </a:lnTo>
                  <a:lnTo>
                    <a:pt x="2098246" y="1095691"/>
                  </a:lnTo>
                  <a:lnTo>
                    <a:pt x="2098594" y="1095535"/>
                  </a:lnTo>
                  <a:lnTo>
                    <a:pt x="2098942" y="1095379"/>
                  </a:lnTo>
                  <a:lnTo>
                    <a:pt x="2101550" y="1094209"/>
                  </a:lnTo>
                  <a:lnTo>
                    <a:pt x="2103463" y="1093350"/>
                  </a:lnTo>
                  <a:lnTo>
                    <a:pt x="2105202" y="1092570"/>
                  </a:lnTo>
                  <a:lnTo>
                    <a:pt x="2109376" y="1090697"/>
                  </a:lnTo>
                  <a:lnTo>
                    <a:pt x="2111636" y="1089682"/>
                  </a:lnTo>
                  <a:lnTo>
                    <a:pt x="2112158" y="1089448"/>
                  </a:lnTo>
                  <a:lnTo>
                    <a:pt x="2113549" y="1088823"/>
                  </a:lnTo>
                  <a:lnTo>
                    <a:pt x="2114940" y="1088199"/>
                  </a:lnTo>
                  <a:lnTo>
                    <a:pt x="2118766" y="1086481"/>
                  </a:lnTo>
                  <a:lnTo>
                    <a:pt x="2121027" y="1085466"/>
                  </a:lnTo>
                  <a:lnTo>
                    <a:pt x="2132156" y="1080467"/>
                  </a:lnTo>
                  <a:lnTo>
                    <a:pt x="2135982" y="1078748"/>
                  </a:lnTo>
                  <a:lnTo>
                    <a:pt x="2141025" y="1076482"/>
                  </a:lnTo>
                  <a:lnTo>
                    <a:pt x="2144503" y="1074919"/>
                  </a:lnTo>
                  <a:lnTo>
                    <a:pt x="2149024" y="1072886"/>
                  </a:lnTo>
                  <a:lnTo>
                    <a:pt x="2150068" y="1072417"/>
                  </a:lnTo>
                  <a:lnTo>
                    <a:pt x="2152850" y="1071167"/>
                  </a:lnTo>
                  <a:lnTo>
                    <a:pt x="2156502" y="1069525"/>
                  </a:lnTo>
                  <a:lnTo>
                    <a:pt x="2157371" y="1069134"/>
                  </a:lnTo>
                  <a:lnTo>
                    <a:pt x="2159284" y="1068273"/>
                  </a:lnTo>
                  <a:lnTo>
                    <a:pt x="2167805" y="1064441"/>
                  </a:lnTo>
                  <a:lnTo>
                    <a:pt x="2174065" y="1061625"/>
                  </a:lnTo>
                  <a:lnTo>
                    <a:pt x="2176152" y="1060686"/>
                  </a:lnTo>
                  <a:lnTo>
                    <a:pt x="2176326" y="1060607"/>
                  </a:lnTo>
                  <a:lnTo>
                    <a:pt x="2179630" y="1059121"/>
                  </a:lnTo>
                  <a:lnTo>
                    <a:pt x="2183282" y="1057477"/>
                  </a:lnTo>
                  <a:lnTo>
                    <a:pt x="2187803" y="1055442"/>
                  </a:lnTo>
                  <a:lnTo>
                    <a:pt x="2191281" y="1053876"/>
                  </a:lnTo>
                  <a:lnTo>
                    <a:pt x="2197194" y="1051214"/>
                  </a:lnTo>
                  <a:lnTo>
                    <a:pt x="2199454" y="1050196"/>
                  </a:lnTo>
                  <a:lnTo>
                    <a:pt x="2200150" y="1049883"/>
                  </a:lnTo>
                  <a:lnTo>
                    <a:pt x="2204324" y="1048003"/>
                  </a:lnTo>
                  <a:lnTo>
                    <a:pt x="2205889" y="1047298"/>
                  </a:lnTo>
                  <a:lnTo>
                    <a:pt x="2208845" y="1045966"/>
                  </a:lnTo>
                  <a:lnTo>
                    <a:pt x="2209193" y="1045809"/>
                  </a:lnTo>
                  <a:lnTo>
                    <a:pt x="2209540" y="1045653"/>
                  </a:lnTo>
                  <a:lnTo>
                    <a:pt x="2210758" y="1045104"/>
                  </a:lnTo>
                  <a:lnTo>
                    <a:pt x="2214757" y="1043302"/>
                  </a:lnTo>
                  <a:lnTo>
                    <a:pt x="2216149" y="1042675"/>
                  </a:lnTo>
                  <a:lnTo>
                    <a:pt x="2216670" y="1042440"/>
                  </a:lnTo>
                  <a:lnTo>
                    <a:pt x="2218757" y="1041500"/>
                  </a:lnTo>
                  <a:lnTo>
                    <a:pt x="2220496" y="1040716"/>
                  </a:lnTo>
                  <a:lnTo>
                    <a:pt x="2223452" y="1039384"/>
                  </a:lnTo>
                  <a:lnTo>
                    <a:pt x="2223974" y="1039149"/>
                  </a:lnTo>
                  <a:lnTo>
                    <a:pt x="2227452" y="1037581"/>
                  </a:lnTo>
                  <a:lnTo>
                    <a:pt x="2227626" y="1037503"/>
                  </a:lnTo>
                  <a:lnTo>
                    <a:pt x="2231104" y="1035935"/>
                  </a:lnTo>
                  <a:lnTo>
                    <a:pt x="2232843" y="1035151"/>
                  </a:lnTo>
                  <a:lnTo>
                    <a:pt x="2233191" y="1034994"/>
                  </a:lnTo>
                  <a:lnTo>
                    <a:pt x="2235103" y="1034131"/>
                  </a:lnTo>
                  <a:lnTo>
                    <a:pt x="2238755" y="1032485"/>
                  </a:lnTo>
                  <a:lnTo>
                    <a:pt x="2240668" y="1031622"/>
                  </a:lnTo>
                  <a:lnTo>
                    <a:pt x="2242581" y="1030759"/>
                  </a:lnTo>
                  <a:lnTo>
                    <a:pt x="2242755" y="1030681"/>
                  </a:lnTo>
                  <a:lnTo>
                    <a:pt x="2244320" y="1029975"/>
                  </a:lnTo>
                  <a:lnTo>
                    <a:pt x="2244494" y="1029896"/>
                  </a:lnTo>
                  <a:lnTo>
                    <a:pt x="2249885" y="1027465"/>
                  </a:lnTo>
                  <a:lnTo>
                    <a:pt x="2253537" y="1025817"/>
                  </a:lnTo>
                  <a:lnTo>
                    <a:pt x="2253710" y="1025738"/>
                  </a:lnTo>
                  <a:lnTo>
                    <a:pt x="2254232" y="1025503"/>
                  </a:lnTo>
                  <a:lnTo>
                    <a:pt x="2256319" y="1024561"/>
                  </a:lnTo>
                  <a:lnTo>
                    <a:pt x="2257362" y="1024091"/>
                  </a:lnTo>
                  <a:lnTo>
                    <a:pt x="2258927" y="1023384"/>
                  </a:lnTo>
                  <a:lnTo>
                    <a:pt x="2260666" y="1022600"/>
                  </a:lnTo>
                  <a:lnTo>
                    <a:pt x="2261014" y="1022443"/>
                  </a:lnTo>
                  <a:lnTo>
                    <a:pt x="2261536" y="1022207"/>
                  </a:lnTo>
                  <a:lnTo>
                    <a:pt x="2262927" y="1021579"/>
                  </a:lnTo>
                  <a:lnTo>
                    <a:pt x="2263101" y="1021501"/>
                  </a:lnTo>
                  <a:lnTo>
                    <a:pt x="2264666" y="1020794"/>
                  </a:lnTo>
                  <a:lnTo>
                    <a:pt x="2265014" y="1020637"/>
                  </a:lnTo>
                  <a:lnTo>
                    <a:pt x="2270231" y="1018282"/>
                  </a:lnTo>
                  <a:lnTo>
                    <a:pt x="2272144" y="1017419"/>
                  </a:lnTo>
                  <a:lnTo>
                    <a:pt x="2272491" y="1017262"/>
                  </a:lnTo>
                  <a:lnTo>
                    <a:pt x="2272839" y="1017105"/>
                  </a:lnTo>
                  <a:lnTo>
                    <a:pt x="2275448" y="1015927"/>
                  </a:lnTo>
                  <a:lnTo>
                    <a:pt x="2277360" y="1015063"/>
                  </a:lnTo>
                  <a:lnTo>
                    <a:pt x="2279099" y="1014278"/>
                  </a:lnTo>
                  <a:lnTo>
                    <a:pt x="2283273" y="1012393"/>
                  </a:lnTo>
                  <a:lnTo>
                    <a:pt x="2285534" y="1011372"/>
                  </a:lnTo>
                  <a:lnTo>
                    <a:pt x="2286055" y="1011136"/>
                  </a:lnTo>
                  <a:lnTo>
                    <a:pt x="2287447" y="1010508"/>
                  </a:lnTo>
                  <a:lnTo>
                    <a:pt x="2288838" y="1009879"/>
                  </a:lnTo>
                  <a:lnTo>
                    <a:pt x="2292663" y="1008151"/>
                  </a:lnTo>
                  <a:lnTo>
                    <a:pt x="2294924" y="1007130"/>
                  </a:lnTo>
                  <a:lnTo>
                    <a:pt x="2306054" y="1002100"/>
                  </a:lnTo>
                  <a:lnTo>
                    <a:pt x="2309879" y="1000371"/>
                  </a:lnTo>
                  <a:lnTo>
                    <a:pt x="2314401" y="998327"/>
                  </a:lnTo>
                  <a:lnTo>
                    <a:pt x="2314922" y="998091"/>
                  </a:lnTo>
                  <a:lnTo>
                    <a:pt x="2318400" y="996518"/>
                  </a:lnTo>
                  <a:lnTo>
                    <a:pt x="2322922" y="994473"/>
                  </a:lnTo>
                  <a:lnTo>
                    <a:pt x="2323965" y="994001"/>
                  </a:lnTo>
                  <a:lnTo>
                    <a:pt x="2326747" y="992743"/>
                  </a:lnTo>
                  <a:lnTo>
                    <a:pt x="2330399" y="991091"/>
                  </a:lnTo>
                  <a:lnTo>
                    <a:pt x="2331269" y="990698"/>
                  </a:lnTo>
                  <a:lnTo>
                    <a:pt x="2333182" y="989832"/>
                  </a:lnTo>
                  <a:lnTo>
                    <a:pt x="2341703" y="985977"/>
                  </a:lnTo>
                  <a:lnTo>
                    <a:pt x="2347963" y="983144"/>
                  </a:lnTo>
                  <a:lnTo>
                    <a:pt x="2350050" y="982199"/>
                  </a:lnTo>
                  <a:lnTo>
                    <a:pt x="2350223" y="982120"/>
                  </a:lnTo>
                  <a:lnTo>
                    <a:pt x="2353528" y="980625"/>
                  </a:lnTo>
                  <a:lnTo>
                    <a:pt x="2357179" y="978971"/>
                  </a:lnTo>
                  <a:lnTo>
                    <a:pt x="2361701" y="976924"/>
                  </a:lnTo>
                  <a:lnTo>
                    <a:pt x="2365179" y="975349"/>
                  </a:lnTo>
                  <a:lnTo>
                    <a:pt x="2371091" y="972671"/>
                  </a:lnTo>
                  <a:lnTo>
                    <a:pt x="2373352" y="971647"/>
                  </a:lnTo>
                  <a:lnTo>
                    <a:pt x="2378221" y="969441"/>
                  </a:lnTo>
                  <a:lnTo>
                    <a:pt x="2379786" y="968732"/>
                  </a:lnTo>
                  <a:lnTo>
                    <a:pt x="2382742" y="967393"/>
                  </a:lnTo>
                  <a:lnTo>
                    <a:pt x="2383090" y="967235"/>
                  </a:lnTo>
                  <a:lnTo>
                    <a:pt x="2383438" y="967077"/>
                  </a:lnTo>
                  <a:lnTo>
                    <a:pt x="2384655" y="966526"/>
                  </a:lnTo>
                  <a:lnTo>
                    <a:pt x="2388655" y="964713"/>
                  </a:lnTo>
                  <a:lnTo>
                    <a:pt x="2390046" y="964083"/>
                  </a:lnTo>
                  <a:lnTo>
                    <a:pt x="2390568" y="963846"/>
                  </a:lnTo>
                  <a:lnTo>
                    <a:pt x="2392654" y="962900"/>
                  </a:lnTo>
                  <a:lnTo>
                    <a:pt x="2394393" y="962112"/>
                  </a:lnTo>
                  <a:lnTo>
                    <a:pt x="2397350" y="960772"/>
                  </a:lnTo>
                  <a:lnTo>
                    <a:pt x="2397871" y="960535"/>
                  </a:lnTo>
                  <a:lnTo>
                    <a:pt x="2401349" y="958959"/>
                  </a:lnTo>
                  <a:lnTo>
                    <a:pt x="2401523" y="958880"/>
                  </a:lnTo>
                  <a:lnTo>
                    <a:pt x="2405001" y="957303"/>
                  </a:lnTo>
                  <a:lnTo>
                    <a:pt x="2406740" y="956514"/>
                  </a:lnTo>
                  <a:lnTo>
                    <a:pt x="2407088" y="956356"/>
                  </a:lnTo>
                  <a:lnTo>
                    <a:pt x="2409001" y="955489"/>
                  </a:lnTo>
                  <a:lnTo>
                    <a:pt x="2412653" y="953833"/>
                  </a:lnTo>
                  <a:lnTo>
                    <a:pt x="2414566" y="952965"/>
                  </a:lnTo>
                  <a:lnTo>
                    <a:pt x="2416478" y="952097"/>
                  </a:lnTo>
                  <a:lnTo>
                    <a:pt x="2416652" y="952018"/>
                  </a:lnTo>
                  <a:lnTo>
                    <a:pt x="2418391" y="951230"/>
                  </a:lnTo>
                  <a:lnTo>
                    <a:pt x="2423782" y="948784"/>
                  </a:lnTo>
                  <a:lnTo>
                    <a:pt x="2427434" y="947127"/>
                  </a:lnTo>
                  <a:lnTo>
                    <a:pt x="2427608" y="947048"/>
                  </a:lnTo>
                  <a:lnTo>
                    <a:pt x="2428130" y="946811"/>
                  </a:lnTo>
                  <a:lnTo>
                    <a:pt x="2430216" y="945864"/>
                  </a:lnTo>
                  <a:lnTo>
                    <a:pt x="2431260" y="945391"/>
                  </a:lnTo>
                  <a:lnTo>
                    <a:pt x="2432825" y="944681"/>
                  </a:lnTo>
                  <a:lnTo>
                    <a:pt x="2434564" y="943891"/>
                  </a:lnTo>
                  <a:lnTo>
                    <a:pt x="2434912" y="943733"/>
                  </a:lnTo>
                  <a:lnTo>
                    <a:pt x="2435433" y="943497"/>
                  </a:lnTo>
                  <a:lnTo>
                    <a:pt x="2436824" y="942865"/>
                  </a:lnTo>
                  <a:lnTo>
                    <a:pt x="2436998" y="942786"/>
                  </a:lnTo>
                  <a:lnTo>
                    <a:pt x="2438563" y="942076"/>
                  </a:lnTo>
                  <a:lnTo>
                    <a:pt x="2438911" y="941918"/>
                  </a:lnTo>
                  <a:lnTo>
                    <a:pt x="2444128" y="939550"/>
                  </a:lnTo>
                  <a:lnTo>
                    <a:pt x="2446041" y="938681"/>
                  </a:lnTo>
                  <a:lnTo>
                    <a:pt x="2446389" y="938523"/>
                  </a:lnTo>
                  <a:lnTo>
                    <a:pt x="2446737" y="938365"/>
                  </a:lnTo>
                  <a:lnTo>
                    <a:pt x="2449345" y="937181"/>
                  </a:lnTo>
                  <a:lnTo>
                    <a:pt x="2451258" y="936312"/>
                  </a:lnTo>
                  <a:lnTo>
                    <a:pt x="2452997" y="935523"/>
                  </a:lnTo>
                  <a:lnTo>
                    <a:pt x="2457170" y="933627"/>
                  </a:lnTo>
                  <a:lnTo>
                    <a:pt x="2459431" y="932600"/>
                  </a:lnTo>
                  <a:lnTo>
                    <a:pt x="2459953" y="932364"/>
                  </a:lnTo>
                  <a:lnTo>
                    <a:pt x="2461344" y="931732"/>
                  </a:lnTo>
                  <a:lnTo>
                    <a:pt x="2462735" y="931100"/>
                  </a:lnTo>
                  <a:lnTo>
                    <a:pt x="2466561" y="929362"/>
                  </a:lnTo>
                  <a:lnTo>
                    <a:pt x="2468822" y="928335"/>
                  </a:lnTo>
                  <a:lnTo>
                    <a:pt x="2479951" y="923277"/>
                  </a:lnTo>
                  <a:lnTo>
                    <a:pt x="2483777" y="921538"/>
                  </a:lnTo>
                  <a:lnTo>
                    <a:pt x="2488298" y="919483"/>
                  </a:lnTo>
                  <a:lnTo>
                    <a:pt x="2488820" y="919246"/>
                  </a:lnTo>
                  <a:lnTo>
                    <a:pt x="2492298" y="917665"/>
                  </a:lnTo>
                  <a:lnTo>
                    <a:pt x="2496819" y="915609"/>
                  </a:lnTo>
                  <a:lnTo>
                    <a:pt x="2497862" y="915135"/>
                  </a:lnTo>
                  <a:lnTo>
                    <a:pt x="2500645" y="913869"/>
                  </a:lnTo>
                  <a:lnTo>
                    <a:pt x="2504297" y="912208"/>
                  </a:lnTo>
                  <a:lnTo>
                    <a:pt x="2505166" y="911813"/>
                  </a:lnTo>
                  <a:lnTo>
                    <a:pt x="2507079" y="910943"/>
                  </a:lnTo>
                  <a:lnTo>
                    <a:pt x="2515600" y="907067"/>
                  </a:lnTo>
                  <a:lnTo>
                    <a:pt x="2521860" y="904218"/>
                  </a:lnTo>
                  <a:lnTo>
                    <a:pt x="2523947" y="903269"/>
                  </a:lnTo>
                  <a:lnTo>
                    <a:pt x="2524121" y="903189"/>
                  </a:lnTo>
                  <a:lnTo>
                    <a:pt x="2527425" y="901686"/>
                  </a:lnTo>
                  <a:lnTo>
                    <a:pt x="2531077" y="900024"/>
                  </a:lnTo>
                  <a:lnTo>
                    <a:pt x="2535598" y="897966"/>
                  </a:lnTo>
                  <a:lnTo>
                    <a:pt x="2539076" y="896382"/>
                  </a:lnTo>
                  <a:lnTo>
                    <a:pt x="2544989" y="893690"/>
                  </a:lnTo>
                  <a:lnTo>
                    <a:pt x="2547249" y="892661"/>
                  </a:lnTo>
                  <a:lnTo>
                    <a:pt x="2547945" y="892344"/>
                  </a:lnTo>
                  <a:lnTo>
                    <a:pt x="2552118" y="890443"/>
                  </a:lnTo>
                  <a:lnTo>
                    <a:pt x="2553684" y="889731"/>
                  </a:lnTo>
                  <a:lnTo>
                    <a:pt x="2556640" y="888384"/>
                  </a:lnTo>
                  <a:lnTo>
                    <a:pt x="2556988" y="888226"/>
                  </a:lnTo>
                  <a:lnTo>
                    <a:pt x="2557335" y="888067"/>
                  </a:lnTo>
                  <a:lnTo>
                    <a:pt x="2558553" y="887513"/>
                  </a:lnTo>
                  <a:lnTo>
                    <a:pt x="2562552" y="885691"/>
                  </a:lnTo>
                  <a:lnTo>
                    <a:pt x="2563943" y="885057"/>
                  </a:lnTo>
                  <a:lnTo>
                    <a:pt x="2564465" y="884819"/>
                  </a:lnTo>
                  <a:lnTo>
                    <a:pt x="2566552" y="883869"/>
                  </a:lnTo>
                  <a:lnTo>
                    <a:pt x="2568291" y="883076"/>
                  </a:lnTo>
                  <a:lnTo>
                    <a:pt x="2571247" y="881729"/>
                  </a:lnTo>
                  <a:lnTo>
                    <a:pt x="2571769" y="881491"/>
                  </a:lnTo>
                  <a:lnTo>
                    <a:pt x="2575247" y="879906"/>
                  </a:lnTo>
                  <a:lnTo>
                    <a:pt x="2575421" y="879827"/>
                  </a:lnTo>
                  <a:lnTo>
                    <a:pt x="2578899" y="878242"/>
                  </a:lnTo>
                  <a:lnTo>
                    <a:pt x="2580638" y="877450"/>
                  </a:lnTo>
                  <a:lnTo>
                    <a:pt x="2580985" y="877291"/>
                  </a:lnTo>
                  <a:lnTo>
                    <a:pt x="2582898" y="876419"/>
                  </a:lnTo>
                  <a:lnTo>
                    <a:pt x="2586550" y="874754"/>
                  </a:lnTo>
                  <a:lnTo>
                    <a:pt x="2588463" y="873882"/>
                  </a:lnTo>
                  <a:lnTo>
                    <a:pt x="2590376" y="873010"/>
                  </a:lnTo>
                  <a:lnTo>
                    <a:pt x="2590550" y="872931"/>
                  </a:lnTo>
                  <a:lnTo>
                    <a:pt x="2592115" y="872217"/>
                  </a:lnTo>
                  <a:lnTo>
                    <a:pt x="2592289" y="872138"/>
                  </a:lnTo>
                  <a:lnTo>
                    <a:pt x="2597680" y="869680"/>
                  </a:lnTo>
                  <a:lnTo>
                    <a:pt x="2601331" y="868015"/>
                  </a:lnTo>
                  <a:lnTo>
                    <a:pt x="2601505" y="867935"/>
                  </a:lnTo>
                  <a:lnTo>
                    <a:pt x="2602027" y="867698"/>
                  </a:lnTo>
                  <a:lnTo>
                    <a:pt x="2604114" y="866746"/>
                  </a:lnTo>
                  <a:lnTo>
                    <a:pt x="2605157" y="866270"/>
                  </a:lnTo>
                  <a:lnTo>
                    <a:pt x="2606722" y="865556"/>
                  </a:lnTo>
                  <a:lnTo>
                    <a:pt x="2608461" y="864763"/>
                  </a:lnTo>
                  <a:lnTo>
                    <a:pt x="2608809" y="864604"/>
                  </a:lnTo>
                  <a:lnTo>
                    <a:pt x="2609331" y="864366"/>
                  </a:lnTo>
                  <a:lnTo>
                    <a:pt x="2610722" y="863732"/>
                  </a:lnTo>
                  <a:lnTo>
                    <a:pt x="2610896" y="863652"/>
                  </a:lnTo>
                  <a:lnTo>
                    <a:pt x="2612461" y="862938"/>
                  </a:lnTo>
                  <a:lnTo>
                    <a:pt x="2612809" y="862780"/>
                  </a:lnTo>
                  <a:lnTo>
                    <a:pt x="2618026" y="860400"/>
                  </a:lnTo>
                  <a:lnTo>
                    <a:pt x="2619938" y="859527"/>
                  </a:lnTo>
                  <a:lnTo>
                    <a:pt x="2620286" y="859368"/>
                  </a:lnTo>
                  <a:lnTo>
                    <a:pt x="2620634" y="859209"/>
                  </a:lnTo>
                  <a:lnTo>
                    <a:pt x="2623242" y="858019"/>
                  </a:lnTo>
                  <a:lnTo>
                    <a:pt x="2625155" y="857146"/>
                  </a:lnTo>
                  <a:lnTo>
                    <a:pt x="2626894" y="856353"/>
                  </a:lnTo>
                  <a:lnTo>
                    <a:pt x="2631068" y="854448"/>
                  </a:lnTo>
                  <a:lnTo>
                    <a:pt x="2633850" y="853178"/>
                  </a:lnTo>
                  <a:lnTo>
                    <a:pt x="2635241" y="852543"/>
                  </a:lnTo>
                  <a:lnTo>
                    <a:pt x="2636633" y="851908"/>
                  </a:lnTo>
                  <a:lnTo>
                    <a:pt x="2640458" y="850161"/>
                  </a:lnTo>
                  <a:lnTo>
                    <a:pt x="2642719" y="849129"/>
                  </a:lnTo>
                  <a:lnTo>
                    <a:pt x="2653848" y="844047"/>
                  </a:lnTo>
                  <a:lnTo>
                    <a:pt x="2657674" y="842300"/>
                  </a:lnTo>
                  <a:lnTo>
                    <a:pt x="2662196" y="840235"/>
                  </a:lnTo>
                  <a:lnTo>
                    <a:pt x="2662717" y="839997"/>
                  </a:lnTo>
                  <a:lnTo>
                    <a:pt x="2666195" y="838408"/>
                  </a:lnTo>
                  <a:lnTo>
                    <a:pt x="2670716" y="836342"/>
                  </a:lnTo>
                  <a:lnTo>
                    <a:pt x="2671760" y="835866"/>
                  </a:lnTo>
                  <a:lnTo>
                    <a:pt x="2674542" y="834594"/>
                  </a:lnTo>
                  <a:lnTo>
                    <a:pt x="2678194" y="832926"/>
                  </a:lnTo>
                  <a:lnTo>
                    <a:pt x="2679064" y="832528"/>
                  </a:lnTo>
                  <a:lnTo>
                    <a:pt x="2680976" y="831654"/>
                  </a:lnTo>
                  <a:lnTo>
                    <a:pt x="2689497" y="827760"/>
                  </a:lnTo>
                  <a:lnTo>
                    <a:pt x="2695758" y="824898"/>
                  </a:lnTo>
                  <a:lnTo>
                    <a:pt x="2697844" y="823944"/>
                  </a:lnTo>
                  <a:lnTo>
                    <a:pt x="2698018" y="823864"/>
                  </a:lnTo>
                  <a:lnTo>
                    <a:pt x="2701322" y="822354"/>
                  </a:lnTo>
                  <a:lnTo>
                    <a:pt x="2704974" y="820684"/>
                  </a:lnTo>
                  <a:lnTo>
                    <a:pt x="2709496" y="818616"/>
                  </a:lnTo>
                  <a:lnTo>
                    <a:pt x="2712974" y="817026"/>
                  </a:lnTo>
                  <a:lnTo>
                    <a:pt x="2718886" y="814321"/>
                  </a:lnTo>
                  <a:lnTo>
                    <a:pt x="2721147" y="813287"/>
                  </a:lnTo>
                  <a:lnTo>
                    <a:pt x="2721842" y="812969"/>
                  </a:lnTo>
                  <a:lnTo>
                    <a:pt x="2726016" y="811060"/>
                  </a:lnTo>
                  <a:lnTo>
                    <a:pt x="2727581" y="810344"/>
                  </a:lnTo>
                  <a:lnTo>
                    <a:pt x="2730537" y="808991"/>
                  </a:lnTo>
                  <a:lnTo>
                    <a:pt x="2730885" y="808832"/>
                  </a:lnTo>
                  <a:lnTo>
                    <a:pt x="2731233" y="808673"/>
                  </a:lnTo>
                  <a:lnTo>
                    <a:pt x="2732450" y="808116"/>
                  </a:lnTo>
                  <a:lnTo>
                    <a:pt x="2736450" y="806285"/>
                  </a:lnTo>
                  <a:lnTo>
                    <a:pt x="2737841" y="805649"/>
                  </a:lnTo>
                  <a:lnTo>
                    <a:pt x="2738363" y="805410"/>
                  </a:lnTo>
                  <a:lnTo>
                    <a:pt x="2740449" y="804455"/>
                  </a:lnTo>
                  <a:lnTo>
                    <a:pt x="2742188" y="803659"/>
                  </a:lnTo>
                  <a:lnTo>
                    <a:pt x="2745145" y="802306"/>
                  </a:lnTo>
                  <a:lnTo>
                    <a:pt x="2745666" y="802067"/>
                  </a:lnTo>
                  <a:lnTo>
                    <a:pt x="2749144" y="800475"/>
                  </a:lnTo>
                  <a:lnTo>
                    <a:pt x="2749318" y="800396"/>
                  </a:lnTo>
                  <a:lnTo>
                    <a:pt x="2752796" y="798803"/>
                  </a:lnTo>
                  <a:lnTo>
                    <a:pt x="2754535" y="798007"/>
                  </a:lnTo>
                  <a:lnTo>
                    <a:pt x="2754883" y="797848"/>
                  </a:lnTo>
                  <a:lnTo>
                    <a:pt x="2756796" y="796972"/>
                  </a:lnTo>
                  <a:lnTo>
                    <a:pt x="2760448" y="795300"/>
                  </a:lnTo>
                  <a:lnTo>
                    <a:pt x="2762360" y="794424"/>
                  </a:lnTo>
                  <a:lnTo>
                    <a:pt x="2764273" y="793548"/>
                  </a:lnTo>
                  <a:lnTo>
                    <a:pt x="2764447" y="793469"/>
                  </a:lnTo>
                  <a:lnTo>
                    <a:pt x="2766012" y="792752"/>
                  </a:lnTo>
                  <a:lnTo>
                    <a:pt x="2766186" y="792672"/>
                  </a:lnTo>
                  <a:lnTo>
                    <a:pt x="2771577" y="790203"/>
                  </a:lnTo>
                  <a:lnTo>
                    <a:pt x="2775229" y="788531"/>
                  </a:lnTo>
                  <a:lnTo>
                    <a:pt x="2775403" y="788451"/>
                  </a:lnTo>
                  <a:lnTo>
                    <a:pt x="2775924" y="788212"/>
                  </a:lnTo>
                  <a:lnTo>
                    <a:pt x="2778011" y="787256"/>
                  </a:lnTo>
                  <a:lnTo>
                    <a:pt x="2780620" y="786061"/>
                  </a:lnTo>
                  <a:lnTo>
                    <a:pt x="2782359" y="785265"/>
                  </a:lnTo>
                  <a:lnTo>
                    <a:pt x="2782706" y="785105"/>
                  </a:lnTo>
                  <a:lnTo>
                    <a:pt x="2783228" y="784866"/>
                  </a:lnTo>
                  <a:lnTo>
                    <a:pt x="2784619" y="784229"/>
                  </a:lnTo>
                  <a:lnTo>
                    <a:pt x="2784793" y="784149"/>
                  </a:lnTo>
                  <a:lnTo>
                    <a:pt x="2786358" y="783432"/>
                  </a:lnTo>
                  <a:lnTo>
                    <a:pt x="2786706" y="783273"/>
                  </a:lnTo>
                  <a:lnTo>
                    <a:pt x="2791923" y="780883"/>
                  </a:lnTo>
                  <a:lnTo>
                    <a:pt x="2793836" y="780006"/>
                  </a:lnTo>
                  <a:lnTo>
                    <a:pt x="2794184" y="779847"/>
                  </a:lnTo>
                  <a:lnTo>
                    <a:pt x="2794531" y="779687"/>
                  </a:lnTo>
                  <a:lnTo>
                    <a:pt x="2797140" y="778492"/>
                  </a:lnTo>
                  <a:lnTo>
                    <a:pt x="2799053" y="777615"/>
                  </a:lnTo>
                  <a:lnTo>
                    <a:pt x="2800792" y="776818"/>
                  </a:lnTo>
                  <a:lnTo>
                    <a:pt x="2804965" y="774905"/>
                  </a:lnTo>
                  <a:lnTo>
                    <a:pt x="2807226" y="773869"/>
                  </a:lnTo>
                  <a:lnTo>
                    <a:pt x="2807748" y="773630"/>
                  </a:lnTo>
                  <a:lnTo>
                    <a:pt x="2809139" y="772992"/>
                  </a:lnTo>
                  <a:lnTo>
                    <a:pt x="2810530" y="772355"/>
                  </a:lnTo>
                  <a:lnTo>
                    <a:pt x="2814356" y="770601"/>
                  </a:lnTo>
                  <a:lnTo>
                    <a:pt x="2816616" y="769564"/>
                  </a:lnTo>
                  <a:lnTo>
                    <a:pt x="2827746" y="764461"/>
                  </a:lnTo>
                  <a:lnTo>
                    <a:pt x="2831572" y="762707"/>
                  </a:lnTo>
                  <a:lnTo>
                    <a:pt x="2836093" y="760633"/>
                  </a:lnTo>
                  <a:lnTo>
                    <a:pt x="2836615" y="760394"/>
                  </a:lnTo>
                  <a:lnTo>
                    <a:pt x="2840093" y="758798"/>
                  </a:lnTo>
                  <a:lnTo>
                    <a:pt x="2844614" y="756724"/>
                  </a:lnTo>
                  <a:lnTo>
                    <a:pt x="2845657" y="756245"/>
                  </a:lnTo>
                  <a:lnTo>
                    <a:pt x="2848440" y="754969"/>
                  </a:lnTo>
                  <a:lnTo>
                    <a:pt x="2852092" y="753293"/>
                  </a:lnTo>
                  <a:lnTo>
                    <a:pt x="2852961" y="752894"/>
                  </a:lnTo>
                  <a:lnTo>
                    <a:pt x="2854874" y="752017"/>
                  </a:lnTo>
                  <a:lnTo>
                    <a:pt x="2863395" y="748106"/>
                  </a:lnTo>
                  <a:lnTo>
                    <a:pt x="2869655" y="745233"/>
                  </a:lnTo>
                  <a:lnTo>
                    <a:pt x="2871742" y="744275"/>
                  </a:lnTo>
                  <a:lnTo>
                    <a:pt x="2871916" y="744195"/>
                  </a:lnTo>
                  <a:lnTo>
                    <a:pt x="2875220" y="742679"/>
                  </a:lnTo>
                  <a:lnTo>
                    <a:pt x="2878872" y="741002"/>
                  </a:lnTo>
                  <a:lnTo>
                    <a:pt x="2883393" y="738926"/>
                  </a:lnTo>
                  <a:lnTo>
                    <a:pt x="2886871" y="737329"/>
                  </a:lnTo>
                  <a:lnTo>
                    <a:pt x="2892784" y="734614"/>
                  </a:lnTo>
                  <a:lnTo>
                    <a:pt x="2895044" y="733576"/>
                  </a:lnTo>
                  <a:lnTo>
                    <a:pt x="2895740" y="733257"/>
                  </a:lnTo>
                  <a:lnTo>
                    <a:pt x="2899913" y="731340"/>
                  </a:lnTo>
                  <a:lnTo>
                    <a:pt x="2901478" y="730621"/>
                  </a:lnTo>
                  <a:lnTo>
                    <a:pt x="2904435" y="729263"/>
                  </a:lnTo>
                  <a:lnTo>
                    <a:pt x="2904782" y="729103"/>
                  </a:lnTo>
                  <a:lnTo>
                    <a:pt x="2905130" y="728943"/>
                  </a:lnTo>
                  <a:lnTo>
                    <a:pt x="2906348" y="728384"/>
                  </a:lnTo>
                  <a:lnTo>
                    <a:pt x="2910347" y="726547"/>
                  </a:lnTo>
                  <a:lnTo>
                    <a:pt x="2911738" y="725908"/>
                  </a:lnTo>
                  <a:lnTo>
                    <a:pt x="2912260" y="725668"/>
                  </a:lnTo>
                  <a:lnTo>
                    <a:pt x="2914347" y="724709"/>
                  </a:lnTo>
                  <a:lnTo>
                    <a:pt x="2916086" y="723910"/>
                  </a:lnTo>
                  <a:lnTo>
                    <a:pt x="2919042" y="722552"/>
                  </a:lnTo>
                  <a:lnTo>
                    <a:pt x="2919564" y="722312"/>
                  </a:lnTo>
                  <a:lnTo>
                    <a:pt x="2923042" y="720714"/>
                  </a:lnTo>
                  <a:lnTo>
                    <a:pt x="2923216" y="720634"/>
                  </a:lnTo>
                  <a:lnTo>
                    <a:pt x="2926694" y="719036"/>
                  </a:lnTo>
                  <a:lnTo>
                    <a:pt x="2928433" y="718237"/>
                  </a:lnTo>
                  <a:lnTo>
                    <a:pt x="2928780" y="718077"/>
                  </a:lnTo>
                  <a:lnTo>
                    <a:pt x="2930693" y="717198"/>
                  </a:lnTo>
                  <a:lnTo>
                    <a:pt x="2934345" y="715520"/>
                  </a:lnTo>
                  <a:lnTo>
                    <a:pt x="2936258" y="714640"/>
                  </a:lnTo>
                  <a:lnTo>
                    <a:pt x="2938171" y="713761"/>
                  </a:lnTo>
                  <a:lnTo>
                    <a:pt x="2938345" y="713681"/>
                  </a:lnTo>
                  <a:lnTo>
                    <a:pt x="2940084" y="712882"/>
                  </a:lnTo>
                  <a:lnTo>
                    <a:pt x="2945474" y="710404"/>
                  </a:lnTo>
                  <a:lnTo>
                    <a:pt x="2949126" y="708725"/>
                  </a:lnTo>
                  <a:lnTo>
                    <a:pt x="2949300" y="708645"/>
                  </a:lnTo>
                  <a:lnTo>
                    <a:pt x="2949822" y="708405"/>
                  </a:lnTo>
                  <a:lnTo>
                    <a:pt x="2951909" y="707445"/>
                  </a:lnTo>
                  <a:lnTo>
                    <a:pt x="2952952" y="706966"/>
                  </a:lnTo>
                  <a:lnTo>
                    <a:pt x="2954517" y="706246"/>
                  </a:lnTo>
                  <a:lnTo>
                    <a:pt x="2956256" y="705446"/>
                  </a:lnTo>
                  <a:lnTo>
                    <a:pt x="2956604" y="705286"/>
                  </a:lnTo>
                  <a:lnTo>
                    <a:pt x="2957126" y="705047"/>
                  </a:lnTo>
                  <a:lnTo>
                    <a:pt x="2958517" y="704407"/>
                  </a:lnTo>
                  <a:lnTo>
                    <a:pt x="2958691" y="704327"/>
                  </a:lnTo>
                  <a:lnTo>
                    <a:pt x="2960256" y="703607"/>
                  </a:lnTo>
                  <a:lnTo>
                    <a:pt x="2960604" y="703447"/>
                  </a:lnTo>
                  <a:lnTo>
                    <a:pt x="2965820" y="701048"/>
                  </a:lnTo>
                  <a:lnTo>
                    <a:pt x="2967733" y="700168"/>
                  </a:lnTo>
                  <a:lnTo>
                    <a:pt x="2968081" y="700008"/>
                  </a:lnTo>
                  <a:lnTo>
                    <a:pt x="2968429" y="699848"/>
                  </a:lnTo>
                  <a:lnTo>
                    <a:pt x="2971037" y="698649"/>
                  </a:lnTo>
                  <a:lnTo>
                    <a:pt x="2972950" y="697769"/>
                  </a:lnTo>
                  <a:lnTo>
                    <a:pt x="2974689" y="696969"/>
                  </a:lnTo>
                  <a:lnTo>
                    <a:pt x="2978863" y="695049"/>
                  </a:lnTo>
                  <a:lnTo>
                    <a:pt x="2981123" y="694009"/>
                  </a:lnTo>
                  <a:lnTo>
                    <a:pt x="2981645" y="693769"/>
                  </a:lnTo>
                  <a:lnTo>
                    <a:pt x="2983036" y="693129"/>
                  </a:lnTo>
                  <a:lnTo>
                    <a:pt x="2984427" y="692489"/>
                  </a:lnTo>
                  <a:lnTo>
                    <a:pt x="2988253" y="690729"/>
                  </a:lnTo>
                  <a:lnTo>
                    <a:pt x="2990514" y="689688"/>
                  </a:lnTo>
                  <a:lnTo>
                    <a:pt x="3001643" y="684567"/>
                  </a:lnTo>
                  <a:lnTo>
                    <a:pt x="3005469" y="682806"/>
                  </a:lnTo>
                  <a:lnTo>
                    <a:pt x="3009990" y="680725"/>
                  </a:lnTo>
                  <a:lnTo>
                    <a:pt x="3010512" y="680485"/>
                  </a:lnTo>
                  <a:lnTo>
                    <a:pt x="3013990" y="678884"/>
                  </a:lnTo>
                  <a:lnTo>
                    <a:pt x="3019555" y="676322"/>
                  </a:lnTo>
                  <a:lnTo>
                    <a:pt x="3022337" y="675041"/>
                  </a:lnTo>
                  <a:lnTo>
                    <a:pt x="3025989" y="673360"/>
                  </a:lnTo>
                  <a:lnTo>
                    <a:pt x="3026858" y="672959"/>
                  </a:lnTo>
                  <a:lnTo>
                    <a:pt x="3028771" y="672078"/>
                  </a:lnTo>
                  <a:lnTo>
                    <a:pt x="3037292" y="668155"/>
                  </a:lnTo>
                  <a:lnTo>
                    <a:pt x="3043553" y="665271"/>
                  </a:lnTo>
                  <a:lnTo>
                    <a:pt x="3045639" y="664310"/>
                  </a:lnTo>
                  <a:lnTo>
                    <a:pt x="3045813" y="664230"/>
                  </a:lnTo>
                  <a:lnTo>
                    <a:pt x="3049117" y="662708"/>
                  </a:lnTo>
                  <a:lnTo>
                    <a:pt x="3052769" y="661026"/>
                  </a:lnTo>
                  <a:lnTo>
                    <a:pt x="3057291" y="658943"/>
                  </a:lnTo>
                  <a:lnTo>
                    <a:pt x="3060768" y="657341"/>
                  </a:lnTo>
                  <a:lnTo>
                    <a:pt x="3066681" y="654616"/>
                  </a:lnTo>
                  <a:lnTo>
                    <a:pt x="3068942" y="653575"/>
                  </a:lnTo>
                  <a:lnTo>
                    <a:pt x="3069637" y="653254"/>
                  </a:lnTo>
                  <a:lnTo>
                    <a:pt x="3073811" y="651331"/>
                  </a:lnTo>
                  <a:lnTo>
                    <a:pt x="3075376" y="650610"/>
                  </a:lnTo>
                  <a:lnTo>
                    <a:pt x="3078332" y="649247"/>
                  </a:lnTo>
                  <a:lnTo>
                    <a:pt x="3078680" y="649087"/>
                  </a:lnTo>
                  <a:lnTo>
                    <a:pt x="3079028" y="648927"/>
                  </a:lnTo>
                  <a:lnTo>
                    <a:pt x="3080245" y="648366"/>
                  </a:lnTo>
                  <a:lnTo>
                    <a:pt x="3084245" y="646522"/>
                  </a:lnTo>
                  <a:lnTo>
                    <a:pt x="3085636" y="645881"/>
                  </a:lnTo>
                  <a:lnTo>
                    <a:pt x="3086157" y="645640"/>
                  </a:lnTo>
                  <a:lnTo>
                    <a:pt x="3088244" y="644679"/>
                  </a:lnTo>
                  <a:lnTo>
                    <a:pt x="3089983" y="643877"/>
                  </a:lnTo>
                  <a:lnTo>
                    <a:pt x="3092939" y="642514"/>
                  </a:lnTo>
                  <a:lnTo>
                    <a:pt x="3093461" y="642274"/>
                  </a:lnTo>
                  <a:lnTo>
                    <a:pt x="3096939" y="640670"/>
                  </a:lnTo>
                  <a:lnTo>
                    <a:pt x="3097113" y="640590"/>
                  </a:lnTo>
                  <a:lnTo>
                    <a:pt x="3100591" y="638987"/>
                  </a:lnTo>
                  <a:lnTo>
                    <a:pt x="3102330" y="638185"/>
                  </a:lnTo>
                  <a:lnTo>
                    <a:pt x="3102678" y="638025"/>
                  </a:lnTo>
                  <a:lnTo>
                    <a:pt x="3104591" y="637143"/>
                  </a:lnTo>
                  <a:lnTo>
                    <a:pt x="3108242" y="635459"/>
                  </a:lnTo>
                  <a:lnTo>
                    <a:pt x="3110155" y="634577"/>
                  </a:lnTo>
                  <a:lnTo>
                    <a:pt x="3112068" y="633694"/>
                  </a:lnTo>
                  <a:lnTo>
                    <a:pt x="3112242" y="633614"/>
                  </a:lnTo>
                  <a:lnTo>
                    <a:pt x="3113807" y="632893"/>
                  </a:lnTo>
                  <a:lnTo>
                    <a:pt x="3113981" y="632812"/>
                  </a:lnTo>
                  <a:lnTo>
                    <a:pt x="3119372" y="630326"/>
                  </a:lnTo>
                  <a:lnTo>
                    <a:pt x="3123024" y="628642"/>
                  </a:lnTo>
                  <a:lnTo>
                    <a:pt x="3123198" y="628562"/>
                  </a:lnTo>
                  <a:lnTo>
                    <a:pt x="3123719" y="628321"/>
                  </a:lnTo>
                  <a:lnTo>
                    <a:pt x="3125806" y="627359"/>
                  </a:lnTo>
                  <a:lnTo>
                    <a:pt x="3126849" y="626877"/>
                  </a:lnTo>
                  <a:lnTo>
                    <a:pt x="3128415" y="626155"/>
                  </a:lnTo>
                  <a:lnTo>
                    <a:pt x="3130154" y="625353"/>
                  </a:lnTo>
                  <a:lnTo>
                    <a:pt x="3130501" y="625193"/>
                  </a:lnTo>
                  <a:lnTo>
                    <a:pt x="3131023" y="624952"/>
                  </a:lnTo>
                  <a:lnTo>
                    <a:pt x="3132414" y="624310"/>
                  </a:lnTo>
                  <a:lnTo>
                    <a:pt x="3132588" y="624230"/>
                  </a:lnTo>
                  <a:lnTo>
                    <a:pt x="3134153" y="623508"/>
                  </a:lnTo>
                  <a:lnTo>
                    <a:pt x="3134501" y="623348"/>
                  </a:lnTo>
                  <a:lnTo>
                    <a:pt x="3139718" y="620941"/>
                  </a:lnTo>
                  <a:lnTo>
                    <a:pt x="3141631" y="620058"/>
                  </a:lnTo>
                  <a:lnTo>
                    <a:pt x="3141979" y="619898"/>
                  </a:lnTo>
                  <a:lnTo>
                    <a:pt x="3142326" y="619738"/>
                  </a:lnTo>
                  <a:lnTo>
                    <a:pt x="3144935" y="618534"/>
                  </a:lnTo>
                  <a:lnTo>
                    <a:pt x="3146848" y="617651"/>
                  </a:lnTo>
                  <a:lnTo>
                    <a:pt x="3148587" y="616849"/>
                  </a:lnTo>
                  <a:lnTo>
                    <a:pt x="3152760" y="614923"/>
                  </a:lnTo>
                  <a:lnTo>
                    <a:pt x="3155021" y="613880"/>
                  </a:lnTo>
                  <a:lnTo>
                    <a:pt x="3155543" y="613639"/>
                  </a:lnTo>
                  <a:lnTo>
                    <a:pt x="3156934" y="612997"/>
                  </a:lnTo>
                  <a:lnTo>
                    <a:pt x="3158325" y="612355"/>
                  </a:lnTo>
                  <a:lnTo>
                    <a:pt x="3162151" y="610589"/>
                  </a:lnTo>
                  <a:lnTo>
                    <a:pt x="3164411" y="609546"/>
                  </a:lnTo>
                  <a:lnTo>
                    <a:pt x="3175541" y="604409"/>
                  </a:lnTo>
                  <a:lnTo>
                    <a:pt x="3179367" y="602643"/>
                  </a:lnTo>
                  <a:lnTo>
                    <a:pt x="3183888" y="600555"/>
                  </a:lnTo>
                  <a:lnTo>
                    <a:pt x="3184410" y="600314"/>
                  </a:lnTo>
                  <a:lnTo>
                    <a:pt x="3187888" y="598709"/>
                  </a:lnTo>
                  <a:lnTo>
                    <a:pt x="3192409" y="596621"/>
                  </a:lnTo>
                  <a:lnTo>
                    <a:pt x="3193452" y="596139"/>
                  </a:lnTo>
                  <a:lnTo>
                    <a:pt x="3196235" y="594854"/>
                  </a:lnTo>
                  <a:lnTo>
                    <a:pt x="3199886" y="593168"/>
                  </a:lnTo>
                  <a:lnTo>
                    <a:pt x="3200756" y="592766"/>
                  </a:lnTo>
                  <a:lnTo>
                    <a:pt x="3202669" y="591883"/>
                  </a:lnTo>
                  <a:lnTo>
                    <a:pt x="3211190" y="587948"/>
                  </a:lnTo>
                  <a:lnTo>
                    <a:pt x="3217450" y="585056"/>
                  </a:lnTo>
                  <a:lnTo>
                    <a:pt x="3219537" y="584092"/>
                  </a:lnTo>
                  <a:lnTo>
                    <a:pt x="3219711" y="584012"/>
                  </a:lnTo>
                  <a:lnTo>
                    <a:pt x="3223015" y="582485"/>
                  </a:lnTo>
                  <a:lnTo>
                    <a:pt x="3226667" y="580798"/>
                  </a:lnTo>
                  <a:lnTo>
                    <a:pt x="3231188" y="578709"/>
                  </a:lnTo>
                  <a:lnTo>
                    <a:pt x="3234666" y="577102"/>
                  </a:lnTo>
                  <a:lnTo>
                    <a:pt x="3240578" y="574370"/>
                  </a:lnTo>
                  <a:lnTo>
                    <a:pt x="3242839" y="573326"/>
                  </a:lnTo>
                  <a:lnTo>
                    <a:pt x="3243535" y="573004"/>
                  </a:lnTo>
                  <a:lnTo>
                    <a:pt x="3247708" y="571075"/>
                  </a:lnTo>
                  <a:lnTo>
                    <a:pt x="3249273" y="570352"/>
                  </a:lnTo>
                  <a:lnTo>
                    <a:pt x="3252230" y="568986"/>
                  </a:lnTo>
                  <a:lnTo>
                    <a:pt x="3252577" y="568825"/>
                  </a:lnTo>
                  <a:lnTo>
                    <a:pt x="3252925" y="568664"/>
                  </a:lnTo>
                  <a:lnTo>
                    <a:pt x="3254142" y="568102"/>
                  </a:lnTo>
                  <a:lnTo>
                    <a:pt x="3258142" y="566253"/>
                  </a:lnTo>
                  <a:lnTo>
                    <a:pt x="3259533" y="565610"/>
                  </a:lnTo>
                  <a:lnTo>
                    <a:pt x="3260055" y="565369"/>
                  </a:lnTo>
                  <a:lnTo>
                    <a:pt x="3262142" y="564404"/>
                  </a:lnTo>
                  <a:lnTo>
                    <a:pt x="3263881" y="563600"/>
                  </a:lnTo>
                  <a:lnTo>
                    <a:pt x="3266837" y="562234"/>
                  </a:lnTo>
                  <a:lnTo>
                    <a:pt x="3267359" y="561993"/>
                  </a:lnTo>
                  <a:lnTo>
                    <a:pt x="3270837" y="560385"/>
                  </a:lnTo>
                  <a:lnTo>
                    <a:pt x="3271010" y="560304"/>
                  </a:lnTo>
                  <a:lnTo>
                    <a:pt x="3274488" y="558697"/>
                  </a:lnTo>
                  <a:lnTo>
                    <a:pt x="3276227" y="557893"/>
                  </a:lnTo>
                  <a:lnTo>
                    <a:pt x="3276575" y="557732"/>
                  </a:lnTo>
                  <a:lnTo>
                    <a:pt x="3278488" y="556847"/>
                  </a:lnTo>
                  <a:lnTo>
                    <a:pt x="3282140" y="555159"/>
                  </a:lnTo>
                  <a:lnTo>
                    <a:pt x="3284053" y="554274"/>
                  </a:lnTo>
                  <a:lnTo>
                    <a:pt x="3285966" y="553390"/>
                  </a:lnTo>
                  <a:lnTo>
                    <a:pt x="3286140" y="553309"/>
                  </a:lnTo>
                  <a:lnTo>
                    <a:pt x="3287705" y="552586"/>
                  </a:lnTo>
                  <a:lnTo>
                    <a:pt x="3287879" y="552505"/>
                  </a:lnTo>
                  <a:lnTo>
                    <a:pt x="3293269" y="550012"/>
                  </a:lnTo>
                  <a:lnTo>
                    <a:pt x="3296921" y="548323"/>
                  </a:lnTo>
                  <a:lnTo>
                    <a:pt x="3297095" y="548243"/>
                  </a:lnTo>
                  <a:lnTo>
                    <a:pt x="3297617" y="548002"/>
                  </a:lnTo>
                  <a:lnTo>
                    <a:pt x="3299704" y="547037"/>
                  </a:lnTo>
                  <a:lnTo>
                    <a:pt x="3300747" y="546554"/>
                  </a:lnTo>
                  <a:lnTo>
                    <a:pt x="3302312" y="545830"/>
                  </a:lnTo>
                  <a:lnTo>
                    <a:pt x="3304051" y="545026"/>
                  </a:lnTo>
                  <a:lnTo>
                    <a:pt x="3304399" y="544865"/>
                  </a:lnTo>
                  <a:lnTo>
                    <a:pt x="3304920" y="544624"/>
                  </a:lnTo>
                  <a:lnTo>
                    <a:pt x="3306312" y="543980"/>
                  </a:lnTo>
                  <a:lnTo>
                    <a:pt x="3306486" y="543900"/>
                  </a:lnTo>
                  <a:lnTo>
                    <a:pt x="3308051" y="543176"/>
                  </a:lnTo>
                  <a:lnTo>
                    <a:pt x="3308398" y="543015"/>
                  </a:lnTo>
                  <a:lnTo>
                    <a:pt x="3313615" y="540602"/>
                  </a:lnTo>
                  <a:lnTo>
                    <a:pt x="3315528" y="539717"/>
                  </a:lnTo>
                  <a:lnTo>
                    <a:pt x="3315876" y="539556"/>
                  </a:lnTo>
                  <a:lnTo>
                    <a:pt x="3316224" y="539395"/>
                  </a:lnTo>
                  <a:lnTo>
                    <a:pt x="3318832" y="538188"/>
                  </a:lnTo>
                  <a:lnTo>
                    <a:pt x="3320745" y="537304"/>
                  </a:lnTo>
                  <a:lnTo>
                    <a:pt x="3322484" y="536499"/>
                  </a:lnTo>
                  <a:lnTo>
                    <a:pt x="3326658" y="534568"/>
                  </a:lnTo>
                  <a:lnTo>
                    <a:pt x="3328918" y="533522"/>
                  </a:lnTo>
                  <a:lnTo>
                    <a:pt x="3329440" y="533281"/>
                  </a:lnTo>
                  <a:lnTo>
                    <a:pt x="3330831" y="532637"/>
                  </a:lnTo>
                  <a:lnTo>
                    <a:pt x="3332222" y="531993"/>
                  </a:lnTo>
                  <a:lnTo>
                    <a:pt x="3336048" y="530223"/>
                  </a:lnTo>
                  <a:lnTo>
                    <a:pt x="3338309" y="529177"/>
                  </a:lnTo>
                  <a:lnTo>
                    <a:pt x="3349438" y="524026"/>
                  </a:lnTo>
                  <a:lnTo>
                    <a:pt x="3353264" y="522256"/>
                  </a:lnTo>
                  <a:lnTo>
                    <a:pt x="3357785" y="520163"/>
                  </a:lnTo>
                  <a:lnTo>
                    <a:pt x="3358307" y="519922"/>
                  </a:lnTo>
                  <a:lnTo>
                    <a:pt x="3361785" y="518312"/>
                  </a:lnTo>
                  <a:lnTo>
                    <a:pt x="3366306" y="516219"/>
                  </a:lnTo>
                  <a:lnTo>
                    <a:pt x="3367350" y="515736"/>
                  </a:lnTo>
                  <a:lnTo>
                    <a:pt x="3370132" y="514448"/>
                  </a:lnTo>
                  <a:lnTo>
                    <a:pt x="3373784" y="512757"/>
                  </a:lnTo>
                  <a:lnTo>
                    <a:pt x="3376566" y="511469"/>
                  </a:lnTo>
                  <a:lnTo>
                    <a:pt x="3385087" y="507523"/>
                  </a:lnTo>
                  <a:lnTo>
                    <a:pt x="3391348" y="504625"/>
                  </a:lnTo>
                  <a:lnTo>
                    <a:pt x="3393434" y="503658"/>
                  </a:lnTo>
                  <a:lnTo>
                    <a:pt x="3393608" y="503578"/>
                  </a:lnTo>
                  <a:lnTo>
                    <a:pt x="3396912" y="502048"/>
                  </a:lnTo>
                  <a:lnTo>
                    <a:pt x="3400564" y="500356"/>
                  </a:lnTo>
                  <a:lnTo>
                    <a:pt x="3405085" y="498262"/>
                  </a:lnTo>
                  <a:lnTo>
                    <a:pt x="3408563" y="496651"/>
                  </a:lnTo>
                  <a:lnTo>
                    <a:pt x="3414476" y="493913"/>
                  </a:lnTo>
                  <a:lnTo>
                    <a:pt x="3416737" y="492866"/>
                  </a:lnTo>
                  <a:lnTo>
                    <a:pt x="3417432" y="492543"/>
                  </a:lnTo>
                  <a:lnTo>
                    <a:pt x="3421606" y="490610"/>
                  </a:lnTo>
                  <a:lnTo>
                    <a:pt x="3423171" y="489885"/>
                  </a:lnTo>
                  <a:lnTo>
                    <a:pt x="3426127" y="488515"/>
                  </a:lnTo>
                  <a:lnTo>
                    <a:pt x="3426475" y="488354"/>
                  </a:lnTo>
                  <a:lnTo>
                    <a:pt x="3426823" y="488193"/>
                  </a:lnTo>
                  <a:lnTo>
                    <a:pt x="3428040" y="487629"/>
                  </a:lnTo>
                  <a:lnTo>
                    <a:pt x="3432040" y="485776"/>
                  </a:lnTo>
                  <a:lnTo>
                    <a:pt x="3433431" y="485132"/>
                  </a:lnTo>
                  <a:lnTo>
                    <a:pt x="3433952" y="484890"/>
                  </a:lnTo>
                  <a:lnTo>
                    <a:pt x="3436039" y="483923"/>
                  </a:lnTo>
                  <a:lnTo>
                    <a:pt x="3437778" y="483117"/>
                  </a:lnTo>
                  <a:lnTo>
                    <a:pt x="3440734" y="481747"/>
                  </a:lnTo>
                  <a:lnTo>
                    <a:pt x="3441256" y="481506"/>
                  </a:lnTo>
                  <a:lnTo>
                    <a:pt x="3444734" y="479894"/>
                  </a:lnTo>
                  <a:lnTo>
                    <a:pt x="3444908" y="479813"/>
                  </a:lnTo>
                  <a:lnTo>
                    <a:pt x="3448386" y="478202"/>
                  </a:lnTo>
                  <a:lnTo>
                    <a:pt x="3450125" y="477396"/>
                  </a:lnTo>
                  <a:lnTo>
                    <a:pt x="3450473" y="477235"/>
                  </a:lnTo>
                  <a:lnTo>
                    <a:pt x="3452386" y="476348"/>
                  </a:lnTo>
                  <a:lnTo>
                    <a:pt x="3456037" y="474656"/>
                  </a:lnTo>
                  <a:lnTo>
                    <a:pt x="3457950" y="473769"/>
                  </a:lnTo>
                  <a:lnTo>
                    <a:pt x="3459863" y="472883"/>
                  </a:lnTo>
                  <a:lnTo>
                    <a:pt x="3460037" y="472802"/>
                  </a:lnTo>
                  <a:lnTo>
                    <a:pt x="3461602" y="472077"/>
                  </a:lnTo>
                  <a:lnTo>
                    <a:pt x="3461776" y="471996"/>
                  </a:lnTo>
                  <a:lnTo>
                    <a:pt x="3467167" y="469497"/>
                  </a:lnTo>
                  <a:lnTo>
                    <a:pt x="3470819" y="467805"/>
                  </a:lnTo>
                  <a:lnTo>
                    <a:pt x="3470993" y="467724"/>
                  </a:lnTo>
                  <a:lnTo>
                    <a:pt x="3471514" y="467482"/>
                  </a:lnTo>
                  <a:lnTo>
                    <a:pt x="3473601" y="466515"/>
                  </a:lnTo>
                  <a:lnTo>
                    <a:pt x="3474644" y="466031"/>
                  </a:lnTo>
                  <a:lnTo>
                    <a:pt x="3476209" y="465306"/>
                  </a:lnTo>
                  <a:lnTo>
                    <a:pt x="3477948" y="464500"/>
                  </a:lnTo>
                  <a:lnTo>
                    <a:pt x="3478296" y="464338"/>
                  </a:lnTo>
                  <a:lnTo>
                    <a:pt x="3478818" y="464097"/>
                  </a:lnTo>
                  <a:lnTo>
                    <a:pt x="3480209" y="463452"/>
                  </a:lnTo>
                  <a:lnTo>
                    <a:pt x="3480383" y="463371"/>
                  </a:lnTo>
                  <a:lnTo>
                    <a:pt x="3481948" y="462645"/>
                  </a:lnTo>
                  <a:lnTo>
                    <a:pt x="3482296" y="462484"/>
                  </a:lnTo>
                  <a:lnTo>
                    <a:pt x="3487513" y="460065"/>
                  </a:lnTo>
                  <a:lnTo>
                    <a:pt x="3489426" y="459179"/>
                  </a:lnTo>
                  <a:lnTo>
                    <a:pt x="3489773" y="459017"/>
                  </a:lnTo>
                  <a:lnTo>
                    <a:pt x="3490121" y="458856"/>
                  </a:lnTo>
                  <a:lnTo>
                    <a:pt x="3492730" y="457647"/>
                  </a:lnTo>
                  <a:lnTo>
                    <a:pt x="3494643" y="456760"/>
                  </a:lnTo>
                  <a:lnTo>
                    <a:pt x="3496382" y="455953"/>
                  </a:lnTo>
                  <a:lnTo>
                    <a:pt x="3500555" y="454018"/>
                  </a:lnTo>
                  <a:lnTo>
                    <a:pt x="3502816" y="452970"/>
                  </a:lnTo>
                  <a:lnTo>
                    <a:pt x="3503337" y="452728"/>
                  </a:lnTo>
                  <a:lnTo>
                    <a:pt x="3504729" y="452083"/>
                  </a:lnTo>
                  <a:lnTo>
                    <a:pt x="3506120" y="451438"/>
                  </a:lnTo>
                  <a:lnTo>
                    <a:pt x="3509946" y="449664"/>
                  </a:lnTo>
                  <a:lnTo>
                    <a:pt x="3512206" y="448615"/>
                  </a:lnTo>
                  <a:lnTo>
                    <a:pt x="3523336" y="443453"/>
                  </a:lnTo>
                  <a:lnTo>
                    <a:pt x="3527161" y="441679"/>
                  </a:lnTo>
                  <a:lnTo>
                    <a:pt x="3531683" y="439582"/>
                  </a:lnTo>
                  <a:lnTo>
                    <a:pt x="3532204" y="439340"/>
                  </a:lnTo>
                  <a:lnTo>
                    <a:pt x="3535682" y="437726"/>
                  </a:lnTo>
                  <a:lnTo>
                    <a:pt x="3540204" y="435629"/>
                  </a:lnTo>
                  <a:lnTo>
                    <a:pt x="3541247" y="435145"/>
                  </a:lnTo>
                  <a:lnTo>
                    <a:pt x="3544029" y="433854"/>
                  </a:lnTo>
                  <a:lnTo>
                    <a:pt x="3547681" y="432160"/>
                  </a:lnTo>
                  <a:lnTo>
                    <a:pt x="3548551" y="431756"/>
                  </a:lnTo>
                  <a:lnTo>
                    <a:pt x="3550464" y="430869"/>
                  </a:lnTo>
                  <a:lnTo>
                    <a:pt x="3558985" y="426915"/>
                  </a:lnTo>
                  <a:lnTo>
                    <a:pt x="3565245" y="424010"/>
                  </a:lnTo>
                  <a:lnTo>
                    <a:pt x="3567332" y="423042"/>
                  </a:lnTo>
                  <a:lnTo>
                    <a:pt x="3567506" y="422961"/>
                  </a:lnTo>
                  <a:lnTo>
                    <a:pt x="3570810" y="421428"/>
                  </a:lnTo>
                  <a:lnTo>
                    <a:pt x="3574462" y="419733"/>
                  </a:lnTo>
                  <a:lnTo>
                    <a:pt x="3578983" y="417634"/>
                  </a:lnTo>
                  <a:lnTo>
                    <a:pt x="3582461" y="416020"/>
                  </a:lnTo>
                  <a:lnTo>
                    <a:pt x="3588373" y="413276"/>
                  </a:lnTo>
                  <a:lnTo>
                    <a:pt x="3590634" y="412227"/>
                  </a:lnTo>
                  <a:lnTo>
                    <a:pt x="3591330" y="411904"/>
                  </a:lnTo>
                  <a:lnTo>
                    <a:pt x="3595503" y="409966"/>
                  </a:lnTo>
                  <a:lnTo>
                    <a:pt x="3597068" y="409240"/>
                  </a:lnTo>
                  <a:lnTo>
                    <a:pt x="3600024" y="407868"/>
                  </a:lnTo>
                  <a:lnTo>
                    <a:pt x="3600372" y="407706"/>
                  </a:lnTo>
                  <a:lnTo>
                    <a:pt x="3600720" y="407545"/>
                  </a:lnTo>
                  <a:lnTo>
                    <a:pt x="3601937" y="406980"/>
                  </a:lnTo>
                  <a:lnTo>
                    <a:pt x="3605937" y="405123"/>
                  </a:lnTo>
                  <a:lnTo>
                    <a:pt x="3607328" y="404477"/>
                  </a:lnTo>
                  <a:lnTo>
                    <a:pt x="3607850" y="404235"/>
                  </a:lnTo>
                  <a:lnTo>
                    <a:pt x="3609937" y="403266"/>
                  </a:lnTo>
                  <a:lnTo>
                    <a:pt x="3611676" y="402459"/>
                  </a:lnTo>
                  <a:lnTo>
                    <a:pt x="3614632" y="401086"/>
                  </a:lnTo>
                  <a:lnTo>
                    <a:pt x="3615154" y="400844"/>
                  </a:lnTo>
                  <a:lnTo>
                    <a:pt x="3618631" y="399229"/>
                  </a:lnTo>
                  <a:lnTo>
                    <a:pt x="3618805" y="399148"/>
                  </a:lnTo>
                  <a:lnTo>
                    <a:pt x="3622283" y="397533"/>
                  </a:lnTo>
                  <a:lnTo>
                    <a:pt x="3624022" y="396726"/>
                  </a:lnTo>
                  <a:lnTo>
                    <a:pt x="3624370" y="396564"/>
                  </a:lnTo>
                  <a:lnTo>
                    <a:pt x="3626283" y="395676"/>
                  </a:lnTo>
                  <a:lnTo>
                    <a:pt x="3629935" y="393980"/>
                  </a:lnTo>
                  <a:lnTo>
                    <a:pt x="3631848" y="393092"/>
                  </a:lnTo>
                  <a:lnTo>
                    <a:pt x="3633761" y="392204"/>
                  </a:lnTo>
                  <a:lnTo>
                    <a:pt x="3633934" y="392123"/>
                  </a:lnTo>
                  <a:lnTo>
                    <a:pt x="3635500" y="391396"/>
                  </a:lnTo>
                  <a:lnTo>
                    <a:pt x="3635673" y="391315"/>
                  </a:lnTo>
                  <a:lnTo>
                    <a:pt x="3641064" y="388812"/>
                  </a:lnTo>
                  <a:lnTo>
                    <a:pt x="3644716" y="387116"/>
                  </a:lnTo>
                  <a:lnTo>
                    <a:pt x="3644890" y="387035"/>
                  </a:lnTo>
                  <a:lnTo>
                    <a:pt x="3645412" y="386793"/>
                  </a:lnTo>
                  <a:lnTo>
                    <a:pt x="3647498" y="385823"/>
                  </a:lnTo>
                  <a:lnTo>
                    <a:pt x="3648542" y="385339"/>
                  </a:lnTo>
                  <a:lnTo>
                    <a:pt x="3650107" y="384612"/>
                  </a:lnTo>
                  <a:lnTo>
                    <a:pt x="3651846" y="383804"/>
                  </a:lnTo>
                  <a:lnTo>
                    <a:pt x="3652194" y="383643"/>
                  </a:lnTo>
                  <a:lnTo>
                    <a:pt x="3652715" y="383400"/>
                  </a:lnTo>
                  <a:lnTo>
                    <a:pt x="3654107" y="382754"/>
                  </a:lnTo>
                  <a:lnTo>
                    <a:pt x="3654280" y="382673"/>
                  </a:lnTo>
                  <a:lnTo>
                    <a:pt x="3655846" y="381946"/>
                  </a:lnTo>
                  <a:lnTo>
                    <a:pt x="3656193" y="381785"/>
                  </a:lnTo>
                  <a:lnTo>
                    <a:pt x="3661410" y="379362"/>
                  </a:lnTo>
                  <a:lnTo>
                    <a:pt x="3663323" y="378473"/>
                  </a:lnTo>
                  <a:lnTo>
                    <a:pt x="3663671" y="378312"/>
                  </a:lnTo>
                  <a:lnTo>
                    <a:pt x="3664019" y="378150"/>
                  </a:lnTo>
                  <a:lnTo>
                    <a:pt x="3666627" y="376938"/>
                  </a:lnTo>
                  <a:lnTo>
                    <a:pt x="3668540" y="376050"/>
                  </a:lnTo>
                  <a:lnTo>
                    <a:pt x="3670279" y="375242"/>
                  </a:lnTo>
                  <a:lnTo>
                    <a:pt x="3674453" y="373303"/>
                  </a:lnTo>
                  <a:lnTo>
                    <a:pt x="3676713" y="372253"/>
                  </a:lnTo>
                  <a:lnTo>
                    <a:pt x="3677235" y="372010"/>
                  </a:lnTo>
                  <a:lnTo>
                    <a:pt x="3678626" y="371364"/>
                  </a:lnTo>
                  <a:lnTo>
                    <a:pt x="3680017" y="370717"/>
                  </a:lnTo>
                  <a:lnTo>
                    <a:pt x="3683843" y="368940"/>
                  </a:lnTo>
                  <a:lnTo>
                    <a:pt x="3686104" y="367890"/>
                  </a:lnTo>
                  <a:lnTo>
                    <a:pt x="3697233" y="362718"/>
                  </a:lnTo>
                  <a:lnTo>
                    <a:pt x="3701059" y="360940"/>
                  </a:lnTo>
                  <a:lnTo>
                    <a:pt x="3705580" y="358839"/>
                  </a:lnTo>
                  <a:lnTo>
                    <a:pt x="3706102" y="358597"/>
                  </a:lnTo>
                  <a:lnTo>
                    <a:pt x="3709580" y="356981"/>
                  </a:lnTo>
                  <a:lnTo>
                    <a:pt x="3714101" y="354879"/>
                  </a:lnTo>
                  <a:lnTo>
                    <a:pt x="3715145" y="354394"/>
                  </a:lnTo>
                  <a:lnTo>
                    <a:pt x="3717927" y="353101"/>
                  </a:lnTo>
                  <a:lnTo>
                    <a:pt x="3721579" y="351404"/>
                  </a:lnTo>
                  <a:lnTo>
                    <a:pt x="3722448" y="351000"/>
                  </a:lnTo>
                  <a:lnTo>
                    <a:pt x="3724361" y="350111"/>
                  </a:lnTo>
                  <a:lnTo>
                    <a:pt x="3732882" y="346150"/>
                  </a:lnTo>
                  <a:lnTo>
                    <a:pt x="3739142" y="343240"/>
                  </a:lnTo>
                  <a:lnTo>
                    <a:pt x="3741403" y="342189"/>
                  </a:lnTo>
                  <a:lnTo>
                    <a:pt x="3744707" y="340653"/>
                  </a:lnTo>
                  <a:lnTo>
                    <a:pt x="3748359" y="338955"/>
                  </a:lnTo>
                  <a:lnTo>
                    <a:pt x="3752880" y="336853"/>
                  </a:lnTo>
                  <a:lnTo>
                    <a:pt x="3756358" y="335236"/>
                  </a:lnTo>
                  <a:lnTo>
                    <a:pt x="3762271" y="332487"/>
                  </a:lnTo>
                  <a:lnTo>
                    <a:pt x="3764531" y="331436"/>
                  </a:lnTo>
                  <a:lnTo>
                    <a:pt x="3765227" y="331112"/>
                  </a:lnTo>
                  <a:lnTo>
                    <a:pt x="3769401" y="329171"/>
                  </a:lnTo>
                  <a:lnTo>
                    <a:pt x="3770966" y="328444"/>
                  </a:lnTo>
                  <a:lnTo>
                    <a:pt x="3773922" y="327069"/>
                  </a:lnTo>
                  <a:lnTo>
                    <a:pt x="3774270" y="326907"/>
                  </a:lnTo>
                  <a:lnTo>
                    <a:pt x="3774617" y="326745"/>
                  </a:lnTo>
                  <a:lnTo>
                    <a:pt x="3775835" y="326179"/>
                  </a:lnTo>
                  <a:lnTo>
                    <a:pt x="3779834" y="324319"/>
                  </a:lnTo>
                  <a:lnTo>
                    <a:pt x="3781226" y="323672"/>
                  </a:lnTo>
                  <a:lnTo>
                    <a:pt x="3781747" y="323430"/>
                  </a:lnTo>
                  <a:lnTo>
                    <a:pt x="3783834" y="322459"/>
                  </a:lnTo>
                  <a:lnTo>
                    <a:pt x="3785573" y="321651"/>
                  </a:lnTo>
                  <a:lnTo>
                    <a:pt x="3788529" y="320276"/>
                  </a:lnTo>
                  <a:lnTo>
                    <a:pt x="3789051" y="320033"/>
                  </a:lnTo>
                  <a:lnTo>
                    <a:pt x="3792529" y="318416"/>
                  </a:lnTo>
                  <a:lnTo>
                    <a:pt x="3792703" y="318335"/>
                  </a:lnTo>
                  <a:lnTo>
                    <a:pt x="3796181" y="316717"/>
                  </a:lnTo>
                  <a:lnTo>
                    <a:pt x="3797920" y="315908"/>
                  </a:lnTo>
                  <a:lnTo>
                    <a:pt x="3798268" y="315746"/>
                  </a:lnTo>
                  <a:lnTo>
                    <a:pt x="3800180" y="314857"/>
                  </a:lnTo>
                  <a:lnTo>
                    <a:pt x="3803832" y="313158"/>
                  </a:lnTo>
                  <a:lnTo>
                    <a:pt x="3805745" y="312268"/>
                  </a:lnTo>
                  <a:lnTo>
                    <a:pt x="3807658" y="311379"/>
                  </a:lnTo>
                  <a:lnTo>
                    <a:pt x="3807832" y="311298"/>
                  </a:lnTo>
                  <a:lnTo>
                    <a:pt x="3809397" y="310570"/>
                  </a:lnTo>
                  <a:lnTo>
                    <a:pt x="3809571" y="310489"/>
                  </a:lnTo>
                  <a:lnTo>
                    <a:pt x="3814962" y="307981"/>
                  </a:lnTo>
                  <a:lnTo>
                    <a:pt x="3818614" y="306282"/>
                  </a:lnTo>
                  <a:lnTo>
                    <a:pt x="3818787" y="306201"/>
                  </a:lnTo>
                  <a:lnTo>
                    <a:pt x="3819309" y="305959"/>
                  </a:lnTo>
                  <a:lnTo>
                    <a:pt x="3821396" y="304988"/>
                  </a:lnTo>
                  <a:lnTo>
                    <a:pt x="3822439" y="304502"/>
                  </a:lnTo>
                  <a:lnTo>
                    <a:pt x="3824004" y="303774"/>
                  </a:lnTo>
                  <a:lnTo>
                    <a:pt x="3825743" y="302965"/>
                  </a:lnTo>
                  <a:lnTo>
                    <a:pt x="3826091" y="302803"/>
                  </a:lnTo>
                  <a:lnTo>
                    <a:pt x="3826613" y="302561"/>
                  </a:lnTo>
                  <a:lnTo>
                    <a:pt x="3828004" y="301913"/>
                  </a:lnTo>
                  <a:lnTo>
                    <a:pt x="3828178" y="301833"/>
                  </a:lnTo>
                  <a:lnTo>
                    <a:pt x="3829743" y="301104"/>
                  </a:lnTo>
                  <a:lnTo>
                    <a:pt x="3830091" y="300943"/>
                  </a:lnTo>
                  <a:lnTo>
                    <a:pt x="3835308" y="298515"/>
                  </a:lnTo>
                  <a:lnTo>
                    <a:pt x="3837221" y="297625"/>
                  </a:lnTo>
                  <a:lnTo>
                    <a:pt x="3837568" y="297463"/>
                  </a:lnTo>
                  <a:lnTo>
                    <a:pt x="3837916" y="297302"/>
                  </a:lnTo>
                  <a:lnTo>
                    <a:pt x="3840525" y="296088"/>
                  </a:lnTo>
                  <a:lnTo>
                    <a:pt x="3842437" y="295198"/>
                  </a:lnTo>
                  <a:lnTo>
                    <a:pt x="3844176" y="294389"/>
                  </a:lnTo>
                  <a:lnTo>
                    <a:pt x="3848350" y="292447"/>
                  </a:lnTo>
                  <a:lnTo>
                    <a:pt x="3850611" y="291395"/>
                  </a:lnTo>
                  <a:lnTo>
                    <a:pt x="3851132" y="291152"/>
                  </a:lnTo>
                  <a:lnTo>
                    <a:pt x="3852524" y="290505"/>
                  </a:lnTo>
                  <a:lnTo>
                    <a:pt x="3853915" y="289857"/>
                  </a:lnTo>
                  <a:lnTo>
                    <a:pt x="3857740" y="288077"/>
                  </a:lnTo>
                  <a:lnTo>
                    <a:pt x="3860001" y="287025"/>
                  </a:lnTo>
                  <a:lnTo>
                    <a:pt x="3871131" y="281845"/>
                  </a:lnTo>
                  <a:lnTo>
                    <a:pt x="3874956" y="280065"/>
                  </a:lnTo>
                  <a:lnTo>
                    <a:pt x="3879478" y="277960"/>
                  </a:lnTo>
                  <a:lnTo>
                    <a:pt x="3879999" y="277717"/>
                  </a:lnTo>
                  <a:lnTo>
                    <a:pt x="3883477" y="276099"/>
                  </a:lnTo>
                  <a:lnTo>
                    <a:pt x="3887999" y="273994"/>
                  </a:lnTo>
                  <a:lnTo>
                    <a:pt x="3889042" y="273508"/>
                  </a:lnTo>
                  <a:lnTo>
                    <a:pt x="3891824" y="272213"/>
                  </a:lnTo>
                  <a:lnTo>
                    <a:pt x="3895476" y="270513"/>
                  </a:lnTo>
                  <a:lnTo>
                    <a:pt x="3896346" y="270109"/>
                  </a:lnTo>
                  <a:lnTo>
                    <a:pt x="3898259" y="269218"/>
                  </a:lnTo>
                  <a:lnTo>
                    <a:pt x="3913040" y="262337"/>
                  </a:lnTo>
                  <a:lnTo>
                    <a:pt x="3915127" y="261365"/>
                  </a:lnTo>
                  <a:lnTo>
                    <a:pt x="3915301" y="261284"/>
                  </a:lnTo>
                  <a:lnTo>
                    <a:pt x="3918605" y="259746"/>
                  </a:lnTo>
                  <a:lnTo>
                    <a:pt x="3922256" y="258045"/>
                  </a:lnTo>
                  <a:lnTo>
                    <a:pt x="3926778" y="255940"/>
                  </a:lnTo>
                  <a:lnTo>
                    <a:pt x="3930256" y="254321"/>
                  </a:lnTo>
                  <a:lnTo>
                    <a:pt x="3936168" y="251568"/>
                  </a:lnTo>
                  <a:lnTo>
                    <a:pt x="3938429" y="250515"/>
                  </a:lnTo>
                  <a:lnTo>
                    <a:pt x="3939124" y="250191"/>
                  </a:lnTo>
                  <a:lnTo>
                    <a:pt x="3943298" y="248247"/>
                  </a:lnTo>
                  <a:lnTo>
                    <a:pt x="3944863" y="247519"/>
                  </a:lnTo>
                  <a:lnTo>
                    <a:pt x="3947819" y="246142"/>
                  </a:lnTo>
                  <a:lnTo>
                    <a:pt x="3948167" y="245980"/>
                  </a:lnTo>
                  <a:lnTo>
                    <a:pt x="3948515" y="245818"/>
                  </a:lnTo>
                  <a:lnTo>
                    <a:pt x="3949732" y="245251"/>
                  </a:lnTo>
                  <a:lnTo>
                    <a:pt x="3953732" y="243388"/>
                  </a:lnTo>
                  <a:lnTo>
                    <a:pt x="3955123" y="242740"/>
                  </a:lnTo>
                  <a:lnTo>
                    <a:pt x="3955645" y="242497"/>
                  </a:lnTo>
                  <a:lnTo>
                    <a:pt x="3957731" y="241526"/>
                  </a:lnTo>
                  <a:lnTo>
                    <a:pt x="3959470" y="240716"/>
                  </a:lnTo>
                  <a:lnTo>
                    <a:pt x="3962427" y="239339"/>
                  </a:lnTo>
                  <a:lnTo>
                    <a:pt x="3962948" y="239096"/>
                  </a:lnTo>
                  <a:lnTo>
                    <a:pt x="3966426" y="237476"/>
                  </a:lnTo>
                  <a:lnTo>
                    <a:pt x="3966600" y="237395"/>
                  </a:lnTo>
                  <a:lnTo>
                    <a:pt x="3970078" y="235775"/>
                  </a:lnTo>
                  <a:lnTo>
                    <a:pt x="3971817" y="234965"/>
                  </a:lnTo>
                  <a:lnTo>
                    <a:pt x="3972165" y="234803"/>
                  </a:lnTo>
                  <a:lnTo>
                    <a:pt x="3974078" y="233912"/>
                  </a:lnTo>
                  <a:lnTo>
                    <a:pt x="3977730" y="232211"/>
                  </a:lnTo>
                  <a:lnTo>
                    <a:pt x="3979643" y="231320"/>
                  </a:lnTo>
                  <a:lnTo>
                    <a:pt x="3981555" y="230429"/>
                  </a:lnTo>
                  <a:lnTo>
                    <a:pt x="3981729" y="230348"/>
                  </a:lnTo>
                  <a:lnTo>
                    <a:pt x="3983294" y="229619"/>
                  </a:lnTo>
                  <a:lnTo>
                    <a:pt x="3983468" y="229538"/>
                  </a:lnTo>
                  <a:lnTo>
                    <a:pt x="3988859" y="227026"/>
                  </a:lnTo>
                  <a:lnTo>
                    <a:pt x="3992511" y="225325"/>
                  </a:lnTo>
                  <a:lnTo>
                    <a:pt x="3992685" y="225244"/>
                  </a:lnTo>
                  <a:lnTo>
                    <a:pt x="3993207" y="225001"/>
                  </a:lnTo>
                  <a:lnTo>
                    <a:pt x="3995293" y="224029"/>
                  </a:lnTo>
                  <a:lnTo>
                    <a:pt x="3996337" y="223543"/>
                  </a:lnTo>
                  <a:lnTo>
                    <a:pt x="3997902" y="222814"/>
                  </a:lnTo>
                  <a:lnTo>
                    <a:pt x="3999989" y="221842"/>
                  </a:lnTo>
                  <a:lnTo>
                    <a:pt x="4000510" y="221599"/>
                  </a:lnTo>
                  <a:lnTo>
                    <a:pt x="4001901" y="220950"/>
                  </a:lnTo>
                  <a:lnTo>
                    <a:pt x="4003640" y="220140"/>
                  </a:lnTo>
                  <a:lnTo>
                    <a:pt x="4003988" y="219978"/>
                  </a:lnTo>
                  <a:lnTo>
                    <a:pt x="4009205" y="217548"/>
                  </a:lnTo>
                  <a:lnTo>
                    <a:pt x="4011118" y="216656"/>
                  </a:lnTo>
                  <a:lnTo>
                    <a:pt x="4011466" y="216494"/>
                  </a:lnTo>
                  <a:lnTo>
                    <a:pt x="4011814" y="216332"/>
                  </a:lnTo>
                  <a:lnTo>
                    <a:pt x="4014422" y="215117"/>
                  </a:lnTo>
                  <a:lnTo>
                    <a:pt x="4016335" y="214226"/>
                  </a:lnTo>
                  <a:lnTo>
                    <a:pt x="4018074" y="213415"/>
                  </a:lnTo>
                  <a:lnTo>
                    <a:pt x="4022247" y="211471"/>
                  </a:lnTo>
                  <a:lnTo>
                    <a:pt x="4024508" y="210417"/>
                  </a:lnTo>
                  <a:lnTo>
                    <a:pt x="4025030" y="210174"/>
                  </a:lnTo>
                  <a:lnTo>
                    <a:pt x="4026421" y="209526"/>
                  </a:lnTo>
                  <a:lnTo>
                    <a:pt x="4027812" y="208878"/>
                  </a:lnTo>
                  <a:lnTo>
                    <a:pt x="4031638" y="207095"/>
                  </a:lnTo>
                  <a:lnTo>
                    <a:pt x="4033899" y="206041"/>
                  </a:lnTo>
                  <a:lnTo>
                    <a:pt x="4045028" y="200855"/>
                  </a:lnTo>
                  <a:lnTo>
                    <a:pt x="4048854" y="199072"/>
                  </a:lnTo>
                  <a:lnTo>
                    <a:pt x="4053375" y="196965"/>
                  </a:lnTo>
                  <a:lnTo>
                    <a:pt x="4053897" y="196721"/>
                  </a:lnTo>
                  <a:lnTo>
                    <a:pt x="4057375" y="195100"/>
                  </a:lnTo>
                  <a:lnTo>
                    <a:pt x="4061896" y="192993"/>
                  </a:lnTo>
                  <a:lnTo>
                    <a:pt x="4062939" y="192507"/>
                  </a:lnTo>
                  <a:lnTo>
                    <a:pt x="4065722" y="191210"/>
                  </a:lnTo>
                  <a:lnTo>
                    <a:pt x="4069374" y="189508"/>
                  </a:lnTo>
                  <a:lnTo>
                    <a:pt x="4070243" y="189102"/>
                  </a:lnTo>
                  <a:lnTo>
                    <a:pt x="4072156" y="188211"/>
                  </a:lnTo>
                  <a:lnTo>
                    <a:pt x="4080677" y="184239"/>
                  </a:lnTo>
                  <a:lnTo>
                    <a:pt x="4089024" y="180348"/>
                  </a:lnTo>
                  <a:lnTo>
                    <a:pt x="4089198" y="180267"/>
                  </a:lnTo>
                  <a:lnTo>
                    <a:pt x="4092502" y="178726"/>
                  </a:lnTo>
                  <a:lnTo>
                    <a:pt x="4096154" y="177024"/>
                  </a:lnTo>
                  <a:lnTo>
                    <a:pt x="4104153" y="173294"/>
                  </a:lnTo>
                  <a:lnTo>
                    <a:pt x="4110066" y="170538"/>
                  </a:lnTo>
                  <a:lnTo>
                    <a:pt x="4113022" y="169159"/>
                  </a:lnTo>
                  <a:lnTo>
                    <a:pt x="4117195" y="167213"/>
                  </a:lnTo>
                  <a:lnTo>
                    <a:pt x="4118761" y="166483"/>
                  </a:lnTo>
                  <a:lnTo>
                    <a:pt x="4121717" y="165105"/>
                  </a:lnTo>
                  <a:lnTo>
                    <a:pt x="4122065" y="164943"/>
                  </a:lnTo>
                  <a:lnTo>
                    <a:pt x="4122412" y="164781"/>
                  </a:lnTo>
                  <a:lnTo>
                    <a:pt x="4123630" y="164213"/>
                  </a:lnTo>
                  <a:lnTo>
                    <a:pt x="4127629" y="162348"/>
                  </a:lnTo>
                  <a:lnTo>
                    <a:pt x="4129020" y="161699"/>
                  </a:lnTo>
                  <a:lnTo>
                    <a:pt x="4131629" y="160483"/>
                  </a:lnTo>
                  <a:lnTo>
                    <a:pt x="4133368" y="159672"/>
                  </a:lnTo>
                  <a:lnTo>
                    <a:pt x="4136324" y="158293"/>
                  </a:lnTo>
                  <a:lnTo>
                    <a:pt x="4136846" y="158050"/>
                  </a:lnTo>
                  <a:lnTo>
                    <a:pt x="4140324" y="156428"/>
                  </a:lnTo>
                  <a:lnTo>
                    <a:pt x="4140498" y="156347"/>
                  </a:lnTo>
                  <a:lnTo>
                    <a:pt x="4143976" y="154725"/>
                  </a:lnTo>
                  <a:lnTo>
                    <a:pt x="4146062" y="153752"/>
                  </a:lnTo>
                  <a:lnTo>
                    <a:pt x="4147975" y="152860"/>
                  </a:lnTo>
                  <a:lnTo>
                    <a:pt x="4153540" y="150265"/>
                  </a:lnTo>
                  <a:lnTo>
                    <a:pt x="4155627" y="149291"/>
                  </a:lnTo>
                  <a:lnTo>
                    <a:pt x="4157192" y="148562"/>
                  </a:lnTo>
                  <a:lnTo>
                    <a:pt x="4157366" y="148480"/>
                  </a:lnTo>
                  <a:lnTo>
                    <a:pt x="4162757" y="145966"/>
                  </a:lnTo>
                  <a:lnTo>
                    <a:pt x="4166408" y="144263"/>
                  </a:lnTo>
                  <a:lnTo>
                    <a:pt x="4166582" y="144182"/>
                  </a:lnTo>
                  <a:lnTo>
                    <a:pt x="4167104" y="143938"/>
                  </a:lnTo>
                  <a:lnTo>
                    <a:pt x="4170234" y="142478"/>
                  </a:lnTo>
                  <a:lnTo>
                    <a:pt x="4173886" y="140775"/>
                  </a:lnTo>
                  <a:lnTo>
                    <a:pt x="4174408" y="140532"/>
                  </a:lnTo>
                  <a:lnTo>
                    <a:pt x="4175799" y="139883"/>
                  </a:lnTo>
                  <a:lnTo>
                    <a:pt x="4175973" y="139802"/>
                  </a:lnTo>
                  <a:lnTo>
                    <a:pt x="4183103" y="136476"/>
                  </a:lnTo>
                  <a:lnTo>
                    <a:pt x="4185015" y="135584"/>
                  </a:lnTo>
                  <a:lnTo>
                    <a:pt x="4185363" y="135421"/>
                  </a:lnTo>
                  <a:lnTo>
                    <a:pt x="4185711" y="135259"/>
                  </a:lnTo>
                  <a:lnTo>
                    <a:pt x="4188320" y="134042"/>
                  </a:lnTo>
                  <a:lnTo>
                    <a:pt x="4190232" y="133150"/>
                  </a:lnTo>
                  <a:lnTo>
                    <a:pt x="4191971" y="132339"/>
                  </a:lnTo>
                  <a:lnTo>
                    <a:pt x="4198406" y="129337"/>
                  </a:lnTo>
                  <a:lnTo>
                    <a:pt x="4201710" y="127796"/>
                  </a:lnTo>
                  <a:lnTo>
                    <a:pt x="4205535" y="126011"/>
                  </a:lnTo>
                  <a:lnTo>
                    <a:pt x="4207796" y="124956"/>
                  </a:lnTo>
                  <a:lnTo>
                    <a:pt x="4218925" y="119764"/>
                  </a:lnTo>
                  <a:lnTo>
                    <a:pt x="4222751" y="117979"/>
                  </a:lnTo>
                  <a:lnTo>
                    <a:pt x="4227273" y="115869"/>
                  </a:lnTo>
                  <a:lnTo>
                    <a:pt x="4244141" y="107998"/>
                  </a:lnTo>
                  <a:lnTo>
                    <a:pt x="4246053" y="107105"/>
                  </a:lnTo>
                  <a:lnTo>
                    <a:pt x="4254574" y="103129"/>
                  </a:lnTo>
                  <a:lnTo>
                    <a:pt x="4283963" y="89413"/>
                  </a:lnTo>
                  <a:lnTo>
                    <a:pt x="4297527" y="83081"/>
                  </a:lnTo>
                  <a:lnTo>
                    <a:pt x="4301527" y="81214"/>
                  </a:lnTo>
                  <a:lnTo>
                    <a:pt x="4302918" y="80565"/>
                  </a:lnTo>
                  <a:lnTo>
                    <a:pt x="4307265" y="78535"/>
                  </a:lnTo>
                  <a:lnTo>
                    <a:pt x="4314221" y="75288"/>
                  </a:lnTo>
                  <a:lnTo>
                    <a:pt x="4319612" y="72771"/>
                  </a:lnTo>
                  <a:lnTo>
                    <a:pt x="4321873" y="71716"/>
                  </a:lnTo>
                  <a:lnTo>
                    <a:pt x="4327437" y="69118"/>
                  </a:lnTo>
                  <a:lnTo>
                    <a:pt x="4329524" y="68144"/>
                  </a:lnTo>
                  <a:lnTo>
                    <a:pt x="4357000" y="55315"/>
                  </a:lnTo>
                  <a:lnTo>
                    <a:pt x="4358913" y="54422"/>
                  </a:lnTo>
                  <a:lnTo>
                    <a:pt x="4359608" y="54097"/>
                  </a:lnTo>
                  <a:lnTo>
                    <a:pt x="4375607" y="46626"/>
                  </a:lnTo>
                  <a:lnTo>
                    <a:pt x="4475424" y="0"/>
                  </a:lnTo>
                  <a:lnTo>
                    <a:pt x="4475424" y="181603"/>
                  </a:lnTo>
                  <a:lnTo>
                    <a:pt x="4375607" y="223304"/>
                  </a:lnTo>
                  <a:lnTo>
                    <a:pt x="4359608" y="229990"/>
                  </a:lnTo>
                  <a:lnTo>
                    <a:pt x="4358913" y="230281"/>
                  </a:lnTo>
                  <a:lnTo>
                    <a:pt x="4357000" y="231080"/>
                  </a:lnTo>
                  <a:lnTo>
                    <a:pt x="4329524" y="242564"/>
                  </a:lnTo>
                  <a:lnTo>
                    <a:pt x="4327437" y="243437"/>
                  </a:lnTo>
                  <a:lnTo>
                    <a:pt x="4321873" y="245763"/>
                  </a:lnTo>
                  <a:lnTo>
                    <a:pt x="4319612" y="246708"/>
                  </a:lnTo>
                  <a:lnTo>
                    <a:pt x="4314221" y="248961"/>
                  </a:lnTo>
                  <a:lnTo>
                    <a:pt x="4307265" y="251869"/>
                  </a:lnTo>
                  <a:lnTo>
                    <a:pt x="4302918" y="253687"/>
                  </a:lnTo>
                  <a:lnTo>
                    <a:pt x="4301527" y="254269"/>
                  </a:lnTo>
                  <a:lnTo>
                    <a:pt x="4297527" y="255941"/>
                  </a:lnTo>
                  <a:lnTo>
                    <a:pt x="4283963" y="261612"/>
                  </a:lnTo>
                  <a:lnTo>
                    <a:pt x="4254574" y="273902"/>
                  </a:lnTo>
                  <a:lnTo>
                    <a:pt x="4246053" y="277465"/>
                  </a:lnTo>
                  <a:lnTo>
                    <a:pt x="4244141" y="278265"/>
                  </a:lnTo>
                  <a:lnTo>
                    <a:pt x="4227273" y="285320"/>
                  </a:lnTo>
                  <a:lnTo>
                    <a:pt x="4222751" y="287212"/>
                  </a:lnTo>
                  <a:lnTo>
                    <a:pt x="4218925" y="288812"/>
                  </a:lnTo>
                  <a:lnTo>
                    <a:pt x="4207796" y="293468"/>
                  </a:lnTo>
                  <a:lnTo>
                    <a:pt x="4205535" y="294414"/>
                  </a:lnTo>
                  <a:lnTo>
                    <a:pt x="4201710" y="296014"/>
                  </a:lnTo>
                  <a:lnTo>
                    <a:pt x="4198406" y="297396"/>
                  </a:lnTo>
                  <a:lnTo>
                    <a:pt x="4191971" y="300088"/>
                  </a:lnTo>
                  <a:lnTo>
                    <a:pt x="4190232" y="300816"/>
                  </a:lnTo>
                  <a:lnTo>
                    <a:pt x="4188320" y="301616"/>
                  </a:lnTo>
                  <a:lnTo>
                    <a:pt x="4185711" y="302708"/>
                  </a:lnTo>
                  <a:lnTo>
                    <a:pt x="4185363" y="302853"/>
                  </a:lnTo>
                  <a:lnTo>
                    <a:pt x="4185015" y="302999"/>
                  </a:lnTo>
                  <a:lnTo>
                    <a:pt x="4183103" y="303799"/>
                  </a:lnTo>
                  <a:lnTo>
                    <a:pt x="4175973" y="306782"/>
                  </a:lnTo>
                  <a:lnTo>
                    <a:pt x="4175799" y="306855"/>
                  </a:lnTo>
                  <a:lnTo>
                    <a:pt x="4174408" y="307437"/>
                  </a:lnTo>
                  <a:lnTo>
                    <a:pt x="4173886" y="307656"/>
                  </a:lnTo>
                  <a:lnTo>
                    <a:pt x="4170234" y="309184"/>
                  </a:lnTo>
                  <a:lnTo>
                    <a:pt x="4167104" y="310493"/>
                  </a:lnTo>
                  <a:lnTo>
                    <a:pt x="4166582" y="310712"/>
                  </a:lnTo>
                  <a:lnTo>
                    <a:pt x="4166408" y="310785"/>
                  </a:lnTo>
                  <a:lnTo>
                    <a:pt x="4162757" y="312313"/>
                  </a:lnTo>
                  <a:lnTo>
                    <a:pt x="4157366" y="314569"/>
                  </a:lnTo>
                  <a:lnTo>
                    <a:pt x="4157192" y="314641"/>
                  </a:lnTo>
                  <a:lnTo>
                    <a:pt x="4155627" y="315296"/>
                  </a:lnTo>
                  <a:lnTo>
                    <a:pt x="4153540" y="316170"/>
                  </a:lnTo>
                  <a:lnTo>
                    <a:pt x="4147975" y="318499"/>
                  </a:lnTo>
                  <a:lnTo>
                    <a:pt x="4146062" y="319299"/>
                  </a:lnTo>
                  <a:lnTo>
                    <a:pt x="4143976" y="320173"/>
                  </a:lnTo>
                  <a:lnTo>
                    <a:pt x="4140498" y="321628"/>
                  </a:lnTo>
                  <a:lnTo>
                    <a:pt x="4140324" y="321701"/>
                  </a:lnTo>
                  <a:lnTo>
                    <a:pt x="4136846" y="323157"/>
                  </a:lnTo>
                  <a:lnTo>
                    <a:pt x="4136324" y="323375"/>
                  </a:lnTo>
                  <a:lnTo>
                    <a:pt x="4133368" y="324612"/>
                  </a:lnTo>
                  <a:lnTo>
                    <a:pt x="4131629" y="325340"/>
                  </a:lnTo>
                  <a:lnTo>
                    <a:pt x="4129020" y="326432"/>
                  </a:lnTo>
                  <a:lnTo>
                    <a:pt x="4127629" y="327014"/>
                  </a:lnTo>
                  <a:lnTo>
                    <a:pt x="4123630" y="328689"/>
                  </a:lnTo>
                  <a:lnTo>
                    <a:pt x="4122412" y="329198"/>
                  </a:lnTo>
                  <a:lnTo>
                    <a:pt x="4122065" y="329344"/>
                  </a:lnTo>
                  <a:lnTo>
                    <a:pt x="4121717" y="329489"/>
                  </a:lnTo>
                  <a:lnTo>
                    <a:pt x="4118761" y="330727"/>
                  </a:lnTo>
                  <a:lnTo>
                    <a:pt x="4117195" y="331382"/>
                  </a:lnTo>
                  <a:lnTo>
                    <a:pt x="4113022" y="333129"/>
                  </a:lnTo>
                  <a:lnTo>
                    <a:pt x="4110066" y="334367"/>
                  </a:lnTo>
                  <a:lnTo>
                    <a:pt x="4104153" y="336842"/>
                  </a:lnTo>
                  <a:lnTo>
                    <a:pt x="4096154" y="340191"/>
                  </a:lnTo>
                  <a:lnTo>
                    <a:pt x="4092502" y="341720"/>
                  </a:lnTo>
                  <a:lnTo>
                    <a:pt x="4089198" y="343103"/>
                  </a:lnTo>
                  <a:lnTo>
                    <a:pt x="4089024" y="343176"/>
                  </a:lnTo>
                  <a:lnTo>
                    <a:pt x="4080677" y="346671"/>
                  </a:lnTo>
                  <a:lnTo>
                    <a:pt x="4072156" y="350239"/>
                  </a:lnTo>
                  <a:lnTo>
                    <a:pt x="4070243" y="351041"/>
                  </a:lnTo>
                  <a:lnTo>
                    <a:pt x="4069374" y="351405"/>
                  </a:lnTo>
                  <a:lnTo>
                    <a:pt x="4065722" y="352934"/>
                  </a:lnTo>
                  <a:lnTo>
                    <a:pt x="4062939" y="354099"/>
                  </a:lnTo>
                  <a:lnTo>
                    <a:pt x="4061896" y="354536"/>
                  </a:lnTo>
                  <a:lnTo>
                    <a:pt x="4057375" y="356430"/>
                  </a:lnTo>
                  <a:lnTo>
                    <a:pt x="4053897" y="357886"/>
                  </a:lnTo>
                  <a:lnTo>
                    <a:pt x="4053375" y="358105"/>
                  </a:lnTo>
                  <a:lnTo>
                    <a:pt x="4048854" y="359998"/>
                  </a:lnTo>
                  <a:lnTo>
                    <a:pt x="4045028" y="361601"/>
                  </a:lnTo>
                  <a:lnTo>
                    <a:pt x="4033899" y="366262"/>
                  </a:lnTo>
                  <a:lnTo>
                    <a:pt x="4031638" y="367209"/>
                  </a:lnTo>
                  <a:lnTo>
                    <a:pt x="4027812" y="368812"/>
                  </a:lnTo>
                  <a:lnTo>
                    <a:pt x="4026421" y="369395"/>
                  </a:lnTo>
                  <a:lnTo>
                    <a:pt x="4025030" y="369978"/>
                  </a:lnTo>
                  <a:lnTo>
                    <a:pt x="4024508" y="370196"/>
                  </a:lnTo>
                  <a:lnTo>
                    <a:pt x="4022247" y="371143"/>
                  </a:lnTo>
                  <a:lnTo>
                    <a:pt x="4018074" y="372892"/>
                  </a:lnTo>
                  <a:lnTo>
                    <a:pt x="4016335" y="373620"/>
                  </a:lnTo>
                  <a:lnTo>
                    <a:pt x="4014422" y="374422"/>
                  </a:lnTo>
                  <a:lnTo>
                    <a:pt x="4011814" y="375514"/>
                  </a:lnTo>
                  <a:lnTo>
                    <a:pt x="4011466" y="375660"/>
                  </a:lnTo>
                  <a:lnTo>
                    <a:pt x="4011118" y="375806"/>
                  </a:lnTo>
                  <a:lnTo>
                    <a:pt x="4009205" y="376607"/>
                  </a:lnTo>
                  <a:lnTo>
                    <a:pt x="4003988" y="378793"/>
                  </a:lnTo>
                  <a:lnTo>
                    <a:pt x="4003640" y="378939"/>
                  </a:lnTo>
                  <a:lnTo>
                    <a:pt x="4001901" y="379667"/>
                  </a:lnTo>
                  <a:lnTo>
                    <a:pt x="4000510" y="380250"/>
                  </a:lnTo>
                  <a:lnTo>
                    <a:pt x="3999989" y="380469"/>
                  </a:lnTo>
                  <a:lnTo>
                    <a:pt x="3997902" y="381343"/>
                  </a:lnTo>
                  <a:lnTo>
                    <a:pt x="3996337" y="381999"/>
                  </a:lnTo>
                  <a:lnTo>
                    <a:pt x="3995293" y="382436"/>
                  </a:lnTo>
                  <a:lnTo>
                    <a:pt x="3993207" y="383311"/>
                  </a:lnTo>
                  <a:lnTo>
                    <a:pt x="3992685" y="383529"/>
                  </a:lnTo>
                  <a:lnTo>
                    <a:pt x="3992511" y="383602"/>
                  </a:lnTo>
                  <a:lnTo>
                    <a:pt x="3988859" y="385132"/>
                  </a:lnTo>
                  <a:lnTo>
                    <a:pt x="3983468" y="387391"/>
                  </a:lnTo>
                  <a:lnTo>
                    <a:pt x="3983294" y="387464"/>
                  </a:lnTo>
                  <a:lnTo>
                    <a:pt x="3981729" y="388120"/>
                  </a:lnTo>
                  <a:lnTo>
                    <a:pt x="3981555" y="388193"/>
                  </a:lnTo>
                  <a:lnTo>
                    <a:pt x="3979643" y="388994"/>
                  </a:lnTo>
                  <a:lnTo>
                    <a:pt x="3977730" y="389796"/>
                  </a:lnTo>
                  <a:lnTo>
                    <a:pt x="3974078" y="391327"/>
                  </a:lnTo>
                  <a:lnTo>
                    <a:pt x="3972165" y="392128"/>
                  </a:lnTo>
                  <a:lnTo>
                    <a:pt x="3971817" y="392274"/>
                  </a:lnTo>
                  <a:lnTo>
                    <a:pt x="3970078" y="393003"/>
                  </a:lnTo>
                  <a:lnTo>
                    <a:pt x="3966600" y="394460"/>
                  </a:lnTo>
                  <a:lnTo>
                    <a:pt x="3966426" y="394533"/>
                  </a:lnTo>
                  <a:lnTo>
                    <a:pt x="3962948" y="395991"/>
                  </a:lnTo>
                  <a:lnTo>
                    <a:pt x="3962427" y="396210"/>
                  </a:lnTo>
                  <a:lnTo>
                    <a:pt x="3959470" y="397449"/>
                  </a:lnTo>
                  <a:lnTo>
                    <a:pt x="3957731" y="398178"/>
                  </a:lnTo>
                  <a:lnTo>
                    <a:pt x="3955645" y="399052"/>
                  </a:lnTo>
                  <a:lnTo>
                    <a:pt x="3955123" y="399271"/>
                  </a:lnTo>
                  <a:lnTo>
                    <a:pt x="3953732" y="399854"/>
                  </a:lnTo>
                  <a:lnTo>
                    <a:pt x="3949732" y="401531"/>
                  </a:lnTo>
                  <a:lnTo>
                    <a:pt x="3948515" y="402041"/>
                  </a:lnTo>
                  <a:lnTo>
                    <a:pt x="3948167" y="402187"/>
                  </a:lnTo>
                  <a:lnTo>
                    <a:pt x="3947819" y="402332"/>
                  </a:lnTo>
                  <a:lnTo>
                    <a:pt x="3944863" y="403572"/>
                  </a:lnTo>
                  <a:lnTo>
                    <a:pt x="3943298" y="404228"/>
                  </a:lnTo>
                  <a:lnTo>
                    <a:pt x="3939124" y="405977"/>
                  </a:lnTo>
                  <a:lnTo>
                    <a:pt x="3938429" y="406269"/>
                  </a:lnTo>
                  <a:lnTo>
                    <a:pt x="3936168" y="407217"/>
                  </a:lnTo>
                  <a:lnTo>
                    <a:pt x="3930256" y="409695"/>
                  </a:lnTo>
                  <a:lnTo>
                    <a:pt x="3926778" y="411154"/>
                  </a:lnTo>
                  <a:lnTo>
                    <a:pt x="3922256" y="413049"/>
                  </a:lnTo>
                  <a:lnTo>
                    <a:pt x="3918605" y="414580"/>
                  </a:lnTo>
                  <a:lnTo>
                    <a:pt x="3915301" y="415966"/>
                  </a:lnTo>
                  <a:lnTo>
                    <a:pt x="3915127" y="416039"/>
                  </a:lnTo>
                  <a:lnTo>
                    <a:pt x="3913040" y="416914"/>
                  </a:lnTo>
                  <a:lnTo>
                    <a:pt x="3898259" y="423112"/>
                  </a:lnTo>
                  <a:lnTo>
                    <a:pt x="3896346" y="423914"/>
                  </a:lnTo>
                  <a:lnTo>
                    <a:pt x="3895476" y="424279"/>
                  </a:lnTo>
                  <a:lnTo>
                    <a:pt x="3891824" y="425810"/>
                  </a:lnTo>
                  <a:lnTo>
                    <a:pt x="3889042" y="426977"/>
                  </a:lnTo>
                  <a:lnTo>
                    <a:pt x="3887999" y="427415"/>
                  </a:lnTo>
                  <a:lnTo>
                    <a:pt x="3883477" y="429311"/>
                  </a:lnTo>
                  <a:lnTo>
                    <a:pt x="3879999" y="430770"/>
                  </a:lnTo>
                  <a:lnTo>
                    <a:pt x="3879478" y="430989"/>
                  </a:lnTo>
                  <a:lnTo>
                    <a:pt x="3874956" y="432885"/>
                  </a:lnTo>
                  <a:lnTo>
                    <a:pt x="3871131" y="434490"/>
                  </a:lnTo>
                  <a:lnTo>
                    <a:pt x="3860001" y="439159"/>
                  </a:lnTo>
                  <a:lnTo>
                    <a:pt x="3857740" y="440107"/>
                  </a:lnTo>
                  <a:lnTo>
                    <a:pt x="3853915" y="441712"/>
                  </a:lnTo>
                  <a:lnTo>
                    <a:pt x="3852524" y="442296"/>
                  </a:lnTo>
                  <a:lnTo>
                    <a:pt x="3851132" y="442880"/>
                  </a:lnTo>
                  <a:lnTo>
                    <a:pt x="3850611" y="443098"/>
                  </a:lnTo>
                  <a:lnTo>
                    <a:pt x="3848350" y="444047"/>
                  </a:lnTo>
                  <a:lnTo>
                    <a:pt x="3844176" y="445798"/>
                  </a:lnTo>
                  <a:lnTo>
                    <a:pt x="3842437" y="446528"/>
                  </a:lnTo>
                  <a:lnTo>
                    <a:pt x="3840525" y="447330"/>
                  </a:lnTo>
                  <a:lnTo>
                    <a:pt x="3837916" y="448425"/>
                  </a:lnTo>
                  <a:lnTo>
                    <a:pt x="3837568" y="448571"/>
                  </a:lnTo>
                  <a:lnTo>
                    <a:pt x="3837221" y="448717"/>
                  </a:lnTo>
                  <a:lnTo>
                    <a:pt x="3835308" y="449519"/>
                  </a:lnTo>
                  <a:lnTo>
                    <a:pt x="3830091" y="451708"/>
                  </a:lnTo>
                  <a:lnTo>
                    <a:pt x="3829743" y="451854"/>
                  </a:lnTo>
                  <a:lnTo>
                    <a:pt x="3828178" y="452511"/>
                  </a:lnTo>
                  <a:lnTo>
                    <a:pt x="3828004" y="452584"/>
                  </a:lnTo>
                  <a:lnTo>
                    <a:pt x="3826613" y="453168"/>
                  </a:lnTo>
                  <a:lnTo>
                    <a:pt x="3826091" y="453387"/>
                  </a:lnTo>
                  <a:lnTo>
                    <a:pt x="3825743" y="453533"/>
                  </a:lnTo>
                  <a:lnTo>
                    <a:pt x="3824004" y="454263"/>
                  </a:lnTo>
                  <a:lnTo>
                    <a:pt x="3822439" y="454919"/>
                  </a:lnTo>
                  <a:lnTo>
                    <a:pt x="3821396" y="455357"/>
                  </a:lnTo>
                  <a:lnTo>
                    <a:pt x="3819309" y="456233"/>
                  </a:lnTo>
                  <a:lnTo>
                    <a:pt x="3818787" y="456452"/>
                  </a:lnTo>
                  <a:lnTo>
                    <a:pt x="3818614" y="456525"/>
                  </a:lnTo>
                  <a:lnTo>
                    <a:pt x="3814962" y="458058"/>
                  </a:lnTo>
                  <a:lnTo>
                    <a:pt x="3809571" y="460320"/>
                  </a:lnTo>
                  <a:lnTo>
                    <a:pt x="3809397" y="460393"/>
                  </a:lnTo>
                  <a:lnTo>
                    <a:pt x="3807832" y="461050"/>
                  </a:lnTo>
                  <a:lnTo>
                    <a:pt x="3807658" y="461123"/>
                  </a:lnTo>
                  <a:lnTo>
                    <a:pt x="3805745" y="461926"/>
                  </a:lnTo>
                  <a:lnTo>
                    <a:pt x="3803832" y="462729"/>
                  </a:lnTo>
                  <a:lnTo>
                    <a:pt x="3800180" y="464262"/>
                  </a:lnTo>
                  <a:lnTo>
                    <a:pt x="3798268" y="465065"/>
                  </a:lnTo>
                  <a:lnTo>
                    <a:pt x="3797920" y="465211"/>
                  </a:lnTo>
                  <a:lnTo>
                    <a:pt x="3796181" y="465941"/>
                  </a:lnTo>
                  <a:lnTo>
                    <a:pt x="3792703" y="467401"/>
                  </a:lnTo>
                  <a:lnTo>
                    <a:pt x="3792529" y="467474"/>
                  </a:lnTo>
                  <a:lnTo>
                    <a:pt x="3789051" y="468934"/>
                  </a:lnTo>
                  <a:lnTo>
                    <a:pt x="3788529" y="469153"/>
                  </a:lnTo>
                  <a:lnTo>
                    <a:pt x="3785573" y="470394"/>
                  </a:lnTo>
                  <a:lnTo>
                    <a:pt x="3783834" y="471124"/>
                  </a:lnTo>
                  <a:lnTo>
                    <a:pt x="3781747" y="472000"/>
                  </a:lnTo>
                  <a:lnTo>
                    <a:pt x="3781226" y="472219"/>
                  </a:lnTo>
                  <a:lnTo>
                    <a:pt x="3779834" y="472803"/>
                  </a:lnTo>
                  <a:lnTo>
                    <a:pt x="3775835" y="474482"/>
                  </a:lnTo>
                  <a:lnTo>
                    <a:pt x="3774617" y="474993"/>
                  </a:lnTo>
                  <a:lnTo>
                    <a:pt x="3774270" y="475139"/>
                  </a:lnTo>
                  <a:lnTo>
                    <a:pt x="3773922" y="475285"/>
                  </a:lnTo>
                  <a:lnTo>
                    <a:pt x="3770966" y="476527"/>
                  </a:lnTo>
                  <a:lnTo>
                    <a:pt x="3769401" y="477184"/>
                  </a:lnTo>
                  <a:lnTo>
                    <a:pt x="3765227" y="478936"/>
                  </a:lnTo>
                  <a:lnTo>
                    <a:pt x="3764531" y="479228"/>
                  </a:lnTo>
                  <a:lnTo>
                    <a:pt x="3762271" y="480177"/>
                  </a:lnTo>
                  <a:lnTo>
                    <a:pt x="3756358" y="482660"/>
                  </a:lnTo>
                  <a:lnTo>
                    <a:pt x="3752880" y="484121"/>
                  </a:lnTo>
                  <a:lnTo>
                    <a:pt x="3748359" y="486020"/>
                  </a:lnTo>
                  <a:lnTo>
                    <a:pt x="3744707" y="487553"/>
                  </a:lnTo>
                  <a:lnTo>
                    <a:pt x="3741403" y="488941"/>
                  </a:lnTo>
                  <a:lnTo>
                    <a:pt x="3739142" y="489891"/>
                  </a:lnTo>
                  <a:lnTo>
                    <a:pt x="3732882" y="492520"/>
                  </a:lnTo>
                  <a:lnTo>
                    <a:pt x="3724361" y="496099"/>
                  </a:lnTo>
                  <a:lnTo>
                    <a:pt x="3722448" y="496903"/>
                  </a:lnTo>
                  <a:lnTo>
                    <a:pt x="3721579" y="497268"/>
                  </a:lnTo>
                  <a:lnTo>
                    <a:pt x="3717927" y="498802"/>
                  </a:lnTo>
                  <a:lnTo>
                    <a:pt x="3715145" y="499971"/>
                  </a:lnTo>
                  <a:lnTo>
                    <a:pt x="3714101" y="500410"/>
                  </a:lnTo>
                  <a:lnTo>
                    <a:pt x="3709580" y="502309"/>
                  </a:lnTo>
                  <a:lnTo>
                    <a:pt x="3706102" y="503771"/>
                  </a:lnTo>
                  <a:lnTo>
                    <a:pt x="3705580" y="503990"/>
                  </a:lnTo>
                  <a:lnTo>
                    <a:pt x="3701059" y="505890"/>
                  </a:lnTo>
                  <a:lnTo>
                    <a:pt x="3697233" y="507497"/>
                  </a:lnTo>
                  <a:lnTo>
                    <a:pt x="3686104" y="512174"/>
                  </a:lnTo>
                  <a:lnTo>
                    <a:pt x="3683843" y="513124"/>
                  </a:lnTo>
                  <a:lnTo>
                    <a:pt x="3680017" y="514732"/>
                  </a:lnTo>
                  <a:lnTo>
                    <a:pt x="3678626" y="515317"/>
                  </a:lnTo>
                  <a:lnTo>
                    <a:pt x="3677235" y="515901"/>
                  </a:lnTo>
                  <a:lnTo>
                    <a:pt x="3676713" y="516121"/>
                  </a:lnTo>
                  <a:lnTo>
                    <a:pt x="3674453" y="517071"/>
                  </a:lnTo>
                  <a:lnTo>
                    <a:pt x="3670279" y="518825"/>
                  </a:lnTo>
                  <a:lnTo>
                    <a:pt x="3668540" y="519556"/>
                  </a:lnTo>
                  <a:lnTo>
                    <a:pt x="3666627" y="520360"/>
                  </a:lnTo>
                  <a:lnTo>
                    <a:pt x="3664019" y="521456"/>
                  </a:lnTo>
                  <a:lnTo>
                    <a:pt x="3663671" y="521603"/>
                  </a:lnTo>
                  <a:lnTo>
                    <a:pt x="3663323" y="521749"/>
                  </a:lnTo>
                  <a:lnTo>
                    <a:pt x="3661410" y="522553"/>
                  </a:lnTo>
                  <a:lnTo>
                    <a:pt x="3656193" y="524746"/>
                  </a:lnTo>
                  <a:lnTo>
                    <a:pt x="3655846" y="524892"/>
                  </a:lnTo>
                  <a:lnTo>
                    <a:pt x="3654280" y="525550"/>
                  </a:lnTo>
                  <a:lnTo>
                    <a:pt x="3654107" y="525623"/>
                  </a:lnTo>
                  <a:lnTo>
                    <a:pt x="3652715" y="526208"/>
                  </a:lnTo>
                  <a:lnTo>
                    <a:pt x="3652194" y="526427"/>
                  </a:lnTo>
                  <a:lnTo>
                    <a:pt x="3651846" y="526574"/>
                  </a:lnTo>
                  <a:lnTo>
                    <a:pt x="3650107" y="527305"/>
                  </a:lnTo>
                  <a:lnTo>
                    <a:pt x="3648542" y="527963"/>
                  </a:lnTo>
                  <a:lnTo>
                    <a:pt x="3647498" y="528401"/>
                  </a:lnTo>
                  <a:lnTo>
                    <a:pt x="3645412" y="529279"/>
                  </a:lnTo>
                  <a:lnTo>
                    <a:pt x="3644890" y="529498"/>
                  </a:lnTo>
                  <a:lnTo>
                    <a:pt x="3644716" y="529571"/>
                  </a:lnTo>
                  <a:lnTo>
                    <a:pt x="3641064" y="531107"/>
                  </a:lnTo>
                  <a:lnTo>
                    <a:pt x="3635673" y="533373"/>
                  </a:lnTo>
                  <a:lnTo>
                    <a:pt x="3635500" y="533447"/>
                  </a:lnTo>
                  <a:lnTo>
                    <a:pt x="3633934" y="534105"/>
                  </a:lnTo>
                  <a:lnTo>
                    <a:pt x="3633761" y="534178"/>
                  </a:lnTo>
                  <a:lnTo>
                    <a:pt x="3631848" y="534982"/>
                  </a:lnTo>
                  <a:lnTo>
                    <a:pt x="3629935" y="535787"/>
                  </a:lnTo>
                  <a:lnTo>
                    <a:pt x="3626283" y="537322"/>
                  </a:lnTo>
                  <a:lnTo>
                    <a:pt x="3624370" y="538127"/>
                  </a:lnTo>
                  <a:lnTo>
                    <a:pt x="3624022" y="538273"/>
                  </a:lnTo>
                  <a:lnTo>
                    <a:pt x="3622283" y="539004"/>
                  </a:lnTo>
                  <a:lnTo>
                    <a:pt x="3618805" y="540467"/>
                  </a:lnTo>
                  <a:lnTo>
                    <a:pt x="3618631" y="540540"/>
                  </a:lnTo>
                  <a:lnTo>
                    <a:pt x="3615154" y="542003"/>
                  </a:lnTo>
                  <a:lnTo>
                    <a:pt x="3614632" y="542222"/>
                  </a:lnTo>
                  <a:lnTo>
                    <a:pt x="3611676" y="543466"/>
                  </a:lnTo>
                  <a:lnTo>
                    <a:pt x="3609937" y="544197"/>
                  </a:lnTo>
                  <a:lnTo>
                    <a:pt x="3607850" y="545075"/>
                  </a:lnTo>
                  <a:lnTo>
                    <a:pt x="3607328" y="545294"/>
                  </a:lnTo>
                  <a:lnTo>
                    <a:pt x="3605937" y="545879"/>
                  </a:lnTo>
                  <a:lnTo>
                    <a:pt x="3601937" y="547562"/>
                  </a:lnTo>
                  <a:lnTo>
                    <a:pt x="3600720" y="548074"/>
                  </a:lnTo>
                  <a:lnTo>
                    <a:pt x="3600372" y="548220"/>
                  </a:lnTo>
                  <a:lnTo>
                    <a:pt x="3600024" y="548367"/>
                  </a:lnTo>
                  <a:lnTo>
                    <a:pt x="3597068" y="549610"/>
                  </a:lnTo>
                  <a:lnTo>
                    <a:pt x="3595503" y="550269"/>
                  </a:lnTo>
                  <a:lnTo>
                    <a:pt x="3591330" y="552024"/>
                  </a:lnTo>
                  <a:lnTo>
                    <a:pt x="3590634" y="552317"/>
                  </a:lnTo>
                  <a:lnTo>
                    <a:pt x="3588373" y="553268"/>
                  </a:lnTo>
                  <a:lnTo>
                    <a:pt x="3582461" y="555756"/>
                  </a:lnTo>
                  <a:lnTo>
                    <a:pt x="3578983" y="557219"/>
                  </a:lnTo>
                  <a:lnTo>
                    <a:pt x="3574462" y="559122"/>
                  </a:lnTo>
                  <a:lnTo>
                    <a:pt x="3570810" y="560658"/>
                  </a:lnTo>
                  <a:lnTo>
                    <a:pt x="3567506" y="562049"/>
                  </a:lnTo>
                  <a:lnTo>
                    <a:pt x="3567332" y="562122"/>
                  </a:lnTo>
                  <a:lnTo>
                    <a:pt x="3565245" y="563000"/>
                  </a:lnTo>
                  <a:lnTo>
                    <a:pt x="3558985" y="565635"/>
                  </a:lnTo>
                  <a:lnTo>
                    <a:pt x="3550464" y="569221"/>
                  </a:lnTo>
                  <a:lnTo>
                    <a:pt x="3548551" y="570026"/>
                  </a:lnTo>
                  <a:lnTo>
                    <a:pt x="3547681" y="570392"/>
                  </a:lnTo>
                  <a:lnTo>
                    <a:pt x="3544029" y="571930"/>
                  </a:lnTo>
                  <a:lnTo>
                    <a:pt x="3541247" y="573101"/>
                  </a:lnTo>
                  <a:lnTo>
                    <a:pt x="3540204" y="573540"/>
                  </a:lnTo>
                  <a:lnTo>
                    <a:pt x="3535682" y="575444"/>
                  </a:lnTo>
                  <a:lnTo>
                    <a:pt x="3532204" y="576908"/>
                  </a:lnTo>
                  <a:lnTo>
                    <a:pt x="3531683" y="577127"/>
                  </a:lnTo>
                  <a:lnTo>
                    <a:pt x="3527161" y="579031"/>
                  </a:lnTo>
                  <a:lnTo>
                    <a:pt x="3523336" y="580642"/>
                  </a:lnTo>
                  <a:lnTo>
                    <a:pt x="3512206" y="585328"/>
                  </a:lnTo>
                  <a:lnTo>
                    <a:pt x="3509946" y="586280"/>
                  </a:lnTo>
                  <a:lnTo>
                    <a:pt x="3506120" y="587892"/>
                  </a:lnTo>
                  <a:lnTo>
                    <a:pt x="3504729" y="588477"/>
                  </a:lnTo>
                  <a:lnTo>
                    <a:pt x="3503337" y="589063"/>
                  </a:lnTo>
                  <a:lnTo>
                    <a:pt x="3502816" y="589283"/>
                  </a:lnTo>
                  <a:lnTo>
                    <a:pt x="3500555" y="590235"/>
                  </a:lnTo>
                  <a:lnTo>
                    <a:pt x="3496382" y="591993"/>
                  </a:lnTo>
                  <a:lnTo>
                    <a:pt x="3494643" y="592726"/>
                  </a:lnTo>
                  <a:lnTo>
                    <a:pt x="3492730" y="593531"/>
                  </a:lnTo>
                  <a:lnTo>
                    <a:pt x="3490121" y="594630"/>
                  </a:lnTo>
                  <a:lnTo>
                    <a:pt x="3489773" y="594777"/>
                  </a:lnTo>
                  <a:lnTo>
                    <a:pt x="3489426" y="594923"/>
                  </a:lnTo>
                  <a:lnTo>
                    <a:pt x="3487513" y="595729"/>
                  </a:lnTo>
                  <a:lnTo>
                    <a:pt x="3482296" y="597927"/>
                  </a:lnTo>
                  <a:lnTo>
                    <a:pt x="3481948" y="598073"/>
                  </a:lnTo>
                  <a:lnTo>
                    <a:pt x="3480383" y="598733"/>
                  </a:lnTo>
                  <a:lnTo>
                    <a:pt x="3480209" y="598806"/>
                  </a:lnTo>
                  <a:lnTo>
                    <a:pt x="3478818" y="599392"/>
                  </a:lnTo>
                  <a:lnTo>
                    <a:pt x="3478296" y="599612"/>
                  </a:lnTo>
                  <a:lnTo>
                    <a:pt x="3477948" y="599758"/>
                  </a:lnTo>
                  <a:lnTo>
                    <a:pt x="3476209" y="600491"/>
                  </a:lnTo>
                  <a:lnTo>
                    <a:pt x="3474644" y="601150"/>
                  </a:lnTo>
                  <a:lnTo>
                    <a:pt x="3473601" y="601590"/>
                  </a:lnTo>
                  <a:lnTo>
                    <a:pt x="3471514" y="602469"/>
                  </a:lnTo>
                  <a:lnTo>
                    <a:pt x="3470993" y="602689"/>
                  </a:lnTo>
                  <a:lnTo>
                    <a:pt x="3470819" y="602762"/>
                  </a:lnTo>
                  <a:lnTo>
                    <a:pt x="3467167" y="604301"/>
                  </a:lnTo>
                  <a:lnTo>
                    <a:pt x="3461776" y="606573"/>
                  </a:lnTo>
                  <a:lnTo>
                    <a:pt x="3461602" y="606646"/>
                  </a:lnTo>
                  <a:lnTo>
                    <a:pt x="3460037" y="607305"/>
                  </a:lnTo>
                  <a:lnTo>
                    <a:pt x="3459863" y="607379"/>
                  </a:lnTo>
                  <a:lnTo>
                    <a:pt x="3457950" y="608185"/>
                  </a:lnTo>
                  <a:lnTo>
                    <a:pt x="3456037" y="608991"/>
                  </a:lnTo>
                  <a:lnTo>
                    <a:pt x="3452386" y="610530"/>
                  </a:lnTo>
                  <a:lnTo>
                    <a:pt x="3450473" y="611336"/>
                  </a:lnTo>
                  <a:lnTo>
                    <a:pt x="3450125" y="611483"/>
                  </a:lnTo>
                  <a:lnTo>
                    <a:pt x="3448386" y="612216"/>
                  </a:lnTo>
                  <a:lnTo>
                    <a:pt x="3444908" y="613682"/>
                  </a:lnTo>
                  <a:lnTo>
                    <a:pt x="3444734" y="613755"/>
                  </a:lnTo>
                  <a:lnTo>
                    <a:pt x="3441256" y="615221"/>
                  </a:lnTo>
                  <a:lnTo>
                    <a:pt x="3440734" y="615441"/>
                  </a:lnTo>
                  <a:lnTo>
                    <a:pt x="3437778" y="616687"/>
                  </a:lnTo>
                  <a:lnTo>
                    <a:pt x="3436039" y="617420"/>
                  </a:lnTo>
                  <a:lnTo>
                    <a:pt x="3433952" y="618300"/>
                  </a:lnTo>
                  <a:lnTo>
                    <a:pt x="3433431" y="618520"/>
                  </a:lnTo>
                  <a:lnTo>
                    <a:pt x="3432040" y="619106"/>
                  </a:lnTo>
                  <a:lnTo>
                    <a:pt x="3428040" y="620792"/>
                  </a:lnTo>
                  <a:lnTo>
                    <a:pt x="3426823" y="621305"/>
                  </a:lnTo>
                  <a:lnTo>
                    <a:pt x="3426475" y="621452"/>
                  </a:lnTo>
                  <a:lnTo>
                    <a:pt x="3426127" y="621599"/>
                  </a:lnTo>
                  <a:lnTo>
                    <a:pt x="3423171" y="622845"/>
                  </a:lnTo>
                  <a:lnTo>
                    <a:pt x="3421606" y="623505"/>
                  </a:lnTo>
                  <a:lnTo>
                    <a:pt x="3417432" y="625265"/>
                  </a:lnTo>
                  <a:lnTo>
                    <a:pt x="3416737" y="625558"/>
                  </a:lnTo>
                  <a:lnTo>
                    <a:pt x="3414476" y="626511"/>
                  </a:lnTo>
                  <a:lnTo>
                    <a:pt x="3408563" y="629004"/>
                  </a:lnTo>
                  <a:lnTo>
                    <a:pt x="3405085" y="630471"/>
                  </a:lnTo>
                  <a:lnTo>
                    <a:pt x="3400564" y="632378"/>
                  </a:lnTo>
                  <a:lnTo>
                    <a:pt x="3396912" y="633918"/>
                  </a:lnTo>
                  <a:lnTo>
                    <a:pt x="3393608" y="635312"/>
                  </a:lnTo>
                  <a:lnTo>
                    <a:pt x="3393434" y="635385"/>
                  </a:lnTo>
                  <a:lnTo>
                    <a:pt x="3391348" y="636265"/>
                  </a:lnTo>
                  <a:lnTo>
                    <a:pt x="3385087" y="638906"/>
                  </a:lnTo>
                  <a:lnTo>
                    <a:pt x="3376566" y="642501"/>
                  </a:lnTo>
                  <a:lnTo>
                    <a:pt x="3373784" y="643675"/>
                  </a:lnTo>
                  <a:lnTo>
                    <a:pt x="3370132" y="645216"/>
                  </a:lnTo>
                  <a:lnTo>
                    <a:pt x="3367350" y="646390"/>
                  </a:lnTo>
                  <a:lnTo>
                    <a:pt x="3366306" y="646830"/>
                  </a:lnTo>
                  <a:lnTo>
                    <a:pt x="3361785" y="648738"/>
                  </a:lnTo>
                  <a:lnTo>
                    <a:pt x="3358307" y="650206"/>
                  </a:lnTo>
                  <a:lnTo>
                    <a:pt x="3357785" y="650426"/>
                  </a:lnTo>
                  <a:lnTo>
                    <a:pt x="3353264" y="652334"/>
                  </a:lnTo>
                  <a:lnTo>
                    <a:pt x="3349438" y="653949"/>
                  </a:lnTo>
                  <a:lnTo>
                    <a:pt x="3338309" y="658646"/>
                  </a:lnTo>
                  <a:lnTo>
                    <a:pt x="3336048" y="659601"/>
                  </a:lnTo>
                  <a:lnTo>
                    <a:pt x="3332222" y="661216"/>
                  </a:lnTo>
                  <a:lnTo>
                    <a:pt x="3330831" y="661803"/>
                  </a:lnTo>
                  <a:lnTo>
                    <a:pt x="3329440" y="662391"/>
                  </a:lnTo>
                  <a:lnTo>
                    <a:pt x="3328918" y="662611"/>
                  </a:lnTo>
                  <a:lnTo>
                    <a:pt x="3326658" y="663565"/>
                  </a:lnTo>
                  <a:lnTo>
                    <a:pt x="3322484" y="665327"/>
                  </a:lnTo>
                  <a:lnTo>
                    <a:pt x="3320745" y="666062"/>
                  </a:lnTo>
                  <a:lnTo>
                    <a:pt x="3318832" y="666869"/>
                  </a:lnTo>
                  <a:lnTo>
                    <a:pt x="3316224" y="667971"/>
                  </a:lnTo>
                  <a:lnTo>
                    <a:pt x="3315876" y="668118"/>
                  </a:lnTo>
                  <a:lnTo>
                    <a:pt x="3315528" y="668265"/>
                  </a:lnTo>
                  <a:lnTo>
                    <a:pt x="3313615" y="669072"/>
                  </a:lnTo>
                  <a:lnTo>
                    <a:pt x="3308398" y="671276"/>
                  </a:lnTo>
                  <a:lnTo>
                    <a:pt x="3308051" y="671423"/>
                  </a:lnTo>
                  <a:lnTo>
                    <a:pt x="3306486" y="672084"/>
                  </a:lnTo>
                  <a:lnTo>
                    <a:pt x="3306312" y="672157"/>
                  </a:lnTo>
                  <a:lnTo>
                    <a:pt x="3304920" y="672745"/>
                  </a:lnTo>
                  <a:lnTo>
                    <a:pt x="3304399" y="672965"/>
                  </a:lnTo>
                  <a:lnTo>
                    <a:pt x="3304051" y="673112"/>
                  </a:lnTo>
                  <a:lnTo>
                    <a:pt x="3302312" y="673846"/>
                  </a:lnTo>
                  <a:lnTo>
                    <a:pt x="3300747" y="674507"/>
                  </a:lnTo>
                  <a:lnTo>
                    <a:pt x="3299704" y="674948"/>
                  </a:lnTo>
                  <a:lnTo>
                    <a:pt x="3297617" y="675829"/>
                  </a:lnTo>
                  <a:lnTo>
                    <a:pt x="3297095" y="676050"/>
                  </a:lnTo>
                  <a:lnTo>
                    <a:pt x="3296921" y="676123"/>
                  </a:lnTo>
                  <a:lnTo>
                    <a:pt x="3293269" y="677666"/>
                  </a:lnTo>
                  <a:lnTo>
                    <a:pt x="3287879" y="679943"/>
                  </a:lnTo>
                  <a:lnTo>
                    <a:pt x="3287705" y="680017"/>
                  </a:lnTo>
                  <a:lnTo>
                    <a:pt x="3286140" y="680678"/>
                  </a:lnTo>
                  <a:lnTo>
                    <a:pt x="3285966" y="680751"/>
                  </a:lnTo>
                  <a:lnTo>
                    <a:pt x="3284053" y="681560"/>
                  </a:lnTo>
                  <a:lnTo>
                    <a:pt x="3282140" y="682368"/>
                  </a:lnTo>
                  <a:lnTo>
                    <a:pt x="3278488" y="683911"/>
                  </a:lnTo>
                  <a:lnTo>
                    <a:pt x="3276575" y="684719"/>
                  </a:lnTo>
                  <a:lnTo>
                    <a:pt x="3276227" y="684866"/>
                  </a:lnTo>
                  <a:lnTo>
                    <a:pt x="3274488" y="685601"/>
                  </a:lnTo>
                  <a:lnTo>
                    <a:pt x="3271010" y="687070"/>
                  </a:lnTo>
                  <a:lnTo>
                    <a:pt x="3270837" y="687144"/>
                  </a:lnTo>
                  <a:lnTo>
                    <a:pt x="3267359" y="688614"/>
                  </a:lnTo>
                  <a:lnTo>
                    <a:pt x="3266837" y="688834"/>
                  </a:lnTo>
                  <a:lnTo>
                    <a:pt x="3263881" y="690084"/>
                  </a:lnTo>
                  <a:lnTo>
                    <a:pt x="3262142" y="690818"/>
                  </a:lnTo>
                  <a:lnTo>
                    <a:pt x="3260055" y="691700"/>
                  </a:lnTo>
                  <a:lnTo>
                    <a:pt x="3259533" y="691921"/>
                  </a:lnTo>
                  <a:lnTo>
                    <a:pt x="3258142" y="692509"/>
                  </a:lnTo>
                  <a:lnTo>
                    <a:pt x="3254142" y="694200"/>
                  </a:lnTo>
                  <a:lnTo>
                    <a:pt x="3252925" y="694714"/>
                  </a:lnTo>
                  <a:lnTo>
                    <a:pt x="3252577" y="694861"/>
                  </a:lnTo>
                  <a:lnTo>
                    <a:pt x="3252230" y="695008"/>
                  </a:lnTo>
                  <a:lnTo>
                    <a:pt x="3249273" y="696258"/>
                  </a:lnTo>
                  <a:lnTo>
                    <a:pt x="3247708" y="696919"/>
                  </a:lnTo>
                  <a:lnTo>
                    <a:pt x="3243535" y="698684"/>
                  </a:lnTo>
                  <a:lnTo>
                    <a:pt x="3242839" y="698978"/>
                  </a:lnTo>
                  <a:lnTo>
                    <a:pt x="3240578" y="699934"/>
                  </a:lnTo>
                  <a:lnTo>
                    <a:pt x="3234666" y="702434"/>
                  </a:lnTo>
                  <a:lnTo>
                    <a:pt x="3231188" y="703904"/>
                  </a:lnTo>
                  <a:lnTo>
                    <a:pt x="3226667" y="705816"/>
                  </a:lnTo>
                  <a:lnTo>
                    <a:pt x="3223015" y="707360"/>
                  </a:lnTo>
                  <a:lnTo>
                    <a:pt x="3219711" y="708758"/>
                  </a:lnTo>
                  <a:lnTo>
                    <a:pt x="3219537" y="708831"/>
                  </a:lnTo>
                  <a:lnTo>
                    <a:pt x="3217450" y="709714"/>
                  </a:lnTo>
                  <a:lnTo>
                    <a:pt x="3211190" y="712362"/>
                  </a:lnTo>
                  <a:lnTo>
                    <a:pt x="3202669" y="715967"/>
                  </a:lnTo>
                  <a:lnTo>
                    <a:pt x="3200756" y="716776"/>
                  </a:lnTo>
                  <a:lnTo>
                    <a:pt x="3199886" y="717144"/>
                  </a:lnTo>
                  <a:lnTo>
                    <a:pt x="3196235" y="718689"/>
                  </a:lnTo>
                  <a:lnTo>
                    <a:pt x="3193452" y="719866"/>
                  </a:lnTo>
                  <a:lnTo>
                    <a:pt x="3192409" y="720308"/>
                  </a:lnTo>
                  <a:lnTo>
                    <a:pt x="3187888" y="722221"/>
                  </a:lnTo>
                  <a:lnTo>
                    <a:pt x="3184410" y="723693"/>
                  </a:lnTo>
                  <a:lnTo>
                    <a:pt x="3183888" y="723913"/>
                  </a:lnTo>
                  <a:lnTo>
                    <a:pt x="3179367" y="725827"/>
                  </a:lnTo>
                  <a:lnTo>
                    <a:pt x="3175541" y="727446"/>
                  </a:lnTo>
                  <a:lnTo>
                    <a:pt x="3164411" y="732157"/>
                  </a:lnTo>
                  <a:lnTo>
                    <a:pt x="3162151" y="733114"/>
                  </a:lnTo>
                  <a:lnTo>
                    <a:pt x="3158325" y="734734"/>
                  </a:lnTo>
                  <a:lnTo>
                    <a:pt x="3156934" y="735323"/>
                  </a:lnTo>
                  <a:lnTo>
                    <a:pt x="3155543" y="735912"/>
                  </a:lnTo>
                  <a:lnTo>
                    <a:pt x="3155021" y="736133"/>
                  </a:lnTo>
                  <a:lnTo>
                    <a:pt x="3152760" y="737090"/>
                  </a:lnTo>
                  <a:lnTo>
                    <a:pt x="3148587" y="738857"/>
                  </a:lnTo>
                  <a:lnTo>
                    <a:pt x="3146848" y="739594"/>
                  </a:lnTo>
                  <a:lnTo>
                    <a:pt x="3144935" y="740404"/>
                  </a:lnTo>
                  <a:lnTo>
                    <a:pt x="3142326" y="741508"/>
                  </a:lnTo>
                  <a:lnTo>
                    <a:pt x="3141979" y="741656"/>
                  </a:lnTo>
                  <a:lnTo>
                    <a:pt x="3141631" y="741803"/>
                  </a:lnTo>
                  <a:lnTo>
                    <a:pt x="3139718" y="742613"/>
                  </a:lnTo>
                  <a:lnTo>
                    <a:pt x="3134501" y="744823"/>
                  </a:lnTo>
                  <a:lnTo>
                    <a:pt x="3134153" y="744970"/>
                  </a:lnTo>
                  <a:lnTo>
                    <a:pt x="3132588" y="745633"/>
                  </a:lnTo>
                  <a:lnTo>
                    <a:pt x="3132414" y="745707"/>
                  </a:lnTo>
                  <a:lnTo>
                    <a:pt x="3131023" y="746296"/>
                  </a:lnTo>
                  <a:lnTo>
                    <a:pt x="3130501" y="746517"/>
                  </a:lnTo>
                  <a:lnTo>
                    <a:pt x="3130154" y="746664"/>
                  </a:lnTo>
                  <a:lnTo>
                    <a:pt x="3128415" y="747401"/>
                  </a:lnTo>
                  <a:lnTo>
                    <a:pt x="3126849" y="748064"/>
                  </a:lnTo>
                  <a:lnTo>
                    <a:pt x="3125806" y="748506"/>
                  </a:lnTo>
                  <a:lnTo>
                    <a:pt x="3123719" y="749390"/>
                  </a:lnTo>
                  <a:lnTo>
                    <a:pt x="3123198" y="749611"/>
                  </a:lnTo>
                  <a:lnTo>
                    <a:pt x="3123024" y="749685"/>
                  </a:lnTo>
                  <a:lnTo>
                    <a:pt x="3119372" y="751232"/>
                  </a:lnTo>
                  <a:lnTo>
                    <a:pt x="3113981" y="753516"/>
                  </a:lnTo>
                  <a:lnTo>
                    <a:pt x="3113807" y="753590"/>
                  </a:lnTo>
                  <a:lnTo>
                    <a:pt x="3112242" y="754253"/>
                  </a:lnTo>
                  <a:lnTo>
                    <a:pt x="3112068" y="754327"/>
                  </a:lnTo>
                  <a:lnTo>
                    <a:pt x="3110155" y="755137"/>
                  </a:lnTo>
                  <a:lnTo>
                    <a:pt x="3108242" y="755948"/>
                  </a:lnTo>
                  <a:lnTo>
                    <a:pt x="3104591" y="757495"/>
                  </a:lnTo>
                  <a:lnTo>
                    <a:pt x="3102678" y="758306"/>
                  </a:lnTo>
                  <a:lnTo>
                    <a:pt x="3102330" y="758453"/>
                  </a:lnTo>
                  <a:lnTo>
                    <a:pt x="3100591" y="759190"/>
                  </a:lnTo>
                  <a:lnTo>
                    <a:pt x="3097113" y="760665"/>
                  </a:lnTo>
                  <a:lnTo>
                    <a:pt x="3096939" y="760738"/>
                  </a:lnTo>
                  <a:lnTo>
                    <a:pt x="3093461" y="762213"/>
                  </a:lnTo>
                  <a:lnTo>
                    <a:pt x="3092939" y="762434"/>
                  </a:lnTo>
                  <a:lnTo>
                    <a:pt x="3089983" y="763687"/>
                  </a:lnTo>
                  <a:lnTo>
                    <a:pt x="3088244" y="764424"/>
                  </a:lnTo>
                  <a:lnTo>
                    <a:pt x="3086157" y="765309"/>
                  </a:lnTo>
                  <a:lnTo>
                    <a:pt x="3085636" y="765530"/>
                  </a:lnTo>
                  <a:lnTo>
                    <a:pt x="3084245" y="766120"/>
                  </a:lnTo>
                  <a:lnTo>
                    <a:pt x="3080245" y="767815"/>
                  </a:lnTo>
                  <a:lnTo>
                    <a:pt x="3079028" y="768332"/>
                  </a:lnTo>
                  <a:lnTo>
                    <a:pt x="3078680" y="768479"/>
                  </a:lnTo>
                  <a:lnTo>
                    <a:pt x="3078332" y="768627"/>
                  </a:lnTo>
                  <a:lnTo>
                    <a:pt x="3075376" y="769880"/>
                  </a:lnTo>
                  <a:lnTo>
                    <a:pt x="3073811" y="770544"/>
                  </a:lnTo>
                  <a:lnTo>
                    <a:pt x="3069637" y="772314"/>
                  </a:lnTo>
                  <a:lnTo>
                    <a:pt x="3068942" y="772609"/>
                  </a:lnTo>
                  <a:lnTo>
                    <a:pt x="3066681" y="773567"/>
                  </a:lnTo>
                  <a:lnTo>
                    <a:pt x="3060768" y="776075"/>
                  </a:lnTo>
                  <a:lnTo>
                    <a:pt x="3057291" y="777550"/>
                  </a:lnTo>
                  <a:lnTo>
                    <a:pt x="3052769" y="779468"/>
                  </a:lnTo>
                  <a:lnTo>
                    <a:pt x="3049117" y="781017"/>
                  </a:lnTo>
                  <a:lnTo>
                    <a:pt x="3045813" y="782419"/>
                  </a:lnTo>
                  <a:lnTo>
                    <a:pt x="3045639" y="782493"/>
                  </a:lnTo>
                  <a:lnTo>
                    <a:pt x="3043553" y="783378"/>
                  </a:lnTo>
                  <a:lnTo>
                    <a:pt x="3037292" y="786035"/>
                  </a:lnTo>
                  <a:lnTo>
                    <a:pt x="3028771" y="789651"/>
                  </a:lnTo>
                  <a:lnTo>
                    <a:pt x="3026858" y="790463"/>
                  </a:lnTo>
                  <a:lnTo>
                    <a:pt x="3025989" y="790832"/>
                  </a:lnTo>
                  <a:lnTo>
                    <a:pt x="3022337" y="792382"/>
                  </a:lnTo>
                  <a:lnTo>
                    <a:pt x="3019555" y="793563"/>
                  </a:lnTo>
                  <a:lnTo>
                    <a:pt x="3013990" y="795925"/>
                  </a:lnTo>
                  <a:lnTo>
                    <a:pt x="3010512" y="797402"/>
                  </a:lnTo>
                  <a:lnTo>
                    <a:pt x="3009990" y="797624"/>
                  </a:lnTo>
                  <a:lnTo>
                    <a:pt x="3005469" y="799543"/>
                  </a:lnTo>
                  <a:lnTo>
                    <a:pt x="3001643" y="801168"/>
                  </a:lnTo>
                  <a:lnTo>
                    <a:pt x="2990514" y="805895"/>
                  </a:lnTo>
                  <a:lnTo>
                    <a:pt x="2988253" y="806855"/>
                  </a:lnTo>
                  <a:lnTo>
                    <a:pt x="2984427" y="808480"/>
                  </a:lnTo>
                  <a:lnTo>
                    <a:pt x="2983036" y="809071"/>
                  </a:lnTo>
                  <a:lnTo>
                    <a:pt x="2981645" y="809662"/>
                  </a:lnTo>
                  <a:lnTo>
                    <a:pt x="2981123" y="809884"/>
                  </a:lnTo>
                  <a:lnTo>
                    <a:pt x="2978863" y="810844"/>
                  </a:lnTo>
                  <a:lnTo>
                    <a:pt x="2974689" y="812617"/>
                  </a:lnTo>
                  <a:lnTo>
                    <a:pt x="2972950" y="813356"/>
                  </a:lnTo>
                  <a:lnTo>
                    <a:pt x="2971037" y="814169"/>
                  </a:lnTo>
                  <a:lnTo>
                    <a:pt x="2968429" y="815278"/>
                  </a:lnTo>
                  <a:lnTo>
                    <a:pt x="2968081" y="815425"/>
                  </a:lnTo>
                  <a:lnTo>
                    <a:pt x="2967733" y="815573"/>
                  </a:lnTo>
                  <a:lnTo>
                    <a:pt x="2965820" y="816386"/>
                  </a:lnTo>
                  <a:lnTo>
                    <a:pt x="2960604" y="818603"/>
                  </a:lnTo>
                  <a:lnTo>
                    <a:pt x="2960256" y="818751"/>
                  </a:lnTo>
                  <a:lnTo>
                    <a:pt x="2958691" y="819416"/>
                  </a:lnTo>
                  <a:lnTo>
                    <a:pt x="2958517" y="819490"/>
                  </a:lnTo>
                  <a:lnTo>
                    <a:pt x="2957126" y="820081"/>
                  </a:lnTo>
                  <a:lnTo>
                    <a:pt x="2956604" y="820303"/>
                  </a:lnTo>
                  <a:lnTo>
                    <a:pt x="2956256" y="820451"/>
                  </a:lnTo>
                  <a:lnTo>
                    <a:pt x="2954517" y="821190"/>
                  </a:lnTo>
                  <a:lnTo>
                    <a:pt x="2952952" y="821856"/>
                  </a:lnTo>
                  <a:lnTo>
                    <a:pt x="2951909" y="822299"/>
                  </a:lnTo>
                  <a:lnTo>
                    <a:pt x="2949822" y="823186"/>
                  </a:lnTo>
                  <a:lnTo>
                    <a:pt x="2949300" y="823408"/>
                  </a:lnTo>
                  <a:lnTo>
                    <a:pt x="2949126" y="823482"/>
                  </a:lnTo>
                  <a:lnTo>
                    <a:pt x="2945474" y="825034"/>
                  </a:lnTo>
                  <a:lnTo>
                    <a:pt x="2940084" y="827327"/>
                  </a:lnTo>
                  <a:lnTo>
                    <a:pt x="2938345" y="828066"/>
                  </a:lnTo>
                  <a:lnTo>
                    <a:pt x="2938171" y="828140"/>
                  </a:lnTo>
                  <a:lnTo>
                    <a:pt x="2936258" y="828953"/>
                  </a:lnTo>
                  <a:lnTo>
                    <a:pt x="2934345" y="829767"/>
                  </a:lnTo>
                  <a:lnTo>
                    <a:pt x="2930693" y="831320"/>
                  </a:lnTo>
                  <a:lnTo>
                    <a:pt x="2928780" y="832133"/>
                  </a:lnTo>
                  <a:lnTo>
                    <a:pt x="2928433" y="832281"/>
                  </a:lnTo>
                  <a:lnTo>
                    <a:pt x="2926694" y="833021"/>
                  </a:lnTo>
                  <a:lnTo>
                    <a:pt x="2923216" y="834500"/>
                  </a:lnTo>
                  <a:lnTo>
                    <a:pt x="2923042" y="834574"/>
                  </a:lnTo>
                  <a:lnTo>
                    <a:pt x="2919564" y="836054"/>
                  </a:lnTo>
                  <a:lnTo>
                    <a:pt x="2919042" y="836276"/>
                  </a:lnTo>
                  <a:lnTo>
                    <a:pt x="2916086" y="837533"/>
                  </a:lnTo>
                  <a:lnTo>
                    <a:pt x="2914347" y="838273"/>
                  </a:lnTo>
                  <a:lnTo>
                    <a:pt x="2912260" y="839161"/>
                  </a:lnTo>
                  <a:lnTo>
                    <a:pt x="2911738" y="839383"/>
                  </a:lnTo>
                  <a:lnTo>
                    <a:pt x="2910347" y="839975"/>
                  </a:lnTo>
                  <a:lnTo>
                    <a:pt x="2906348" y="841677"/>
                  </a:lnTo>
                  <a:lnTo>
                    <a:pt x="2905130" y="842195"/>
                  </a:lnTo>
                  <a:lnTo>
                    <a:pt x="2904782" y="842343"/>
                  </a:lnTo>
                  <a:lnTo>
                    <a:pt x="2904435" y="842491"/>
                  </a:lnTo>
                  <a:lnTo>
                    <a:pt x="2901478" y="843749"/>
                  </a:lnTo>
                  <a:lnTo>
                    <a:pt x="2899913" y="844415"/>
                  </a:lnTo>
                  <a:lnTo>
                    <a:pt x="2895740" y="846191"/>
                  </a:lnTo>
                  <a:lnTo>
                    <a:pt x="2895044" y="846487"/>
                  </a:lnTo>
                  <a:lnTo>
                    <a:pt x="2892784" y="847449"/>
                  </a:lnTo>
                  <a:lnTo>
                    <a:pt x="2886871" y="849966"/>
                  </a:lnTo>
                  <a:lnTo>
                    <a:pt x="2883393" y="851447"/>
                  </a:lnTo>
                  <a:lnTo>
                    <a:pt x="2878872" y="853372"/>
                  </a:lnTo>
                  <a:lnTo>
                    <a:pt x="2875220" y="854927"/>
                  </a:lnTo>
                  <a:lnTo>
                    <a:pt x="2871916" y="856334"/>
                  </a:lnTo>
                  <a:lnTo>
                    <a:pt x="2871742" y="856408"/>
                  </a:lnTo>
                  <a:lnTo>
                    <a:pt x="2869655" y="857297"/>
                  </a:lnTo>
                  <a:lnTo>
                    <a:pt x="2863395" y="859963"/>
                  </a:lnTo>
                  <a:lnTo>
                    <a:pt x="2854874" y="863593"/>
                  </a:lnTo>
                  <a:lnTo>
                    <a:pt x="2852961" y="864408"/>
                  </a:lnTo>
                  <a:lnTo>
                    <a:pt x="2852092" y="864778"/>
                  </a:lnTo>
                  <a:lnTo>
                    <a:pt x="2848440" y="866334"/>
                  </a:lnTo>
                  <a:lnTo>
                    <a:pt x="2845657" y="867520"/>
                  </a:lnTo>
                  <a:lnTo>
                    <a:pt x="2844614" y="867964"/>
                  </a:lnTo>
                  <a:lnTo>
                    <a:pt x="2840093" y="869891"/>
                  </a:lnTo>
                  <a:lnTo>
                    <a:pt x="2836615" y="871373"/>
                  </a:lnTo>
                  <a:lnTo>
                    <a:pt x="2836093" y="871596"/>
                  </a:lnTo>
                  <a:lnTo>
                    <a:pt x="2831572" y="873523"/>
                  </a:lnTo>
                  <a:lnTo>
                    <a:pt x="2827746" y="875154"/>
                  </a:lnTo>
                  <a:lnTo>
                    <a:pt x="2816616" y="879899"/>
                  </a:lnTo>
                  <a:lnTo>
                    <a:pt x="2814356" y="880863"/>
                  </a:lnTo>
                  <a:lnTo>
                    <a:pt x="2810530" y="882494"/>
                  </a:lnTo>
                  <a:lnTo>
                    <a:pt x="2809139" y="883087"/>
                  </a:lnTo>
                  <a:lnTo>
                    <a:pt x="2807748" y="883681"/>
                  </a:lnTo>
                  <a:lnTo>
                    <a:pt x="2807226" y="883903"/>
                  </a:lnTo>
                  <a:lnTo>
                    <a:pt x="2804965" y="884867"/>
                  </a:lnTo>
                  <a:lnTo>
                    <a:pt x="2800792" y="886648"/>
                  </a:lnTo>
                  <a:lnTo>
                    <a:pt x="2799053" y="887389"/>
                  </a:lnTo>
                  <a:lnTo>
                    <a:pt x="2797140" y="888206"/>
                  </a:lnTo>
                  <a:lnTo>
                    <a:pt x="2794531" y="889318"/>
                  </a:lnTo>
                  <a:lnTo>
                    <a:pt x="2794184" y="889467"/>
                  </a:lnTo>
                  <a:lnTo>
                    <a:pt x="2793836" y="889615"/>
                  </a:lnTo>
                  <a:lnTo>
                    <a:pt x="2791923" y="890431"/>
                  </a:lnTo>
                  <a:lnTo>
                    <a:pt x="2786706" y="892657"/>
                  </a:lnTo>
                  <a:lnTo>
                    <a:pt x="2786358" y="892806"/>
                  </a:lnTo>
                  <a:lnTo>
                    <a:pt x="2784793" y="893474"/>
                  </a:lnTo>
                  <a:lnTo>
                    <a:pt x="2784619" y="893548"/>
                  </a:lnTo>
                  <a:lnTo>
                    <a:pt x="2783228" y="894141"/>
                  </a:lnTo>
                  <a:lnTo>
                    <a:pt x="2782706" y="894364"/>
                  </a:lnTo>
                  <a:lnTo>
                    <a:pt x="2782359" y="894513"/>
                  </a:lnTo>
                  <a:lnTo>
                    <a:pt x="2780620" y="895255"/>
                  </a:lnTo>
                  <a:lnTo>
                    <a:pt x="2778011" y="896368"/>
                  </a:lnTo>
                  <a:lnTo>
                    <a:pt x="2775924" y="897259"/>
                  </a:lnTo>
                  <a:lnTo>
                    <a:pt x="2775403" y="897481"/>
                  </a:lnTo>
                  <a:lnTo>
                    <a:pt x="2775229" y="897556"/>
                  </a:lnTo>
                  <a:lnTo>
                    <a:pt x="2771577" y="899114"/>
                  </a:lnTo>
                  <a:lnTo>
                    <a:pt x="2766186" y="901416"/>
                  </a:lnTo>
                  <a:lnTo>
                    <a:pt x="2766012" y="901490"/>
                  </a:lnTo>
                  <a:lnTo>
                    <a:pt x="2764447" y="902158"/>
                  </a:lnTo>
                  <a:lnTo>
                    <a:pt x="2764273" y="902233"/>
                  </a:lnTo>
                  <a:lnTo>
                    <a:pt x="2762360" y="903049"/>
                  </a:lnTo>
                  <a:lnTo>
                    <a:pt x="2760448" y="903866"/>
                  </a:lnTo>
                  <a:lnTo>
                    <a:pt x="2756796" y="905425"/>
                  </a:lnTo>
                  <a:lnTo>
                    <a:pt x="2754883" y="906242"/>
                  </a:lnTo>
                  <a:lnTo>
                    <a:pt x="2754535" y="906391"/>
                  </a:lnTo>
                  <a:lnTo>
                    <a:pt x="2752796" y="907134"/>
                  </a:lnTo>
                  <a:lnTo>
                    <a:pt x="2749318" y="908619"/>
                  </a:lnTo>
                  <a:lnTo>
                    <a:pt x="2749144" y="908693"/>
                  </a:lnTo>
                  <a:lnTo>
                    <a:pt x="2745666" y="910179"/>
                  </a:lnTo>
                  <a:lnTo>
                    <a:pt x="2745145" y="910402"/>
                  </a:lnTo>
                  <a:lnTo>
                    <a:pt x="2742188" y="911665"/>
                  </a:lnTo>
                  <a:lnTo>
                    <a:pt x="2740449" y="912407"/>
                  </a:lnTo>
                  <a:lnTo>
                    <a:pt x="2738363" y="913299"/>
                  </a:lnTo>
                  <a:lnTo>
                    <a:pt x="2737841" y="913522"/>
                  </a:lnTo>
                  <a:lnTo>
                    <a:pt x="2736450" y="914116"/>
                  </a:lnTo>
                  <a:lnTo>
                    <a:pt x="2732450" y="915825"/>
                  </a:lnTo>
                  <a:lnTo>
                    <a:pt x="2731233" y="916345"/>
                  </a:lnTo>
                  <a:lnTo>
                    <a:pt x="2730885" y="916494"/>
                  </a:lnTo>
                  <a:lnTo>
                    <a:pt x="2730537" y="916643"/>
                  </a:lnTo>
                  <a:lnTo>
                    <a:pt x="2727581" y="917906"/>
                  </a:lnTo>
                  <a:lnTo>
                    <a:pt x="2726016" y="918575"/>
                  </a:lnTo>
                  <a:lnTo>
                    <a:pt x="2721842" y="920359"/>
                  </a:lnTo>
                  <a:lnTo>
                    <a:pt x="2721147" y="920656"/>
                  </a:lnTo>
                  <a:lnTo>
                    <a:pt x="2718886" y="921622"/>
                  </a:lnTo>
                  <a:lnTo>
                    <a:pt x="2712974" y="924150"/>
                  </a:lnTo>
                  <a:lnTo>
                    <a:pt x="2709496" y="925637"/>
                  </a:lnTo>
                  <a:lnTo>
                    <a:pt x="2704974" y="927570"/>
                  </a:lnTo>
                  <a:lnTo>
                    <a:pt x="2701322" y="929132"/>
                  </a:lnTo>
                  <a:lnTo>
                    <a:pt x="2698018" y="930545"/>
                  </a:lnTo>
                  <a:lnTo>
                    <a:pt x="2697844" y="930619"/>
                  </a:lnTo>
                  <a:lnTo>
                    <a:pt x="2695758" y="931512"/>
                  </a:lnTo>
                  <a:lnTo>
                    <a:pt x="2689497" y="934190"/>
                  </a:lnTo>
                  <a:lnTo>
                    <a:pt x="2680976" y="937835"/>
                  </a:lnTo>
                  <a:lnTo>
                    <a:pt x="2679064" y="938654"/>
                  </a:lnTo>
                  <a:lnTo>
                    <a:pt x="2678194" y="939026"/>
                  </a:lnTo>
                  <a:lnTo>
                    <a:pt x="2674542" y="940588"/>
                  </a:lnTo>
                  <a:lnTo>
                    <a:pt x="2671760" y="941779"/>
                  </a:lnTo>
                  <a:lnTo>
                    <a:pt x="2670716" y="942226"/>
                  </a:lnTo>
                  <a:lnTo>
                    <a:pt x="2666195" y="944161"/>
                  </a:lnTo>
                  <a:lnTo>
                    <a:pt x="2662717" y="945650"/>
                  </a:lnTo>
                  <a:lnTo>
                    <a:pt x="2662196" y="945873"/>
                  </a:lnTo>
                  <a:lnTo>
                    <a:pt x="2657674" y="947809"/>
                  </a:lnTo>
                  <a:lnTo>
                    <a:pt x="2653848" y="949447"/>
                  </a:lnTo>
                  <a:lnTo>
                    <a:pt x="2642719" y="954213"/>
                  </a:lnTo>
                  <a:lnTo>
                    <a:pt x="2640458" y="955182"/>
                  </a:lnTo>
                  <a:lnTo>
                    <a:pt x="2636633" y="956821"/>
                  </a:lnTo>
                  <a:lnTo>
                    <a:pt x="2635241" y="957417"/>
                  </a:lnTo>
                  <a:lnTo>
                    <a:pt x="2633850" y="958013"/>
                  </a:lnTo>
                  <a:lnTo>
                    <a:pt x="2631068" y="959205"/>
                  </a:lnTo>
                  <a:lnTo>
                    <a:pt x="2626894" y="960993"/>
                  </a:lnTo>
                  <a:lnTo>
                    <a:pt x="2625155" y="961738"/>
                  </a:lnTo>
                  <a:lnTo>
                    <a:pt x="2623242" y="962558"/>
                  </a:lnTo>
                  <a:lnTo>
                    <a:pt x="2620634" y="963676"/>
                  </a:lnTo>
                  <a:lnTo>
                    <a:pt x="2620286" y="963825"/>
                  </a:lnTo>
                  <a:lnTo>
                    <a:pt x="2619938" y="963974"/>
                  </a:lnTo>
                  <a:lnTo>
                    <a:pt x="2618026" y="964794"/>
                  </a:lnTo>
                  <a:lnTo>
                    <a:pt x="2612809" y="967031"/>
                  </a:lnTo>
                  <a:lnTo>
                    <a:pt x="2612461" y="967180"/>
                  </a:lnTo>
                  <a:lnTo>
                    <a:pt x="2610896" y="967851"/>
                  </a:lnTo>
                  <a:lnTo>
                    <a:pt x="2610722" y="967925"/>
                  </a:lnTo>
                  <a:lnTo>
                    <a:pt x="2609331" y="968522"/>
                  </a:lnTo>
                  <a:lnTo>
                    <a:pt x="2608809" y="968745"/>
                  </a:lnTo>
                  <a:lnTo>
                    <a:pt x="2608461" y="968894"/>
                  </a:lnTo>
                  <a:lnTo>
                    <a:pt x="2606722" y="969640"/>
                  </a:lnTo>
                  <a:lnTo>
                    <a:pt x="2605157" y="970311"/>
                  </a:lnTo>
                  <a:lnTo>
                    <a:pt x="2604114" y="970758"/>
                  </a:lnTo>
                  <a:lnTo>
                    <a:pt x="2602027" y="971653"/>
                  </a:lnTo>
                  <a:lnTo>
                    <a:pt x="2601505" y="971877"/>
                  </a:lnTo>
                  <a:lnTo>
                    <a:pt x="2601331" y="971952"/>
                  </a:lnTo>
                  <a:lnTo>
                    <a:pt x="2597680" y="973518"/>
                  </a:lnTo>
                  <a:lnTo>
                    <a:pt x="2592289" y="975830"/>
                  </a:lnTo>
                  <a:lnTo>
                    <a:pt x="2592115" y="975904"/>
                  </a:lnTo>
                  <a:lnTo>
                    <a:pt x="2590550" y="976576"/>
                  </a:lnTo>
                  <a:lnTo>
                    <a:pt x="2590376" y="976650"/>
                  </a:lnTo>
                  <a:lnTo>
                    <a:pt x="2588463" y="977471"/>
                  </a:lnTo>
                  <a:lnTo>
                    <a:pt x="2586550" y="978292"/>
                  </a:lnTo>
                  <a:lnTo>
                    <a:pt x="2582898" y="979858"/>
                  </a:lnTo>
                  <a:lnTo>
                    <a:pt x="2580985" y="980679"/>
                  </a:lnTo>
                  <a:lnTo>
                    <a:pt x="2580638" y="980828"/>
                  </a:lnTo>
                  <a:lnTo>
                    <a:pt x="2578899" y="981575"/>
                  </a:lnTo>
                  <a:lnTo>
                    <a:pt x="2575421" y="983067"/>
                  </a:lnTo>
                  <a:lnTo>
                    <a:pt x="2575247" y="983142"/>
                  </a:lnTo>
                  <a:lnTo>
                    <a:pt x="2571769" y="984634"/>
                  </a:lnTo>
                  <a:lnTo>
                    <a:pt x="2571247" y="984858"/>
                  </a:lnTo>
                  <a:lnTo>
                    <a:pt x="2568291" y="986127"/>
                  </a:lnTo>
                  <a:lnTo>
                    <a:pt x="2566552" y="986874"/>
                  </a:lnTo>
                  <a:lnTo>
                    <a:pt x="2564465" y="987770"/>
                  </a:lnTo>
                  <a:lnTo>
                    <a:pt x="2563943" y="987994"/>
                  </a:lnTo>
                  <a:lnTo>
                    <a:pt x="2562552" y="988591"/>
                  </a:lnTo>
                  <a:lnTo>
                    <a:pt x="2558553" y="990308"/>
                  </a:lnTo>
                  <a:lnTo>
                    <a:pt x="2557335" y="990831"/>
                  </a:lnTo>
                  <a:lnTo>
                    <a:pt x="2556988" y="990980"/>
                  </a:lnTo>
                  <a:lnTo>
                    <a:pt x="2556640" y="991129"/>
                  </a:lnTo>
                  <a:lnTo>
                    <a:pt x="2553684" y="992399"/>
                  </a:lnTo>
                  <a:lnTo>
                    <a:pt x="2552118" y="993071"/>
                  </a:lnTo>
                  <a:lnTo>
                    <a:pt x="2547945" y="994863"/>
                  </a:lnTo>
                  <a:lnTo>
                    <a:pt x="2547249" y="995162"/>
                  </a:lnTo>
                  <a:lnTo>
                    <a:pt x="2544989" y="996133"/>
                  </a:lnTo>
                  <a:lnTo>
                    <a:pt x="2539076" y="998673"/>
                  </a:lnTo>
                  <a:lnTo>
                    <a:pt x="2535598" y="1000167"/>
                  </a:lnTo>
                  <a:lnTo>
                    <a:pt x="2531077" y="1002110"/>
                  </a:lnTo>
                  <a:lnTo>
                    <a:pt x="2527425" y="1003679"/>
                  </a:lnTo>
                  <a:lnTo>
                    <a:pt x="2524121" y="1005100"/>
                  </a:lnTo>
                  <a:lnTo>
                    <a:pt x="2523947" y="1005174"/>
                  </a:lnTo>
                  <a:lnTo>
                    <a:pt x="2521860" y="1006071"/>
                  </a:lnTo>
                  <a:lnTo>
                    <a:pt x="2515600" y="1008762"/>
                  </a:lnTo>
                  <a:lnTo>
                    <a:pt x="2507079" y="1012426"/>
                  </a:lnTo>
                  <a:lnTo>
                    <a:pt x="2505166" y="1013249"/>
                  </a:lnTo>
                  <a:lnTo>
                    <a:pt x="2504297" y="1013623"/>
                  </a:lnTo>
                  <a:lnTo>
                    <a:pt x="2500645" y="1015194"/>
                  </a:lnTo>
                  <a:lnTo>
                    <a:pt x="2497862" y="1016390"/>
                  </a:lnTo>
                  <a:lnTo>
                    <a:pt x="2496819" y="1016839"/>
                  </a:lnTo>
                  <a:lnTo>
                    <a:pt x="2492298" y="1018784"/>
                  </a:lnTo>
                  <a:lnTo>
                    <a:pt x="2488820" y="1020281"/>
                  </a:lnTo>
                  <a:lnTo>
                    <a:pt x="2488298" y="1020505"/>
                  </a:lnTo>
                  <a:lnTo>
                    <a:pt x="2483777" y="1022451"/>
                  </a:lnTo>
                  <a:lnTo>
                    <a:pt x="2479951" y="1024097"/>
                  </a:lnTo>
                  <a:lnTo>
                    <a:pt x="2468822" y="1028888"/>
                  </a:lnTo>
                  <a:lnTo>
                    <a:pt x="2466561" y="1029862"/>
                  </a:lnTo>
                  <a:lnTo>
                    <a:pt x="2462735" y="1031509"/>
                  </a:lnTo>
                  <a:lnTo>
                    <a:pt x="2461344" y="1032108"/>
                  </a:lnTo>
                  <a:lnTo>
                    <a:pt x="2459953" y="1032707"/>
                  </a:lnTo>
                  <a:lnTo>
                    <a:pt x="2459431" y="1032932"/>
                  </a:lnTo>
                  <a:lnTo>
                    <a:pt x="2457170" y="1033905"/>
                  </a:lnTo>
                  <a:lnTo>
                    <a:pt x="2452997" y="1035703"/>
                  </a:lnTo>
                  <a:lnTo>
                    <a:pt x="2451258" y="1036452"/>
                  </a:lnTo>
                  <a:lnTo>
                    <a:pt x="2449345" y="1037276"/>
                  </a:lnTo>
                  <a:lnTo>
                    <a:pt x="2446737" y="1038400"/>
                  </a:lnTo>
                  <a:lnTo>
                    <a:pt x="2446389" y="1038550"/>
                  </a:lnTo>
                  <a:lnTo>
                    <a:pt x="2446041" y="1038700"/>
                  </a:lnTo>
                  <a:lnTo>
                    <a:pt x="2444128" y="1039524"/>
                  </a:lnTo>
                  <a:lnTo>
                    <a:pt x="2438911" y="1041772"/>
                  </a:lnTo>
                  <a:lnTo>
                    <a:pt x="2438563" y="1041922"/>
                  </a:lnTo>
                  <a:lnTo>
                    <a:pt x="2436998" y="1042597"/>
                  </a:lnTo>
                  <a:lnTo>
                    <a:pt x="2436824" y="1042671"/>
                  </a:lnTo>
                  <a:lnTo>
                    <a:pt x="2435433" y="1043271"/>
                  </a:lnTo>
                  <a:lnTo>
                    <a:pt x="2434912" y="1043496"/>
                  </a:lnTo>
                  <a:lnTo>
                    <a:pt x="2434564" y="1043646"/>
                  </a:lnTo>
                  <a:lnTo>
                    <a:pt x="2432825" y="1044395"/>
                  </a:lnTo>
                  <a:lnTo>
                    <a:pt x="2431260" y="1045070"/>
                  </a:lnTo>
                  <a:lnTo>
                    <a:pt x="2430216" y="1045520"/>
                  </a:lnTo>
                  <a:lnTo>
                    <a:pt x="2428130" y="1046419"/>
                  </a:lnTo>
                  <a:lnTo>
                    <a:pt x="2427608" y="1046644"/>
                  </a:lnTo>
                  <a:lnTo>
                    <a:pt x="2427434" y="1046719"/>
                  </a:lnTo>
                  <a:lnTo>
                    <a:pt x="2423782" y="1048294"/>
                  </a:lnTo>
                  <a:lnTo>
                    <a:pt x="2418391" y="1050618"/>
                  </a:lnTo>
                  <a:lnTo>
                    <a:pt x="2416652" y="1051368"/>
                  </a:lnTo>
                  <a:lnTo>
                    <a:pt x="2416478" y="1051443"/>
                  </a:lnTo>
                  <a:lnTo>
                    <a:pt x="2414566" y="1052268"/>
                  </a:lnTo>
                  <a:lnTo>
                    <a:pt x="2412653" y="1053093"/>
                  </a:lnTo>
                  <a:lnTo>
                    <a:pt x="2409001" y="1054669"/>
                  </a:lnTo>
                  <a:lnTo>
                    <a:pt x="2407088" y="1055494"/>
                  </a:lnTo>
                  <a:lnTo>
                    <a:pt x="2406740" y="1055644"/>
                  </a:lnTo>
                  <a:lnTo>
                    <a:pt x="2405001" y="1056394"/>
                  </a:lnTo>
                  <a:lnTo>
                    <a:pt x="2401523" y="1057895"/>
                  </a:lnTo>
                  <a:lnTo>
                    <a:pt x="2401349" y="1057970"/>
                  </a:lnTo>
                  <a:lnTo>
                    <a:pt x="2397871" y="1059470"/>
                  </a:lnTo>
                  <a:lnTo>
                    <a:pt x="2397350" y="1059696"/>
                  </a:lnTo>
                  <a:lnTo>
                    <a:pt x="2394393" y="1060971"/>
                  </a:lnTo>
                  <a:lnTo>
                    <a:pt x="2392654" y="1061722"/>
                  </a:lnTo>
                  <a:lnTo>
                    <a:pt x="2390568" y="1062623"/>
                  </a:lnTo>
                  <a:lnTo>
                    <a:pt x="2390046" y="1062848"/>
                  </a:lnTo>
                  <a:lnTo>
                    <a:pt x="2388655" y="1063448"/>
                  </a:lnTo>
                  <a:lnTo>
                    <a:pt x="2384655" y="1065175"/>
                  </a:lnTo>
                  <a:lnTo>
                    <a:pt x="2383438" y="1065700"/>
                  </a:lnTo>
                  <a:lnTo>
                    <a:pt x="2383090" y="1065851"/>
                  </a:lnTo>
                  <a:lnTo>
                    <a:pt x="2382742" y="1066001"/>
                  </a:lnTo>
                  <a:lnTo>
                    <a:pt x="2379786" y="1067277"/>
                  </a:lnTo>
                  <a:lnTo>
                    <a:pt x="2378221" y="1067953"/>
                  </a:lnTo>
                  <a:lnTo>
                    <a:pt x="2373352" y="1070056"/>
                  </a:lnTo>
                  <a:lnTo>
                    <a:pt x="2371091" y="1071032"/>
                  </a:lnTo>
                  <a:lnTo>
                    <a:pt x="2365179" y="1073586"/>
                  </a:lnTo>
                  <a:lnTo>
                    <a:pt x="2361701" y="1075089"/>
                  </a:lnTo>
                  <a:lnTo>
                    <a:pt x="2357179" y="1077042"/>
                  </a:lnTo>
                  <a:lnTo>
                    <a:pt x="2353528" y="1078620"/>
                  </a:lnTo>
                  <a:lnTo>
                    <a:pt x="2350223" y="1080049"/>
                  </a:lnTo>
                  <a:lnTo>
                    <a:pt x="2350050" y="1080124"/>
                  </a:lnTo>
                  <a:lnTo>
                    <a:pt x="2347963" y="1081026"/>
                  </a:lnTo>
                  <a:lnTo>
                    <a:pt x="2341703" y="1083732"/>
                  </a:lnTo>
                  <a:lnTo>
                    <a:pt x="2333182" y="1087417"/>
                  </a:lnTo>
                  <a:lnTo>
                    <a:pt x="2331269" y="1088244"/>
                  </a:lnTo>
                  <a:lnTo>
                    <a:pt x="2330399" y="1088620"/>
                  </a:lnTo>
                  <a:lnTo>
                    <a:pt x="2326747" y="1090200"/>
                  </a:lnTo>
                  <a:lnTo>
                    <a:pt x="2323965" y="1091403"/>
                  </a:lnTo>
                  <a:lnTo>
                    <a:pt x="2322922" y="1091855"/>
                  </a:lnTo>
                  <a:lnTo>
                    <a:pt x="2318400" y="1093811"/>
                  </a:lnTo>
                  <a:lnTo>
                    <a:pt x="2314922" y="1095316"/>
                  </a:lnTo>
                  <a:lnTo>
                    <a:pt x="2314401" y="1095542"/>
                  </a:lnTo>
                  <a:lnTo>
                    <a:pt x="2309879" y="1097498"/>
                  </a:lnTo>
                  <a:lnTo>
                    <a:pt x="2306054" y="1099154"/>
                  </a:lnTo>
                  <a:lnTo>
                    <a:pt x="2294924" y="1103973"/>
                  </a:lnTo>
                  <a:lnTo>
                    <a:pt x="2292663" y="1104952"/>
                  </a:lnTo>
                  <a:lnTo>
                    <a:pt x="2288838" y="1106609"/>
                  </a:lnTo>
                  <a:lnTo>
                    <a:pt x="2287447" y="1107212"/>
                  </a:lnTo>
                  <a:lnTo>
                    <a:pt x="2286055" y="1107814"/>
                  </a:lnTo>
                  <a:lnTo>
                    <a:pt x="2285534" y="1108040"/>
                  </a:lnTo>
                  <a:lnTo>
                    <a:pt x="2283273" y="1109020"/>
                  </a:lnTo>
                  <a:lnTo>
                    <a:pt x="2279099" y="1110828"/>
                  </a:lnTo>
                  <a:lnTo>
                    <a:pt x="2277360" y="1111581"/>
                  </a:lnTo>
                  <a:lnTo>
                    <a:pt x="2275448" y="1112410"/>
                  </a:lnTo>
                  <a:lnTo>
                    <a:pt x="2272839" y="1113541"/>
                  </a:lnTo>
                  <a:lnTo>
                    <a:pt x="2272491" y="1113691"/>
                  </a:lnTo>
                  <a:lnTo>
                    <a:pt x="2272144" y="1113842"/>
                  </a:lnTo>
                  <a:lnTo>
                    <a:pt x="2270231" y="1114671"/>
                  </a:lnTo>
                  <a:lnTo>
                    <a:pt x="2265014" y="1116933"/>
                  </a:lnTo>
                  <a:lnTo>
                    <a:pt x="2264666" y="1117083"/>
                  </a:lnTo>
                  <a:lnTo>
                    <a:pt x="2263101" y="1117762"/>
                  </a:lnTo>
                  <a:lnTo>
                    <a:pt x="2262927" y="1117837"/>
                  </a:lnTo>
                  <a:lnTo>
                    <a:pt x="2261536" y="1118440"/>
                  </a:lnTo>
                  <a:lnTo>
                    <a:pt x="2261014" y="1118667"/>
                  </a:lnTo>
                  <a:lnTo>
                    <a:pt x="2260666" y="1118817"/>
                  </a:lnTo>
                  <a:lnTo>
                    <a:pt x="2258927" y="1119571"/>
                  </a:lnTo>
                  <a:lnTo>
                    <a:pt x="2257362" y="1120250"/>
                  </a:lnTo>
                  <a:lnTo>
                    <a:pt x="2256319" y="1120703"/>
                  </a:lnTo>
                  <a:lnTo>
                    <a:pt x="2254232" y="1121607"/>
                  </a:lnTo>
                  <a:lnTo>
                    <a:pt x="2253710" y="1121834"/>
                  </a:lnTo>
                  <a:lnTo>
                    <a:pt x="2253537" y="1121909"/>
                  </a:lnTo>
                  <a:lnTo>
                    <a:pt x="2249885" y="1123493"/>
                  </a:lnTo>
                  <a:lnTo>
                    <a:pt x="2244494" y="1125831"/>
                  </a:lnTo>
                  <a:lnTo>
                    <a:pt x="2244320" y="1125907"/>
                  </a:lnTo>
                  <a:lnTo>
                    <a:pt x="2242755" y="1126586"/>
                  </a:lnTo>
                  <a:lnTo>
                    <a:pt x="2242581" y="1126661"/>
                  </a:lnTo>
                  <a:lnTo>
                    <a:pt x="2240668" y="1127491"/>
                  </a:lnTo>
                  <a:lnTo>
                    <a:pt x="2238755" y="1128321"/>
                  </a:lnTo>
                  <a:lnTo>
                    <a:pt x="2235103" y="1129906"/>
                  </a:lnTo>
                  <a:lnTo>
                    <a:pt x="2233191" y="1130736"/>
                  </a:lnTo>
                  <a:lnTo>
                    <a:pt x="2232843" y="1130887"/>
                  </a:lnTo>
                  <a:lnTo>
                    <a:pt x="2231104" y="1131642"/>
                  </a:lnTo>
                  <a:lnTo>
                    <a:pt x="2227626" y="1133152"/>
                  </a:lnTo>
                  <a:lnTo>
                    <a:pt x="2227452" y="1133227"/>
                  </a:lnTo>
                  <a:lnTo>
                    <a:pt x="2223974" y="1134737"/>
                  </a:lnTo>
                  <a:lnTo>
                    <a:pt x="2223452" y="1134963"/>
                  </a:lnTo>
                  <a:lnTo>
                    <a:pt x="2220496" y="1136247"/>
                  </a:lnTo>
                  <a:lnTo>
                    <a:pt x="2218757" y="1137002"/>
                  </a:lnTo>
                  <a:lnTo>
                    <a:pt x="2216670" y="1137908"/>
                  </a:lnTo>
                  <a:lnTo>
                    <a:pt x="2216149" y="1138135"/>
                  </a:lnTo>
                  <a:lnTo>
                    <a:pt x="2214757" y="1138739"/>
                  </a:lnTo>
                  <a:lnTo>
                    <a:pt x="2210758" y="1140476"/>
                  </a:lnTo>
                  <a:lnTo>
                    <a:pt x="2209540" y="1141005"/>
                  </a:lnTo>
                  <a:lnTo>
                    <a:pt x="2209193" y="1141156"/>
                  </a:lnTo>
                  <a:lnTo>
                    <a:pt x="2208845" y="1141307"/>
                  </a:lnTo>
                  <a:lnTo>
                    <a:pt x="2205889" y="1142591"/>
                  </a:lnTo>
                  <a:lnTo>
                    <a:pt x="2204324" y="1143271"/>
                  </a:lnTo>
                  <a:lnTo>
                    <a:pt x="2200150" y="1145085"/>
                  </a:lnTo>
                  <a:lnTo>
                    <a:pt x="2199454" y="1145387"/>
                  </a:lnTo>
                  <a:lnTo>
                    <a:pt x="2197194" y="1146369"/>
                  </a:lnTo>
                  <a:lnTo>
                    <a:pt x="2191281" y="1148939"/>
                  </a:lnTo>
                  <a:lnTo>
                    <a:pt x="2187803" y="1150451"/>
                  </a:lnTo>
                  <a:lnTo>
                    <a:pt x="2183282" y="1152417"/>
                  </a:lnTo>
                  <a:lnTo>
                    <a:pt x="2179630" y="1154004"/>
                  </a:lnTo>
                  <a:lnTo>
                    <a:pt x="2176326" y="1155441"/>
                  </a:lnTo>
                  <a:lnTo>
                    <a:pt x="2176152" y="1155517"/>
                  </a:lnTo>
                  <a:lnTo>
                    <a:pt x="2174065" y="1156425"/>
                  </a:lnTo>
                  <a:lnTo>
                    <a:pt x="2167805" y="1159148"/>
                  </a:lnTo>
                  <a:lnTo>
                    <a:pt x="2159284" y="1162856"/>
                  </a:lnTo>
                  <a:lnTo>
                    <a:pt x="2157371" y="1163688"/>
                  </a:lnTo>
                  <a:lnTo>
                    <a:pt x="2156502" y="1164066"/>
                  </a:lnTo>
                  <a:lnTo>
                    <a:pt x="2152850" y="1165656"/>
                  </a:lnTo>
                  <a:lnTo>
                    <a:pt x="2150068" y="1166867"/>
                  </a:lnTo>
                  <a:lnTo>
                    <a:pt x="2149024" y="1167321"/>
                  </a:lnTo>
                  <a:lnTo>
                    <a:pt x="2144503" y="1169290"/>
                  </a:lnTo>
                  <a:lnTo>
                    <a:pt x="2141025" y="1170804"/>
                  </a:lnTo>
                  <a:lnTo>
                    <a:pt x="2135982" y="1173001"/>
                  </a:lnTo>
                  <a:lnTo>
                    <a:pt x="2132156" y="1174667"/>
                  </a:lnTo>
                  <a:lnTo>
                    <a:pt x="2121027" y="1179517"/>
                  </a:lnTo>
                  <a:lnTo>
                    <a:pt x="2118766" y="1180502"/>
                  </a:lnTo>
                  <a:lnTo>
                    <a:pt x="2114940" y="1182170"/>
                  </a:lnTo>
                  <a:lnTo>
                    <a:pt x="2113549" y="1182776"/>
                  </a:lnTo>
                  <a:lnTo>
                    <a:pt x="2112158" y="1183383"/>
                  </a:lnTo>
                  <a:lnTo>
                    <a:pt x="2111636" y="1183610"/>
                  </a:lnTo>
                  <a:lnTo>
                    <a:pt x="2109376" y="1184596"/>
                  </a:lnTo>
                  <a:lnTo>
                    <a:pt x="2105202" y="1186416"/>
                  </a:lnTo>
                  <a:lnTo>
                    <a:pt x="2103463" y="1187174"/>
                  </a:lnTo>
                  <a:lnTo>
                    <a:pt x="2101550" y="1188008"/>
                  </a:lnTo>
                  <a:lnTo>
                    <a:pt x="2098942" y="1189146"/>
                  </a:lnTo>
                  <a:lnTo>
                    <a:pt x="2098594" y="1189298"/>
                  </a:lnTo>
                  <a:lnTo>
                    <a:pt x="2098246" y="1189449"/>
                  </a:lnTo>
                  <a:lnTo>
                    <a:pt x="2096333" y="1190284"/>
                  </a:lnTo>
                  <a:lnTo>
                    <a:pt x="2091116" y="1192560"/>
                  </a:lnTo>
                  <a:lnTo>
                    <a:pt x="2090769" y="1192711"/>
                  </a:lnTo>
                  <a:lnTo>
                    <a:pt x="2089203" y="1193394"/>
                  </a:lnTo>
                  <a:lnTo>
                    <a:pt x="2089030" y="1193470"/>
                  </a:lnTo>
                  <a:lnTo>
                    <a:pt x="2087638" y="1194077"/>
                  </a:lnTo>
                  <a:lnTo>
                    <a:pt x="2087117" y="1194305"/>
                  </a:lnTo>
                  <a:lnTo>
                    <a:pt x="2086769" y="1194457"/>
                  </a:lnTo>
                  <a:lnTo>
                    <a:pt x="2085030" y="1195216"/>
                  </a:lnTo>
                  <a:lnTo>
                    <a:pt x="2083465" y="1195899"/>
                  </a:lnTo>
                  <a:lnTo>
                    <a:pt x="2082421" y="1196354"/>
                  </a:lnTo>
                  <a:lnTo>
                    <a:pt x="2080335" y="1197265"/>
                  </a:lnTo>
                  <a:lnTo>
                    <a:pt x="2079813" y="1197493"/>
                  </a:lnTo>
                  <a:lnTo>
                    <a:pt x="2079639" y="1197569"/>
                  </a:lnTo>
                  <a:lnTo>
                    <a:pt x="2075987" y="1199163"/>
                  </a:lnTo>
                  <a:lnTo>
                    <a:pt x="2070596" y="1201516"/>
                  </a:lnTo>
                  <a:lnTo>
                    <a:pt x="2070423" y="1201592"/>
                  </a:lnTo>
                  <a:lnTo>
                    <a:pt x="2068857" y="1202276"/>
                  </a:lnTo>
                  <a:lnTo>
                    <a:pt x="2068684" y="1202352"/>
                  </a:lnTo>
                  <a:lnTo>
                    <a:pt x="2066771" y="1203187"/>
                  </a:lnTo>
                  <a:lnTo>
                    <a:pt x="2064858" y="1204023"/>
                  </a:lnTo>
                  <a:lnTo>
                    <a:pt x="2061206" y="1205618"/>
                  </a:lnTo>
                  <a:lnTo>
                    <a:pt x="2059293" y="1206453"/>
                  </a:lnTo>
                  <a:lnTo>
                    <a:pt x="2058945" y="1206605"/>
                  </a:lnTo>
                  <a:lnTo>
                    <a:pt x="2057206" y="1207365"/>
                  </a:lnTo>
                  <a:lnTo>
                    <a:pt x="2053728" y="1208885"/>
                  </a:lnTo>
                  <a:lnTo>
                    <a:pt x="2053554" y="1208961"/>
                  </a:lnTo>
                  <a:lnTo>
                    <a:pt x="2050077" y="1210480"/>
                  </a:lnTo>
                  <a:lnTo>
                    <a:pt x="2049555" y="1210708"/>
                  </a:lnTo>
                  <a:lnTo>
                    <a:pt x="2046599" y="1212000"/>
                  </a:lnTo>
                  <a:lnTo>
                    <a:pt x="2044860" y="1212760"/>
                  </a:lnTo>
                  <a:lnTo>
                    <a:pt x="2042773" y="1213673"/>
                  </a:lnTo>
                  <a:lnTo>
                    <a:pt x="2042251" y="1213901"/>
                  </a:lnTo>
                  <a:lnTo>
                    <a:pt x="2040860" y="1214509"/>
                  </a:lnTo>
                  <a:lnTo>
                    <a:pt x="2036860" y="1216258"/>
                  </a:lnTo>
                  <a:lnTo>
                    <a:pt x="2035643" y="1216790"/>
                  </a:lnTo>
                  <a:lnTo>
                    <a:pt x="2035295" y="1216942"/>
                  </a:lnTo>
                  <a:lnTo>
                    <a:pt x="2034947" y="1217094"/>
                  </a:lnTo>
                  <a:lnTo>
                    <a:pt x="2030426" y="1219071"/>
                  </a:lnTo>
                  <a:lnTo>
                    <a:pt x="2026253" y="1220897"/>
                  </a:lnTo>
                  <a:lnTo>
                    <a:pt x="2025557" y="1221201"/>
                  </a:lnTo>
                  <a:lnTo>
                    <a:pt x="2023296" y="1222190"/>
                  </a:lnTo>
                  <a:lnTo>
                    <a:pt x="2017384" y="1224777"/>
                  </a:lnTo>
                  <a:lnTo>
                    <a:pt x="2013906" y="1226299"/>
                  </a:lnTo>
                  <a:lnTo>
                    <a:pt x="2009385" y="1228277"/>
                  </a:lnTo>
                  <a:lnTo>
                    <a:pt x="2005733" y="1229876"/>
                  </a:lnTo>
                  <a:lnTo>
                    <a:pt x="2002429" y="1231323"/>
                  </a:lnTo>
                  <a:lnTo>
                    <a:pt x="2002255" y="1231399"/>
                  </a:lnTo>
                  <a:lnTo>
                    <a:pt x="2000168" y="1232312"/>
                  </a:lnTo>
                  <a:lnTo>
                    <a:pt x="1993908" y="1235054"/>
                  </a:lnTo>
                  <a:lnTo>
                    <a:pt x="1985387" y="1238787"/>
                  </a:lnTo>
                  <a:lnTo>
                    <a:pt x="1983474" y="1239625"/>
                  </a:lnTo>
                  <a:lnTo>
                    <a:pt x="1982604" y="1240006"/>
                  </a:lnTo>
                  <a:lnTo>
                    <a:pt x="1978952" y="1241606"/>
                  </a:lnTo>
                  <a:lnTo>
                    <a:pt x="1976170" y="1242825"/>
                  </a:lnTo>
                  <a:lnTo>
                    <a:pt x="1975127" y="1243283"/>
                  </a:lnTo>
                  <a:lnTo>
                    <a:pt x="1970605" y="1245265"/>
                  </a:lnTo>
                  <a:lnTo>
                    <a:pt x="1967127" y="1246789"/>
                  </a:lnTo>
                  <a:lnTo>
                    <a:pt x="1966606" y="1247018"/>
                  </a:lnTo>
                  <a:lnTo>
                    <a:pt x="1962084" y="1249001"/>
                  </a:lnTo>
                  <a:lnTo>
                    <a:pt x="1958259" y="1250679"/>
                  </a:lnTo>
                  <a:lnTo>
                    <a:pt x="1947129" y="1255561"/>
                  </a:lnTo>
                  <a:lnTo>
                    <a:pt x="1944869" y="1256553"/>
                  </a:lnTo>
                  <a:lnTo>
                    <a:pt x="1941043" y="1258232"/>
                  </a:lnTo>
                  <a:lnTo>
                    <a:pt x="1939652" y="1258843"/>
                  </a:lnTo>
                  <a:lnTo>
                    <a:pt x="1938260" y="1259453"/>
                  </a:lnTo>
                  <a:lnTo>
                    <a:pt x="1937739" y="1259682"/>
                  </a:lnTo>
                  <a:lnTo>
                    <a:pt x="1935478" y="1260675"/>
                  </a:lnTo>
                  <a:lnTo>
                    <a:pt x="1931305" y="1262507"/>
                  </a:lnTo>
                  <a:lnTo>
                    <a:pt x="1929566" y="1263271"/>
                  </a:lnTo>
                  <a:lnTo>
                    <a:pt x="1927653" y="1264111"/>
                  </a:lnTo>
                  <a:lnTo>
                    <a:pt x="1925044" y="1265256"/>
                  </a:lnTo>
                  <a:lnTo>
                    <a:pt x="1924696" y="1265409"/>
                  </a:lnTo>
                  <a:lnTo>
                    <a:pt x="1924349" y="1265562"/>
                  </a:lnTo>
                  <a:lnTo>
                    <a:pt x="1922436" y="1266402"/>
                  </a:lnTo>
                  <a:lnTo>
                    <a:pt x="1917219" y="1268693"/>
                  </a:lnTo>
                  <a:lnTo>
                    <a:pt x="1916871" y="1268846"/>
                  </a:lnTo>
                  <a:lnTo>
                    <a:pt x="1915306" y="1269534"/>
                  </a:lnTo>
                  <a:lnTo>
                    <a:pt x="1915132" y="1269610"/>
                  </a:lnTo>
                  <a:lnTo>
                    <a:pt x="1913741" y="1270222"/>
                  </a:lnTo>
                  <a:lnTo>
                    <a:pt x="1913219" y="1270451"/>
                  </a:lnTo>
                  <a:lnTo>
                    <a:pt x="1912871" y="1270604"/>
                  </a:lnTo>
                  <a:lnTo>
                    <a:pt x="1911132" y="1271368"/>
                  </a:lnTo>
                  <a:lnTo>
                    <a:pt x="1909567" y="1272055"/>
                  </a:lnTo>
                  <a:lnTo>
                    <a:pt x="1908524" y="1272514"/>
                  </a:lnTo>
                  <a:lnTo>
                    <a:pt x="1906437" y="1273431"/>
                  </a:lnTo>
                  <a:lnTo>
                    <a:pt x="1905916" y="1273660"/>
                  </a:lnTo>
                  <a:lnTo>
                    <a:pt x="1905742" y="1273737"/>
                  </a:lnTo>
                  <a:lnTo>
                    <a:pt x="1902090" y="1275342"/>
                  </a:lnTo>
                  <a:lnTo>
                    <a:pt x="1896699" y="1277712"/>
                  </a:lnTo>
                  <a:lnTo>
                    <a:pt x="1896525" y="1277789"/>
                  </a:lnTo>
                  <a:lnTo>
                    <a:pt x="1894960" y="1278477"/>
                  </a:lnTo>
                  <a:lnTo>
                    <a:pt x="1894786" y="1278553"/>
                  </a:lnTo>
                  <a:lnTo>
                    <a:pt x="1892873" y="1279394"/>
                  </a:lnTo>
                  <a:lnTo>
                    <a:pt x="1890960" y="1280236"/>
                  </a:lnTo>
                  <a:lnTo>
                    <a:pt x="1887308" y="1281842"/>
                  </a:lnTo>
                  <a:lnTo>
                    <a:pt x="1885396" y="1282683"/>
                  </a:lnTo>
                  <a:lnTo>
                    <a:pt x="1885048" y="1282836"/>
                  </a:lnTo>
                  <a:lnTo>
                    <a:pt x="1883309" y="1283601"/>
                  </a:lnTo>
                  <a:lnTo>
                    <a:pt x="1879831" y="1285131"/>
                  </a:lnTo>
                  <a:lnTo>
                    <a:pt x="1879657" y="1285208"/>
                  </a:lnTo>
                  <a:lnTo>
                    <a:pt x="1876179" y="1286738"/>
                  </a:lnTo>
                  <a:lnTo>
                    <a:pt x="1875657" y="1286968"/>
                  </a:lnTo>
                  <a:lnTo>
                    <a:pt x="1872701" y="1288269"/>
                  </a:lnTo>
                  <a:lnTo>
                    <a:pt x="1870962" y="1289034"/>
                  </a:lnTo>
                  <a:lnTo>
                    <a:pt x="1868875" y="1289953"/>
                  </a:lnTo>
                  <a:lnTo>
                    <a:pt x="1868354" y="1290182"/>
                  </a:lnTo>
                  <a:lnTo>
                    <a:pt x="1866962" y="1290795"/>
                  </a:lnTo>
                  <a:lnTo>
                    <a:pt x="1862963" y="1292556"/>
                  </a:lnTo>
                  <a:lnTo>
                    <a:pt x="1861746" y="1293091"/>
                  </a:lnTo>
                  <a:lnTo>
                    <a:pt x="1861398" y="1293245"/>
                  </a:lnTo>
                  <a:lnTo>
                    <a:pt x="1861050" y="1293398"/>
                  </a:lnTo>
                  <a:lnTo>
                    <a:pt x="1858094" y="1294700"/>
                  </a:lnTo>
                  <a:lnTo>
                    <a:pt x="1852355" y="1297227"/>
                  </a:lnTo>
                  <a:lnTo>
                    <a:pt x="1851660" y="1297533"/>
                  </a:lnTo>
                  <a:lnTo>
                    <a:pt x="1849399" y="1298529"/>
                  </a:lnTo>
                  <a:lnTo>
                    <a:pt x="1843486" y="1301134"/>
                  </a:lnTo>
                  <a:lnTo>
                    <a:pt x="1840008" y="1302667"/>
                  </a:lnTo>
                  <a:lnTo>
                    <a:pt x="1835487" y="1304660"/>
                  </a:lnTo>
                  <a:lnTo>
                    <a:pt x="1831835" y="1306269"/>
                  </a:lnTo>
                  <a:lnTo>
                    <a:pt x="1828531" y="1307726"/>
                  </a:lnTo>
                  <a:lnTo>
                    <a:pt x="1828357" y="1307803"/>
                  </a:lnTo>
                  <a:lnTo>
                    <a:pt x="1826270" y="1308723"/>
                  </a:lnTo>
                  <a:lnTo>
                    <a:pt x="1820010" y="1311484"/>
                  </a:lnTo>
                  <a:lnTo>
                    <a:pt x="1811489" y="1315242"/>
                  </a:lnTo>
                  <a:lnTo>
                    <a:pt x="1809576" y="1316086"/>
                  </a:lnTo>
                  <a:lnTo>
                    <a:pt x="1808707" y="1316470"/>
                  </a:lnTo>
                  <a:lnTo>
                    <a:pt x="1805055" y="1318082"/>
                  </a:lnTo>
                  <a:lnTo>
                    <a:pt x="1802273" y="1319310"/>
                  </a:lnTo>
                  <a:lnTo>
                    <a:pt x="1801229" y="1319770"/>
                  </a:lnTo>
                  <a:lnTo>
                    <a:pt x="1796708" y="1321766"/>
                  </a:lnTo>
                  <a:lnTo>
                    <a:pt x="1793230" y="1323302"/>
                  </a:lnTo>
                  <a:lnTo>
                    <a:pt x="1792708" y="1323532"/>
                  </a:lnTo>
                  <a:lnTo>
                    <a:pt x="1788187" y="1325529"/>
                  </a:lnTo>
                  <a:lnTo>
                    <a:pt x="1784361" y="1327218"/>
                  </a:lnTo>
                  <a:lnTo>
                    <a:pt x="1773232" y="1332135"/>
                  </a:lnTo>
                  <a:lnTo>
                    <a:pt x="1770971" y="1333134"/>
                  </a:lnTo>
                  <a:lnTo>
                    <a:pt x="1767145" y="1334825"/>
                  </a:lnTo>
                  <a:lnTo>
                    <a:pt x="1765754" y="1335440"/>
                  </a:lnTo>
                  <a:lnTo>
                    <a:pt x="1764363" y="1336055"/>
                  </a:lnTo>
                  <a:lnTo>
                    <a:pt x="1763841" y="1336286"/>
                  </a:lnTo>
                  <a:lnTo>
                    <a:pt x="1761581" y="1337285"/>
                  </a:lnTo>
                  <a:lnTo>
                    <a:pt x="1757407" y="1339130"/>
                  </a:lnTo>
                  <a:lnTo>
                    <a:pt x="1755668" y="1339899"/>
                  </a:lnTo>
                  <a:lnTo>
                    <a:pt x="1753755" y="1340745"/>
                  </a:lnTo>
                  <a:lnTo>
                    <a:pt x="1751147" y="1341899"/>
                  </a:lnTo>
                  <a:lnTo>
                    <a:pt x="1750799" y="1342053"/>
                  </a:lnTo>
                  <a:lnTo>
                    <a:pt x="1750451" y="1342207"/>
                  </a:lnTo>
                  <a:lnTo>
                    <a:pt x="1748538" y="1343053"/>
                  </a:lnTo>
                  <a:lnTo>
                    <a:pt x="1743321" y="1345361"/>
                  </a:lnTo>
                  <a:lnTo>
                    <a:pt x="1742974" y="1345514"/>
                  </a:lnTo>
                  <a:lnTo>
                    <a:pt x="1741409" y="1346207"/>
                  </a:lnTo>
                  <a:lnTo>
                    <a:pt x="1741235" y="1346284"/>
                  </a:lnTo>
                  <a:lnTo>
                    <a:pt x="1739843" y="1346899"/>
                  </a:lnTo>
                  <a:lnTo>
                    <a:pt x="1739322" y="1347130"/>
                  </a:lnTo>
                  <a:lnTo>
                    <a:pt x="1738974" y="1347284"/>
                  </a:lnTo>
                  <a:lnTo>
                    <a:pt x="1737235" y="1348054"/>
                  </a:lnTo>
                  <a:lnTo>
                    <a:pt x="1735670" y="1348746"/>
                  </a:lnTo>
                  <a:lnTo>
                    <a:pt x="1734627" y="1349208"/>
                  </a:lnTo>
                  <a:lnTo>
                    <a:pt x="1732540" y="1350132"/>
                  </a:lnTo>
                  <a:lnTo>
                    <a:pt x="1732018" y="1350363"/>
                  </a:lnTo>
                  <a:lnTo>
                    <a:pt x="1731844" y="1350440"/>
                  </a:lnTo>
                  <a:lnTo>
                    <a:pt x="1728192" y="1352056"/>
                  </a:lnTo>
                  <a:lnTo>
                    <a:pt x="1722802" y="1354443"/>
                  </a:lnTo>
                  <a:lnTo>
                    <a:pt x="1722628" y="1354520"/>
                  </a:lnTo>
                  <a:lnTo>
                    <a:pt x="1721063" y="1355213"/>
                  </a:lnTo>
                  <a:lnTo>
                    <a:pt x="1720889" y="1355290"/>
                  </a:lnTo>
                  <a:lnTo>
                    <a:pt x="1718976" y="1356137"/>
                  </a:lnTo>
                  <a:lnTo>
                    <a:pt x="1717063" y="1356984"/>
                  </a:lnTo>
                  <a:lnTo>
                    <a:pt x="1713411" y="1358602"/>
                  </a:lnTo>
                  <a:lnTo>
                    <a:pt x="1711498" y="1359449"/>
                  </a:lnTo>
                  <a:lnTo>
                    <a:pt x="1711150" y="1359603"/>
                  </a:lnTo>
                  <a:lnTo>
                    <a:pt x="1709411" y="1360374"/>
                  </a:lnTo>
                  <a:lnTo>
                    <a:pt x="1705933" y="1361915"/>
                  </a:lnTo>
                  <a:lnTo>
                    <a:pt x="1705760" y="1361992"/>
                  </a:lnTo>
                  <a:lnTo>
                    <a:pt x="1702282" y="1363533"/>
                  </a:lnTo>
                  <a:lnTo>
                    <a:pt x="1701760" y="1363764"/>
                  </a:lnTo>
                  <a:lnTo>
                    <a:pt x="1698804" y="1365075"/>
                  </a:lnTo>
                  <a:lnTo>
                    <a:pt x="1697065" y="1365845"/>
                  </a:lnTo>
                  <a:lnTo>
                    <a:pt x="1694978" y="1366770"/>
                  </a:lnTo>
                  <a:lnTo>
                    <a:pt x="1694456" y="1367002"/>
                  </a:lnTo>
                  <a:lnTo>
                    <a:pt x="1693065" y="1367619"/>
                  </a:lnTo>
                  <a:lnTo>
                    <a:pt x="1689065" y="1369392"/>
                  </a:lnTo>
                  <a:lnTo>
                    <a:pt x="1687848" y="1369932"/>
                  </a:lnTo>
                  <a:lnTo>
                    <a:pt x="1687500" y="1370086"/>
                  </a:lnTo>
                  <a:lnTo>
                    <a:pt x="1687153" y="1370240"/>
                  </a:lnTo>
                  <a:lnTo>
                    <a:pt x="1684196" y="1371551"/>
                  </a:lnTo>
                  <a:lnTo>
                    <a:pt x="1682631" y="1372245"/>
                  </a:lnTo>
                  <a:lnTo>
                    <a:pt x="1678458" y="1374096"/>
                  </a:lnTo>
                  <a:lnTo>
                    <a:pt x="1677762" y="1374405"/>
                  </a:lnTo>
                  <a:lnTo>
                    <a:pt x="1675501" y="1375408"/>
                  </a:lnTo>
                  <a:lnTo>
                    <a:pt x="1669589" y="1378031"/>
                  </a:lnTo>
                  <a:lnTo>
                    <a:pt x="1666111" y="1379575"/>
                  </a:lnTo>
                  <a:lnTo>
                    <a:pt x="1661590" y="1381582"/>
                  </a:lnTo>
                  <a:lnTo>
                    <a:pt x="1657938" y="1383203"/>
                  </a:lnTo>
                  <a:lnTo>
                    <a:pt x="1654634" y="1384670"/>
                  </a:lnTo>
                  <a:lnTo>
                    <a:pt x="1654460" y="1384747"/>
                  </a:lnTo>
                  <a:lnTo>
                    <a:pt x="1652373" y="1385674"/>
                  </a:lnTo>
                  <a:lnTo>
                    <a:pt x="1646113" y="1388454"/>
                  </a:lnTo>
                  <a:lnTo>
                    <a:pt x="1637592" y="1392240"/>
                  </a:lnTo>
                  <a:lnTo>
                    <a:pt x="1635679" y="1393090"/>
                  </a:lnTo>
                  <a:lnTo>
                    <a:pt x="1634809" y="1393476"/>
                  </a:lnTo>
                  <a:lnTo>
                    <a:pt x="1631158" y="1395099"/>
                  </a:lnTo>
                  <a:lnTo>
                    <a:pt x="1628375" y="1396336"/>
                  </a:lnTo>
                  <a:lnTo>
                    <a:pt x="1627332" y="1396799"/>
                  </a:lnTo>
                  <a:lnTo>
                    <a:pt x="1622810" y="1398809"/>
                  </a:lnTo>
                  <a:lnTo>
                    <a:pt x="1619333" y="1400356"/>
                  </a:lnTo>
                  <a:lnTo>
                    <a:pt x="1618811" y="1400588"/>
                  </a:lnTo>
                  <a:lnTo>
                    <a:pt x="1614290" y="1402599"/>
                  </a:lnTo>
                  <a:lnTo>
                    <a:pt x="1610464" y="1404300"/>
                  </a:lnTo>
                  <a:lnTo>
                    <a:pt x="1599334" y="1409252"/>
                  </a:lnTo>
                  <a:lnTo>
                    <a:pt x="1597074" y="1410258"/>
                  </a:lnTo>
                  <a:lnTo>
                    <a:pt x="1593248" y="1411961"/>
                  </a:lnTo>
                  <a:lnTo>
                    <a:pt x="1591857" y="1412580"/>
                  </a:lnTo>
                  <a:lnTo>
                    <a:pt x="1590466" y="1413199"/>
                  </a:lnTo>
                  <a:lnTo>
                    <a:pt x="1589944" y="1413432"/>
                  </a:lnTo>
                  <a:lnTo>
                    <a:pt x="1587683" y="1414438"/>
                  </a:lnTo>
                  <a:lnTo>
                    <a:pt x="1583510" y="1416296"/>
                  </a:lnTo>
                  <a:lnTo>
                    <a:pt x="1581771" y="1417071"/>
                  </a:lnTo>
                  <a:lnTo>
                    <a:pt x="1579858" y="1417923"/>
                  </a:lnTo>
                  <a:lnTo>
                    <a:pt x="1577249" y="1419084"/>
                  </a:lnTo>
                  <a:lnTo>
                    <a:pt x="1576902" y="1419239"/>
                  </a:lnTo>
                  <a:lnTo>
                    <a:pt x="1576554" y="1419394"/>
                  </a:lnTo>
                  <a:lnTo>
                    <a:pt x="1574641" y="1420246"/>
                  </a:lnTo>
                  <a:lnTo>
                    <a:pt x="1569424" y="1422570"/>
                  </a:lnTo>
                  <a:lnTo>
                    <a:pt x="1569076" y="1422725"/>
                  </a:lnTo>
                  <a:lnTo>
                    <a:pt x="1567511" y="1423423"/>
                  </a:lnTo>
                  <a:lnTo>
                    <a:pt x="1567337" y="1423500"/>
                  </a:lnTo>
                  <a:lnTo>
                    <a:pt x="1565946" y="1424120"/>
                  </a:lnTo>
                  <a:lnTo>
                    <a:pt x="1565424" y="1424353"/>
                  </a:lnTo>
                  <a:lnTo>
                    <a:pt x="1565077" y="1424508"/>
                  </a:lnTo>
                  <a:lnTo>
                    <a:pt x="1563338" y="1425283"/>
                  </a:lnTo>
                  <a:lnTo>
                    <a:pt x="1561772" y="1425980"/>
                  </a:lnTo>
                  <a:lnTo>
                    <a:pt x="1560729" y="1426445"/>
                  </a:lnTo>
                  <a:lnTo>
                    <a:pt x="1558642" y="1427375"/>
                  </a:lnTo>
                  <a:lnTo>
                    <a:pt x="1558121" y="1427608"/>
                  </a:lnTo>
                  <a:lnTo>
                    <a:pt x="1557947" y="1427685"/>
                  </a:lnTo>
                  <a:lnTo>
                    <a:pt x="1554295" y="1429313"/>
                  </a:lnTo>
                  <a:lnTo>
                    <a:pt x="1548904" y="1431717"/>
                  </a:lnTo>
                  <a:lnTo>
                    <a:pt x="1548730" y="1431794"/>
                  </a:lnTo>
                  <a:lnTo>
                    <a:pt x="1547165" y="1432492"/>
                  </a:lnTo>
                  <a:lnTo>
                    <a:pt x="1546991" y="1432570"/>
                  </a:lnTo>
                  <a:lnTo>
                    <a:pt x="1545078" y="1433423"/>
                  </a:lnTo>
                  <a:lnTo>
                    <a:pt x="1543165" y="1434276"/>
                  </a:lnTo>
                  <a:lnTo>
                    <a:pt x="1539514" y="1435905"/>
                  </a:lnTo>
                  <a:lnTo>
                    <a:pt x="1537601" y="1436758"/>
                  </a:lnTo>
                  <a:lnTo>
                    <a:pt x="1537253" y="1436913"/>
                  </a:lnTo>
                  <a:lnTo>
                    <a:pt x="1535514" y="1437689"/>
                  </a:lnTo>
                  <a:lnTo>
                    <a:pt x="1532036" y="1439241"/>
                  </a:lnTo>
                  <a:lnTo>
                    <a:pt x="1531862" y="1439319"/>
                  </a:lnTo>
                  <a:lnTo>
                    <a:pt x="1528384" y="1440871"/>
                  </a:lnTo>
                  <a:lnTo>
                    <a:pt x="1527862" y="1441103"/>
                  </a:lnTo>
                  <a:lnTo>
                    <a:pt x="1524906" y="1442423"/>
                  </a:lnTo>
                  <a:lnTo>
                    <a:pt x="1523167" y="1443199"/>
                  </a:lnTo>
                  <a:lnTo>
                    <a:pt x="1521080" y="1444130"/>
                  </a:lnTo>
                  <a:lnTo>
                    <a:pt x="1520559" y="1444363"/>
                  </a:lnTo>
                  <a:lnTo>
                    <a:pt x="1519168" y="1444984"/>
                  </a:lnTo>
                  <a:lnTo>
                    <a:pt x="1515168" y="1446770"/>
                  </a:lnTo>
                  <a:lnTo>
                    <a:pt x="1513951" y="1447314"/>
                  </a:lnTo>
                  <a:lnTo>
                    <a:pt x="1513603" y="1447469"/>
                  </a:lnTo>
                  <a:lnTo>
                    <a:pt x="1513255" y="1447624"/>
                  </a:lnTo>
                  <a:lnTo>
                    <a:pt x="1510299" y="1448944"/>
                  </a:lnTo>
                  <a:lnTo>
                    <a:pt x="1508734" y="1449643"/>
                  </a:lnTo>
                  <a:lnTo>
                    <a:pt x="1504560" y="1451507"/>
                  </a:lnTo>
                  <a:lnTo>
                    <a:pt x="1503865" y="1451818"/>
                  </a:lnTo>
                  <a:lnTo>
                    <a:pt x="1501604" y="1452828"/>
                  </a:lnTo>
                  <a:lnTo>
                    <a:pt x="1495691" y="1455470"/>
                  </a:lnTo>
                  <a:lnTo>
                    <a:pt x="1492213" y="1457024"/>
                  </a:lnTo>
                  <a:lnTo>
                    <a:pt x="1487692" y="1459045"/>
                  </a:lnTo>
                  <a:lnTo>
                    <a:pt x="1484040" y="1460677"/>
                  </a:lnTo>
                  <a:lnTo>
                    <a:pt x="1480736" y="1462154"/>
                  </a:lnTo>
                  <a:lnTo>
                    <a:pt x="1480562" y="1462232"/>
                  </a:lnTo>
                  <a:lnTo>
                    <a:pt x="1478476" y="1463165"/>
                  </a:lnTo>
                  <a:lnTo>
                    <a:pt x="1472215" y="1465965"/>
                  </a:lnTo>
                  <a:lnTo>
                    <a:pt x="1463694" y="1469776"/>
                  </a:lnTo>
                  <a:lnTo>
                    <a:pt x="1461781" y="1470632"/>
                  </a:lnTo>
                  <a:lnTo>
                    <a:pt x="1460912" y="1471021"/>
                  </a:lnTo>
                  <a:lnTo>
                    <a:pt x="1457260" y="1472655"/>
                  </a:lnTo>
                  <a:lnTo>
                    <a:pt x="1454478" y="1473900"/>
                  </a:lnTo>
                  <a:lnTo>
                    <a:pt x="1453434" y="1474367"/>
                  </a:lnTo>
                  <a:lnTo>
                    <a:pt x="1448913" y="1476391"/>
                  </a:lnTo>
                  <a:lnTo>
                    <a:pt x="1445435" y="1477948"/>
                  </a:lnTo>
                  <a:lnTo>
                    <a:pt x="1444913" y="1478182"/>
                  </a:lnTo>
                  <a:lnTo>
                    <a:pt x="1440392" y="1480206"/>
                  </a:lnTo>
                  <a:lnTo>
                    <a:pt x="1436566" y="1481920"/>
                  </a:lnTo>
                  <a:lnTo>
                    <a:pt x="1425437" y="1486905"/>
                  </a:lnTo>
                  <a:lnTo>
                    <a:pt x="1423176" y="1487918"/>
                  </a:lnTo>
                  <a:lnTo>
                    <a:pt x="1419350" y="1489632"/>
                  </a:lnTo>
                  <a:lnTo>
                    <a:pt x="1417959" y="1490256"/>
                  </a:lnTo>
                  <a:lnTo>
                    <a:pt x="1416568" y="1490879"/>
                  </a:lnTo>
                  <a:lnTo>
                    <a:pt x="1416046" y="1491113"/>
                  </a:lnTo>
                  <a:lnTo>
                    <a:pt x="1413786" y="1492126"/>
                  </a:lnTo>
                  <a:lnTo>
                    <a:pt x="1409612" y="1493997"/>
                  </a:lnTo>
                  <a:lnTo>
                    <a:pt x="1407873" y="1494777"/>
                  </a:lnTo>
                  <a:lnTo>
                    <a:pt x="1405960" y="1495635"/>
                  </a:lnTo>
                  <a:lnTo>
                    <a:pt x="1403352" y="1496804"/>
                  </a:lnTo>
                  <a:lnTo>
                    <a:pt x="1403004" y="1496960"/>
                  </a:lnTo>
                  <a:lnTo>
                    <a:pt x="1402656" y="1497116"/>
                  </a:lnTo>
                  <a:lnTo>
                    <a:pt x="1400743" y="1497974"/>
                  </a:lnTo>
                  <a:lnTo>
                    <a:pt x="1395527" y="1500314"/>
                  </a:lnTo>
                  <a:lnTo>
                    <a:pt x="1395179" y="1500470"/>
                  </a:lnTo>
                  <a:lnTo>
                    <a:pt x="1393614" y="1501172"/>
                  </a:lnTo>
                  <a:lnTo>
                    <a:pt x="1393440" y="1501250"/>
                  </a:lnTo>
                  <a:lnTo>
                    <a:pt x="1392049" y="1501874"/>
                  </a:lnTo>
                  <a:lnTo>
                    <a:pt x="1391527" y="1502108"/>
                  </a:lnTo>
                  <a:lnTo>
                    <a:pt x="1391179" y="1502264"/>
                  </a:lnTo>
                  <a:lnTo>
                    <a:pt x="1389440" y="1503044"/>
                  </a:lnTo>
                  <a:lnTo>
                    <a:pt x="1387875" y="1503747"/>
                  </a:lnTo>
                  <a:lnTo>
                    <a:pt x="1386832" y="1504215"/>
                  </a:lnTo>
                  <a:lnTo>
                    <a:pt x="1384745" y="1505151"/>
                  </a:lnTo>
                  <a:lnTo>
                    <a:pt x="1384223" y="1505385"/>
                  </a:lnTo>
                  <a:lnTo>
                    <a:pt x="1384049" y="1505463"/>
                  </a:lnTo>
                  <a:lnTo>
                    <a:pt x="1380397" y="1507102"/>
                  </a:lnTo>
                  <a:lnTo>
                    <a:pt x="1375007" y="1509522"/>
                  </a:lnTo>
                  <a:lnTo>
                    <a:pt x="1374833" y="1509600"/>
                  </a:lnTo>
                  <a:lnTo>
                    <a:pt x="1373268" y="1510302"/>
                  </a:lnTo>
                  <a:lnTo>
                    <a:pt x="1373094" y="1510380"/>
                  </a:lnTo>
                  <a:lnTo>
                    <a:pt x="1371181" y="1511239"/>
                  </a:lnTo>
                  <a:lnTo>
                    <a:pt x="1369268" y="1512098"/>
                  </a:lnTo>
                  <a:lnTo>
                    <a:pt x="1365616" y="1513738"/>
                  </a:lnTo>
                  <a:lnTo>
                    <a:pt x="1363703" y="1514597"/>
                  </a:lnTo>
                  <a:lnTo>
                    <a:pt x="1363355" y="1514753"/>
                  </a:lnTo>
                  <a:lnTo>
                    <a:pt x="1361617" y="1515534"/>
                  </a:lnTo>
                  <a:lnTo>
                    <a:pt x="1358139" y="1517096"/>
                  </a:lnTo>
                  <a:lnTo>
                    <a:pt x="1357965" y="1517174"/>
                  </a:lnTo>
                  <a:lnTo>
                    <a:pt x="1354487" y="1518737"/>
                  </a:lnTo>
                  <a:lnTo>
                    <a:pt x="1353965" y="1518971"/>
                  </a:lnTo>
                  <a:lnTo>
                    <a:pt x="1351009" y="1520299"/>
                  </a:lnTo>
                  <a:lnTo>
                    <a:pt x="1349270" y="1521080"/>
                  </a:lnTo>
                  <a:lnTo>
                    <a:pt x="1347183" y="1522018"/>
                  </a:lnTo>
                  <a:lnTo>
                    <a:pt x="1346661" y="1522253"/>
                  </a:lnTo>
                  <a:lnTo>
                    <a:pt x="1345270" y="1522878"/>
                  </a:lnTo>
                  <a:lnTo>
                    <a:pt x="1341271" y="1524675"/>
                  </a:lnTo>
                  <a:lnTo>
                    <a:pt x="1340053" y="1525222"/>
                  </a:lnTo>
                  <a:lnTo>
                    <a:pt x="1339705" y="1525379"/>
                  </a:lnTo>
                  <a:lnTo>
                    <a:pt x="1339358" y="1525535"/>
                  </a:lnTo>
                  <a:lnTo>
                    <a:pt x="1336401" y="1526864"/>
                  </a:lnTo>
                  <a:lnTo>
                    <a:pt x="1334836" y="1527567"/>
                  </a:lnTo>
                  <a:lnTo>
                    <a:pt x="1330663" y="1529444"/>
                  </a:lnTo>
                  <a:lnTo>
                    <a:pt x="1329967" y="1529757"/>
                  </a:lnTo>
                  <a:lnTo>
                    <a:pt x="1327707" y="1530773"/>
                  </a:lnTo>
                  <a:lnTo>
                    <a:pt x="1321794" y="1533432"/>
                  </a:lnTo>
                  <a:lnTo>
                    <a:pt x="1318316" y="1534997"/>
                  </a:lnTo>
                  <a:lnTo>
                    <a:pt x="1313795" y="1537031"/>
                  </a:lnTo>
                  <a:lnTo>
                    <a:pt x="1310143" y="1538674"/>
                  </a:lnTo>
                  <a:lnTo>
                    <a:pt x="1306839" y="1540160"/>
                  </a:lnTo>
                  <a:lnTo>
                    <a:pt x="1306665" y="1540239"/>
                  </a:lnTo>
                  <a:lnTo>
                    <a:pt x="1304578" y="1541178"/>
                  </a:lnTo>
                  <a:lnTo>
                    <a:pt x="1298318" y="1543996"/>
                  </a:lnTo>
                  <a:lnTo>
                    <a:pt x="1289797" y="1547832"/>
                  </a:lnTo>
                  <a:lnTo>
                    <a:pt x="1287884" y="1548693"/>
                  </a:lnTo>
                  <a:lnTo>
                    <a:pt x="1287015" y="1549085"/>
                  </a:lnTo>
                  <a:lnTo>
                    <a:pt x="1283363" y="1550730"/>
                  </a:lnTo>
                  <a:lnTo>
                    <a:pt x="1280580" y="1551983"/>
                  </a:lnTo>
                  <a:lnTo>
                    <a:pt x="1279537" y="1552453"/>
                  </a:lnTo>
                  <a:lnTo>
                    <a:pt x="1275016" y="1554490"/>
                  </a:lnTo>
                  <a:lnTo>
                    <a:pt x="1271538" y="1556057"/>
                  </a:lnTo>
                  <a:lnTo>
                    <a:pt x="1271016" y="1556292"/>
                  </a:lnTo>
                  <a:lnTo>
                    <a:pt x="1266495" y="1558329"/>
                  </a:lnTo>
                  <a:lnTo>
                    <a:pt x="1262669" y="1560053"/>
                  </a:lnTo>
                  <a:lnTo>
                    <a:pt x="1251539" y="1565071"/>
                  </a:lnTo>
                  <a:lnTo>
                    <a:pt x="1249279" y="1566090"/>
                  </a:lnTo>
                  <a:lnTo>
                    <a:pt x="1245453" y="1567815"/>
                  </a:lnTo>
                  <a:lnTo>
                    <a:pt x="1244062" y="1568443"/>
                  </a:lnTo>
                  <a:lnTo>
                    <a:pt x="1242671" y="1569070"/>
                  </a:lnTo>
                  <a:lnTo>
                    <a:pt x="1242149" y="1569305"/>
                  </a:lnTo>
                  <a:lnTo>
                    <a:pt x="1239888" y="1570325"/>
                  </a:lnTo>
                  <a:lnTo>
                    <a:pt x="1233976" y="1572992"/>
                  </a:lnTo>
                  <a:lnTo>
                    <a:pt x="1232063" y="1573855"/>
                  </a:lnTo>
                  <a:lnTo>
                    <a:pt x="1229454" y="1575032"/>
                  </a:lnTo>
                  <a:lnTo>
                    <a:pt x="1229107" y="1575189"/>
                  </a:lnTo>
                  <a:lnTo>
                    <a:pt x="1228759" y="1575346"/>
                  </a:lnTo>
                  <a:lnTo>
                    <a:pt x="1226846" y="1576210"/>
                  </a:lnTo>
                  <a:lnTo>
                    <a:pt x="1221629" y="1578564"/>
                  </a:lnTo>
                  <a:lnTo>
                    <a:pt x="1221281" y="1578721"/>
                  </a:lnTo>
                  <a:lnTo>
                    <a:pt x="1219716" y="1579428"/>
                  </a:lnTo>
                  <a:lnTo>
                    <a:pt x="1219542" y="1579506"/>
                  </a:lnTo>
                  <a:lnTo>
                    <a:pt x="1218151" y="1580134"/>
                  </a:lnTo>
                  <a:lnTo>
                    <a:pt x="1217629" y="1580370"/>
                  </a:lnTo>
                  <a:lnTo>
                    <a:pt x="1217282" y="1580527"/>
                  </a:lnTo>
                  <a:lnTo>
                    <a:pt x="1215543" y="1581312"/>
                  </a:lnTo>
                  <a:lnTo>
                    <a:pt x="1213978" y="1582018"/>
                  </a:lnTo>
                  <a:lnTo>
                    <a:pt x="1212934" y="1582489"/>
                  </a:lnTo>
                  <a:lnTo>
                    <a:pt x="1210847" y="1583431"/>
                  </a:lnTo>
                  <a:lnTo>
                    <a:pt x="1210326" y="1583667"/>
                  </a:lnTo>
                  <a:lnTo>
                    <a:pt x="1210152" y="1583746"/>
                  </a:lnTo>
                  <a:lnTo>
                    <a:pt x="1206500" y="1585395"/>
                  </a:lnTo>
                  <a:lnTo>
                    <a:pt x="1201109" y="1587829"/>
                  </a:lnTo>
                  <a:lnTo>
                    <a:pt x="1200935" y="1587908"/>
                  </a:lnTo>
                  <a:lnTo>
                    <a:pt x="1199370" y="1588615"/>
                  </a:lnTo>
                  <a:lnTo>
                    <a:pt x="1199196" y="1588693"/>
                  </a:lnTo>
                  <a:lnTo>
                    <a:pt x="1197283" y="1589557"/>
                  </a:lnTo>
                  <a:lnTo>
                    <a:pt x="1195371" y="1590422"/>
                  </a:lnTo>
                  <a:lnTo>
                    <a:pt x="1191719" y="1592071"/>
                  </a:lnTo>
                  <a:lnTo>
                    <a:pt x="1189806" y="1592936"/>
                  </a:lnTo>
                  <a:lnTo>
                    <a:pt x="1189458" y="1593093"/>
                  </a:lnTo>
                  <a:lnTo>
                    <a:pt x="1187719" y="1593879"/>
                  </a:lnTo>
                  <a:lnTo>
                    <a:pt x="1184241" y="1595450"/>
                  </a:lnTo>
                  <a:lnTo>
                    <a:pt x="1184067" y="1595529"/>
                  </a:lnTo>
                  <a:lnTo>
                    <a:pt x="1180589" y="1597101"/>
                  </a:lnTo>
                  <a:lnTo>
                    <a:pt x="1180068" y="1597337"/>
                  </a:lnTo>
                  <a:lnTo>
                    <a:pt x="1177111" y="1598673"/>
                  </a:lnTo>
                  <a:lnTo>
                    <a:pt x="1173286" y="1600403"/>
                  </a:lnTo>
                  <a:lnTo>
                    <a:pt x="1172764" y="1600638"/>
                  </a:lnTo>
                  <a:lnTo>
                    <a:pt x="1171373" y="1601267"/>
                  </a:lnTo>
                  <a:lnTo>
                    <a:pt x="1167373" y="1603076"/>
                  </a:lnTo>
                  <a:lnTo>
                    <a:pt x="1166156" y="1603626"/>
                  </a:lnTo>
                  <a:lnTo>
                    <a:pt x="1165808" y="1603784"/>
                  </a:lnTo>
                  <a:lnTo>
                    <a:pt x="1165460" y="1603941"/>
                  </a:lnTo>
                  <a:lnTo>
                    <a:pt x="1162504" y="1605278"/>
                  </a:lnTo>
                  <a:lnTo>
                    <a:pt x="1160939" y="1605986"/>
                  </a:lnTo>
                  <a:lnTo>
                    <a:pt x="1156765" y="1607873"/>
                  </a:lnTo>
                  <a:lnTo>
                    <a:pt x="1156070" y="1608188"/>
                  </a:lnTo>
                  <a:lnTo>
                    <a:pt x="1153809" y="1609211"/>
                  </a:lnTo>
                  <a:lnTo>
                    <a:pt x="1147897" y="1611886"/>
                  </a:lnTo>
                  <a:lnTo>
                    <a:pt x="1144419" y="1613460"/>
                  </a:lnTo>
                  <a:lnTo>
                    <a:pt x="1139897" y="1615506"/>
                  </a:lnTo>
                  <a:lnTo>
                    <a:pt x="1136245" y="1617159"/>
                  </a:lnTo>
                  <a:lnTo>
                    <a:pt x="1132941" y="1618654"/>
                  </a:lnTo>
                  <a:lnTo>
                    <a:pt x="1132767" y="1618733"/>
                  </a:lnTo>
                  <a:lnTo>
                    <a:pt x="1130681" y="1619678"/>
                  </a:lnTo>
                  <a:lnTo>
                    <a:pt x="1124420" y="1622512"/>
                  </a:lnTo>
                  <a:lnTo>
                    <a:pt x="1115899" y="1626371"/>
                  </a:lnTo>
                  <a:lnTo>
                    <a:pt x="1113987" y="1627238"/>
                  </a:lnTo>
                  <a:lnTo>
                    <a:pt x="1113117" y="1627632"/>
                  </a:lnTo>
                  <a:lnTo>
                    <a:pt x="1109465" y="1629286"/>
                  </a:lnTo>
                  <a:lnTo>
                    <a:pt x="1106683" y="1630547"/>
                  </a:lnTo>
                  <a:lnTo>
                    <a:pt x="1105639" y="1631019"/>
                  </a:lnTo>
                  <a:lnTo>
                    <a:pt x="1101118" y="1633068"/>
                  </a:lnTo>
                  <a:lnTo>
                    <a:pt x="1097640" y="1634644"/>
                  </a:lnTo>
                  <a:lnTo>
                    <a:pt x="1097118" y="1634881"/>
                  </a:lnTo>
                  <a:lnTo>
                    <a:pt x="1092597" y="1636930"/>
                  </a:lnTo>
                  <a:lnTo>
                    <a:pt x="1088771" y="1638664"/>
                  </a:lnTo>
                  <a:lnTo>
                    <a:pt x="1077642" y="1643711"/>
                  </a:lnTo>
                  <a:lnTo>
                    <a:pt x="1075381" y="1644736"/>
                  </a:lnTo>
                  <a:lnTo>
                    <a:pt x="1071556" y="1646471"/>
                  </a:lnTo>
                  <a:lnTo>
                    <a:pt x="1068773" y="1647733"/>
                  </a:lnTo>
                  <a:lnTo>
                    <a:pt x="1068252" y="1647970"/>
                  </a:lnTo>
                  <a:lnTo>
                    <a:pt x="1065991" y="1648995"/>
                  </a:lnTo>
                  <a:lnTo>
                    <a:pt x="1061817" y="1650889"/>
                  </a:lnTo>
                  <a:lnTo>
                    <a:pt x="1060078" y="1651678"/>
                  </a:lnTo>
                  <a:lnTo>
                    <a:pt x="1058165" y="1652546"/>
                  </a:lnTo>
                  <a:lnTo>
                    <a:pt x="1055557" y="1653730"/>
                  </a:lnTo>
                  <a:lnTo>
                    <a:pt x="1055209" y="1653887"/>
                  </a:lnTo>
                  <a:lnTo>
                    <a:pt x="1054861" y="1654045"/>
                  </a:lnTo>
                  <a:lnTo>
                    <a:pt x="1052949" y="1654913"/>
                  </a:lnTo>
                  <a:lnTo>
                    <a:pt x="1047732" y="1657281"/>
                  </a:lnTo>
                  <a:lnTo>
                    <a:pt x="1047384" y="1657439"/>
                  </a:lnTo>
                  <a:lnTo>
                    <a:pt x="1045819" y="1658149"/>
                  </a:lnTo>
                  <a:lnTo>
                    <a:pt x="1045645" y="1658228"/>
                  </a:lnTo>
                  <a:lnTo>
                    <a:pt x="1044254" y="1658860"/>
                  </a:lnTo>
                  <a:lnTo>
                    <a:pt x="1043732" y="1659097"/>
                  </a:lnTo>
                  <a:lnTo>
                    <a:pt x="1043384" y="1659255"/>
                  </a:lnTo>
                  <a:lnTo>
                    <a:pt x="1041645" y="1660044"/>
                  </a:lnTo>
                  <a:lnTo>
                    <a:pt x="1040080" y="1660755"/>
                  </a:lnTo>
                  <a:lnTo>
                    <a:pt x="1039037" y="1661228"/>
                  </a:lnTo>
                  <a:lnTo>
                    <a:pt x="1036950" y="1662176"/>
                  </a:lnTo>
                  <a:lnTo>
                    <a:pt x="1036428" y="1662413"/>
                  </a:lnTo>
                  <a:lnTo>
                    <a:pt x="1036254" y="1662492"/>
                  </a:lnTo>
                  <a:lnTo>
                    <a:pt x="1032603" y="1664150"/>
                  </a:lnTo>
                  <a:lnTo>
                    <a:pt x="1027212" y="1666598"/>
                  </a:lnTo>
                  <a:lnTo>
                    <a:pt x="1027038" y="1666677"/>
                  </a:lnTo>
                  <a:lnTo>
                    <a:pt x="1025473" y="1667388"/>
                  </a:lnTo>
                  <a:lnTo>
                    <a:pt x="1025299" y="1667467"/>
                  </a:lnTo>
                  <a:lnTo>
                    <a:pt x="1023386" y="1668336"/>
                  </a:lnTo>
                  <a:lnTo>
                    <a:pt x="1021473" y="1669205"/>
                  </a:lnTo>
                  <a:lnTo>
                    <a:pt x="1017821" y="1670864"/>
                  </a:lnTo>
                  <a:lnTo>
                    <a:pt x="1015908" y="1671733"/>
                  </a:lnTo>
                  <a:lnTo>
                    <a:pt x="1015561" y="1671891"/>
                  </a:lnTo>
                  <a:lnTo>
                    <a:pt x="1013822" y="1672681"/>
                  </a:lnTo>
                  <a:lnTo>
                    <a:pt x="1010344" y="1674262"/>
                  </a:lnTo>
                  <a:lnTo>
                    <a:pt x="1010170" y="1674341"/>
                  </a:lnTo>
                  <a:lnTo>
                    <a:pt x="1006692" y="1675921"/>
                  </a:lnTo>
                  <a:lnTo>
                    <a:pt x="1006170" y="1676158"/>
                  </a:lnTo>
                  <a:lnTo>
                    <a:pt x="1003214" y="1677502"/>
                  </a:lnTo>
                  <a:lnTo>
                    <a:pt x="1001475" y="1678293"/>
                  </a:lnTo>
                  <a:lnTo>
                    <a:pt x="999388" y="1679241"/>
                  </a:lnTo>
                  <a:lnTo>
                    <a:pt x="998866" y="1679478"/>
                  </a:lnTo>
                  <a:lnTo>
                    <a:pt x="997475" y="1680111"/>
                  </a:lnTo>
                  <a:lnTo>
                    <a:pt x="993476" y="1681929"/>
                  </a:lnTo>
                  <a:lnTo>
                    <a:pt x="992258" y="1682482"/>
                  </a:lnTo>
                  <a:lnTo>
                    <a:pt x="991911" y="1682641"/>
                  </a:lnTo>
                  <a:lnTo>
                    <a:pt x="991563" y="1682799"/>
                  </a:lnTo>
                  <a:lnTo>
                    <a:pt x="988606" y="1684143"/>
                  </a:lnTo>
                  <a:lnTo>
                    <a:pt x="987041" y="1684855"/>
                  </a:lnTo>
                  <a:lnTo>
                    <a:pt x="982868" y="1686753"/>
                  </a:lnTo>
                  <a:lnTo>
                    <a:pt x="982172" y="1687069"/>
                  </a:lnTo>
                  <a:lnTo>
                    <a:pt x="979912" y="1688097"/>
                  </a:lnTo>
                  <a:lnTo>
                    <a:pt x="973999" y="1690787"/>
                  </a:lnTo>
                  <a:lnTo>
                    <a:pt x="970521" y="1692369"/>
                  </a:lnTo>
                  <a:lnTo>
                    <a:pt x="966000" y="1694426"/>
                  </a:lnTo>
                  <a:lnTo>
                    <a:pt x="962348" y="1696088"/>
                  </a:lnTo>
                  <a:lnTo>
                    <a:pt x="959044" y="1697591"/>
                  </a:lnTo>
                  <a:lnTo>
                    <a:pt x="958870" y="1697671"/>
                  </a:lnTo>
                  <a:lnTo>
                    <a:pt x="956783" y="1698620"/>
                  </a:lnTo>
                  <a:lnTo>
                    <a:pt x="950523" y="1701470"/>
                  </a:lnTo>
                  <a:lnTo>
                    <a:pt x="942002" y="1705349"/>
                  </a:lnTo>
                  <a:lnTo>
                    <a:pt x="940089" y="1706220"/>
                  </a:lnTo>
                  <a:lnTo>
                    <a:pt x="939220" y="1706616"/>
                  </a:lnTo>
                  <a:lnTo>
                    <a:pt x="935568" y="1708279"/>
                  </a:lnTo>
                  <a:lnTo>
                    <a:pt x="932785" y="1709546"/>
                  </a:lnTo>
                  <a:lnTo>
                    <a:pt x="931742" y="1710022"/>
                  </a:lnTo>
                  <a:lnTo>
                    <a:pt x="927221" y="1712081"/>
                  </a:lnTo>
                  <a:lnTo>
                    <a:pt x="923743" y="1713665"/>
                  </a:lnTo>
                  <a:lnTo>
                    <a:pt x="923221" y="1713903"/>
                  </a:lnTo>
                  <a:lnTo>
                    <a:pt x="918700" y="1715963"/>
                  </a:lnTo>
                  <a:lnTo>
                    <a:pt x="914874" y="1717706"/>
                  </a:lnTo>
                  <a:lnTo>
                    <a:pt x="903745" y="1722778"/>
                  </a:lnTo>
                  <a:lnTo>
                    <a:pt x="901484" y="1723809"/>
                  </a:lnTo>
                  <a:lnTo>
                    <a:pt x="897658" y="1725553"/>
                  </a:lnTo>
                  <a:lnTo>
                    <a:pt x="896267" y="1726187"/>
                  </a:lnTo>
                  <a:lnTo>
                    <a:pt x="894876" y="1726821"/>
                  </a:lnTo>
                  <a:lnTo>
                    <a:pt x="894354" y="1727059"/>
                  </a:lnTo>
                  <a:lnTo>
                    <a:pt x="892093" y="1728090"/>
                  </a:lnTo>
                  <a:lnTo>
                    <a:pt x="887920" y="1729993"/>
                  </a:lnTo>
                  <a:lnTo>
                    <a:pt x="886181" y="1730786"/>
                  </a:lnTo>
                  <a:lnTo>
                    <a:pt x="884268" y="1731658"/>
                  </a:lnTo>
                  <a:lnTo>
                    <a:pt x="881660" y="1732848"/>
                  </a:lnTo>
                  <a:lnTo>
                    <a:pt x="881312" y="1733007"/>
                  </a:lnTo>
                  <a:lnTo>
                    <a:pt x="880964" y="1733165"/>
                  </a:lnTo>
                  <a:lnTo>
                    <a:pt x="879051" y="1734038"/>
                  </a:lnTo>
                  <a:lnTo>
                    <a:pt x="873834" y="1736417"/>
                  </a:lnTo>
                  <a:lnTo>
                    <a:pt x="873486" y="1736576"/>
                  </a:lnTo>
                  <a:lnTo>
                    <a:pt x="871921" y="1737290"/>
                  </a:lnTo>
                  <a:lnTo>
                    <a:pt x="871747" y="1737369"/>
                  </a:lnTo>
                  <a:lnTo>
                    <a:pt x="870356" y="1738004"/>
                  </a:lnTo>
                  <a:lnTo>
                    <a:pt x="869835" y="1738242"/>
                  </a:lnTo>
                  <a:lnTo>
                    <a:pt x="869487" y="1738401"/>
                  </a:lnTo>
                  <a:lnTo>
                    <a:pt x="867748" y="1739194"/>
                  </a:lnTo>
                  <a:lnTo>
                    <a:pt x="866183" y="1739908"/>
                  </a:lnTo>
                  <a:lnTo>
                    <a:pt x="865139" y="1740384"/>
                  </a:lnTo>
                  <a:lnTo>
                    <a:pt x="863053" y="1741336"/>
                  </a:lnTo>
                  <a:lnTo>
                    <a:pt x="862531" y="1741575"/>
                  </a:lnTo>
                  <a:lnTo>
                    <a:pt x="862357" y="1741654"/>
                  </a:lnTo>
                  <a:lnTo>
                    <a:pt x="858705" y="1743320"/>
                  </a:lnTo>
                  <a:lnTo>
                    <a:pt x="853314" y="1745781"/>
                  </a:lnTo>
                  <a:lnTo>
                    <a:pt x="853140" y="1745860"/>
                  </a:lnTo>
                  <a:lnTo>
                    <a:pt x="851575" y="1746574"/>
                  </a:lnTo>
                  <a:lnTo>
                    <a:pt x="851401" y="1746654"/>
                  </a:lnTo>
                  <a:lnTo>
                    <a:pt x="849489" y="1747527"/>
                  </a:lnTo>
                  <a:lnTo>
                    <a:pt x="847576" y="1748400"/>
                  </a:lnTo>
                  <a:lnTo>
                    <a:pt x="843924" y="1750067"/>
                  </a:lnTo>
                  <a:lnTo>
                    <a:pt x="842011" y="1750941"/>
                  </a:lnTo>
                  <a:lnTo>
                    <a:pt x="841663" y="1751099"/>
                  </a:lnTo>
                  <a:lnTo>
                    <a:pt x="839924" y="1751893"/>
                  </a:lnTo>
                  <a:lnTo>
                    <a:pt x="836446" y="1753482"/>
                  </a:lnTo>
                  <a:lnTo>
                    <a:pt x="836272" y="1753561"/>
                  </a:lnTo>
                  <a:lnTo>
                    <a:pt x="832794" y="1755149"/>
                  </a:lnTo>
                  <a:lnTo>
                    <a:pt x="832273" y="1755387"/>
                  </a:lnTo>
                  <a:lnTo>
                    <a:pt x="829316" y="1756738"/>
                  </a:lnTo>
                  <a:lnTo>
                    <a:pt x="827577" y="1757532"/>
                  </a:lnTo>
                  <a:lnTo>
                    <a:pt x="825491" y="1758485"/>
                  </a:lnTo>
                  <a:lnTo>
                    <a:pt x="824969" y="1758723"/>
                  </a:lnTo>
                  <a:lnTo>
                    <a:pt x="823578" y="1759359"/>
                  </a:lnTo>
                  <a:lnTo>
                    <a:pt x="819578" y="1761186"/>
                  </a:lnTo>
                  <a:lnTo>
                    <a:pt x="818361" y="1761742"/>
                  </a:lnTo>
                  <a:lnTo>
                    <a:pt x="818013" y="1761901"/>
                  </a:lnTo>
                  <a:lnTo>
                    <a:pt x="817665" y="1762060"/>
                  </a:lnTo>
                  <a:lnTo>
                    <a:pt x="814709" y="1763410"/>
                  </a:lnTo>
                  <a:lnTo>
                    <a:pt x="813144" y="1764125"/>
                  </a:lnTo>
                  <a:lnTo>
                    <a:pt x="808970" y="1766032"/>
                  </a:lnTo>
                  <a:lnTo>
                    <a:pt x="808275" y="1766350"/>
                  </a:lnTo>
                  <a:lnTo>
                    <a:pt x="806014" y="1767383"/>
                  </a:lnTo>
                  <a:lnTo>
                    <a:pt x="800102" y="1770085"/>
                  </a:lnTo>
                  <a:lnTo>
                    <a:pt x="796624" y="1771675"/>
                  </a:lnTo>
                  <a:lnTo>
                    <a:pt x="792102" y="1773742"/>
                  </a:lnTo>
                  <a:lnTo>
                    <a:pt x="788451" y="1775411"/>
                  </a:lnTo>
                  <a:lnTo>
                    <a:pt x="785146" y="1776922"/>
                  </a:lnTo>
                  <a:lnTo>
                    <a:pt x="784973" y="1777001"/>
                  </a:lnTo>
                  <a:lnTo>
                    <a:pt x="782886" y="1777956"/>
                  </a:lnTo>
                  <a:lnTo>
                    <a:pt x="776625" y="1780818"/>
                  </a:lnTo>
                  <a:lnTo>
                    <a:pt x="768105" y="1784716"/>
                  </a:lnTo>
                  <a:lnTo>
                    <a:pt x="766192" y="1785591"/>
                  </a:lnTo>
                  <a:lnTo>
                    <a:pt x="765322" y="1785988"/>
                  </a:lnTo>
                  <a:lnTo>
                    <a:pt x="761670" y="1787659"/>
                  </a:lnTo>
                  <a:lnTo>
                    <a:pt x="758888" y="1788932"/>
                  </a:lnTo>
                  <a:lnTo>
                    <a:pt x="757845" y="1789409"/>
                  </a:lnTo>
                  <a:lnTo>
                    <a:pt x="753323" y="1791478"/>
                  </a:lnTo>
                  <a:lnTo>
                    <a:pt x="749845" y="1793070"/>
                  </a:lnTo>
                  <a:lnTo>
                    <a:pt x="749324" y="1793308"/>
                  </a:lnTo>
                  <a:lnTo>
                    <a:pt x="744802" y="1795377"/>
                  </a:lnTo>
                  <a:lnTo>
                    <a:pt x="740977" y="1797129"/>
                  </a:lnTo>
                  <a:lnTo>
                    <a:pt x="729847" y="1802223"/>
                  </a:lnTo>
                  <a:lnTo>
                    <a:pt x="727586" y="1803258"/>
                  </a:lnTo>
                  <a:lnTo>
                    <a:pt x="723761" y="1805010"/>
                  </a:lnTo>
                  <a:lnTo>
                    <a:pt x="722369" y="1805647"/>
                  </a:lnTo>
                  <a:lnTo>
                    <a:pt x="720978" y="1806284"/>
                  </a:lnTo>
                  <a:lnTo>
                    <a:pt x="720457" y="1806523"/>
                  </a:lnTo>
                  <a:lnTo>
                    <a:pt x="718196" y="1807558"/>
                  </a:lnTo>
                  <a:lnTo>
                    <a:pt x="714022" y="1809470"/>
                  </a:lnTo>
                  <a:lnTo>
                    <a:pt x="712283" y="1810266"/>
                  </a:lnTo>
                  <a:lnTo>
                    <a:pt x="707762" y="1812337"/>
                  </a:lnTo>
                  <a:lnTo>
                    <a:pt x="707414" y="1812497"/>
                  </a:lnTo>
                  <a:lnTo>
                    <a:pt x="707067" y="1812656"/>
                  </a:lnTo>
                  <a:lnTo>
                    <a:pt x="705154" y="1813532"/>
                  </a:lnTo>
                  <a:lnTo>
                    <a:pt x="699937" y="1815922"/>
                  </a:lnTo>
                  <a:lnTo>
                    <a:pt x="699589" y="1816082"/>
                  </a:lnTo>
                  <a:lnTo>
                    <a:pt x="698024" y="1816799"/>
                  </a:lnTo>
                  <a:lnTo>
                    <a:pt x="697850" y="1816878"/>
                  </a:lnTo>
                  <a:lnTo>
                    <a:pt x="696459" y="1817516"/>
                  </a:lnTo>
                  <a:lnTo>
                    <a:pt x="695937" y="1817755"/>
                  </a:lnTo>
                  <a:lnTo>
                    <a:pt x="695589" y="1817914"/>
                  </a:lnTo>
                  <a:lnTo>
                    <a:pt x="693850" y="1818711"/>
                  </a:lnTo>
                  <a:lnTo>
                    <a:pt x="692285" y="1819428"/>
                  </a:lnTo>
                  <a:lnTo>
                    <a:pt x="691242" y="1819906"/>
                  </a:lnTo>
                  <a:lnTo>
                    <a:pt x="689155" y="1820863"/>
                  </a:lnTo>
                  <a:lnTo>
                    <a:pt x="688633" y="1821102"/>
                  </a:lnTo>
                  <a:lnTo>
                    <a:pt x="688459" y="1821181"/>
                  </a:lnTo>
                  <a:lnTo>
                    <a:pt x="684808" y="1822855"/>
                  </a:lnTo>
                  <a:lnTo>
                    <a:pt x="679417" y="1825326"/>
                  </a:lnTo>
                  <a:lnTo>
                    <a:pt x="679243" y="1825406"/>
                  </a:lnTo>
                  <a:lnTo>
                    <a:pt x="677678" y="1826123"/>
                  </a:lnTo>
                  <a:lnTo>
                    <a:pt x="677504" y="1826203"/>
                  </a:lnTo>
                  <a:lnTo>
                    <a:pt x="675591" y="1827079"/>
                  </a:lnTo>
                  <a:lnTo>
                    <a:pt x="673678" y="1827956"/>
                  </a:lnTo>
                  <a:lnTo>
                    <a:pt x="670026" y="1829631"/>
                  </a:lnTo>
                  <a:lnTo>
                    <a:pt x="668113" y="1830508"/>
                  </a:lnTo>
                  <a:lnTo>
                    <a:pt x="667766" y="1830667"/>
                  </a:lnTo>
                  <a:lnTo>
                    <a:pt x="666027" y="1831464"/>
                  </a:lnTo>
                  <a:lnTo>
                    <a:pt x="662549" y="1833059"/>
                  </a:lnTo>
                  <a:lnTo>
                    <a:pt x="662375" y="1833139"/>
                  </a:lnTo>
                  <a:lnTo>
                    <a:pt x="658897" y="1834734"/>
                  </a:lnTo>
                  <a:lnTo>
                    <a:pt x="658375" y="1834973"/>
                  </a:lnTo>
                  <a:lnTo>
                    <a:pt x="655419" y="1836329"/>
                  </a:lnTo>
                  <a:lnTo>
                    <a:pt x="653680" y="1837126"/>
                  </a:lnTo>
                  <a:lnTo>
                    <a:pt x="651593" y="1838083"/>
                  </a:lnTo>
                  <a:lnTo>
                    <a:pt x="651072" y="1838323"/>
                  </a:lnTo>
                  <a:lnTo>
                    <a:pt x="649680" y="1838961"/>
                  </a:lnTo>
                  <a:lnTo>
                    <a:pt x="645681" y="1840795"/>
                  </a:lnTo>
                  <a:lnTo>
                    <a:pt x="644463" y="1841354"/>
                  </a:lnTo>
                  <a:lnTo>
                    <a:pt x="644116" y="1841513"/>
                  </a:lnTo>
                  <a:lnTo>
                    <a:pt x="643768" y="1841673"/>
                  </a:lnTo>
                  <a:lnTo>
                    <a:pt x="640812" y="1843029"/>
                  </a:lnTo>
                  <a:lnTo>
                    <a:pt x="639247" y="1843747"/>
                  </a:lnTo>
                  <a:lnTo>
                    <a:pt x="635073" y="1845662"/>
                  </a:lnTo>
                  <a:lnTo>
                    <a:pt x="634377" y="1845981"/>
                  </a:lnTo>
                  <a:lnTo>
                    <a:pt x="632117" y="1847018"/>
                  </a:lnTo>
                  <a:lnTo>
                    <a:pt x="626204" y="1849731"/>
                  </a:lnTo>
                  <a:lnTo>
                    <a:pt x="622726" y="1851328"/>
                  </a:lnTo>
                  <a:lnTo>
                    <a:pt x="618205" y="1853403"/>
                  </a:lnTo>
                  <a:lnTo>
                    <a:pt x="614553" y="1855079"/>
                  </a:lnTo>
                  <a:lnTo>
                    <a:pt x="611249" y="1856596"/>
                  </a:lnTo>
                  <a:lnTo>
                    <a:pt x="611075" y="1856675"/>
                  </a:lnTo>
                  <a:lnTo>
                    <a:pt x="608988" y="1857633"/>
                  </a:lnTo>
                  <a:lnTo>
                    <a:pt x="602728" y="1860508"/>
                  </a:lnTo>
                  <a:lnTo>
                    <a:pt x="594207" y="1864420"/>
                  </a:lnTo>
                  <a:lnTo>
                    <a:pt x="592294" y="1865299"/>
                  </a:lnTo>
                  <a:lnTo>
                    <a:pt x="591425" y="1865698"/>
                  </a:lnTo>
                  <a:lnTo>
                    <a:pt x="587773" y="1867375"/>
                  </a:lnTo>
                  <a:lnTo>
                    <a:pt x="584991" y="1868653"/>
                  </a:lnTo>
                  <a:lnTo>
                    <a:pt x="583947" y="1869132"/>
                  </a:lnTo>
                  <a:lnTo>
                    <a:pt x="579426" y="1871209"/>
                  </a:lnTo>
                  <a:lnTo>
                    <a:pt x="575426" y="1873047"/>
                  </a:lnTo>
                  <a:lnTo>
                    <a:pt x="570905" y="1875124"/>
                  </a:lnTo>
                  <a:lnTo>
                    <a:pt x="567079" y="1876882"/>
                  </a:lnTo>
                  <a:lnTo>
                    <a:pt x="555950" y="1881996"/>
                  </a:lnTo>
                  <a:lnTo>
                    <a:pt x="553689" y="1883035"/>
                  </a:lnTo>
                  <a:lnTo>
                    <a:pt x="549863" y="1884793"/>
                  </a:lnTo>
                  <a:lnTo>
                    <a:pt x="548472" y="1885433"/>
                  </a:lnTo>
                  <a:lnTo>
                    <a:pt x="547081" y="1886072"/>
                  </a:lnTo>
                  <a:lnTo>
                    <a:pt x="546559" y="1886312"/>
                  </a:lnTo>
                  <a:lnTo>
                    <a:pt x="544299" y="1887351"/>
                  </a:lnTo>
                  <a:lnTo>
                    <a:pt x="540125" y="1889270"/>
                  </a:lnTo>
                  <a:lnTo>
                    <a:pt x="538386" y="1890069"/>
                  </a:lnTo>
                  <a:lnTo>
                    <a:pt x="536473" y="1890949"/>
                  </a:lnTo>
                  <a:lnTo>
                    <a:pt x="533865" y="1892148"/>
                  </a:lnTo>
                  <a:lnTo>
                    <a:pt x="533517" y="1892308"/>
                  </a:lnTo>
                  <a:lnTo>
                    <a:pt x="533169" y="1892468"/>
                  </a:lnTo>
                  <a:lnTo>
                    <a:pt x="531256" y="1893348"/>
                  </a:lnTo>
                  <a:lnTo>
                    <a:pt x="526039" y="1895746"/>
                  </a:lnTo>
                  <a:lnTo>
                    <a:pt x="525691" y="1895906"/>
                  </a:lnTo>
                  <a:lnTo>
                    <a:pt x="524126" y="1896626"/>
                  </a:lnTo>
                  <a:lnTo>
                    <a:pt x="523953" y="1896706"/>
                  </a:lnTo>
                  <a:lnTo>
                    <a:pt x="522561" y="1897346"/>
                  </a:lnTo>
                  <a:lnTo>
                    <a:pt x="522040" y="1897586"/>
                  </a:lnTo>
                  <a:lnTo>
                    <a:pt x="521692" y="1897746"/>
                  </a:lnTo>
                  <a:lnTo>
                    <a:pt x="519953" y="1898546"/>
                  </a:lnTo>
                  <a:lnTo>
                    <a:pt x="518388" y="1899265"/>
                  </a:lnTo>
                  <a:lnTo>
                    <a:pt x="517344" y="1899745"/>
                  </a:lnTo>
                  <a:lnTo>
                    <a:pt x="515258" y="1900705"/>
                  </a:lnTo>
                  <a:lnTo>
                    <a:pt x="514736" y="1900945"/>
                  </a:lnTo>
                  <a:lnTo>
                    <a:pt x="514562" y="1901025"/>
                  </a:lnTo>
                  <a:lnTo>
                    <a:pt x="510910" y="1902705"/>
                  </a:lnTo>
                  <a:lnTo>
                    <a:pt x="505519" y="1905185"/>
                  </a:lnTo>
                  <a:lnTo>
                    <a:pt x="505345" y="1905265"/>
                  </a:lnTo>
                  <a:lnTo>
                    <a:pt x="503780" y="1905985"/>
                  </a:lnTo>
                  <a:lnTo>
                    <a:pt x="501694" y="1906945"/>
                  </a:lnTo>
                  <a:lnTo>
                    <a:pt x="499781" y="1907825"/>
                  </a:lnTo>
                  <a:lnTo>
                    <a:pt x="496129" y="1909505"/>
                  </a:lnTo>
                  <a:lnTo>
                    <a:pt x="494216" y="1910385"/>
                  </a:lnTo>
                  <a:lnTo>
                    <a:pt x="493868" y="1910545"/>
                  </a:lnTo>
                  <a:lnTo>
                    <a:pt x="492129" y="1911345"/>
                  </a:lnTo>
                  <a:lnTo>
                    <a:pt x="488651" y="1912946"/>
                  </a:lnTo>
                  <a:lnTo>
                    <a:pt x="488477" y="1913026"/>
                  </a:lnTo>
                  <a:lnTo>
                    <a:pt x="484999" y="1914627"/>
                  </a:lnTo>
                  <a:lnTo>
                    <a:pt x="484478" y="1914867"/>
                  </a:lnTo>
                  <a:lnTo>
                    <a:pt x="481522" y="1916227"/>
                  </a:lnTo>
                  <a:lnTo>
                    <a:pt x="479783" y="1917028"/>
                  </a:lnTo>
                  <a:lnTo>
                    <a:pt x="477696" y="1917988"/>
                  </a:lnTo>
                  <a:lnTo>
                    <a:pt x="477174" y="1918228"/>
                  </a:lnTo>
                  <a:lnTo>
                    <a:pt x="471783" y="1920710"/>
                  </a:lnTo>
                  <a:lnTo>
                    <a:pt x="470566" y="1921270"/>
                  </a:lnTo>
                  <a:lnTo>
                    <a:pt x="470218" y="1921430"/>
                  </a:lnTo>
                  <a:lnTo>
                    <a:pt x="469870" y="1921590"/>
                  </a:lnTo>
                  <a:lnTo>
                    <a:pt x="466914" y="1922951"/>
                  </a:lnTo>
                  <a:lnTo>
                    <a:pt x="465349" y="1923672"/>
                  </a:lnTo>
                  <a:lnTo>
                    <a:pt x="461176" y="1925593"/>
                  </a:lnTo>
                  <a:lnTo>
                    <a:pt x="458219" y="1926955"/>
                  </a:lnTo>
                  <a:lnTo>
                    <a:pt x="452307" y="1929677"/>
                  </a:lnTo>
                  <a:lnTo>
                    <a:pt x="444307" y="1933361"/>
                  </a:lnTo>
                  <a:lnTo>
                    <a:pt x="440656" y="1935043"/>
                  </a:lnTo>
                  <a:lnTo>
                    <a:pt x="437352" y="1936565"/>
                  </a:lnTo>
                  <a:lnTo>
                    <a:pt x="437178" y="1936645"/>
                  </a:lnTo>
                  <a:lnTo>
                    <a:pt x="435091" y="1937606"/>
                  </a:lnTo>
                  <a:lnTo>
                    <a:pt x="428831" y="1940490"/>
                  </a:lnTo>
                  <a:lnTo>
                    <a:pt x="420310" y="1944416"/>
                  </a:lnTo>
                  <a:lnTo>
                    <a:pt x="418397" y="1945298"/>
                  </a:lnTo>
                  <a:lnTo>
                    <a:pt x="417527" y="1945698"/>
                  </a:lnTo>
                  <a:lnTo>
                    <a:pt x="413875" y="1947381"/>
                  </a:lnTo>
                  <a:lnTo>
                    <a:pt x="411093" y="1948663"/>
                  </a:lnTo>
                  <a:lnTo>
                    <a:pt x="410050" y="1949144"/>
                  </a:lnTo>
                  <a:lnTo>
                    <a:pt x="405528" y="1951228"/>
                  </a:lnTo>
                  <a:lnTo>
                    <a:pt x="402050" y="1952831"/>
                  </a:lnTo>
                  <a:lnTo>
                    <a:pt x="401529" y="1953071"/>
                  </a:lnTo>
                  <a:lnTo>
                    <a:pt x="397007" y="1955155"/>
                  </a:lnTo>
                  <a:lnTo>
                    <a:pt x="393182" y="1956919"/>
                  </a:lnTo>
                  <a:lnTo>
                    <a:pt x="382052" y="1962050"/>
                  </a:lnTo>
                  <a:lnTo>
                    <a:pt x="379792" y="1963092"/>
                  </a:lnTo>
                  <a:lnTo>
                    <a:pt x="374575" y="1965498"/>
                  </a:lnTo>
                  <a:lnTo>
                    <a:pt x="373183" y="1966140"/>
                  </a:lnTo>
                  <a:lnTo>
                    <a:pt x="372662" y="1966380"/>
                  </a:lnTo>
                  <a:lnTo>
                    <a:pt x="370401" y="1967423"/>
                  </a:lnTo>
                  <a:lnTo>
                    <a:pt x="366228" y="1969347"/>
                  </a:lnTo>
                  <a:lnTo>
                    <a:pt x="364489" y="1970150"/>
                  </a:lnTo>
                  <a:lnTo>
                    <a:pt x="362576" y="1971032"/>
                  </a:lnTo>
                  <a:lnTo>
                    <a:pt x="359619" y="1972395"/>
                  </a:lnTo>
                  <a:lnTo>
                    <a:pt x="352142" y="1975845"/>
                  </a:lnTo>
                  <a:lnTo>
                    <a:pt x="351794" y="1976005"/>
                  </a:lnTo>
                  <a:lnTo>
                    <a:pt x="350229" y="1976727"/>
                  </a:lnTo>
                  <a:lnTo>
                    <a:pt x="350055" y="1976807"/>
                  </a:lnTo>
                  <a:lnTo>
                    <a:pt x="348664" y="1977449"/>
                  </a:lnTo>
                  <a:lnTo>
                    <a:pt x="348142" y="1977690"/>
                  </a:lnTo>
                  <a:lnTo>
                    <a:pt x="347794" y="1977850"/>
                  </a:lnTo>
                  <a:lnTo>
                    <a:pt x="346055" y="1978653"/>
                  </a:lnTo>
                  <a:lnTo>
                    <a:pt x="344490" y="1979375"/>
                  </a:lnTo>
                  <a:lnTo>
                    <a:pt x="341360" y="1980819"/>
                  </a:lnTo>
                  <a:lnTo>
                    <a:pt x="340838" y="1981059"/>
                  </a:lnTo>
                  <a:lnTo>
                    <a:pt x="340665" y="1981140"/>
                  </a:lnTo>
                  <a:lnTo>
                    <a:pt x="337013" y="1982825"/>
                  </a:lnTo>
                  <a:lnTo>
                    <a:pt x="331622" y="1985312"/>
                  </a:lnTo>
                  <a:lnTo>
                    <a:pt x="331448" y="1985393"/>
                  </a:lnTo>
                  <a:lnTo>
                    <a:pt x="329709" y="1986195"/>
                  </a:lnTo>
                  <a:lnTo>
                    <a:pt x="325883" y="1987961"/>
                  </a:lnTo>
                  <a:lnTo>
                    <a:pt x="322231" y="1989646"/>
                  </a:lnTo>
                  <a:lnTo>
                    <a:pt x="320319" y="1990529"/>
                  </a:lnTo>
                  <a:lnTo>
                    <a:pt x="318232" y="1991492"/>
                  </a:lnTo>
                  <a:lnTo>
                    <a:pt x="314754" y="1993097"/>
                  </a:lnTo>
                  <a:lnTo>
                    <a:pt x="311102" y="1994783"/>
                  </a:lnTo>
                  <a:lnTo>
                    <a:pt x="310580" y="1995024"/>
                  </a:lnTo>
                  <a:lnTo>
                    <a:pt x="305885" y="1997192"/>
                  </a:lnTo>
                  <a:lnTo>
                    <a:pt x="303798" y="1998155"/>
                  </a:lnTo>
                  <a:lnTo>
                    <a:pt x="296669" y="2001447"/>
                  </a:lnTo>
                  <a:lnTo>
                    <a:pt x="296321" y="2001607"/>
                  </a:lnTo>
                  <a:lnTo>
                    <a:pt x="295973" y="2001768"/>
                  </a:lnTo>
                  <a:lnTo>
                    <a:pt x="293017" y="2003133"/>
                  </a:lnTo>
                  <a:lnTo>
                    <a:pt x="291452" y="2003856"/>
                  </a:lnTo>
                  <a:lnTo>
                    <a:pt x="287278" y="2005783"/>
                  </a:lnTo>
                  <a:lnTo>
                    <a:pt x="286582" y="2006104"/>
                  </a:lnTo>
                  <a:lnTo>
                    <a:pt x="278409" y="2009879"/>
                  </a:lnTo>
                  <a:lnTo>
                    <a:pt x="274931" y="2011485"/>
                  </a:lnTo>
                  <a:lnTo>
                    <a:pt x="270410" y="2013574"/>
                  </a:lnTo>
                  <a:lnTo>
                    <a:pt x="266758" y="2015261"/>
                  </a:lnTo>
                  <a:lnTo>
                    <a:pt x="263454" y="2016787"/>
                  </a:lnTo>
                  <a:lnTo>
                    <a:pt x="263280" y="2016867"/>
                  </a:lnTo>
                  <a:lnTo>
                    <a:pt x="243630" y="2025946"/>
                  </a:lnTo>
                  <a:lnTo>
                    <a:pt x="239978" y="2027634"/>
                  </a:lnTo>
                  <a:lnTo>
                    <a:pt x="237196" y="2028920"/>
                  </a:lnTo>
                  <a:lnTo>
                    <a:pt x="236152" y="2029402"/>
                  </a:lnTo>
                  <a:lnTo>
                    <a:pt x="231631" y="2031492"/>
                  </a:lnTo>
                  <a:lnTo>
                    <a:pt x="228153" y="2033099"/>
                  </a:lnTo>
                  <a:lnTo>
                    <a:pt x="223110" y="2035430"/>
                  </a:lnTo>
                  <a:lnTo>
                    <a:pt x="200677" y="2045802"/>
                  </a:lnTo>
                  <a:lnTo>
                    <a:pt x="199286" y="2046445"/>
                  </a:lnTo>
                  <a:lnTo>
                    <a:pt x="196504" y="2047732"/>
                  </a:lnTo>
                  <a:lnTo>
                    <a:pt x="178244" y="2056176"/>
                  </a:lnTo>
                  <a:lnTo>
                    <a:pt x="177897" y="2056337"/>
                  </a:lnTo>
                  <a:lnTo>
                    <a:pt x="173897" y="2058187"/>
                  </a:lnTo>
                  <a:lnTo>
                    <a:pt x="172158" y="2058992"/>
                  </a:lnTo>
                  <a:lnTo>
                    <a:pt x="169550" y="2060198"/>
                  </a:lnTo>
                  <a:lnTo>
                    <a:pt x="155812" y="2066554"/>
                  </a:lnTo>
                  <a:lnTo>
                    <a:pt x="151986" y="2068324"/>
                  </a:lnTo>
                  <a:lnTo>
                    <a:pt x="129901" y="2078545"/>
                  </a:lnTo>
                  <a:lnTo>
                    <a:pt x="112685" y="2086514"/>
                  </a:lnTo>
                  <a:lnTo>
                    <a:pt x="101034" y="2091909"/>
                  </a:lnTo>
                  <a:lnTo>
                    <a:pt x="87296" y="2098271"/>
                  </a:lnTo>
                  <a:lnTo>
                    <a:pt x="0" y="2138722"/>
                  </a:lnTo>
                  <a:close/>
                </a:path>
              </a:pathLst>
            </a:custGeom>
            <a:solidFill>
              <a:srgbClr val="F8766D">
                <a:alpha val="14901"/>
              </a:srgbClr>
            </a:solidFill>
          </p:spPr>
          <p:txBody>
            <a:bodyPr/>
            <a:lstStyle/>
            <a:p/>
          </p:txBody>
        </p:sp>
        <p:sp>
          <p:nvSpPr>
            <p:cNvPr id="8" name="pl7"/>
            <p:cNvSpPr/>
            <p:nvPr/>
          </p:nvSpPr>
          <p:spPr>
            <a:xfrm>
              <a:off x="3317373" y="2855069"/>
              <a:ext cx="4475424" cy="2003134"/>
            </a:xfrm>
            <a:custGeom>
              <a:avLst/>
              <a:pathLst>
                <a:path w="4475424" h="2003134">
                  <a:moveTo>
                    <a:pt x="0" y="2003134"/>
                  </a:moveTo>
                  <a:lnTo>
                    <a:pt x="87296" y="1966337"/>
                  </a:lnTo>
                  <a:lnTo>
                    <a:pt x="101034" y="1960542"/>
                  </a:lnTo>
                  <a:lnTo>
                    <a:pt x="112685" y="1955627"/>
                  </a:lnTo>
                  <a:lnTo>
                    <a:pt x="129901" y="1948362"/>
                  </a:lnTo>
                  <a:lnTo>
                    <a:pt x="151986" y="1939040"/>
                  </a:lnTo>
                  <a:lnTo>
                    <a:pt x="155812" y="1937425"/>
                  </a:lnTo>
                  <a:lnTo>
                    <a:pt x="169550" y="1931624"/>
                  </a:lnTo>
                  <a:lnTo>
                    <a:pt x="172158" y="1930523"/>
                  </a:lnTo>
                  <a:lnTo>
                    <a:pt x="173897" y="1929788"/>
                  </a:lnTo>
                  <a:lnTo>
                    <a:pt x="177897" y="1928099"/>
                  </a:lnTo>
                  <a:lnTo>
                    <a:pt x="178244" y="1927952"/>
                  </a:lnTo>
                  <a:lnTo>
                    <a:pt x="196504" y="1920240"/>
                  </a:lnTo>
                  <a:lnTo>
                    <a:pt x="199286" y="1919064"/>
                  </a:lnTo>
                  <a:lnTo>
                    <a:pt x="200677" y="1918476"/>
                  </a:lnTo>
                  <a:lnTo>
                    <a:pt x="223110" y="1908997"/>
                  </a:lnTo>
                  <a:lnTo>
                    <a:pt x="228153" y="1906866"/>
                  </a:lnTo>
                  <a:lnTo>
                    <a:pt x="231631" y="1905396"/>
                  </a:lnTo>
                  <a:lnTo>
                    <a:pt x="236152" y="1903484"/>
                  </a:lnTo>
                  <a:lnTo>
                    <a:pt x="237196" y="1903043"/>
                  </a:lnTo>
                  <a:lnTo>
                    <a:pt x="239978" y="1901867"/>
                  </a:lnTo>
                  <a:lnTo>
                    <a:pt x="243630" y="1900323"/>
                  </a:lnTo>
                  <a:lnTo>
                    <a:pt x="263280" y="1892014"/>
                  </a:lnTo>
                  <a:lnTo>
                    <a:pt x="263454" y="1891941"/>
                  </a:lnTo>
                  <a:lnTo>
                    <a:pt x="266758" y="1890543"/>
                  </a:lnTo>
                  <a:lnTo>
                    <a:pt x="270410" y="1888999"/>
                  </a:lnTo>
                  <a:lnTo>
                    <a:pt x="274931" y="1887086"/>
                  </a:lnTo>
                  <a:lnTo>
                    <a:pt x="278409" y="1885615"/>
                  </a:lnTo>
                  <a:lnTo>
                    <a:pt x="286582" y="1882157"/>
                  </a:lnTo>
                  <a:lnTo>
                    <a:pt x="287278" y="1881863"/>
                  </a:lnTo>
                  <a:lnTo>
                    <a:pt x="291452" y="1880097"/>
                  </a:lnTo>
                  <a:lnTo>
                    <a:pt x="293017" y="1879435"/>
                  </a:lnTo>
                  <a:lnTo>
                    <a:pt x="295973" y="1878184"/>
                  </a:lnTo>
                  <a:lnTo>
                    <a:pt x="296321" y="1878037"/>
                  </a:lnTo>
                  <a:lnTo>
                    <a:pt x="296669" y="1877890"/>
                  </a:lnTo>
                  <a:lnTo>
                    <a:pt x="303798" y="1874872"/>
                  </a:lnTo>
                  <a:lnTo>
                    <a:pt x="305885" y="1873989"/>
                  </a:lnTo>
                  <a:lnTo>
                    <a:pt x="310580" y="1872002"/>
                  </a:lnTo>
                  <a:lnTo>
                    <a:pt x="311102" y="1871781"/>
                  </a:lnTo>
                  <a:lnTo>
                    <a:pt x="314754" y="1870235"/>
                  </a:lnTo>
                  <a:lnTo>
                    <a:pt x="318232" y="1868763"/>
                  </a:lnTo>
                  <a:lnTo>
                    <a:pt x="320319" y="1867880"/>
                  </a:lnTo>
                  <a:lnTo>
                    <a:pt x="322231" y="1867070"/>
                  </a:lnTo>
                  <a:lnTo>
                    <a:pt x="325883" y="1865524"/>
                  </a:lnTo>
                  <a:lnTo>
                    <a:pt x="329709" y="1863904"/>
                  </a:lnTo>
                  <a:lnTo>
                    <a:pt x="331448" y="1863168"/>
                  </a:lnTo>
                  <a:lnTo>
                    <a:pt x="331622" y="1863094"/>
                  </a:lnTo>
                  <a:lnTo>
                    <a:pt x="337013" y="1860812"/>
                  </a:lnTo>
                  <a:lnTo>
                    <a:pt x="340665" y="1859265"/>
                  </a:lnTo>
                  <a:lnTo>
                    <a:pt x="340838" y="1859191"/>
                  </a:lnTo>
                  <a:lnTo>
                    <a:pt x="341360" y="1858970"/>
                  </a:lnTo>
                  <a:lnTo>
                    <a:pt x="344490" y="1857645"/>
                  </a:lnTo>
                  <a:lnTo>
                    <a:pt x="346055" y="1856982"/>
                  </a:lnTo>
                  <a:lnTo>
                    <a:pt x="347794" y="1856245"/>
                  </a:lnTo>
                  <a:lnTo>
                    <a:pt x="348142" y="1856098"/>
                  </a:lnTo>
                  <a:lnTo>
                    <a:pt x="348664" y="1855877"/>
                  </a:lnTo>
                  <a:lnTo>
                    <a:pt x="350055" y="1855288"/>
                  </a:lnTo>
                  <a:lnTo>
                    <a:pt x="350229" y="1855214"/>
                  </a:lnTo>
                  <a:lnTo>
                    <a:pt x="351794" y="1854551"/>
                  </a:lnTo>
                  <a:lnTo>
                    <a:pt x="352142" y="1854404"/>
                  </a:lnTo>
                  <a:lnTo>
                    <a:pt x="359619" y="1851237"/>
                  </a:lnTo>
                  <a:lnTo>
                    <a:pt x="362576" y="1849984"/>
                  </a:lnTo>
                  <a:lnTo>
                    <a:pt x="364489" y="1849174"/>
                  </a:lnTo>
                  <a:lnTo>
                    <a:pt x="366228" y="1848437"/>
                  </a:lnTo>
                  <a:lnTo>
                    <a:pt x="370401" y="1846669"/>
                  </a:lnTo>
                  <a:lnTo>
                    <a:pt x="372662" y="1845711"/>
                  </a:lnTo>
                  <a:lnTo>
                    <a:pt x="373183" y="1845490"/>
                  </a:lnTo>
                  <a:lnTo>
                    <a:pt x="374575" y="1844900"/>
                  </a:lnTo>
                  <a:lnTo>
                    <a:pt x="379792" y="1842689"/>
                  </a:lnTo>
                  <a:lnTo>
                    <a:pt x="382052" y="1841731"/>
                  </a:lnTo>
                  <a:lnTo>
                    <a:pt x="393182" y="1837014"/>
                  </a:lnTo>
                  <a:lnTo>
                    <a:pt x="397007" y="1835392"/>
                  </a:lnTo>
                  <a:lnTo>
                    <a:pt x="401529" y="1833475"/>
                  </a:lnTo>
                  <a:lnTo>
                    <a:pt x="402050" y="1833254"/>
                  </a:lnTo>
                  <a:lnTo>
                    <a:pt x="405528" y="1831780"/>
                  </a:lnTo>
                  <a:lnTo>
                    <a:pt x="410050" y="1829863"/>
                  </a:lnTo>
                  <a:lnTo>
                    <a:pt x="411093" y="1829420"/>
                  </a:lnTo>
                  <a:lnTo>
                    <a:pt x="413875" y="1828240"/>
                  </a:lnTo>
                  <a:lnTo>
                    <a:pt x="417527" y="1826692"/>
                  </a:lnTo>
                  <a:lnTo>
                    <a:pt x="418397" y="1826323"/>
                  </a:lnTo>
                  <a:lnTo>
                    <a:pt x="420310" y="1825512"/>
                  </a:lnTo>
                  <a:lnTo>
                    <a:pt x="428831" y="1821897"/>
                  </a:lnTo>
                  <a:lnTo>
                    <a:pt x="435091" y="1819242"/>
                  </a:lnTo>
                  <a:lnTo>
                    <a:pt x="437178" y="1818356"/>
                  </a:lnTo>
                  <a:lnTo>
                    <a:pt x="437352" y="1818283"/>
                  </a:lnTo>
                  <a:lnTo>
                    <a:pt x="440656" y="1816881"/>
                  </a:lnTo>
                  <a:lnTo>
                    <a:pt x="444307" y="1815331"/>
                  </a:lnTo>
                  <a:lnTo>
                    <a:pt x="452307" y="1811937"/>
                  </a:lnTo>
                  <a:lnTo>
                    <a:pt x="458219" y="1809427"/>
                  </a:lnTo>
                  <a:lnTo>
                    <a:pt x="461176" y="1808173"/>
                  </a:lnTo>
                  <a:lnTo>
                    <a:pt x="465349" y="1806401"/>
                  </a:lnTo>
                  <a:lnTo>
                    <a:pt x="466914" y="1805737"/>
                  </a:lnTo>
                  <a:lnTo>
                    <a:pt x="469870" y="1804482"/>
                  </a:lnTo>
                  <a:lnTo>
                    <a:pt x="470218" y="1804334"/>
                  </a:lnTo>
                  <a:lnTo>
                    <a:pt x="470566" y="1804186"/>
                  </a:lnTo>
                  <a:lnTo>
                    <a:pt x="471783" y="1803670"/>
                  </a:lnTo>
                  <a:lnTo>
                    <a:pt x="477174" y="1801381"/>
                  </a:lnTo>
                  <a:lnTo>
                    <a:pt x="477696" y="1801159"/>
                  </a:lnTo>
                  <a:lnTo>
                    <a:pt x="479783" y="1800273"/>
                  </a:lnTo>
                  <a:lnTo>
                    <a:pt x="481522" y="1799535"/>
                  </a:lnTo>
                  <a:lnTo>
                    <a:pt x="484478" y="1798279"/>
                  </a:lnTo>
                  <a:lnTo>
                    <a:pt x="484999" y="1798058"/>
                  </a:lnTo>
                  <a:lnTo>
                    <a:pt x="488477" y="1796581"/>
                  </a:lnTo>
                  <a:lnTo>
                    <a:pt x="488651" y="1796507"/>
                  </a:lnTo>
                  <a:lnTo>
                    <a:pt x="492129" y="1795030"/>
                  </a:lnTo>
                  <a:lnTo>
                    <a:pt x="493868" y="1794291"/>
                  </a:lnTo>
                  <a:lnTo>
                    <a:pt x="494216" y="1794144"/>
                  </a:lnTo>
                  <a:lnTo>
                    <a:pt x="496129" y="1793331"/>
                  </a:lnTo>
                  <a:lnTo>
                    <a:pt x="499781" y="1791780"/>
                  </a:lnTo>
                  <a:lnTo>
                    <a:pt x="501694" y="1790967"/>
                  </a:lnTo>
                  <a:lnTo>
                    <a:pt x="503780" y="1790081"/>
                  </a:lnTo>
                  <a:lnTo>
                    <a:pt x="505345" y="1789416"/>
                  </a:lnTo>
                  <a:lnTo>
                    <a:pt x="505519" y="1789342"/>
                  </a:lnTo>
                  <a:lnTo>
                    <a:pt x="510910" y="1787052"/>
                  </a:lnTo>
                  <a:lnTo>
                    <a:pt x="514562" y="1785500"/>
                  </a:lnTo>
                  <a:lnTo>
                    <a:pt x="514736" y="1785426"/>
                  </a:lnTo>
                  <a:lnTo>
                    <a:pt x="515258" y="1785204"/>
                  </a:lnTo>
                  <a:lnTo>
                    <a:pt x="517344" y="1784318"/>
                  </a:lnTo>
                  <a:lnTo>
                    <a:pt x="518388" y="1783874"/>
                  </a:lnTo>
                  <a:lnTo>
                    <a:pt x="519953" y="1783209"/>
                  </a:lnTo>
                  <a:lnTo>
                    <a:pt x="521692" y="1782470"/>
                  </a:lnTo>
                  <a:lnTo>
                    <a:pt x="522040" y="1782322"/>
                  </a:lnTo>
                  <a:lnTo>
                    <a:pt x="522561" y="1782101"/>
                  </a:lnTo>
                  <a:lnTo>
                    <a:pt x="523953" y="1781509"/>
                  </a:lnTo>
                  <a:lnTo>
                    <a:pt x="524126" y="1781435"/>
                  </a:lnTo>
                  <a:lnTo>
                    <a:pt x="525691" y="1780770"/>
                  </a:lnTo>
                  <a:lnTo>
                    <a:pt x="526039" y="1780622"/>
                  </a:lnTo>
                  <a:lnTo>
                    <a:pt x="531256" y="1778405"/>
                  </a:lnTo>
                  <a:lnTo>
                    <a:pt x="533169" y="1777592"/>
                  </a:lnTo>
                  <a:lnTo>
                    <a:pt x="533517" y="1777444"/>
                  </a:lnTo>
                  <a:lnTo>
                    <a:pt x="533865" y="1777296"/>
                  </a:lnTo>
                  <a:lnTo>
                    <a:pt x="536473" y="1776187"/>
                  </a:lnTo>
                  <a:lnTo>
                    <a:pt x="538386" y="1775374"/>
                  </a:lnTo>
                  <a:lnTo>
                    <a:pt x="540125" y="1774635"/>
                  </a:lnTo>
                  <a:lnTo>
                    <a:pt x="544299" y="1772860"/>
                  </a:lnTo>
                  <a:lnTo>
                    <a:pt x="546559" y="1771899"/>
                  </a:lnTo>
                  <a:lnTo>
                    <a:pt x="547081" y="1771677"/>
                  </a:lnTo>
                  <a:lnTo>
                    <a:pt x="548472" y="1771085"/>
                  </a:lnTo>
                  <a:lnTo>
                    <a:pt x="549863" y="1770494"/>
                  </a:lnTo>
                  <a:lnTo>
                    <a:pt x="553689" y="1768867"/>
                  </a:lnTo>
                  <a:lnTo>
                    <a:pt x="555950" y="1767905"/>
                  </a:lnTo>
                  <a:lnTo>
                    <a:pt x="567079" y="1763172"/>
                  </a:lnTo>
                  <a:lnTo>
                    <a:pt x="570905" y="1761544"/>
                  </a:lnTo>
                  <a:lnTo>
                    <a:pt x="575426" y="1759620"/>
                  </a:lnTo>
                  <a:lnTo>
                    <a:pt x="579426" y="1757918"/>
                  </a:lnTo>
                  <a:lnTo>
                    <a:pt x="583947" y="1755994"/>
                  </a:lnTo>
                  <a:lnTo>
                    <a:pt x="584991" y="1755550"/>
                  </a:lnTo>
                  <a:lnTo>
                    <a:pt x="587773" y="1754366"/>
                  </a:lnTo>
                  <a:lnTo>
                    <a:pt x="591425" y="1752812"/>
                  </a:lnTo>
                  <a:lnTo>
                    <a:pt x="592294" y="1752442"/>
                  </a:lnTo>
                  <a:lnTo>
                    <a:pt x="594207" y="1751628"/>
                  </a:lnTo>
                  <a:lnTo>
                    <a:pt x="602728" y="1748000"/>
                  </a:lnTo>
                  <a:lnTo>
                    <a:pt x="608988" y="1745335"/>
                  </a:lnTo>
                  <a:lnTo>
                    <a:pt x="611075" y="1744446"/>
                  </a:lnTo>
                  <a:lnTo>
                    <a:pt x="611249" y="1744372"/>
                  </a:lnTo>
                  <a:lnTo>
                    <a:pt x="614553" y="1742965"/>
                  </a:lnTo>
                  <a:lnTo>
                    <a:pt x="618205" y="1741410"/>
                  </a:lnTo>
                  <a:lnTo>
                    <a:pt x="622726" y="1739484"/>
                  </a:lnTo>
                  <a:lnTo>
                    <a:pt x="626204" y="1738003"/>
                  </a:lnTo>
                  <a:lnTo>
                    <a:pt x="632117" y="1735484"/>
                  </a:lnTo>
                  <a:lnTo>
                    <a:pt x="634377" y="1734521"/>
                  </a:lnTo>
                  <a:lnTo>
                    <a:pt x="635073" y="1734224"/>
                  </a:lnTo>
                  <a:lnTo>
                    <a:pt x="639247" y="1732446"/>
                  </a:lnTo>
                  <a:lnTo>
                    <a:pt x="640812" y="1731779"/>
                  </a:lnTo>
                  <a:lnTo>
                    <a:pt x="643768" y="1730519"/>
                  </a:lnTo>
                  <a:lnTo>
                    <a:pt x="644116" y="1730371"/>
                  </a:lnTo>
                  <a:lnTo>
                    <a:pt x="644463" y="1730223"/>
                  </a:lnTo>
                  <a:lnTo>
                    <a:pt x="645681" y="1729704"/>
                  </a:lnTo>
                  <a:lnTo>
                    <a:pt x="649680" y="1728000"/>
                  </a:lnTo>
                  <a:lnTo>
                    <a:pt x="651072" y="1727407"/>
                  </a:lnTo>
                  <a:lnTo>
                    <a:pt x="651593" y="1727184"/>
                  </a:lnTo>
                  <a:lnTo>
                    <a:pt x="653680" y="1726295"/>
                  </a:lnTo>
                  <a:lnTo>
                    <a:pt x="655419" y="1725553"/>
                  </a:lnTo>
                  <a:lnTo>
                    <a:pt x="658375" y="1724293"/>
                  </a:lnTo>
                  <a:lnTo>
                    <a:pt x="658897" y="1724071"/>
                  </a:lnTo>
                  <a:lnTo>
                    <a:pt x="662375" y="1722588"/>
                  </a:lnTo>
                  <a:lnTo>
                    <a:pt x="662549" y="1722514"/>
                  </a:lnTo>
                  <a:lnTo>
                    <a:pt x="666027" y="1721031"/>
                  </a:lnTo>
                  <a:lnTo>
                    <a:pt x="667766" y="1720290"/>
                  </a:lnTo>
                  <a:lnTo>
                    <a:pt x="668113" y="1720141"/>
                  </a:lnTo>
                  <a:lnTo>
                    <a:pt x="670026" y="1719326"/>
                  </a:lnTo>
                  <a:lnTo>
                    <a:pt x="673678" y="1717768"/>
                  </a:lnTo>
                  <a:lnTo>
                    <a:pt x="675591" y="1716953"/>
                  </a:lnTo>
                  <a:lnTo>
                    <a:pt x="677504" y="1716137"/>
                  </a:lnTo>
                  <a:lnTo>
                    <a:pt x="677678" y="1716063"/>
                  </a:lnTo>
                  <a:lnTo>
                    <a:pt x="679243" y="1715395"/>
                  </a:lnTo>
                  <a:lnTo>
                    <a:pt x="679417" y="1715321"/>
                  </a:lnTo>
                  <a:lnTo>
                    <a:pt x="684808" y="1713022"/>
                  </a:lnTo>
                  <a:lnTo>
                    <a:pt x="688459" y="1711464"/>
                  </a:lnTo>
                  <a:lnTo>
                    <a:pt x="688633" y="1711390"/>
                  </a:lnTo>
                  <a:lnTo>
                    <a:pt x="689155" y="1711167"/>
                  </a:lnTo>
                  <a:lnTo>
                    <a:pt x="691242" y="1710277"/>
                  </a:lnTo>
                  <a:lnTo>
                    <a:pt x="692285" y="1709832"/>
                  </a:lnTo>
                  <a:lnTo>
                    <a:pt x="693850" y="1709164"/>
                  </a:lnTo>
                  <a:lnTo>
                    <a:pt x="695589" y="1708422"/>
                  </a:lnTo>
                  <a:lnTo>
                    <a:pt x="695937" y="1708273"/>
                  </a:lnTo>
                  <a:lnTo>
                    <a:pt x="696459" y="1708051"/>
                  </a:lnTo>
                  <a:lnTo>
                    <a:pt x="697850" y="1707457"/>
                  </a:lnTo>
                  <a:lnTo>
                    <a:pt x="698024" y="1707383"/>
                  </a:lnTo>
                  <a:lnTo>
                    <a:pt x="699589" y="1706715"/>
                  </a:lnTo>
                  <a:lnTo>
                    <a:pt x="699937" y="1706567"/>
                  </a:lnTo>
                  <a:lnTo>
                    <a:pt x="705154" y="1704340"/>
                  </a:lnTo>
                  <a:lnTo>
                    <a:pt x="707067" y="1703524"/>
                  </a:lnTo>
                  <a:lnTo>
                    <a:pt x="707414" y="1703375"/>
                  </a:lnTo>
                  <a:lnTo>
                    <a:pt x="707762" y="1703227"/>
                  </a:lnTo>
                  <a:lnTo>
                    <a:pt x="712283" y="1701297"/>
                  </a:lnTo>
                  <a:lnTo>
                    <a:pt x="714022" y="1700555"/>
                  </a:lnTo>
                  <a:lnTo>
                    <a:pt x="718196" y="1698773"/>
                  </a:lnTo>
                  <a:lnTo>
                    <a:pt x="720457" y="1697808"/>
                  </a:lnTo>
                  <a:lnTo>
                    <a:pt x="720978" y="1697585"/>
                  </a:lnTo>
                  <a:lnTo>
                    <a:pt x="722369" y="1696991"/>
                  </a:lnTo>
                  <a:lnTo>
                    <a:pt x="723761" y="1696397"/>
                  </a:lnTo>
                  <a:lnTo>
                    <a:pt x="727586" y="1694764"/>
                  </a:lnTo>
                  <a:lnTo>
                    <a:pt x="729847" y="1693798"/>
                  </a:lnTo>
                  <a:lnTo>
                    <a:pt x="740977" y="1689045"/>
                  </a:lnTo>
                  <a:lnTo>
                    <a:pt x="744802" y="1687410"/>
                  </a:lnTo>
                  <a:lnTo>
                    <a:pt x="749324" y="1685479"/>
                  </a:lnTo>
                  <a:lnTo>
                    <a:pt x="749845" y="1685256"/>
                  </a:lnTo>
                  <a:lnTo>
                    <a:pt x="753323" y="1683770"/>
                  </a:lnTo>
                  <a:lnTo>
                    <a:pt x="757845" y="1681838"/>
                  </a:lnTo>
                  <a:lnTo>
                    <a:pt x="758888" y="1681392"/>
                  </a:lnTo>
                  <a:lnTo>
                    <a:pt x="761670" y="1680203"/>
                  </a:lnTo>
                  <a:lnTo>
                    <a:pt x="765322" y="1678642"/>
                  </a:lnTo>
                  <a:lnTo>
                    <a:pt x="766192" y="1678270"/>
                  </a:lnTo>
                  <a:lnTo>
                    <a:pt x="768105" y="1677452"/>
                  </a:lnTo>
                  <a:lnTo>
                    <a:pt x="776625" y="1673810"/>
                  </a:lnTo>
                  <a:lnTo>
                    <a:pt x="782886" y="1671133"/>
                  </a:lnTo>
                  <a:lnTo>
                    <a:pt x="784973" y="1670240"/>
                  </a:lnTo>
                  <a:lnTo>
                    <a:pt x="785146" y="1670166"/>
                  </a:lnTo>
                  <a:lnTo>
                    <a:pt x="788451" y="1668753"/>
                  </a:lnTo>
                  <a:lnTo>
                    <a:pt x="792102" y="1667191"/>
                  </a:lnTo>
                  <a:lnTo>
                    <a:pt x="796624" y="1665257"/>
                  </a:lnTo>
                  <a:lnTo>
                    <a:pt x="800102" y="1663769"/>
                  </a:lnTo>
                  <a:lnTo>
                    <a:pt x="806014" y="1661239"/>
                  </a:lnTo>
                  <a:lnTo>
                    <a:pt x="808275" y="1660272"/>
                  </a:lnTo>
                  <a:lnTo>
                    <a:pt x="808970" y="1659974"/>
                  </a:lnTo>
                  <a:lnTo>
                    <a:pt x="813144" y="1658188"/>
                  </a:lnTo>
                  <a:lnTo>
                    <a:pt x="814709" y="1657518"/>
                  </a:lnTo>
                  <a:lnTo>
                    <a:pt x="817665" y="1656253"/>
                  </a:lnTo>
                  <a:lnTo>
                    <a:pt x="818013" y="1656104"/>
                  </a:lnTo>
                  <a:lnTo>
                    <a:pt x="818361" y="1655955"/>
                  </a:lnTo>
                  <a:lnTo>
                    <a:pt x="819578" y="1655434"/>
                  </a:lnTo>
                  <a:lnTo>
                    <a:pt x="823578" y="1653722"/>
                  </a:lnTo>
                  <a:lnTo>
                    <a:pt x="824969" y="1653126"/>
                  </a:lnTo>
                  <a:lnTo>
                    <a:pt x="825491" y="1652903"/>
                  </a:lnTo>
                  <a:lnTo>
                    <a:pt x="827577" y="1652009"/>
                  </a:lnTo>
                  <a:lnTo>
                    <a:pt x="829316" y="1651265"/>
                  </a:lnTo>
                  <a:lnTo>
                    <a:pt x="832273" y="1649999"/>
                  </a:lnTo>
                  <a:lnTo>
                    <a:pt x="832794" y="1649776"/>
                  </a:lnTo>
                  <a:lnTo>
                    <a:pt x="836272" y="1648286"/>
                  </a:lnTo>
                  <a:lnTo>
                    <a:pt x="836446" y="1648212"/>
                  </a:lnTo>
                  <a:lnTo>
                    <a:pt x="839924" y="1646722"/>
                  </a:lnTo>
                  <a:lnTo>
                    <a:pt x="841663" y="1645977"/>
                  </a:lnTo>
                  <a:lnTo>
                    <a:pt x="842011" y="1645828"/>
                  </a:lnTo>
                  <a:lnTo>
                    <a:pt x="843924" y="1645009"/>
                  </a:lnTo>
                  <a:lnTo>
                    <a:pt x="847576" y="1643445"/>
                  </a:lnTo>
                  <a:lnTo>
                    <a:pt x="849489" y="1642625"/>
                  </a:lnTo>
                  <a:lnTo>
                    <a:pt x="851401" y="1641806"/>
                  </a:lnTo>
                  <a:lnTo>
                    <a:pt x="851575" y="1641731"/>
                  </a:lnTo>
                  <a:lnTo>
                    <a:pt x="853140" y="1641061"/>
                  </a:lnTo>
                  <a:lnTo>
                    <a:pt x="853314" y="1640986"/>
                  </a:lnTo>
                  <a:lnTo>
                    <a:pt x="858705" y="1638676"/>
                  </a:lnTo>
                  <a:lnTo>
                    <a:pt x="862357" y="1637111"/>
                  </a:lnTo>
                  <a:lnTo>
                    <a:pt x="862531" y="1637037"/>
                  </a:lnTo>
                  <a:lnTo>
                    <a:pt x="863053" y="1636813"/>
                  </a:lnTo>
                  <a:lnTo>
                    <a:pt x="865139" y="1635919"/>
                  </a:lnTo>
                  <a:lnTo>
                    <a:pt x="866183" y="1635472"/>
                  </a:lnTo>
                  <a:lnTo>
                    <a:pt x="867748" y="1634801"/>
                  </a:lnTo>
                  <a:lnTo>
                    <a:pt x="869487" y="1634055"/>
                  </a:lnTo>
                  <a:lnTo>
                    <a:pt x="869835" y="1633906"/>
                  </a:lnTo>
                  <a:lnTo>
                    <a:pt x="870356" y="1633683"/>
                  </a:lnTo>
                  <a:lnTo>
                    <a:pt x="871747" y="1633086"/>
                  </a:lnTo>
                  <a:lnTo>
                    <a:pt x="871921" y="1633012"/>
                  </a:lnTo>
                  <a:lnTo>
                    <a:pt x="873486" y="1632341"/>
                  </a:lnTo>
                  <a:lnTo>
                    <a:pt x="873834" y="1632192"/>
                  </a:lnTo>
                  <a:lnTo>
                    <a:pt x="879051" y="1629955"/>
                  </a:lnTo>
                  <a:lnTo>
                    <a:pt x="880964" y="1629135"/>
                  </a:lnTo>
                  <a:lnTo>
                    <a:pt x="881312" y="1628986"/>
                  </a:lnTo>
                  <a:lnTo>
                    <a:pt x="881660" y="1628837"/>
                  </a:lnTo>
                  <a:lnTo>
                    <a:pt x="884268" y="1627718"/>
                  </a:lnTo>
                  <a:lnTo>
                    <a:pt x="886181" y="1626898"/>
                  </a:lnTo>
                  <a:lnTo>
                    <a:pt x="887920" y="1626152"/>
                  </a:lnTo>
                  <a:lnTo>
                    <a:pt x="892093" y="1624362"/>
                  </a:lnTo>
                  <a:lnTo>
                    <a:pt x="894354" y="1623392"/>
                  </a:lnTo>
                  <a:lnTo>
                    <a:pt x="894876" y="1623168"/>
                  </a:lnTo>
                  <a:lnTo>
                    <a:pt x="896267" y="1622572"/>
                  </a:lnTo>
                  <a:lnTo>
                    <a:pt x="897658" y="1621975"/>
                  </a:lnTo>
                  <a:lnTo>
                    <a:pt x="901484" y="1620333"/>
                  </a:lnTo>
                  <a:lnTo>
                    <a:pt x="903745" y="1619363"/>
                  </a:lnTo>
                  <a:lnTo>
                    <a:pt x="914874" y="1614587"/>
                  </a:lnTo>
                  <a:lnTo>
                    <a:pt x="918700" y="1612945"/>
                  </a:lnTo>
                  <a:lnTo>
                    <a:pt x="923221" y="1611004"/>
                  </a:lnTo>
                  <a:lnTo>
                    <a:pt x="923743" y="1610780"/>
                  </a:lnTo>
                  <a:lnTo>
                    <a:pt x="927221" y="1609287"/>
                  </a:lnTo>
                  <a:lnTo>
                    <a:pt x="931742" y="1607345"/>
                  </a:lnTo>
                  <a:lnTo>
                    <a:pt x="932785" y="1606897"/>
                  </a:lnTo>
                  <a:lnTo>
                    <a:pt x="935568" y="1605702"/>
                  </a:lnTo>
                  <a:lnTo>
                    <a:pt x="939220" y="1604134"/>
                  </a:lnTo>
                  <a:lnTo>
                    <a:pt x="940089" y="1603761"/>
                  </a:lnTo>
                  <a:lnTo>
                    <a:pt x="942002" y="1602939"/>
                  </a:lnTo>
                  <a:lnTo>
                    <a:pt x="950523" y="1599278"/>
                  </a:lnTo>
                  <a:lnTo>
                    <a:pt x="956783" y="1596588"/>
                  </a:lnTo>
                  <a:lnTo>
                    <a:pt x="958870" y="1595691"/>
                  </a:lnTo>
                  <a:lnTo>
                    <a:pt x="959044" y="1595616"/>
                  </a:lnTo>
                  <a:lnTo>
                    <a:pt x="962348" y="1594196"/>
                  </a:lnTo>
                  <a:lnTo>
                    <a:pt x="966000" y="1592627"/>
                  </a:lnTo>
                  <a:lnTo>
                    <a:pt x="970521" y="1590683"/>
                  </a:lnTo>
                  <a:lnTo>
                    <a:pt x="973999" y="1589188"/>
                  </a:lnTo>
                  <a:lnTo>
                    <a:pt x="979912" y="1586645"/>
                  </a:lnTo>
                  <a:lnTo>
                    <a:pt x="982172" y="1585673"/>
                  </a:lnTo>
                  <a:lnTo>
                    <a:pt x="982868" y="1585374"/>
                  </a:lnTo>
                  <a:lnTo>
                    <a:pt x="987041" y="1583579"/>
                  </a:lnTo>
                  <a:lnTo>
                    <a:pt x="988606" y="1582905"/>
                  </a:lnTo>
                  <a:lnTo>
                    <a:pt x="991563" y="1581634"/>
                  </a:lnTo>
                  <a:lnTo>
                    <a:pt x="991911" y="1581484"/>
                  </a:lnTo>
                  <a:lnTo>
                    <a:pt x="992258" y="1581334"/>
                  </a:lnTo>
                  <a:lnTo>
                    <a:pt x="993476" y="1580811"/>
                  </a:lnTo>
                  <a:lnTo>
                    <a:pt x="997475" y="1579090"/>
                  </a:lnTo>
                  <a:lnTo>
                    <a:pt x="998866" y="1578491"/>
                  </a:lnTo>
                  <a:lnTo>
                    <a:pt x="999388" y="1578267"/>
                  </a:lnTo>
                  <a:lnTo>
                    <a:pt x="1001475" y="1577369"/>
                  </a:lnTo>
                  <a:lnTo>
                    <a:pt x="1003214" y="1576620"/>
                  </a:lnTo>
                  <a:lnTo>
                    <a:pt x="1006170" y="1575348"/>
                  </a:lnTo>
                  <a:lnTo>
                    <a:pt x="1006692" y="1575123"/>
                  </a:lnTo>
                  <a:lnTo>
                    <a:pt x="1010170" y="1573626"/>
                  </a:lnTo>
                  <a:lnTo>
                    <a:pt x="1010344" y="1573552"/>
                  </a:lnTo>
                  <a:lnTo>
                    <a:pt x="1013822" y="1572054"/>
                  </a:lnTo>
                  <a:lnTo>
                    <a:pt x="1015561" y="1571306"/>
                  </a:lnTo>
                  <a:lnTo>
                    <a:pt x="1015908" y="1571156"/>
                  </a:lnTo>
                  <a:lnTo>
                    <a:pt x="1017821" y="1570332"/>
                  </a:lnTo>
                  <a:lnTo>
                    <a:pt x="1021473" y="1568760"/>
                  </a:lnTo>
                  <a:lnTo>
                    <a:pt x="1023386" y="1567936"/>
                  </a:lnTo>
                  <a:lnTo>
                    <a:pt x="1025299" y="1567112"/>
                  </a:lnTo>
                  <a:lnTo>
                    <a:pt x="1025473" y="1567038"/>
                  </a:lnTo>
                  <a:lnTo>
                    <a:pt x="1027038" y="1566363"/>
                  </a:lnTo>
                  <a:lnTo>
                    <a:pt x="1027212" y="1566289"/>
                  </a:lnTo>
                  <a:lnTo>
                    <a:pt x="1032603" y="1563967"/>
                  </a:lnTo>
                  <a:lnTo>
                    <a:pt x="1036254" y="1562393"/>
                  </a:lnTo>
                  <a:lnTo>
                    <a:pt x="1036428" y="1562319"/>
                  </a:lnTo>
                  <a:lnTo>
                    <a:pt x="1036950" y="1562094"/>
                  </a:lnTo>
                  <a:lnTo>
                    <a:pt x="1039037" y="1561195"/>
                  </a:lnTo>
                  <a:lnTo>
                    <a:pt x="1040080" y="1560745"/>
                  </a:lnTo>
                  <a:lnTo>
                    <a:pt x="1041645" y="1560071"/>
                  </a:lnTo>
                  <a:lnTo>
                    <a:pt x="1043384" y="1559321"/>
                  </a:lnTo>
                  <a:lnTo>
                    <a:pt x="1043732" y="1559172"/>
                  </a:lnTo>
                  <a:lnTo>
                    <a:pt x="1044254" y="1558947"/>
                  </a:lnTo>
                  <a:lnTo>
                    <a:pt x="1045645" y="1558347"/>
                  </a:lnTo>
                  <a:lnTo>
                    <a:pt x="1045819" y="1558272"/>
                  </a:lnTo>
                  <a:lnTo>
                    <a:pt x="1047384" y="1557598"/>
                  </a:lnTo>
                  <a:lnTo>
                    <a:pt x="1047732" y="1557448"/>
                  </a:lnTo>
                  <a:lnTo>
                    <a:pt x="1052949" y="1555199"/>
                  </a:lnTo>
                  <a:lnTo>
                    <a:pt x="1054861" y="1554375"/>
                  </a:lnTo>
                  <a:lnTo>
                    <a:pt x="1055209" y="1554225"/>
                  </a:lnTo>
                  <a:lnTo>
                    <a:pt x="1055557" y="1554075"/>
                  </a:lnTo>
                  <a:lnTo>
                    <a:pt x="1058165" y="1552951"/>
                  </a:lnTo>
                  <a:lnTo>
                    <a:pt x="1060078" y="1552126"/>
                  </a:lnTo>
                  <a:lnTo>
                    <a:pt x="1061817" y="1551376"/>
                  </a:lnTo>
                  <a:lnTo>
                    <a:pt x="1065991" y="1549576"/>
                  </a:lnTo>
                  <a:lnTo>
                    <a:pt x="1068252" y="1548602"/>
                  </a:lnTo>
                  <a:lnTo>
                    <a:pt x="1068773" y="1548377"/>
                  </a:lnTo>
                  <a:lnTo>
                    <a:pt x="1071556" y="1547177"/>
                  </a:lnTo>
                  <a:lnTo>
                    <a:pt x="1075381" y="1545526"/>
                  </a:lnTo>
                  <a:lnTo>
                    <a:pt x="1077642" y="1544551"/>
                  </a:lnTo>
                  <a:lnTo>
                    <a:pt x="1088771" y="1539749"/>
                  </a:lnTo>
                  <a:lnTo>
                    <a:pt x="1092597" y="1538098"/>
                  </a:lnTo>
                  <a:lnTo>
                    <a:pt x="1097118" y="1536147"/>
                  </a:lnTo>
                  <a:lnTo>
                    <a:pt x="1097640" y="1535921"/>
                  </a:lnTo>
                  <a:lnTo>
                    <a:pt x="1101118" y="1534420"/>
                  </a:lnTo>
                  <a:lnTo>
                    <a:pt x="1105639" y="1532468"/>
                  </a:lnTo>
                  <a:lnTo>
                    <a:pt x="1106683" y="1532017"/>
                  </a:lnTo>
                  <a:lnTo>
                    <a:pt x="1109465" y="1530816"/>
                  </a:lnTo>
                  <a:lnTo>
                    <a:pt x="1113117" y="1529239"/>
                  </a:lnTo>
                  <a:lnTo>
                    <a:pt x="1113987" y="1528863"/>
                  </a:lnTo>
                  <a:lnTo>
                    <a:pt x="1115899" y="1528037"/>
                  </a:lnTo>
                  <a:lnTo>
                    <a:pt x="1124420" y="1524356"/>
                  </a:lnTo>
                  <a:lnTo>
                    <a:pt x="1130681" y="1521651"/>
                  </a:lnTo>
                  <a:lnTo>
                    <a:pt x="1132767" y="1520749"/>
                  </a:lnTo>
                  <a:lnTo>
                    <a:pt x="1132941" y="1520674"/>
                  </a:lnTo>
                  <a:lnTo>
                    <a:pt x="1136245" y="1519246"/>
                  </a:lnTo>
                  <a:lnTo>
                    <a:pt x="1139897" y="1517667"/>
                  </a:lnTo>
                  <a:lnTo>
                    <a:pt x="1144419" y="1515712"/>
                  </a:lnTo>
                  <a:lnTo>
                    <a:pt x="1147897" y="1514209"/>
                  </a:lnTo>
                  <a:lnTo>
                    <a:pt x="1153809" y="1511652"/>
                  </a:lnTo>
                  <a:lnTo>
                    <a:pt x="1156070" y="1510674"/>
                  </a:lnTo>
                  <a:lnTo>
                    <a:pt x="1156765" y="1510373"/>
                  </a:lnTo>
                  <a:lnTo>
                    <a:pt x="1160939" y="1508568"/>
                  </a:lnTo>
                  <a:lnTo>
                    <a:pt x="1162504" y="1507891"/>
                  </a:lnTo>
                  <a:lnTo>
                    <a:pt x="1165460" y="1506612"/>
                  </a:lnTo>
                  <a:lnTo>
                    <a:pt x="1165808" y="1506461"/>
                  </a:lnTo>
                  <a:lnTo>
                    <a:pt x="1166156" y="1506311"/>
                  </a:lnTo>
                  <a:lnTo>
                    <a:pt x="1167373" y="1505784"/>
                  </a:lnTo>
                  <a:lnTo>
                    <a:pt x="1171373" y="1504053"/>
                  </a:lnTo>
                  <a:lnTo>
                    <a:pt x="1172764" y="1503451"/>
                  </a:lnTo>
                  <a:lnTo>
                    <a:pt x="1173286" y="1503225"/>
                  </a:lnTo>
                  <a:lnTo>
                    <a:pt x="1177111" y="1501570"/>
                  </a:lnTo>
                  <a:lnTo>
                    <a:pt x="1180068" y="1500290"/>
                  </a:lnTo>
                  <a:lnTo>
                    <a:pt x="1180589" y="1500064"/>
                  </a:lnTo>
                  <a:lnTo>
                    <a:pt x="1184067" y="1498558"/>
                  </a:lnTo>
                  <a:lnTo>
                    <a:pt x="1184241" y="1498483"/>
                  </a:lnTo>
                  <a:lnTo>
                    <a:pt x="1187719" y="1496977"/>
                  </a:lnTo>
                  <a:lnTo>
                    <a:pt x="1189458" y="1496224"/>
                  </a:lnTo>
                  <a:lnTo>
                    <a:pt x="1189806" y="1496074"/>
                  </a:lnTo>
                  <a:lnTo>
                    <a:pt x="1191719" y="1495245"/>
                  </a:lnTo>
                  <a:lnTo>
                    <a:pt x="1195371" y="1493664"/>
                  </a:lnTo>
                  <a:lnTo>
                    <a:pt x="1197283" y="1492835"/>
                  </a:lnTo>
                  <a:lnTo>
                    <a:pt x="1199196" y="1492006"/>
                  </a:lnTo>
                  <a:lnTo>
                    <a:pt x="1199370" y="1491931"/>
                  </a:lnTo>
                  <a:lnTo>
                    <a:pt x="1200935" y="1491253"/>
                  </a:lnTo>
                  <a:lnTo>
                    <a:pt x="1201109" y="1491178"/>
                  </a:lnTo>
                  <a:lnTo>
                    <a:pt x="1206500" y="1488842"/>
                  </a:lnTo>
                  <a:lnTo>
                    <a:pt x="1210152" y="1487260"/>
                  </a:lnTo>
                  <a:lnTo>
                    <a:pt x="1210326" y="1487184"/>
                  </a:lnTo>
                  <a:lnTo>
                    <a:pt x="1210847" y="1486958"/>
                  </a:lnTo>
                  <a:lnTo>
                    <a:pt x="1212934" y="1486054"/>
                  </a:lnTo>
                  <a:lnTo>
                    <a:pt x="1213978" y="1485602"/>
                  </a:lnTo>
                  <a:lnTo>
                    <a:pt x="1215543" y="1484924"/>
                  </a:lnTo>
                  <a:lnTo>
                    <a:pt x="1217282" y="1484170"/>
                  </a:lnTo>
                  <a:lnTo>
                    <a:pt x="1217629" y="1484019"/>
                  </a:lnTo>
                  <a:lnTo>
                    <a:pt x="1218151" y="1483793"/>
                  </a:lnTo>
                  <a:lnTo>
                    <a:pt x="1219542" y="1483190"/>
                  </a:lnTo>
                  <a:lnTo>
                    <a:pt x="1219716" y="1483114"/>
                  </a:lnTo>
                  <a:lnTo>
                    <a:pt x="1221281" y="1482436"/>
                  </a:lnTo>
                  <a:lnTo>
                    <a:pt x="1221629" y="1482285"/>
                  </a:lnTo>
                  <a:lnTo>
                    <a:pt x="1226846" y="1480023"/>
                  </a:lnTo>
                  <a:lnTo>
                    <a:pt x="1228759" y="1479194"/>
                  </a:lnTo>
                  <a:lnTo>
                    <a:pt x="1229107" y="1479043"/>
                  </a:lnTo>
                  <a:lnTo>
                    <a:pt x="1229454" y="1478892"/>
                  </a:lnTo>
                  <a:lnTo>
                    <a:pt x="1232063" y="1477761"/>
                  </a:lnTo>
                  <a:lnTo>
                    <a:pt x="1233976" y="1476931"/>
                  </a:lnTo>
                  <a:lnTo>
                    <a:pt x="1239888" y="1474367"/>
                  </a:lnTo>
                  <a:lnTo>
                    <a:pt x="1242149" y="1473386"/>
                  </a:lnTo>
                  <a:lnTo>
                    <a:pt x="1242671" y="1473160"/>
                  </a:lnTo>
                  <a:lnTo>
                    <a:pt x="1244062" y="1472556"/>
                  </a:lnTo>
                  <a:lnTo>
                    <a:pt x="1245453" y="1471953"/>
                  </a:lnTo>
                  <a:lnTo>
                    <a:pt x="1249279" y="1470292"/>
                  </a:lnTo>
                  <a:lnTo>
                    <a:pt x="1251539" y="1469311"/>
                  </a:lnTo>
                  <a:lnTo>
                    <a:pt x="1262669" y="1464480"/>
                  </a:lnTo>
                  <a:lnTo>
                    <a:pt x="1266495" y="1462819"/>
                  </a:lnTo>
                  <a:lnTo>
                    <a:pt x="1271016" y="1460856"/>
                  </a:lnTo>
                  <a:lnTo>
                    <a:pt x="1271538" y="1460629"/>
                  </a:lnTo>
                  <a:lnTo>
                    <a:pt x="1275016" y="1459119"/>
                  </a:lnTo>
                  <a:lnTo>
                    <a:pt x="1279537" y="1457155"/>
                  </a:lnTo>
                  <a:lnTo>
                    <a:pt x="1280580" y="1456701"/>
                  </a:lnTo>
                  <a:lnTo>
                    <a:pt x="1283363" y="1455492"/>
                  </a:lnTo>
                  <a:lnTo>
                    <a:pt x="1287015" y="1453906"/>
                  </a:lnTo>
                  <a:lnTo>
                    <a:pt x="1287884" y="1453528"/>
                  </a:lnTo>
                  <a:lnTo>
                    <a:pt x="1289797" y="1452696"/>
                  </a:lnTo>
                  <a:lnTo>
                    <a:pt x="1298318" y="1448993"/>
                  </a:lnTo>
                  <a:lnTo>
                    <a:pt x="1304578" y="1446271"/>
                  </a:lnTo>
                  <a:lnTo>
                    <a:pt x="1306665" y="1445363"/>
                  </a:lnTo>
                  <a:lnTo>
                    <a:pt x="1306839" y="1445288"/>
                  </a:lnTo>
                  <a:lnTo>
                    <a:pt x="1310143" y="1443851"/>
                  </a:lnTo>
                  <a:lnTo>
                    <a:pt x="1313795" y="1442262"/>
                  </a:lnTo>
                  <a:lnTo>
                    <a:pt x="1318316" y="1440295"/>
                  </a:lnTo>
                  <a:lnTo>
                    <a:pt x="1321794" y="1438782"/>
                  </a:lnTo>
                  <a:lnTo>
                    <a:pt x="1327707" y="1436209"/>
                  </a:lnTo>
                  <a:lnTo>
                    <a:pt x="1329967" y="1435225"/>
                  </a:lnTo>
                  <a:lnTo>
                    <a:pt x="1330663" y="1434923"/>
                  </a:lnTo>
                  <a:lnTo>
                    <a:pt x="1334836" y="1433106"/>
                  </a:lnTo>
                  <a:lnTo>
                    <a:pt x="1336401" y="1432425"/>
                  </a:lnTo>
                  <a:lnTo>
                    <a:pt x="1339358" y="1431138"/>
                  </a:lnTo>
                  <a:lnTo>
                    <a:pt x="1339705" y="1430986"/>
                  </a:lnTo>
                  <a:lnTo>
                    <a:pt x="1340053" y="1430835"/>
                  </a:lnTo>
                  <a:lnTo>
                    <a:pt x="1341271" y="1430305"/>
                  </a:lnTo>
                  <a:lnTo>
                    <a:pt x="1345270" y="1428563"/>
                  </a:lnTo>
                  <a:lnTo>
                    <a:pt x="1346661" y="1427957"/>
                  </a:lnTo>
                  <a:lnTo>
                    <a:pt x="1347183" y="1427730"/>
                  </a:lnTo>
                  <a:lnTo>
                    <a:pt x="1349270" y="1426821"/>
                  </a:lnTo>
                  <a:lnTo>
                    <a:pt x="1351009" y="1426064"/>
                  </a:lnTo>
                  <a:lnTo>
                    <a:pt x="1353965" y="1424776"/>
                  </a:lnTo>
                  <a:lnTo>
                    <a:pt x="1354487" y="1424548"/>
                  </a:lnTo>
                  <a:lnTo>
                    <a:pt x="1357965" y="1423033"/>
                  </a:lnTo>
                  <a:lnTo>
                    <a:pt x="1358139" y="1422957"/>
                  </a:lnTo>
                  <a:lnTo>
                    <a:pt x="1361617" y="1421442"/>
                  </a:lnTo>
                  <a:lnTo>
                    <a:pt x="1363355" y="1420684"/>
                  </a:lnTo>
                  <a:lnTo>
                    <a:pt x="1363703" y="1420533"/>
                  </a:lnTo>
                  <a:lnTo>
                    <a:pt x="1365616" y="1419699"/>
                  </a:lnTo>
                  <a:lnTo>
                    <a:pt x="1369268" y="1418107"/>
                  </a:lnTo>
                  <a:lnTo>
                    <a:pt x="1371181" y="1417273"/>
                  </a:lnTo>
                  <a:lnTo>
                    <a:pt x="1373094" y="1416439"/>
                  </a:lnTo>
                  <a:lnTo>
                    <a:pt x="1373268" y="1416364"/>
                  </a:lnTo>
                  <a:lnTo>
                    <a:pt x="1374833" y="1415681"/>
                  </a:lnTo>
                  <a:lnTo>
                    <a:pt x="1375007" y="1415605"/>
                  </a:lnTo>
                  <a:lnTo>
                    <a:pt x="1380397" y="1413255"/>
                  </a:lnTo>
                  <a:lnTo>
                    <a:pt x="1384049" y="1411662"/>
                  </a:lnTo>
                  <a:lnTo>
                    <a:pt x="1384223" y="1411586"/>
                  </a:lnTo>
                  <a:lnTo>
                    <a:pt x="1384745" y="1411359"/>
                  </a:lnTo>
                  <a:lnTo>
                    <a:pt x="1386832" y="1410449"/>
                  </a:lnTo>
                  <a:lnTo>
                    <a:pt x="1387875" y="1409994"/>
                  </a:lnTo>
                  <a:lnTo>
                    <a:pt x="1389440" y="1409311"/>
                  </a:lnTo>
                  <a:lnTo>
                    <a:pt x="1391179" y="1408552"/>
                  </a:lnTo>
                  <a:lnTo>
                    <a:pt x="1391527" y="1408401"/>
                  </a:lnTo>
                  <a:lnTo>
                    <a:pt x="1392049" y="1408173"/>
                  </a:lnTo>
                  <a:lnTo>
                    <a:pt x="1393440" y="1407566"/>
                  </a:lnTo>
                  <a:lnTo>
                    <a:pt x="1393614" y="1407490"/>
                  </a:lnTo>
                  <a:lnTo>
                    <a:pt x="1395179" y="1406807"/>
                  </a:lnTo>
                  <a:lnTo>
                    <a:pt x="1395527" y="1406655"/>
                  </a:lnTo>
                  <a:lnTo>
                    <a:pt x="1400743" y="1404379"/>
                  </a:lnTo>
                  <a:lnTo>
                    <a:pt x="1402656" y="1403544"/>
                  </a:lnTo>
                  <a:lnTo>
                    <a:pt x="1403004" y="1403392"/>
                  </a:lnTo>
                  <a:lnTo>
                    <a:pt x="1403352" y="1403240"/>
                  </a:lnTo>
                  <a:lnTo>
                    <a:pt x="1405960" y="1402102"/>
                  </a:lnTo>
                  <a:lnTo>
                    <a:pt x="1407873" y="1401267"/>
                  </a:lnTo>
                  <a:lnTo>
                    <a:pt x="1409612" y="1400508"/>
                  </a:lnTo>
                  <a:lnTo>
                    <a:pt x="1413786" y="1398686"/>
                  </a:lnTo>
                  <a:lnTo>
                    <a:pt x="1416046" y="1397698"/>
                  </a:lnTo>
                  <a:lnTo>
                    <a:pt x="1416568" y="1397471"/>
                  </a:lnTo>
                  <a:lnTo>
                    <a:pt x="1417959" y="1396863"/>
                  </a:lnTo>
                  <a:lnTo>
                    <a:pt x="1419350" y="1396256"/>
                  </a:lnTo>
                  <a:lnTo>
                    <a:pt x="1423176" y="1394585"/>
                  </a:lnTo>
                  <a:lnTo>
                    <a:pt x="1425437" y="1393597"/>
                  </a:lnTo>
                  <a:lnTo>
                    <a:pt x="1436566" y="1388734"/>
                  </a:lnTo>
                  <a:lnTo>
                    <a:pt x="1440392" y="1387062"/>
                  </a:lnTo>
                  <a:lnTo>
                    <a:pt x="1444913" y="1385086"/>
                  </a:lnTo>
                  <a:lnTo>
                    <a:pt x="1445435" y="1384858"/>
                  </a:lnTo>
                  <a:lnTo>
                    <a:pt x="1448913" y="1383337"/>
                  </a:lnTo>
                  <a:lnTo>
                    <a:pt x="1453434" y="1381360"/>
                  </a:lnTo>
                  <a:lnTo>
                    <a:pt x="1454478" y="1380904"/>
                  </a:lnTo>
                  <a:lnTo>
                    <a:pt x="1457260" y="1379687"/>
                  </a:lnTo>
                  <a:lnTo>
                    <a:pt x="1460912" y="1378089"/>
                  </a:lnTo>
                  <a:lnTo>
                    <a:pt x="1461781" y="1377709"/>
                  </a:lnTo>
                  <a:lnTo>
                    <a:pt x="1463694" y="1376872"/>
                  </a:lnTo>
                  <a:lnTo>
                    <a:pt x="1472215" y="1373144"/>
                  </a:lnTo>
                  <a:lnTo>
                    <a:pt x="1478476" y="1370404"/>
                  </a:lnTo>
                  <a:lnTo>
                    <a:pt x="1480562" y="1369490"/>
                  </a:lnTo>
                  <a:lnTo>
                    <a:pt x="1480736" y="1369414"/>
                  </a:lnTo>
                  <a:lnTo>
                    <a:pt x="1484040" y="1367967"/>
                  </a:lnTo>
                  <a:lnTo>
                    <a:pt x="1487692" y="1366368"/>
                  </a:lnTo>
                  <a:lnTo>
                    <a:pt x="1492213" y="1364388"/>
                  </a:lnTo>
                  <a:lnTo>
                    <a:pt x="1495691" y="1362865"/>
                  </a:lnTo>
                  <a:lnTo>
                    <a:pt x="1501604" y="1360275"/>
                  </a:lnTo>
                  <a:lnTo>
                    <a:pt x="1503865" y="1359284"/>
                  </a:lnTo>
                  <a:lnTo>
                    <a:pt x="1504560" y="1358979"/>
                  </a:lnTo>
                  <a:lnTo>
                    <a:pt x="1508734" y="1357150"/>
                  </a:lnTo>
                  <a:lnTo>
                    <a:pt x="1510299" y="1356464"/>
                  </a:lnTo>
                  <a:lnTo>
                    <a:pt x="1513255" y="1355168"/>
                  </a:lnTo>
                  <a:lnTo>
                    <a:pt x="1513603" y="1355016"/>
                  </a:lnTo>
                  <a:lnTo>
                    <a:pt x="1513951" y="1354864"/>
                  </a:lnTo>
                  <a:lnTo>
                    <a:pt x="1515168" y="1354330"/>
                  </a:lnTo>
                  <a:lnTo>
                    <a:pt x="1519168" y="1352576"/>
                  </a:lnTo>
                  <a:lnTo>
                    <a:pt x="1520559" y="1351966"/>
                  </a:lnTo>
                  <a:lnTo>
                    <a:pt x="1521080" y="1351738"/>
                  </a:lnTo>
                  <a:lnTo>
                    <a:pt x="1523167" y="1350823"/>
                  </a:lnTo>
                  <a:lnTo>
                    <a:pt x="1524906" y="1350060"/>
                  </a:lnTo>
                  <a:lnTo>
                    <a:pt x="1527862" y="1348763"/>
                  </a:lnTo>
                  <a:lnTo>
                    <a:pt x="1528384" y="1348535"/>
                  </a:lnTo>
                  <a:lnTo>
                    <a:pt x="1531862" y="1347009"/>
                  </a:lnTo>
                  <a:lnTo>
                    <a:pt x="1532036" y="1346933"/>
                  </a:lnTo>
                  <a:lnTo>
                    <a:pt x="1535514" y="1345407"/>
                  </a:lnTo>
                  <a:lnTo>
                    <a:pt x="1537253" y="1344644"/>
                  </a:lnTo>
                  <a:lnTo>
                    <a:pt x="1537601" y="1344491"/>
                  </a:lnTo>
                  <a:lnTo>
                    <a:pt x="1539514" y="1343652"/>
                  </a:lnTo>
                  <a:lnTo>
                    <a:pt x="1543165" y="1342049"/>
                  </a:lnTo>
                  <a:lnTo>
                    <a:pt x="1545078" y="1341210"/>
                  </a:lnTo>
                  <a:lnTo>
                    <a:pt x="1546991" y="1340370"/>
                  </a:lnTo>
                  <a:lnTo>
                    <a:pt x="1547165" y="1340294"/>
                  </a:lnTo>
                  <a:lnTo>
                    <a:pt x="1548730" y="1339607"/>
                  </a:lnTo>
                  <a:lnTo>
                    <a:pt x="1548904" y="1339531"/>
                  </a:lnTo>
                  <a:lnTo>
                    <a:pt x="1554295" y="1337164"/>
                  </a:lnTo>
                  <a:lnTo>
                    <a:pt x="1557947" y="1335560"/>
                  </a:lnTo>
                  <a:lnTo>
                    <a:pt x="1558121" y="1335484"/>
                  </a:lnTo>
                  <a:lnTo>
                    <a:pt x="1558642" y="1335255"/>
                  </a:lnTo>
                  <a:lnTo>
                    <a:pt x="1560729" y="1334338"/>
                  </a:lnTo>
                  <a:lnTo>
                    <a:pt x="1561772" y="1333880"/>
                  </a:lnTo>
                  <a:lnTo>
                    <a:pt x="1563338" y="1333193"/>
                  </a:lnTo>
                  <a:lnTo>
                    <a:pt x="1565077" y="1332429"/>
                  </a:lnTo>
                  <a:lnTo>
                    <a:pt x="1565424" y="1332276"/>
                  </a:lnTo>
                  <a:lnTo>
                    <a:pt x="1565946" y="1332047"/>
                  </a:lnTo>
                  <a:lnTo>
                    <a:pt x="1567337" y="1331436"/>
                  </a:lnTo>
                  <a:lnTo>
                    <a:pt x="1567511" y="1331359"/>
                  </a:lnTo>
                  <a:lnTo>
                    <a:pt x="1569076" y="1330672"/>
                  </a:lnTo>
                  <a:lnTo>
                    <a:pt x="1569424" y="1330519"/>
                  </a:lnTo>
                  <a:lnTo>
                    <a:pt x="1574641" y="1328227"/>
                  </a:lnTo>
                  <a:lnTo>
                    <a:pt x="1576554" y="1327386"/>
                  </a:lnTo>
                  <a:lnTo>
                    <a:pt x="1576902" y="1327233"/>
                  </a:lnTo>
                  <a:lnTo>
                    <a:pt x="1577249" y="1327080"/>
                  </a:lnTo>
                  <a:lnTo>
                    <a:pt x="1579858" y="1325934"/>
                  </a:lnTo>
                  <a:lnTo>
                    <a:pt x="1581771" y="1325093"/>
                  </a:lnTo>
                  <a:lnTo>
                    <a:pt x="1583510" y="1324329"/>
                  </a:lnTo>
                  <a:lnTo>
                    <a:pt x="1587683" y="1322494"/>
                  </a:lnTo>
                  <a:lnTo>
                    <a:pt x="1589944" y="1321500"/>
                  </a:lnTo>
                  <a:lnTo>
                    <a:pt x="1590466" y="1321271"/>
                  </a:lnTo>
                  <a:lnTo>
                    <a:pt x="1591857" y="1320659"/>
                  </a:lnTo>
                  <a:lnTo>
                    <a:pt x="1593248" y="1320047"/>
                  </a:lnTo>
                  <a:lnTo>
                    <a:pt x="1597074" y="1318365"/>
                  </a:lnTo>
                  <a:lnTo>
                    <a:pt x="1599334" y="1317370"/>
                  </a:lnTo>
                  <a:lnTo>
                    <a:pt x="1610464" y="1312474"/>
                  </a:lnTo>
                  <a:lnTo>
                    <a:pt x="1614290" y="1310790"/>
                  </a:lnTo>
                  <a:lnTo>
                    <a:pt x="1618811" y="1308800"/>
                  </a:lnTo>
                  <a:lnTo>
                    <a:pt x="1619333" y="1308570"/>
                  </a:lnTo>
                  <a:lnTo>
                    <a:pt x="1622810" y="1307039"/>
                  </a:lnTo>
                  <a:lnTo>
                    <a:pt x="1627332" y="1305048"/>
                  </a:lnTo>
                  <a:lnTo>
                    <a:pt x="1628375" y="1304589"/>
                  </a:lnTo>
                  <a:lnTo>
                    <a:pt x="1631158" y="1303363"/>
                  </a:lnTo>
                  <a:lnTo>
                    <a:pt x="1634809" y="1301755"/>
                  </a:lnTo>
                  <a:lnTo>
                    <a:pt x="1635679" y="1301372"/>
                  </a:lnTo>
                  <a:lnTo>
                    <a:pt x="1637592" y="1300529"/>
                  </a:lnTo>
                  <a:lnTo>
                    <a:pt x="1646113" y="1296774"/>
                  </a:lnTo>
                  <a:lnTo>
                    <a:pt x="1652373" y="1294015"/>
                  </a:lnTo>
                  <a:lnTo>
                    <a:pt x="1654460" y="1293095"/>
                  </a:lnTo>
                  <a:lnTo>
                    <a:pt x="1654634" y="1293018"/>
                  </a:lnTo>
                  <a:lnTo>
                    <a:pt x="1657938" y="1291562"/>
                  </a:lnTo>
                  <a:lnTo>
                    <a:pt x="1661590" y="1289951"/>
                  </a:lnTo>
                  <a:lnTo>
                    <a:pt x="1666111" y="1287957"/>
                  </a:lnTo>
                  <a:lnTo>
                    <a:pt x="1669589" y="1286423"/>
                  </a:lnTo>
                  <a:lnTo>
                    <a:pt x="1675501" y="1283815"/>
                  </a:lnTo>
                  <a:lnTo>
                    <a:pt x="1677762" y="1282817"/>
                  </a:lnTo>
                  <a:lnTo>
                    <a:pt x="1678458" y="1282510"/>
                  </a:lnTo>
                  <a:lnTo>
                    <a:pt x="1682631" y="1280668"/>
                  </a:lnTo>
                  <a:lnTo>
                    <a:pt x="1684196" y="1279978"/>
                  </a:lnTo>
                  <a:lnTo>
                    <a:pt x="1687153" y="1278673"/>
                  </a:lnTo>
                  <a:lnTo>
                    <a:pt x="1687500" y="1278519"/>
                  </a:lnTo>
                  <a:lnTo>
                    <a:pt x="1687848" y="1278366"/>
                  </a:lnTo>
                  <a:lnTo>
                    <a:pt x="1689065" y="1277828"/>
                  </a:lnTo>
                  <a:lnTo>
                    <a:pt x="1693065" y="1276062"/>
                  </a:lnTo>
                  <a:lnTo>
                    <a:pt x="1694456" y="1275448"/>
                  </a:lnTo>
                  <a:lnTo>
                    <a:pt x="1694978" y="1275218"/>
                  </a:lnTo>
                  <a:lnTo>
                    <a:pt x="1697065" y="1274296"/>
                  </a:lnTo>
                  <a:lnTo>
                    <a:pt x="1698804" y="1273528"/>
                  </a:lnTo>
                  <a:lnTo>
                    <a:pt x="1701760" y="1272223"/>
                  </a:lnTo>
                  <a:lnTo>
                    <a:pt x="1702282" y="1271992"/>
                  </a:lnTo>
                  <a:lnTo>
                    <a:pt x="1705760" y="1270456"/>
                  </a:lnTo>
                  <a:lnTo>
                    <a:pt x="1705933" y="1270379"/>
                  </a:lnTo>
                  <a:lnTo>
                    <a:pt x="1709411" y="1268842"/>
                  </a:lnTo>
                  <a:lnTo>
                    <a:pt x="1711150" y="1268074"/>
                  </a:lnTo>
                  <a:lnTo>
                    <a:pt x="1711498" y="1267920"/>
                  </a:lnTo>
                  <a:lnTo>
                    <a:pt x="1713411" y="1267075"/>
                  </a:lnTo>
                  <a:lnTo>
                    <a:pt x="1717063" y="1265461"/>
                  </a:lnTo>
                  <a:lnTo>
                    <a:pt x="1718976" y="1264616"/>
                  </a:lnTo>
                  <a:lnTo>
                    <a:pt x="1720889" y="1263770"/>
                  </a:lnTo>
                  <a:lnTo>
                    <a:pt x="1721063" y="1263693"/>
                  </a:lnTo>
                  <a:lnTo>
                    <a:pt x="1722628" y="1263001"/>
                  </a:lnTo>
                  <a:lnTo>
                    <a:pt x="1722802" y="1262924"/>
                  </a:lnTo>
                  <a:lnTo>
                    <a:pt x="1728192" y="1260541"/>
                  </a:lnTo>
                  <a:lnTo>
                    <a:pt x="1731844" y="1258926"/>
                  </a:lnTo>
                  <a:lnTo>
                    <a:pt x="1732018" y="1258849"/>
                  </a:lnTo>
                  <a:lnTo>
                    <a:pt x="1732540" y="1258618"/>
                  </a:lnTo>
                  <a:lnTo>
                    <a:pt x="1734627" y="1257695"/>
                  </a:lnTo>
                  <a:lnTo>
                    <a:pt x="1735670" y="1257234"/>
                  </a:lnTo>
                  <a:lnTo>
                    <a:pt x="1737235" y="1256542"/>
                  </a:lnTo>
                  <a:lnTo>
                    <a:pt x="1738974" y="1255772"/>
                  </a:lnTo>
                  <a:lnTo>
                    <a:pt x="1739322" y="1255619"/>
                  </a:lnTo>
                  <a:lnTo>
                    <a:pt x="1739843" y="1255388"/>
                  </a:lnTo>
                  <a:lnTo>
                    <a:pt x="1741235" y="1254772"/>
                  </a:lnTo>
                  <a:lnTo>
                    <a:pt x="1741409" y="1254695"/>
                  </a:lnTo>
                  <a:lnTo>
                    <a:pt x="1742974" y="1254003"/>
                  </a:lnTo>
                  <a:lnTo>
                    <a:pt x="1743321" y="1253849"/>
                  </a:lnTo>
                  <a:lnTo>
                    <a:pt x="1748538" y="1251541"/>
                  </a:lnTo>
                  <a:lnTo>
                    <a:pt x="1750451" y="1250694"/>
                  </a:lnTo>
                  <a:lnTo>
                    <a:pt x="1750799" y="1250540"/>
                  </a:lnTo>
                  <a:lnTo>
                    <a:pt x="1751147" y="1250386"/>
                  </a:lnTo>
                  <a:lnTo>
                    <a:pt x="1753755" y="1249232"/>
                  </a:lnTo>
                  <a:lnTo>
                    <a:pt x="1755668" y="1248385"/>
                  </a:lnTo>
                  <a:lnTo>
                    <a:pt x="1757407" y="1247615"/>
                  </a:lnTo>
                  <a:lnTo>
                    <a:pt x="1761581" y="1245767"/>
                  </a:lnTo>
                  <a:lnTo>
                    <a:pt x="1763841" y="1244766"/>
                  </a:lnTo>
                  <a:lnTo>
                    <a:pt x="1764363" y="1244535"/>
                  </a:lnTo>
                  <a:lnTo>
                    <a:pt x="1765754" y="1243919"/>
                  </a:lnTo>
                  <a:lnTo>
                    <a:pt x="1767145" y="1243303"/>
                  </a:lnTo>
                  <a:lnTo>
                    <a:pt x="1770971" y="1241609"/>
                  </a:lnTo>
                  <a:lnTo>
                    <a:pt x="1773232" y="1240607"/>
                  </a:lnTo>
                  <a:lnTo>
                    <a:pt x="1784361" y="1235676"/>
                  </a:lnTo>
                  <a:lnTo>
                    <a:pt x="1788187" y="1233980"/>
                  </a:lnTo>
                  <a:lnTo>
                    <a:pt x="1792708" y="1231976"/>
                  </a:lnTo>
                  <a:lnTo>
                    <a:pt x="1793230" y="1231745"/>
                  </a:lnTo>
                  <a:lnTo>
                    <a:pt x="1796708" y="1230202"/>
                  </a:lnTo>
                  <a:lnTo>
                    <a:pt x="1801229" y="1228197"/>
                  </a:lnTo>
                  <a:lnTo>
                    <a:pt x="1802273" y="1227735"/>
                  </a:lnTo>
                  <a:lnTo>
                    <a:pt x="1805055" y="1226501"/>
                  </a:lnTo>
                  <a:lnTo>
                    <a:pt x="1808707" y="1224881"/>
                  </a:lnTo>
                  <a:lnTo>
                    <a:pt x="1809576" y="1224495"/>
                  </a:lnTo>
                  <a:lnTo>
                    <a:pt x="1811489" y="1223646"/>
                  </a:lnTo>
                  <a:lnTo>
                    <a:pt x="1820010" y="1219865"/>
                  </a:lnTo>
                  <a:lnTo>
                    <a:pt x="1826270" y="1217086"/>
                  </a:lnTo>
                  <a:lnTo>
                    <a:pt x="1828357" y="1216160"/>
                  </a:lnTo>
                  <a:lnTo>
                    <a:pt x="1828531" y="1216083"/>
                  </a:lnTo>
                  <a:lnTo>
                    <a:pt x="1831835" y="1214615"/>
                  </a:lnTo>
                  <a:lnTo>
                    <a:pt x="1835487" y="1212994"/>
                  </a:lnTo>
                  <a:lnTo>
                    <a:pt x="1840008" y="1210986"/>
                  </a:lnTo>
                  <a:lnTo>
                    <a:pt x="1843486" y="1209441"/>
                  </a:lnTo>
                  <a:lnTo>
                    <a:pt x="1849399" y="1206814"/>
                  </a:lnTo>
                  <a:lnTo>
                    <a:pt x="1851660" y="1205809"/>
                  </a:lnTo>
                  <a:lnTo>
                    <a:pt x="1852355" y="1205500"/>
                  </a:lnTo>
                  <a:lnTo>
                    <a:pt x="1858094" y="1202949"/>
                  </a:lnTo>
                  <a:lnTo>
                    <a:pt x="1861050" y="1201635"/>
                  </a:lnTo>
                  <a:lnTo>
                    <a:pt x="1861398" y="1201481"/>
                  </a:lnTo>
                  <a:lnTo>
                    <a:pt x="1861746" y="1201326"/>
                  </a:lnTo>
                  <a:lnTo>
                    <a:pt x="1862963" y="1200785"/>
                  </a:lnTo>
                  <a:lnTo>
                    <a:pt x="1866962" y="1199006"/>
                  </a:lnTo>
                  <a:lnTo>
                    <a:pt x="1868354" y="1198388"/>
                  </a:lnTo>
                  <a:lnTo>
                    <a:pt x="1868875" y="1198156"/>
                  </a:lnTo>
                  <a:lnTo>
                    <a:pt x="1870962" y="1197228"/>
                  </a:lnTo>
                  <a:lnTo>
                    <a:pt x="1872701" y="1196454"/>
                  </a:lnTo>
                  <a:lnTo>
                    <a:pt x="1875657" y="1195139"/>
                  </a:lnTo>
                  <a:lnTo>
                    <a:pt x="1876179" y="1194907"/>
                  </a:lnTo>
                  <a:lnTo>
                    <a:pt x="1879657" y="1193360"/>
                  </a:lnTo>
                  <a:lnTo>
                    <a:pt x="1879831" y="1193283"/>
                  </a:lnTo>
                  <a:lnTo>
                    <a:pt x="1883309" y="1191735"/>
                  </a:lnTo>
                  <a:lnTo>
                    <a:pt x="1885048" y="1190961"/>
                  </a:lnTo>
                  <a:lnTo>
                    <a:pt x="1885396" y="1190807"/>
                  </a:lnTo>
                  <a:lnTo>
                    <a:pt x="1887308" y="1189955"/>
                  </a:lnTo>
                  <a:lnTo>
                    <a:pt x="1890960" y="1188330"/>
                  </a:lnTo>
                  <a:lnTo>
                    <a:pt x="1892873" y="1187479"/>
                  </a:lnTo>
                  <a:lnTo>
                    <a:pt x="1894786" y="1186627"/>
                  </a:lnTo>
                  <a:lnTo>
                    <a:pt x="1894960" y="1186550"/>
                  </a:lnTo>
                  <a:lnTo>
                    <a:pt x="1896525" y="1185853"/>
                  </a:lnTo>
                  <a:lnTo>
                    <a:pt x="1896699" y="1185776"/>
                  </a:lnTo>
                  <a:lnTo>
                    <a:pt x="1902090" y="1183375"/>
                  </a:lnTo>
                  <a:lnTo>
                    <a:pt x="1905742" y="1181749"/>
                  </a:lnTo>
                  <a:lnTo>
                    <a:pt x="1905916" y="1181672"/>
                  </a:lnTo>
                  <a:lnTo>
                    <a:pt x="1906437" y="1181439"/>
                  </a:lnTo>
                  <a:lnTo>
                    <a:pt x="1908524" y="1180510"/>
                  </a:lnTo>
                  <a:lnTo>
                    <a:pt x="1909567" y="1180045"/>
                  </a:lnTo>
                  <a:lnTo>
                    <a:pt x="1911132" y="1179348"/>
                  </a:lnTo>
                  <a:lnTo>
                    <a:pt x="1912871" y="1178573"/>
                  </a:lnTo>
                  <a:lnTo>
                    <a:pt x="1913219" y="1178418"/>
                  </a:lnTo>
                  <a:lnTo>
                    <a:pt x="1913741" y="1178186"/>
                  </a:lnTo>
                  <a:lnTo>
                    <a:pt x="1915132" y="1177566"/>
                  </a:lnTo>
                  <a:lnTo>
                    <a:pt x="1915306" y="1177489"/>
                  </a:lnTo>
                  <a:lnTo>
                    <a:pt x="1916871" y="1176791"/>
                  </a:lnTo>
                  <a:lnTo>
                    <a:pt x="1917219" y="1176636"/>
                  </a:lnTo>
                  <a:lnTo>
                    <a:pt x="1922436" y="1174312"/>
                  </a:lnTo>
                  <a:lnTo>
                    <a:pt x="1924349" y="1173459"/>
                  </a:lnTo>
                  <a:lnTo>
                    <a:pt x="1924696" y="1173304"/>
                  </a:lnTo>
                  <a:lnTo>
                    <a:pt x="1925044" y="1173149"/>
                  </a:lnTo>
                  <a:lnTo>
                    <a:pt x="1927653" y="1171986"/>
                  </a:lnTo>
                  <a:lnTo>
                    <a:pt x="1929566" y="1171134"/>
                  </a:lnTo>
                  <a:lnTo>
                    <a:pt x="1931305" y="1170358"/>
                  </a:lnTo>
                  <a:lnTo>
                    <a:pt x="1935478" y="1168498"/>
                  </a:lnTo>
                  <a:lnTo>
                    <a:pt x="1937739" y="1167490"/>
                  </a:lnTo>
                  <a:lnTo>
                    <a:pt x="1938260" y="1167257"/>
                  </a:lnTo>
                  <a:lnTo>
                    <a:pt x="1939652" y="1166637"/>
                  </a:lnTo>
                  <a:lnTo>
                    <a:pt x="1941043" y="1166016"/>
                  </a:lnTo>
                  <a:lnTo>
                    <a:pt x="1944869" y="1164310"/>
                  </a:lnTo>
                  <a:lnTo>
                    <a:pt x="1947129" y="1163301"/>
                  </a:lnTo>
                  <a:lnTo>
                    <a:pt x="1958259" y="1158336"/>
                  </a:lnTo>
                  <a:lnTo>
                    <a:pt x="1962084" y="1156628"/>
                  </a:lnTo>
                  <a:lnTo>
                    <a:pt x="1966606" y="1154610"/>
                  </a:lnTo>
                  <a:lnTo>
                    <a:pt x="1967127" y="1154377"/>
                  </a:lnTo>
                  <a:lnTo>
                    <a:pt x="1970605" y="1152824"/>
                  </a:lnTo>
                  <a:lnTo>
                    <a:pt x="1975127" y="1150805"/>
                  </a:lnTo>
                  <a:lnTo>
                    <a:pt x="1976170" y="1150339"/>
                  </a:lnTo>
                  <a:lnTo>
                    <a:pt x="1978952" y="1149096"/>
                  </a:lnTo>
                  <a:lnTo>
                    <a:pt x="1982604" y="1147465"/>
                  </a:lnTo>
                  <a:lnTo>
                    <a:pt x="1983474" y="1147077"/>
                  </a:lnTo>
                  <a:lnTo>
                    <a:pt x="1985387" y="1146222"/>
                  </a:lnTo>
                  <a:lnTo>
                    <a:pt x="1993908" y="1142415"/>
                  </a:lnTo>
                  <a:lnTo>
                    <a:pt x="2000168" y="1139617"/>
                  </a:lnTo>
                  <a:lnTo>
                    <a:pt x="2002255" y="1138684"/>
                  </a:lnTo>
                  <a:lnTo>
                    <a:pt x="2002429" y="1138606"/>
                  </a:lnTo>
                  <a:lnTo>
                    <a:pt x="2005733" y="1137129"/>
                  </a:lnTo>
                  <a:lnTo>
                    <a:pt x="2009385" y="1135496"/>
                  </a:lnTo>
                  <a:lnTo>
                    <a:pt x="2013906" y="1133474"/>
                  </a:lnTo>
                  <a:lnTo>
                    <a:pt x="2017384" y="1131918"/>
                  </a:lnTo>
                  <a:lnTo>
                    <a:pt x="2023296" y="1129273"/>
                  </a:lnTo>
                  <a:lnTo>
                    <a:pt x="2025557" y="1128262"/>
                  </a:lnTo>
                  <a:lnTo>
                    <a:pt x="2026253" y="1127950"/>
                  </a:lnTo>
                  <a:lnTo>
                    <a:pt x="2030426" y="1126083"/>
                  </a:lnTo>
                  <a:lnTo>
                    <a:pt x="2034947" y="1124059"/>
                  </a:lnTo>
                  <a:lnTo>
                    <a:pt x="2035295" y="1123903"/>
                  </a:lnTo>
                  <a:lnTo>
                    <a:pt x="2035643" y="1123748"/>
                  </a:lnTo>
                  <a:lnTo>
                    <a:pt x="2036860" y="1123203"/>
                  </a:lnTo>
                  <a:lnTo>
                    <a:pt x="2040860" y="1121412"/>
                  </a:lnTo>
                  <a:lnTo>
                    <a:pt x="2042251" y="1120789"/>
                  </a:lnTo>
                  <a:lnTo>
                    <a:pt x="2042773" y="1120556"/>
                  </a:lnTo>
                  <a:lnTo>
                    <a:pt x="2044860" y="1119621"/>
                  </a:lnTo>
                  <a:lnTo>
                    <a:pt x="2046599" y="1118843"/>
                  </a:lnTo>
                  <a:lnTo>
                    <a:pt x="2049555" y="1117519"/>
                  </a:lnTo>
                  <a:lnTo>
                    <a:pt x="2050077" y="1117285"/>
                  </a:lnTo>
                  <a:lnTo>
                    <a:pt x="2053554" y="1115727"/>
                  </a:lnTo>
                  <a:lnTo>
                    <a:pt x="2053728" y="1115649"/>
                  </a:lnTo>
                  <a:lnTo>
                    <a:pt x="2057206" y="1114091"/>
                  </a:lnTo>
                  <a:lnTo>
                    <a:pt x="2058945" y="1113312"/>
                  </a:lnTo>
                  <a:lnTo>
                    <a:pt x="2059293" y="1113157"/>
                  </a:lnTo>
                  <a:lnTo>
                    <a:pt x="2061206" y="1112299"/>
                  </a:lnTo>
                  <a:lnTo>
                    <a:pt x="2064858" y="1110663"/>
                  </a:lnTo>
                  <a:lnTo>
                    <a:pt x="2066771" y="1109806"/>
                  </a:lnTo>
                  <a:lnTo>
                    <a:pt x="2068684" y="1108949"/>
                  </a:lnTo>
                  <a:lnTo>
                    <a:pt x="2068857" y="1108871"/>
                  </a:lnTo>
                  <a:lnTo>
                    <a:pt x="2070423" y="1108169"/>
                  </a:lnTo>
                  <a:lnTo>
                    <a:pt x="2070596" y="1108091"/>
                  </a:lnTo>
                  <a:lnTo>
                    <a:pt x="2075987" y="1105675"/>
                  </a:lnTo>
                  <a:lnTo>
                    <a:pt x="2079639" y="1104037"/>
                  </a:lnTo>
                  <a:lnTo>
                    <a:pt x="2079813" y="1103959"/>
                  </a:lnTo>
                  <a:lnTo>
                    <a:pt x="2080335" y="1103725"/>
                  </a:lnTo>
                  <a:lnTo>
                    <a:pt x="2082421" y="1102790"/>
                  </a:lnTo>
                  <a:lnTo>
                    <a:pt x="2083465" y="1102322"/>
                  </a:lnTo>
                  <a:lnTo>
                    <a:pt x="2085030" y="1101620"/>
                  </a:lnTo>
                  <a:lnTo>
                    <a:pt x="2086769" y="1100840"/>
                  </a:lnTo>
                  <a:lnTo>
                    <a:pt x="2087117" y="1100684"/>
                  </a:lnTo>
                  <a:lnTo>
                    <a:pt x="2087638" y="1100450"/>
                  </a:lnTo>
                  <a:lnTo>
                    <a:pt x="2089030" y="1099826"/>
                  </a:lnTo>
                  <a:lnTo>
                    <a:pt x="2089203" y="1099748"/>
                  </a:lnTo>
                  <a:lnTo>
                    <a:pt x="2090769" y="1099046"/>
                  </a:lnTo>
                  <a:lnTo>
                    <a:pt x="2091116" y="1098890"/>
                  </a:lnTo>
                  <a:lnTo>
                    <a:pt x="2096333" y="1096550"/>
                  </a:lnTo>
                  <a:lnTo>
                    <a:pt x="2098246" y="1095691"/>
                  </a:lnTo>
                  <a:lnTo>
                    <a:pt x="2098594" y="1095535"/>
                  </a:lnTo>
                  <a:lnTo>
                    <a:pt x="2098942" y="1095379"/>
                  </a:lnTo>
                  <a:lnTo>
                    <a:pt x="2101550" y="1094209"/>
                  </a:lnTo>
                  <a:lnTo>
                    <a:pt x="2103463" y="1093350"/>
                  </a:lnTo>
                  <a:lnTo>
                    <a:pt x="2105202" y="1092570"/>
                  </a:lnTo>
                  <a:lnTo>
                    <a:pt x="2109376" y="1090697"/>
                  </a:lnTo>
                  <a:lnTo>
                    <a:pt x="2111636" y="1089682"/>
                  </a:lnTo>
                  <a:lnTo>
                    <a:pt x="2112158" y="1089448"/>
                  </a:lnTo>
                  <a:lnTo>
                    <a:pt x="2113549" y="1088823"/>
                  </a:lnTo>
                  <a:lnTo>
                    <a:pt x="2114940" y="1088199"/>
                  </a:lnTo>
                  <a:lnTo>
                    <a:pt x="2118766" y="1086481"/>
                  </a:lnTo>
                  <a:lnTo>
                    <a:pt x="2121027" y="1085466"/>
                  </a:lnTo>
                  <a:lnTo>
                    <a:pt x="2132156" y="1080467"/>
                  </a:lnTo>
                  <a:lnTo>
                    <a:pt x="2135982" y="1078748"/>
                  </a:lnTo>
                  <a:lnTo>
                    <a:pt x="2141025" y="1076482"/>
                  </a:lnTo>
                  <a:lnTo>
                    <a:pt x="2144503" y="1074919"/>
                  </a:lnTo>
                  <a:lnTo>
                    <a:pt x="2149024" y="1072886"/>
                  </a:lnTo>
                  <a:lnTo>
                    <a:pt x="2150068" y="1072417"/>
                  </a:lnTo>
                  <a:lnTo>
                    <a:pt x="2152850" y="1071167"/>
                  </a:lnTo>
                  <a:lnTo>
                    <a:pt x="2156502" y="1069525"/>
                  </a:lnTo>
                  <a:lnTo>
                    <a:pt x="2157371" y="1069134"/>
                  </a:lnTo>
                  <a:lnTo>
                    <a:pt x="2159284" y="1068273"/>
                  </a:lnTo>
                  <a:lnTo>
                    <a:pt x="2167805" y="1064441"/>
                  </a:lnTo>
                  <a:lnTo>
                    <a:pt x="2174065" y="1061625"/>
                  </a:lnTo>
                  <a:lnTo>
                    <a:pt x="2176152" y="1060686"/>
                  </a:lnTo>
                  <a:lnTo>
                    <a:pt x="2176326" y="1060607"/>
                  </a:lnTo>
                  <a:lnTo>
                    <a:pt x="2179630" y="1059121"/>
                  </a:lnTo>
                  <a:lnTo>
                    <a:pt x="2183282" y="1057477"/>
                  </a:lnTo>
                  <a:lnTo>
                    <a:pt x="2187803" y="1055442"/>
                  </a:lnTo>
                  <a:lnTo>
                    <a:pt x="2191281" y="1053876"/>
                  </a:lnTo>
                  <a:lnTo>
                    <a:pt x="2197194" y="1051214"/>
                  </a:lnTo>
                  <a:lnTo>
                    <a:pt x="2199454" y="1050196"/>
                  </a:lnTo>
                  <a:lnTo>
                    <a:pt x="2200150" y="1049883"/>
                  </a:lnTo>
                  <a:lnTo>
                    <a:pt x="2204324" y="1048003"/>
                  </a:lnTo>
                  <a:lnTo>
                    <a:pt x="2205889" y="1047298"/>
                  </a:lnTo>
                  <a:lnTo>
                    <a:pt x="2208845" y="1045966"/>
                  </a:lnTo>
                  <a:lnTo>
                    <a:pt x="2209193" y="1045809"/>
                  </a:lnTo>
                  <a:lnTo>
                    <a:pt x="2209540" y="1045653"/>
                  </a:lnTo>
                  <a:lnTo>
                    <a:pt x="2210758" y="1045104"/>
                  </a:lnTo>
                  <a:lnTo>
                    <a:pt x="2214757" y="1043302"/>
                  </a:lnTo>
                  <a:lnTo>
                    <a:pt x="2216149" y="1042675"/>
                  </a:lnTo>
                  <a:lnTo>
                    <a:pt x="2216670" y="1042440"/>
                  </a:lnTo>
                  <a:lnTo>
                    <a:pt x="2218757" y="1041500"/>
                  </a:lnTo>
                  <a:lnTo>
                    <a:pt x="2220496" y="1040716"/>
                  </a:lnTo>
                  <a:lnTo>
                    <a:pt x="2223452" y="1039384"/>
                  </a:lnTo>
                  <a:lnTo>
                    <a:pt x="2223974" y="1039149"/>
                  </a:lnTo>
                  <a:lnTo>
                    <a:pt x="2227452" y="1037581"/>
                  </a:lnTo>
                  <a:lnTo>
                    <a:pt x="2227626" y="1037503"/>
                  </a:lnTo>
                  <a:lnTo>
                    <a:pt x="2231104" y="1035935"/>
                  </a:lnTo>
                  <a:lnTo>
                    <a:pt x="2232843" y="1035151"/>
                  </a:lnTo>
                  <a:lnTo>
                    <a:pt x="2233191" y="1034994"/>
                  </a:lnTo>
                  <a:lnTo>
                    <a:pt x="2235103" y="1034131"/>
                  </a:lnTo>
                  <a:lnTo>
                    <a:pt x="2238755" y="1032485"/>
                  </a:lnTo>
                  <a:lnTo>
                    <a:pt x="2240668" y="1031622"/>
                  </a:lnTo>
                  <a:lnTo>
                    <a:pt x="2242581" y="1030759"/>
                  </a:lnTo>
                  <a:lnTo>
                    <a:pt x="2242755" y="1030681"/>
                  </a:lnTo>
                  <a:lnTo>
                    <a:pt x="2244320" y="1029975"/>
                  </a:lnTo>
                  <a:lnTo>
                    <a:pt x="2244494" y="1029896"/>
                  </a:lnTo>
                  <a:lnTo>
                    <a:pt x="2249885" y="1027465"/>
                  </a:lnTo>
                  <a:lnTo>
                    <a:pt x="2253537" y="1025817"/>
                  </a:lnTo>
                  <a:lnTo>
                    <a:pt x="2253710" y="1025738"/>
                  </a:lnTo>
                  <a:lnTo>
                    <a:pt x="2254232" y="1025503"/>
                  </a:lnTo>
                  <a:lnTo>
                    <a:pt x="2256319" y="1024561"/>
                  </a:lnTo>
                  <a:lnTo>
                    <a:pt x="2257362" y="1024091"/>
                  </a:lnTo>
                  <a:lnTo>
                    <a:pt x="2258927" y="1023384"/>
                  </a:lnTo>
                  <a:lnTo>
                    <a:pt x="2260666" y="1022600"/>
                  </a:lnTo>
                  <a:lnTo>
                    <a:pt x="2261014" y="1022443"/>
                  </a:lnTo>
                  <a:lnTo>
                    <a:pt x="2261536" y="1022207"/>
                  </a:lnTo>
                  <a:lnTo>
                    <a:pt x="2262927" y="1021579"/>
                  </a:lnTo>
                  <a:lnTo>
                    <a:pt x="2263101" y="1021501"/>
                  </a:lnTo>
                  <a:lnTo>
                    <a:pt x="2264666" y="1020794"/>
                  </a:lnTo>
                  <a:lnTo>
                    <a:pt x="2265014" y="1020637"/>
                  </a:lnTo>
                  <a:lnTo>
                    <a:pt x="2270231" y="1018282"/>
                  </a:lnTo>
                  <a:lnTo>
                    <a:pt x="2272144" y="1017419"/>
                  </a:lnTo>
                  <a:lnTo>
                    <a:pt x="2272491" y="1017262"/>
                  </a:lnTo>
                  <a:lnTo>
                    <a:pt x="2272839" y="1017105"/>
                  </a:lnTo>
                  <a:lnTo>
                    <a:pt x="2275448" y="1015927"/>
                  </a:lnTo>
                  <a:lnTo>
                    <a:pt x="2277360" y="1015063"/>
                  </a:lnTo>
                  <a:lnTo>
                    <a:pt x="2279099" y="1014278"/>
                  </a:lnTo>
                  <a:lnTo>
                    <a:pt x="2283273" y="1012393"/>
                  </a:lnTo>
                  <a:lnTo>
                    <a:pt x="2285534" y="1011372"/>
                  </a:lnTo>
                  <a:lnTo>
                    <a:pt x="2286055" y="1011136"/>
                  </a:lnTo>
                  <a:lnTo>
                    <a:pt x="2287447" y="1010508"/>
                  </a:lnTo>
                  <a:lnTo>
                    <a:pt x="2288838" y="1009879"/>
                  </a:lnTo>
                  <a:lnTo>
                    <a:pt x="2292663" y="1008151"/>
                  </a:lnTo>
                  <a:lnTo>
                    <a:pt x="2294924" y="1007130"/>
                  </a:lnTo>
                  <a:lnTo>
                    <a:pt x="2306054" y="1002100"/>
                  </a:lnTo>
                  <a:lnTo>
                    <a:pt x="2309879" y="1000371"/>
                  </a:lnTo>
                  <a:lnTo>
                    <a:pt x="2314401" y="998327"/>
                  </a:lnTo>
                  <a:lnTo>
                    <a:pt x="2314922" y="998091"/>
                  </a:lnTo>
                  <a:lnTo>
                    <a:pt x="2318400" y="996518"/>
                  </a:lnTo>
                  <a:lnTo>
                    <a:pt x="2322922" y="994473"/>
                  </a:lnTo>
                  <a:lnTo>
                    <a:pt x="2323965" y="994001"/>
                  </a:lnTo>
                  <a:lnTo>
                    <a:pt x="2326747" y="992743"/>
                  </a:lnTo>
                  <a:lnTo>
                    <a:pt x="2330399" y="991091"/>
                  </a:lnTo>
                  <a:lnTo>
                    <a:pt x="2331269" y="990698"/>
                  </a:lnTo>
                  <a:lnTo>
                    <a:pt x="2333182" y="989832"/>
                  </a:lnTo>
                  <a:lnTo>
                    <a:pt x="2341703" y="985977"/>
                  </a:lnTo>
                  <a:lnTo>
                    <a:pt x="2347963" y="983144"/>
                  </a:lnTo>
                  <a:lnTo>
                    <a:pt x="2350050" y="982199"/>
                  </a:lnTo>
                  <a:lnTo>
                    <a:pt x="2350223" y="982120"/>
                  </a:lnTo>
                  <a:lnTo>
                    <a:pt x="2353528" y="980625"/>
                  </a:lnTo>
                  <a:lnTo>
                    <a:pt x="2357179" y="978971"/>
                  </a:lnTo>
                  <a:lnTo>
                    <a:pt x="2361701" y="976924"/>
                  </a:lnTo>
                  <a:lnTo>
                    <a:pt x="2365179" y="975349"/>
                  </a:lnTo>
                  <a:lnTo>
                    <a:pt x="2371091" y="972671"/>
                  </a:lnTo>
                  <a:lnTo>
                    <a:pt x="2373352" y="971647"/>
                  </a:lnTo>
                  <a:lnTo>
                    <a:pt x="2378221" y="969441"/>
                  </a:lnTo>
                  <a:lnTo>
                    <a:pt x="2379786" y="968732"/>
                  </a:lnTo>
                  <a:lnTo>
                    <a:pt x="2382742" y="967393"/>
                  </a:lnTo>
                  <a:lnTo>
                    <a:pt x="2383090" y="967235"/>
                  </a:lnTo>
                  <a:lnTo>
                    <a:pt x="2383438" y="967077"/>
                  </a:lnTo>
                  <a:lnTo>
                    <a:pt x="2384655" y="966526"/>
                  </a:lnTo>
                  <a:lnTo>
                    <a:pt x="2388655" y="964713"/>
                  </a:lnTo>
                  <a:lnTo>
                    <a:pt x="2390046" y="964083"/>
                  </a:lnTo>
                  <a:lnTo>
                    <a:pt x="2390568" y="963846"/>
                  </a:lnTo>
                  <a:lnTo>
                    <a:pt x="2392654" y="962900"/>
                  </a:lnTo>
                  <a:lnTo>
                    <a:pt x="2394393" y="962112"/>
                  </a:lnTo>
                  <a:lnTo>
                    <a:pt x="2397350" y="960772"/>
                  </a:lnTo>
                  <a:lnTo>
                    <a:pt x="2397871" y="960535"/>
                  </a:lnTo>
                  <a:lnTo>
                    <a:pt x="2401349" y="958959"/>
                  </a:lnTo>
                  <a:lnTo>
                    <a:pt x="2401523" y="958880"/>
                  </a:lnTo>
                  <a:lnTo>
                    <a:pt x="2405001" y="957303"/>
                  </a:lnTo>
                  <a:lnTo>
                    <a:pt x="2406740" y="956514"/>
                  </a:lnTo>
                  <a:lnTo>
                    <a:pt x="2407088" y="956356"/>
                  </a:lnTo>
                  <a:lnTo>
                    <a:pt x="2409001" y="955489"/>
                  </a:lnTo>
                  <a:lnTo>
                    <a:pt x="2412653" y="953833"/>
                  </a:lnTo>
                  <a:lnTo>
                    <a:pt x="2414566" y="952965"/>
                  </a:lnTo>
                  <a:lnTo>
                    <a:pt x="2416478" y="952097"/>
                  </a:lnTo>
                  <a:lnTo>
                    <a:pt x="2416652" y="952018"/>
                  </a:lnTo>
                  <a:lnTo>
                    <a:pt x="2418391" y="951230"/>
                  </a:lnTo>
                  <a:lnTo>
                    <a:pt x="2423782" y="948784"/>
                  </a:lnTo>
                  <a:lnTo>
                    <a:pt x="2427434" y="947127"/>
                  </a:lnTo>
                  <a:lnTo>
                    <a:pt x="2427608" y="947048"/>
                  </a:lnTo>
                  <a:lnTo>
                    <a:pt x="2428130" y="946811"/>
                  </a:lnTo>
                  <a:lnTo>
                    <a:pt x="2430216" y="945864"/>
                  </a:lnTo>
                  <a:lnTo>
                    <a:pt x="2431260" y="945391"/>
                  </a:lnTo>
                  <a:lnTo>
                    <a:pt x="2432825" y="944681"/>
                  </a:lnTo>
                  <a:lnTo>
                    <a:pt x="2434564" y="943891"/>
                  </a:lnTo>
                  <a:lnTo>
                    <a:pt x="2434912" y="943733"/>
                  </a:lnTo>
                  <a:lnTo>
                    <a:pt x="2435433" y="943497"/>
                  </a:lnTo>
                  <a:lnTo>
                    <a:pt x="2436824" y="942865"/>
                  </a:lnTo>
                  <a:lnTo>
                    <a:pt x="2436998" y="942786"/>
                  </a:lnTo>
                  <a:lnTo>
                    <a:pt x="2438563" y="942076"/>
                  </a:lnTo>
                  <a:lnTo>
                    <a:pt x="2438911" y="941918"/>
                  </a:lnTo>
                  <a:lnTo>
                    <a:pt x="2444128" y="939550"/>
                  </a:lnTo>
                  <a:lnTo>
                    <a:pt x="2446041" y="938681"/>
                  </a:lnTo>
                  <a:lnTo>
                    <a:pt x="2446389" y="938523"/>
                  </a:lnTo>
                  <a:lnTo>
                    <a:pt x="2446737" y="938365"/>
                  </a:lnTo>
                  <a:lnTo>
                    <a:pt x="2449345" y="937181"/>
                  </a:lnTo>
                  <a:lnTo>
                    <a:pt x="2451258" y="936312"/>
                  </a:lnTo>
                  <a:lnTo>
                    <a:pt x="2452997" y="935523"/>
                  </a:lnTo>
                  <a:lnTo>
                    <a:pt x="2457170" y="933627"/>
                  </a:lnTo>
                  <a:lnTo>
                    <a:pt x="2459431" y="932600"/>
                  </a:lnTo>
                  <a:lnTo>
                    <a:pt x="2459953" y="932364"/>
                  </a:lnTo>
                  <a:lnTo>
                    <a:pt x="2461344" y="931732"/>
                  </a:lnTo>
                  <a:lnTo>
                    <a:pt x="2462735" y="931100"/>
                  </a:lnTo>
                  <a:lnTo>
                    <a:pt x="2466561" y="929362"/>
                  </a:lnTo>
                  <a:lnTo>
                    <a:pt x="2468822" y="928335"/>
                  </a:lnTo>
                  <a:lnTo>
                    <a:pt x="2479951" y="923277"/>
                  </a:lnTo>
                  <a:lnTo>
                    <a:pt x="2483777" y="921538"/>
                  </a:lnTo>
                  <a:lnTo>
                    <a:pt x="2488298" y="919483"/>
                  </a:lnTo>
                  <a:lnTo>
                    <a:pt x="2488820" y="919246"/>
                  </a:lnTo>
                  <a:lnTo>
                    <a:pt x="2492298" y="917665"/>
                  </a:lnTo>
                  <a:lnTo>
                    <a:pt x="2496819" y="915609"/>
                  </a:lnTo>
                  <a:lnTo>
                    <a:pt x="2497862" y="915135"/>
                  </a:lnTo>
                  <a:lnTo>
                    <a:pt x="2500645" y="913869"/>
                  </a:lnTo>
                  <a:lnTo>
                    <a:pt x="2504297" y="912208"/>
                  </a:lnTo>
                  <a:lnTo>
                    <a:pt x="2505166" y="911813"/>
                  </a:lnTo>
                  <a:lnTo>
                    <a:pt x="2507079" y="910943"/>
                  </a:lnTo>
                  <a:lnTo>
                    <a:pt x="2515600" y="907067"/>
                  </a:lnTo>
                  <a:lnTo>
                    <a:pt x="2521860" y="904218"/>
                  </a:lnTo>
                  <a:lnTo>
                    <a:pt x="2523947" y="903269"/>
                  </a:lnTo>
                  <a:lnTo>
                    <a:pt x="2524121" y="903189"/>
                  </a:lnTo>
                  <a:lnTo>
                    <a:pt x="2527425" y="901686"/>
                  </a:lnTo>
                  <a:lnTo>
                    <a:pt x="2531077" y="900024"/>
                  </a:lnTo>
                  <a:lnTo>
                    <a:pt x="2535598" y="897966"/>
                  </a:lnTo>
                  <a:lnTo>
                    <a:pt x="2539076" y="896382"/>
                  </a:lnTo>
                  <a:lnTo>
                    <a:pt x="2544989" y="893690"/>
                  </a:lnTo>
                  <a:lnTo>
                    <a:pt x="2547249" y="892661"/>
                  </a:lnTo>
                  <a:lnTo>
                    <a:pt x="2547945" y="892344"/>
                  </a:lnTo>
                  <a:lnTo>
                    <a:pt x="2552118" y="890443"/>
                  </a:lnTo>
                  <a:lnTo>
                    <a:pt x="2553684" y="889731"/>
                  </a:lnTo>
                  <a:lnTo>
                    <a:pt x="2556640" y="888384"/>
                  </a:lnTo>
                  <a:lnTo>
                    <a:pt x="2556988" y="888226"/>
                  </a:lnTo>
                  <a:lnTo>
                    <a:pt x="2557335" y="888067"/>
                  </a:lnTo>
                  <a:lnTo>
                    <a:pt x="2558553" y="887513"/>
                  </a:lnTo>
                  <a:lnTo>
                    <a:pt x="2562552" y="885691"/>
                  </a:lnTo>
                  <a:lnTo>
                    <a:pt x="2563943" y="885057"/>
                  </a:lnTo>
                  <a:lnTo>
                    <a:pt x="2564465" y="884819"/>
                  </a:lnTo>
                  <a:lnTo>
                    <a:pt x="2566552" y="883869"/>
                  </a:lnTo>
                  <a:lnTo>
                    <a:pt x="2568291" y="883076"/>
                  </a:lnTo>
                  <a:lnTo>
                    <a:pt x="2571247" y="881729"/>
                  </a:lnTo>
                  <a:lnTo>
                    <a:pt x="2571769" y="881491"/>
                  </a:lnTo>
                  <a:lnTo>
                    <a:pt x="2575247" y="879906"/>
                  </a:lnTo>
                  <a:lnTo>
                    <a:pt x="2575421" y="879827"/>
                  </a:lnTo>
                  <a:lnTo>
                    <a:pt x="2578899" y="878242"/>
                  </a:lnTo>
                  <a:lnTo>
                    <a:pt x="2580638" y="877450"/>
                  </a:lnTo>
                  <a:lnTo>
                    <a:pt x="2580985" y="877291"/>
                  </a:lnTo>
                  <a:lnTo>
                    <a:pt x="2582898" y="876419"/>
                  </a:lnTo>
                  <a:lnTo>
                    <a:pt x="2586550" y="874754"/>
                  </a:lnTo>
                  <a:lnTo>
                    <a:pt x="2588463" y="873882"/>
                  </a:lnTo>
                  <a:lnTo>
                    <a:pt x="2590376" y="873010"/>
                  </a:lnTo>
                  <a:lnTo>
                    <a:pt x="2590550" y="872931"/>
                  </a:lnTo>
                  <a:lnTo>
                    <a:pt x="2592115" y="872217"/>
                  </a:lnTo>
                  <a:lnTo>
                    <a:pt x="2592289" y="872138"/>
                  </a:lnTo>
                  <a:lnTo>
                    <a:pt x="2597680" y="869680"/>
                  </a:lnTo>
                  <a:lnTo>
                    <a:pt x="2601331" y="868015"/>
                  </a:lnTo>
                  <a:lnTo>
                    <a:pt x="2601505" y="867935"/>
                  </a:lnTo>
                  <a:lnTo>
                    <a:pt x="2602027" y="867698"/>
                  </a:lnTo>
                  <a:lnTo>
                    <a:pt x="2604114" y="866746"/>
                  </a:lnTo>
                  <a:lnTo>
                    <a:pt x="2605157" y="866270"/>
                  </a:lnTo>
                  <a:lnTo>
                    <a:pt x="2606722" y="865556"/>
                  </a:lnTo>
                  <a:lnTo>
                    <a:pt x="2608461" y="864763"/>
                  </a:lnTo>
                  <a:lnTo>
                    <a:pt x="2608809" y="864604"/>
                  </a:lnTo>
                  <a:lnTo>
                    <a:pt x="2609331" y="864366"/>
                  </a:lnTo>
                  <a:lnTo>
                    <a:pt x="2610722" y="863732"/>
                  </a:lnTo>
                  <a:lnTo>
                    <a:pt x="2610896" y="863652"/>
                  </a:lnTo>
                  <a:lnTo>
                    <a:pt x="2612461" y="862938"/>
                  </a:lnTo>
                  <a:lnTo>
                    <a:pt x="2612809" y="862780"/>
                  </a:lnTo>
                  <a:lnTo>
                    <a:pt x="2618026" y="860400"/>
                  </a:lnTo>
                  <a:lnTo>
                    <a:pt x="2619938" y="859527"/>
                  </a:lnTo>
                  <a:lnTo>
                    <a:pt x="2620286" y="859368"/>
                  </a:lnTo>
                  <a:lnTo>
                    <a:pt x="2620634" y="859209"/>
                  </a:lnTo>
                  <a:lnTo>
                    <a:pt x="2623242" y="858019"/>
                  </a:lnTo>
                  <a:lnTo>
                    <a:pt x="2625155" y="857146"/>
                  </a:lnTo>
                  <a:lnTo>
                    <a:pt x="2626894" y="856353"/>
                  </a:lnTo>
                  <a:lnTo>
                    <a:pt x="2631068" y="854448"/>
                  </a:lnTo>
                  <a:lnTo>
                    <a:pt x="2633850" y="853178"/>
                  </a:lnTo>
                  <a:lnTo>
                    <a:pt x="2635241" y="852543"/>
                  </a:lnTo>
                  <a:lnTo>
                    <a:pt x="2636633" y="851908"/>
                  </a:lnTo>
                  <a:lnTo>
                    <a:pt x="2640458" y="850161"/>
                  </a:lnTo>
                  <a:lnTo>
                    <a:pt x="2642719" y="849129"/>
                  </a:lnTo>
                  <a:lnTo>
                    <a:pt x="2653848" y="844047"/>
                  </a:lnTo>
                  <a:lnTo>
                    <a:pt x="2657674" y="842300"/>
                  </a:lnTo>
                  <a:lnTo>
                    <a:pt x="2662196" y="840235"/>
                  </a:lnTo>
                  <a:lnTo>
                    <a:pt x="2662717" y="839997"/>
                  </a:lnTo>
                  <a:lnTo>
                    <a:pt x="2666195" y="838408"/>
                  </a:lnTo>
                  <a:lnTo>
                    <a:pt x="2670716" y="836342"/>
                  </a:lnTo>
                  <a:lnTo>
                    <a:pt x="2671760" y="835866"/>
                  </a:lnTo>
                  <a:lnTo>
                    <a:pt x="2674542" y="834594"/>
                  </a:lnTo>
                  <a:lnTo>
                    <a:pt x="2678194" y="832926"/>
                  </a:lnTo>
                  <a:lnTo>
                    <a:pt x="2679064" y="832528"/>
                  </a:lnTo>
                  <a:lnTo>
                    <a:pt x="2680976" y="831654"/>
                  </a:lnTo>
                  <a:lnTo>
                    <a:pt x="2689497" y="827760"/>
                  </a:lnTo>
                  <a:lnTo>
                    <a:pt x="2695758" y="824898"/>
                  </a:lnTo>
                  <a:lnTo>
                    <a:pt x="2697844" y="823944"/>
                  </a:lnTo>
                  <a:lnTo>
                    <a:pt x="2698018" y="823864"/>
                  </a:lnTo>
                  <a:lnTo>
                    <a:pt x="2701322" y="822354"/>
                  </a:lnTo>
                  <a:lnTo>
                    <a:pt x="2704974" y="820684"/>
                  </a:lnTo>
                  <a:lnTo>
                    <a:pt x="2709496" y="818616"/>
                  </a:lnTo>
                  <a:lnTo>
                    <a:pt x="2712974" y="817026"/>
                  </a:lnTo>
                  <a:lnTo>
                    <a:pt x="2718886" y="814321"/>
                  </a:lnTo>
                  <a:lnTo>
                    <a:pt x="2721147" y="813287"/>
                  </a:lnTo>
                  <a:lnTo>
                    <a:pt x="2721842" y="812969"/>
                  </a:lnTo>
                  <a:lnTo>
                    <a:pt x="2726016" y="811060"/>
                  </a:lnTo>
                  <a:lnTo>
                    <a:pt x="2727581" y="810344"/>
                  </a:lnTo>
                  <a:lnTo>
                    <a:pt x="2730537" y="808991"/>
                  </a:lnTo>
                  <a:lnTo>
                    <a:pt x="2730885" y="808832"/>
                  </a:lnTo>
                  <a:lnTo>
                    <a:pt x="2731233" y="808673"/>
                  </a:lnTo>
                  <a:lnTo>
                    <a:pt x="2732450" y="808116"/>
                  </a:lnTo>
                  <a:lnTo>
                    <a:pt x="2736450" y="806285"/>
                  </a:lnTo>
                  <a:lnTo>
                    <a:pt x="2737841" y="805649"/>
                  </a:lnTo>
                  <a:lnTo>
                    <a:pt x="2738363" y="805410"/>
                  </a:lnTo>
                  <a:lnTo>
                    <a:pt x="2740449" y="804455"/>
                  </a:lnTo>
                  <a:lnTo>
                    <a:pt x="2742188" y="803659"/>
                  </a:lnTo>
                  <a:lnTo>
                    <a:pt x="2745145" y="802306"/>
                  </a:lnTo>
                  <a:lnTo>
                    <a:pt x="2745666" y="802067"/>
                  </a:lnTo>
                  <a:lnTo>
                    <a:pt x="2749144" y="800475"/>
                  </a:lnTo>
                  <a:lnTo>
                    <a:pt x="2749318" y="800396"/>
                  </a:lnTo>
                  <a:lnTo>
                    <a:pt x="2752796" y="798803"/>
                  </a:lnTo>
                  <a:lnTo>
                    <a:pt x="2754535" y="798007"/>
                  </a:lnTo>
                  <a:lnTo>
                    <a:pt x="2754883" y="797848"/>
                  </a:lnTo>
                  <a:lnTo>
                    <a:pt x="2756796" y="796972"/>
                  </a:lnTo>
                  <a:lnTo>
                    <a:pt x="2760448" y="795300"/>
                  </a:lnTo>
                  <a:lnTo>
                    <a:pt x="2762360" y="794424"/>
                  </a:lnTo>
                  <a:lnTo>
                    <a:pt x="2764273" y="793548"/>
                  </a:lnTo>
                  <a:lnTo>
                    <a:pt x="2764447" y="793469"/>
                  </a:lnTo>
                  <a:lnTo>
                    <a:pt x="2766012" y="792752"/>
                  </a:lnTo>
                  <a:lnTo>
                    <a:pt x="2766186" y="792672"/>
                  </a:lnTo>
                  <a:lnTo>
                    <a:pt x="2771577" y="790203"/>
                  </a:lnTo>
                  <a:lnTo>
                    <a:pt x="2775229" y="788531"/>
                  </a:lnTo>
                  <a:lnTo>
                    <a:pt x="2775403" y="788451"/>
                  </a:lnTo>
                  <a:lnTo>
                    <a:pt x="2775924" y="788212"/>
                  </a:lnTo>
                  <a:lnTo>
                    <a:pt x="2778011" y="787256"/>
                  </a:lnTo>
                  <a:lnTo>
                    <a:pt x="2780620" y="786061"/>
                  </a:lnTo>
                  <a:lnTo>
                    <a:pt x="2782359" y="785265"/>
                  </a:lnTo>
                  <a:lnTo>
                    <a:pt x="2782706" y="785105"/>
                  </a:lnTo>
                  <a:lnTo>
                    <a:pt x="2783228" y="784866"/>
                  </a:lnTo>
                  <a:lnTo>
                    <a:pt x="2784619" y="784229"/>
                  </a:lnTo>
                  <a:lnTo>
                    <a:pt x="2784793" y="784149"/>
                  </a:lnTo>
                  <a:lnTo>
                    <a:pt x="2786358" y="783432"/>
                  </a:lnTo>
                  <a:lnTo>
                    <a:pt x="2786706" y="783273"/>
                  </a:lnTo>
                  <a:lnTo>
                    <a:pt x="2791923" y="780883"/>
                  </a:lnTo>
                  <a:lnTo>
                    <a:pt x="2793836" y="780006"/>
                  </a:lnTo>
                  <a:lnTo>
                    <a:pt x="2794184" y="779847"/>
                  </a:lnTo>
                  <a:lnTo>
                    <a:pt x="2794531" y="779687"/>
                  </a:lnTo>
                  <a:lnTo>
                    <a:pt x="2797140" y="778492"/>
                  </a:lnTo>
                  <a:lnTo>
                    <a:pt x="2799053" y="777615"/>
                  </a:lnTo>
                  <a:lnTo>
                    <a:pt x="2800792" y="776818"/>
                  </a:lnTo>
                  <a:lnTo>
                    <a:pt x="2804965" y="774905"/>
                  </a:lnTo>
                  <a:lnTo>
                    <a:pt x="2807226" y="773869"/>
                  </a:lnTo>
                  <a:lnTo>
                    <a:pt x="2807748" y="773630"/>
                  </a:lnTo>
                  <a:lnTo>
                    <a:pt x="2809139" y="772992"/>
                  </a:lnTo>
                  <a:lnTo>
                    <a:pt x="2810530" y="772355"/>
                  </a:lnTo>
                  <a:lnTo>
                    <a:pt x="2814356" y="770601"/>
                  </a:lnTo>
                  <a:lnTo>
                    <a:pt x="2816616" y="769564"/>
                  </a:lnTo>
                  <a:lnTo>
                    <a:pt x="2827746" y="764461"/>
                  </a:lnTo>
                  <a:lnTo>
                    <a:pt x="2831572" y="762707"/>
                  </a:lnTo>
                  <a:lnTo>
                    <a:pt x="2836093" y="760633"/>
                  </a:lnTo>
                  <a:lnTo>
                    <a:pt x="2836615" y="760394"/>
                  </a:lnTo>
                  <a:lnTo>
                    <a:pt x="2840093" y="758798"/>
                  </a:lnTo>
                  <a:lnTo>
                    <a:pt x="2844614" y="756724"/>
                  </a:lnTo>
                  <a:lnTo>
                    <a:pt x="2845657" y="756245"/>
                  </a:lnTo>
                  <a:lnTo>
                    <a:pt x="2848440" y="754969"/>
                  </a:lnTo>
                  <a:lnTo>
                    <a:pt x="2852092" y="753293"/>
                  </a:lnTo>
                  <a:lnTo>
                    <a:pt x="2852961" y="752894"/>
                  </a:lnTo>
                  <a:lnTo>
                    <a:pt x="2854874" y="752017"/>
                  </a:lnTo>
                  <a:lnTo>
                    <a:pt x="2863395" y="748106"/>
                  </a:lnTo>
                  <a:lnTo>
                    <a:pt x="2869655" y="745233"/>
                  </a:lnTo>
                  <a:lnTo>
                    <a:pt x="2871742" y="744275"/>
                  </a:lnTo>
                  <a:lnTo>
                    <a:pt x="2871916" y="744195"/>
                  </a:lnTo>
                  <a:lnTo>
                    <a:pt x="2875220" y="742679"/>
                  </a:lnTo>
                  <a:lnTo>
                    <a:pt x="2878872" y="741002"/>
                  </a:lnTo>
                  <a:lnTo>
                    <a:pt x="2883393" y="738926"/>
                  </a:lnTo>
                  <a:lnTo>
                    <a:pt x="2886871" y="737329"/>
                  </a:lnTo>
                  <a:lnTo>
                    <a:pt x="2892784" y="734614"/>
                  </a:lnTo>
                  <a:lnTo>
                    <a:pt x="2895044" y="733576"/>
                  </a:lnTo>
                  <a:lnTo>
                    <a:pt x="2895740" y="733257"/>
                  </a:lnTo>
                  <a:lnTo>
                    <a:pt x="2899913" y="731340"/>
                  </a:lnTo>
                  <a:lnTo>
                    <a:pt x="2901478" y="730621"/>
                  </a:lnTo>
                  <a:lnTo>
                    <a:pt x="2904435" y="729263"/>
                  </a:lnTo>
                  <a:lnTo>
                    <a:pt x="2904782" y="729103"/>
                  </a:lnTo>
                  <a:lnTo>
                    <a:pt x="2905130" y="728943"/>
                  </a:lnTo>
                  <a:lnTo>
                    <a:pt x="2906348" y="728384"/>
                  </a:lnTo>
                  <a:lnTo>
                    <a:pt x="2910347" y="726547"/>
                  </a:lnTo>
                  <a:lnTo>
                    <a:pt x="2911738" y="725908"/>
                  </a:lnTo>
                  <a:lnTo>
                    <a:pt x="2912260" y="725668"/>
                  </a:lnTo>
                  <a:lnTo>
                    <a:pt x="2914347" y="724709"/>
                  </a:lnTo>
                  <a:lnTo>
                    <a:pt x="2916086" y="723910"/>
                  </a:lnTo>
                  <a:lnTo>
                    <a:pt x="2919042" y="722552"/>
                  </a:lnTo>
                  <a:lnTo>
                    <a:pt x="2919564" y="722312"/>
                  </a:lnTo>
                  <a:lnTo>
                    <a:pt x="2923042" y="720714"/>
                  </a:lnTo>
                  <a:lnTo>
                    <a:pt x="2923216" y="720634"/>
                  </a:lnTo>
                  <a:lnTo>
                    <a:pt x="2926694" y="719036"/>
                  </a:lnTo>
                  <a:lnTo>
                    <a:pt x="2928433" y="718237"/>
                  </a:lnTo>
                  <a:lnTo>
                    <a:pt x="2928780" y="718077"/>
                  </a:lnTo>
                  <a:lnTo>
                    <a:pt x="2930693" y="717198"/>
                  </a:lnTo>
                  <a:lnTo>
                    <a:pt x="2934345" y="715520"/>
                  </a:lnTo>
                  <a:lnTo>
                    <a:pt x="2936258" y="714640"/>
                  </a:lnTo>
                  <a:lnTo>
                    <a:pt x="2938171" y="713761"/>
                  </a:lnTo>
                  <a:lnTo>
                    <a:pt x="2938345" y="713681"/>
                  </a:lnTo>
                  <a:lnTo>
                    <a:pt x="2940084" y="712882"/>
                  </a:lnTo>
                  <a:lnTo>
                    <a:pt x="2945474" y="710404"/>
                  </a:lnTo>
                  <a:lnTo>
                    <a:pt x="2949126" y="708725"/>
                  </a:lnTo>
                  <a:lnTo>
                    <a:pt x="2949300" y="708645"/>
                  </a:lnTo>
                  <a:lnTo>
                    <a:pt x="2949822" y="708405"/>
                  </a:lnTo>
                  <a:lnTo>
                    <a:pt x="2951909" y="707445"/>
                  </a:lnTo>
                  <a:lnTo>
                    <a:pt x="2952952" y="706966"/>
                  </a:lnTo>
                  <a:lnTo>
                    <a:pt x="2954517" y="706246"/>
                  </a:lnTo>
                  <a:lnTo>
                    <a:pt x="2956256" y="705446"/>
                  </a:lnTo>
                  <a:lnTo>
                    <a:pt x="2956604" y="705286"/>
                  </a:lnTo>
                  <a:lnTo>
                    <a:pt x="2957126" y="705047"/>
                  </a:lnTo>
                  <a:lnTo>
                    <a:pt x="2958517" y="704407"/>
                  </a:lnTo>
                  <a:lnTo>
                    <a:pt x="2958691" y="704327"/>
                  </a:lnTo>
                  <a:lnTo>
                    <a:pt x="2960256" y="703607"/>
                  </a:lnTo>
                  <a:lnTo>
                    <a:pt x="2960604" y="703447"/>
                  </a:lnTo>
                  <a:lnTo>
                    <a:pt x="2965820" y="701048"/>
                  </a:lnTo>
                  <a:lnTo>
                    <a:pt x="2967733" y="700168"/>
                  </a:lnTo>
                  <a:lnTo>
                    <a:pt x="2968081" y="700008"/>
                  </a:lnTo>
                  <a:lnTo>
                    <a:pt x="2968429" y="699848"/>
                  </a:lnTo>
                  <a:lnTo>
                    <a:pt x="2971037" y="698649"/>
                  </a:lnTo>
                  <a:lnTo>
                    <a:pt x="2972950" y="697769"/>
                  </a:lnTo>
                  <a:lnTo>
                    <a:pt x="2974689" y="696969"/>
                  </a:lnTo>
                  <a:lnTo>
                    <a:pt x="2978863" y="695049"/>
                  </a:lnTo>
                  <a:lnTo>
                    <a:pt x="2981123" y="694009"/>
                  </a:lnTo>
                  <a:lnTo>
                    <a:pt x="2981645" y="693769"/>
                  </a:lnTo>
                  <a:lnTo>
                    <a:pt x="2983036" y="693129"/>
                  </a:lnTo>
                  <a:lnTo>
                    <a:pt x="2984427" y="692489"/>
                  </a:lnTo>
                  <a:lnTo>
                    <a:pt x="2988253" y="690729"/>
                  </a:lnTo>
                  <a:lnTo>
                    <a:pt x="2990514" y="689688"/>
                  </a:lnTo>
                  <a:lnTo>
                    <a:pt x="3001643" y="684567"/>
                  </a:lnTo>
                  <a:lnTo>
                    <a:pt x="3005469" y="682806"/>
                  </a:lnTo>
                  <a:lnTo>
                    <a:pt x="3009990" y="680725"/>
                  </a:lnTo>
                  <a:lnTo>
                    <a:pt x="3010512" y="680485"/>
                  </a:lnTo>
                  <a:lnTo>
                    <a:pt x="3013990" y="678884"/>
                  </a:lnTo>
                  <a:lnTo>
                    <a:pt x="3019555" y="676322"/>
                  </a:lnTo>
                  <a:lnTo>
                    <a:pt x="3022337" y="675041"/>
                  </a:lnTo>
                  <a:lnTo>
                    <a:pt x="3025989" y="673360"/>
                  </a:lnTo>
                  <a:lnTo>
                    <a:pt x="3026858" y="672959"/>
                  </a:lnTo>
                  <a:lnTo>
                    <a:pt x="3028771" y="672078"/>
                  </a:lnTo>
                  <a:lnTo>
                    <a:pt x="3037292" y="668155"/>
                  </a:lnTo>
                  <a:lnTo>
                    <a:pt x="3043553" y="665271"/>
                  </a:lnTo>
                  <a:lnTo>
                    <a:pt x="3045639" y="664310"/>
                  </a:lnTo>
                  <a:lnTo>
                    <a:pt x="3045813" y="664230"/>
                  </a:lnTo>
                  <a:lnTo>
                    <a:pt x="3049117" y="662708"/>
                  </a:lnTo>
                  <a:lnTo>
                    <a:pt x="3052769" y="661026"/>
                  </a:lnTo>
                  <a:lnTo>
                    <a:pt x="3057291" y="658943"/>
                  </a:lnTo>
                  <a:lnTo>
                    <a:pt x="3060768" y="657341"/>
                  </a:lnTo>
                  <a:lnTo>
                    <a:pt x="3066681" y="654616"/>
                  </a:lnTo>
                  <a:lnTo>
                    <a:pt x="3068942" y="653575"/>
                  </a:lnTo>
                  <a:lnTo>
                    <a:pt x="3069637" y="653254"/>
                  </a:lnTo>
                  <a:lnTo>
                    <a:pt x="3073811" y="651331"/>
                  </a:lnTo>
                  <a:lnTo>
                    <a:pt x="3075376" y="650610"/>
                  </a:lnTo>
                  <a:lnTo>
                    <a:pt x="3078332" y="649247"/>
                  </a:lnTo>
                  <a:lnTo>
                    <a:pt x="3078680" y="649087"/>
                  </a:lnTo>
                  <a:lnTo>
                    <a:pt x="3079028" y="648927"/>
                  </a:lnTo>
                  <a:lnTo>
                    <a:pt x="3080245" y="648366"/>
                  </a:lnTo>
                  <a:lnTo>
                    <a:pt x="3084245" y="646522"/>
                  </a:lnTo>
                  <a:lnTo>
                    <a:pt x="3085636" y="645881"/>
                  </a:lnTo>
                  <a:lnTo>
                    <a:pt x="3086157" y="645640"/>
                  </a:lnTo>
                  <a:lnTo>
                    <a:pt x="3088244" y="644679"/>
                  </a:lnTo>
                  <a:lnTo>
                    <a:pt x="3089983" y="643877"/>
                  </a:lnTo>
                  <a:lnTo>
                    <a:pt x="3092939" y="642514"/>
                  </a:lnTo>
                  <a:lnTo>
                    <a:pt x="3093461" y="642274"/>
                  </a:lnTo>
                  <a:lnTo>
                    <a:pt x="3096939" y="640670"/>
                  </a:lnTo>
                  <a:lnTo>
                    <a:pt x="3097113" y="640590"/>
                  </a:lnTo>
                  <a:lnTo>
                    <a:pt x="3100591" y="638987"/>
                  </a:lnTo>
                  <a:lnTo>
                    <a:pt x="3102330" y="638185"/>
                  </a:lnTo>
                  <a:lnTo>
                    <a:pt x="3102678" y="638025"/>
                  </a:lnTo>
                  <a:lnTo>
                    <a:pt x="3104591" y="637143"/>
                  </a:lnTo>
                  <a:lnTo>
                    <a:pt x="3108242" y="635459"/>
                  </a:lnTo>
                  <a:lnTo>
                    <a:pt x="3110155" y="634577"/>
                  </a:lnTo>
                  <a:lnTo>
                    <a:pt x="3112068" y="633694"/>
                  </a:lnTo>
                  <a:lnTo>
                    <a:pt x="3112242" y="633614"/>
                  </a:lnTo>
                  <a:lnTo>
                    <a:pt x="3113807" y="632893"/>
                  </a:lnTo>
                  <a:lnTo>
                    <a:pt x="3113981" y="632812"/>
                  </a:lnTo>
                  <a:lnTo>
                    <a:pt x="3119372" y="630326"/>
                  </a:lnTo>
                  <a:lnTo>
                    <a:pt x="3123024" y="628642"/>
                  </a:lnTo>
                  <a:lnTo>
                    <a:pt x="3123198" y="628562"/>
                  </a:lnTo>
                  <a:lnTo>
                    <a:pt x="3123719" y="628321"/>
                  </a:lnTo>
                  <a:lnTo>
                    <a:pt x="3125806" y="627359"/>
                  </a:lnTo>
                  <a:lnTo>
                    <a:pt x="3126849" y="626877"/>
                  </a:lnTo>
                  <a:lnTo>
                    <a:pt x="3128415" y="626155"/>
                  </a:lnTo>
                  <a:lnTo>
                    <a:pt x="3130154" y="625353"/>
                  </a:lnTo>
                  <a:lnTo>
                    <a:pt x="3130501" y="625193"/>
                  </a:lnTo>
                  <a:lnTo>
                    <a:pt x="3131023" y="624952"/>
                  </a:lnTo>
                  <a:lnTo>
                    <a:pt x="3132414" y="624310"/>
                  </a:lnTo>
                  <a:lnTo>
                    <a:pt x="3132588" y="624230"/>
                  </a:lnTo>
                  <a:lnTo>
                    <a:pt x="3134153" y="623508"/>
                  </a:lnTo>
                  <a:lnTo>
                    <a:pt x="3134501" y="623348"/>
                  </a:lnTo>
                  <a:lnTo>
                    <a:pt x="3139718" y="620941"/>
                  </a:lnTo>
                  <a:lnTo>
                    <a:pt x="3141631" y="620058"/>
                  </a:lnTo>
                  <a:lnTo>
                    <a:pt x="3141979" y="619898"/>
                  </a:lnTo>
                  <a:lnTo>
                    <a:pt x="3142326" y="619738"/>
                  </a:lnTo>
                  <a:lnTo>
                    <a:pt x="3144935" y="618534"/>
                  </a:lnTo>
                  <a:lnTo>
                    <a:pt x="3146848" y="617651"/>
                  </a:lnTo>
                  <a:lnTo>
                    <a:pt x="3148587" y="616849"/>
                  </a:lnTo>
                  <a:lnTo>
                    <a:pt x="3152760" y="614923"/>
                  </a:lnTo>
                  <a:lnTo>
                    <a:pt x="3155021" y="613880"/>
                  </a:lnTo>
                  <a:lnTo>
                    <a:pt x="3155543" y="613639"/>
                  </a:lnTo>
                  <a:lnTo>
                    <a:pt x="3156934" y="612997"/>
                  </a:lnTo>
                  <a:lnTo>
                    <a:pt x="3158325" y="612355"/>
                  </a:lnTo>
                  <a:lnTo>
                    <a:pt x="3162151" y="610589"/>
                  </a:lnTo>
                  <a:lnTo>
                    <a:pt x="3164411" y="609546"/>
                  </a:lnTo>
                  <a:lnTo>
                    <a:pt x="3175541" y="604409"/>
                  </a:lnTo>
                  <a:lnTo>
                    <a:pt x="3179367" y="602643"/>
                  </a:lnTo>
                  <a:lnTo>
                    <a:pt x="3183888" y="600555"/>
                  </a:lnTo>
                  <a:lnTo>
                    <a:pt x="3184410" y="600314"/>
                  </a:lnTo>
                  <a:lnTo>
                    <a:pt x="3187888" y="598709"/>
                  </a:lnTo>
                  <a:lnTo>
                    <a:pt x="3192409" y="596621"/>
                  </a:lnTo>
                  <a:lnTo>
                    <a:pt x="3193452" y="596139"/>
                  </a:lnTo>
                  <a:lnTo>
                    <a:pt x="3196235" y="594854"/>
                  </a:lnTo>
                  <a:lnTo>
                    <a:pt x="3199886" y="593168"/>
                  </a:lnTo>
                  <a:lnTo>
                    <a:pt x="3200756" y="592766"/>
                  </a:lnTo>
                  <a:lnTo>
                    <a:pt x="3202669" y="591883"/>
                  </a:lnTo>
                  <a:lnTo>
                    <a:pt x="3211190" y="587948"/>
                  </a:lnTo>
                  <a:lnTo>
                    <a:pt x="3217450" y="585056"/>
                  </a:lnTo>
                  <a:lnTo>
                    <a:pt x="3219537" y="584092"/>
                  </a:lnTo>
                  <a:lnTo>
                    <a:pt x="3219711" y="584012"/>
                  </a:lnTo>
                  <a:lnTo>
                    <a:pt x="3223015" y="582485"/>
                  </a:lnTo>
                  <a:lnTo>
                    <a:pt x="3226667" y="580798"/>
                  </a:lnTo>
                  <a:lnTo>
                    <a:pt x="3231188" y="578709"/>
                  </a:lnTo>
                  <a:lnTo>
                    <a:pt x="3234666" y="577102"/>
                  </a:lnTo>
                  <a:lnTo>
                    <a:pt x="3240578" y="574370"/>
                  </a:lnTo>
                  <a:lnTo>
                    <a:pt x="3242839" y="573326"/>
                  </a:lnTo>
                  <a:lnTo>
                    <a:pt x="3243535" y="573004"/>
                  </a:lnTo>
                  <a:lnTo>
                    <a:pt x="3247708" y="571075"/>
                  </a:lnTo>
                  <a:lnTo>
                    <a:pt x="3249273" y="570352"/>
                  </a:lnTo>
                  <a:lnTo>
                    <a:pt x="3252230" y="568986"/>
                  </a:lnTo>
                  <a:lnTo>
                    <a:pt x="3252577" y="568825"/>
                  </a:lnTo>
                  <a:lnTo>
                    <a:pt x="3252925" y="568664"/>
                  </a:lnTo>
                  <a:lnTo>
                    <a:pt x="3254142" y="568102"/>
                  </a:lnTo>
                  <a:lnTo>
                    <a:pt x="3258142" y="566253"/>
                  </a:lnTo>
                  <a:lnTo>
                    <a:pt x="3259533" y="565610"/>
                  </a:lnTo>
                  <a:lnTo>
                    <a:pt x="3260055" y="565369"/>
                  </a:lnTo>
                  <a:lnTo>
                    <a:pt x="3262142" y="564404"/>
                  </a:lnTo>
                  <a:lnTo>
                    <a:pt x="3263881" y="563600"/>
                  </a:lnTo>
                  <a:lnTo>
                    <a:pt x="3266837" y="562234"/>
                  </a:lnTo>
                  <a:lnTo>
                    <a:pt x="3267359" y="561993"/>
                  </a:lnTo>
                  <a:lnTo>
                    <a:pt x="3270837" y="560385"/>
                  </a:lnTo>
                  <a:lnTo>
                    <a:pt x="3271010" y="560304"/>
                  </a:lnTo>
                  <a:lnTo>
                    <a:pt x="3274488" y="558697"/>
                  </a:lnTo>
                  <a:lnTo>
                    <a:pt x="3276227" y="557893"/>
                  </a:lnTo>
                  <a:lnTo>
                    <a:pt x="3276575" y="557732"/>
                  </a:lnTo>
                  <a:lnTo>
                    <a:pt x="3278488" y="556847"/>
                  </a:lnTo>
                  <a:lnTo>
                    <a:pt x="3282140" y="555159"/>
                  </a:lnTo>
                  <a:lnTo>
                    <a:pt x="3284053" y="554274"/>
                  </a:lnTo>
                  <a:lnTo>
                    <a:pt x="3285966" y="553390"/>
                  </a:lnTo>
                  <a:lnTo>
                    <a:pt x="3286140" y="553309"/>
                  </a:lnTo>
                  <a:lnTo>
                    <a:pt x="3287705" y="552586"/>
                  </a:lnTo>
                  <a:lnTo>
                    <a:pt x="3287879" y="552505"/>
                  </a:lnTo>
                  <a:lnTo>
                    <a:pt x="3293269" y="550012"/>
                  </a:lnTo>
                  <a:lnTo>
                    <a:pt x="3296921" y="548323"/>
                  </a:lnTo>
                  <a:lnTo>
                    <a:pt x="3297095" y="548243"/>
                  </a:lnTo>
                  <a:lnTo>
                    <a:pt x="3297617" y="548002"/>
                  </a:lnTo>
                  <a:lnTo>
                    <a:pt x="3299704" y="547037"/>
                  </a:lnTo>
                  <a:lnTo>
                    <a:pt x="3300747" y="546554"/>
                  </a:lnTo>
                  <a:lnTo>
                    <a:pt x="3302312" y="545830"/>
                  </a:lnTo>
                  <a:lnTo>
                    <a:pt x="3304051" y="545026"/>
                  </a:lnTo>
                  <a:lnTo>
                    <a:pt x="3304399" y="544865"/>
                  </a:lnTo>
                  <a:lnTo>
                    <a:pt x="3304920" y="544624"/>
                  </a:lnTo>
                  <a:lnTo>
                    <a:pt x="3306312" y="543980"/>
                  </a:lnTo>
                  <a:lnTo>
                    <a:pt x="3306486" y="543900"/>
                  </a:lnTo>
                  <a:lnTo>
                    <a:pt x="3308051" y="543176"/>
                  </a:lnTo>
                  <a:lnTo>
                    <a:pt x="3308398" y="543015"/>
                  </a:lnTo>
                  <a:lnTo>
                    <a:pt x="3313615" y="540602"/>
                  </a:lnTo>
                  <a:lnTo>
                    <a:pt x="3315528" y="539717"/>
                  </a:lnTo>
                  <a:lnTo>
                    <a:pt x="3315876" y="539556"/>
                  </a:lnTo>
                  <a:lnTo>
                    <a:pt x="3316224" y="539395"/>
                  </a:lnTo>
                  <a:lnTo>
                    <a:pt x="3318832" y="538188"/>
                  </a:lnTo>
                  <a:lnTo>
                    <a:pt x="3320745" y="537304"/>
                  </a:lnTo>
                  <a:lnTo>
                    <a:pt x="3322484" y="536499"/>
                  </a:lnTo>
                  <a:lnTo>
                    <a:pt x="3326658" y="534568"/>
                  </a:lnTo>
                  <a:lnTo>
                    <a:pt x="3328918" y="533522"/>
                  </a:lnTo>
                  <a:lnTo>
                    <a:pt x="3329440" y="533281"/>
                  </a:lnTo>
                  <a:lnTo>
                    <a:pt x="3330831" y="532637"/>
                  </a:lnTo>
                  <a:lnTo>
                    <a:pt x="3332222" y="531993"/>
                  </a:lnTo>
                  <a:lnTo>
                    <a:pt x="3336048" y="530223"/>
                  </a:lnTo>
                  <a:lnTo>
                    <a:pt x="3338309" y="529177"/>
                  </a:lnTo>
                  <a:lnTo>
                    <a:pt x="3349438" y="524026"/>
                  </a:lnTo>
                  <a:lnTo>
                    <a:pt x="3353264" y="522256"/>
                  </a:lnTo>
                  <a:lnTo>
                    <a:pt x="3357785" y="520163"/>
                  </a:lnTo>
                  <a:lnTo>
                    <a:pt x="3358307" y="519922"/>
                  </a:lnTo>
                  <a:lnTo>
                    <a:pt x="3361785" y="518312"/>
                  </a:lnTo>
                  <a:lnTo>
                    <a:pt x="3366306" y="516219"/>
                  </a:lnTo>
                  <a:lnTo>
                    <a:pt x="3367350" y="515736"/>
                  </a:lnTo>
                  <a:lnTo>
                    <a:pt x="3370132" y="514448"/>
                  </a:lnTo>
                  <a:lnTo>
                    <a:pt x="3373784" y="512757"/>
                  </a:lnTo>
                  <a:lnTo>
                    <a:pt x="3376566" y="511469"/>
                  </a:lnTo>
                  <a:lnTo>
                    <a:pt x="3385087" y="507523"/>
                  </a:lnTo>
                  <a:lnTo>
                    <a:pt x="3391348" y="504625"/>
                  </a:lnTo>
                  <a:lnTo>
                    <a:pt x="3393434" y="503658"/>
                  </a:lnTo>
                  <a:lnTo>
                    <a:pt x="3393608" y="503578"/>
                  </a:lnTo>
                  <a:lnTo>
                    <a:pt x="3396912" y="502048"/>
                  </a:lnTo>
                  <a:lnTo>
                    <a:pt x="3400564" y="500356"/>
                  </a:lnTo>
                  <a:lnTo>
                    <a:pt x="3405085" y="498262"/>
                  </a:lnTo>
                  <a:lnTo>
                    <a:pt x="3408563" y="496651"/>
                  </a:lnTo>
                  <a:lnTo>
                    <a:pt x="3414476" y="493913"/>
                  </a:lnTo>
                  <a:lnTo>
                    <a:pt x="3416737" y="492866"/>
                  </a:lnTo>
                  <a:lnTo>
                    <a:pt x="3417432" y="492543"/>
                  </a:lnTo>
                  <a:lnTo>
                    <a:pt x="3421606" y="490610"/>
                  </a:lnTo>
                  <a:lnTo>
                    <a:pt x="3423171" y="489885"/>
                  </a:lnTo>
                  <a:lnTo>
                    <a:pt x="3426127" y="488515"/>
                  </a:lnTo>
                  <a:lnTo>
                    <a:pt x="3426475" y="488354"/>
                  </a:lnTo>
                  <a:lnTo>
                    <a:pt x="3426823" y="488193"/>
                  </a:lnTo>
                  <a:lnTo>
                    <a:pt x="3428040" y="487629"/>
                  </a:lnTo>
                  <a:lnTo>
                    <a:pt x="3432040" y="485776"/>
                  </a:lnTo>
                  <a:lnTo>
                    <a:pt x="3433431" y="485132"/>
                  </a:lnTo>
                  <a:lnTo>
                    <a:pt x="3433952" y="484890"/>
                  </a:lnTo>
                  <a:lnTo>
                    <a:pt x="3436039" y="483923"/>
                  </a:lnTo>
                  <a:lnTo>
                    <a:pt x="3437778" y="483117"/>
                  </a:lnTo>
                  <a:lnTo>
                    <a:pt x="3440734" y="481747"/>
                  </a:lnTo>
                  <a:lnTo>
                    <a:pt x="3441256" y="481506"/>
                  </a:lnTo>
                  <a:lnTo>
                    <a:pt x="3444734" y="479894"/>
                  </a:lnTo>
                  <a:lnTo>
                    <a:pt x="3444908" y="479813"/>
                  </a:lnTo>
                  <a:lnTo>
                    <a:pt x="3448386" y="478202"/>
                  </a:lnTo>
                  <a:lnTo>
                    <a:pt x="3450125" y="477396"/>
                  </a:lnTo>
                  <a:lnTo>
                    <a:pt x="3450473" y="477235"/>
                  </a:lnTo>
                  <a:lnTo>
                    <a:pt x="3452386" y="476348"/>
                  </a:lnTo>
                  <a:lnTo>
                    <a:pt x="3456037" y="474656"/>
                  </a:lnTo>
                  <a:lnTo>
                    <a:pt x="3457950" y="473769"/>
                  </a:lnTo>
                  <a:lnTo>
                    <a:pt x="3459863" y="472883"/>
                  </a:lnTo>
                  <a:lnTo>
                    <a:pt x="3460037" y="472802"/>
                  </a:lnTo>
                  <a:lnTo>
                    <a:pt x="3461602" y="472077"/>
                  </a:lnTo>
                  <a:lnTo>
                    <a:pt x="3461776" y="471996"/>
                  </a:lnTo>
                  <a:lnTo>
                    <a:pt x="3467167" y="469497"/>
                  </a:lnTo>
                  <a:lnTo>
                    <a:pt x="3470819" y="467805"/>
                  </a:lnTo>
                  <a:lnTo>
                    <a:pt x="3470993" y="467724"/>
                  </a:lnTo>
                  <a:lnTo>
                    <a:pt x="3471514" y="467482"/>
                  </a:lnTo>
                  <a:lnTo>
                    <a:pt x="3473601" y="466515"/>
                  </a:lnTo>
                  <a:lnTo>
                    <a:pt x="3474644" y="466031"/>
                  </a:lnTo>
                  <a:lnTo>
                    <a:pt x="3476209" y="465306"/>
                  </a:lnTo>
                  <a:lnTo>
                    <a:pt x="3477948" y="464500"/>
                  </a:lnTo>
                  <a:lnTo>
                    <a:pt x="3478296" y="464338"/>
                  </a:lnTo>
                  <a:lnTo>
                    <a:pt x="3478818" y="464097"/>
                  </a:lnTo>
                  <a:lnTo>
                    <a:pt x="3480209" y="463452"/>
                  </a:lnTo>
                  <a:lnTo>
                    <a:pt x="3480383" y="463371"/>
                  </a:lnTo>
                  <a:lnTo>
                    <a:pt x="3481948" y="462645"/>
                  </a:lnTo>
                  <a:lnTo>
                    <a:pt x="3482296" y="462484"/>
                  </a:lnTo>
                  <a:lnTo>
                    <a:pt x="3487513" y="460065"/>
                  </a:lnTo>
                  <a:lnTo>
                    <a:pt x="3489426" y="459179"/>
                  </a:lnTo>
                  <a:lnTo>
                    <a:pt x="3489773" y="459017"/>
                  </a:lnTo>
                  <a:lnTo>
                    <a:pt x="3490121" y="458856"/>
                  </a:lnTo>
                  <a:lnTo>
                    <a:pt x="3492730" y="457647"/>
                  </a:lnTo>
                  <a:lnTo>
                    <a:pt x="3494643" y="456760"/>
                  </a:lnTo>
                  <a:lnTo>
                    <a:pt x="3496382" y="455953"/>
                  </a:lnTo>
                  <a:lnTo>
                    <a:pt x="3500555" y="454018"/>
                  </a:lnTo>
                  <a:lnTo>
                    <a:pt x="3502816" y="452970"/>
                  </a:lnTo>
                  <a:lnTo>
                    <a:pt x="3503337" y="452728"/>
                  </a:lnTo>
                  <a:lnTo>
                    <a:pt x="3504729" y="452083"/>
                  </a:lnTo>
                  <a:lnTo>
                    <a:pt x="3506120" y="451438"/>
                  </a:lnTo>
                  <a:lnTo>
                    <a:pt x="3509946" y="449664"/>
                  </a:lnTo>
                  <a:lnTo>
                    <a:pt x="3512206" y="448615"/>
                  </a:lnTo>
                  <a:lnTo>
                    <a:pt x="3523336" y="443453"/>
                  </a:lnTo>
                  <a:lnTo>
                    <a:pt x="3527161" y="441679"/>
                  </a:lnTo>
                  <a:lnTo>
                    <a:pt x="3531683" y="439582"/>
                  </a:lnTo>
                  <a:lnTo>
                    <a:pt x="3532204" y="439340"/>
                  </a:lnTo>
                  <a:lnTo>
                    <a:pt x="3535682" y="437726"/>
                  </a:lnTo>
                  <a:lnTo>
                    <a:pt x="3540204" y="435629"/>
                  </a:lnTo>
                  <a:lnTo>
                    <a:pt x="3541247" y="435145"/>
                  </a:lnTo>
                  <a:lnTo>
                    <a:pt x="3544029" y="433854"/>
                  </a:lnTo>
                  <a:lnTo>
                    <a:pt x="3547681" y="432160"/>
                  </a:lnTo>
                  <a:lnTo>
                    <a:pt x="3548551" y="431756"/>
                  </a:lnTo>
                  <a:lnTo>
                    <a:pt x="3550464" y="430869"/>
                  </a:lnTo>
                  <a:lnTo>
                    <a:pt x="3558985" y="426915"/>
                  </a:lnTo>
                  <a:lnTo>
                    <a:pt x="3565245" y="424010"/>
                  </a:lnTo>
                  <a:lnTo>
                    <a:pt x="3567332" y="423042"/>
                  </a:lnTo>
                  <a:lnTo>
                    <a:pt x="3567506" y="422961"/>
                  </a:lnTo>
                  <a:lnTo>
                    <a:pt x="3570810" y="421428"/>
                  </a:lnTo>
                  <a:lnTo>
                    <a:pt x="3574462" y="419733"/>
                  </a:lnTo>
                  <a:lnTo>
                    <a:pt x="3578983" y="417634"/>
                  </a:lnTo>
                  <a:lnTo>
                    <a:pt x="3582461" y="416020"/>
                  </a:lnTo>
                  <a:lnTo>
                    <a:pt x="3588373" y="413276"/>
                  </a:lnTo>
                  <a:lnTo>
                    <a:pt x="3590634" y="412227"/>
                  </a:lnTo>
                  <a:lnTo>
                    <a:pt x="3591330" y="411904"/>
                  </a:lnTo>
                  <a:lnTo>
                    <a:pt x="3595503" y="409966"/>
                  </a:lnTo>
                  <a:lnTo>
                    <a:pt x="3597068" y="409240"/>
                  </a:lnTo>
                  <a:lnTo>
                    <a:pt x="3600024" y="407868"/>
                  </a:lnTo>
                  <a:lnTo>
                    <a:pt x="3600372" y="407706"/>
                  </a:lnTo>
                  <a:lnTo>
                    <a:pt x="3600720" y="407545"/>
                  </a:lnTo>
                  <a:lnTo>
                    <a:pt x="3601937" y="406980"/>
                  </a:lnTo>
                  <a:lnTo>
                    <a:pt x="3605937" y="405123"/>
                  </a:lnTo>
                  <a:lnTo>
                    <a:pt x="3607328" y="404477"/>
                  </a:lnTo>
                  <a:lnTo>
                    <a:pt x="3607850" y="404235"/>
                  </a:lnTo>
                  <a:lnTo>
                    <a:pt x="3609937" y="403266"/>
                  </a:lnTo>
                  <a:lnTo>
                    <a:pt x="3611676" y="402459"/>
                  </a:lnTo>
                  <a:lnTo>
                    <a:pt x="3614632" y="401086"/>
                  </a:lnTo>
                  <a:lnTo>
                    <a:pt x="3615154" y="400844"/>
                  </a:lnTo>
                  <a:lnTo>
                    <a:pt x="3618631" y="399229"/>
                  </a:lnTo>
                  <a:lnTo>
                    <a:pt x="3618805" y="399148"/>
                  </a:lnTo>
                  <a:lnTo>
                    <a:pt x="3622283" y="397533"/>
                  </a:lnTo>
                  <a:lnTo>
                    <a:pt x="3624022" y="396726"/>
                  </a:lnTo>
                  <a:lnTo>
                    <a:pt x="3624370" y="396564"/>
                  </a:lnTo>
                  <a:lnTo>
                    <a:pt x="3626283" y="395676"/>
                  </a:lnTo>
                  <a:lnTo>
                    <a:pt x="3629935" y="393980"/>
                  </a:lnTo>
                  <a:lnTo>
                    <a:pt x="3631848" y="393092"/>
                  </a:lnTo>
                  <a:lnTo>
                    <a:pt x="3633761" y="392204"/>
                  </a:lnTo>
                  <a:lnTo>
                    <a:pt x="3633934" y="392123"/>
                  </a:lnTo>
                  <a:lnTo>
                    <a:pt x="3635500" y="391396"/>
                  </a:lnTo>
                  <a:lnTo>
                    <a:pt x="3635673" y="391315"/>
                  </a:lnTo>
                  <a:lnTo>
                    <a:pt x="3641064" y="388812"/>
                  </a:lnTo>
                  <a:lnTo>
                    <a:pt x="3644716" y="387116"/>
                  </a:lnTo>
                  <a:lnTo>
                    <a:pt x="3644890" y="387035"/>
                  </a:lnTo>
                  <a:lnTo>
                    <a:pt x="3645412" y="386793"/>
                  </a:lnTo>
                  <a:lnTo>
                    <a:pt x="3647498" y="385823"/>
                  </a:lnTo>
                  <a:lnTo>
                    <a:pt x="3648542" y="385339"/>
                  </a:lnTo>
                  <a:lnTo>
                    <a:pt x="3650107" y="384612"/>
                  </a:lnTo>
                  <a:lnTo>
                    <a:pt x="3651846" y="383804"/>
                  </a:lnTo>
                  <a:lnTo>
                    <a:pt x="3652194" y="383643"/>
                  </a:lnTo>
                  <a:lnTo>
                    <a:pt x="3652715" y="383400"/>
                  </a:lnTo>
                  <a:lnTo>
                    <a:pt x="3654107" y="382754"/>
                  </a:lnTo>
                  <a:lnTo>
                    <a:pt x="3654280" y="382673"/>
                  </a:lnTo>
                  <a:lnTo>
                    <a:pt x="3655846" y="381946"/>
                  </a:lnTo>
                  <a:lnTo>
                    <a:pt x="3656193" y="381785"/>
                  </a:lnTo>
                  <a:lnTo>
                    <a:pt x="3661410" y="379362"/>
                  </a:lnTo>
                  <a:lnTo>
                    <a:pt x="3663323" y="378473"/>
                  </a:lnTo>
                  <a:lnTo>
                    <a:pt x="3663671" y="378312"/>
                  </a:lnTo>
                  <a:lnTo>
                    <a:pt x="3664019" y="378150"/>
                  </a:lnTo>
                  <a:lnTo>
                    <a:pt x="3666627" y="376938"/>
                  </a:lnTo>
                  <a:lnTo>
                    <a:pt x="3668540" y="376050"/>
                  </a:lnTo>
                  <a:lnTo>
                    <a:pt x="3670279" y="375242"/>
                  </a:lnTo>
                  <a:lnTo>
                    <a:pt x="3674453" y="373303"/>
                  </a:lnTo>
                  <a:lnTo>
                    <a:pt x="3676713" y="372253"/>
                  </a:lnTo>
                  <a:lnTo>
                    <a:pt x="3677235" y="372010"/>
                  </a:lnTo>
                  <a:lnTo>
                    <a:pt x="3678626" y="371364"/>
                  </a:lnTo>
                  <a:lnTo>
                    <a:pt x="3680017" y="370717"/>
                  </a:lnTo>
                  <a:lnTo>
                    <a:pt x="3683843" y="368940"/>
                  </a:lnTo>
                  <a:lnTo>
                    <a:pt x="3686104" y="367890"/>
                  </a:lnTo>
                  <a:lnTo>
                    <a:pt x="3697233" y="362718"/>
                  </a:lnTo>
                  <a:lnTo>
                    <a:pt x="3701059" y="360940"/>
                  </a:lnTo>
                  <a:lnTo>
                    <a:pt x="3705580" y="358839"/>
                  </a:lnTo>
                  <a:lnTo>
                    <a:pt x="3706102" y="358597"/>
                  </a:lnTo>
                  <a:lnTo>
                    <a:pt x="3709580" y="356981"/>
                  </a:lnTo>
                  <a:lnTo>
                    <a:pt x="3714101" y="354879"/>
                  </a:lnTo>
                  <a:lnTo>
                    <a:pt x="3715145" y="354394"/>
                  </a:lnTo>
                  <a:lnTo>
                    <a:pt x="3717927" y="353101"/>
                  </a:lnTo>
                  <a:lnTo>
                    <a:pt x="3721579" y="351404"/>
                  </a:lnTo>
                  <a:lnTo>
                    <a:pt x="3722448" y="351000"/>
                  </a:lnTo>
                  <a:lnTo>
                    <a:pt x="3724361" y="350111"/>
                  </a:lnTo>
                  <a:lnTo>
                    <a:pt x="3732882" y="346150"/>
                  </a:lnTo>
                  <a:lnTo>
                    <a:pt x="3739142" y="343240"/>
                  </a:lnTo>
                  <a:lnTo>
                    <a:pt x="3741403" y="342189"/>
                  </a:lnTo>
                  <a:lnTo>
                    <a:pt x="3744707" y="340653"/>
                  </a:lnTo>
                  <a:lnTo>
                    <a:pt x="3748359" y="338955"/>
                  </a:lnTo>
                  <a:lnTo>
                    <a:pt x="3752880" y="336853"/>
                  </a:lnTo>
                  <a:lnTo>
                    <a:pt x="3756358" y="335236"/>
                  </a:lnTo>
                  <a:lnTo>
                    <a:pt x="3762271" y="332487"/>
                  </a:lnTo>
                  <a:lnTo>
                    <a:pt x="3764531" y="331436"/>
                  </a:lnTo>
                  <a:lnTo>
                    <a:pt x="3765227" y="331112"/>
                  </a:lnTo>
                  <a:lnTo>
                    <a:pt x="3769401" y="329171"/>
                  </a:lnTo>
                  <a:lnTo>
                    <a:pt x="3770966" y="328444"/>
                  </a:lnTo>
                  <a:lnTo>
                    <a:pt x="3773922" y="327069"/>
                  </a:lnTo>
                  <a:lnTo>
                    <a:pt x="3774270" y="326907"/>
                  </a:lnTo>
                  <a:lnTo>
                    <a:pt x="3774617" y="326745"/>
                  </a:lnTo>
                  <a:lnTo>
                    <a:pt x="3775835" y="326179"/>
                  </a:lnTo>
                  <a:lnTo>
                    <a:pt x="3779834" y="324319"/>
                  </a:lnTo>
                  <a:lnTo>
                    <a:pt x="3781226" y="323672"/>
                  </a:lnTo>
                  <a:lnTo>
                    <a:pt x="3781747" y="323430"/>
                  </a:lnTo>
                  <a:lnTo>
                    <a:pt x="3783834" y="322459"/>
                  </a:lnTo>
                  <a:lnTo>
                    <a:pt x="3785573" y="321651"/>
                  </a:lnTo>
                  <a:lnTo>
                    <a:pt x="3788529" y="320276"/>
                  </a:lnTo>
                  <a:lnTo>
                    <a:pt x="3789051" y="320033"/>
                  </a:lnTo>
                  <a:lnTo>
                    <a:pt x="3792529" y="318416"/>
                  </a:lnTo>
                  <a:lnTo>
                    <a:pt x="3792703" y="318335"/>
                  </a:lnTo>
                  <a:lnTo>
                    <a:pt x="3796181" y="316717"/>
                  </a:lnTo>
                  <a:lnTo>
                    <a:pt x="3797920" y="315908"/>
                  </a:lnTo>
                  <a:lnTo>
                    <a:pt x="3798268" y="315746"/>
                  </a:lnTo>
                  <a:lnTo>
                    <a:pt x="3800180" y="314857"/>
                  </a:lnTo>
                  <a:lnTo>
                    <a:pt x="3803832" y="313158"/>
                  </a:lnTo>
                  <a:lnTo>
                    <a:pt x="3805745" y="312268"/>
                  </a:lnTo>
                  <a:lnTo>
                    <a:pt x="3807658" y="311379"/>
                  </a:lnTo>
                  <a:lnTo>
                    <a:pt x="3807832" y="311298"/>
                  </a:lnTo>
                  <a:lnTo>
                    <a:pt x="3809397" y="310570"/>
                  </a:lnTo>
                  <a:lnTo>
                    <a:pt x="3809571" y="310489"/>
                  </a:lnTo>
                  <a:lnTo>
                    <a:pt x="3814962" y="307981"/>
                  </a:lnTo>
                  <a:lnTo>
                    <a:pt x="3818614" y="306282"/>
                  </a:lnTo>
                  <a:lnTo>
                    <a:pt x="3818787" y="306201"/>
                  </a:lnTo>
                  <a:lnTo>
                    <a:pt x="3819309" y="305959"/>
                  </a:lnTo>
                  <a:lnTo>
                    <a:pt x="3821396" y="304988"/>
                  </a:lnTo>
                  <a:lnTo>
                    <a:pt x="3822439" y="304502"/>
                  </a:lnTo>
                  <a:lnTo>
                    <a:pt x="3824004" y="303774"/>
                  </a:lnTo>
                  <a:lnTo>
                    <a:pt x="3825743" y="302965"/>
                  </a:lnTo>
                  <a:lnTo>
                    <a:pt x="3826091" y="302803"/>
                  </a:lnTo>
                  <a:lnTo>
                    <a:pt x="3826613" y="302561"/>
                  </a:lnTo>
                  <a:lnTo>
                    <a:pt x="3828004" y="301913"/>
                  </a:lnTo>
                  <a:lnTo>
                    <a:pt x="3828178" y="301833"/>
                  </a:lnTo>
                  <a:lnTo>
                    <a:pt x="3829743" y="301104"/>
                  </a:lnTo>
                  <a:lnTo>
                    <a:pt x="3830091" y="300943"/>
                  </a:lnTo>
                  <a:lnTo>
                    <a:pt x="3835308" y="298515"/>
                  </a:lnTo>
                  <a:lnTo>
                    <a:pt x="3837221" y="297625"/>
                  </a:lnTo>
                  <a:lnTo>
                    <a:pt x="3837568" y="297463"/>
                  </a:lnTo>
                  <a:lnTo>
                    <a:pt x="3837916" y="297302"/>
                  </a:lnTo>
                  <a:lnTo>
                    <a:pt x="3840525" y="296088"/>
                  </a:lnTo>
                  <a:lnTo>
                    <a:pt x="3842437" y="295198"/>
                  </a:lnTo>
                  <a:lnTo>
                    <a:pt x="3844176" y="294389"/>
                  </a:lnTo>
                  <a:lnTo>
                    <a:pt x="3848350" y="292447"/>
                  </a:lnTo>
                  <a:lnTo>
                    <a:pt x="3850611" y="291395"/>
                  </a:lnTo>
                  <a:lnTo>
                    <a:pt x="3851132" y="291152"/>
                  </a:lnTo>
                  <a:lnTo>
                    <a:pt x="3852524" y="290505"/>
                  </a:lnTo>
                  <a:lnTo>
                    <a:pt x="3853915" y="289857"/>
                  </a:lnTo>
                  <a:lnTo>
                    <a:pt x="3857740" y="288077"/>
                  </a:lnTo>
                  <a:lnTo>
                    <a:pt x="3860001" y="287025"/>
                  </a:lnTo>
                  <a:lnTo>
                    <a:pt x="3871131" y="281845"/>
                  </a:lnTo>
                  <a:lnTo>
                    <a:pt x="3874956" y="280065"/>
                  </a:lnTo>
                  <a:lnTo>
                    <a:pt x="3879478" y="277960"/>
                  </a:lnTo>
                  <a:lnTo>
                    <a:pt x="3879999" y="277717"/>
                  </a:lnTo>
                  <a:lnTo>
                    <a:pt x="3883477" y="276099"/>
                  </a:lnTo>
                  <a:lnTo>
                    <a:pt x="3887999" y="273994"/>
                  </a:lnTo>
                  <a:lnTo>
                    <a:pt x="3889042" y="273508"/>
                  </a:lnTo>
                  <a:lnTo>
                    <a:pt x="3891824" y="272213"/>
                  </a:lnTo>
                  <a:lnTo>
                    <a:pt x="3895476" y="270513"/>
                  </a:lnTo>
                  <a:lnTo>
                    <a:pt x="3896346" y="270109"/>
                  </a:lnTo>
                  <a:lnTo>
                    <a:pt x="3898259" y="269218"/>
                  </a:lnTo>
                  <a:lnTo>
                    <a:pt x="3913040" y="262337"/>
                  </a:lnTo>
                  <a:lnTo>
                    <a:pt x="3915127" y="261365"/>
                  </a:lnTo>
                  <a:lnTo>
                    <a:pt x="3915301" y="261284"/>
                  </a:lnTo>
                  <a:lnTo>
                    <a:pt x="3918605" y="259746"/>
                  </a:lnTo>
                  <a:lnTo>
                    <a:pt x="3922256" y="258045"/>
                  </a:lnTo>
                  <a:lnTo>
                    <a:pt x="3926778" y="255940"/>
                  </a:lnTo>
                  <a:lnTo>
                    <a:pt x="3930256" y="254321"/>
                  </a:lnTo>
                  <a:lnTo>
                    <a:pt x="3936168" y="251568"/>
                  </a:lnTo>
                  <a:lnTo>
                    <a:pt x="3938429" y="250515"/>
                  </a:lnTo>
                  <a:lnTo>
                    <a:pt x="3939124" y="250191"/>
                  </a:lnTo>
                  <a:lnTo>
                    <a:pt x="3943298" y="248247"/>
                  </a:lnTo>
                  <a:lnTo>
                    <a:pt x="3944863" y="247519"/>
                  </a:lnTo>
                  <a:lnTo>
                    <a:pt x="3947819" y="246142"/>
                  </a:lnTo>
                  <a:lnTo>
                    <a:pt x="3948167" y="245980"/>
                  </a:lnTo>
                  <a:lnTo>
                    <a:pt x="3948515" y="245818"/>
                  </a:lnTo>
                  <a:lnTo>
                    <a:pt x="3949732" y="245251"/>
                  </a:lnTo>
                  <a:lnTo>
                    <a:pt x="3953732" y="243388"/>
                  </a:lnTo>
                  <a:lnTo>
                    <a:pt x="3955123" y="242740"/>
                  </a:lnTo>
                  <a:lnTo>
                    <a:pt x="3955645" y="242497"/>
                  </a:lnTo>
                  <a:lnTo>
                    <a:pt x="3957731" y="241526"/>
                  </a:lnTo>
                  <a:lnTo>
                    <a:pt x="3959470" y="240716"/>
                  </a:lnTo>
                  <a:lnTo>
                    <a:pt x="3962427" y="239339"/>
                  </a:lnTo>
                  <a:lnTo>
                    <a:pt x="3962948" y="239096"/>
                  </a:lnTo>
                  <a:lnTo>
                    <a:pt x="3966426" y="237476"/>
                  </a:lnTo>
                  <a:lnTo>
                    <a:pt x="3966600" y="237395"/>
                  </a:lnTo>
                  <a:lnTo>
                    <a:pt x="3970078" y="235775"/>
                  </a:lnTo>
                  <a:lnTo>
                    <a:pt x="3971817" y="234965"/>
                  </a:lnTo>
                  <a:lnTo>
                    <a:pt x="3972165" y="234803"/>
                  </a:lnTo>
                  <a:lnTo>
                    <a:pt x="3974078" y="233912"/>
                  </a:lnTo>
                  <a:lnTo>
                    <a:pt x="3977730" y="232211"/>
                  </a:lnTo>
                  <a:lnTo>
                    <a:pt x="3979643" y="231320"/>
                  </a:lnTo>
                  <a:lnTo>
                    <a:pt x="3981555" y="230429"/>
                  </a:lnTo>
                  <a:lnTo>
                    <a:pt x="3981729" y="230348"/>
                  </a:lnTo>
                  <a:lnTo>
                    <a:pt x="3983294" y="229619"/>
                  </a:lnTo>
                  <a:lnTo>
                    <a:pt x="3983468" y="229538"/>
                  </a:lnTo>
                  <a:lnTo>
                    <a:pt x="3988859" y="227026"/>
                  </a:lnTo>
                  <a:lnTo>
                    <a:pt x="3992511" y="225325"/>
                  </a:lnTo>
                  <a:lnTo>
                    <a:pt x="3992685" y="225244"/>
                  </a:lnTo>
                  <a:lnTo>
                    <a:pt x="3993207" y="225001"/>
                  </a:lnTo>
                  <a:lnTo>
                    <a:pt x="3995293" y="224029"/>
                  </a:lnTo>
                  <a:lnTo>
                    <a:pt x="3996337" y="223543"/>
                  </a:lnTo>
                  <a:lnTo>
                    <a:pt x="3997902" y="222814"/>
                  </a:lnTo>
                  <a:lnTo>
                    <a:pt x="3999989" y="221842"/>
                  </a:lnTo>
                  <a:lnTo>
                    <a:pt x="4000510" y="221599"/>
                  </a:lnTo>
                  <a:lnTo>
                    <a:pt x="4001901" y="220950"/>
                  </a:lnTo>
                  <a:lnTo>
                    <a:pt x="4003640" y="220140"/>
                  </a:lnTo>
                  <a:lnTo>
                    <a:pt x="4003988" y="219978"/>
                  </a:lnTo>
                  <a:lnTo>
                    <a:pt x="4009205" y="217548"/>
                  </a:lnTo>
                  <a:lnTo>
                    <a:pt x="4011118" y="216656"/>
                  </a:lnTo>
                  <a:lnTo>
                    <a:pt x="4011466" y="216494"/>
                  </a:lnTo>
                  <a:lnTo>
                    <a:pt x="4011814" y="216332"/>
                  </a:lnTo>
                  <a:lnTo>
                    <a:pt x="4014422" y="215117"/>
                  </a:lnTo>
                  <a:lnTo>
                    <a:pt x="4016335" y="214226"/>
                  </a:lnTo>
                  <a:lnTo>
                    <a:pt x="4018074" y="213415"/>
                  </a:lnTo>
                  <a:lnTo>
                    <a:pt x="4022247" y="211471"/>
                  </a:lnTo>
                  <a:lnTo>
                    <a:pt x="4024508" y="210417"/>
                  </a:lnTo>
                  <a:lnTo>
                    <a:pt x="4025030" y="210174"/>
                  </a:lnTo>
                  <a:lnTo>
                    <a:pt x="4026421" y="209526"/>
                  </a:lnTo>
                  <a:lnTo>
                    <a:pt x="4027812" y="208878"/>
                  </a:lnTo>
                  <a:lnTo>
                    <a:pt x="4031638" y="207095"/>
                  </a:lnTo>
                  <a:lnTo>
                    <a:pt x="4033899" y="206041"/>
                  </a:lnTo>
                  <a:lnTo>
                    <a:pt x="4045028" y="200855"/>
                  </a:lnTo>
                  <a:lnTo>
                    <a:pt x="4048854" y="199072"/>
                  </a:lnTo>
                  <a:lnTo>
                    <a:pt x="4053375" y="196965"/>
                  </a:lnTo>
                  <a:lnTo>
                    <a:pt x="4053897" y="196721"/>
                  </a:lnTo>
                  <a:lnTo>
                    <a:pt x="4057375" y="195100"/>
                  </a:lnTo>
                  <a:lnTo>
                    <a:pt x="4061896" y="192993"/>
                  </a:lnTo>
                  <a:lnTo>
                    <a:pt x="4062939" y="192507"/>
                  </a:lnTo>
                  <a:lnTo>
                    <a:pt x="4065722" y="191210"/>
                  </a:lnTo>
                  <a:lnTo>
                    <a:pt x="4069374" y="189508"/>
                  </a:lnTo>
                  <a:lnTo>
                    <a:pt x="4070243" y="189102"/>
                  </a:lnTo>
                  <a:lnTo>
                    <a:pt x="4072156" y="188211"/>
                  </a:lnTo>
                  <a:lnTo>
                    <a:pt x="4080677" y="184239"/>
                  </a:lnTo>
                  <a:lnTo>
                    <a:pt x="4089024" y="180348"/>
                  </a:lnTo>
                  <a:lnTo>
                    <a:pt x="4089198" y="180267"/>
                  </a:lnTo>
                  <a:lnTo>
                    <a:pt x="4092502" y="178726"/>
                  </a:lnTo>
                  <a:lnTo>
                    <a:pt x="4096154" y="177024"/>
                  </a:lnTo>
                  <a:lnTo>
                    <a:pt x="4104153" y="173294"/>
                  </a:lnTo>
                  <a:lnTo>
                    <a:pt x="4110066" y="170538"/>
                  </a:lnTo>
                  <a:lnTo>
                    <a:pt x="4113022" y="169159"/>
                  </a:lnTo>
                  <a:lnTo>
                    <a:pt x="4117195" y="167213"/>
                  </a:lnTo>
                  <a:lnTo>
                    <a:pt x="4118761" y="166483"/>
                  </a:lnTo>
                  <a:lnTo>
                    <a:pt x="4121717" y="165105"/>
                  </a:lnTo>
                  <a:lnTo>
                    <a:pt x="4122065" y="164943"/>
                  </a:lnTo>
                  <a:lnTo>
                    <a:pt x="4122412" y="164781"/>
                  </a:lnTo>
                  <a:lnTo>
                    <a:pt x="4123630" y="164213"/>
                  </a:lnTo>
                  <a:lnTo>
                    <a:pt x="4127629" y="162348"/>
                  </a:lnTo>
                  <a:lnTo>
                    <a:pt x="4129020" y="161699"/>
                  </a:lnTo>
                  <a:lnTo>
                    <a:pt x="4131629" y="160483"/>
                  </a:lnTo>
                  <a:lnTo>
                    <a:pt x="4133368" y="159672"/>
                  </a:lnTo>
                  <a:lnTo>
                    <a:pt x="4136324" y="158293"/>
                  </a:lnTo>
                  <a:lnTo>
                    <a:pt x="4136846" y="158050"/>
                  </a:lnTo>
                  <a:lnTo>
                    <a:pt x="4140324" y="156428"/>
                  </a:lnTo>
                  <a:lnTo>
                    <a:pt x="4140498" y="156347"/>
                  </a:lnTo>
                  <a:lnTo>
                    <a:pt x="4143976" y="154725"/>
                  </a:lnTo>
                  <a:lnTo>
                    <a:pt x="4146062" y="153752"/>
                  </a:lnTo>
                  <a:lnTo>
                    <a:pt x="4147975" y="152860"/>
                  </a:lnTo>
                  <a:lnTo>
                    <a:pt x="4153540" y="150265"/>
                  </a:lnTo>
                  <a:lnTo>
                    <a:pt x="4155627" y="149291"/>
                  </a:lnTo>
                  <a:lnTo>
                    <a:pt x="4157192" y="148562"/>
                  </a:lnTo>
                  <a:lnTo>
                    <a:pt x="4157366" y="148480"/>
                  </a:lnTo>
                  <a:lnTo>
                    <a:pt x="4162757" y="145966"/>
                  </a:lnTo>
                  <a:lnTo>
                    <a:pt x="4166408" y="144263"/>
                  </a:lnTo>
                  <a:lnTo>
                    <a:pt x="4166582" y="144182"/>
                  </a:lnTo>
                  <a:lnTo>
                    <a:pt x="4167104" y="143938"/>
                  </a:lnTo>
                  <a:lnTo>
                    <a:pt x="4170234" y="142478"/>
                  </a:lnTo>
                  <a:lnTo>
                    <a:pt x="4173886" y="140775"/>
                  </a:lnTo>
                  <a:lnTo>
                    <a:pt x="4174408" y="140532"/>
                  </a:lnTo>
                  <a:lnTo>
                    <a:pt x="4175799" y="139883"/>
                  </a:lnTo>
                  <a:lnTo>
                    <a:pt x="4175973" y="139802"/>
                  </a:lnTo>
                  <a:lnTo>
                    <a:pt x="4183103" y="136476"/>
                  </a:lnTo>
                  <a:lnTo>
                    <a:pt x="4185015" y="135584"/>
                  </a:lnTo>
                  <a:lnTo>
                    <a:pt x="4185363" y="135421"/>
                  </a:lnTo>
                  <a:lnTo>
                    <a:pt x="4185711" y="135259"/>
                  </a:lnTo>
                  <a:lnTo>
                    <a:pt x="4188320" y="134042"/>
                  </a:lnTo>
                  <a:lnTo>
                    <a:pt x="4190232" y="133150"/>
                  </a:lnTo>
                  <a:lnTo>
                    <a:pt x="4191971" y="132339"/>
                  </a:lnTo>
                  <a:lnTo>
                    <a:pt x="4198406" y="129337"/>
                  </a:lnTo>
                  <a:lnTo>
                    <a:pt x="4201710" y="127796"/>
                  </a:lnTo>
                  <a:lnTo>
                    <a:pt x="4205535" y="126011"/>
                  </a:lnTo>
                  <a:lnTo>
                    <a:pt x="4207796" y="124956"/>
                  </a:lnTo>
                  <a:lnTo>
                    <a:pt x="4218925" y="119764"/>
                  </a:lnTo>
                  <a:lnTo>
                    <a:pt x="4222751" y="117979"/>
                  </a:lnTo>
                  <a:lnTo>
                    <a:pt x="4227273" y="115869"/>
                  </a:lnTo>
                  <a:lnTo>
                    <a:pt x="4244141" y="107998"/>
                  </a:lnTo>
                  <a:lnTo>
                    <a:pt x="4246053" y="107105"/>
                  </a:lnTo>
                  <a:lnTo>
                    <a:pt x="4254574" y="103129"/>
                  </a:lnTo>
                  <a:lnTo>
                    <a:pt x="4283963" y="89413"/>
                  </a:lnTo>
                  <a:lnTo>
                    <a:pt x="4297527" y="83081"/>
                  </a:lnTo>
                  <a:lnTo>
                    <a:pt x="4301527" y="81214"/>
                  </a:lnTo>
                  <a:lnTo>
                    <a:pt x="4302918" y="80565"/>
                  </a:lnTo>
                  <a:lnTo>
                    <a:pt x="4307265" y="78535"/>
                  </a:lnTo>
                  <a:lnTo>
                    <a:pt x="4314221" y="75288"/>
                  </a:lnTo>
                  <a:lnTo>
                    <a:pt x="4319612" y="72771"/>
                  </a:lnTo>
                  <a:lnTo>
                    <a:pt x="4321873" y="71716"/>
                  </a:lnTo>
                  <a:lnTo>
                    <a:pt x="4327437" y="69118"/>
                  </a:lnTo>
                  <a:lnTo>
                    <a:pt x="4329524" y="68144"/>
                  </a:lnTo>
                  <a:lnTo>
                    <a:pt x="4357000" y="55315"/>
                  </a:lnTo>
                  <a:lnTo>
                    <a:pt x="4358913" y="54422"/>
                  </a:lnTo>
                  <a:lnTo>
                    <a:pt x="4359608" y="54097"/>
                  </a:lnTo>
                  <a:lnTo>
                    <a:pt x="4375607" y="46626"/>
                  </a:lnTo>
                  <a:lnTo>
                    <a:pt x="447542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" name="pl8"/>
            <p:cNvSpPr/>
            <p:nvPr/>
          </p:nvSpPr>
          <p:spPr>
            <a:xfrm>
              <a:off x="3317373" y="3036673"/>
              <a:ext cx="4475424" cy="1957118"/>
            </a:xfrm>
            <a:custGeom>
              <a:avLst/>
              <a:pathLst>
                <a:path w="4475424" h="1957118">
                  <a:moveTo>
                    <a:pt x="4475424" y="0"/>
                  </a:moveTo>
                  <a:lnTo>
                    <a:pt x="4375607" y="41700"/>
                  </a:lnTo>
                  <a:lnTo>
                    <a:pt x="4359608" y="48386"/>
                  </a:lnTo>
                  <a:lnTo>
                    <a:pt x="4358913" y="48677"/>
                  </a:lnTo>
                  <a:lnTo>
                    <a:pt x="4357000" y="49476"/>
                  </a:lnTo>
                  <a:lnTo>
                    <a:pt x="4329524" y="60961"/>
                  </a:lnTo>
                  <a:lnTo>
                    <a:pt x="4327437" y="61833"/>
                  </a:lnTo>
                  <a:lnTo>
                    <a:pt x="4321873" y="64159"/>
                  </a:lnTo>
                  <a:lnTo>
                    <a:pt x="4319612" y="65104"/>
                  </a:lnTo>
                  <a:lnTo>
                    <a:pt x="4314221" y="67358"/>
                  </a:lnTo>
                  <a:lnTo>
                    <a:pt x="4307265" y="70266"/>
                  </a:lnTo>
                  <a:lnTo>
                    <a:pt x="4302918" y="72083"/>
                  </a:lnTo>
                  <a:lnTo>
                    <a:pt x="4301527" y="72665"/>
                  </a:lnTo>
                  <a:lnTo>
                    <a:pt x="4297527" y="74337"/>
                  </a:lnTo>
                  <a:lnTo>
                    <a:pt x="4283963" y="80008"/>
                  </a:lnTo>
                  <a:lnTo>
                    <a:pt x="4254574" y="92298"/>
                  </a:lnTo>
                  <a:lnTo>
                    <a:pt x="4246053" y="95861"/>
                  </a:lnTo>
                  <a:lnTo>
                    <a:pt x="4244141" y="96661"/>
                  </a:lnTo>
                  <a:lnTo>
                    <a:pt x="4227273" y="103717"/>
                  </a:lnTo>
                  <a:lnTo>
                    <a:pt x="4222751" y="105608"/>
                  </a:lnTo>
                  <a:lnTo>
                    <a:pt x="4218925" y="107208"/>
                  </a:lnTo>
                  <a:lnTo>
                    <a:pt x="4207796" y="111864"/>
                  </a:lnTo>
                  <a:lnTo>
                    <a:pt x="4205535" y="112810"/>
                  </a:lnTo>
                  <a:lnTo>
                    <a:pt x="4201710" y="114410"/>
                  </a:lnTo>
                  <a:lnTo>
                    <a:pt x="4198406" y="115793"/>
                  </a:lnTo>
                  <a:lnTo>
                    <a:pt x="4191971" y="118485"/>
                  </a:lnTo>
                  <a:lnTo>
                    <a:pt x="4190232" y="119212"/>
                  </a:lnTo>
                  <a:lnTo>
                    <a:pt x="4188320" y="120012"/>
                  </a:lnTo>
                  <a:lnTo>
                    <a:pt x="4185711" y="121104"/>
                  </a:lnTo>
                  <a:lnTo>
                    <a:pt x="4185363" y="121249"/>
                  </a:lnTo>
                  <a:lnTo>
                    <a:pt x="4185015" y="121395"/>
                  </a:lnTo>
                  <a:lnTo>
                    <a:pt x="4183103" y="122195"/>
                  </a:lnTo>
                  <a:lnTo>
                    <a:pt x="4175973" y="125179"/>
                  </a:lnTo>
                  <a:lnTo>
                    <a:pt x="4175799" y="125251"/>
                  </a:lnTo>
                  <a:lnTo>
                    <a:pt x="4174408" y="125833"/>
                  </a:lnTo>
                  <a:lnTo>
                    <a:pt x="4173886" y="126052"/>
                  </a:lnTo>
                  <a:lnTo>
                    <a:pt x="4170234" y="127580"/>
                  </a:lnTo>
                  <a:lnTo>
                    <a:pt x="4167104" y="128890"/>
                  </a:lnTo>
                  <a:lnTo>
                    <a:pt x="4166582" y="129108"/>
                  </a:lnTo>
                  <a:lnTo>
                    <a:pt x="4166408" y="129181"/>
                  </a:lnTo>
                  <a:lnTo>
                    <a:pt x="4162757" y="130709"/>
                  </a:lnTo>
                  <a:lnTo>
                    <a:pt x="4157366" y="132965"/>
                  </a:lnTo>
                  <a:lnTo>
                    <a:pt x="4157192" y="133038"/>
                  </a:lnTo>
                  <a:lnTo>
                    <a:pt x="4155627" y="133693"/>
                  </a:lnTo>
                  <a:lnTo>
                    <a:pt x="4153540" y="134566"/>
                  </a:lnTo>
                  <a:lnTo>
                    <a:pt x="4147975" y="136895"/>
                  </a:lnTo>
                  <a:lnTo>
                    <a:pt x="4146062" y="137695"/>
                  </a:lnTo>
                  <a:lnTo>
                    <a:pt x="4143976" y="138569"/>
                  </a:lnTo>
                  <a:lnTo>
                    <a:pt x="4140498" y="140024"/>
                  </a:lnTo>
                  <a:lnTo>
                    <a:pt x="4140324" y="140097"/>
                  </a:lnTo>
                  <a:lnTo>
                    <a:pt x="4136846" y="141553"/>
                  </a:lnTo>
                  <a:lnTo>
                    <a:pt x="4136324" y="141771"/>
                  </a:lnTo>
                  <a:lnTo>
                    <a:pt x="4133368" y="143009"/>
                  </a:lnTo>
                  <a:lnTo>
                    <a:pt x="4131629" y="143737"/>
                  </a:lnTo>
                  <a:lnTo>
                    <a:pt x="4129020" y="144828"/>
                  </a:lnTo>
                  <a:lnTo>
                    <a:pt x="4127629" y="145411"/>
                  </a:lnTo>
                  <a:lnTo>
                    <a:pt x="4123630" y="147085"/>
                  </a:lnTo>
                  <a:lnTo>
                    <a:pt x="4122412" y="147594"/>
                  </a:lnTo>
                  <a:lnTo>
                    <a:pt x="4122065" y="147740"/>
                  </a:lnTo>
                  <a:lnTo>
                    <a:pt x="4121717" y="147886"/>
                  </a:lnTo>
                  <a:lnTo>
                    <a:pt x="4118761" y="149123"/>
                  </a:lnTo>
                  <a:lnTo>
                    <a:pt x="4117195" y="149778"/>
                  </a:lnTo>
                  <a:lnTo>
                    <a:pt x="4113022" y="151525"/>
                  </a:lnTo>
                  <a:lnTo>
                    <a:pt x="4110066" y="152763"/>
                  </a:lnTo>
                  <a:lnTo>
                    <a:pt x="4104153" y="155238"/>
                  </a:lnTo>
                  <a:lnTo>
                    <a:pt x="4096154" y="158587"/>
                  </a:lnTo>
                  <a:lnTo>
                    <a:pt x="4092502" y="160116"/>
                  </a:lnTo>
                  <a:lnTo>
                    <a:pt x="4089198" y="161500"/>
                  </a:lnTo>
                  <a:lnTo>
                    <a:pt x="4089024" y="161573"/>
                  </a:lnTo>
                  <a:lnTo>
                    <a:pt x="4080677" y="165068"/>
                  </a:lnTo>
                  <a:lnTo>
                    <a:pt x="4072156" y="168636"/>
                  </a:lnTo>
                  <a:lnTo>
                    <a:pt x="4070243" y="169437"/>
                  </a:lnTo>
                  <a:lnTo>
                    <a:pt x="4069374" y="169801"/>
                  </a:lnTo>
                  <a:lnTo>
                    <a:pt x="4065722" y="171330"/>
                  </a:lnTo>
                  <a:lnTo>
                    <a:pt x="4062939" y="172495"/>
                  </a:lnTo>
                  <a:lnTo>
                    <a:pt x="4061896" y="172932"/>
                  </a:lnTo>
                  <a:lnTo>
                    <a:pt x="4057375" y="174826"/>
                  </a:lnTo>
                  <a:lnTo>
                    <a:pt x="4053897" y="176282"/>
                  </a:lnTo>
                  <a:lnTo>
                    <a:pt x="4053375" y="176501"/>
                  </a:lnTo>
                  <a:lnTo>
                    <a:pt x="4048854" y="178395"/>
                  </a:lnTo>
                  <a:lnTo>
                    <a:pt x="4045028" y="179997"/>
                  </a:lnTo>
                  <a:lnTo>
                    <a:pt x="4033899" y="184659"/>
                  </a:lnTo>
                  <a:lnTo>
                    <a:pt x="4031638" y="185606"/>
                  </a:lnTo>
                  <a:lnTo>
                    <a:pt x="4027812" y="187208"/>
                  </a:lnTo>
                  <a:lnTo>
                    <a:pt x="4026421" y="187791"/>
                  </a:lnTo>
                  <a:lnTo>
                    <a:pt x="4025030" y="188374"/>
                  </a:lnTo>
                  <a:lnTo>
                    <a:pt x="4024508" y="188592"/>
                  </a:lnTo>
                  <a:lnTo>
                    <a:pt x="4022247" y="189539"/>
                  </a:lnTo>
                  <a:lnTo>
                    <a:pt x="4018074" y="191288"/>
                  </a:lnTo>
                  <a:lnTo>
                    <a:pt x="4016335" y="192016"/>
                  </a:lnTo>
                  <a:lnTo>
                    <a:pt x="4014422" y="192818"/>
                  </a:lnTo>
                  <a:lnTo>
                    <a:pt x="4011814" y="193911"/>
                  </a:lnTo>
                  <a:lnTo>
                    <a:pt x="4011466" y="194056"/>
                  </a:lnTo>
                  <a:lnTo>
                    <a:pt x="4011118" y="194202"/>
                  </a:lnTo>
                  <a:lnTo>
                    <a:pt x="4009205" y="195003"/>
                  </a:lnTo>
                  <a:lnTo>
                    <a:pt x="4003988" y="197189"/>
                  </a:lnTo>
                  <a:lnTo>
                    <a:pt x="4003640" y="197335"/>
                  </a:lnTo>
                  <a:lnTo>
                    <a:pt x="4001901" y="198064"/>
                  </a:lnTo>
                  <a:lnTo>
                    <a:pt x="4000510" y="198646"/>
                  </a:lnTo>
                  <a:lnTo>
                    <a:pt x="3999989" y="198865"/>
                  </a:lnTo>
                  <a:lnTo>
                    <a:pt x="3997902" y="199739"/>
                  </a:lnTo>
                  <a:lnTo>
                    <a:pt x="3996337" y="200395"/>
                  </a:lnTo>
                  <a:lnTo>
                    <a:pt x="3995293" y="200832"/>
                  </a:lnTo>
                  <a:lnTo>
                    <a:pt x="3993207" y="201707"/>
                  </a:lnTo>
                  <a:lnTo>
                    <a:pt x="3992685" y="201925"/>
                  </a:lnTo>
                  <a:lnTo>
                    <a:pt x="3992511" y="201998"/>
                  </a:lnTo>
                  <a:lnTo>
                    <a:pt x="3988859" y="203528"/>
                  </a:lnTo>
                  <a:lnTo>
                    <a:pt x="3983468" y="205787"/>
                  </a:lnTo>
                  <a:lnTo>
                    <a:pt x="3983294" y="205860"/>
                  </a:lnTo>
                  <a:lnTo>
                    <a:pt x="3981729" y="206516"/>
                  </a:lnTo>
                  <a:lnTo>
                    <a:pt x="3981555" y="206589"/>
                  </a:lnTo>
                  <a:lnTo>
                    <a:pt x="3979643" y="207391"/>
                  </a:lnTo>
                  <a:lnTo>
                    <a:pt x="3977730" y="208192"/>
                  </a:lnTo>
                  <a:lnTo>
                    <a:pt x="3974078" y="209723"/>
                  </a:lnTo>
                  <a:lnTo>
                    <a:pt x="3972165" y="210524"/>
                  </a:lnTo>
                  <a:lnTo>
                    <a:pt x="3971817" y="210670"/>
                  </a:lnTo>
                  <a:lnTo>
                    <a:pt x="3970078" y="211399"/>
                  </a:lnTo>
                  <a:lnTo>
                    <a:pt x="3966600" y="212857"/>
                  </a:lnTo>
                  <a:lnTo>
                    <a:pt x="3966426" y="212930"/>
                  </a:lnTo>
                  <a:lnTo>
                    <a:pt x="3962948" y="214387"/>
                  </a:lnTo>
                  <a:lnTo>
                    <a:pt x="3962427" y="214606"/>
                  </a:lnTo>
                  <a:lnTo>
                    <a:pt x="3959470" y="215845"/>
                  </a:lnTo>
                  <a:lnTo>
                    <a:pt x="3957731" y="216574"/>
                  </a:lnTo>
                  <a:lnTo>
                    <a:pt x="3955645" y="217449"/>
                  </a:lnTo>
                  <a:lnTo>
                    <a:pt x="3955123" y="217667"/>
                  </a:lnTo>
                  <a:lnTo>
                    <a:pt x="3953732" y="218250"/>
                  </a:lnTo>
                  <a:lnTo>
                    <a:pt x="3949732" y="219927"/>
                  </a:lnTo>
                  <a:lnTo>
                    <a:pt x="3948515" y="220437"/>
                  </a:lnTo>
                  <a:lnTo>
                    <a:pt x="3948167" y="220583"/>
                  </a:lnTo>
                  <a:lnTo>
                    <a:pt x="3947819" y="220729"/>
                  </a:lnTo>
                  <a:lnTo>
                    <a:pt x="3944863" y="221968"/>
                  </a:lnTo>
                  <a:lnTo>
                    <a:pt x="3943298" y="222624"/>
                  </a:lnTo>
                  <a:lnTo>
                    <a:pt x="3939124" y="224374"/>
                  </a:lnTo>
                  <a:lnTo>
                    <a:pt x="3938429" y="224665"/>
                  </a:lnTo>
                  <a:lnTo>
                    <a:pt x="3936168" y="225613"/>
                  </a:lnTo>
                  <a:lnTo>
                    <a:pt x="3930256" y="228092"/>
                  </a:lnTo>
                  <a:lnTo>
                    <a:pt x="3926778" y="229550"/>
                  </a:lnTo>
                  <a:lnTo>
                    <a:pt x="3922256" y="231445"/>
                  </a:lnTo>
                  <a:lnTo>
                    <a:pt x="3918605" y="232977"/>
                  </a:lnTo>
                  <a:lnTo>
                    <a:pt x="3915301" y="234362"/>
                  </a:lnTo>
                  <a:lnTo>
                    <a:pt x="3915127" y="234435"/>
                  </a:lnTo>
                  <a:lnTo>
                    <a:pt x="3913040" y="235310"/>
                  </a:lnTo>
                  <a:lnTo>
                    <a:pt x="3898259" y="241508"/>
                  </a:lnTo>
                  <a:lnTo>
                    <a:pt x="3896346" y="242311"/>
                  </a:lnTo>
                  <a:lnTo>
                    <a:pt x="3895476" y="242675"/>
                  </a:lnTo>
                  <a:lnTo>
                    <a:pt x="3891824" y="244207"/>
                  </a:lnTo>
                  <a:lnTo>
                    <a:pt x="3889042" y="245374"/>
                  </a:lnTo>
                  <a:lnTo>
                    <a:pt x="3887999" y="245811"/>
                  </a:lnTo>
                  <a:lnTo>
                    <a:pt x="3883477" y="247708"/>
                  </a:lnTo>
                  <a:lnTo>
                    <a:pt x="3879999" y="249166"/>
                  </a:lnTo>
                  <a:lnTo>
                    <a:pt x="3879478" y="249385"/>
                  </a:lnTo>
                  <a:lnTo>
                    <a:pt x="3874956" y="251282"/>
                  </a:lnTo>
                  <a:lnTo>
                    <a:pt x="3871131" y="252886"/>
                  </a:lnTo>
                  <a:lnTo>
                    <a:pt x="3860001" y="257555"/>
                  </a:lnTo>
                  <a:lnTo>
                    <a:pt x="3857740" y="258503"/>
                  </a:lnTo>
                  <a:lnTo>
                    <a:pt x="3853915" y="260108"/>
                  </a:lnTo>
                  <a:lnTo>
                    <a:pt x="3852524" y="260692"/>
                  </a:lnTo>
                  <a:lnTo>
                    <a:pt x="3851132" y="261276"/>
                  </a:lnTo>
                  <a:lnTo>
                    <a:pt x="3850611" y="261495"/>
                  </a:lnTo>
                  <a:lnTo>
                    <a:pt x="3848350" y="262443"/>
                  </a:lnTo>
                  <a:lnTo>
                    <a:pt x="3844176" y="264194"/>
                  </a:lnTo>
                  <a:lnTo>
                    <a:pt x="3842437" y="264924"/>
                  </a:lnTo>
                  <a:lnTo>
                    <a:pt x="3840525" y="265726"/>
                  </a:lnTo>
                  <a:lnTo>
                    <a:pt x="3837916" y="266821"/>
                  </a:lnTo>
                  <a:lnTo>
                    <a:pt x="3837568" y="266967"/>
                  </a:lnTo>
                  <a:lnTo>
                    <a:pt x="3837221" y="267113"/>
                  </a:lnTo>
                  <a:lnTo>
                    <a:pt x="3835308" y="267916"/>
                  </a:lnTo>
                  <a:lnTo>
                    <a:pt x="3830091" y="270105"/>
                  </a:lnTo>
                  <a:lnTo>
                    <a:pt x="3829743" y="270251"/>
                  </a:lnTo>
                  <a:lnTo>
                    <a:pt x="3828178" y="270907"/>
                  </a:lnTo>
                  <a:lnTo>
                    <a:pt x="3828004" y="270980"/>
                  </a:lnTo>
                  <a:lnTo>
                    <a:pt x="3826613" y="271564"/>
                  </a:lnTo>
                  <a:lnTo>
                    <a:pt x="3826091" y="271783"/>
                  </a:lnTo>
                  <a:lnTo>
                    <a:pt x="3825743" y="271929"/>
                  </a:lnTo>
                  <a:lnTo>
                    <a:pt x="3824004" y="272659"/>
                  </a:lnTo>
                  <a:lnTo>
                    <a:pt x="3822439" y="273316"/>
                  </a:lnTo>
                  <a:lnTo>
                    <a:pt x="3821396" y="273753"/>
                  </a:lnTo>
                  <a:lnTo>
                    <a:pt x="3819309" y="274629"/>
                  </a:lnTo>
                  <a:lnTo>
                    <a:pt x="3818787" y="274848"/>
                  </a:lnTo>
                  <a:lnTo>
                    <a:pt x="3818614" y="274921"/>
                  </a:lnTo>
                  <a:lnTo>
                    <a:pt x="3814962" y="276454"/>
                  </a:lnTo>
                  <a:lnTo>
                    <a:pt x="3809571" y="278716"/>
                  </a:lnTo>
                  <a:lnTo>
                    <a:pt x="3809397" y="278789"/>
                  </a:lnTo>
                  <a:lnTo>
                    <a:pt x="3807832" y="279446"/>
                  </a:lnTo>
                  <a:lnTo>
                    <a:pt x="3807658" y="279519"/>
                  </a:lnTo>
                  <a:lnTo>
                    <a:pt x="3805745" y="280322"/>
                  </a:lnTo>
                  <a:lnTo>
                    <a:pt x="3803832" y="281125"/>
                  </a:lnTo>
                  <a:lnTo>
                    <a:pt x="3800180" y="282658"/>
                  </a:lnTo>
                  <a:lnTo>
                    <a:pt x="3798268" y="283461"/>
                  </a:lnTo>
                  <a:lnTo>
                    <a:pt x="3797920" y="283607"/>
                  </a:lnTo>
                  <a:lnTo>
                    <a:pt x="3796181" y="284337"/>
                  </a:lnTo>
                  <a:lnTo>
                    <a:pt x="3792703" y="285797"/>
                  </a:lnTo>
                  <a:lnTo>
                    <a:pt x="3792529" y="285870"/>
                  </a:lnTo>
                  <a:lnTo>
                    <a:pt x="3789051" y="287330"/>
                  </a:lnTo>
                  <a:lnTo>
                    <a:pt x="3788529" y="287549"/>
                  </a:lnTo>
                  <a:lnTo>
                    <a:pt x="3785573" y="288790"/>
                  </a:lnTo>
                  <a:lnTo>
                    <a:pt x="3783834" y="289520"/>
                  </a:lnTo>
                  <a:lnTo>
                    <a:pt x="3781747" y="290396"/>
                  </a:lnTo>
                  <a:lnTo>
                    <a:pt x="3781226" y="290615"/>
                  </a:lnTo>
                  <a:lnTo>
                    <a:pt x="3779834" y="291199"/>
                  </a:lnTo>
                  <a:lnTo>
                    <a:pt x="3775835" y="292878"/>
                  </a:lnTo>
                  <a:lnTo>
                    <a:pt x="3774617" y="293389"/>
                  </a:lnTo>
                  <a:lnTo>
                    <a:pt x="3774270" y="293535"/>
                  </a:lnTo>
                  <a:lnTo>
                    <a:pt x="3773922" y="293681"/>
                  </a:lnTo>
                  <a:lnTo>
                    <a:pt x="3770966" y="294923"/>
                  </a:lnTo>
                  <a:lnTo>
                    <a:pt x="3769401" y="295580"/>
                  </a:lnTo>
                  <a:lnTo>
                    <a:pt x="3765227" y="297332"/>
                  </a:lnTo>
                  <a:lnTo>
                    <a:pt x="3764531" y="297624"/>
                  </a:lnTo>
                  <a:lnTo>
                    <a:pt x="3762271" y="298574"/>
                  </a:lnTo>
                  <a:lnTo>
                    <a:pt x="3756358" y="301057"/>
                  </a:lnTo>
                  <a:lnTo>
                    <a:pt x="3752880" y="302517"/>
                  </a:lnTo>
                  <a:lnTo>
                    <a:pt x="3748359" y="304416"/>
                  </a:lnTo>
                  <a:lnTo>
                    <a:pt x="3744707" y="305950"/>
                  </a:lnTo>
                  <a:lnTo>
                    <a:pt x="3741403" y="307337"/>
                  </a:lnTo>
                  <a:lnTo>
                    <a:pt x="3739142" y="308287"/>
                  </a:lnTo>
                  <a:lnTo>
                    <a:pt x="3732882" y="310916"/>
                  </a:lnTo>
                  <a:lnTo>
                    <a:pt x="3724361" y="314496"/>
                  </a:lnTo>
                  <a:lnTo>
                    <a:pt x="3722448" y="315299"/>
                  </a:lnTo>
                  <a:lnTo>
                    <a:pt x="3721579" y="315665"/>
                  </a:lnTo>
                  <a:lnTo>
                    <a:pt x="3717927" y="317199"/>
                  </a:lnTo>
                  <a:lnTo>
                    <a:pt x="3715145" y="318368"/>
                  </a:lnTo>
                  <a:lnTo>
                    <a:pt x="3714101" y="318806"/>
                  </a:lnTo>
                  <a:lnTo>
                    <a:pt x="3709580" y="320705"/>
                  </a:lnTo>
                  <a:lnTo>
                    <a:pt x="3706102" y="322167"/>
                  </a:lnTo>
                  <a:lnTo>
                    <a:pt x="3705580" y="322386"/>
                  </a:lnTo>
                  <a:lnTo>
                    <a:pt x="3701059" y="324286"/>
                  </a:lnTo>
                  <a:lnTo>
                    <a:pt x="3697233" y="325893"/>
                  </a:lnTo>
                  <a:lnTo>
                    <a:pt x="3686104" y="330570"/>
                  </a:lnTo>
                  <a:lnTo>
                    <a:pt x="3683843" y="331520"/>
                  </a:lnTo>
                  <a:lnTo>
                    <a:pt x="3680017" y="333128"/>
                  </a:lnTo>
                  <a:lnTo>
                    <a:pt x="3678626" y="333713"/>
                  </a:lnTo>
                  <a:lnTo>
                    <a:pt x="3677235" y="334297"/>
                  </a:lnTo>
                  <a:lnTo>
                    <a:pt x="3676713" y="334517"/>
                  </a:lnTo>
                  <a:lnTo>
                    <a:pt x="3674453" y="335467"/>
                  </a:lnTo>
                  <a:lnTo>
                    <a:pt x="3670279" y="337221"/>
                  </a:lnTo>
                  <a:lnTo>
                    <a:pt x="3668540" y="337952"/>
                  </a:lnTo>
                  <a:lnTo>
                    <a:pt x="3666627" y="338756"/>
                  </a:lnTo>
                  <a:lnTo>
                    <a:pt x="3664019" y="339853"/>
                  </a:lnTo>
                  <a:lnTo>
                    <a:pt x="3663671" y="339999"/>
                  </a:lnTo>
                  <a:lnTo>
                    <a:pt x="3663323" y="340145"/>
                  </a:lnTo>
                  <a:lnTo>
                    <a:pt x="3661410" y="340949"/>
                  </a:lnTo>
                  <a:lnTo>
                    <a:pt x="3656193" y="343142"/>
                  </a:lnTo>
                  <a:lnTo>
                    <a:pt x="3655846" y="343288"/>
                  </a:lnTo>
                  <a:lnTo>
                    <a:pt x="3654280" y="343946"/>
                  </a:lnTo>
                  <a:lnTo>
                    <a:pt x="3654107" y="344019"/>
                  </a:lnTo>
                  <a:lnTo>
                    <a:pt x="3652715" y="344604"/>
                  </a:lnTo>
                  <a:lnTo>
                    <a:pt x="3652194" y="344824"/>
                  </a:lnTo>
                  <a:lnTo>
                    <a:pt x="3651846" y="344970"/>
                  </a:lnTo>
                  <a:lnTo>
                    <a:pt x="3650107" y="345701"/>
                  </a:lnTo>
                  <a:lnTo>
                    <a:pt x="3648542" y="346359"/>
                  </a:lnTo>
                  <a:lnTo>
                    <a:pt x="3647498" y="346798"/>
                  </a:lnTo>
                  <a:lnTo>
                    <a:pt x="3645412" y="347675"/>
                  </a:lnTo>
                  <a:lnTo>
                    <a:pt x="3644890" y="347894"/>
                  </a:lnTo>
                  <a:lnTo>
                    <a:pt x="3644716" y="347967"/>
                  </a:lnTo>
                  <a:lnTo>
                    <a:pt x="3641064" y="349503"/>
                  </a:lnTo>
                  <a:lnTo>
                    <a:pt x="3635673" y="351770"/>
                  </a:lnTo>
                  <a:lnTo>
                    <a:pt x="3635500" y="351843"/>
                  </a:lnTo>
                  <a:lnTo>
                    <a:pt x="3633934" y="352501"/>
                  </a:lnTo>
                  <a:lnTo>
                    <a:pt x="3633761" y="352574"/>
                  </a:lnTo>
                  <a:lnTo>
                    <a:pt x="3631848" y="353378"/>
                  </a:lnTo>
                  <a:lnTo>
                    <a:pt x="3629935" y="354183"/>
                  </a:lnTo>
                  <a:lnTo>
                    <a:pt x="3626283" y="355718"/>
                  </a:lnTo>
                  <a:lnTo>
                    <a:pt x="3624370" y="356523"/>
                  </a:lnTo>
                  <a:lnTo>
                    <a:pt x="3624022" y="356669"/>
                  </a:lnTo>
                  <a:lnTo>
                    <a:pt x="3622283" y="357400"/>
                  </a:lnTo>
                  <a:lnTo>
                    <a:pt x="3618805" y="358863"/>
                  </a:lnTo>
                  <a:lnTo>
                    <a:pt x="3618631" y="358936"/>
                  </a:lnTo>
                  <a:lnTo>
                    <a:pt x="3615154" y="360399"/>
                  </a:lnTo>
                  <a:lnTo>
                    <a:pt x="3614632" y="360618"/>
                  </a:lnTo>
                  <a:lnTo>
                    <a:pt x="3611676" y="361862"/>
                  </a:lnTo>
                  <a:lnTo>
                    <a:pt x="3609937" y="362593"/>
                  </a:lnTo>
                  <a:lnTo>
                    <a:pt x="3607850" y="363471"/>
                  </a:lnTo>
                  <a:lnTo>
                    <a:pt x="3607328" y="363690"/>
                  </a:lnTo>
                  <a:lnTo>
                    <a:pt x="3605937" y="364276"/>
                  </a:lnTo>
                  <a:lnTo>
                    <a:pt x="3601937" y="365958"/>
                  </a:lnTo>
                  <a:lnTo>
                    <a:pt x="3600720" y="366470"/>
                  </a:lnTo>
                  <a:lnTo>
                    <a:pt x="3600372" y="366616"/>
                  </a:lnTo>
                  <a:lnTo>
                    <a:pt x="3600024" y="366763"/>
                  </a:lnTo>
                  <a:lnTo>
                    <a:pt x="3597068" y="368006"/>
                  </a:lnTo>
                  <a:lnTo>
                    <a:pt x="3595503" y="368665"/>
                  </a:lnTo>
                  <a:lnTo>
                    <a:pt x="3591330" y="370421"/>
                  </a:lnTo>
                  <a:lnTo>
                    <a:pt x="3590634" y="370713"/>
                  </a:lnTo>
                  <a:lnTo>
                    <a:pt x="3588373" y="371664"/>
                  </a:lnTo>
                  <a:lnTo>
                    <a:pt x="3582461" y="374152"/>
                  </a:lnTo>
                  <a:lnTo>
                    <a:pt x="3578983" y="375615"/>
                  </a:lnTo>
                  <a:lnTo>
                    <a:pt x="3574462" y="377518"/>
                  </a:lnTo>
                  <a:lnTo>
                    <a:pt x="3570810" y="379055"/>
                  </a:lnTo>
                  <a:lnTo>
                    <a:pt x="3567506" y="380445"/>
                  </a:lnTo>
                  <a:lnTo>
                    <a:pt x="3567332" y="380518"/>
                  </a:lnTo>
                  <a:lnTo>
                    <a:pt x="3565245" y="381396"/>
                  </a:lnTo>
                  <a:lnTo>
                    <a:pt x="3558985" y="384031"/>
                  </a:lnTo>
                  <a:lnTo>
                    <a:pt x="3550464" y="387617"/>
                  </a:lnTo>
                  <a:lnTo>
                    <a:pt x="3548551" y="388423"/>
                  </a:lnTo>
                  <a:lnTo>
                    <a:pt x="3547681" y="388789"/>
                  </a:lnTo>
                  <a:lnTo>
                    <a:pt x="3544029" y="390326"/>
                  </a:lnTo>
                  <a:lnTo>
                    <a:pt x="3541247" y="391497"/>
                  </a:lnTo>
                  <a:lnTo>
                    <a:pt x="3540204" y="391936"/>
                  </a:lnTo>
                  <a:lnTo>
                    <a:pt x="3535682" y="393840"/>
                  </a:lnTo>
                  <a:lnTo>
                    <a:pt x="3532204" y="395304"/>
                  </a:lnTo>
                  <a:lnTo>
                    <a:pt x="3531683" y="395524"/>
                  </a:lnTo>
                  <a:lnTo>
                    <a:pt x="3527161" y="397427"/>
                  </a:lnTo>
                  <a:lnTo>
                    <a:pt x="3523336" y="399038"/>
                  </a:lnTo>
                  <a:lnTo>
                    <a:pt x="3512206" y="403725"/>
                  </a:lnTo>
                  <a:lnTo>
                    <a:pt x="3509946" y="404677"/>
                  </a:lnTo>
                  <a:lnTo>
                    <a:pt x="3506120" y="406288"/>
                  </a:lnTo>
                  <a:lnTo>
                    <a:pt x="3504729" y="406874"/>
                  </a:lnTo>
                  <a:lnTo>
                    <a:pt x="3503337" y="407460"/>
                  </a:lnTo>
                  <a:lnTo>
                    <a:pt x="3502816" y="407679"/>
                  </a:lnTo>
                  <a:lnTo>
                    <a:pt x="3500555" y="408631"/>
                  </a:lnTo>
                  <a:lnTo>
                    <a:pt x="3496382" y="410389"/>
                  </a:lnTo>
                  <a:lnTo>
                    <a:pt x="3494643" y="411122"/>
                  </a:lnTo>
                  <a:lnTo>
                    <a:pt x="3492730" y="411928"/>
                  </a:lnTo>
                  <a:lnTo>
                    <a:pt x="3490121" y="413026"/>
                  </a:lnTo>
                  <a:lnTo>
                    <a:pt x="3489773" y="413173"/>
                  </a:lnTo>
                  <a:lnTo>
                    <a:pt x="3489426" y="413319"/>
                  </a:lnTo>
                  <a:lnTo>
                    <a:pt x="3487513" y="414125"/>
                  </a:lnTo>
                  <a:lnTo>
                    <a:pt x="3482296" y="416323"/>
                  </a:lnTo>
                  <a:lnTo>
                    <a:pt x="3481948" y="416469"/>
                  </a:lnTo>
                  <a:lnTo>
                    <a:pt x="3480383" y="417129"/>
                  </a:lnTo>
                  <a:lnTo>
                    <a:pt x="3480209" y="417202"/>
                  </a:lnTo>
                  <a:lnTo>
                    <a:pt x="3478818" y="417788"/>
                  </a:lnTo>
                  <a:lnTo>
                    <a:pt x="3478296" y="418008"/>
                  </a:lnTo>
                  <a:lnTo>
                    <a:pt x="3477948" y="418154"/>
                  </a:lnTo>
                  <a:lnTo>
                    <a:pt x="3476209" y="418887"/>
                  </a:lnTo>
                  <a:lnTo>
                    <a:pt x="3474644" y="419546"/>
                  </a:lnTo>
                  <a:lnTo>
                    <a:pt x="3473601" y="419986"/>
                  </a:lnTo>
                  <a:lnTo>
                    <a:pt x="3471514" y="420865"/>
                  </a:lnTo>
                  <a:lnTo>
                    <a:pt x="3470993" y="421085"/>
                  </a:lnTo>
                  <a:lnTo>
                    <a:pt x="3470819" y="421158"/>
                  </a:lnTo>
                  <a:lnTo>
                    <a:pt x="3467167" y="422697"/>
                  </a:lnTo>
                  <a:lnTo>
                    <a:pt x="3461776" y="424969"/>
                  </a:lnTo>
                  <a:lnTo>
                    <a:pt x="3461602" y="425042"/>
                  </a:lnTo>
                  <a:lnTo>
                    <a:pt x="3460037" y="425702"/>
                  </a:lnTo>
                  <a:lnTo>
                    <a:pt x="3459863" y="425775"/>
                  </a:lnTo>
                  <a:lnTo>
                    <a:pt x="3457950" y="426581"/>
                  </a:lnTo>
                  <a:lnTo>
                    <a:pt x="3456037" y="427387"/>
                  </a:lnTo>
                  <a:lnTo>
                    <a:pt x="3452386" y="428926"/>
                  </a:lnTo>
                  <a:lnTo>
                    <a:pt x="3450473" y="429732"/>
                  </a:lnTo>
                  <a:lnTo>
                    <a:pt x="3450125" y="429879"/>
                  </a:lnTo>
                  <a:lnTo>
                    <a:pt x="3448386" y="430612"/>
                  </a:lnTo>
                  <a:lnTo>
                    <a:pt x="3444908" y="432078"/>
                  </a:lnTo>
                  <a:lnTo>
                    <a:pt x="3444734" y="432151"/>
                  </a:lnTo>
                  <a:lnTo>
                    <a:pt x="3441256" y="433617"/>
                  </a:lnTo>
                  <a:lnTo>
                    <a:pt x="3440734" y="433837"/>
                  </a:lnTo>
                  <a:lnTo>
                    <a:pt x="3437778" y="435083"/>
                  </a:lnTo>
                  <a:lnTo>
                    <a:pt x="3436039" y="435816"/>
                  </a:lnTo>
                  <a:lnTo>
                    <a:pt x="3433952" y="436696"/>
                  </a:lnTo>
                  <a:lnTo>
                    <a:pt x="3433431" y="436916"/>
                  </a:lnTo>
                  <a:lnTo>
                    <a:pt x="3432040" y="437502"/>
                  </a:lnTo>
                  <a:lnTo>
                    <a:pt x="3428040" y="439188"/>
                  </a:lnTo>
                  <a:lnTo>
                    <a:pt x="3426823" y="439702"/>
                  </a:lnTo>
                  <a:lnTo>
                    <a:pt x="3426475" y="439848"/>
                  </a:lnTo>
                  <a:lnTo>
                    <a:pt x="3426127" y="439995"/>
                  </a:lnTo>
                  <a:lnTo>
                    <a:pt x="3423171" y="441241"/>
                  </a:lnTo>
                  <a:lnTo>
                    <a:pt x="3421606" y="441901"/>
                  </a:lnTo>
                  <a:lnTo>
                    <a:pt x="3417432" y="443661"/>
                  </a:lnTo>
                  <a:lnTo>
                    <a:pt x="3416737" y="443954"/>
                  </a:lnTo>
                  <a:lnTo>
                    <a:pt x="3414476" y="444907"/>
                  </a:lnTo>
                  <a:lnTo>
                    <a:pt x="3408563" y="447401"/>
                  </a:lnTo>
                  <a:lnTo>
                    <a:pt x="3405085" y="448867"/>
                  </a:lnTo>
                  <a:lnTo>
                    <a:pt x="3400564" y="450774"/>
                  </a:lnTo>
                  <a:lnTo>
                    <a:pt x="3396912" y="452314"/>
                  </a:lnTo>
                  <a:lnTo>
                    <a:pt x="3393608" y="453708"/>
                  </a:lnTo>
                  <a:lnTo>
                    <a:pt x="3393434" y="453781"/>
                  </a:lnTo>
                  <a:lnTo>
                    <a:pt x="3391348" y="454662"/>
                  </a:lnTo>
                  <a:lnTo>
                    <a:pt x="3385087" y="457302"/>
                  </a:lnTo>
                  <a:lnTo>
                    <a:pt x="3376566" y="460897"/>
                  </a:lnTo>
                  <a:lnTo>
                    <a:pt x="3373784" y="462071"/>
                  </a:lnTo>
                  <a:lnTo>
                    <a:pt x="3370132" y="463612"/>
                  </a:lnTo>
                  <a:lnTo>
                    <a:pt x="3367350" y="464786"/>
                  </a:lnTo>
                  <a:lnTo>
                    <a:pt x="3366306" y="465226"/>
                  </a:lnTo>
                  <a:lnTo>
                    <a:pt x="3361785" y="467134"/>
                  </a:lnTo>
                  <a:lnTo>
                    <a:pt x="3358307" y="468602"/>
                  </a:lnTo>
                  <a:lnTo>
                    <a:pt x="3357785" y="468822"/>
                  </a:lnTo>
                  <a:lnTo>
                    <a:pt x="3353264" y="470730"/>
                  </a:lnTo>
                  <a:lnTo>
                    <a:pt x="3349438" y="472345"/>
                  </a:lnTo>
                  <a:lnTo>
                    <a:pt x="3338309" y="477043"/>
                  </a:lnTo>
                  <a:lnTo>
                    <a:pt x="3336048" y="477997"/>
                  </a:lnTo>
                  <a:lnTo>
                    <a:pt x="3332222" y="479612"/>
                  </a:lnTo>
                  <a:lnTo>
                    <a:pt x="3330831" y="480199"/>
                  </a:lnTo>
                  <a:lnTo>
                    <a:pt x="3329440" y="480787"/>
                  </a:lnTo>
                  <a:lnTo>
                    <a:pt x="3328918" y="481007"/>
                  </a:lnTo>
                  <a:lnTo>
                    <a:pt x="3326658" y="481961"/>
                  </a:lnTo>
                  <a:lnTo>
                    <a:pt x="3322484" y="483724"/>
                  </a:lnTo>
                  <a:lnTo>
                    <a:pt x="3320745" y="484458"/>
                  </a:lnTo>
                  <a:lnTo>
                    <a:pt x="3318832" y="485266"/>
                  </a:lnTo>
                  <a:lnTo>
                    <a:pt x="3316224" y="486367"/>
                  </a:lnTo>
                  <a:lnTo>
                    <a:pt x="3315876" y="486514"/>
                  </a:lnTo>
                  <a:lnTo>
                    <a:pt x="3315528" y="486661"/>
                  </a:lnTo>
                  <a:lnTo>
                    <a:pt x="3313615" y="487469"/>
                  </a:lnTo>
                  <a:lnTo>
                    <a:pt x="3308398" y="489672"/>
                  </a:lnTo>
                  <a:lnTo>
                    <a:pt x="3308051" y="489819"/>
                  </a:lnTo>
                  <a:lnTo>
                    <a:pt x="3306486" y="490480"/>
                  </a:lnTo>
                  <a:lnTo>
                    <a:pt x="3306312" y="490553"/>
                  </a:lnTo>
                  <a:lnTo>
                    <a:pt x="3304920" y="491141"/>
                  </a:lnTo>
                  <a:lnTo>
                    <a:pt x="3304399" y="491361"/>
                  </a:lnTo>
                  <a:lnTo>
                    <a:pt x="3304051" y="491508"/>
                  </a:lnTo>
                  <a:lnTo>
                    <a:pt x="3302312" y="492242"/>
                  </a:lnTo>
                  <a:lnTo>
                    <a:pt x="3300747" y="492904"/>
                  </a:lnTo>
                  <a:lnTo>
                    <a:pt x="3299704" y="493344"/>
                  </a:lnTo>
                  <a:lnTo>
                    <a:pt x="3297617" y="494226"/>
                  </a:lnTo>
                  <a:lnTo>
                    <a:pt x="3297095" y="494446"/>
                  </a:lnTo>
                  <a:lnTo>
                    <a:pt x="3296921" y="494519"/>
                  </a:lnTo>
                  <a:lnTo>
                    <a:pt x="3293269" y="496062"/>
                  </a:lnTo>
                  <a:lnTo>
                    <a:pt x="3287879" y="498339"/>
                  </a:lnTo>
                  <a:lnTo>
                    <a:pt x="3287705" y="498413"/>
                  </a:lnTo>
                  <a:lnTo>
                    <a:pt x="3286140" y="499074"/>
                  </a:lnTo>
                  <a:lnTo>
                    <a:pt x="3285966" y="499148"/>
                  </a:lnTo>
                  <a:lnTo>
                    <a:pt x="3284053" y="499956"/>
                  </a:lnTo>
                  <a:lnTo>
                    <a:pt x="3282140" y="500764"/>
                  </a:lnTo>
                  <a:lnTo>
                    <a:pt x="3278488" y="502307"/>
                  </a:lnTo>
                  <a:lnTo>
                    <a:pt x="3276575" y="503115"/>
                  </a:lnTo>
                  <a:lnTo>
                    <a:pt x="3276227" y="503262"/>
                  </a:lnTo>
                  <a:lnTo>
                    <a:pt x="3274488" y="503997"/>
                  </a:lnTo>
                  <a:lnTo>
                    <a:pt x="3271010" y="505467"/>
                  </a:lnTo>
                  <a:lnTo>
                    <a:pt x="3270837" y="505540"/>
                  </a:lnTo>
                  <a:lnTo>
                    <a:pt x="3267359" y="507010"/>
                  </a:lnTo>
                  <a:lnTo>
                    <a:pt x="3266837" y="507230"/>
                  </a:lnTo>
                  <a:lnTo>
                    <a:pt x="3263881" y="508480"/>
                  </a:lnTo>
                  <a:lnTo>
                    <a:pt x="3262142" y="509215"/>
                  </a:lnTo>
                  <a:lnTo>
                    <a:pt x="3260055" y="510097"/>
                  </a:lnTo>
                  <a:lnTo>
                    <a:pt x="3259533" y="510317"/>
                  </a:lnTo>
                  <a:lnTo>
                    <a:pt x="3258142" y="510905"/>
                  </a:lnTo>
                  <a:lnTo>
                    <a:pt x="3254142" y="512596"/>
                  </a:lnTo>
                  <a:lnTo>
                    <a:pt x="3252925" y="513110"/>
                  </a:lnTo>
                  <a:lnTo>
                    <a:pt x="3252577" y="513257"/>
                  </a:lnTo>
                  <a:lnTo>
                    <a:pt x="3252230" y="513404"/>
                  </a:lnTo>
                  <a:lnTo>
                    <a:pt x="3249273" y="514654"/>
                  </a:lnTo>
                  <a:lnTo>
                    <a:pt x="3247708" y="515316"/>
                  </a:lnTo>
                  <a:lnTo>
                    <a:pt x="3243535" y="517080"/>
                  </a:lnTo>
                  <a:lnTo>
                    <a:pt x="3242839" y="517374"/>
                  </a:lnTo>
                  <a:lnTo>
                    <a:pt x="3240578" y="518330"/>
                  </a:lnTo>
                  <a:lnTo>
                    <a:pt x="3234666" y="520830"/>
                  </a:lnTo>
                  <a:lnTo>
                    <a:pt x="3231188" y="522300"/>
                  </a:lnTo>
                  <a:lnTo>
                    <a:pt x="3226667" y="524212"/>
                  </a:lnTo>
                  <a:lnTo>
                    <a:pt x="3223015" y="525757"/>
                  </a:lnTo>
                  <a:lnTo>
                    <a:pt x="3219711" y="527154"/>
                  </a:lnTo>
                  <a:lnTo>
                    <a:pt x="3219537" y="527228"/>
                  </a:lnTo>
                  <a:lnTo>
                    <a:pt x="3217450" y="528110"/>
                  </a:lnTo>
                  <a:lnTo>
                    <a:pt x="3211190" y="530758"/>
                  </a:lnTo>
                  <a:lnTo>
                    <a:pt x="3202669" y="534363"/>
                  </a:lnTo>
                  <a:lnTo>
                    <a:pt x="3200756" y="535172"/>
                  </a:lnTo>
                  <a:lnTo>
                    <a:pt x="3199886" y="535540"/>
                  </a:lnTo>
                  <a:lnTo>
                    <a:pt x="3196235" y="537085"/>
                  </a:lnTo>
                  <a:lnTo>
                    <a:pt x="3193452" y="538262"/>
                  </a:lnTo>
                  <a:lnTo>
                    <a:pt x="3192409" y="538704"/>
                  </a:lnTo>
                  <a:lnTo>
                    <a:pt x="3187888" y="540617"/>
                  </a:lnTo>
                  <a:lnTo>
                    <a:pt x="3184410" y="542089"/>
                  </a:lnTo>
                  <a:lnTo>
                    <a:pt x="3183888" y="542310"/>
                  </a:lnTo>
                  <a:lnTo>
                    <a:pt x="3179367" y="544223"/>
                  </a:lnTo>
                  <a:lnTo>
                    <a:pt x="3175541" y="545842"/>
                  </a:lnTo>
                  <a:lnTo>
                    <a:pt x="3164411" y="550553"/>
                  </a:lnTo>
                  <a:lnTo>
                    <a:pt x="3162151" y="551510"/>
                  </a:lnTo>
                  <a:lnTo>
                    <a:pt x="3158325" y="553130"/>
                  </a:lnTo>
                  <a:lnTo>
                    <a:pt x="3156934" y="553719"/>
                  </a:lnTo>
                  <a:lnTo>
                    <a:pt x="3155543" y="554308"/>
                  </a:lnTo>
                  <a:lnTo>
                    <a:pt x="3155021" y="554529"/>
                  </a:lnTo>
                  <a:lnTo>
                    <a:pt x="3152760" y="555486"/>
                  </a:lnTo>
                  <a:lnTo>
                    <a:pt x="3148587" y="557254"/>
                  </a:lnTo>
                  <a:lnTo>
                    <a:pt x="3146848" y="557990"/>
                  </a:lnTo>
                  <a:lnTo>
                    <a:pt x="3144935" y="558800"/>
                  </a:lnTo>
                  <a:lnTo>
                    <a:pt x="3142326" y="559905"/>
                  </a:lnTo>
                  <a:lnTo>
                    <a:pt x="3141979" y="560052"/>
                  </a:lnTo>
                  <a:lnTo>
                    <a:pt x="3141631" y="560199"/>
                  </a:lnTo>
                  <a:lnTo>
                    <a:pt x="3139718" y="561009"/>
                  </a:lnTo>
                  <a:lnTo>
                    <a:pt x="3134501" y="563219"/>
                  </a:lnTo>
                  <a:lnTo>
                    <a:pt x="3134153" y="563366"/>
                  </a:lnTo>
                  <a:lnTo>
                    <a:pt x="3132588" y="564029"/>
                  </a:lnTo>
                  <a:lnTo>
                    <a:pt x="3132414" y="564103"/>
                  </a:lnTo>
                  <a:lnTo>
                    <a:pt x="3131023" y="564692"/>
                  </a:lnTo>
                  <a:lnTo>
                    <a:pt x="3130501" y="564913"/>
                  </a:lnTo>
                  <a:lnTo>
                    <a:pt x="3130154" y="565061"/>
                  </a:lnTo>
                  <a:lnTo>
                    <a:pt x="3128415" y="565797"/>
                  </a:lnTo>
                  <a:lnTo>
                    <a:pt x="3126849" y="566460"/>
                  </a:lnTo>
                  <a:lnTo>
                    <a:pt x="3125806" y="566902"/>
                  </a:lnTo>
                  <a:lnTo>
                    <a:pt x="3123719" y="567786"/>
                  </a:lnTo>
                  <a:lnTo>
                    <a:pt x="3123198" y="568007"/>
                  </a:lnTo>
                  <a:lnTo>
                    <a:pt x="3123024" y="568081"/>
                  </a:lnTo>
                  <a:lnTo>
                    <a:pt x="3119372" y="569628"/>
                  </a:lnTo>
                  <a:lnTo>
                    <a:pt x="3113981" y="571912"/>
                  </a:lnTo>
                  <a:lnTo>
                    <a:pt x="3113807" y="571986"/>
                  </a:lnTo>
                  <a:lnTo>
                    <a:pt x="3112242" y="572649"/>
                  </a:lnTo>
                  <a:lnTo>
                    <a:pt x="3112068" y="572723"/>
                  </a:lnTo>
                  <a:lnTo>
                    <a:pt x="3110155" y="573533"/>
                  </a:lnTo>
                  <a:lnTo>
                    <a:pt x="3108242" y="574344"/>
                  </a:lnTo>
                  <a:lnTo>
                    <a:pt x="3104591" y="575892"/>
                  </a:lnTo>
                  <a:lnTo>
                    <a:pt x="3102678" y="576702"/>
                  </a:lnTo>
                  <a:lnTo>
                    <a:pt x="3102330" y="576850"/>
                  </a:lnTo>
                  <a:lnTo>
                    <a:pt x="3100591" y="577587"/>
                  </a:lnTo>
                  <a:lnTo>
                    <a:pt x="3097113" y="579061"/>
                  </a:lnTo>
                  <a:lnTo>
                    <a:pt x="3096939" y="579135"/>
                  </a:lnTo>
                  <a:lnTo>
                    <a:pt x="3093461" y="580609"/>
                  </a:lnTo>
                  <a:lnTo>
                    <a:pt x="3092939" y="580830"/>
                  </a:lnTo>
                  <a:lnTo>
                    <a:pt x="3089983" y="582083"/>
                  </a:lnTo>
                  <a:lnTo>
                    <a:pt x="3088244" y="582820"/>
                  </a:lnTo>
                  <a:lnTo>
                    <a:pt x="3086157" y="583705"/>
                  </a:lnTo>
                  <a:lnTo>
                    <a:pt x="3085636" y="583926"/>
                  </a:lnTo>
                  <a:lnTo>
                    <a:pt x="3084245" y="584516"/>
                  </a:lnTo>
                  <a:lnTo>
                    <a:pt x="3080245" y="586212"/>
                  </a:lnTo>
                  <a:lnTo>
                    <a:pt x="3079028" y="586728"/>
                  </a:lnTo>
                  <a:lnTo>
                    <a:pt x="3078680" y="586875"/>
                  </a:lnTo>
                  <a:lnTo>
                    <a:pt x="3078332" y="587023"/>
                  </a:lnTo>
                  <a:lnTo>
                    <a:pt x="3075376" y="588276"/>
                  </a:lnTo>
                  <a:lnTo>
                    <a:pt x="3073811" y="588940"/>
                  </a:lnTo>
                  <a:lnTo>
                    <a:pt x="3069637" y="590710"/>
                  </a:lnTo>
                  <a:lnTo>
                    <a:pt x="3068942" y="591005"/>
                  </a:lnTo>
                  <a:lnTo>
                    <a:pt x="3066681" y="591964"/>
                  </a:lnTo>
                  <a:lnTo>
                    <a:pt x="3060768" y="594471"/>
                  </a:lnTo>
                  <a:lnTo>
                    <a:pt x="3057291" y="595946"/>
                  </a:lnTo>
                  <a:lnTo>
                    <a:pt x="3052769" y="597864"/>
                  </a:lnTo>
                  <a:lnTo>
                    <a:pt x="3049117" y="599414"/>
                  </a:lnTo>
                  <a:lnTo>
                    <a:pt x="3045813" y="600815"/>
                  </a:lnTo>
                  <a:lnTo>
                    <a:pt x="3045639" y="600889"/>
                  </a:lnTo>
                  <a:lnTo>
                    <a:pt x="3043553" y="601775"/>
                  </a:lnTo>
                  <a:lnTo>
                    <a:pt x="3037292" y="604431"/>
                  </a:lnTo>
                  <a:lnTo>
                    <a:pt x="3028771" y="608047"/>
                  </a:lnTo>
                  <a:lnTo>
                    <a:pt x="3026858" y="608859"/>
                  </a:lnTo>
                  <a:lnTo>
                    <a:pt x="3025989" y="609228"/>
                  </a:lnTo>
                  <a:lnTo>
                    <a:pt x="3022337" y="610778"/>
                  </a:lnTo>
                  <a:lnTo>
                    <a:pt x="3019555" y="611959"/>
                  </a:lnTo>
                  <a:lnTo>
                    <a:pt x="3013990" y="614322"/>
                  </a:lnTo>
                  <a:lnTo>
                    <a:pt x="3010512" y="615798"/>
                  </a:lnTo>
                  <a:lnTo>
                    <a:pt x="3009990" y="616020"/>
                  </a:lnTo>
                  <a:lnTo>
                    <a:pt x="3005469" y="617940"/>
                  </a:lnTo>
                  <a:lnTo>
                    <a:pt x="3001643" y="619564"/>
                  </a:lnTo>
                  <a:lnTo>
                    <a:pt x="2990514" y="624291"/>
                  </a:lnTo>
                  <a:lnTo>
                    <a:pt x="2988253" y="625251"/>
                  </a:lnTo>
                  <a:lnTo>
                    <a:pt x="2984427" y="626876"/>
                  </a:lnTo>
                  <a:lnTo>
                    <a:pt x="2983036" y="627467"/>
                  </a:lnTo>
                  <a:lnTo>
                    <a:pt x="2981645" y="628058"/>
                  </a:lnTo>
                  <a:lnTo>
                    <a:pt x="2981123" y="628280"/>
                  </a:lnTo>
                  <a:lnTo>
                    <a:pt x="2978863" y="629240"/>
                  </a:lnTo>
                  <a:lnTo>
                    <a:pt x="2974689" y="631014"/>
                  </a:lnTo>
                  <a:lnTo>
                    <a:pt x="2972950" y="631753"/>
                  </a:lnTo>
                  <a:lnTo>
                    <a:pt x="2971037" y="632565"/>
                  </a:lnTo>
                  <a:lnTo>
                    <a:pt x="2968429" y="633674"/>
                  </a:lnTo>
                  <a:lnTo>
                    <a:pt x="2968081" y="633822"/>
                  </a:lnTo>
                  <a:lnTo>
                    <a:pt x="2967733" y="633969"/>
                  </a:lnTo>
                  <a:lnTo>
                    <a:pt x="2965820" y="634782"/>
                  </a:lnTo>
                  <a:lnTo>
                    <a:pt x="2960604" y="636999"/>
                  </a:lnTo>
                  <a:lnTo>
                    <a:pt x="2960256" y="637147"/>
                  </a:lnTo>
                  <a:lnTo>
                    <a:pt x="2958691" y="637812"/>
                  </a:lnTo>
                  <a:lnTo>
                    <a:pt x="2958517" y="637886"/>
                  </a:lnTo>
                  <a:lnTo>
                    <a:pt x="2957126" y="638478"/>
                  </a:lnTo>
                  <a:lnTo>
                    <a:pt x="2956604" y="638699"/>
                  </a:lnTo>
                  <a:lnTo>
                    <a:pt x="2956256" y="638847"/>
                  </a:lnTo>
                  <a:lnTo>
                    <a:pt x="2954517" y="639586"/>
                  </a:lnTo>
                  <a:lnTo>
                    <a:pt x="2952952" y="640252"/>
                  </a:lnTo>
                  <a:lnTo>
                    <a:pt x="2951909" y="640695"/>
                  </a:lnTo>
                  <a:lnTo>
                    <a:pt x="2949822" y="641582"/>
                  </a:lnTo>
                  <a:lnTo>
                    <a:pt x="2949300" y="641804"/>
                  </a:lnTo>
                  <a:lnTo>
                    <a:pt x="2949126" y="641878"/>
                  </a:lnTo>
                  <a:lnTo>
                    <a:pt x="2945474" y="643431"/>
                  </a:lnTo>
                  <a:lnTo>
                    <a:pt x="2940084" y="645723"/>
                  </a:lnTo>
                  <a:lnTo>
                    <a:pt x="2938345" y="646462"/>
                  </a:lnTo>
                  <a:lnTo>
                    <a:pt x="2938171" y="646536"/>
                  </a:lnTo>
                  <a:lnTo>
                    <a:pt x="2936258" y="647350"/>
                  </a:lnTo>
                  <a:lnTo>
                    <a:pt x="2934345" y="648163"/>
                  </a:lnTo>
                  <a:lnTo>
                    <a:pt x="2930693" y="649716"/>
                  </a:lnTo>
                  <a:lnTo>
                    <a:pt x="2928780" y="650530"/>
                  </a:lnTo>
                  <a:lnTo>
                    <a:pt x="2928433" y="650678"/>
                  </a:lnTo>
                  <a:lnTo>
                    <a:pt x="2926694" y="651417"/>
                  </a:lnTo>
                  <a:lnTo>
                    <a:pt x="2923216" y="652896"/>
                  </a:lnTo>
                  <a:lnTo>
                    <a:pt x="2923042" y="652970"/>
                  </a:lnTo>
                  <a:lnTo>
                    <a:pt x="2919564" y="654450"/>
                  </a:lnTo>
                  <a:lnTo>
                    <a:pt x="2919042" y="654672"/>
                  </a:lnTo>
                  <a:lnTo>
                    <a:pt x="2916086" y="655929"/>
                  </a:lnTo>
                  <a:lnTo>
                    <a:pt x="2914347" y="656669"/>
                  </a:lnTo>
                  <a:lnTo>
                    <a:pt x="2912260" y="657557"/>
                  </a:lnTo>
                  <a:lnTo>
                    <a:pt x="2911738" y="657779"/>
                  </a:lnTo>
                  <a:lnTo>
                    <a:pt x="2910347" y="658371"/>
                  </a:lnTo>
                  <a:lnTo>
                    <a:pt x="2906348" y="660073"/>
                  </a:lnTo>
                  <a:lnTo>
                    <a:pt x="2905130" y="660591"/>
                  </a:lnTo>
                  <a:lnTo>
                    <a:pt x="2904782" y="660739"/>
                  </a:lnTo>
                  <a:lnTo>
                    <a:pt x="2904435" y="660887"/>
                  </a:lnTo>
                  <a:lnTo>
                    <a:pt x="2901478" y="662145"/>
                  </a:lnTo>
                  <a:lnTo>
                    <a:pt x="2899913" y="662811"/>
                  </a:lnTo>
                  <a:lnTo>
                    <a:pt x="2895740" y="664587"/>
                  </a:lnTo>
                  <a:lnTo>
                    <a:pt x="2895044" y="664883"/>
                  </a:lnTo>
                  <a:lnTo>
                    <a:pt x="2892784" y="665846"/>
                  </a:lnTo>
                  <a:lnTo>
                    <a:pt x="2886871" y="668362"/>
                  </a:lnTo>
                  <a:lnTo>
                    <a:pt x="2883393" y="669843"/>
                  </a:lnTo>
                  <a:lnTo>
                    <a:pt x="2878872" y="671768"/>
                  </a:lnTo>
                  <a:lnTo>
                    <a:pt x="2875220" y="673323"/>
                  </a:lnTo>
                  <a:lnTo>
                    <a:pt x="2871916" y="674730"/>
                  </a:lnTo>
                  <a:lnTo>
                    <a:pt x="2871742" y="674804"/>
                  </a:lnTo>
                  <a:lnTo>
                    <a:pt x="2869655" y="675693"/>
                  </a:lnTo>
                  <a:lnTo>
                    <a:pt x="2863395" y="678359"/>
                  </a:lnTo>
                  <a:lnTo>
                    <a:pt x="2854874" y="681989"/>
                  </a:lnTo>
                  <a:lnTo>
                    <a:pt x="2852961" y="682804"/>
                  </a:lnTo>
                  <a:lnTo>
                    <a:pt x="2852092" y="683174"/>
                  </a:lnTo>
                  <a:lnTo>
                    <a:pt x="2848440" y="684730"/>
                  </a:lnTo>
                  <a:lnTo>
                    <a:pt x="2845657" y="685916"/>
                  </a:lnTo>
                  <a:lnTo>
                    <a:pt x="2844614" y="686360"/>
                  </a:lnTo>
                  <a:lnTo>
                    <a:pt x="2840093" y="688287"/>
                  </a:lnTo>
                  <a:lnTo>
                    <a:pt x="2836615" y="689769"/>
                  </a:lnTo>
                  <a:lnTo>
                    <a:pt x="2836093" y="689992"/>
                  </a:lnTo>
                  <a:lnTo>
                    <a:pt x="2831572" y="691919"/>
                  </a:lnTo>
                  <a:lnTo>
                    <a:pt x="2827746" y="693550"/>
                  </a:lnTo>
                  <a:lnTo>
                    <a:pt x="2816616" y="698295"/>
                  </a:lnTo>
                  <a:lnTo>
                    <a:pt x="2814356" y="699259"/>
                  </a:lnTo>
                  <a:lnTo>
                    <a:pt x="2810530" y="700890"/>
                  </a:lnTo>
                  <a:lnTo>
                    <a:pt x="2809139" y="701484"/>
                  </a:lnTo>
                  <a:lnTo>
                    <a:pt x="2807748" y="702077"/>
                  </a:lnTo>
                  <a:lnTo>
                    <a:pt x="2807226" y="702299"/>
                  </a:lnTo>
                  <a:lnTo>
                    <a:pt x="2804965" y="703264"/>
                  </a:lnTo>
                  <a:lnTo>
                    <a:pt x="2800792" y="705044"/>
                  </a:lnTo>
                  <a:lnTo>
                    <a:pt x="2799053" y="705786"/>
                  </a:lnTo>
                  <a:lnTo>
                    <a:pt x="2797140" y="706602"/>
                  </a:lnTo>
                  <a:lnTo>
                    <a:pt x="2794531" y="707715"/>
                  </a:lnTo>
                  <a:lnTo>
                    <a:pt x="2794184" y="707863"/>
                  </a:lnTo>
                  <a:lnTo>
                    <a:pt x="2793836" y="708011"/>
                  </a:lnTo>
                  <a:lnTo>
                    <a:pt x="2791923" y="708827"/>
                  </a:lnTo>
                  <a:lnTo>
                    <a:pt x="2786706" y="711054"/>
                  </a:lnTo>
                  <a:lnTo>
                    <a:pt x="2786358" y="711202"/>
                  </a:lnTo>
                  <a:lnTo>
                    <a:pt x="2784793" y="711870"/>
                  </a:lnTo>
                  <a:lnTo>
                    <a:pt x="2784619" y="711944"/>
                  </a:lnTo>
                  <a:lnTo>
                    <a:pt x="2783228" y="712538"/>
                  </a:lnTo>
                  <a:lnTo>
                    <a:pt x="2782706" y="712760"/>
                  </a:lnTo>
                  <a:lnTo>
                    <a:pt x="2782359" y="712909"/>
                  </a:lnTo>
                  <a:lnTo>
                    <a:pt x="2780620" y="713651"/>
                  </a:lnTo>
                  <a:lnTo>
                    <a:pt x="2778011" y="714764"/>
                  </a:lnTo>
                  <a:lnTo>
                    <a:pt x="2775924" y="715655"/>
                  </a:lnTo>
                  <a:lnTo>
                    <a:pt x="2775403" y="715878"/>
                  </a:lnTo>
                  <a:lnTo>
                    <a:pt x="2775229" y="715952"/>
                  </a:lnTo>
                  <a:lnTo>
                    <a:pt x="2771577" y="717511"/>
                  </a:lnTo>
                  <a:lnTo>
                    <a:pt x="2766186" y="719812"/>
                  </a:lnTo>
                  <a:lnTo>
                    <a:pt x="2766012" y="719886"/>
                  </a:lnTo>
                  <a:lnTo>
                    <a:pt x="2764447" y="720554"/>
                  </a:lnTo>
                  <a:lnTo>
                    <a:pt x="2764273" y="720629"/>
                  </a:lnTo>
                  <a:lnTo>
                    <a:pt x="2762360" y="721445"/>
                  </a:lnTo>
                  <a:lnTo>
                    <a:pt x="2760448" y="722262"/>
                  </a:lnTo>
                  <a:lnTo>
                    <a:pt x="2756796" y="723822"/>
                  </a:lnTo>
                  <a:lnTo>
                    <a:pt x="2754883" y="724639"/>
                  </a:lnTo>
                  <a:lnTo>
                    <a:pt x="2754535" y="724787"/>
                  </a:lnTo>
                  <a:lnTo>
                    <a:pt x="2752796" y="725530"/>
                  </a:lnTo>
                  <a:lnTo>
                    <a:pt x="2749318" y="727015"/>
                  </a:lnTo>
                  <a:lnTo>
                    <a:pt x="2749144" y="727089"/>
                  </a:lnTo>
                  <a:lnTo>
                    <a:pt x="2745666" y="728575"/>
                  </a:lnTo>
                  <a:lnTo>
                    <a:pt x="2745145" y="728798"/>
                  </a:lnTo>
                  <a:lnTo>
                    <a:pt x="2742188" y="730061"/>
                  </a:lnTo>
                  <a:lnTo>
                    <a:pt x="2740449" y="730804"/>
                  </a:lnTo>
                  <a:lnTo>
                    <a:pt x="2738363" y="731695"/>
                  </a:lnTo>
                  <a:lnTo>
                    <a:pt x="2737841" y="731918"/>
                  </a:lnTo>
                  <a:lnTo>
                    <a:pt x="2736450" y="732512"/>
                  </a:lnTo>
                  <a:lnTo>
                    <a:pt x="2732450" y="734221"/>
                  </a:lnTo>
                  <a:lnTo>
                    <a:pt x="2731233" y="734742"/>
                  </a:lnTo>
                  <a:lnTo>
                    <a:pt x="2730885" y="734890"/>
                  </a:lnTo>
                  <a:lnTo>
                    <a:pt x="2730537" y="735039"/>
                  </a:lnTo>
                  <a:lnTo>
                    <a:pt x="2727581" y="736302"/>
                  </a:lnTo>
                  <a:lnTo>
                    <a:pt x="2726016" y="736971"/>
                  </a:lnTo>
                  <a:lnTo>
                    <a:pt x="2721842" y="738755"/>
                  </a:lnTo>
                  <a:lnTo>
                    <a:pt x="2721147" y="739052"/>
                  </a:lnTo>
                  <a:lnTo>
                    <a:pt x="2718886" y="740018"/>
                  </a:lnTo>
                  <a:lnTo>
                    <a:pt x="2712974" y="742546"/>
                  </a:lnTo>
                  <a:lnTo>
                    <a:pt x="2709496" y="744033"/>
                  </a:lnTo>
                  <a:lnTo>
                    <a:pt x="2704974" y="745966"/>
                  </a:lnTo>
                  <a:lnTo>
                    <a:pt x="2701322" y="747528"/>
                  </a:lnTo>
                  <a:lnTo>
                    <a:pt x="2698018" y="748941"/>
                  </a:lnTo>
                  <a:lnTo>
                    <a:pt x="2697844" y="749015"/>
                  </a:lnTo>
                  <a:lnTo>
                    <a:pt x="2695758" y="749908"/>
                  </a:lnTo>
                  <a:lnTo>
                    <a:pt x="2689497" y="752586"/>
                  </a:lnTo>
                  <a:lnTo>
                    <a:pt x="2680976" y="756231"/>
                  </a:lnTo>
                  <a:lnTo>
                    <a:pt x="2679064" y="757050"/>
                  </a:lnTo>
                  <a:lnTo>
                    <a:pt x="2678194" y="757422"/>
                  </a:lnTo>
                  <a:lnTo>
                    <a:pt x="2674542" y="758985"/>
                  </a:lnTo>
                  <a:lnTo>
                    <a:pt x="2671760" y="760175"/>
                  </a:lnTo>
                  <a:lnTo>
                    <a:pt x="2670716" y="760622"/>
                  </a:lnTo>
                  <a:lnTo>
                    <a:pt x="2666195" y="762557"/>
                  </a:lnTo>
                  <a:lnTo>
                    <a:pt x="2662717" y="764046"/>
                  </a:lnTo>
                  <a:lnTo>
                    <a:pt x="2662196" y="764269"/>
                  </a:lnTo>
                  <a:lnTo>
                    <a:pt x="2657674" y="766205"/>
                  </a:lnTo>
                  <a:lnTo>
                    <a:pt x="2653848" y="767843"/>
                  </a:lnTo>
                  <a:lnTo>
                    <a:pt x="2642719" y="772610"/>
                  </a:lnTo>
                  <a:lnTo>
                    <a:pt x="2640458" y="773578"/>
                  </a:lnTo>
                  <a:lnTo>
                    <a:pt x="2636633" y="775217"/>
                  </a:lnTo>
                  <a:lnTo>
                    <a:pt x="2635241" y="775813"/>
                  </a:lnTo>
                  <a:lnTo>
                    <a:pt x="2633850" y="776409"/>
                  </a:lnTo>
                  <a:lnTo>
                    <a:pt x="2631068" y="777601"/>
                  </a:lnTo>
                  <a:lnTo>
                    <a:pt x="2626894" y="779389"/>
                  </a:lnTo>
                  <a:lnTo>
                    <a:pt x="2625155" y="780135"/>
                  </a:lnTo>
                  <a:lnTo>
                    <a:pt x="2623242" y="780954"/>
                  </a:lnTo>
                  <a:lnTo>
                    <a:pt x="2620634" y="782072"/>
                  </a:lnTo>
                  <a:lnTo>
                    <a:pt x="2620286" y="782221"/>
                  </a:lnTo>
                  <a:lnTo>
                    <a:pt x="2619938" y="782371"/>
                  </a:lnTo>
                  <a:lnTo>
                    <a:pt x="2618026" y="783190"/>
                  </a:lnTo>
                  <a:lnTo>
                    <a:pt x="2612809" y="785427"/>
                  </a:lnTo>
                  <a:lnTo>
                    <a:pt x="2612461" y="785576"/>
                  </a:lnTo>
                  <a:lnTo>
                    <a:pt x="2610896" y="786247"/>
                  </a:lnTo>
                  <a:lnTo>
                    <a:pt x="2610722" y="786321"/>
                  </a:lnTo>
                  <a:lnTo>
                    <a:pt x="2609331" y="786918"/>
                  </a:lnTo>
                  <a:lnTo>
                    <a:pt x="2608809" y="787141"/>
                  </a:lnTo>
                  <a:lnTo>
                    <a:pt x="2608461" y="787291"/>
                  </a:lnTo>
                  <a:lnTo>
                    <a:pt x="2606722" y="788036"/>
                  </a:lnTo>
                  <a:lnTo>
                    <a:pt x="2605157" y="788707"/>
                  </a:lnTo>
                  <a:lnTo>
                    <a:pt x="2604114" y="789155"/>
                  </a:lnTo>
                  <a:lnTo>
                    <a:pt x="2602027" y="790049"/>
                  </a:lnTo>
                  <a:lnTo>
                    <a:pt x="2601505" y="790273"/>
                  </a:lnTo>
                  <a:lnTo>
                    <a:pt x="2601331" y="790348"/>
                  </a:lnTo>
                  <a:lnTo>
                    <a:pt x="2597680" y="791914"/>
                  </a:lnTo>
                  <a:lnTo>
                    <a:pt x="2592289" y="794226"/>
                  </a:lnTo>
                  <a:lnTo>
                    <a:pt x="2592115" y="794301"/>
                  </a:lnTo>
                  <a:lnTo>
                    <a:pt x="2590550" y="794972"/>
                  </a:lnTo>
                  <a:lnTo>
                    <a:pt x="2590376" y="795047"/>
                  </a:lnTo>
                  <a:lnTo>
                    <a:pt x="2588463" y="795867"/>
                  </a:lnTo>
                  <a:lnTo>
                    <a:pt x="2586550" y="796688"/>
                  </a:lnTo>
                  <a:lnTo>
                    <a:pt x="2582898" y="798255"/>
                  </a:lnTo>
                  <a:lnTo>
                    <a:pt x="2580985" y="799075"/>
                  </a:lnTo>
                  <a:lnTo>
                    <a:pt x="2580638" y="799225"/>
                  </a:lnTo>
                  <a:lnTo>
                    <a:pt x="2578899" y="799971"/>
                  </a:lnTo>
                  <a:lnTo>
                    <a:pt x="2575421" y="801463"/>
                  </a:lnTo>
                  <a:lnTo>
                    <a:pt x="2575247" y="801538"/>
                  </a:lnTo>
                  <a:lnTo>
                    <a:pt x="2571769" y="803031"/>
                  </a:lnTo>
                  <a:lnTo>
                    <a:pt x="2571247" y="803255"/>
                  </a:lnTo>
                  <a:lnTo>
                    <a:pt x="2568291" y="804523"/>
                  </a:lnTo>
                  <a:lnTo>
                    <a:pt x="2566552" y="805270"/>
                  </a:lnTo>
                  <a:lnTo>
                    <a:pt x="2564465" y="806166"/>
                  </a:lnTo>
                  <a:lnTo>
                    <a:pt x="2563943" y="806390"/>
                  </a:lnTo>
                  <a:lnTo>
                    <a:pt x="2562552" y="806987"/>
                  </a:lnTo>
                  <a:lnTo>
                    <a:pt x="2558553" y="808704"/>
                  </a:lnTo>
                  <a:lnTo>
                    <a:pt x="2557335" y="809227"/>
                  </a:lnTo>
                  <a:lnTo>
                    <a:pt x="2556988" y="809376"/>
                  </a:lnTo>
                  <a:lnTo>
                    <a:pt x="2556640" y="809526"/>
                  </a:lnTo>
                  <a:lnTo>
                    <a:pt x="2553684" y="810795"/>
                  </a:lnTo>
                  <a:lnTo>
                    <a:pt x="2552118" y="811467"/>
                  </a:lnTo>
                  <a:lnTo>
                    <a:pt x="2547945" y="813260"/>
                  </a:lnTo>
                  <a:lnTo>
                    <a:pt x="2547249" y="813558"/>
                  </a:lnTo>
                  <a:lnTo>
                    <a:pt x="2544989" y="814529"/>
                  </a:lnTo>
                  <a:lnTo>
                    <a:pt x="2539076" y="817069"/>
                  </a:lnTo>
                  <a:lnTo>
                    <a:pt x="2535598" y="818564"/>
                  </a:lnTo>
                  <a:lnTo>
                    <a:pt x="2531077" y="820506"/>
                  </a:lnTo>
                  <a:lnTo>
                    <a:pt x="2527425" y="822076"/>
                  </a:lnTo>
                  <a:lnTo>
                    <a:pt x="2524121" y="823496"/>
                  </a:lnTo>
                  <a:lnTo>
                    <a:pt x="2523947" y="823570"/>
                  </a:lnTo>
                  <a:lnTo>
                    <a:pt x="2521860" y="824467"/>
                  </a:lnTo>
                  <a:lnTo>
                    <a:pt x="2515600" y="827159"/>
                  </a:lnTo>
                  <a:lnTo>
                    <a:pt x="2507079" y="830822"/>
                  </a:lnTo>
                  <a:lnTo>
                    <a:pt x="2505166" y="831645"/>
                  </a:lnTo>
                  <a:lnTo>
                    <a:pt x="2504297" y="832019"/>
                  </a:lnTo>
                  <a:lnTo>
                    <a:pt x="2500645" y="833590"/>
                  </a:lnTo>
                  <a:lnTo>
                    <a:pt x="2497862" y="834787"/>
                  </a:lnTo>
                  <a:lnTo>
                    <a:pt x="2496819" y="835235"/>
                  </a:lnTo>
                  <a:lnTo>
                    <a:pt x="2492298" y="837180"/>
                  </a:lnTo>
                  <a:lnTo>
                    <a:pt x="2488820" y="838677"/>
                  </a:lnTo>
                  <a:lnTo>
                    <a:pt x="2488298" y="838901"/>
                  </a:lnTo>
                  <a:lnTo>
                    <a:pt x="2483777" y="840847"/>
                  </a:lnTo>
                  <a:lnTo>
                    <a:pt x="2479951" y="842493"/>
                  </a:lnTo>
                  <a:lnTo>
                    <a:pt x="2468822" y="847284"/>
                  </a:lnTo>
                  <a:lnTo>
                    <a:pt x="2466561" y="848258"/>
                  </a:lnTo>
                  <a:lnTo>
                    <a:pt x="2462735" y="849905"/>
                  </a:lnTo>
                  <a:lnTo>
                    <a:pt x="2461344" y="850504"/>
                  </a:lnTo>
                  <a:lnTo>
                    <a:pt x="2459953" y="851103"/>
                  </a:lnTo>
                  <a:lnTo>
                    <a:pt x="2459431" y="851328"/>
                  </a:lnTo>
                  <a:lnTo>
                    <a:pt x="2457170" y="852302"/>
                  </a:lnTo>
                  <a:lnTo>
                    <a:pt x="2452997" y="854099"/>
                  </a:lnTo>
                  <a:lnTo>
                    <a:pt x="2451258" y="854848"/>
                  </a:lnTo>
                  <a:lnTo>
                    <a:pt x="2449345" y="855673"/>
                  </a:lnTo>
                  <a:lnTo>
                    <a:pt x="2446737" y="856796"/>
                  </a:lnTo>
                  <a:lnTo>
                    <a:pt x="2446389" y="856946"/>
                  </a:lnTo>
                  <a:lnTo>
                    <a:pt x="2446041" y="857096"/>
                  </a:lnTo>
                  <a:lnTo>
                    <a:pt x="2444128" y="857920"/>
                  </a:lnTo>
                  <a:lnTo>
                    <a:pt x="2438911" y="860168"/>
                  </a:lnTo>
                  <a:lnTo>
                    <a:pt x="2438563" y="860318"/>
                  </a:lnTo>
                  <a:lnTo>
                    <a:pt x="2436998" y="860993"/>
                  </a:lnTo>
                  <a:lnTo>
                    <a:pt x="2436824" y="861068"/>
                  </a:lnTo>
                  <a:lnTo>
                    <a:pt x="2435433" y="861667"/>
                  </a:lnTo>
                  <a:lnTo>
                    <a:pt x="2434912" y="861892"/>
                  </a:lnTo>
                  <a:lnTo>
                    <a:pt x="2434564" y="862042"/>
                  </a:lnTo>
                  <a:lnTo>
                    <a:pt x="2432825" y="862792"/>
                  </a:lnTo>
                  <a:lnTo>
                    <a:pt x="2431260" y="863466"/>
                  </a:lnTo>
                  <a:lnTo>
                    <a:pt x="2430216" y="863916"/>
                  </a:lnTo>
                  <a:lnTo>
                    <a:pt x="2428130" y="864816"/>
                  </a:lnTo>
                  <a:lnTo>
                    <a:pt x="2427608" y="865041"/>
                  </a:lnTo>
                  <a:lnTo>
                    <a:pt x="2427434" y="865115"/>
                  </a:lnTo>
                  <a:lnTo>
                    <a:pt x="2423782" y="866690"/>
                  </a:lnTo>
                  <a:lnTo>
                    <a:pt x="2418391" y="869015"/>
                  </a:lnTo>
                  <a:lnTo>
                    <a:pt x="2416652" y="869764"/>
                  </a:lnTo>
                  <a:lnTo>
                    <a:pt x="2416478" y="869839"/>
                  </a:lnTo>
                  <a:lnTo>
                    <a:pt x="2414566" y="870664"/>
                  </a:lnTo>
                  <a:lnTo>
                    <a:pt x="2412653" y="871489"/>
                  </a:lnTo>
                  <a:lnTo>
                    <a:pt x="2409001" y="873065"/>
                  </a:lnTo>
                  <a:lnTo>
                    <a:pt x="2407088" y="873890"/>
                  </a:lnTo>
                  <a:lnTo>
                    <a:pt x="2406740" y="874040"/>
                  </a:lnTo>
                  <a:lnTo>
                    <a:pt x="2405001" y="874790"/>
                  </a:lnTo>
                  <a:lnTo>
                    <a:pt x="2401523" y="876291"/>
                  </a:lnTo>
                  <a:lnTo>
                    <a:pt x="2401349" y="876366"/>
                  </a:lnTo>
                  <a:lnTo>
                    <a:pt x="2397871" y="877867"/>
                  </a:lnTo>
                  <a:lnTo>
                    <a:pt x="2397350" y="878092"/>
                  </a:lnTo>
                  <a:lnTo>
                    <a:pt x="2394393" y="879368"/>
                  </a:lnTo>
                  <a:lnTo>
                    <a:pt x="2392654" y="880118"/>
                  </a:lnTo>
                  <a:lnTo>
                    <a:pt x="2390568" y="881019"/>
                  </a:lnTo>
                  <a:lnTo>
                    <a:pt x="2390046" y="881244"/>
                  </a:lnTo>
                  <a:lnTo>
                    <a:pt x="2388655" y="881844"/>
                  </a:lnTo>
                  <a:lnTo>
                    <a:pt x="2384655" y="883571"/>
                  </a:lnTo>
                  <a:lnTo>
                    <a:pt x="2383438" y="884097"/>
                  </a:lnTo>
                  <a:lnTo>
                    <a:pt x="2383090" y="884247"/>
                  </a:lnTo>
                  <a:lnTo>
                    <a:pt x="2382742" y="884397"/>
                  </a:lnTo>
                  <a:lnTo>
                    <a:pt x="2379786" y="885673"/>
                  </a:lnTo>
                  <a:lnTo>
                    <a:pt x="2378221" y="886349"/>
                  </a:lnTo>
                  <a:lnTo>
                    <a:pt x="2373352" y="888452"/>
                  </a:lnTo>
                  <a:lnTo>
                    <a:pt x="2371091" y="889428"/>
                  </a:lnTo>
                  <a:lnTo>
                    <a:pt x="2365179" y="891982"/>
                  </a:lnTo>
                  <a:lnTo>
                    <a:pt x="2361701" y="893485"/>
                  </a:lnTo>
                  <a:lnTo>
                    <a:pt x="2357179" y="895439"/>
                  </a:lnTo>
                  <a:lnTo>
                    <a:pt x="2353528" y="897017"/>
                  </a:lnTo>
                  <a:lnTo>
                    <a:pt x="2350223" y="898445"/>
                  </a:lnTo>
                  <a:lnTo>
                    <a:pt x="2350050" y="898520"/>
                  </a:lnTo>
                  <a:lnTo>
                    <a:pt x="2347963" y="899422"/>
                  </a:lnTo>
                  <a:lnTo>
                    <a:pt x="2341703" y="902128"/>
                  </a:lnTo>
                  <a:lnTo>
                    <a:pt x="2333182" y="905813"/>
                  </a:lnTo>
                  <a:lnTo>
                    <a:pt x="2331269" y="906640"/>
                  </a:lnTo>
                  <a:lnTo>
                    <a:pt x="2330399" y="907016"/>
                  </a:lnTo>
                  <a:lnTo>
                    <a:pt x="2326747" y="908596"/>
                  </a:lnTo>
                  <a:lnTo>
                    <a:pt x="2323965" y="909799"/>
                  </a:lnTo>
                  <a:lnTo>
                    <a:pt x="2322922" y="910251"/>
                  </a:lnTo>
                  <a:lnTo>
                    <a:pt x="2318400" y="912207"/>
                  </a:lnTo>
                  <a:lnTo>
                    <a:pt x="2314922" y="913712"/>
                  </a:lnTo>
                  <a:lnTo>
                    <a:pt x="2314401" y="913938"/>
                  </a:lnTo>
                  <a:lnTo>
                    <a:pt x="2309879" y="915895"/>
                  </a:lnTo>
                  <a:lnTo>
                    <a:pt x="2306054" y="917551"/>
                  </a:lnTo>
                  <a:lnTo>
                    <a:pt x="2294924" y="922369"/>
                  </a:lnTo>
                  <a:lnTo>
                    <a:pt x="2292663" y="923348"/>
                  </a:lnTo>
                  <a:lnTo>
                    <a:pt x="2288838" y="925005"/>
                  </a:lnTo>
                  <a:lnTo>
                    <a:pt x="2287447" y="925608"/>
                  </a:lnTo>
                  <a:lnTo>
                    <a:pt x="2286055" y="926210"/>
                  </a:lnTo>
                  <a:lnTo>
                    <a:pt x="2285534" y="926436"/>
                  </a:lnTo>
                  <a:lnTo>
                    <a:pt x="2283273" y="927416"/>
                  </a:lnTo>
                  <a:lnTo>
                    <a:pt x="2279099" y="929224"/>
                  </a:lnTo>
                  <a:lnTo>
                    <a:pt x="2277360" y="929978"/>
                  </a:lnTo>
                  <a:lnTo>
                    <a:pt x="2275448" y="930806"/>
                  </a:lnTo>
                  <a:lnTo>
                    <a:pt x="2272839" y="931937"/>
                  </a:lnTo>
                  <a:lnTo>
                    <a:pt x="2272491" y="932088"/>
                  </a:lnTo>
                  <a:lnTo>
                    <a:pt x="2272144" y="932238"/>
                  </a:lnTo>
                  <a:lnTo>
                    <a:pt x="2270231" y="933067"/>
                  </a:lnTo>
                  <a:lnTo>
                    <a:pt x="2265014" y="935329"/>
                  </a:lnTo>
                  <a:lnTo>
                    <a:pt x="2264666" y="935480"/>
                  </a:lnTo>
                  <a:lnTo>
                    <a:pt x="2263101" y="936158"/>
                  </a:lnTo>
                  <a:lnTo>
                    <a:pt x="2262927" y="936233"/>
                  </a:lnTo>
                  <a:lnTo>
                    <a:pt x="2261536" y="936837"/>
                  </a:lnTo>
                  <a:lnTo>
                    <a:pt x="2261014" y="937063"/>
                  </a:lnTo>
                  <a:lnTo>
                    <a:pt x="2260666" y="937214"/>
                  </a:lnTo>
                  <a:lnTo>
                    <a:pt x="2258927" y="937968"/>
                  </a:lnTo>
                  <a:lnTo>
                    <a:pt x="2257362" y="938646"/>
                  </a:lnTo>
                  <a:lnTo>
                    <a:pt x="2256319" y="939099"/>
                  </a:lnTo>
                  <a:lnTo>
                    <a:pt x="2254232" y="940004"/>
                  </a:lnTo>
                  <a:lnTo>
                    <a:pt x="2253710" y="940230"/>
                  </a:lnTo>
                  <a:lnTo>
                    <a:pt x="2253537" y="940305"/>
                  </a:lnTo>
                  <a:lnTo>
                    <a:pt x="2249885" y="941889"/>
                  </a:lnTo>
                  <a:lnTo>
                    <a:pt x="2244494" y="944228"/>
                  </a:lnTo>
                  <a:lnTo>
                    <a:pt x="2244320" y="944303"/>
                  </a:lnTo>
                  <a:lnTo>
                    <a:pt x="2242755" y="944982"/>
                  </a:lnTo>
                  <a:lnTo>
                    <a:pt x="2242581" y="945058"/>
                  </a:lnTo>
                  <a:lnTo>
                    <a:pt x="2240668" y="945888"/>
                  </a:lnTo>
                  <a:lnTo>
                    <a:pt x="2238755" y="946718"/>
                  </a:lnTo>
                  <a:lnTo>
                    <a:pt x="2235103" y="948302"/>
                  </a:lnTo>
                  <a:lnTo>
                    <a:pt x="2233191" y="949132"/>
                  </a:lnTo>
                  <a:lnTo>
                    <a:pt x="2232843" y="949283"/>
                  </a:lnTo>
                  <a:lnTo>
                    <a:pt x="2231104" y="950038"/>
                  </a:lnTo>
                  <a:lnTo>
                    <a:pt x="2227626" y="951548"/>
                  </a:lnTo>
                  <a:lnTo>
                    <a:pt x="2227452" y="951623"/>
                  </a:lnTo>
                  <a:lnTo>
                    <a:pt x="2223974" y="953133"/>
                  </a:lnTo>
                  <a:lnTo>
                    <a:pt x="2223452" y="953360"/>
                  </a:lnTo>
                  <a:lnTo>
                    <a:pt x="2220496" y="954643"/>
                  </a:lnTo>
                  <a:lnTo>
                    <a:pt x="2218757" y="955398"/>
                  </a:lnTo>
                  <a:lnTo>
                    <a:pt x="2216670" y="956304"/>
                  </a:lnTo>
                  <a:lnTo>
                    <a:pt x="2216149" y="956531"/>
                  </a:lnTo>
                  <a:lnTo>
                    <a:pt x="2214757" y="957135"/>
                  </a:lnTo>
                  <a:lnTo>
                    <a:pt x="2210758" y="958872"/>
                  </a:lnTo>
                  <a:lnTo>
                    <a:pt x="2209540" y="959401"/>
                  </a:lnTo>
                  <a:lnTo>
                    <a:pt x="2209193" y="959552"/>
                  </a:lnTo>
                  <a:lnTo>
                    <a:pt x="2208845" y="959703"/>
                  </a:lnTo>
                  <a:lnTo>
                    <a:pt x="2205889" y="960987"/>
                  </a:lnTo>
                  <a:lnTo>
                    <a:pt x="2204324" y="961667"/>
                  </a:lnTo>
                  <a:lnTo>
                    <a:pt x="2200150" y="963481"/>
                  </a:lnTo>
                  <a:lnTo>
                    <a:pt x="2199454" y="963783"/>
                  </a:lnTo>
                  <a:lnTo>
                    <a:pt x="2197194" y="964765"/>
                  </a:lnTo>
                  <a:lnTo>
                    <a:pt x="2191281" y="967335"/>
                  </a:lnTo>
                  <a:lnTo>
                    <a:pt x="2187803" y="968847"/>
                  </a:lnTo>
                  <a:lnTo>
                    <a:pt x="2183282" y="970813"/>
                  </a:lnTo>
                  <a:lnTo>
                    <a:pt x="2179630" y="972401"/>
                  </a:lnTo>
                  <a:lnTo>
                    <a:pt x="2176326" y="973838"/>
                  </a:lnTo>
                  <a:lnTo>
                    <a:pt x="2176152" y="973913"/>
                  </a:lnTo>
                  <a:lnTo>
                    <a:pt x="2174065" y="974821"/>
                  </a:lnTo>
                  <a:lnTo>
                    <a:pt x="2167805" y="977544"/>
                  </a:lnTo>
                  <a:lnTo>
                    <a:pt x="2159284" y="981252"/>
                  </a:lnTo>
                  <a:lnTo>
                    <a:pt x="2157371" y="982084"/>
                  </a:lnTo>
                  <a:lnTo>
                    <a:pt x="2156502" y="982463"/>
                  </a:lnTo>
                  <a:lnTo>
                    <a:pt x="2152850" y="984052"/>
                  </a:lnTo>
                  <a:lnTo>
                    <a:pt x="2150068" y="985263"/>
                  </a:lnTo>
                  <a:lnTo>
                    <a:pt x="2149024" y="985718"/>
                  </a:lnTo>
                  <a:lnTo>
                    <a:pt x="2144503" y="987686"/>
                  </a:lnTo>
                  <a:lnTo>
                    <a:pt x="2141025" y="989201"/>
                  </a:lnTo>
                  <a:lnTo>
                    <a:pt x="2135982" y="991397"/>
                  </a:lnTo>
                  <a:lnTo>
                    <a:pt x="2132156" y="993064"/>
                  </a:lnTo>
                  <a:lnTo>
                    <a:pt x="2121027" y="997913"/>
                  </a:lnTo>
                  <a:lnTo>
                    <a:pt x="2118766" y="998898"/>
                  </a:lnTo>
                  <a:lnTo>
                    <a:pt x="2114940" y="1000566"/>
                  </a:lnTo>
                  <a:lnTo>
                    <a:pt x="2113549" y="1001172"/>
                  </a:lnTo>
                  <a:lnTo>
                    <a:pt x="2112158" y="1001779"/>
                  </a:lnTo>
                  <a:lnTo>
                    <a:pt x="2111636" y="1002006"/>
                  </a:lnTo>
                  <a:lnTo>
                    <a:pt x="2109376" y="1002992"/>
                  </a:lnTo>
                  <a:lnTo>
                    <a:pt x="2105202" y="1004812"/>
                  </a:lnTo>
                  <a:lnTo>
                    <a:pt x="2103463" y="1005570"/>
                  </a:lnTo>
                  <a:lnTo>
                    <a:pt x="2101550" y="1006404"/>
                  </a:lnTo>
                  <a:lnTo>
                    <a:pt x="2098942" y="1007542"/>
                  </a:lnTo>
                  <a:lnTo>
                    <a:pt x="2098594" y="1007694"/>
                  </a:lnTo>
                  <a:lnTo>
                    <a:pt x="2098246" y="1007846"/>
                  </a:lnTo>
                  <a:lnTo>
                    <a:pt x="2096333" y="1008680"/>
                  </a:lnTo>
                  <a:lnTo>
                    <a:pt x="2091116" y="1010956"/>
                  </a:lnTo>
                  <a:lnTo>
                    <a:pt x="2090769" y="1011108"/>
                  </a:lnTo>
                  <a:lnTo>
                    <a:pt x="2089203" y="1011791"/>
                  </a:lnTo>
                  <a:lnTo>
                    <a:pt x="2089030" y="1011866"/>
                  </a:lnTo>
                  <a:lnTo>
                    <a:pt x="2087638" y="1012474"/>
                  </a:lnTo>
                  <a:lnTo>
                    <a:pt x="2087117" y="1012701"/>
                  </a:lnTo>
                  <a:lnTo>
                    <a:pt x="2086769" y="1012853"/>
                  </a:lnTo>
                  <a:lnTo>
                    <a:pt x="2085030" y="1013612"/>
                  </a:lnTo>
                  <a:lnTo>
                    <a:pt x="2083465" y="1014295"/>
                  </a:lnTo>
                  <a:lnTo>
                    <a:pt x="2082421" y="1014750"/>
                  </a:lnTo>
                  <a:lnTo>
                    <a:pt x="2080335" y="1015661"/>
                  </a:lnTo>
                  <a:lnTo>
                    <a:pt x="2079813" y="1015889"/>
                  </a:lnTo>
                  <a:lnTo>
                    <a:pt x="2079639" y="1015965"/>
                  </a:lnTo>
                  <a:lnTo>
                    <a:pt x="2075987" y="1017559"/>
                  </a:lnTo>
                  <a:lnTo>
                    <a:pt x="2070596" y="1019913"/>
                  </a:lnTo>
                  <a:lnTo>
                    <a:pt x="2070423" y="1019989"/>
                  </a:lnTo>
                  <a:lnTo>
                    <a:pt x="2068857" y="1020672"/>
                  </a:lnTo>
                  <a:lnTo>
                    <a:pt x="2068684" y="1020748"/>
                  </a:lnTo>
                  <a:lnTo>
                    <a:pt x="2066771" y="1021583"/>
                  </a:lnTo>
                  <a:lnTo>
                    <a:pt x="2064858" y="1022419"/>
                  </a:lnTo>
                  <a:lnTo>
                    <a:pt x="2061206" y="1024014"/>
                  </a:lnTo>
                  <a:lnTo>
                    <a:pt x="2059293" y="1024850"/>
                  </a:lnTo>
                  <a:lnTo>
                    <a:pt x="2058945" y="1025001"/>
                  </a:lnTo>
                  <a:lnTo>
                    <a:pt x="2057206" y="1025761"/>
                  </a:lnTo>
                  <a:lnTo>
                    <a:pt x="2053728" y="1027281"/>
                  </a:lnTo>
                  <a:lnTo>
                    <a:pt x="2053554" y="1027357"/>
                  </a:lnTo>
                  <a:lnTo>
                    <a:pt x="2050077" y="1028877"/>
                  </a:lnTo>
                  <a:lnTo>
                    <a:pt x="2049555" y="1029105"/>
                  </a:lnTo>
                  <a:lnTo>
                    <a:pt x="2046599" y="1030397"/>
                  </a:lnTo>
                  <a:lnTo>
                    <a:pt x="2044860" y="1031157"/>
                  </a:lnTo>
                  <a:lnTo>
                    <a:pt x="2042773" y="1032069"/>
                  </a:lnTo>
                  <a:lnTo>
                    <a:pt x="2042251" y="1032297"/>
                  </a:lnTo>
                  <a:lnTo>
                    <a:pt x="2040860" y="1032905"/>
                  </a:lnTo>
                  <a:lnTo>
                    <a:pt x="2036860" y="1034654"/>
                  </a:lnTo>
                  <a:lnTo>
                    <a:pt x="2035643" y="1035186"/>
                  </a:lnTo>
                  <a:lnTo>
                    <a:pt x="2035295" y="1035338"/>
                  </a:lnTo>
                  <a:lnTo>
                    <a:pt x="2034947" y="1035490"/>
                  </a:lnTo>
                  <a:lnTo>
                    <a:pt x="2030426" y="1037467"/>
                  </a:lnTo>
                  <a:lnTo>
                    <a:pt x="2026253" y="1039293"/>
                  </a:lnTo>
                  <a:lnTo>
                    <a:pt x="2025557" y="1039597"/>
                  </a:lnTo>
                  <a:lnTo>
                    <a:pt x="2023296" y="1040586"/>
                  </a:lnTo>
                  <a:lnTo>
                    <a:pt x="2017384" y="1043173"/>
                  </a:lnTo>
                  <a:lnTo>
                    <a:pt x="2013906" y="1044695"/>
                  </a:lnTo>
                  <a:lnTo>
                    <a:pt x="2009385" y="1046674"/>
                  </a:lnTo>
                  <a:lnTo>
                    <a:pt x="2005733" y="1048272"/>
                  </a:lnTo>
                  <a:lnTo>
                    <a:pt x="2002429" y="1049719"/>
                  </a:lnTo>
                  <a:lnTo>
                    <a:pt x="2002255" y="1049795"/>
                  </a:lnTo>
                  <a:lnTo>
                    <a:pt x="2000168" y="1050709"/>
                  </a:lnTo>
                  <a:lnTo>
                    <a:pt x="1993908" y="1053450"/>
                  </a:lnTo>
                  <a:lnTo>
                    <a:pt x="1985387" y="1057183"/>
                  </a:lnTo>
                  <a:lnTo>
                    <a:pt x="1983474" y="1058021"/>
                  </a:lnTo>
                  <a:lnTo>
                    <a:pt x="1982604" y="1058402"/>
                  </a:lnTo>
                  <a:lnTo>
                    <a:pt x="1978952" y="1060002"/>
                  </a:lnTo>
                  <a:lnTo>
                    <a:pt x="1976170" y="1061222"/>
                  </a:lnTo>
                  <a:lnTo>
                    <a:pt x="1975127" y="1061679"/>
                  </a:lnTo>
                  <a:lnTo>
                    <a:pt x="1970605" y="1063661"/>
                  </a:lnTo>
                  <a:lnTo>
                    <a:pt x="1967127" y="1065186"/>
                  </a:lnTo>
                  <a:lnTo>
                    <a:pt x="1966606" y="1065414"/>
                  </a:lnTo>
                  <a:lnTo>
                    <a:pt x="1962084" y="1067397"/>
                  </a:lnTo>
                  <a:lnTo>
                    <a:pt x="1958259" y="1069075"/>
                  </a:lnTo>
                  <a:lnTo>
                    <a:pt x="1947129" y="1073957"/>
                  </a:lnTo>
                  <a:lnTo>
                    <a:pt x="1944869" y="1074949"/>
                  </a:lnTo>
                  <a:lnTo>
                    <a:pt x="1941043" y="1076628"/>
                  </a:lnTo>
                  <a:lnTo>
                    <a:pt x="1939652" y="1077239"/>
                  </a:lnTo>
                  <a:lnTo>
                    <a:pt x="1938260" y="1077850"/>
                  </a:lnTo>
                  <a:lnTo>
                    <a:pt x="1937739" y="1078079"/>
                  </a:lnTo>
                  <a:lnTo>
                    <a:pt x="1935478" y="1079071"/>
                  </a:lnTo>
                  <a:lnTo>
                    <a:pt x="1931305" y="1080903"/>
                  </a:lnTo>
                  <a:lnTo>
                    <a:pt x="1929566" y="1081667"/>
                  </a:lnTo>
                  <a:lnTo>
                    <a:pt x="1927653" y="1082507"/>
                  </a:lnTo>
                  <a:lnTo>
                    <a:pt x="1925044" y="1083652"/>
                  </a:lnTo>
                  <a:lnTo>
                    <a:pt x="1924696" y="1083805"/>
                  </a:lnTo>
                  <a:lnTo>
                    <a:pt x="1924349" y="1083958"/>
                  </a:lnTo>
                  <a:lnTo>
                    <a:pt x="1922436" y="1084798"/>
                  </a:lnTo>
                  <a:lnTo>
                    <a:pt x="1917219" y="1087090"/>
                  </a:lnTo>
                  <a:lnTo>
                    <a:pt x="1916871" y="1087242"/>
                  </a:lnTo>
                  <a:lnTo>
                    <a:pt x="1915306" y="1087930"/>
                  </a:lnTo>
                  <a:lnTo>
                    <a:pt x="1915132" y="1088006"/>
                  </a:lnTo>
                  <a:lnTo>
                    <a:pt x="1913741" y="1088618"/>
                  </a:lnTo>
                  <a:lnTo>
                    <a:pt x="1913219" y="1088847"/>
                  </a:lnTo>
                  <a:lnTo>
                    <a:pt x="1912871" y="1089000"/>
                  </a:lnTo>
                  <a:lnTo>
                    <a:pt x="1911132" y="1089764"/>
                  </a:lnTo>
                  <a:lnTo>
                    <a:pt x="1909567" y="1090452"/>
                  </a:lnTo>
                  <a:lnTo>
                    <a:pt x="1908524" y="1090910"/>
                  </a:lnTo>
                  <a:lnTo>
                    <a:pt x="1906437" y="1091827"/>
                  </a:lnTo>
                  <a:lnTo>
                    <a:pt x="1905916" y="1092057"/>
                  </a:lnTo>
                  <a:lnTo>
                    <a:pt x="1905742" y="1092133"/>
                  </a:lnTo>
                  <a:lnTo>
                    <a:pt x="1902090" y="1093738"/>
                  </a:lnTo>
                  <a:lnTo>
                    <a:pt x="1896699" y="1096108"/>
                  </a:lnTo>
                  <a:lnTo>
                    <a:pt x="1896525" y="1096185"/>
                  </a:lnTo>
                  <a:lnTo>
                    <a:pt x="1894960" y="1096873"/>
                  </a:lnTo>
                  <a:lnTo>
                    <a:pt x="1894786" y="1096949"/>
                  </a:lnTo>
                  <a:lnTo>
                    <a:pt x="1892873" y="1097791"/>
                  </a:lnTo>
                  <a:lnTo>
                    <a:pt x="1890960" y="1098632"/>
                  </a:lnTo>
                  <a:lnTo>
                    <a:pt x="1887308" y="1100238"/>
                  </a:lnTo>
                  <a:lnTo>
                    <a:pt x="1885396" y="1101079"/>
                  </a:lnTo>
                  <a:lnTo>
                    <a:pt x="1885048" y="1101232"/>
                  </a:lnTo>
                  <a:lnTo>
                    <a:pt x="1883309" y="1101997"/>
                  </a:lnTo>
                  <a:lnTo>
                    <a:pt x="1879831" y="1103527"/>
                  </a:lnTo>
                  <a:lnTo>
                    <a:pt x="1879657" y="1103604"/>
                  </a:lnTo>
                  <a:lnTo>
                    <a:pt x="1876179" y="1105134"/>
                  </a:lnTo>
                  <a:lnTo>
                    <a:pt x="1875657" y="1105364"/>
                  </a:lnTo>
                  <a:lnTo>
                    <a:pt x="1872701" y="1106665"/>
                  </a:lnTo>
                  <a:lnTo>
                    <a:pt x="1870962" y="1107430"/>
                  </a:lnTo>
                  <a:lnTo>
                    <a:pt x="1868875" y="1108349"/>
                  </a:lnTo>
                  <a:lnTo>
                    <a:pt x="1868354" y="1108578"/>
                  </a:lnTo>
                  <a:lnTo>
                    <a:pt x="1866962" y="1109191"/>
                  </a:lnTo>
                  <a:lnTo>
                    <a:pt x="1862963" y="1110952"/>
                  </a:lnTo>
                  <a:lnTo>
                    <a:pt x="1861746" y="1111488"/>
                  </a:lnTo>
                  <a:lnTo>
                    <a:pt x="1861398" y="1111641"/>
                  </a:lnTo>
                  <a:lnTo>
                    <a:pt x="1861050" y="1111794"/>
                  </a:lnTo>
                  <a:lnTo>
                    <a:pt x="1858094" y="1113096"/>
                  </a:lnTo>
                  <a:lnTo>
                    <a:pt x="1852355" y="1115623"/>
                  </a:lnTo>
                  <a:lnTo>
                    <a:pt x="1851660" y="1115930"/>
                  </a:lnTo>
                  <a:lnTo>
                    <a:pt x="1849399" y="1116925"/>
                  </a:lnTo>
                  <a:lnTo>
                    <a:pt x="1843486" y="1119530"/>
                  </a:lnTo>
                  <a:lnTo>
                    <a:pt x="1840008" y="1121063"/>
                  </a:lnTo>
                  <a:lnTo>
                    <a:pt x="1835487" y="1123056"/>
                  </a:lnTo>
                  <a:lnTo>
                    <a:pt x="1831835" y="1124666"/>
                  </a:lnTo>
                  <a:lnTo>
                    <a:pt x="1828531" y="1126122"/>
                  </a:lnTo>
                  <a:lnTo>
                    <a:pt x="1828357" y="1126199"/>
                  </a:lnTo>
                  <a:lnTo>
                    <a:pt x="1826270" y="1127119"/>
                  </a:lnTo>
                  <a:lnTo>
                    <a:pt x="1820010" y="1129880"/>
                  </a:lnTo>
                  <a:lnTo>
                    <a:pt x="1811489" y="1133639"/>
                  </a:lnTo>
                  <a:lnTo>
                    <a:pt x="1809576" y="1134483"/>
                  </a:lnTo>
                  <a:lnTo>
                    <a:pt x="1808707" y="1134866"/>
                  </a:lnTo>
                  <a:lnTo>
                    <a:pt x="1805055" y="1136478"/>
                  </a:lnTo>
                  <a:lnTo>
                    <a:pt x="1802273" y="1137706"/>
                  </a:lnTo>
                  <a:lnTo>
                    <a:pt x="1801229" y="1138166"/>
                  </a:lnTo>
                  <a:lnTo>
                    <a:pt x="1796708" y="1140162"/>
                  </a:lnTo>
                  <a:lnTo>
                    <a:pt x="1793230" y="1141698"/>
                  </a:lnTo>
                  <a:lnTo>
                    <a:pt x="1792708" y="1141928"/>
                  </a:lnTo>
                  <a:lnTo>
                    <a:pt x="1788187" y="1143925"/>
                  </a:lnTo>
                  <a:lnTo>
                    <a:pt x="1784361" y="1145614"/>
                  </a:lnTo>
                  <a:lnTo>
                    <a:pt x="1773232" y="1150531"/>
                  </a:lnTo>
                  <a:lnTo>
                    <a:pt x="1770971" y="1151530"/>
                  </a:lnTo>
                  <a:lnTo>
                    <a:pt x="1767145" y="1153221"/>
                  </a:lnTo>
                  <a:lnTo>
                    <a:pt x="1765754" y="1153836"/>
                  </a:lnTo>
                  <a:lnTo>
                    <a:pt x="1764363" y="1154451"/>
                  </a:lnTo>
                  <a:lnTo>
                    <a:pt x="1763841" y="1154682"/>
                  </a:lnTo>
                  <a:lnTo>
                    <a:pt x="1761581" y="1155681"/>
                  </a:lnTo>
                  <a:lnTo>
                    <a:pt x="1757407" y="1157527"/>
                  </a:lnTo>
                  <a:lnTo>
                    <a:pt x="1755668" y="1158295"/>
                  </a:lnTo>
                  <a:lnTo>
                    <a:pt x="1753755" y="1159141"/>
                  </a:lnTo>
                  <a:lnTo>
                    <a:pt x="1751147" y="1160295"/>
                  </a:lnTo>
                  <a:lnTo>
                    <a:pt x="1750799" y="1160449"/>
                  </a:lnTo>
                  <a:lnTo>
                    <a:pt x="1750451" y="1160603"/>
                  </a:lnTo>
                  <a:lnTo>
                    <a:pt x="1748538" y="1161449"/>
                  </a:lnTo>
                  <a:lnTo>
                    <a:pt x="1743321" y="1163757"/>
                  </a:lnTo>
                  <a:lnTo>
                    <a:pt x="1742974" y="1163911"/>
                  </a:lnTo>
                  <a:lnTo>
                    <a:pt x="1741409" y="1164603"/>
                  </a:lnTo>
                  <a:lnTo>
                    <a:pt x="1741235" y="1164680"/>
                  </a:lnTo>
                  <a:lnTo>
                    <a:pt x="1739843" y="1165296"/>
                  </a:lnTo>
                  <a:lnTo>
                    <a:pt x="1739322" y="1165526"/>
                  </a:lnTo>
                  <a:lnTo>
                    <a:pt x="1738974" y="1165680"/>
                  </a:lnTo>
                  <a:lnTo>
                    <a:pt x="1737235" y="1166450"/>
                  </a:lnTo>
                  <a:lnTo>
                    <a:pt x="1735670" y="1167143"/>
                  </a:lnTo>
                  <a:lnTo>
                    <a:pt x="1734627" y="1167604"/>
                  </a:lnTo>
                  <a:lnTo>
                    <a:pt x="1732540" y="1168528"/>
                  </a:lnTo>
                  <a:lnTo>
                    <a:pt x="1732018" y="1168759"/>
                  </a:lnTo>
                  <a:lnTo>
                    <a:pt x="1731844" y="1168836"/>
                  </a:lnTo>
                  <a:lnTo>
                    <a:pt x="1728192" y="1170452"/>
                  </a:lnTo>
                  <a:lnTo>
                    <a:pt x="1722802" y="1172839"/>
                  </a:lnTo>
                  <a:lnTo>
                    <a:pt x="1722628" y="1172916"/>
                  </a:lnTo>
                  <a:lnTo>
                    <a:pt x="1721063" y="1173609"/>
                  </a:lnTo>
                  <a:lnTo>
                    <a:pt x="1720889" y="1173686"/>
                  </a:lnTo>
                  <a:lnTo>
                    <a:pt x="1718976" y="1174533"/>
                  </a:lnTo>
                  <a:lnTo>
                    <a:pt x="1717063" y="1175381"/>
                  </a:lnTo>
                  <a:lnTo>
                    <a:pt x="1713411" y="1176998"/>
                  </a:lnTo>
                  <a:lnTo>
                    <a:pt x="1711498" y="1177846"/>
                  </a:lnTo>
                  <a:lnTo>
                    <a:pt x="1711150" y="1178000"/>
                  </a:lnTo>
                  <a:lnTo>
                    <a:pt x="1709411" y="1178770"/>
                  </a:lnTo>
                  <a:lnTo>
                    <a:pt x="1705933" y="1180311"/>
                  </a:lnTo>
                  <a:lnTo>
                    <a:pt x="1705760" y="1180388"/>
                  </a:lnTo>
                  <a:lnTo>
                    <a:pt x="1702282" y="1181929"/>
                  </a:lnTo>
                  <a:lnTo>
                    <a:pt x="1701760" y="1182161"/>
                  </a:lnTo>
                  <a:lnTo>
                    <a:pt x="1698804" y="1183471"/>
                  </a:lnTo>
                  <a:lnTo>
                    <a:pt x="1697065" y="1184242"/>
                  </a:lnTo>
                  <a:lnTo>
                    <a:pt x="1694978" y="1185167"/>
                  </a:lnTo>
                  <a:lnTo>
                    <a:pt x="1694456" y="1185398"/>
                  </a:lnTo>
                  <a:lnTo>
                    <a:pt x="1693065" y="1186015"/>
                  </a:lnTo>
                  <a:lnTo>
                    <a:pt x="1689065" y="1187788"/>
                  </a:lnTo>
                  <a:lnTo>
                    <a:pt x="1687848" y="1188328"/>
                  </a:lnTo>
                  <a:lnTo>
                    <a:pt x="1687500" y="1188482"/>
                  </a:lnTo>
                  <a:lnTo>
                    <a:pt x="1687153" y="1188636"/>
                  </a:lnTo>
                  <a:lnTo>
                    <a:pt x="1684196" y="1189947"/>
                  </a:lnTo>
                  <a:lnTo>
                    <a:pt x="1682631" y="1190641"/>
                  </a:lnTo>
                  <a:lnTo>
                    <a:pt x="1678458" y="1192493"/>
                  </a:lnTo>
                  <a:lnTo>
                    <a:pt x="1677762" y="1192801"/>
                  </a:lnTo>
                  <a:lnTo>
                    <a:pt x="1675501" y="1193804"/>
                  </a:lnTo>
                  <a:lnTo>
                    <a:pt x="1669589" y="1196428"/>
                  </a:lnTo>
                  <a:lnTo>
                    <a:pt x="1666111" y="1197971"/>
                  </a:lnTo>
                  <a:lnTo>
                    <a:pt x="1661590" y="1199978"/>
                  </a:lnTo>
                  <a:lnTo>
                    <a:pt x="1657938" y="1201599"/>
                  </a:lnTo>
                  <a:lnTo>
                    <a:pt x="1654634" y="1203066"/>
                  </a:lnTo>
                  <a:lnTo>
                    <a:pt x="1654460" y="1203143"/>
                  </a:lnTo>
                  <a:lnTo>
                    <a:pt x="1652373" y="1204070"/>
                  </a:lnTo>
                  <a:lnTo>
                    <a:pt x="1646113" y="1206850"/>
                  </a:lnTo>
                  <a:lnTo>
                    <a:pt x="1637592" y="1210636"/>
                  </a:lnTo>
                  <a:lnTo>
                    <a:pt x="1635679" y="1211486"/>
                  </a:lnTo>
                  <a:lnTo>
                    <a:pt x="1634809" y="1211872"/>
                  </a:lnTo>
                  <a:lnTo>
                    <a:pt x="1631158" y="1213495"/>
                  </a:lnTo>
                  <a:lnTo>
                    <a:pt x="1628375" y="1214732"/>
                  </a:lnTo>
                  <a:lnTo>
                    <a:pt x="1627332" y="1215196"/>
                  </a:lnTo>
                  <a:lnTo>
                    <a:pt x="1622810" y="1217206"/>
                  </a:lnTo>
                  <a:lnTo>
                    <a:pt x="1619333" y="1218752"/>
                  </a:lnTo>
                  <a:lnTo>
                    <a:pt x="1618811" y="1218984"/>
                  </a:lnTo>
                  <a:lnTo>
                    <a:pt x="1614290" y="1220995"/>
                  </a:lnTo>
                  <a:lnTo>
                    <a:pt x="1610464" y="1222696"/>
                  </a:lnTo>
                  <a:lnTo>
                    <a:pt x="1599334" y="1227648"/>
                  </a:lnTo>
                  <a:lnTo>
                    <a:pt x="1597074" y="1228654"/>
                  </a:lnTo>
                  <a:lnTo>
                    <a:pt x="1593248" y="1230357"/>
                  </a:lnTo>
                  <a:lnTo>
                    <a:pt x="1591857" y="1230976"/>
                  </a:lnTo>
                  <a:lnTo>
                    <a:pt x="1590466" y="1231596"/>
                  </a:lnTo>
                  <a:lnTo>
                    <a:pt x="1589944" y="1231828"/>
                  </a:lnTo>
                  <a:lnTo>
                    <a:pt x="1587683" y="1232834"/>
                  </a:lnTo>
                  <a:lnTo>
                    <a:pt x="1583510" y="1234693"/>
                  </a:lnTo>
                  <a:lnTo>
                    <a:pt x="1581771" y="1235467"/>
                  </a:lnTo>
                  <a:lnTo>
                    <a:pt x="1579858" y="1236319"/>
                  </a:lnTo>
                  <a:lnTo>
                    <a:pt x="1577249" y="1237481"/>
                  </a:lnTo>
                  <a:lnTo>
                    <a:pt x="1576902" y="1237636"/>
                  </a:lnTo>
                  <a:lnTo>
                    <a:pt x="1576554" y="1237790"/>
                  </a:lnTo>
                  <a:lnTo>
                    <a:pt x="1574641" y="1238643"/>
                  </a:lnTo>
                  <a:lnTo>
                    <a:pt x="1569424" y="1240967"/>
                  </a:lnTo>
                  <a:lnTo>
                    <a:pt x="1569076" y="1241122"/>
                  </a:lnTo>
                  <a:lnTo>
                    <a:pt x="1567511" y="1241819"/>
                  </a:lnTo>
                  <a:lnTo>
                    <a:pt x="1567337" y="1241897"/>
                  </a:lnTo>
                  <a:lnTo>
                    <a:pt x="1565946" y="1242516"/>
                  </a:lnTo>
                  <a:lnTo>
                    <a:pt x="1565424" y="1242749"/>
                  </a:lnTo>
                  <a:lnTo>
                    <a:pt x="1565077" y="1242904"/>
                  </a:lnTo>
                  <a:lnTo>
                    <a:pt x="1563338" y="1243679"/>
                  </a:lnTo>
                  <a:lnTo>
                    <a:pt x="1561772" y="1244376"/>
                  </a:lnTo>
                  <a:lnTo>
                    <a:pt x="1560729" y="1244841"/>
                  </a:lnTo>
                  <a:lnTo>
                    <a:pt x="1558642" y="1245771"/>
                  </a:lnTo>
                  <a:lnTo>
                    <a:pt x="1558121" y="1246004"/>
                  </a:lnTo>
                  <a:lnTo>
                    <a:pt x="1557947" y="1246082"/>
                  </a:lnTo>
                  <a:lnTo>
                    <a:pt x="1554295" y="1247709"/>
                  </a:lnTo>
                  <a:lnTo>
                    <a:pt x="1548904" y="1250113"/>
                  </a:lnTo>
                  <a:lnTo>
                    <a:pt x="1548730" y="1250191"/>
                  </a:lnTo>
                  <a:lnTo>
                    <a:pt x="1547165" y="1250888"/>
                  </a:lnTo>
                  <a:lnTo>
                    <a:pt x="1546991" y="1250966"/>
                  </a:lnTo>
                  <a:lnTo>
                    <a:pt x="1545078" y="1251819"/>
                  </a:lnTo>
                  <a:lnTo>
                    <a:pt x="1543165" y="1252672"/>
                  </a:lnTo>
                  <a:lnTo>
                    <a:pt x="1539514" y="1254301"/>
                  </a:lnTo>
                  <a:lnTo>
                    <a:pt x="1537601" y="1255154"/>
                  </a:lnTo>
                  <a:lnTo>
                    <a:pt x="1537253" y="1255310"/>
                  </a:lnTo>
                  <a:lnTo>
                    <a:pt x="1535514" y="1256085"/>
                  </a:lnTo>
                  <a:lnTo>
                    <a:pt x="1532036" y="1257637"/>
                  </a:lnTo>
                  <a:lnTo>
                    <a:pt x="1531862" y="1257715"/>
                  </a:lnTo>
                  <a:lnTo>
                    <a:pt x="1528384" y="1259267"/>
                  </a:lnTo>
                  <a:lnTo>
                    <a:pt x="1527862" y="1259500"/>
                  </a:lnTo>
                  <a:lnTo>
                    <a:pt x="1524906" y="1260819"/>
                  </a:lnTo>
                  <a:lnTo>
                    <a:pt x="1523167" y="1261595"/>
                  </a:lnTo>
                  <a:lnTo>
                    <a:pt x="1521080" y="1262527"/>
                  </a:lnTo>
                  <a:lnTo>
                    <a:pt x="1520559" y="1262760"/>
                  </a:lnTo>
                  <a:lnTo>
                    <a:pt x="1519168" y="1263381"/>
                  </a:lnTo>
                  <a:lnTo>
                    <a:pt x="1515168" y="1265166"/>
                  </a:lnTo>
                  <a:lnTo>
                    <a:pt x="1513951" y="1265710"/>
                  </a:lnTo>
                  <a:lnTo>
                    <a:pt x="1513603" y="1265865"/>
                  </a:lnTo>
                  <a:lnTo>
                    <a:pt x="1513255" y="1266020"/>
                  </a:lnTo>
                  <a:lnTo>
                    <a:pt x="1510299" y="1267341"/>
                  </a:lnTo>
                  <a:lnTo>
                    <a:pt x="1508734" y="1268040"/>
                  </a:lnTo>
                  <a:lnTo>
                    <a:pt x="1504560" y="1269904"/>
                  </a:lnTo>
                  <a:lnTo>
                    <a:pt x="1503865" y="1270214"/>
                  </a:lnTo>
                  <a:lnTo>
                    <a:pt x="1501604" y="1271224"/>
                  </a:lnTo>
                  <a:lnTo>
                    <a:pt x="1495691" y="1273866"/>
                  </a:lnTo>
                  <a:lnTo>
                    <a:pt x="1492213" y="1275420"/>
                  </a:lnTo>
                  <a:lnTo>
                    <a:pt x="1487692" y="1277441"/>
                  </a:lnTo>
                  <a:lnTo>
                    <a:pt x="1484040" y="1279073"/>
                  </a:lnTo>
                  <a:lnTo>
                    <a:pt x="1480736" y="1280551"/>
                  </a:lnTo>
                  <a:lnTo>
                    <a:pt x="1480562" y="1280628"/>
                  </a:lnTo>
                  <a:lnTo>
                    <a:pt x="1478476" y="1281561"/>
                  </a:lnTo>
                  <a:lnTo>
                    <a:pt x="1472215" y="1284361"/>
                  </a:lnTo>
                  <a:lnTo>
                    <a:pt x="1463694" y="1288172"/>
                  </a:lnTo>
                  <a:lnTo>
                    <a:pt x="1461781" y="1289028"/>
                  </a:lnTo>
                  <a:lnTo>
                    <a:pt x="1460912" y="1289417"/>
                  </a:lnTo>
                  <a:lnTo>
                    <a:pt x="1457260" y="1291051"/>
                  </a:lnTo>
                  <a:lnTo>
                    <a:pt x="1454478" y="1292297"/>
                  </a:lnTo>
                  <a:lnTo>
                    <a:pt x="1453434" y="1292764"/>
                  </a:lnTo>
                  <a:lnTo>
                    <a:pt x="1448913" y="1294787"/>
                  </a:lnTo>
                  <a:lnTo>
                    <a:pt x="1445435" y="1296344"/>
                  </a:lnTo>
                  <a:lnTo>
                    <a:pt x="1444913" y="1296578"/>
                  </a:lnTo>
                  <a:lnTo>
                    <a:pt x="1440392" y="1298602"/>
                  </a:lnTo>
                  <a:lnTo>
                    <a:pt x="1436566" y="1300316"/>
                  </a:lnTo>
                  <a:lnTo>
                    <a:pt x="1425437" y="1305301"/>
                  </a:lnTo>
                  <a:lnTo>
                    <a:pt x="1423176" y="1306314"/>
                  </a:lnTo>
                  <a:lnTo>
                    <a:pt x="1419350" y="1308029"/>
                  </a:lnTo>
                  <a:lnTo>
                    <a:pt x="1417959" y="1308652"/>
                  </a:lnTo>
                  <a:lnTo>
                    <a:pt x="1416568" y="1309276"/>
                  </a:lnTo>
                  <a:lnTo>
                    <a:pt x="1416046" y="1309509"/>
                  </a:lnTo>
                  <a:lnTo>
                    <a:pt x="1413786" y="1310523"/>
                  </a:lnTo>
                  <a:lnTo>
                    <a:pt x="1409612" y="1312394"/>
                  </a:lnTo>
                  <a:lnTo>
                    <a:pt x="1407873" y="1313173"/>
                  </a:lnTo>
                  <a:lnTo>
                    <a:pt x="1405960" y="1314031"/>
                  </a:lnTo>
                  <a:lnTo>
                    <a:pt x="1403352" y="1315201"/>
                  </a:lnTo>
                  <a:lnTo>
                    <a:pt x="1403004" y="1315356"/>
                  </a:lnTo>
                  <a:lnTo>
                    <a:pt x="1402656" y="1315512"/>
                  </a:lnTo>
                  <a:lnTo>
                    <a:pt x="1400743" y="1316370"/>
                  </a:lnTo>
                  <a:lnTo>
                    <a:pt x="1395527" y="1318710"/>
                  </a:lnTo>
                  <a:lnTo>
                    <a:pt x="1395179" y="1318866"/>
                  </a:lnTo>
                  <a:lnTo>
                    <a:pt x="1393614" y="1319568"/>
                  </a:lnTo>
                  <a:lnTo>
                    <a:pt x="1393440" y="1319646"/>
                  </a:lnTo>
                  <a:lnTo>
                    <a:pt x="1392049" y="1320270"/>
                  </a:lnTo>
                  <a:lnTo>
                    <a:pt x="1391527" y="1320504"/>
                  </a:lnTo>
                  <a:lnTo>
                    <a:pt x="1391179" y="1320660"/>
                  </a:lnTo>
                  <a:lnTo>
                    <a:pt x="1389440" y="1321441"/>
                  </a:lnTo>
                  <a:lnTo>
                    <a:pt x="1387875" y="1322143"/>
                  </a:lnTo>
                  <a:lnTo>
                    <a:pt x="1386832" y="1322611"/>
                  </a:lnTo>
                  <a:lnTo>
                    <a:pt x="1384745" y="1323547"/>
                  </a:lnTo>
                  <a:lnTo>
                    <a:pt x="1384223" y="1323781"/>
                  </a:lnTo>
                  <a:lnTo>
                    <a:pt x="1384049" y="1323859"/>
                  </a:lnTo>
                  <a:lnTo>
                    <a:pt x="1380397" y="1325498"/>
                  </a:lnTo>
                  <a:lnTo>
                    <a:pt x="1375007" y="1327918"/>
                  </a:lnTo>
                  <a:lnTo>
                    <a:pt x="1374833" y="1327996"/>
                  </a:lnTo>
                  <a:lnTo>
                    <a:pt x="1373268" y="1328699"/>
                  </a:lnTo>
                  <a:lnTo>
                    <a:pt x="1373094" y="1328777"/>
                  </a:lnTo>
                  <a:lnTo>
                    <a:pt x="1371181" y="1329635"/>
                  </a:lnTo>
                  <a:lnTo>
                    <a:pt x="1369268" y="1330494"/>
                  </a:lnTo>
                  <a:lnTo>
                    <a:pt x="1365616" y="1332134"/>
                  </a:lnTo>
                  <a:lnTo>
                    <a:pt x="1363703" y="1332993"/>
                  </a:lnTo>
                  <a:lnTo>
                    <a:pt x="1363355" y="1333149"/>
                  </a:lnTo>
                  <a:lnTo>
                    <a:pt x="1361617" y="1333930"/>
                  </a:lnTo>
                  <a:lnTo>
                    <a:pt x="1358139" y="1335492"/>
                  </a:lnTo>
                  <a:lnTo>
                    <a:pt x="1357965" y="1335570"/>
                  </a:lnTo>
                  <a:lnTo>
                    <a:pt x="1354487" y="1337133"/>
                  </a:lnTo>
                  <a:lnTo>
                    <a:pt x="1353965" y="1337367"/>
                  </a:lnTo>
                  <a:lnTo>
                    <a:pt x="1351009" y="1338695"/>
                  </a:lnTo>
                  <a:lnTo>
                    <a:pt x="1349270" y="1339477"/>
                  </a:lnTo>
                  <a:lnTo>
                    <a:pt x="1347183" y="1340414"/>
                  </a:lnTo>
                  <a:lnTo>
                    <a:pt x="1346661" y="1340649"/>
                  </a:lnTo>
                  <a:lnTo>
                    <a:pt x="1345270" y="1341274"/>
                  </a:lnTo>
                  <a:lnTo>
                    <a:pt x="1341271" y="1343071"/>
                  </a:lnTo>
                  <a:lnTo>
                    <a:pt x="1340053" y="1343619"/>
                  </a:lnTo>
                  <a:lnTo>
                    <a:pt x="1339705" y="1343775"/>
                  </a:lnTo>
                  <a:lnTo>
                    <a:pt x="1339358" y="1343931"/>
                  </a:lnTo>
                  <a:lnTo>
                    <a:pt x="1336401" y="1345260"/>
                  </a:lnTo>
                  <a:lnTo>
                    <a:pt x="1334836" y="1345964"/>
                  </a:lnTo>
                  <a:lnTo>
                    <a:pt x="1330663" y="1347840"/>
                  </a:lnTo>
                  <a:lnTo>
                    <a:pt x="1329967" y="1348153"/>
                  </a:lnTo>
                  <a:lnTo>
                    <a:pt x="1327707" y="1349169"/>
                  </a:lnTo>
                  <a:lnTo>
                    <a:pt x="1321794" y="1351828"/>
                  </a:lnTo>
                  <a:lnTo>
                    <a:pt x="1318316" y="1353393"/>
                  </a:lnTo>
                  <a:lnTo>
                    <a:pt x="1313795" y="1355427"/>
                  </a:lnTo>
                  <a:lnTo>
                    <a:pt x="1310143" y="1357070"/>
                  </a:lnTo>
                  <a:lnTo>
                    <a:pt x="1306839" y="1358557"/>
                  </a:lnTo>
                  <a:lnTo>
                    <a:pt x="1306665" y="1358635"/>
                  </a:lnTo>
                  <a:lnTo>
                    <a:pt x="1304578" y="1359574"/>
                  </a:lnTo>
                  <a:lnTo>
                    <a:pt x="1298318" y="1362392"/>
                  </a:lnTo>
                  <a:lnTo>
                    <a:pt x="1289797" y="1366228"/>
                  </a:lnTo>
                  <a:lnTo>
                    <a:pt x="1287884" y="1367090"/>
                  </a:lnTo>
                  <a:lnTo>
                    <a:pt x="1287015" y="1367481"/>
                  </a:lnTo>
                  <a:lnTo>
                    <a:pt x="1283363" y="1369126"/>
                  </a:lnTo>
                  <a:lnTo>
                    <a:pt x="1280580" y="1370379"/>
                  </a:lnTo>
                  <a:lnTo>
                    <a:pt x="1279537" y="1370849"/>
                  </a:lnTo>
                  <a:lnTo>
                    <a:pt x="1275016" y="1372886"/>
                  </a:lnTo>
                  <a:lnTo>
                    <a:pt x="1271538" y="1374453"/>
                  </a:lnTo>
                  <a:lnTo>
                    <a:pt x="1271016" y="1374688"/>
                  </a:lnTo>
                  <a:lnTo>
                    <a:pt x="1266495" y="1376725"/>
                  </a:lnTo>
                  <a:lnTo>
                    <a:pt x="1262669" y="1378450"/>
                  </a:lnTo>
                  <a:lnTo>
                    <a:pt x="1251539" y="1383467"/>
                  </a:lnTo>
                  <a:lnTo>
                    <a:pt x="1249279" y="1384486"/>
                  </a:lnTo>
                  <a:lnTo>
                    <a:pt x="1245453" y="1386211"/>
                  </a:lnTo>
                  <a:lnTo>
                    <a:pt x="1244062" y="1386839"/>
                  </a:lnTo>
                  <a:lnTo>
                    <a:pt x="1242671" y="1387466"/>
                  </a:lnTo>
                  <a:lnTo>
                    <a:pt x="1242149" y="1387702"/>
                  </a:lnTo>
                  <a:lnTo>
                    <a:pt x="1239888" y="1388721"/>
                  </a:lnTo>
                  <a:lnTo>
                    <a:pt x="1233976" y="1391389"/>
                  </a:lnTo>
                  <a:lnTo>
                    <a:pt x="1232063" y="1392252"/>
                  </a:lnTo>
                  <a:lnTo>
                    <a:pt x="1229454" y="1393429"/>
                  </a:lnTo>
                  <a:lnTo>
                    <a:pt x="1229107" y="1393586"/>
                  </a:lnTo>
                  <a:lnTo>
                    <a:pt x="1228759" y="1393743"/>
                  </a:lnTo>
                  <a:lnTo>
                    <a:pt x="1226846" y="1394606"/>
                  </a:lnTo>
                  <a:lnTo>
                    <a:pt x="1221629" y="1396960"/>
                  </a:lnTo>
                  <a:lnTo>
                    <a:pt x="1221281" y="1397117"/>
                  </a:lnTo>
                  <a:lnTo>
                    <a:pt x="1219716" y="1397824"/>
                  </a:lnTo>
                  <a:lnTo>
                    <a:pt x="1219542" y="1397902"/>
                  </a:lnTo>
                  <a:lnTo>
                    <a:pt x="1218151" y="1398530"/>
                  </a:lnTo>
                  <a:lnTo>
                    <a:pt x="1217629" y="1398766"/>
                  </a:lnTo>
                  <a:lnTo>
                    <a:pt x="1217282" y="1398923"/>
                  </a:lnTo>
                  <a:lnTo>
                    <a:pt x="1215543" y="1399708"/>
                  </a:lnTo>
                  <a:lnTo>
                    <a:pt x="1213978" y="1400414"/>
                  </a:lnTo>
                  <a:lnTo>
                    <a:pt x="1212934" y="1400885"/>
                  </a:lnTo>
                  <a:lnTo>
                    <a:pt x="1210847" y="1401828"/>
                  </a:lnTo>
                  <a:lnTo>
                    <a:pt x="1210326" y="1402063"/>
                  </a:lnTo>
                  <a:lnTo>
                    <a:pt x="1210152" y="1402142"/>
                  </a:lnTo>
                  <a:lnTo>
                    <a:pt x="1206500" y="1403791"/>
                  </a:lnTo>
                  <a:lnTo>
                    <a:pt x="1201109" y="1406226"/>
                  </a:lnTo>
                  <a:lnTo>
                    <a:pt x="1200935" y="1406304"/>
                  </a:lnTo>
                  <a:lnTo>
                    <a:pt x="1199370" y="1407011"/>
                  </a:lnTo>
                  <a:lnTo>
                    <a:pt x="1199196" y="1407090"/>
                  </a:lnTo>
                  <a:lnTo>
                    <a:pt x="1197283" y="1407954"/>
                  </a:lnTo>
                  <a:lnTo>
                    <a:pt x="1195371" y="1408818"/>
                  </a:lnTo>
                  <a:lnTo>
                    <a:pt x="1191719" y="1410468"/>
                  </a:lnTo>
                  <a:lnTo>
                    <a:pt x="1189806" y="1411332"/>
                  </a:lnTo>
                  <a:lnTo>
                    <a:pt x="1189458" y="1411489"/>
                  </a:lnTo>
                  <a:lnTo>
                    <a:pt x="1187719" y="1412275"/>
                  </a:lnTo>
                  <a:lnTo>
                    <a:pt x="1184241" y="1413847"/>
                  </a:lnTo>
                  <a:lnTo>
                    <a:pt x="1184067" y="1413925"/>
                  </a:lnTo>
                  <a:lnTo>
                    <a:pt x="1180589" y="1415497"/>
                  </a:lnTo>
                  <a:lnTo>
                    <a:pt x="1180068" y="1415733"/>
                  </a:lnTo>
                  <a:lnTo>
                    <a:pt x="1177111" y="1417069"/>
                  </a:lnTo>
                  <a:lnTo>
                    <a:pt x="1173286" y="1418799"/>
                  </a:lnTo>
                  <a:lnTo>
                    <a:pt x="1172764" y="1419035"/>
                  </a:lnTo>
                  <a:lnTo>
                    <a:pt x="1171373" y="1419664"/>
                  </a:lnTo>
                  <a:lnTo>
                    <a:pt x="1167373" y="1421472"/>
                  </a:lnTo>
                  <a:lnTo>
                    <a:pt x="1166156" y="1422023"/>
                  </a:lnTo>
                  <a:lnTo>
                    <a:pt x="1165808" y="1422180"/>
                  </a:lnTo>
                  <a:lnTo>
                    <a:pt x="1165460" y="1422337"/>
                  </a:lnTo>
                  <a:lnTo>
                    <a:pt x="1162504" y="1423674"/>
                  </a:lnTo>
                  <a:lnTo>
                    <a:pt x="1160939" y="1424382"/>
                  </a:lnTo>
                  <a:lnTo>
                    <a:pt x="1156765" y="1426270"/>
                  </a:lnTo>
                  <a:lnTo>
                    <a:pt x="1156070" y="1426584"/>
                  </a:lnTo>
                  <a:lnTo>
                    <a:pt x="1153809" y="1427607"/>
                  </a:lnTo>
                  <a:lnTo>
                    <a:pt x="1147897" y="1430282"/>
                  </a:lnTo>
                  <a:lnTo>
                    <a:pt x="1144419" y="1431856"/>
                  </a:lnTo>
                  <a:lnTo>
                    <a:pt x="1139897" y="1433902"/>
                  </a:lnTo>
                  <a:lnTo>
                    <a:pt x="1136245" y="1435555"/>
                  </a:lnTo>
                  <a:lnTo>
                    <a:pt x="1132941" y="1437051"/>
                  </a:lnTo>
                  <a:lnTo>
                    <a:pt x="1132767" y="1437129"/>
                  </a:lnTo>
                  <a:lnTo>
                    <a:pt x="1130681" y="1438074"/>
                  </a:lnTo>
                  <a:lnTo>
                    <a:pt x="1124420" y="1440909"/>
                  </a:lnTo>
                  <a:lnTo>
                    <a:pt x="1115899" y="1444768"/>
                  </a:lnTo>
                  <a:lnTo>
                    <a:pt x="1113987" y="1445634"/>
                  </a:lnTo>
                  <a:lnTo>
                    <a:pt x="1113117" y="1446028"/>
                  </a:lnTo>
                  <a:lnTo>
                    <a:pt x="1109465" y="1447682"/>
                  </a:lnTo>
                  <a:lnTo>
                    <a:pt x="1106683" y="1448943"/>
                  </a:lnTo>
                  <a:lnTo>
                    <a:pt x="1105639" y="1449416"/>
                  </a:lnTo>
                  <a:lnTo>
                    <a:pt x="1101118" y="1451464"/>
                  </a:lnTo>
                  <a:lnTo>
                    <a:pt x="1097640" y="1453041"/>
                  </a:lnTo>
                  <a:lnTo>
                    <a:pt x="1097118" y="1453277"/>
                  </a:lnTo>
                  <a:lnTo>
                    <a:pt x="1092597" y="1455326"/>
                  </a:lnTo>
                  <a:lnTo>
                    <a:pt x="1088771" y="1457061"/>
                  </a:lnTo>
                  <a:lnTo>
                    <a:pt x="1077642" y="1462107"/>
                  </a:lnTo>
                  <a:lnTo>
                    <a:pt x="1075381" y="1463132"/>
                  </a:lnTo>
                  <a:lnTo>
                    <a:pt x="1071556" y="1464867"/>
                  </a:lnTo>
                  <a:lnTo>
                    <a:pt x="1068773" y="1466129"/>
                  </a:lnTo>
                  <a:lnTo>
                    <a:pt x="1068252" y="1466366"/>
                  </a:lnTo>
                  <a:lnTo>
                    <a:pt x="1065991" y="1467392"/>
                  </a:lnTo>
                  <a:lnTo>
                    <a:pt x="1061817" y="1469285"/>
                  </a:lnTo>
                  <a:lnTo>
                    <a:pt x="1060078" y="1470074"/>
                  </a:lnTo>
                  <a:lnTo>
                    <a:pt x="1058165" y="1470942"/>
                  </a:lnTo>
                  <a:lnTo>
                    <a:pt x="1055557" y="1472126"/>
                  </a:lnTo>
                  <a:lnTo>
                    <a:pt x="1055209" y="1472284"/>
                  </a:lnTo>
                  <a:lnTo>
                    <a:pt x="1054861" y="1472441"/>
                  </a:lnTo>
                  <a:lnTo>
                    <a:pt x="1052949" y="1473310"/>
                  </a:lnTo>
                  <a:lnTo>
                    <a:pt x="1047732" y="1475677"/>
                  </a:lnTo>
                  <a:lnTo>
                    <a:pt x="1047384" y="1475835"/>
                  </a:lnTo>
                  <a:lnTo>
                    <a:pt x="1045819" y="1476546"/>
                  </a:lnTo>
                  <a:lnTo>
                    <a:pt x="1045645" y="1476625"/>
                  </a:lnTo>
                  <a:lnTo>
                    <a:pt x="1044254" y="1477256"/>
                  </a:lnTo>
                  <a:lnTo>
                    <a:pt x="1043732" y="1477493"/>
                  </a:lnTo>
                  <a:lnTo>
                    <a:pt x="1043384" y="1477651"/>
                  </a:lnTo>
                  <a:lnTo>
                    <a:pt x="1041645" y="1478440"/>
                  </a:lnTo>
                  <a:lnTo>
                    <a:pt x="1040080" y="1479151"/>
                  </a:lnTo>
                  <a:lnTo>
                    <a:pt x="1039037" y="1479625"/>
                  </a:lnTo>
                  <a:lnTo>
                    <a:pt x="1036950" y="1480572"/>
                  </a:lnTo>
                  <a:lnTo>
                    <a:pt x="1036428" y="1480809"/>
                  </a:lnTo>
                  <a:lnTo>
                    <a:pt x="1036254" y="1480888"/>
                  </a:lnTo>
                  <a:lnTo>
                    <a:pt x="1032603" y="1482546"/>
                  </a:lnTo>
                  <a:lnTo>
                    <a:pt x="1027212" y="1484995"/>
                  </a:lnTo>
                  <a:lnTo>
                    <a:pt x="1027038" y="1485074"/>
                  </a:lnTo>
                  <a:lnTo>
                    <a:pt x="1025473" y="1485784"/>
                  </a:lnTo>
                  <a:lnTo>
                    <a:pt x="1025299" y="1485863"/>
                  </a:lnTo>
                  <a:lnTo>
                    <a:pt x="1023386" y="1486732"/>
                  </a:lnTo>
                  <a:lnTo>
                    <a:pt x="1021473" y="1487601"/>
                  </a:lnTo>
                  <a:lnTo>
                    <a:pt x="1017821" y="1489260"/>
                  </a:lnTo>
                  <a:lnTo>
                    <a:pt x="1015908" y="1490129"/>
                  </a:lnTo>
                  <a:lnTo>
                    <a:pt x="1015561" y="1490287"/>
                  </a:lnTo>
                  <a:lnTo>
                    <a:pt x="1013822" y="1491078"/>
                  </a:lnTo>
                  <a:lnTo>
                    <a:pt x="1010344" y="1492658"/>
                  </a:lnTo>
                  <a:lnTo>
                    <a:pt x="1010170" y="1492737"/>
                  </a:lnTo>
                  <a:lnTo>
                    <a:pt x="1006692" y="1494318"/>
                  </a:lnTo>
                  <a:lnTo>
                    <a:pt x="1006170" y="1494555"/>
                  </a:lnTo>
                  <a:lnTo>
                    <a:pt x="1003214" y="1495898"/>
                  </a:lnTo>
                  <a:lnTo>
                    <a:pt x="1001475" y="1496689"/>
                  </a:lnTo>
                  <a:lnTo>
                    <a:pt x="999388" y="1497637"/>
                  </a:lnTo>
                  <a:lnTo>
                    <a:pt x="998866" y="1497874"/>
                  </a:lnTo>
                  <a:lnTo>
                    <a:pt x="997475" y="1498507"/>
                  </a:lnTo>
                  <a:lnTo>
                    <a:pt x="993476" y="1500325"/>
                  </a:lnTo>
                  <a:lnTo>
                    <a:pt x="992258" y="1500879"/>
                  </a:lnTo>
                  <a:lnTo>
                    <a:pt x="991911" y="1501037"/>
                  </a:lnTo>
                  <a:lnTo>
                    <a:pt x="991563" y="1501195"/>
                  </a:lnTo>
                  <a:lnTo>
                    <a:pt x="988606" y="1502539"/>
                  </a:lnTo>
                  <a:lnTo>
                    <a:pt x="987041" y="1503251"/>
                  </a:lnTo>
                  <a:lnTo>
                    <a:pt x="982868" y="1505149"/>
                  </a:lnTo>
                  <a:lnTo>
                    <a:pt x="982172" y="1505465"/>
                  </a:lnTo>
                  <a:lnTo>
                    <a:pt x="979912" y="1506493"/>
                  </a:lnTo>
                  <a:lnTo>
                    <a:pt x="973999" y="1509183"/>
                  </a:lnTo>
                  <a:lnTo>
                    <a:pt x="970521" y="1510765"/>
                  </a:lnTo>
                  <a:lnTo>
                    <a:pt x="966000" y="1512822"/>
                  </a:lnTo>
                  <a:lnTo>
                    <a:pt x="962348" y="1514484"/>
                  </a:lnTo>
                  <a:lnTo>
                    <a:pt x="959044" y="1515988"/>
                  </a:lnTo>
                  <a:lnTo>
                    <a:pt x="958870" y="1516067"/>
                  </a:lnTo>
                  <a:lnTo>
                    <a:pt x="956783" y="1517017"/>
                  </a:lnTo>
                  <a:lnTo>
                    <a:pt x="950523" y="1519866"/>
                  </a:lnTo>
                  <a:lnTo>
                    <a:pt x="942002" y="1523745"/>
                  </a:lnTo>
                  <a:lnTo>
                    <a:pt x="940089" y="1524616"/>
                  </a:lnTo>
                  <a:lnTo>
                    <a:pt x="939220" y="1525012"/>
                  </a:lnTo>
                  <a:lnTo>
                    <a:pt x="935568" y="1526675"/>
                  </a:lnTo>
                  <a:lnTo>
                    <a:pt x="932785" y="1527943"/>
                  </a:lnTo>
                  <a:lnTo>
                    <a:pt x="931742" y="1528418"/>
                  </a:lnTo>
                  <a:lnTo>
                    <a:pt x="927221" y="1530477"/>
                  </a:lnTo>
                  <a:lnTo>
                    <a:pt x="923743" y="1532062"/>
                  </a:lnTo>
                  <a:lnTo>
                    <a:pt x="923221" y="1532299"/>
                  </a:lnTo>
                  <a:lnTo>
                    <a:pt x="918700" y="1534359"/>
                  </a:lnTo>
                  <a:lnTo>
                    <a:pt x="914874" y="1536102"/>
                  </a:lnTo>
                  <a:lnTo>
                    <a:pt x="903745" y="1541175"/>
                  </a:lnTo>
                  <a:lnTo>
                    <a:pt x="901484" y="1542205"/>
                  </a:lnTo>
                  <a:lnTo>
                    <a:pt x="897658" y="1543949"/>
                  </a:lnTo>
                  <a:lnTo>
                    <a:pt x="896267" y="1544583"/>
                  </a:lnTo>
                  <a:lnTo>
                    <a:pt x="894876" y="1545218"/>
                  </a:lnTo>
                  <a:lnTo>
                    <a:pt x="894354" y="1545455"/>
                  </a:lnTo>
                  <a:lnTo>
                    <a:pt x="892093" y="1546486"/>
                  </a:lnTo>
                  <a:lnTo>
                    <a:pt x="887920" y="1548389"/>
                  </a:lnTo>
                  <a:lnTo>
                    <a:pt x="886181" y="1549182"/>
                  </a:lnTo>
                  <a:lnTo>
                    <a:pt x="884268" y="1550055"/>
                  </a:lnTo>
                  <a:lnTo>
                    <a:pt x="881660" y="1551244"/>
                  </a:lnTo>
                  <a:lnTo>
                    <a:pt x="881312" y="1551403"/>
                  </a:lnTo>
                  <a:lnTo>
                    <a:pt x="880964" y="1551561"/>
                  </a:lnTo>
                  <a:lnTo>
                    <a:pt x="879051" y="1552434"/>
                  </a:lnTo>
                  <a:lnTo>
                    <a:pt x="873834" y="1554814"/>
                  </a:lnTo>
                  <a:lnTo>
                    <a:pt x="873486" y="1554972"/>
                  </a:lnTo>
                  <a:lnTo>
                    <a:pt x="871921" y="1555686"/>
                  </a:lnTo>
                  <a:lnTo>
                    <a:pt x="871747" y="1555766"/>
                  </a:lnTo>
                  <a:lnTo>
                    <a:pt x="870356" y="1556400"/>
                  </a:lnTo>
                  <a:lnTo>
                    <a:pt x="869835" y="1556638"/>
                  </a:lnTo>
                  <a:lnTo>
                    <a:pt x="869487" y="1556797"/>
                  </a:lnTo>
                  <a:lnTo>
                    <a:pt x="867748" y="1557590"/>
                  </a:lnTo>
                  <a:lnTo>
                    <a:pt x="866183" y="1558304"/>
                  </a:lnTo>
                  <a:lnTo>
                    <a:pt x="865139" y="1558780"/>
                  </a:lnTo>
                  <a:lnTo>
                    <a:pt x="863053" y="1559733"/>
                  </a:lnTo>
                  <a:lnTo>
                    <a:pt x="862531" y="1559971"/>
                  </a:lnTo>
                  <a:lnTo>
                    <a:pt x="862357" y="1560050"/>
                  </a:lnTo>
                  <a:lnTo>
                    <a:pt x="858705" y="1561717"/>
                  </a:lnTo>
                  <a:lnTo>
                    <a:pt x="853314" y="1564177"/>
                  </a:lnTo>
                  <a:lnTo>
                    <a:pt x="853140" y="1564256"/>
                  </a:lnTo>
                  <a:lnTo>
                    <a:pt x="851575" y="1564971"/>
                  </a:lnTo>
                  <a:lnTo>
                    <a:pt x="851401" y="1565050"/>
                  </a:lnTo>
                  <a:lnTo>
                    <a:pt x="849489" y="1565923"/>
                  </a:lnTo>
                  <a:lnTo>
                    <a:pt x="847576" y="1566796"/>
                  </a:lnTo>
                  <a:lnTo>
                    <a:pt x="843924" y="1568464"/>
                  </a:lnTo>
                  <a:lnTo>
                    <a:pt x="842011" y="1569337"/>
                  </a:lnTo>
                  <a:lnTo>
                    <a:pt x="841663" y="1569496"/>
                  </a:lnTo>
                  <a:lnTo>
                    <a:pt x="839924" y="1570290"/>
                  </a:lnTo>
                  <a:lnTo>
                    <a:pt x="836446" y="1571878"/>
                  </a:lnTo>
                  <a:lnTo>
                    <a:pt x="836272" y="1571957"/>
                  </a:lnTo>
                  <a:lnTo>
                    <a:pt x="832794" y="1573545"/>
                  </a:lnTo>
                  <a:lnTo>
                    <a:pt x="832273" y="1573784"/>
                  </a:lnTo>
                  <a:lnTo>
                    <a:pt x="829316" y="1575134"/>
                  </a:lnTo>
                  <a:lnTo>
                    <a:pt x="827577" y="1575928"/>
                  </a:lnTo>
                  <a:lnTo>
                    <a:pt x="825491" y="1576881"/>
                  </a:lnTo>
                  <a:lnTo>
                    <a:pt x="824969" y="1577119"/>
                  </a:lnTo>
                  <a:lnTo>
                    <a:pt x="823578" y="1577755"/>
                  </a:lnTo>
                  <a:lnTo>
                    <a:pt x="819578" y="1579582"/>
                  </a:lnTo>
                  <a:lnTo>
                    <a:pt x="818361" y="1580138"/>
                  </a:lnTo>
                  <a:lnTo>
                    <a:pt x="818013" y="1580297"/>
                  </a:lnTo>
                  <a:lnTo>
                    <a:pt x="817665" y="1580456"/>
                  </a:lnTo>
                  <a:lnTo>
                    <a:pt x="814709" y="1581806"/>
                  </a:lnTo>
                  <a:lnTo>
                    <a:pt x="813144" y="1582521"/>
                  </a:lnTo>
                  <a:lnTo>
                    <a:pt x="808970" y="1584428"/>
                  </a:lnTo>
                  <a:lnTo>
                    <a:pt x="808275" y="1584746"/>
                  </a:lnTo>
                  <a:lnTo>
                    <a:pt x="806014" y="1585779"/>
                  </a:lnTo>
                  <a:lnTo>
                    <a:pt x="800102" y="1588482"/>
                  </a:lnTo>
                  <a:lnTo>
                    <a:pt x="796624" y="1590071"/>
                  </a:lnTo>
                  <a:lnTo>
                    <a:pt x="792102" y="1592138"/>
                  </a:lnTo>
                  <a:lnTo>
                    <a:pt x="788451" y="1593808"/>
                  </a:lnTo>
                  <a:lnTo>
                    <a:pt x="785146" y="1595318"/>
                  </a:lnTo>
                  <a:lnTo>
                    <a:pt x="784973" y="1595398"/>
                  </a:lnTo>
                  <a:lnTo>
                    <a:pt x="782886" y="1596352"/>
                  </a:lnTo>
                  <a:lnTo>
                    <a:pt x="776625" y="1599215"/>
                  </a:lnTo>
                  <a:lnTo>
                    <a:pt x="768105" y="1603112"/>
                  </a:lnTo>
                  <a:lnTo>
                    <a:pt x="766192" y="1603987"/>
                  </a:lnTo>
                  <a:lnTo>
                    <a:pt x="765322" y="1604385"/>
                  </a:lnTo>
                  <a:lnTo>
                    <a:pt x="761670" y="1606055"/>
                  </a:lnTo>
                  <a:lnTo>
                    <a:pt x="758888" y="1607328"/>
                  </a:lnTo>
                  <a:lnTo>
                    <a:pt x="757845" y="1607805"/>
                  </a:lnTo>
                  <a:lnTo>
                    <a:pt x="753323" y="1609874"/>
                  </a:lnTo>
                  <a:lnTo>
                    <a:pt x="749845" y="1611466"/>
                  </a:lnTo>
                  <a:lnTo>
                    <a:pt x="749324" y="1611705"/>
                  </a:lnTo>
                  <a:lnTo>
                    <a:pt x="744802" y="1613774"/>
                  </a:lnTo>
                  <a:lnTo>
                    <a:pt x="740977" y="1615525"/>
                  </a:lnTo>
                  <a:lnTo>
                    <a:pt x="729847" y="1620620"/>
                  </a:lnTo>
                  <a:lnTo>
                    <a:pt x="727586" y="1621655"/>
                  </a:lnTo>
                  <a:lnTo>
                    <a:pt x="723761" y="1623406"/>
                  </a:lnTo>
                  <a:lnTo>
                    <a:pt x="722369" y="1624043"/>
                  </a:lnTo>
                  <a:lnTo>
                    <a:pt x="720978" y="1624680"/>
                  </a:lnTo>
                  <a:lnTo>
                    <a:pt x="720457" y="1624919"/>
                  </a:lnTo>
                  <a:lnTo>
                    <a:pt x="718196" y="1625955"/>
                  </a:lnTo>
                  <a:lnTo>
                    <a:pt x="714022" y="1627866"/>
                  </a:lnTo>
                  <a:lnTo>
                    <a:pt x="712283" y="1628663"/>
                  </a:lnTo>
                  <a:lnTo>
                    <a:pt x="707762" y="1630734"/>
                  </a:lnTo>
                  <a:lnTo>
                    <a:pt x="707414" y="1630893"/>
                  </a:lnTo>
                  <a:lnTo>
                    <a:pt x="707067" y="1631052"/>
                  </a:lnTo>
                  <a:lnTo>
                    <a:pt x="705154" y="1631928"/>
                  </a:lnTo>
                  <a:lnTo>
                    <a:pt x="699937" y="1634318"/>
                  </a:lnTo>
                  <a:lnTo>
                    <a:pt x="699589" y="1634478"/>
                  </a:lnTo>
                  <a:lnTo>
                    <a:pt x="698024" y="1635195"/>
                  </a:lnTo>
                  <a:lnTo>
                    <a:pt x="697850" y="1635275"/>
                  </a:lnTo>
                  <a:lnTo>
                    <a:pt x="696459" y="1635912"/>
                  </a:lnTo>
                  <a:lnTo>
                    <a:pt x="695937" y="1636151"/>
                  </a:lnTo>
                  <a:lnTo>
                    <a:pt x="695589" y="1636310"/>
                  </a:lnTo>
                  <a:lnTo>
                    <a:pt x="693850" y="1637107"/>
                  </a:lnTo>
                  <a:lnTo>
                    <a:pt x="692285" y="1637824"/>
                  </a:lnTo>
                  <a:lnTo>
                    <a:pt x="691242" y="1638302"/>
                  </a:lnTo>
                  <a:lnTo>
                    <a:pt x="689155" y="1639259"/>
                  </a:lnTo>
                  <a:lnTo>
                    <a:pt x="688633" y="1639498"/>
                  </a:lnTo>
                  <a:lnTo>
                    <a:pt x="688459" y="1639578"/>
                  </a:lnTo>
                  <a:lnTo>
                    <a:pt x="684808" y="1641251"/>
                  </a:lnTo>
                  <a:lnTo>
                    <a:pt x="679417" y="1643722"/>
                  </a:lnTo>
                  <a:lnTo>
                    <a:pt x="679243" y="1643802"/>
                  </a:lnTo>
                  <a:lnTo>
                    <a:pt x="677678" y="1644519"/>
                  </a:lnTo>
                  <a:lnTo>
                    <a:pt x="677504" y="1644599"/>
                  </a:lnTo>
                  <a:lnTo>
                    <a:pt x="675591" y="1645476"/>
                  </a:lnTo>
                  <a:lnTo>
                    <a:pt x="673678" y="1646353"/>
                  </a:lnTo>
                  <a:lnTo>
                    <a:pt x="670026" y="1648027"/>
                  </a:lnTo>
                  <a:lnTo>
                    <a:pt x="668113" y="1648904"/>
                  </a:lnTo>
                  <a:lnTo>
                    <a:pt x="667766" y="1649063"/>
                  </a:lnTo>
                  <a:lnTo>
                    <a:pt x="666027" y="1649861"/>
                  </a:lnTo>
                  <a:lnTo>
                    <a:pt x="662549" y="1651455"/>
                  </a:lnTo>
                  <a:lnTo>
                    <a:pt x="662375" y="1651535"/>
                  </a:lnTo>
                  <a:lnTo>
                    <a:pt x="658897" y="1653130"/>
                  </a:lnTo>
                  <a:lnTo>
                    <a:pt x="658375" y="1653369"/>
                  </a:lnTo>
                  <a:lnTo>
                    <a:pt x="655419" y="1654725"/>
                  </a:lnTo>
                  <a:lnTo>
                    <a:pt x="653680" y="1655522"/>
                  </a:lnTo>
                  <a:lnTo>
                    <a:pt x="651593" y="1656480"/>
                  </a:lnTo>
                  <a:lnTo>
                    <a:pt x="651072" y="1656719"/>
                  </a:lnTo>
                  <a:lnTo>
                    <a:pt x="649680" y="1657357"/>
                  </a:lnTo>
                  <a:lnTo>
                    <a:pt x="645681" y="1659192"/>
                  </a:lnTo>
                  <a:lnTo>
                    <a:pt x="644463" y="1659750"/>
                  </a:lnTo>
                  <a:lnTo>
                    <a:pt x="644116" y="1659909"/>
                  </a:lnTo>
                  <a:lnTo>
                    <a:pt x="643768" y="1660069"/>
                  </a:lnTo>
                  <a:lnTo>
                    <a:pt x="640812" y="1661425"/>
                  </a:lnTo>
                  <a:lnTo>
                    <a:pt x="639247" y="1662143"/>
                  </a:lnTo>
                  <a:lnTo>
                    <a:pt x="635073" y="1664058"/>
                  </a:lnTo>
                  <a:lnTo>
                    <a:pt x="634377" y="1664377"/>
                  </a:lnTo>
                  <a:lnTo>
                    <a:pt x="632117" y="1665415"/>
                  </a:lnTo>
                  <a:lnTo>
                    <a:pt x="626204" y="1668128"/>
                  </a:lnTo>
                  <a:lnTo>
                    <a:pt x="622726" y="1669724"/>
                  </a:lnTo>
                  <a:lnTo>
                    <a:pt x="618205" y="1671799"/>
                  </a:lnTo>
                  <a:lnTo>
                    <a:pt x="614553" y="1673475"/>
                  </a:lnTo>
                  <a:lnTo>
                    <a:pt x="611249" y="1674992"/>
                  </a:lnTo>
                  <a:lnTo>
                    <a:pt x="611075" y="1675072"/>
                  </a:lnTo>
                  <a:lnTo>
                    <a:pt x="608988" y="1676030"/>
                  </a:lnTo>
                  <a:lnTo>
                    <a:pt x="602728" y="1678904"/>
                  </a:lnTo>
                  <a:lnTo>
                    <a:pt x="594207" y="1682817"/>
                  </a:lnTo>
                  <a:lnTo>
                    <a:pt x="592294" y="1683695"/>
                  </a:lnTo>
                  <a:lnTo>
                    <a:pt x="591425" y="1684094"/>
                  </a:lnTo>
                  <a:lnTo>
                    <a:pt x="587773" y="1685771"/>
                  </a:lnTo>
                  <a:lnTo>
                    <a:pt x="584991" y="1687049"/>
                  </a:lnTo>
                  <a:lnTo>
                    <a:pt x="583947" y="1687529"/>
                  </a:lnTo>
                  <a:lnTo>
                    <a:pt x="579426" y="1689605"/>
                  </a:lnTo>
                  <a:lnTo>
                    <a:pt x="575426" y="1691443"/>
                  </a:lnTo>
                  <a:lnTo>
                    <a:pt x="570905" y="1693520"/>
                  </a:lnTo>
                  <a:lnTo>
                    <a:pt x="567079" y="1695278"/>
                  </a:lnTo>
                  <a:lnTo>
                    <a:pt x="555950" y="1700392"/>
                  </a:lnTo>
                  <a:lnTo>
                    <a:pt x="553689" y="1701431"/>
                  </a:lnTo>
                  <a:lnTo>
                    <a:pt x="549863" y="1703190"/>
                  </a:lnTo>
                  <a:lnTo>
                    <a:pt x="548472" y="1703829"/>
                  </a:lnTo>
                  <a:lnTo>
                    <a:pt x="547081" y="1704469"/>
                  </a:lnTo>
                  <a:lnTo>
                    <a:pt x="546559" y="1704708"/>
                  </a:lnTo>
                  <a:lnTo>
                    <a:pt x="544299" y="1705748"/>
                  </a:lnTo>
                  <a:lnTo>
                    <a:pt x="540125" y="1707666"/>
                  </a:lnTo>
                  <a:lnTo>
                    <a:pt x="538386" y="1708466"/>
                  </a:lnTo>
                  <a:lnTo>
                    <a:pt x="536473" y="1709345"/>
                  </a:lnTo>
                  <a:lnTo>
                    <a:pt x="533865" y="1710544"/>
                  </a:lnTo>
                  <a:lnTo>
                    <a:pt x="533517" y="1710704"/>
                  </a:lnTo>
                  <a:lnTo>
                    <a:pt x="533169" y="1710864"/>
                  </a:lnTo>
                  <a:lnTo>
                    <a:pt x="531256" y="1711744"/>
                  </a:lnTo>
                  <a:lnTo>
                    <a:pt x="526039" y="1714143"/>
                  </a:lnTo>
                  <a:lnTo>
                    <a:pt x="525691" y="1714303"/>
                  </a:lnTo>
                  <a:lnTo>
                    <a:pt x="524126" y="1715022"/>
                  </a:lnTo>
                  <a:lnTo>
                    <a:pt x="523953" y="1715102"/>
                  </a:lnTo>
                  <a:lnTo>
                    <a:pt x="522561" y="1715742"/>
                  </a:lnTo>
                  <a:lnTo>
                    <a:pt x="522040" y="1715982"/>
                  </a:lnTo>
                  <a:lnTo>
                    <a:pt x="521692" y="1716142"/>
                  </a:lnTo>
                  <a:lnTo>
                    <a:pt x="519953" y="1716942"/>
                  </a:lnTo>
                  <a:lnTo>
                    <a:pt x="518388" y="1717662"/>
                  </a:lnTo>
                  <a:lnTo>
                    <a:pt x="517344" y="1718141"/>
                  </a:lnTo>
                  <a:lnTo>
                    <a:pt x="515258" y="1719101"/>
                  </a:lnTo>
                  <a:lnTo>
                    <a:pt x="514736" y="1719341"/>
                  </a:lnTo>
                  <a:lnTo>
                    <a:pt x="514562" y="1719421"/>
                  </a:lnTo>
                  <a:lnTo>
                    <a:pt x="510910" y="1721101"/>
                  </a:lnTo>
                  <a:lnTo>
                    <a:pt x="505519" y="1723581"/>
                  </a:lnTo>
                  <a:lnTo>
                    <a:pt x="505345" y="1723661"/>
                  </a:lnTo>
                  <a:lnTo>
                    <a:pt x="503780" y="1724381"/>
                  </a:lnTo>
                  <a:lnTo>
                    <a:pt x="501694" y="1725341"/>
                  </a:lnTo>
                  <a:lnTo>
                    <a:pt x="499781" y="1726221"/>
                  </a:lnTo>
                  <a:lnTo>
                    <a:pt x="496129" y="1727901"/>
                  </a:lnTo>
                  <a:lnTo>
                    <a:pt x="494216" y="1728781"/>
                  </a:lnTo>
                  <a:lnTo>
                    <a:pt x="493868" y="1728941"/>
                  </a:lnTo>
                  <a:lnTo>
                    <a:pt x="492129" y="1729742"/>
                  </a:lnTo>
                  <a:lnTo>
                    <a:pt x="488651" y="1731342"/>
                  </a:lnTo>
                  <a:lnTo>
                    <a:pt x="488477" y="1731422"/>
                  </a:lnTo>
                  <a:lnTo>
                    <a:pt x="484999" y="1733023"/>
                  </a:lnTo>
                  <a:lnTo>
                    <a:pt x="484478" y="1733263"/>
                  </a:lnTo>
                  <a:lnTo>
                    <a:pt x="481522" y="1734623"/>
                  </a:lnTo>
                  <a:lnTo>
                    <a:pt x="479783" y="1735424"/>
                  </a:lnTo>
                  <a:lnTo>
                    <a:pt x="477696" y="1736384"/>
                  </a:lnTo>
                  <a:lnTo>
                    <a:pt x="477174" y="1736624"/>
                  </a:lnTo>
                  <a:lnTo>
                    <a:pt x="471783" y="1739106"/>
                  </a:lnTo>
                  <a:lnTo>
                    <a:pt x="470566" y="1739666"/>
                  </a:lnTo>
                  <a:lnTo>
                    <a:pt x="470218" y="1739826"/>
                  </a:lnTo>
                  <a:lnTo>
                    <a:pt x="469870" y="1739987"/>
                  </a:lnTo>
                  <a:lnTo>
                    <a:pt x="466914" y="1741347"/>
                  </a:lnTo>
                  <a:lnTo>
                    <a:pt x="465349" y="1742068"/>
                  </a:lnTo>
                  <a:lnTo>
                    <a:pt x="461176" y="1743990"/>
                  </a:lnTo>
                  <a:lnTo>
                    <a:pt x="458219" y="1745351"/>
                  </a:lnTo>
                  <a:lnTo>
                    <a:pt x="452307" y="1748073"/>
                  </a:lnTo>
                  <a:lnTo>
                    <a:pt x="444307" y="1751757"/>
                  </a:lnTo>
                  <a:lnTo>
                    <a:pt x="440656" y="1753439"/>
                  </a:lnTo>
                  <a:lnTo>
                    <a:pt x="437352" y="1754961"/>
                  </a:lnTo>
                  <a:lnTo>
                    <a:pt x="437178" y="1755041"/>
                  </a:lnTo>
                  <a:lnTo>
                    <a:pt x="435091" y="1756003"/>
                  </a:lnTo>
                  <a:lnTo>
                    <a:pt x="428831" y="1758887"/>
                  </a:lnTo>
                  <a:lnTo>
                    <a:pt x="420310" y="1762812"/>
                  </a:lnTo>
                  <a:lnTo>
                    <a:pt x="418397" y="1763694"/>
                  </a:lnTo>
                  <a:lnTo>
                    <a:pt x="417527" y="1764094"/>
                  </a:lnTo>
                  <a:lnTo>
                    <a:pt x="413875" y="1765777"/>
                  </a:lnTo>
                  <a:lnTo>
                    <a:pt x="411093" y="1767060"/>
                  </a:lnTo>
                  <a:lnTo>
                    <a:pt x="410050" y="1767540"/>
                  </a:lnTo>
                  <a:lnTo>
                    <a:pt x="405528" y="1769624"/>
                  </a:lnTo>
                  <a:lnTo>
                    <a:pt x="402050" y="1771227"/>
                  </a:lnTo>
                  <a:lnTo>
                    <a:pt x="401529" y="1771468"/>
                  </a:lnTo>
                  <a:lnTo>
                    <a:pt x="397007" y="1773552"/>
                  </a:lnTo>
                  <a:lnTo>
                    <a:pt x="393182" y="1775315"/>
                  </a:lnTo>
                  <a:lnTo>
                    <a:pt x="382052" y="1780446"/>
                  </a:lnTo>
                  <a:lnTo>
                    <a:pt x="379792" y="1781489"/>
                  </a:lnTo>
                  <a:lnTo>
                    <a:pt x="374575" y="1783894"/>
                  </a:lnTo>
                  <a:lnTo>
                    <a:pt x="373183" y="1784536"/>
                  </a:lnTo>
                  <a:lnTo>
                    <a:pt x="372662" y="1784776"/>
                  </a:lnTo>
                  <a:lnTo>
                    <a:pt x="370401" y="1785819"/>
                  </a:lnTo>
                  <a:lnTo>
                    <a:pt x="366228" y="1787744"/>
                  </a:lnTo>
                  <a:lnTo>
                    <a:pt x="364489" y="1788546"/>
                  </a:lnTo>
                  <a:lnTo>
                    <a:pt x="362576" y="1789428"/>
                  </a:lnTo>
                  <a:lnTo>
                    <a:pt x="359619" y="1790792"/>
                  </a:lnTo>
                  <a:lnTo>
                    <a:pt x="352142" y="1794241"/>
                  </a:lnTo>
                  <a:lnTo>
                    <a:pt x="351794" y="1794401"/>
                  </a:lnTo>
                  <a:lnTo>
                    <a:pt x="350229" y="1795123"/>
                  </a:lnTo>
                  <a:lnTo>
                    <a:pt x="350055" y="1795204"/>
                  </a:lnTo>
                  <a:lnTo>
                    <a:pt x="348664" y="1795845"/>
                  </a:lnTo>
                  <a:lnTo>
                    <a:pt x="348142" y="1796086"/>
                  </a:lnTo>
                  <a:lnTo>
                    <a:pt x="347794" y="1796246"/>
                  </a:lnTo>
                  <a:lnTo>
                    <a:pt x="346055" y="1797049"/>
                  </a:lnTo>
                  <a:lnTo>
                    <a:pt x="344490" y="1797771"/>
                  </a:lnTo>
                  <a:lnTo>
                    <a:pt x="341360" y="1799215"/>
                  </a:lnTo>
                  <a:lnTo>
                    <a:pt x="340838" y="1799456"/>
                  </a:lnTo>
                  <a:lnTo>
                    <a:pt x="340665" y="1799536"/>
                  </a:lnTo>
                  <a:lnTo>
                    <a:pt x="337013" y="1801221"/>
                  </a:lnTo>
                  <a:lnTo>
                    <a:pt x="331622" y="1803709"/>
                  </a:lnTo>
                  <a:lnTo>
                    <a:pt x="331448" y="1803789"/>
                  </a:lnTo>
                  <a:lnTo>
                    <a:pt x="329709" y="1804591"/>
                  </a:lnTo>
                  <a:lnTo>
                    <a:pt x="325883" y="1806357"/>
                  </a:lnTo>
                  <a:lnTo>
                    <a:pt x="322231" y="1808042"/>
                  </a:lnTo>
                  <a:lnTo>
                    <a:pt x="320319" y="1808925"/>
                  </a:lnTo>
                  <a:lnTo>
                    <a:pt x="318232" y="1809888"/>
                  </a:lnTo>
                  <a:lnTo>
                    <a:pt x="314754" y="1811494"/>
                  </a:lnTo>
                  <a:lnTo>
                    <a:pt x="311102" y="1813179"/>
                  </a:lnTo>
                  <a:lnTo>
                    <a:pt x="310580" y="1813420"/>
                  </a:lnTo>
                  <a:lnTo>
                    <a:pt x="305885" y="1815588"/>
                  </a:lnTo>
                  <a:lnTo>
                    <a:pt x="303798" y="1816551"/>
                  </a:lnTo>
                  <a:lnTo>
                    <a:pt x="296669" y="1819843"/>
                  </a:lnTo>
                  <a:lnTo>
                    <a:pt x="296321" y="1820004"/>
                  </a:lnTo>
                  <a:lnTo>
                    <a:pt x="295973" y="1820164"/>
                  </a:lnTo>
                  <a:lnTo>
                    <a:pt x="293017" y="1821529"/>
                  </a:lnTo>
                  <a:lnTo>
                    <a:pt x="291452" y="1822252"/>
                  </a:lnTo>
                  <a:lnTo>
                    <a:pt x="287278" y="1824179"/>
                  </a:lnTo>
                  <a:lnTo>
                    <a:pt x="286582" y="1824500"/>
                  </a:lnTo>
                  <a:lnTo>
                    <a:pt x="278409" y="1828275"/>
                  </a:lnTo>
                  <a:lnTo>
                    <a:pt x="274931" y="1829881"/>
                  </a:lnTo>
                  <a:lnTo>
                    <a:pt x="270410" y="1831970"/>
                  </a:lnTo>
                  <a:lnTo>
                    <a:pt x="266758" y="1833657"/>
                  </a:lnTo>
                  <a:lnTo>
                    <a:pt x="263454" y="1835183"/>
                  </a:lnTo>
                  <a:lnTo>
                    <a:pt x="263280" y="1835263"/>
                  </a:lnTo>
                  <a:lnTo>
                    <a:pt x="243630" y="1844343"/>
                  </a:lnTo>
                  <a:lnTo>
                    <a:pt x="239978" y="1846030"/>
                  </a:lnTo>
                  <a:lnTo>
                    <a:pt x="237196" y="1847316"/>
                  </a:lnTo>
                  <a:lnTo>
                    <a:pt x="236152" y="1847798"/>
                  </a:lnTo>
                  <a:lnTo>
                    <a:pt x="231631" y="1849888"/>
                  </a:lnTo>
                  <a:lnTo>
                    <a:pt x="228153" y="1851496"/>
                  </a:lnTo>
                  <a:lnTo>
                    <a:pt x="223110" y="1853827"/>
                  </a:lnTo>
                  <a:lnTo>
                    <a:pt x="200677" y="1864198"/>
                  </a:lnTo>
                  <a:lnTo>
                    <a:pt x="199286" y="1864841"/>
                  </a:lnTo>
                  <a:lnTo>
                    <a:pt x="196504" y="1866128"/>
                  </a:lnTo>
                  <a:lnTo>
                    <a:pt x="178244" y="1874572"/>
                  </a:lnTo>
                  <a:lnTo>
                    <a:pt x="177897" y="1874733"/>
                  </a:lnTo>
                  <a:lnTo>
                    <a:pt x="173897" y="1876583"/>
                  </a:lnTo>
                  <a:lnTo>
                    <a:pt x="172158" y="1877388"/>
                  </a:lnTo>
                  <a:lnTo>
                    <a:pt x="169550" y="1878594"/>
                  </a:lnTo>
                  <a:lnTo>
                    <a:pt x="155812" y="1884950"/>
                  </a:lnTo>
                  <a:lnTo>
                    <a:pt x="151986" y="1886721"/>
                  </a:lnTo>
                  <a:lnTo>
                    <a:pt x="129901" y="1896941"/>
                  </a:lnTo>
                  <a:lnTo>
                    <a:pt x="112685" y="1904911"/>
                  </a:lnTo>
                  <a:lnTo>
                    <a:pt x="101034" y="1910305"/>
                  </a:lnTo>
                  <a:lnTo>
                    <a:pt x="87296" y="1916667"/>
                  </a:lnTo>
                  <a:lnTo>
                    <a:pt x="0" y="195711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" name="pg9"/>
            <p:cNvSpPr/>
            <p:nvPr/>
          </p:nvSpPr>
          <p:spPr>
            <a:xfrm>
              <a:off x="3317373" y="2740988"/>
              <a:ext cx="4475424" cy="1945558"/>
            </a:xfrm>
            <a:custGeom>
              <a:avLst/>
              <a:pathLst>
                <a:path w="4475424" h="1945558">
                  <a:moveTo>
                    <a:pt x="0" y="1816366"/>
                  </a:moveTo>
                  <a:lnTo>
                    <a:pt x="87296" y="1783064"/>
                  </a:lnTo>
                  <a:lnTo>
                    <a:pt x="101034" y="1777818"/>
                  </a:lnTo>
                  <a:lnTo>
                    <a:pt x="112685" y="1773367"/>
                  </a:lnTo>
                  <a:lnTo>
                    <a:pt x="129901" y="1766789"/>
                  </a:lnTo>
                  <a:lnTo>
                    <a:pt x="151986" y="1758347"/>
                  </a:lnTo>
                  <a:lnTo>
                    <a:pt x="155812" y="1756884"/>
                  </a:lnTo>
                  <a:lnTo>
                    <a:pt x="169550" y="1751630"/>
                  </a:lnTo>
                  <a:lnTo>
                    <a:pt x="172158" y="1750632"/>
                  </a:lnTo>
                  <a:lnTo>
                    <a:pt x="173897" y="1749967"/>
                  </a:lnTo>
                  <a:lnTo>
                    <a:pt x="177897" y="1748437"/>
                  </a:lnTo>
                  <a:lnTo>
                    <a:pt x="178244" y="1748304"/>
                  </a:lnTo>
                  <a:lnTo>
                    <a:pt x="196504" y="1741317"/>
                  </a:lnTo>
                  <a:lnTo>
                    <a:pt x="199286" y="1740252"/>
                  </a:lnTo>
                  <a:lnTo>
                    <a:pt x="200677" y="1739720"/>
                  </a:lnTo>
                  <a:lnTo>
                    <a:pt x="223110" y="1731131"/>
                  </a:lnTo>
                  <a:lnTo>
                    <a:pt x="228153" y="1729199"/>
                  </a:lnTo>
                  <a:lnTo>
                    <a:pt x="231631" y="1727867"/>
                  </a:lnTo>
                  <a:lnTo>
                    <a:pt x="236152" y="1726135"/>
                  </a:lnTo>
                  <a:lnTo>
                    <a:pt x="237196" y="1725735"/>
                  </a:lnTo>
                  <a:lnTo>
                    <a:pt x="239978" y="1724670"/>
                  </a:lnTo>
                  <a:lnTo>
                    <a:pt x="243630" y="1723270"/>
                  </a:lnTo>
                  <a:lnTo>
                    <a:pt x="263280" y="1715739"/>
                  </a:lnTo>
                  <a:lnTo>
                    <a:pt x="263454" y="1715673"/>
                  </a:lnTo>
                  <a:lnTo>
                    <a:pt x="266758" y="1714406"/>
                  </a:lnTo>
                  <a:lnTo>
                    <a:pt x="270410" y="1713006"/>
                  </a:lnTo>
                  <a:lnTo>
                    <a:pt x="274931" y="1711273"/>
                  </a:lnTo>
                  <a:lnTo>
                    <a:pt x="278409" y="1709939"/>
                  </a:lnTo>
                  <a:lnTo>
                    <a:pt x="286582" y="1706805"/>
                  </a:lnTo>
                  <a:lnTo>
                    <a:pt x="287278" y="1706538"/>
                  </a:lnTo>
                  <a:lnTo>
                    <a:pt x="291452" y="1704937"/>
                  </a:lnTo>
                  <a:lnTo>
                    <a:pt x="293017" y="1704337"/>
                  </a:lnTo>
                  <a:lnTo>
                    <a:pt x="295973" y="1703202"/>
                  </a:lnTo>
                  <a:lnTo>
                    <a:pt x="296321" y="1703069"/>
                  </a:lnTo>
                  <a:lnTo>
                    <a:pt x="296669" y="1702936"/>
                  </a:lnTo>
                  <a:lnTo>
                    <a:pt x="303798" y="1700200"/>
                  </a:lnTo>
                  <a:lnTo>
                    <a:pt x="305885" y="1699399"/>
                  </a:lnTo>
                  <a:lnTo>
                    <a:pt x="310580" y="1697598"/>
                  </a:lnTo>
                  <a:lnTo>
                    <a:pt x="311102" y="1697397"/>
                  </a:lnTo>
                  <a:lnTo>
                    <a:pt x="314754" y="1695996"/>
                  </a:lnTo>
                  <a:lnTo>
                    <a:pt x="318232" y="1694661"/>
                  </a:lnTo>
                  <a:lnTo>
                    <a:pt x="320319" y="1693860"/>
                  </a:lnTo>
                  <a:lnTo>
                    <a:pt x="322231" y="1693126"/>
                  </a:lnTo>
                  <a:lnTo>
                    <a:pt x="325883" y="1691724"/>
                  </a:lnTo>
                  <a:lnTo>
                    <a:pt x="329709" y="1690255"/>
                  </a:lnTo>
                  <a:lnTo>
                    <a:pt x="331448" y="1689587"/>
                  </a:lnTo>
                  <a:lnTo>
                    <a:pt x="331622" y="1689520"/>
                  </a:lnTo>
                  <a:lnTo>
                    <a:pt x="337013" y="1687450"/>
                  </a:lnTo>
                  <a:lnTo>
                    <a:pt x="340665" y="1686048"/>
                  </a:lnTo>
                  <a:lnTo>
                    <a:pt x="340838" y="1685981"/>
                  </a:lnTo>
                  <a:lnTo>
                    <a:pt x="341360" y="1685781"/>
                  </a:lnTo>
                  <a:lnTo>
                    <a:pt x="344490" y="1684578"/>
                  </a:lnTo>
                  <a:lnTo>
                    <a:pt x="346055" y="1683977"/>
                  </a:lnTo>
                  <a:lnTo>
                    <a:pt x="347794" y="1683309"/>
                  </a:lnTo>
                  <a:lnTo>
                    <a:pt x="348142" y="1683176"/>
                  </a:lnTo>
                  <a:lnTo>
                    <a:pt x="348664" y="1682975"/>
                  </a:lnTo>
                  <a:lnTo>
                    <a:pt x="350055" y="1682441"/>
                  </a:lnTo>
                  <a:lnTo>
                    <a:pt x="350229" y="1682374"/>
                  </a:lnTo>
                  <a:lnTo>
                    <a:pt x="351794" y="1681773"/>
                  </a:lnTo>
                  <a:lnTo>
                    <a:pt x="352142" y="1681639"/>
                  </a:lnTo>
                  <a:lnTo>
                    <a:pt x="359619" y="1678766"/>
                  </a:lnTo>
                  <a:lnTo>
                    <a:pt x="362576" y="1677630"/>
                  </a:lnTo>
                  <a:lnTo>
                    <a:pt x="364489" y="1676895"/>
                  </a:lnTo>
                  <a:lnTo>
                    <a:pt x="366228" y="1676227"/>
                  </a:lnTo>
                  <a:lnTo>
                    <a:pt x="370401" y="1674623"/>
                  </a:lnTo>
                  <a:lnTo>
                    <a:pt x="372662" y="1673754"/>
                  </a:lnTo>
                  <a:lnTo>
                    <a:pt x="373183" y="1673553"/>
                  </a:lnTo>
                  <a:lnTo>
                    <a:pt x="374575" y="1673019"/>
                  </a:lnTo>
                  <a:lnTo>
                    <a:pt x="379792" y="1671013"/>
                  </a:lnTo>
                  <a:lnTo>
                    <a:pt x="382052" y="1670144"/>
                  </a:lnTo>
                  <a:lnTo>
                    <a:pt x="393182" y="1665865"/>
                  </a:lnTo>
                  <a:lnTo>
                    <a:pt x="397007" y="1664393"/>
                  </a:lnTo>
                  <a:lnTo>
                    <a:pt x="401529" y="1662654"/>
                  </a:lnTo>
                  <a:lnTo>
                    <a:pt x="402050" y="1662453"/>
                  </a:lnTo>
                  <a:lnTo>
                    <a:pt x="405528" y="1661116"/>
                  </a:lnTo>
                  <a:lnTo>
                    <a:pt x="410050" y="1659376"/>
                  </a:lnTo>
                  <a:lnTo>
                    <a:pt x="411093" y="1658975"/>
                  </a:lnTo>
                  <a:lnTo>
                    <a:pt x="413875" y="1657904"/>
                  </a:lnTo>
                  <a:lnTo>
                    <a:pt x="417527" y="1656499"/>
                  </a:lnTo>
                  <a:lnTo>
                    <a:pt x="418397" y="1656164"/>
                  </a:lnTo>
                  <a:lnTo>
                    <a:pt x="420310" y="1655428"/>
                  </a:lnTo>
                  <a:lnTo>
                    <a:pt x="428831" y="1652148"/>
                  </a:lnTo>
                  <a:lnTo>
                    <a:pt x="435091" y="1649738"/>
                  </a:lnTo>
                  <a:lnTo>
                    <a:pt x="437178" y="1648935"/>
                  </a:lnTo>
                  <a:lnTo>
                    <a:pt x="437352" y="1648868"/>
                  </a:lnTo>
                  <a:lnTo>
                    <a:pt x="440656" y="1647596"/>
                  </a:lnTo>
                  <a:lnTo>
                    <a:pt x="444307" y="1646189"/>
                  </a:lnTo>
                  <a:lnTo>
                    <a:pt x="452307" y="1643109"/>
                  </a:lnTo>
                  <a:lnTo>
                    <a:pt x="458219" y="1640831"/>
                  </a:lnTo>
                  <a:lnTo>
                    <a:pt x="461176" y="1639692"/>
                  </a:lnTo>
                  <a:lnTo>
                    <a:pt x="465349" y="1638084"/>
                  </a:lnTo>
                  <a:lnTo>
                    <a:pt x="466914" y="1637481"/>
                  </a:lnTo>
                  <a:lnTo>
                    <a:pt x="469870" y="1636342"/>
                  </a:lnTo>
                  <a:lnTo>
                    <a:pt x="470218" y="1636208"/>
                  </a:lnTo>
                  <a:lnTo>
                    <a:pt x="470566" y="1636074"/>
                  </a:lnTo>
                  <a:lnTo>
                    <a:pt x="471783" y="1635605"/>
                  </a:lnTo>
                  <a:lnTo>
                    <a:pt x="477174" y="1633527"/>
                  </a:lnTo>
                  <a:lnTo>
                    <a:pt x="477696" y="1633326"/>
                  </a:lnTo>
                  <a:lnTo>
                    <a:pt x="479783" y="1632521"/>
                  </a:lnTo>
                  <a:lnTo>
                    <a:pt x="481522" y="1631851"/>
                  </a:lnTo>
                  <a:lnTo>
                    <a:pt x="484478" y="1630711"/>
                  </a:lnTo>
                  <a:lnTo>
                    <a:pt x="484999" y="1630510"/>
                  </a:lnTo>
                  <a:lnTo>
                    <a:pt x="488477" y="1629169"/>
                  </a:lnTo>
                  <a:lnTo>
                    <a:pt x="488651" y="1629102"/>
                  </a:lnTo>
                  <a:lnTo>
                    <a:pt x="492129" y="1627761"/>
                  </a:lnTo>
                  <a:lnTo>
                    <a:pt x="493868" y="1627091"/>
                  </a:lnTo>
                  <a:lnTo>
                    <a:pt x="494216" y="1626957"/>
                  </a:lnTo>
                  <a:lnTo>
                    <a:pt x="496129" y="1626219"/>
                  </a:lnTo>
                  <a:lnTo>
                    <a:pt x="499781" y="1624810"/>
                  </a:lnTo>
                  <a:lnTo>
                    <a:pt x="501694" y="1624073"/>
                  </a:lnTo>
                  <a:lnTo>
                    <a:pt x="503780" y="1623268"/>
                  </a:lnTo>
                  <a:lnTo>
                    <a:pt x="505345" y="1622664"/>
                  </a:lnTo>
                  <a:lnTo>
                    <a:pt x="505519" y="1622597"/>
                  </a:lnTo>
                  <a:lnTo>
                    <a:pt x="510910" y="1620517"/>
                  </a:lnTo>
                  <a:lnTo>
                    <a:pt x="514562" y="1619108"/>
                  </a:lnTo>
                  <a:lnTo>
                    <a:pt x="514736" y="1619041"/>
                  </a:lnTo>
                  <a:lnTo>
                    <a:pt x="515258" y="1618840"/>
                  </a:lnTo>
                  <a:lnTo>
                    <a:pt x="517344" y="1618035"/>
                  </a:lnTo>
                  <a:lnTo>
                    <a:pt x="518388" y="1617632"/>
                  </a:lnTo>
                  <a:lnTo>
                    <a:pt x="519953" y="1617028"/>
                  </a:lnTo>
                  <a:lnTo>
                    <a:pt x="521692" y="1616357"/>
                  </a:lnTo>
                  <a:lnTo>
                    <a:pt x="522040" y="1616223"/>
                  </a:lnTo>
                  <a:lnTo>
                    <a:pt x="522561" y="1616021"/>
                  </a:lnTo>
                  <a:lnTo>
                    <a:pt x="523953" y="1615485"/>
                  </a:lnTo>
                  <a:lnTo>
                    <a:pt x="524126" y="1615417"/>
                  </a:lnTo>
                  <a:lnTo>
                    <a:pt x="525691" y="1614813"/>
                  </a:lnTo>
                  <a:lnTo>
                    <a:pt x="526039" y="1614679"/>
                  </a:lnTo>
                  <a:lnTo>
                    <a:pt x="531256" y="1612665"/>
                  </a:lnTo>
                  <a:lnTo>
                    <a:pt x="533169" y="1611927"/>
                  </a:lnTo>
                  <a:lnTo>
                    <a:pt x="533517" y="1611793"/>
                  </a:lnTo>
                  <a:lnTo>
                    <a:pt x="533865" y="1611658"/>
                  </a:lnTo>
                  <a:lnTo>
                    <a:pt x="536473" y="1610651"/>
                  </a:lnTo>
                  <a:lnTo>
                    <a:pt x="538386" y="1609913"/>
                  </a:lnTo>
                  <a:lnTo>
                    <a:pt x="540125" y="1609241"/>
                  </a:lnTo>
                  <a:lnTo>
                    <a:pt x="544299" y="1607630"/>
                  </a:lnTo>
                  <a:lnTo>
                    <a:pt x="546559" y="1606757"/>
                  </a:lnTo>
                  <a:lnTo>
                    <a:pt x="547081" y="1606555"/>
                  </a:lnTo>
                  <a:lnTo>
                    <a:pt x="548472" y="1606018"/>
                  </a:lnTo>
                  <a:lnTo>
                    <a:pt x="549863" y="1605481"/>
                  </a:lnTo>
                  <a:lnTo>
                    <a:pt x="553689" y="1604003"/>
                  </a:lnTo>
                  <a:lnTo>
                    <a:pt x="555950" y="1603130"/>
                  </a:lnTo>
                  <a:lnTo>
                    <a:pt x="567079" y="1598830"/>
                  </a:lnTo>
                  <a:lnTo>
                    <a:pt x="570905" y="1597351"/>
                  </a:lnTo>
                  <a:lnTo>
                    <a:pt x="575426" y="1595604"/>
                  </a:lnTo>
                  <a:lnTo>
                    <a:pt x="579426" y="1594058"/>
                  </a:lnTo>
                  <a:lnTo>
                    <a:pt x="583947" y="1592310"/>
                  </a:lnTo>
                  <a:lnTo>
                    <a:pt x="584991" y="1591906"/>
                  </a:lnTo>
                  <a:lnTo>
                    <a:pt x="587773" y="1590830"/>
                  </a:lnTo>
                  <a:lnTo>
                    <a:pt x="591425" y="1589418"/>
                  </a:lnTo>
                  <a:lnTo>
                    <a:pt x="592294" y="1589082"/>
                  </a:lnTo>
                  <a:lnTo>
                    <a:pt x="594207" y="1588342"/>
                  </a:lnTo>
                  <a:lnTo>
                    <a:pt x="602728" y="1585046"/>
                  </a:lnTo>
                  <a:lnTo>
                    <a:pt x="608988" y="1582625"/>
                  </a:lnTo>
                  <a:lnTo>
                    <a:pt x="611075" y="1581817"/>
                  </a:lnTo>
                  <a:lnTo>
                    <a:pt x="611249" y="1581750"/>
                  </a:lnTo>
                  <a:lnTo>
                    <a:pt x="614553" y="1580471"/>
                  </a:lnTo>
                  <a:lnTo>
                    <a:pt x="618205" y="1579058"/>
                  </a:lnTo>
                  <a:lnTo>
                    <a:pt x="622726" y="1577308"/>
                  </a:lnTo>
                  <a:lnTo>
                    <a:pt x="626204" y="1575962"/>
                  </a:lnTo>
                  <a:lnTo>
                    <a:pt x="632117" y="1573673"/>
                  </a:lnTo>
                  <a:lnTo>
                    <a:pt x="634377" y="1572798"/>
                  </a:lnTo>
                  <a:lnTo>
                    <a:pt x="635073" y="1572528"/>
                  </a:lnTo>
                  <a:lnTo>
                    <a:pt x="639247" y="1570912"/>
                  </a:lnTo>
                  <a:lnTo>
                    <a:pt x="640812" y="1570306"/>
                  </a:lnTo>
                  <a:lnTo>
                    <a:pt x="643768" y="1569161"/>
                  </a:lnTo>
                  <a:lnTo>
                    <a:pt x="644116" y="1569026"/>
                  </a:lnTo>
                  <a:lnTo>
                    <a:pt x="644463" y="1568892"/>
                  </a:lnTo>
                  <a:lnTo>
                    <a:pt x="645681" y="1568420"/>
                  </a:lnTo>
                  <a:lnTo>
                    <a:pt x="649680" y="1566871"/>
                  </a:lnTo>
                  <a:lnTo>
                    <a:pt x="651072" y="1566332"/>
                  </a:lnTo>
                  <a:lnTo>
                    <a:pt x="651593" y="1566130"/>
                  </a:lnTo>
                  <a:lnTo>
                    <a:pt x="653680" y="1565321"/>
                  </a:lnTo>
                  <a:lnTo>
                    <a:pt x="655419" y="1564648"/>
                  </a:lnTo>
                  <a:lnTo>
                    <a:pt x="658375" y="1563502"/>
                  </a:lnTo>
                  <a:lnTo>
                    <a:pt x="658897" y="1563300"/>
                  </a:lnTo>
                  <a:lnTo>
                    <a:pt x="662375" y="1561952"/>
                  </a:lnTo>
                  <a:lnTo>
                    <a:pt x="662549" y="1561885"/>
                  </a:lnTo>
                  <a:lnTo>
                    <a:pt x="666027" y="1560537"/>
                  </a:lnTo>
                  <a:lnTo>
                    <a:pt x="667766" y="1559863"/>
                  </a:lnTo>
                  <a:lnTo>
                    <a:pt x="668113" y="1559728"/>
                  </a:lnTo>
                  <a:lnTo>
                    <a:pt x="670026" y="1558987"/>
                  </a:lnTo>
                  <a:lnTo>
                    <a:pt x="673678" y="1557571"/>
                  </a:lnTo>
                  <a:lnTo>
                    <a:pt x="675591" y="1556829"/>
                  </a:lnTo>
                  <a:lnTo>
                    <a:pt x="677504" y="1556088"/>
                  </a:lnTo>
                  <a:lnTo>
                    <a:pt x="677678" y="1556020"/>
                  </a:lnTo>
                  <a:lnTo>
                    <a:pt x="679243" y="1555414"/>
                  </a:lnTo>
                  <a:lnTo>
                    <a:pt x="679417" y="1555346"/>
                  </a:lnTo>
                  <a:lnTo>
                    <a:pt x="684808" y="1553256"/>
                  </a:lnTo>
                  <a:lnTo>
                    <a:pt x="688459" y="1551839"/>
                  </a:lnTo>
                  <a:lnTo>
                    <a:pt x="688633" y="1551772"/>
                  </a:lnTo>
                  <a:lnTo>
                    <a:pt x="689155" y="1551570"/>
                  </a:lnTo>
                  <a:lnTo>
                    <a:pt x="691242" y="1550760"/>
                  </a:lnTo>
                  <a:lnTo>
                    <a:pt x="692285" y="1550355"/>
                  </a:lnTo>
                  <a:lnTo>
                    <a:pt x="693850" y="1549748"/>
                  </a:lnTo>
                  <a:lnTo>
                    <a:pt x="695589" y="1549074"/>
                  </a:lnTo>
                  <a:lnTo>
                    <a:pt x="695937" y="1548939"/>
                  </a:lnTo>
                  <a:lnTo>
                    <a:pt x="696459" y="1548736"/>
                  </a:lnTo>
                  <a:lnTo>
                    <a:pt x="697850" y="1548197"/>
                  </a:lnTo>
                  <a:lnTo>
                    <a:pt x="698024" y="1548129"/>
                  </a:lnTo>
                  <a:lnTo>
                    <a:pt x="699589" y="1547522"/>
                  </a:lnTo>
                  <a:lnTo>
                    <a:pt x="699937" y="1547387"/>
                  </a:lnTo>
                  <a:lnTo>
                    <a:pt x="705154" y="1545363"/>
                  </a:lnTo>
                  <a:lnTo>
                    <a:pt x="707067" y="1544621"/>
                  </a:lnTo>
                  <a:lnTo>
                    <a:pt x="707414" y="1544486"/>
                  </a:lnTo>
                  <a:lnTo>
                    <a:pt x="707762" y="1544351"/>
                  </a:lnTo>
                  <a:lnTo>
                    <a:pt x="712283" y="1542596"/>
                  </a:lnTo>
                  <a:lnTo>
                    <a:pt x="714022" y="1541921"/>
                  </a:lnTo>
                  <a:lnTo>
                    <a:pt x="718196" y="1540301"/>
                  </a:lnTo>
                  <a:lnTo>
                    <a:pt x="720457" y="1539423"/>
                  </a:lnTo>
                  <a:lnTo>
                    <a:pt x="720978" y="1539221"/>
                  </a:lnTo>
                  <a:lnTo>
                    <a:pt x="722369" y="1538680"/>
                  </a:lnTo>
                  <a:lnTo>
                    <a:pt x="723761" y="1538140"/>
                  </a:lnTo>
                  <a:lnTo>
                    <a:pt x="727586" y="1536655"/>
                  </a:lnTo>
                  <a:lnTo>
                    <a:pt x="729847" y="1535777"/>
                  </a:lnTo>
                  <a:lnTo>
                    <a:pt x="740977" y="1531454"/>
                  </a:lnTo>
                  <a:lnTo>
                    <a:pt x="744802" y="1529967"/>
                  </a:lnTo>
                  <a:lnTo>
                    <a:pt x="749324" y="1528211"/>
                  </a:lnTo>
                  <a:lnTo>
                    <a:pt x="749845" y="1528008"/>
                  </a:lnTo>
                  <a:lnTo>
                    <a:pt x="753323" y="1526656"/>
                  </a:lnTo>
                  <a:lnTo>
                    <a:pt x="757845" y="1524899"/>
                  </a:lnTo>
                  <a:lnTo>
                    <a:pt x="758888" y="1524493"/>
                  </a:lnTo>
                  <a:lnTo>
                    <a:pt x="761670" y="1523412"/>
                  </a:lnTo>
                  <a:lnTo>
                    <a:pt x="765322" y="1521992"/>
                  </a:lnTo>
                  <a:lnTo>
                    <a:pt x="766192" y="1521654"/>
                  </a:lnTo>
                  <a:lnTo>
                    <a:pt x="768105" y="1520910"/>
                  </a:lnTo>
                  <a:lnTo>
                    <a:pt x="776625" y="1517596"/>
                  </a:lnTo>
                  <a:lnTo>
                    <a:pt x="782886" y="1515161"/>
                  </a:lnTo>
                  <a:lnTo>
                    <a:pt x="784973" y="1514349"/>
                  </a:lnTo>
                  <a:lnTo>
                    <a:pt x="785146" y="1514282"/>
                  </a:lnTo>
                  <a:lnTo>
                    <a:pt x="788451" y="1512996"/>
                  </a:lnTo>
                  <a:lnTo>
                    <a:pt x="792102" y="1511575"/>
                  </a:lnTo>
                  <a:lnTo>
                    <a:pt x="796624" y="1509816"/>
                  </a:lnTo>
                  <a:lnTo>
                    <a:pt x="800102" y="1508462"/>
                  </a:lnTo>
                  <a:lnTo>
                    <a:pt x="806014" y="1506160"/>
                  </a:lnTo>
                  <a:lnTo>
                    <a:pt x="808275" y="1505280"/>
                  </a:lnTo>
                  <a:lnTo>
                    <a:pt x="808970" y="1505009"/>
                  </a:lnTo>
                  <a:lnTo>
                    <a:pt x="813144" y="1503384"/>
                  </a:lnTo>
                  <a:lnTo>
                    <a:pt x="814709" y="1502775"/>
                  </a:lnTo>
                  <a:lnTo>
                    <a:pt x="817665" y="1501624"/>
                  </a:lnTo>
                  <a:lnTo>
                    <a:pt x="818013" y="1501488"/>
                  </a:lnTo>
                  <a:lnTo>
                    <a:pt x="818361" y="1501353"/>
                  </a:lnTo>
                  <a:lnTo>
                    <a:pt x="819578" y="1500878"/>
                  </a:lnTo>
                  <a:lnTo>
                    <a:pt x="823578" y="1499321"/>
                  </a:lnTo>
                  <a:lnTo>
                    <a:pt x="824969" y="1498779"/>
                  </a:lnTo>
                  <a:lnTo>
                    <a:pt x="825491" y="1498575"/>
                  </a:lnTo>
                  <a:lnTo>
                    <a:pt x="827577" y="1497762"/>
                  </a:lnTo>
                  <a:lnTo>
                    <a:pt x="829316" y="1497085"/>
                  </a:lnTo>
                  <a:lnTo>
                    <a:pt x="832273" y="1495933"/>
                  </a:lnTo>
                  <a:lnTo>
                    <a:pt x="832794" y="1495730"/>
                  </a:lnTo>
                  <a:lnTo>
                    <a:pt x="836272" y="1494374"/>
                  </a:lnTo>
                  <a:lnTo>
                    <a:pt x="836446" y="1494307"/>
                  </a:lnTo>
                  <a:lnTo>
                    <a:pt x="839924" y="1492951"/>
                  </a:lnTo>
                  <a:lnTo>
                    <a:pt x="841663" y="1492273"/>
                  </a:lnTo>
                  <a:lnTo>
                    <a:pt x="842011" y="1492138"/>
                  </a:lnTo>
                  <a:lnTo>
                    <a:pt x="843924" y="1491392"/>
                  </a:lnTo>
                  <a:lnTo>
                    <a:pt x="847576" y="1489969"/>
                  </a:lnTo>
                  <a:lnTo>
                    <a:pt x="849489" y="1489223"/>
                  </a:lnTo>
                  <a:lnTo>
                    <a:pt x="851401" y="1488477"/>
                  </a:lnTo>
                  <a:lnTo>
                    <a:pt x="851575" y="1488409"/>
                  </a:lnTo>
                  <a:lnTo>
                    <a:pt x="853140" y="1487799"/>
                  </a:lnTo>
                  <a:lnTo>
                    <a:pt x="853314" y="1487731"/>
                  </a:lnTo>
                  <a:lnTo>
                    <a:pt x="858705" y="1485629"/>
                  </a:lnTo>
                  <a:lnTo>
                    <a:pt x="862357" y="1484204"/>
                  </a:lnTo>
                  <a:lnTo>
                    <a:pt x="862531" y="1484137"/>
                  </a:lnTo>
                  <a:lnTo>
                    <a:pt x="863053" y="1483933"/>
                  </a:lnTo>
                  <a:lnTo>
                    <a:pt x="865139" y="1483119"/>
                  </a:lnTo>
                  <a:lnTo>
                    <a:pt x="866183" y="1482712"/>
                  </a:lnTo>
                  <a:lnTo>
                    <a:pt x="867748" y="1482102"/>
                  </a:lnTo>
                  <a:lnTo>
                    <a:pt x="869487" y="1481423"/>
                  </a:lnTo>
                  <a:lnTo>
                    <a:pt x="869835" y="1481287"/>
                  </a:lnTo>
                  <a:lnTo>
                    <a:pt x="870356" y="1481084"/>
                  </a:lnTo>
                  <a:lnTo>
                    <a:pt x="871747" y="1480541"/>
                  </a:lnTo>
                  <a:lnTo>
                    <a:pt x="871921" y="1480473"/>
                  </a:lnTo>
                  <a:lnTo>
                    <a:pt x="873486" y="1479863"/>
                  </a:lnTo>
                  <a:lnTo>
                    <a:pt x="873834" y="1479727"/>
                  </a:lnTo>
                  <a:lnTo>
                    <a:pt x="879051" y="1477691"/>
                  </a:lnTo>
                  <a:lnTo>
                    <a:pt x="880964" y="1476944"/>
                  </a:lnTo>
                  <a:lnTo>
                    <a:pt x="881312" y="1476809"/>
                  </a:lnTo>
                  <a:lnTo>
                    <a:pt x="881660" y="1476673"/>
                  </a:lnTo>
                  <a:lnTo>
                    <a:pt x="884268" y="1475655"/>
                  </a:lnTo>
                  <a:lnTo>
                    <a:pt x="886181" y="1474908"/>
                  </a:lnTo>
                  <a:lnTo>
                    <a:pt x="887920" y="1474229"/>
                  </a:lnTo>
                  <a:lnTo>
                    <a:pt x="892093" y="1472600"/>
                  </a:lnTo>
                  <a:lnTo>
                    <a:pt x="894354" y="1471717"/>
                  </a:lnTo>
                  <a:lnTo>
                    <a:pt x="894876" y="1471513"/>
                  </a:lnTo>
                  <a:lnTo>
                    <a:pt x="896267" y="1470970"/>
                  </a:lnTo>
                  <a:lnTo>
                    <a:pt x="897658" y="1470427"/>
                  </a:lnTo>
                  <a:lnTo>
                    <a:pt x="901484" y="1468933"/>
                  </a:lnTo>
                  <a:lnTo>
                    <a:pt x="903745" y="1468050"/>
                  </a:lnTo>
                  <a:lnTo>
                    <a:pt x="914874" y="1463702"/>
                  </a:lnTo>
                  <a:lnTo>
                    <a:pt x="918700" y="1462206"/>
                  </a:lnTo>
                  <a:lnTo>
                    <a:pt x="923221" y="1460439"/>
                  </a:lnTo>
                  <a:lnTo>
                    <a:pt x="923743" y="1460235"/>
                  </a:lnTo>
                  <a:lnTo>
                    <a:pt x="927221" y="1458876"/>
                  </a:lnTo>
                  <a:lnTo>
                    <a:pt x="931742" y="1457108"/>
                  </a:lnTo>
                  <a:lnTo>
                    <a:pt x="932785" y="1456700"/>
                  </a:lnTo>
                  <a:lnTo>
                    <a:pt x="935568" y="1455612"/>
                  </a:lnTo>
                  <a:lnTo>
                    <a:pt x="939220" y="1454184"/>
                  </a:lnTo>
                  <a:lnTo>
                    <a:pt x="940089" y="1453844"/>
                  </a:lnTo>
                  <a:lnTo>
                    <a:pt x="942002" y="1453096"/>
                  </a:lnTo>
                  <a:lnTo>
                    <a:pt x="950523" y="1449763"/>
                  </a:lnTo>
                  <a:lnTo>
                    <a:pt x="956783" y="1447313"/>
                  </a:lnTo>
                  <a:lnTo>
                    <a:pt x="958870" y="1446497"/>
                  </a:lnTo>
                  <a:lnTo>
                    <a:pt x="959044" y="1446428"/>
                  </a:lnTo>
                  <a:lnTo>
                    <a:pt x="962348" y="1445135"/>
                  </a:lnTo>
                  <a:lnTo>
                    <a:pt x="966000" y="1443706"/>
                  </a:lnTo>
                  <a:lnTo>
                    <a:pt x="970521" y="1441936"/>
                  </a:lnTo>
                  <a:lnTo>
                    <a:pt x="973999" y="1440574"/>
                  </a:lnTo>
                  <a:lnTo>
                    <a:pt x="979912" y="1438259"/>
                  </a:lnTo>
                  <a:lnTo>
                    <a:pt x="982172" y="1437373"/>
                  </a:lnTo>
                  <a:lnTo>
                    <a:pt x="982868" y="1437101"/>
                  </a:lnTo>
                  <a:lnTo>
                    <a:pt x="987041" y="1435466"/>
                  </a:lnTo>
                  <a:lnTo>
                    <a:pt x="988606" y="1434853"/>
                  </a:lnTo>
                  <a:lnTo>
                    <a:pt x="991563" y="1433695"/>
                  </a:lnTo>
                  <a:lnTo>
                    <a:pt x="991911" y="1433558"/>
                  </a:lnTo>
                  <a:lnTo>
                    <a:pt x="992258" y="1433422"/>
                  </a:lnTo>
                  <a:lnTo>
                    <a:pt x="993476" y="1432945"/>
                  </a:lnTo>
                  <a:lnTo>
                    <a:pt x="997475" y="1431378"/>
                  </a:lnTo>
                  <a:lnTo>
                    <a:pt x="998866" y="1430832"/>
                  </a:lnTo>
                  <a:lnTo>
                    <a:pt x="999388" y="1430628"/>
                  </a:lnTo>
                  <a:lnTo>
                    <a:pt x="1001475" y="1429810"/>
                  </a:lnTo>
                  <a:lnTo>
                    <a:pt x="1003214" y="1429129"/>
                  </a:lnTo>
                  <a:lnTo>
                    <a:pt x="1006170" y="1427970"/>
                  </a:lnTo>
                  <a:lnTo>
                    <a:pt x="1006692" y="1427765"/>
                  </a:lnTo>
                  <a:lnTo>
                    <a:pt x="1010170" y="1426402"/>
                  </a:lnTo>
                  <a:lnTo>
                    <a:pt x="1010344" y="1426333"/>
                  </a:lnTo>
                  <a:lnTo>
                    <a:pt x="1013822" y="1424970"/>
                  </a:lnTo>
                  <a:lnTo>
                    <a:pt x="1015561" y="1424288"/>
                  </a:lnTo>
                  <a:lnTo>
                    <a:pt x="1015908" y="1424151"/>
                  </a:lnTo>
                  <a:lnTo>
                    <a:pt x="1017821" y="1423401"/>
                  </a:lnTo>
                  <a:lnTo>
                    <a:pt x="1021473" y="1421969"/>
                  </a:lnTo>
                  <a:lnTo>
                    <a:pt x="1023386" y="1421219"/>
                  </a:lnTo>
                  <a:lnTo>
                    <a:pt x="1025299" y="1420468"/>
                  </a:lnTo>
                  <a:lnTo>
                    <a:pt x="1025473" y="1420400"/>
                  </a:lnTo>
                  <a:lnTo>
                    <a:pt x="1027038" y="1419786"/>
                  </a:lnTo>
                  <a:lnTo>
                    <a:pt x="1027212" y="1419718"/>
                  </a:lnTo>
                  <a:lnTo>
                    <a:pt x="1032603" y="1417603"/>
                  </a:lnTo>
                  <a:lnTo>
                    <a:pt x="1036254" y="1416170"/>
                  </a:lnTo>
                  <a:lnTo>
                    <a:pt x="1036428" y="1416102"/>
                  </a:lnTo>
                  <a:lnTo>
                    <a:pt x="1036950" y="1415897"/>
                  </a:lnTo>
                  <a:lnTo>
                    <a:pt x="1039037" y="1415078"/>
                  </a:lnTo>
                  <a:lnTo>
                    <a:pt x="1040080" y="1414668"/>
                  </a:lnTo>
                  <a:lnTo>
                    <a:pt x="1041645" y="1414054"/>
                  </a:lnTo>
                  <a:lnTo>
                    <a:pt x="1043384" y="1413371"/>
                  </a:lnTo>
                  <a:lnTo>
                    <a:pt x="1043732" y="1413235"/>
                  </a:lnTo>
                  <a:lnTo>
                    <a:pt x="1044254" y="1413030"/>
                  </a:lnTo>
                  <a:lnTo>
                    <a:pt x="1045645" y="1412484"/>
                  </a:lnTo>
                  <a:lnTo>
                    <a:pt x="1045819" y="1412416"/>
                  </a:lnTo>
                  <a:lnTo>
                    <a:pt x="1047384" y="1411801"/>
                  </a:lnTo>
                  <a:lnTo>
                    <a:pt x="1047732" y="1411665"/>
                  </a:lnTo>
                  <a:lnTo>
                    <a:pt x="1052949" y="1409616"/>
                  </a:lnTo>
                  <a:lnTo>
                    <a:pt x="1054861" y="1408865"/>
                  </a:lnTo>
                  <a:lnTo>
                    <a:pt x="1055209" y="1408729"/>
                  </a:lnTo>
                  <a:lnTo>
                    <a:pt x="1055557" y="1408592"/>
                  </a:lnTo>
                  <a:lnTo>
                    <a:pt x="1058165" y="1407568"/>
                  </a:lnTo>
                  <a:lnTo>
                    <a:pt x="1060078" y="1406816"/>
                  </a:lnTo>
                  <a:lnTo>
                    <a:pt x="1061817" y="1406133"/>
                  </a:lnTo>
                  <a:lnTo>
                    <a:pt x="1065991" y="1404494"/>
                  </a:lnTo>
                  <a:lnTo>
                    <a:pt x="1068252" y="1403605"/>
                  </a:lnTo>
                  <a:lnTo>
                    <a:pt x="1068773" y="1403401"/>
                  </a:lnTo>
                  <a:lnTo>
                    <a:pt x="1071556" y="1402307"/>
                  </a:lnTo>
                  <a:lnTo>
                    <a:pt x="1075381" y="1400804"/>
                  </a:lnTo>
                  <a:lnTo>
                    <a:pt x="1077642" y="1399915"/>
                  </a:lnTo>
                  <a:lnTo>
                    <a:pt x="1088771" y="1395540"/>
                  </a:lnTo>
                  <a:lnTo>
                    <a:pt x="1092597" y="1394036"/>
                  </a:lnTo>
                  <a:lnTo>
                    <a:pt x="1097118" y="1392258"/>
                  </a:lnTo>
                  <a:lnTo>
                    <a:pt x="1097640" y="1392053"/>
                  </a:lnTo>
                  <a:lnTo>
                    <a:pt x="1101118" y="1390685"/>
                  </a:lnTo>
                  <a:lnTo>
                    <a:pt x="1105639" y="1388906"/>
                  </a:lnTo>
                  <a:lnTo>
                    <a:pt x="1106683" y="1388495"/>
                  </a:lnTo>
                  <a:lnTo>
                    <a:pt x="1109465" y="1387401"/>
                  </a:lnTo>
                  <a:lnTo>
                    <a:pt x="1113117" y="1385963"/>
                  </a:lnTo>
                  <a:lnTo>
                    <a:pt x="1113987" y="1385621"/>
                  </a:lnTo>
                  <a:lnTo>
                    <a:pt x="1115899" y="1384868"/>
                  </a:lnTo>
                  <a:lnTo>
                    <a:pt x="1124420" y="1381514"/>
                  </a:lnTo>
                  <a:lnTo>
                    <a:pt x="1130681" y="1379049"/>
                  </a:lnTo>
                  <a:lnTo>
                    <a:pt x="1132767" y="1378227"/>
                  </a:lnTo>
                  <a:lnTo>
                    <a:pt x="1132941" y="1378159"/>
                  </a:lnTo>
                  <a:lnTo>
                    <a:pt x="1136245" y="1376858"/>
                  </a:lnTo>
                  <a:lnTo>
                    <a:pt x="1139897" y="1375419"/>
                  </a:lnTo>
                  <a:lnTo>
                    <a:pt x="1144419" y="1373638"/>
                  </a:lnTo>
                  <a:lnTo>
                    <a:pt x="1147897" y="1372267"/>
                  </a:lnTo>
                  <a:lnTo>
                    <a:pt x="1153809" y="1369937"/>
                  </a:lnTo>
                  <a:lnTo>
                    <a:pt x="1156070" y="1369046"/>
                  </a:lnTo>
                  <a:lnTo>
                    <a:pt x="1156765" y="1368772"/>
                  </a:lnTo>
                  <a:lnTo>
                    <a:pt x="1160939" y="1367127"/>
                  </a:lnTo>
                  <a:lnTo>
                    <a:pt x="1162504" y="1366510"/>
                  </a:lnTo>
                  <a:lnTo>
                    <a:pt x="1165460" y="1365344"/>
                  </a:lnTo>
                  <a:lnTo>
                    <a:pt x="1165808" y="1365207"/>
                  </a:lnTo>
                  <a:lnTo>
                    <a:pt x="1166156" y="1365070"/>
                  </a:lnTo>
                  <a:lnTo>
                    <a:pt x="1167373" y="1364590"/>
                  </a:lnTo>
                  <a:lnTo>
                    <a:pt x="1171373" y="1363013"/>
                  </a:lnTo>
                  <a:lnTo>
                    <a:pt x="1172764" y="1362464"/>
                  </a:lnTo>
                  <a:lnTo>
                    <a:pt x="1173286" y="1362258"/>
                  </a:lnTo>
                  <a:lnTo>
                    <a:pt x="1177111" y="1360749"/>
                  </a:lnTo>
                  <a:lnTo>
                    <a:pt x="1180068" y="1359583"/>
                  </a:lnTo>
                  <a:lnTo>
                    <a:pt x="1180589" y="1359377"/>
                  </a:lnTo>
                  <a:lnTo>
                    <a:pt x="1184067" y="1358005"/>
                  </a:lnTo>
                  <a:lnTo>
                    <a:pt x="1184241" y="1357936"/>
                  </a:lnTo>
                  <a:lnTo>
                    <a:pt x="1187719" y="1356564"/>
                  </a:lnTo>
                  <a:lnTo>
                    <a:pt x="1189458" y="1355877"/>
                  </a:lnTo>
                  <a:lnTo>
                    <a:pt x="1189806" y="1355740"/>
                  </a:lnTo>
                  <a:lnTo>
                    <a:pt x="1191719" y="1354985"/>
                  </a:lnTo>
                  <a:lnTo>
                    <a:pt x="1195371" y="1353544"/>
                  </a:lnTo>
                  <a:lnTo>
                    <a:pt x="1197283" y="1352789"/>
                  </a:lnTo>
                  <a:lnTo>
                    <a:pt x="1199196" y="1352033"/>
                  </a:lnTo>
                  <a:lnTo>
                    <a:pt x="1199370" y="1351965"/>
                  </a:lnTo>
                  <a:lnTo>
                    <a:pt x="1200935" y="1351347"/>
                  </a:lnTo>
                  <a:lnTo>
                    <a:pt x="1201109" y="1351278"/>
                  </a:lnTo>
                  <a:lnTo>
                    <a:pt x="1206500" y="1349150"/>
                  </a:lnTo>
                  <a:lnTo>
                    <a:pt x="1210152" y="1347707"/>
                  </a:lnTo>
                  <a:lnTo>
                    <a:pt x="1210326" y="1347639"/>
                  </a:lnTo>
                  <a:lnTo>
                    <a:pt x="1210847" y="1347433"/>
                  </a:lnTo>
                  <a:lnTo>
                    <a:pt x="1212934" y="1346608"/>
                  </a:lnTo>
                  <a:lnTo>
                    <a:pt x="1213978" y="1346196"/>
                  </a:lnTo>
                  <a:lnTo>
                    <a:pt x="1215543" y="1345578"/>
                  </a:lnTo>
                  <a:lnTo>
                    <a:pt x="1217282" y="1344891"/>
                  </a:lnTo>
                  <a:lnTo>
                    <a:pt x="1217629" y="1344753"/>
                  </a:lnTo>
                  <a:lnTo>
                    <a:pt x="1218151" y="1344547"/>
                  </a:lnTo>
                  <a:lnTo>
                    <a:pt x="1219542" y="1343998"/>
                  </a:lnTo>
                  <a:lnTo>
                    <a:pt x="1219716" y="1343929"/>
                  </a:lnTo>
                  <a:lnTo>
                    <a:pt x="1221281" y="1343311"/>
                  </a:lnTo>
                  <a:lnTo>
                    <a:pt x="1221629" y="1343173"/>
                  </a:lnTo>
                  <a:lnTo>
                    <a:pt x="1226846" y="1341112"/>
                  </a:lnTo>
                  <a:lnTo>
                    <a:pt x="1228759" y="1340356"/>
                  </a:lnTo>
                  <a:lnTo>
                    <a:pt x="1229107" y="1340218"/>
                  </a:lnTo>
                  <a:lnTo>
                    <a:pt x="1229454" y="1340081"/>
                  </a:lnTo>
                  <a:lnTo>
                    <a:pt x="1232063" y="1339050"/>
                  </a:lnTo>
                  <a:lnTo>
                    <a:pt x="1233976" y="1338293"/>
                  </a:lnTo>
                  <a:lnTo>
                    <a:pt x="1239888" y="1335956"/>
                  </a:lnTo>
                  <a:lnTo>
                    <a:pt x="1242149" y="1335062"/>
                  </a:lnTo>
                  <a:lnTo>
                    <a:pt x="1242671" y="1334856"/>
                  </a:lnTo>
                  <a:lnTo>
                    <a:pt x="1244062" y="1334305"/>
                  </a:lnTo>
                  <a:lnTo>
                    <a:pt x="1245453" y="1333755"/>
                  </a:lnTo>
                  <a:lnTo>
                    <a:pt x="1249279" y="1332242"/>
                  </a:lnTo>
                  <a:lnTo>
                    <a:pt x="1251539" y="1331348"/>
                  </a:lnTo>
                  <a:lnTo>
                    <a:pt x="1262669" y="1326944"/>
                  </a:lnTo>
                  <a:lnTo>
                    <a:pt x="1266495" y="1325430"/>
                  </a:lnTo>
                  <a:lnTo>
                    <a:pt x="1271016" y="1323640"/>
                  </a:lnTo>
                  <a:lnTo>
                    <a:pt x="1271538" y="1323434"/>
                  </a:lnTo>
                  <a:lnTo>
                    <a:pt x="1275016" y="1322057"/>
                  </a:lnTo>
                  <a:lnTo>
                    <a:pt x="1279537" y="1320267"/>
                  </a:lnTo>
                  <a:lnTo>
                    <a:pt x="1280580" y="1319853"/>
                  </a:lnTo>
                  <a:lnTo>
                    <a:pt x="1283363" y="1318751"/>
                  </a:lnTo>
                  <a:lnTo>
                    <a:pt x="1287015" y="1317305"/>
                  </a:lnTo>
                  <a:lnTo>
                    <a:pt x="1287884" y="1316961"/>
                  </a:lnTo>
                  <a:lnTo>
                    <a:pt x="1289797" y="1316203"/>
                  </a:lnTo>
                  <a:lnTo>
                    <a:pt x="1298318" y="1312827"/>
                  </a:lnTo>
                  <a:lnTo>
                    <a:pt x="1304578" y="1310346"/>
                  </a:lnTo>
                  <a:lnTo>
                    <a:pt x="1306665" y="1309518"/>
                  </a:lnTo>
                  <a:lnTo>
                    <a:pt x="1306839" y="1309449"/>
                  </a:lnTo>
                  <a:lnTo>
                    <a:pt x="1310143" y="1308140"/>
                  </a:lnTo>
                  <a:lnTo>
                    <a:pt x="1313795" y="1306692"/>
                  </a:lnTo>
                  <a:lnTo>
                    <a:pt x="1318316" y="1304899"/>
                  </a:lnTo>
                  <a:lnTo>
                    <a:pt x="1321794" y="1303519"/>
                  </a:lnTo>
                  <a:lnTo>
                    <a:pt x="1327707" y="1301174"/>
                  </a:lnTo>
                  <a:lnTo>
                    <a:pt x="1329967" y="1300277"/>
                  </a:lnTo>
                  <a:lnTo>
                    <a:pt x="1330663" y="1300001"/>
                  </a:lnTo>
                  <a:lnTo>
                    <a:pt x="1334836" y="1298345"/>
                  </a:lnTo>
                  <a:lnTo>
                    <a:pt x="1336401" y="1297724"/>
                  </a:lnTo>
                  <a:lnTo>
                    <a:pt x="1339358" y="1296551"/>
                  </a:lnTo>
                  <a:lnTo>
                    <a:pt x="1339705" y="1296413"/>
                  </a:lnTo>
                  <a:lnTo>
                    <a:pt x="1340053" y="1296275"/>
                  </a:lnTo>
                  <a:lnTo>
                    <a:pt x="1341271" y="1295791"/>
                  </a:lnTo>
                  <a:lnTo>
                    <a:pt x="1345270" y="1294204"/>
                  </a:lnTo>
                  <a:lnTo>
                    <a:pt x="1346661" y="1293651"/>
                  </a:lnTo>
                  <a:lnTo>
                    <a:pt x="1347183" y="1293444"/>
                  </a:lnTo>
                  <a:lnTo>
                    <a:pt x="1349270" y="1292616"/>
                  </a:lnTo>
                  <a:lnTo>
                    <a:pt x="1351009" y="1291925"/>
                  </a:lnTo>
                  <a:lnTo>
                    <a:pt x="1353965" y="1290751"/>
                  </a:lnTo>
                  <a:lnTo>
                    <a:pt x="1354487" y="1290544"/>
                  </a:lnTo>
                  <a:lnTo>
                    <a:pt x="1357965" y="1289163"/>
                  </a:lnTo>
                  <a:lnTo>
                    <a:pt x="1358139" y="1289094"/>
                  </a:lnTo>
                  <a:lnTo>
                    <a:pt x="1361617" y="1287712"/>
                  </a:lnTo>
                  <a:lnTo>
                    <a:pt x="1363355" y="1287022"/>
                  </a:lnTo>
                  <a:lnTo>
                    <a:pt x="1363703" y="1286883"/>
                  </a:lnTo>
                  <a:lnTo>
                    <a:pt x="1365616" y="1286123"/>
                  </a:lnTo>
                  <a:lnTo>
                    <a:pt x="1369268" y="1284672"/>
                  </a:lnTo>
                  <a:lnTo>
                    <a:pt x="1371181" y="1283912"/>
                  </a:lnTo>
                  <a:lnTo>
                    <a:pt x="1373094" y="1283152"/>
                  </a:lnTo>
                  <a:lnTo>
                    <a:pt x="1373268" y="1283083"/>
                  </a:lnTo>
                  <a:lnTo>
                    <a:pt x="1374833" y="1282461"/>
                  </a:lnTo>
                  <a:lnTo>
                    <a:pt x="1375007" y="1282392"/>
                  </a:lnTo>
                  <a:lnTo>
                    <a:pt x="1380397" y="1280249"/>
                  </a:lnTo>
                  <a:lnTo>
                    <a:pt x="1384049" y="1278797"/>
                  </a:lnTo>
                  <a:lnTo>
                    <a:pt x="1384223" y="1278728"/>
                  </a:lnTo>
                  <a:lnTo>
                    <a:pt x="1384745" y="1278521"/>
                  </a:lnTo>
                  <a:lnTo>
                    <a:pt x="1386832" y="1277691"/>
                  </a:lnTo>
                  <a:lnTo>
                    <a:pt x="1387875" y="1277276"/>
                  </a:lnTo>
                  <a:lnTo>
                    <a:pt x="1389440" y="1276654"/>
                  </a:lnTo>
                  <a:lnTo>
                    <a:pt x="1391179" y="1275962"/>
                  </a:lnTo>
                  <a:lnTo>
                    <a:pt x="1391527" y="1275824"/>
                  </a:lnTo>
                  <a:lnTo>
                    <a:pt x="1392049" y="1275617"/>
                  </a:lnTo>
                  <a:lnTo>
                    <a:pt x="1393440" y="1275063"/>
                  </a:lnTo>
                  <a:lnTo>
                    <a:pt x="1393614" y="1274994"/>
                  </a:lnTo>
                  <a:lnTo>
                    <a:pt x="1395179" y="1274372"/>
                  </a:lnTo>
                  <a:lnTo>
                    <a:pt x="1395527" y="1274233"/>
                  </a:lnTo>
                  <a:lnTo>
                    <a:pt x="1400743" y="1272158"/>
                  </a:lnTo>
                  <a:lnTo>
                    <a:pt x="1402656" y="1271397"/>
                  </a:lnTo>
                  <a:lnTo>
                    <a:pt x="1403004" y="1271259"/>
                  </a:lnTo>
                  <a:lnTo>
                    <a:pt x="1403352" y="1271120"/>
                  </a:lnTo>
                  <a:lnTo>
                    <a:pt x="1405960" y="1270082"/>
                  </a:lnTo>
                  <a:lnTo>
                    <a:pt x="1407873" y="1269321"/>
                  </a:lnTo>
                  <a:lnTo>
                    <a:pt x="1409612" y="1268629"/>
                  </a:lnTo>
                  <a:lnTo>
                    <a:pt x="1413786" y="1266968"/>
                  </a:lnTo>
                  <a:lnTo>
                    <a:pt x="1416046" y="1266068"/>
                  </a:lnTo>
                  <a:lnTo>
                    <a:pt x="1416568" y="1265861"/>
                  </a:lnTo>
                  <a:lnTo>
                    <a:pt x="1417959" y="1265307"/>
                  </a:lnTo>
                  <a:lnTo>
                    <a:pt x="1419350" y="1264753"/>
                  </a:lnTo>
                  <a:lnTo>
                    <a:pt x="1423176" y="1263230"/>
                  </a:lnTo>
                  <a:lnTo>
                    <a:pt x="1425437" y="1262330"/>
                  </a:lnTo>
                  <a:lnTo>
                    <a:pt x="1436566" y="1257897"/>
                  </a:lnTo>
                  <a:lnTo>
                    <a:pt x="1440392" y="1256373"/>
                  </a:lnTo>
                  <a:lnTo>
                    <a:pt x="1444913" y="1254571"/>
                  </a:lnTo>
                  <a:lnTo>
                    <a:pt x="1445435" y="1254363"/>
                  </a:lnTo>
                  <a:lnTo>
                    <a:pt x="1448913" y="1252977"/>
                  </a:lnTo>
                  <a:lnTo>
                    <a:pt x="1453434" y="1251175"/>
                  </a:lnTo>
                  <a:lnTo>
                    <a:pt x="1454478" y="1250759"/>
                  </a:lnTo>
                  <a:lnTo>
                    <a:pt x="1457260" y="1249650"/>
                  </a:lnTo>
                  <a:lnTo>
                    <a:pt x="1460912" y="1248194"/>
                  </a:lnTo>
                  <a:lnTo>
                    <a:pt x="1461781" y="1247847"/>
                  </a:lnTo>
                  <a:lnTo>
                    <a:pt x="1463694" y="1247085"/>
                  </a:lnTo>
                  <a:lnTo>
                    <a:pt x="1472215" y="1243686"/>
                  </a:lnTo>
                  <a:lnTo>
                    <a:pt x="1478476" y="1241188"/>
                  </a:lnTo>
                  <a:lnTo>
                    <a:pt x="1480562" y="1240356"/>
                  </a:lnTo>
                  <a:lnTo>
                    <a:pt x="1480736" y="1240286"/>
                  </a:lnTo>
                  <a:lnTo>
                    <a:pt x="1484040" y="1238968"/>
                  </a:lnTo>
                  <a:lnTo>
                    <a:pt x="1487692" y="1237510"/>
                  </a:lnTo>
                  <a:lnTo>
                    <a:pt x="1492213" y="1235706"/>
                  </a:lnTo>
                  <a:lnTo>
                    <a:pt x="1495691" y="1234317"/>
                  </a:lnTo>
                  <a:lnTo>
                    <a:pt x="1501604" y="1231956"/>
                  </a:lnTo>
                  <a:lnTo>
                    <a:pt x="1503865" y="1231053"/>
                  </a:lnTo>
                  <a:lnTo>
                    <a:pt x="1504560" y="1230775"/>
                  </a:lnTo>
                  <a:lnTo>
                    <a:pt x="1508734" y="1229108"/>
                  </a:lnTo>
                  <a:lnTo>
                    <a:pt x="1510299" y="1228483"/>
                  </a:lnTo>
                  <a:lnTo>
                    <a:pt x="1513255" y="1227302"/>
                  </a:lnTo>
                  <a:lnTo>
                    <a:pt x="1513603" y="1227163"/>
                  </a:lnTo>
                  <a:lnTo>
                    <a:pt x="1513951" y="1227024"/>
                  </a:lnTo>
                  <a:lnTo>
                    <a:pt x="1515168" y="1226538"/>
                  </a:lnTo>
                  <a:lnTo>
                    <a:pt x="1519168" y="1224940"/>
                  </a:lnTo>
                  <a:lnTo>
                    <a:pt x="1520559" y="1224384"/>
                  </a:lnTo>
                  <a:lnTo>
                    <a:pt x="1521080" y="1224175"/>
                  </a:lnTo>
                  <a:lnTo>
                    <a:pt x="1523167" y="1223341"/>
                  </a:lnTo>
                  <a:lnTo>
                    <a:pt x="1524906" y="1222646"/>
                  </a:lnTo>
                  <a:lnTo>
                    <a:pt x="1527862" y="1221465"/>
                  </a:lnTo>
                  <a:lnTo>
                    <a:pt x="1528384" y="1221256"/>
                  </a:lnTo>
                  <a:lnTo>
                    <a:pt x="1531862" y="1219866"/>
                  </a:lnTo>
                  <a:lnTo>
                    <a:pt x="1532036" y="1219796"/>
                  </a:lnTo>
                  <a:lnTo>
                    <a:pt x="1535514" y="1218405"/>
                  </a:lnTo>
                  <a:lnTo>
                    <a:pt x="1537253" y="1217710"/>
                  </a:lnTo>
                  <a:lnTo>
                    <a:pt x="1537601" y="1217571"/>
                  </a:lnTo>
                  <a:lnTo>
                    <a:pt x="1539514" y="1216806"/>
                  </a:lnTo>
                  <a:lnTo>
                    <a:pt x="1543165" y="1215345"/>
                  </a:lnTo>
                  <a:lnTo>
                    <a:pt x="1545078" y="1214580"/>
                  </a:lnTo>
                  <a:lnTo>
                    <a:pt x="1546991" y="1213815"/>
                  </a:lnTo>
                  <a:lnTo>
                    <a:pt x="1547165" y="1213746"/>
                  </a:lnTo>
                  <a:lnTo>
                    <a:pt x="1548730" y="1213119"/>
                  </a:lnTo>
                  <a:lnTo>
                    <a:pt x="1548904" y="1213050"/>
                  </a:lnTo>
                  <a:lnTo>
                    <a:pt x="1554295" y="1210893"/>
                  </a:lnTo>
                  <a:lnTo>
                    <a:pt x="1557947" y="1209432"/>
                  </a:lnTo>
                  <a:lnTo>
                    <a:pt x="1558121" y="1209362"/>
                  </a:lnTo>
                  <a:lnTo>
                    <a:pt x="1558642" y="1209153"/>
                  </a:lnTo>
                  <a:lnTo>
                    <a:pt x="1560729" y="1208318"/>
                  </a:lnTo>
                  <a:lnTo>
                    <a:pt x="1561772" y="1207900"/>
                  </a:lnTo>
                  <a:lnTo>
                    <a:pt x="1563338" y="1207274"/>
                  </a:lnTo>
                  <a:lnTo>
                    <a:pt x="1565077" y="1206578"/>
                  </a:lnTo>
                  <a:lnTo>
                    <a:pt x="1565424" y="1206439"/>
                  </a:lnTo>
                  <a:lnTo>
                    <a:pt x="1565946" y="1206230"/>
                  </a:lnTo>
                  <a:lnTo>
                    <a:pt x="1567337" y="1205673"/>
                  </a:lnTo>
                  <a:lnTo>
                    <a:pt x="1567511" y="1205603"/>
                  </a:lnTo>
                  <a:lnTo>
                    <a:pt x="1569076" y="1204977"/>
                  </a:lnTo>
                  <a:lnTo>
                    <a:pt x="1569424" y="1204837"/>
                  </a:lnTo>
                  <a:lnTo>
                    <a:pt x="1574641" y="1202749"/>
                  </a:lnTo>
                  <a:lnTo>
                    <a:pt x="1576554" y="1201983"/>
                  </a:lnTo>
                  <a:lnTo>
                    <a:pt x="1576902" y="1201843"/>
                  </a:lnTo>
                  <a:lnTo>
                    <a:pt x="1577249" y="1201704"/>
                  </a:lnTo>
                  <a:lnTo>
                    <a:pt x="1579858" y="1200659"/>
                  </a:lnTo>
                  <a:lnTo>
                    <a:pt x="1581771" y="1199893"/>
                  </a:lnTo>
                  <a:lnTo>
                    <a:pt x="1583510" y="1199196"/>
                  </a:lnTo>
                  <a:lnTo>
                    <a:pt x="1587683" y="1197524"/>
                  </a:lnTo>
                  <a:lnTo>
                    <a:pt x="1589944" y="1196619"/>
                  </a:lnTo>
                  <a:lnTo>
                    <a:pt x="1590466" y="1196410"/>
                  </a:lnTo>
                  <a:lnTo>
                    <a:pt x="1591857" y="1195852"/>
                  </a:lnTo>
                  <a:lnTo>
                    <a:pt x="1593248" y="1195295"/>
                  </a:lnTo>
                  <a:lnTo>
                    <a:pt x="1597074" y="1193762"/>
                  </a:lnTo>
                  <a:lnTo>
                    <a:pt x="1599334" y="1192856"/>
                  </a:lnTo>
                  <a:lnTo>
                    <a:pt x="1610464" y="1188394"/>
                  </a:lnTo>
                  <a:lnTo>
                    <a:pt x="1614290" y="1186860"/>
                  </a:lnTo>
                  <a:lnTo>
                    <a:pt x="1618811" y="1185046"/>
                  </a:lnTo>
                  <a:lnTo>
                    <a:pt x="1619333" y="1184837"/>
                  </a:lnTo>
                  <a:lnTo>
                    <a:pt x="1622810" y="1183442"/>
                  </a:lnTo>
                  <a:lnTo>
                    <a:pt x="1627332" y="1181628"/>
                  </a:lnTo>
                  <a:lnTo>
                    <a:pt x="1628375" y="1181209"/>
                  </a:lnTo>
                  <a:lnTo>
                    <a:pt x="1631158" y="1180093"/>
                  </a:lnTo>
                  <a:lnTo>
                    <a:pt x="1634809" y="1178627"/>
                  </a:lnTo>
                  <a:lnTo>
                    <a:pt x="1635679" y="1178278"/>
                  </a:lnTo>
                  <a:lnTo>
                    <a:pt x="1637592" y="1177510"/>
                  </a:lnTo>
                  <a:lnTo>
                    <a:pt x="1646113" y="1174090"/>
                  </a:lnTo>
                  <a:lnTo>
                    <a:pt x="1652373" y="1171576"/>
                  </a:lnTo>
                  <a:lnTo>
                    <a:pt x="1654460" y="1170738"/>
                  </a:lnTo>
                  <a:lnTo>
                    <a:pt x="1654634" y="1170668"/>
                  </a:lnTo>
                  <a:lnTo>
                    <a:pt x="1657938" y="1169341"/>
                  </a:lnTo>
                  <a:lnTo>
                    <a:pt x="1661590" y="1167874"/>
                  </a:lnTo>
                  <a:lnTo>
                    <a:pt x="1666111" y="1166057"/>
                  </a:lnTo>
                  <a:lnTo>
                    <a:pt x="1669589" y="1164660"/>
                  </a:lnTo>
                  <a:lnTo>
                    <a:pt x="1675501" y="1162283"/>
                  </a:lnTo>
                  <a:lnTo>
                    <a:pt x="1677762" y="1161375"/>
                  </a:lnTo>
                  <a:lnTo>
                    <a:pt x="1678458" y="1161095"/>
                  </a:lnTo>
                  <a:lnTo>
                    <a:pt x="1682631" y="1159417"/>
                  </a:lnTo>
                  <a:lnTo>
                    <a:pt x="1684196" y="1158788"/>
                  </a:lnTo>
                  <a:lnTo>
                    <a:pt x="1687153" y="1157599"/>
                  </a:lnTo>
                  <a:lnTo>
                    <a:pt x="1687500" y="1157459"/>
                  </a:lnTo>
                  <a:lnTo>
                    <a:pt x="1687848" y="1157319"/>
                  </a:lnTo>
                  <a:lnTo>
                    <a:pt x="1689065" y="1156830"/>
                  </a:lnTo>
                  <a:lnTo>
                    <a:pt x="1693065" y="1155221"/>
                  </a:lnTo>
                  <a:lnTo>
                    <a:pt x="1694456" y="1154662"/>
                  </a:lnTo>
                  <a:lnTo>
                    <a:pt x="1694978" y="1154452"/>
                  </a:lnTo>
                  <a:lnTo>
                    <a:pt x="1697065" y="1153613"/>
                  </a:lnTo>
                  <a:lnTo>
                    <a:pt x="1698804" y="1152913"/>
                  </a:lnTo>
                  <a:lnTo>
                    <a:pt x="1701760" y="1151724"/>
                  </a:lnTo>
                  <a:lnTo>
                    <a:pt x="1702282" y="1151514"/>
                  </a:lnTo>
                  <a:lnTo>
                    <a:pt x="1705760" y="1150114"/>
                  </a:lnTo>
                  <a:lnTo>
                    <a:pt x="1705933" y="1150044"/>
                  </a:lnTo>
                  <a:lnTo>
                    <a:pt x="1709411" y="1148645"/>
                  </a:lnTo>
                  <a:lnTo>
                    <a:pt x="1711150" y="1147945"/>
                  </a:lnTo>
                  <a:lnTo>
                    <a:pt x="1711498" y="1147805"/>
                  </a:lnTo>
                  <a:lnTo>
                    <a:pt x="1713411" y="1147035"/>
                  </a:lnTo>
                  <a:lnTo>
                    <a:pt x="1717063" y="1145565"/>
                  </a:lnTo>
                  <a:lnTo>
                    <a:pt x="1718976" y="1144795"/>
                  </a:lnTo>
                  <a:lnTo>
                    <a:pt x="1720889" y="1144025"/>
                  </a:lnTo>
                  <a:lnTo>
                    <a:pt x="1721063" y="1143955"/>
                  </a:lnTo>
                  <a:lnTo>
                    <a:pt x="1722628" y="1143325"/>
                  </a:lnTo>
                  <a:lnTo>
                    <a:pt x="1722802" y="1143255"/>
                  </a:lnTo>
                  <a:lnTo>
                    <a:pt x="1728192" y="1141084"/>
                  </a:lnTo>
                  <a:lnTo>
                    <a:pt x="1731844" y="1139613"/>
                  </a:lnTo>
                  <a:lnTo>
                    <a:pt x="1732018" y="1139543"/>
                  </a:lnTo>
                  <a:lnTo>
                    <a:pt x="1732540" y="1139333"/>
                  </a:lnTo>
                  <a:lnTo>
                    <a:pt x="1734627" y="1138493"/>
                  </a:lnTo>
                  <a:lnTo>
                    <a:pt x="1735670" y="1138072"/>
                  </a:lnTo>
                  <a:lnTo>
                    <a:pt x="1737235" y="1137442"/>
                  </a:lnTo>
                  <a:lnTo>
                    <a:pt x="1738974" y="1136741"/>
                  </a:lnTo>
                  <a:lnTo>
                    <a:pt x="1739322" y="1136601"/>
                  </a:lnTo>
                  <a:lnTo>
                    <a:pt x="1739843" y="1136391"/>
                  </a:lnTo>
                  <a:lnTo>
                    <a:pt x="1741235" y="1135830"/>
                  </a:lnTo>
                  <a:lnTo>
                    <a:pt x="1741409" y="1135760"/>
                  </a:lnTo>
                  <a:lnTo>
                    <a:pt x="1742974" y="1135130"/>
                  </a:lnTo>
                  <a:lnTo>
                    <a:pt x="1743321" y="1134990"/>
                  </a:lnTo>
                  <a:lnTo>
                    <a:pt x="1748538" y="1132887"/>
                  </a:lnTo>
                  <a:lnTo>
                    <a:pt x="1750451" y="1132116"/>
                  </a:lnTo>
                  <a:lnTo>
                    <a:pt x="1750799" y="1131976"/>
                  </a:lnTo>
                  <a:lnTo>
                    <a:pt x="1751147" y="1131836"/>
                  </a:lnTo>
                  <a:lnTo>
                    <a:pt x="1753755" y="1130785"/>
                  </a:lnTo>
                  <a:lnTo>
                    <a:pt x="1755668" y="1130014"/>
                  </a:lnTo>
                  <a:lnTo>
                    <a:pt x="1757407" y="1129313"/>
                  </a:lnTo>
                  <a:lnTo>
                    <a:pt x="1761581" y="1127630"/>
                  </a:lnTo>
                  <a:lnTo>
                    <a:pt x="1763841" y="1126718"/>
                  </a:lnTo>
                  <a:lnTo>
                    <a:pt x="1764363" y="1126508"/>
                  </a:lnTo>
                  <a:lnTo>
                    <a:pt x="1765754" y="1125947"/>
                  </a:lnTo>
                  <a:lnTo>
                    <a:pt x="1767145" y="1125386"/>
                  </a:lnTo>
                  <a:lnTo>
                    <a:pt x="1770971" y="1123843"/>
                  </a:lnTo>
                  <a:lnTo>
                    <a:pt x="1773232" y="1122931"/>
                  </a:lnTo>
                  <a:lnTo>
                    <a:pt x="1784361" y="1118441"/>
                  </a:lnTo>
                  <a:lnTo>
                    <a:pt x="1788187" y="1116897"/>
                  </a:lnTo>
                  <a:lnTo>
                    <a:pt x="1792708" y="1115072"/>
                  </a:lnTo>
                  <a:lnTo>
                    <a:pt x="1793230" y="1114862"/>
                  </a:lnTo>
                  <a:lnTo>
                    <a:pt x="1796708" y="1113458"/>
                  </a:lnTo>
                  <a:lnTo>
                    <a:pt x="1801229" y="1111632"/>
                  </a:lnTo>
                  <a:lnTo>
                    <a:pt x="1802273" y="1111211"/>
                  </a:lnTo>
                  <a:lnTo>
                    <a:pt x="1805055" y="1110088"/>
                  </a:lnTo>
                  <a:lnTo>
                    <a:pt x="1808707" y="1108613"/>
                  </a:lnTo>
                  <a:lnTo>
                    <a:pt x="1809576" y="1108262"/>
                  </a:lnTo>
                  <a:lnTo>
                    <a:pt x="1811489" y="1107489"/>
                  </a:lnTo>
                  <a:lnTo>
                    <a:pt x="1820010" y="1104047"/>
                  </a:lnTo>
                  <a:lnTo>
                    <a:pt x="1826270" y="1101517"/>
                  </a:lnTo>
                  <a:lnTo>
                    <a:pt x="1828357" y="1100674"/>
                  </a:lnTo>
                  <a:lnTo>
                    <a:pt x="1828531" y="1100604"/>
                  </a:lnTo>
                  <a:lnTo>
                    <a:pt x="1831835" y="1099268"/>
                  </a:lnTo>
                  <a:lnTo>
                    <a:pt x="1835487" y="1097792"/>
                  </a:lnTo>
                  <a:lnTo>
                    <a:pt x="1840008" y="1095964"/>
                  </a:lnTo>
                  <a:lnTo>
                    <a:pt x="1843486" y="1094558"/>
                  </a:lnTo>
                  <a:lnTo>
                    <a:pt x="1849399" y="1092167"/>
                  </a:lnTo>
                  <a:lnTo>
                    <a:pt x="1851660" y="1091252"/>
                  </a:lnTo>
                  <a:lnTo>
                    <a:pt x="1852355" y="1090971"/>
                  </a:lnTo>
                  <a:lnTo>
                    <a:pt x="1858094" y="1088650"/>
                  </a:lnTo>
                  <a:lnTo>
                    <a:pt x="1861050" y="1087454"/>
                  </a:lnTo>
                  <a:lnTo>
                    <a:pt x="1861398" y="1087313"/>
                  </a:lnTo>
                  <a:lnTo>
                    <a:pt x="1861746" y="1087172"/>
                  </a:lnTo>
                  <a:lnTo>
                    <a:pt x="1862963" y="1086680"/>
                  </a:lnTo>
                  <a:lnTo>
                    <a:pt x="1866962" y="1085061"/>
                  </a:lnTo>
                  <a:lnTo>
                    <a:pt x="1868354" y="1084498"/>
                  </a:lnTo>
                  <a:lnTo>
                    <a:pt x="1868875" y="1084287"/>
                  </a:lnTo>
                  <a:lnTo>
                    <a:pt x="1870962" y="1083442"/>
                  </a:lnTo>
                  <a:lnTo>
                    <a:pt x="1872701" y="1082739"/>
                  </a:lnTo>
                  <a:lnTo>
                    <a:pt x="1875657" y="1081542"/>
                  </a:lnTo>
                  <a:lnTo>
                    <a:pt x="1876179" y="1081331"/>
                  </a:lnTo>
                  <a:lnTo>
                    <a:pt x="1879657" y="1079923"/>
                  </a:lnTo>
                  <a:lnTo>
                    <a:pt x="1879831" y="1079852"/>
                  </a:lnTo>
                  <a:lnTo>
                    <a:pt x="1883309" y="1078444"/>
                  </a:lnTo>
                  <a:lnTo>
                    <a:pt x="1885048" y="1077740"/>
                  </a:lnTo>
                  <a:lnTo>
                    <a:pt x="1885396" y="1077599"/>
                  </a:lnTo>
                  <a:lnTo>
                    <a:pt x="1887308" y="1076824"/>
                  </a:lnTo>
                  <a:lnTo>
                    <a:pt x="1890960" y="1075345"/>
                  </a:lnTo>
                  <a:lnTo>
                    <a:pt x="1892873" y="1074571"/>
                  </a:lnTo>
                  <a:lnTo>
                    <a:pt x="1894786" y="1073796"/>
                  </a:lnTo>
                  <a:lnTo>
                    <a:pt x="1894960" y="1073725"/>
                  </a:lnTo>
                  <a:lnTo>
                    <a:pt x="1896525" y="1073091"/>
                  </a:lnTo>
                  <a:lnTo>
                    <a:pt x="1896699" y="1073021"/>
                  </a:lnTo>
                  <a:lnTo>
                    <a:pt x="1902090" y="1070837"/>
                  </a:lnTo>
                  <a:lnTo>
                    <a:pt x="1905742" y="1069357"/>
                  </a:lnTo>
                  <a:lnTo>
                    <a:pt x="1905916" y="1069287"/>
                  </a:lnTo>
                  <a:lnTo>
                    <a:pt x="1906437" y="1069075"/>
                  </a:lnTo>
                  <a:lnTo>
                    <a:pt x="1908524" y="1068230"/>
                  </a:lnTo>
                  <a:lnTo>
                    <a:pt x="1909567" y="1067807"/>
                  </a:lnTo>
                  <a:lnTo>
                    <a:pt x="1911132" y="1067173"/>
                  </a:lnTo>
                  <a:lnTo>
                    <a:pt x="1912871" y="1066468"/>
                  </a:lnTo>
                  <a:lnTo>
                    <a:pt x="1913219" y="1066327"/>
                  </a:lnTo>
                  <a:lnTo>
                    <a:pt x="1913741" y="1066115"/>
                  </a:lnTo>
                  <a:lnTo>
                    <a:pt x="1915132" y="1065551"/>
                  </a:lnTo>
                  <a:lnTo>
                    <a:pt x="1915306" y="1065481"/>
                  </a:lnTo>
                  <a:lnTo>
                    <a:pt x="1916871" y="1064846"/>
                  </a:lnTo>
                  <a:lnTo>
                    <a:pt x="1917219" y="1064705"/>
                  </a:lnTo>
                  <a:lnTo>
                    <a:pt x="1922436" y="1062590"/>
                  </a:lnTo>
                  <a:lnTo>
                    <a:pt x="1924349" y="1061815"/>
                  </a:lnTo>
                  <a:lnTo>
                    <a:pt x="1924696" y="1061674"/>
                  </a:lnTo>
                  <a:lnTo>
                    <a:pt x="1925044" y="1061533"/>
                  </a:lnTo>
                  <a:lnTo>
                    <a:pt x="1927653" y="1060475"/>
                  </a:lnTo>
                  <a:lnTo>
                    <a:pt x="1929566" y="1059699"/>
                  </a:lnTo>
                  <a:lnTo>
                    <a:pt x="1931305" y="1058994"/>
                  </a:lnTo>
                  <a:lnTo>
                    <a:pt x="1935478" y="1057301"/>
                  </a:lnTo>
                  <a:lnTo>
                    <a:pt x="1937739" y="1056384"/>
                  </a:lnTo>
                  <a:lnTo>
                    <a:pt x="1938260" y="1056173"/>
                  </a:lnTo>
                  <a:lnTo>
                    <a:pt x="1939652" y="1055608"/>
                  </a:lnTo>
                  <a:lnTo>
                    <a:pt x="1941043" y="1055044"/>
                  </a:lnTo>
                  <a:lnTo>
                    <a:pt x="1944869" y="1053492"/>
                  </a:lnTo>
                  <a:lnTo>
                    <a:pt x="1947129" y="1052574"/>
                  </a:lnTo>
                  <a:lnTo>
                    <a:pt x="1958259" y="1048057"/>
                  </a:lnTo>
                  <a:lnTo>
                    <a:pt x="1962084" y="1046504"/>
                  </a:lnTo>
                  <a:lnTo>
                    <a:pt x="1966606" y="1044668"/>
                  </a:lnTo>
                  <a:lnTo>
                    <a:pt x="1967127" y="1044457"/>
                  </a:lnTo>
                  <a:lnTo>
                    <a:pt x="1970605" y="1043044"/>
                  </a:lnTo>
                  <a:lnTo>
                    <a:pt x="1975127" y="1041208"/>
                  </a:lnTo>
                  <a:lnTo>
                    <a:pt x="1976170" y="1040784"/>
                  </a:lnTo>
                  <a:lnTo>
                    <a:pt x="1978952" y="1039654"/>
                  </a:lnTo>
                  <a:lnTo>
                    <a:pt x="1982604" y="1038171"/>
                  </a:lnTo>
                  <a:lnTo>
                    <a:pt x="1983474" y="1037817"/>
                  </a:lnTo>
                  <a:lnTo>
                    <a:pt x="1985387" y="1037040"/>
                  </a:lnTo>
                  <a:lnTo>
                    <a:pt x="1993908" y="1033578"/>
                  </a:lnTo>
                  <a:lnTo>
                    <a:pt x="2000168" y="1031033"/>
                  </a:lnTo>
                  <a:lnTo>
                    <a:pt x="2002255" y="1030185"/>
                  </a:lnTo>
                  <a:lnTo>
                    <a:pt x="2002429" y="1030114"/>
                  </a:lnTo>
                  <a:lnTo>
                    <a:pt x="2005733" y="1028771"/>
                  </a:lnTo>
                  <a:lnTo>
                    <a:pt x="2009385" y="1027286"/>
                  </a:lnTo>
                  <a:lnTo>
                    <a:pt x="2013906" y="1025448"/>
                  </a:lnTo>
                  <a:lnTo>
                    <a:pt x="2017384" y="1024033"/>
                  </a:lnTo>
                  <a:lnTo>
                    <a:pt x="2023296" y="1021628"/>
                  </a:lnTo>
                  <a:lnTo>
                    <a:pt x="2025557" y="1020709"/>
                  </a:lnTo>
                  <a:lnTo>
                    <a:pt x="2026253" y="1020426"/>
                  </a:lnTo>
                  <a:lnTo>
                    <a:pt x="2030426" y="1018728"/>
                  </a:lnTo>
                  <a:lnTo>
                    <a:pt x="2034947" y="1016888"/>
                  </a:lnTo>
                  <a:lnTo>
                    <a:pt x="2035295" y="1016746"/>
                  </a:lnTo>
                  <a:lnTo>
                    <a:pt x="2035643" y="1016605"/>
                  </a:lnTo>
                  <a:lnTo>
                    <a:pt x="2036860" y="1016109"/>
                  </a:lnTo>
                  <a:lnTo>
                    <a:pt x="2040860" y="1014482"/>
                  </a:lnTo>
                  <a:lnTo>
                    <a:pt x="2042251" y="1013915"/>
                  </a:lnTo>
                  <a:lnTo>
                    <a:pt x="2042773" y="1013703"/>
                  </a:lnTo>
                  <a:lnTo>
                    <a:pt x="2044860" y="1012854"/>
                  </a:lnTo>
                  <a:lnTo>
                    <a:pt x="2046599" y="1012146"/>
                  </a:lnTo>
                  <a:lnTo>
                    <a:pt x="2049555" y="1010942"/>
                  </a:lnTo>
                  <a:lnTo>
                    <a:pt x="2050077" y="1010730"/>
                  </a:lnTo>
                  <a:lnTo>
                    <a:pt x="2053554" y="1009314"/>
                  </a:lnTo>
                  <a:lnTo>
                    <a:pt x="2053728" y="1009243"/>
                  </a:lnTo>
                  <a:lnTo>
                    <a:pt x="2057206" y="1007827"/>
                  </a:lnTo>
                  <a:lnTo>
                    <a:pt x="2058945" y="1007118"/>
                  </a:lnTo>
                  <a:lnTo>
                    <a:pt x="2059293" y="1006977"/>
                  </a:lnTo>
                  <a:lnTo>
                    <a:pt x="2061206" y="1006198"/>
                  </a:lnTo>
                  <a:lnTo>
                    <a:pt x="2064858" y="1004710"/>
                  </a:lnTo>
                  <a:lnTo>
                    <a:pt x="2066771" y="1003931"/>
                  </a:lnTo>
                  <a:lnTo>
                    <a:pt x="2068684" y="1003152"/>
                  </a:lnTo>
                  <a:lnTo>
                    <a:pt x="2068857" y="1003081"/>
                  </a:lnTo>
                  <a:lnTo>
                    <a:pt x="2070423" y="1002443"/>
                  </a:lnTo>
                  <a:lnTo>
                    <a:pt x="2070596" y="1002373"/>
                  </a:lnTo>
                  <a:lnTo>
                    <a:pt x="2075987" y="1000176"/>
                  </a:lnTo>
                  <a:lnTo>
                    <a:pt x="2079639" y="998688"/>
                  </a:lnTo>
                  <a:lnTo>
                    <a:pt x="2079813" y="998617"/>
                  </a:lnTo>
                  <a:lnTo>
                    <a:pt x="2080335" y="998405"/>
                  </a:lnTo>
                  <a:lnTo>
                    <a:pt x="2082421" y="997554"/>
                  </a:lnTo>
                  <a:lnTo>
                    <a:pt x="2083465" y="997129"/>
                  </a:lnTo>
                  <a:lnTo>
                    <a:pt x="2085030" y="996491"/>
                  </a:lnTo>
                  <a:lnTo>
                    <a:pt x="2086769" y="995782"/>
                  </a:lnTo>
                  <a:lnTo>
                    <a:pt x="2087117" y="995641"/>
                  </a:lnTo>
                  <a:lnTo>
                    <a:pt x="2087638" y="995428"/>
                  </a:lnTo>
                  <a:lnTo>
                    <a:pt x="2089030" y="994861"/>
                  </a:lnTo>
                  <a:lnTo>
                    <a:pt x="2089203" y="994790"/>
                  </a:lnTo>
                  <a:lnTo>
                    <a:pt x="2090769" y="994152"/>
                  </a:lnTo>
                  <a:lnTo>
                    <a:pt x="2091116" y="994010"/>
                  </a:lnTo>
                  <a:lnTo>
                    <a:pt x="2096333" y="991883"/>
                  </a:lnTo>
                  <a:lnTo>
                    <a:pt x="2098246" y="991103"/>
                  </a:lnTo>
                  <a:lnTo>
                    <a:pt x="2098594" y="990961"/>
                  </a:lnTo>
                  <a:lnTo>
                    <a:pt x="2098942" y="990820"/>
                  </a:lnTo>
                  <a:lnTo>
                    <a:pt x="2101550" y="989756"/>
                  </a:lnTo>
                  <a:lnTo>
                    <a:pt x="2103463" y="988976"/>
                  </a:lnTo>
                  <a:lnTo>
                    <a:pt x="2105202" y="988267"/>
                  </a:lnTo>
                  <a:lnTo>
                    <a:pt x="2109376" y="986565"/>
                  </a:lnTo>
                  <a:lnTo>
                    <a:pt x="2111636" y="985642"/>
                  </a:lnTo>
                  <a:lnTo>
                    <a:pt x="2112158" y="985430"/>
                  </a:lnTo>
                  <a:lnTo>
                    <a:pt x="2113549" y="984862"/>
                  </a:lnTo>
                  <a:lnTo>
                    <a:pt x="2114940" y="984295"/>
                  </a:lnTo>
                  <a:lnTo>
                    <a:pt x="2118766" y="982734"/>
                  </a:lnTo>
                  <a:lnTo>
                    <a:pt x="2121027" y="981811"/>
                  </a:lnTo>
                  <a:lnTo>
                    <a:pt x="2132156" y="977269"/>
                  </a:lnTo>
                  <a:lnTo>
                    <a:pt x="2135982" y="975708"/>
                  </a:lnTo>
                  <a:lnTo>
                    <a:pt x="2141025" y="973649"/>
                  </a:lnTo>
                  <a:lnTo>
                    <a:pt x="2144503" y="972229"/>
                  </a:lnTo>
                  <a:lnTo>
                    <a:pt x="2149024" y="970383"/>
                  </a:lnTo>
                  <a:lnTo>
                    <a:pt x="2150068" y="969957"/>
                  </a:lnTo>
                  <a:lnTo>
                    <a:pt x="2152850" y="968820"/>
                  </a:lnTo>
                  <a:lnTo>
                    <a:pt x="2156502" y="967329"/>
                  </a:lnTo>
                  <a:lnTo>
                    <a:pt x="2157371" y="966974"/>
                  </a:lnTo>
                  <a:lnTo>
                    <a:pt x="2159284" y="966192"/>
                  </a:lnTo>
                  <a:lnTo>
                    <a:pt x="2167805" y="962711"/>
                  </a:lnTo>
                  <a:lnTo>
                    <a:pt x="2174065" y="960153"/>
                  </a:lnTo>
                  <a:lnTo>
                    <a:pt x="2176152" y="959300"/>
                  </a:lnTo>
                  <a:lnTo>
                    <a:pt x="2176326" y="959229"/>
                  </a:lnTo>
                  <a:lnTo>
                    <a:pt x="2179630" y="957878"/>
                  </a:lnTo>
                  <a:lnTo>
                    <a:pt x="2183282" y="956386"/>
                  </a:lnTo>
                  <a:lnTo>
                    <a:pt x="2187803" y="954537"/>
                  </a:lnTo>
                  <a:lnTo>
                    <a:pt x="2191281" y="953115"/>
                  </a:lnTo>
                  <a:lnTo>
                    <a:pt x="2197194" y="950698"/>
                  </a:lnTo>
                  <a:lnTo>
                    <a:pt x="2199454" y="949773"/>
                  </a:lnTo>
                  <a:lnTo>
                    <a:pt x="2200150" y="949489"/>
                  </a:lnTo>
                  <a:lnTo>
                    <a:pt x="2204324" y="947782"/>
                  </a:lnTo>
                  <a:lnTo>
                    <a:pt x="2205889" y="947141"/>
                  </a:lnTo>
                  <a:lnTo>
                    <a:pt x="2208845" y="945932"/>
                  </a:lnTo>
                  <a:lnTo>
                    <a:pt x="2209193" y="945790"/>
                  </a:lnTo>
                  <a:lnTo>
                    <a:pt x="2209540" y="945647"/>
                  </a:lnTo>
                  <a:lnTo>
                    <a:pt x="2210758" y="945149"/>
                  </a:lnTo>
                  <a:lnTo>
                    <a:pt x="2214757" y="943513"/>
                  </a:lnTo>
                  <a:lnTo>
                    <a:pt x="2216149" y="942944"/>
                  </a:lnTo>
                  <a:lnTo>
                    <a:pt x="2216670" y="942730"/>
                  </a:lnTo>
                  <a:lnTo>
                    <a:pt x="2218757" y="941876"/>
                  </a:lnTo>
                  <a:lnTo>
                    <a:pt x="2220496" y="941165"/>
                  </a:lnTo>
                  <a:lnTo>
                    <a:pt x="2223452" y="939955"/>
                  </a:lnTo>
                  <a:lnTo>
                    <a:pt x="2223974" y="939742"/>
                  </a:lnTo>
                  <a:lnTo>
                    <a:pt x="2227452" y="938318"/>
                  </a:lnTo>
                  <a:lnTo>
                    <a:pt x="2227626" y="938247"/>
                  </a:lnTo>
                  <a:lnTo>
                    <a:pt x="2231104" y="936823"/>
                  </a:lnTo>
                  <a:lnTo>
                    <a:pt x="2232843" y="936111"/>
                  </a:lnTo>
                  <a:lnTo>
                    <a:pt x="2233191" y="935969"/>
                  </a:lnTo>
                  <a:lnTo>
                    <a:pt x="2235103" y="935186"/>
                  </a:lnTo>
                  <a:lnTo>
                    <a:pt x="2238755" y="933691"/>
                  </a:lnTo>
                  <a:lnTo>
                    <a:pt x="2240668" y="932908"/>
                  </a:lnTo>
                  <a:lnTo>
                    <a:pt x="2242581" y="932124"/>
                  </a:lnTo>
                  <a:lnTo>
                    <a:pt x="2242755" y="932053"/>
                  </a:lnTo>
                  <a:lnTo>
                    <a:pt x="2244320" y="931412"/>
                  </a:lnTo>
                  <a:lnTo>
                    <a:pt x="2244494" y="931341"/>
                  </a:lnTo>
                  <a:lnTo>
                    <a:pt x="2249885" y="929133"/>
                  </a:lnTo>
                  <a:lnTo>
                    <a:pt x="2253537" y="927638"/>
                  </a:lnTo>
                  <a:lnTo>
                    <a:pt x="2253710" y="927566"/>
                  </a:lnTo>
                  <a:lnTo>
                    <a:pt x="2254232" y="927353"/>
                  </a:lnTo>
                  <a:lnTo>
                    <a:pt x="2256319" y="926498"/>
                  </a:lnTo>
                  <a:lnTo>
                    <a:pt x="2257362" y="926070"/>
                  </a:lnTo>
                  <a:lnTo>
                    <a:pt x="2258927" y="925429"/>
                  </a:lnTo>
                  <a:lnTo>
                    <a:pt x="2260666" y="924717"/>
                  </a:lnTo>
                  <a:lnTo>
                    <a:pt x="2261014" y="924574"/>
                  </a:lnTo>
                  <a:lnTo>
                    <a:pt x="2261536" y="924361"/>
                  </a:lnTo>
                  <a:lnTo>
                    <a:pt x="2262927" y="923791"/>
                  </a:lnTo>
                  <a:lnTo>
                    <a:pt x="2263101" y="923719"/>
                  </a:lnTo>
                  <a:lnTo>
                    <a:pt x="2264666" y="923078"/>
                  </a:lnTo>
                  <a:lnTo>
                    <a:pt x="2265014" y="922936"/>
                  </a:lnTo>
                  <a:lnTo>
                    <a:pt x="2270231" y="920798"/>
                  </a:lnTo>
                  <a:lnTo>
                    <a:pt x="2272144" y="920014"/>
                  </a:lnTo>
                  <a:lnTo>
                    <a:pt x="2272491" y="919871"/>
                  </a:lnTo>
                  <a:lnTo>
                    <a:pt x="2272839" y="919729"/>
                  </a:lnTo>
                  <a:lnTo>
                    <a:pt x="2275448" y="918660"/>
                  </a:lnTo>
                  <a:lnTo>
                    <a:pt x="2277360" y="917876"/>
                  </a:lnTo>
                  <a:lnTo>
                    <a:pt x="2279099" y="917163"/>
                  </a:lnTo>
                  <a:lnTo>
                    <a:pt x="2283273" y="915452"/>
                  </a:lnTo>
                  <a:lnTo>
                    <a:pt x="2285534" y="914525"/>
                  </a:lnTo>
                  <a:lnTo>
                    <a:pt x="2286055" y="914312"/>
                  </a:lnTo>
                  <a:lnTo>
                    <a:pt x="2287447" y="913741"/>
                  </a:lnTo>
                  <a:lnTo>
                    <a:pt x="2288838" y="913171"/>
                  </a:lnTo>
                  <a:lnTo>
                    <a:pt x="2292663" y="911602"/>
                  </a:lnTo>
                  <a:lnTo>
                    <a:pt x="2294924" y="910675"/>
                  </a:lnTo>
                  <a:lnTo>
                    <a:pt x="2306054" y="906111"/>
                  </a:lnTo>
                  <a:lnTo>
                    <a:pt x="2309879" y="904541"/>
                  </a:lnTo>
                  <a:lnTo>
                    <a:pt x="2314401" y="902686"/>
                  </a:lnTo>
                  <a:lnTo>
                    <a:pt x="2314922" y="902472"/>
                  </a:lnTo>
                  <a:lnTo>
                    <a:pt x="2318400" y="901045"/>
                  </a:lnTo>
                  <a:lnTo>
                    <a:pt x="2322922" y="899190"/>
                  </a:lnTo>
                  <a:lnTo>
                    <a:pt x="2323965" y="898762"/>
                  </a:lnTo>
                  <a:lnTo>
                    <a:pt x="2326747" y="897620"/>
                  </a:lnTo>
                  <a:lnTo>
                    <a:pt x="2330399" y="896121"/>
                  </a:lnTo>
                  <a:lnTo>
                    <a:pt x="2331269" y="895764"/>
                  </a:lnTo>
                  <a:lnTo>
                    <a:pt x="2333182" y="894979"/>
                  </a:lnTo>
                  <a:lnTo>
                    <a:pt x="2341703" y="891480"/>
                  </a:lnTo>
                  <a:lnTo>
                    <a:pt x="2347963" y="888910"/>
                  </a:lnTo>
                  <a:lnTo>
                    <a:pt x="2350050" y="888053"/>
                  </a:lnTo>
                  <a:lnTo>
                    <a:pt x="2350223" y="887981"/>
                  </a:lnTo>
                  <a:lnTo>
                    <a:pt x="2353528" y="886624"/>
                  </a:lnTo>
                  <a:lnTo>
                    <a:pt x="2357179" y="885125"/>
                  </a:lnTo>
                  <a:lnTo>
                    <a:pt x="2361701" y="883267"/>
                  </a:lnTo>
                  <a:lnTo>
                    <a:pt x="2365179" y="881838"/>
                  </a:lnTo>
                  <a:lnTo>
                    <a:pt x="2371091" y="879409"/>
                  </a:lnTo>
                  <a:lnTo>
                    <a:pt x="2373352" y="878480"/>
                  </a:lnTo>
                  <a:lnTo>
                    <a:pt x="2378221" y="876479"/>
                  </a:lnTo>
                  <a:lnTo>
                    <a:pt x="2379786" y="875836"/>
                  </a:lnTo>
                  <a:lnTo>
                    <a:pt x="2382742" y="874621"/>
                  </a:lnTo>
                  <a:lnTo>
                    <a:pt x="2383090" y="874478"/>
                  </a:lnTo>
                  <a:lnTo>
                    <a:pt x="2383438" y="874335"/>
                  </a:lnTo>
                  <a:lnTo>
                    <a:pt x="2384655" y="873835"/>
                  </a:lnTo>
                  <a:lnTo>
                    <a:pt x="2388655" y="872191"/>
                  </a:lnTo>
                  <a:lnTo>
                    <a:pt x="2390046" y="871619"/>
                  </a:lnTo>
                  <a:lnTo>
                    <a:pt x="2390568" y="871404"/>
                  </a:lnTo>
                  <a:lnTo>
                    <a:pt x="2392654" y="870546"/>
                  </a:lnTo>
                  <a:lnTo>
                    <a:pt x="2394393" y="869831"/>
                  </a:lnTo>
                  <a:lnTo>
                    <a:pt x="2397350" y="868616"/>
                  </a:lnTo>
                  <a:lnTo>
                    <a:pt x="2397871" y="868401"/>
                  </a:lnTo>
                  <a:lnTo>
                    <a:pt x="2401349" y="866971"/>
                  </a:lnTo>
                  <a:lnTo>
                    <a:pt x="2401523" y="866900"/>
                  </a:lnTo>
                  <a:lnTo>
                    <a:pt x="2405001" y="865469"/>
                  </a:lnTo>
                  <a:lnTo>
                    <a:pt x="2406740" y="864754"/>
                  </a:lnTo>
                  <a:lnTo>
                    <a:pt x="2407088" y="864611"/>
                  </a:lnTo>
                  <a:lnTo>
                    <a:pt x="2409001" y="863824"/>
                  </a:lnTo>
                  <a:lnTo>
                    <a:pt x="2412653" y="862322"/>
                  </a:lnTo>
                  <a:lnTo>
                    <a:pt x="2414566" y="861535"/>
                  </a:lnTo>
                  <a:lnTo>
                    <a:pt x="2416478" y="860749"/>
                  </a:lnTo>
                  <a:lnTo>
                    <a:pt x="2416652" y="860677"/>
                  </a:lnTo>
                  <a:lnTo>
                    <a:pt x="2418391" y="859962"/>
                  </a:lnTo>
                  <a:lnTo>
                    <a:pt x="2423782" y="857744"/>
                  </a:lnTo>
                  <a:lnTo>
                    <a:pt x="2427434" y="856241"/>
                  </a:lnTo>
                  <a:lnTo>
                    <a:pt x="2427608" y="856170"/>
                  </a:lnTo>
                  <a:lnTo>
                    <a:pt x="2428130" y="855955"/>
                  </a:lnTo>
                  <a:lnTo>
                    <a:pt x="2430216" y="855096"/>
                  </a:lnTo>
                  <a:lnTo>
                    <a:pt x="2431260" y="854667"/>
                  </a:lnTo>
                  <a:lnTo>
                    <a:pt x="2432825" y="854023"/>
                  </a:lnTo>
                  <a:lnTo>
                    <a:pt x="2434564" y="853307"/>
                  </a:lnTo>
                  <a:lnTo>
                    <a:pt x="2434912" y="853164"/>
                  </a:lnTo>
                  <a:lnTo>
                    <a:pt x="2435433" y="852949"/>
                  </a:lnTo>
                  <a:lnTo>
                    <a:pt x="2436824" y="852377"/>
                  </a:lnTo>
                  <a:lnTo>
                    <a:pt x="2436998" y="852305"/>
                  </a:lnTo>
                  <a:lnTo>
                    <a:pt x="2438563" y="851661"/>
                  </a:lnTo>
                  <a:lnTo>
                    <a:pt x="2438911" y="851518"/>
                  </a:lnTo>
                  <a:lnTo>
                    <a:pt x="2444128" y="849370"/>
                  </a:lnTo>
                  <a:lnTo>
                    <a:pt x="2446041" y="848583"/>
                  </a:lnTo>
                  <a:lnTo>
                    <a:pt x="2446389" y="848440"/>
                  </a:lnTo>
                  <a:lnTo>
                    <a:pt x="2446737" y="848296"/>
                  </a:lnTo>
                  <a:lnTo>
                    <a:pt x="2449345" y="847222"/>
                  </a:lnTo>
                  <a:lnTo>
                    <a:pt x="2451258" y="846435"/>
                  </a:lnTo>
                  <a:lnTo>
                    <a:pt x="2452997" y="845719"/>
                  </a:lnTo>
                  <a:lnTo>
                    <a:pt x="2457170" y="844000"/>
                  </a:lnTo>
                  <a:lnTo>
                    <a:pt x="2459431" y="843069"/>
                  </a:lnTo>
                  <a:lnTo>
                    <a:pt x="2459953" y="842855"/>
                  </a:lnTo>
                  <a:lnTo>
                    <a:pt x="2461344" y="842282"/>
                  </a:lnTo>
                  <a:lnTo>
                    <a:pt x="2462735" y="841709"/>
                  </a:lnTo>
                  <a:lnTo>
                    <a:pt x="2466561" y="840133"/>
                  </a:lnTo>
                  <a:lnTo>
                    <a:pt x="2468822" y="839202"/>
                  </a:lnTo>
                  <a:lnTo>
                    <a:pt x="2479951" y="834617"/>
                  </a:lnTo>
                  <a:lnTo>
                    <a:pt x="2483777" y="833041"/>
                  </a:lnTo>
                  <a:lnTo>
                    <a:pt x="2488298" y="831177"/>
                  </a:lnTo>
                  <a:lnTo>
                    <a:pt x="2488820" y="830962"/>
                  </a:lnTo>
                  <a:lnTo>
                    <a:pt x="2492298" y="829529"/>
                  </a:lnTo>
                  <a:lnTo>
                    <a:pt x="2496819" y="827666"/>
                  </a:lnTo>
                  <a:lnTo>
                    <a:pt x="2497862" y="827236"/>
                  </a:lnTo>
                  <a:lnTo>
                    <a:pt x="2500645" y="826089"/>
                  </a:lnTo>
                  <a:lnTo>
                    <a:pt x="2504297" y="824583"/>
                  </a:lnTo>
                  <a:lnTo>
                    <a:pt x="2505166" y="824225"/>
                  </a:lnTo>
                  <a:lnTo>
                    <a:pt x="2507079" y="823436"/>
                  </a:lnTo>
                  <a:lnTo>
                    <a:pt x="2515600" y="819923"/>
                  </a:lnTo>
                  <a:lnTo>
                    <a:pt x="2521860" y="817341"/>
                  </a:lnTo>
                  <a:lnTo>
                    <a:pt x="2523947" y="816480"/>
                  </a:lnTo>
                  <a:lnTo>
                    <a:pt x="2524121" y="816409"/>
                  </a:lnTo>
                  <a:lnTo>
                    <a:pt x="2527425" y="815046"/>
                  </a:lnTo>
                  <a:lnTo>
                    <a:pt x="2531077" y="813540"/>
                  </a:lnTo>
                  <a:lnTo>
                    <a:pt x="2535598" y="811674"/>
                  </a:lnTo>
                  <a:lnTo>
                    <a:pt x="2539076" y="810239"/>
                  </a:lnTo>
                  <a:lnTo>
                    <a:pt x="2544989" y="807800"/>
                  </a:lnTo>
                  <a:lnTo>
                    <a:pt x="2547249" y="806867"/>
                  </a:lnTo>
                  <a:lnTo>
                    <a:pt x="2547945" y="806580"/>
                  </a:lnTo>
                  <a:lnTo>
                    <a:pt x="2552118" y="804858"/>
                  </a:lnTo>
                  <a:lnTo>
                    <a:pt x="2553684" y="804212"/>
                  </a:lnTo>
                  <a:lnTo>
                    <a:pt x="2556640" y="802991"/>
                  </a:lnTo>
                  <a:lnTo>
                    <a:pt x="2556988" y="802848"/>
                  </a:lnTo>
                  <a:lnTo>
                    <a:pt x="2557335" y="802704"/>
                  </a:lnTo>
                  <a:lnTo>
                    <a:pt x="2558553" y="802202"/>
                  </a:lnTo>
                  <a:lnTo>
                    <a:pt x="2562552" y="800551"/>
                  </a:lnTo>
                  <a:lnTo>
                    <a:pt x="2563943" y="799977"/>
                  </a:lnTo>
                  <a:lnTo>
                    <a:pt x="2564465" y="799761"/>
                  </a:lnTo>
                  <a:lnTo>
                    <a:pt x="2566552" y="798900"/>
                  </a:lnTo>
                  <a:lnTo>
                    <a:pt x="2568291" y="798182"/>
                  </a:lnTo>
                  <a:lnTo>
                    <a:pt x="2571247" y="796961"/>
                  </a:lnTo>
                  <a:lnTo>
                    <a:pt x="2571769" y="796746"/>
                  </a:lnTo>
                  <a:lnTo>
                    <a:pt x="2575247" y="795310"/>
                  </a:lnTo>
                  <a:lnTo>
                    <a:pt x="2575421" y="795238"/>
                  </a:lnTo>
                  <a:lnTo>
                    <a:pt x="2578899" y="793802"/>
                  </a:lnTo>
                  <a:lnTo>
                    <a:pt x="2580638" y="793084"/>
                  </a:lnTo>
                  <a:lnTo>
                    <a:pt x="2580985" y="792940"/>
                  </a:lnTo>
                  <a:lnTo>
                    <a:pt x="2582898" y="792150"/>
                  </a:lnTo>
                  <a:lnTo>
                    <a:pt x="2586550" y="790642"/>
                  </a:lnTo>
                  <a:lnTo>
                    <a:pt x="2588463" y="789852"/>
                  </a:lnTo>
                  <a:lnTo>
                    <a:pt x="2590376" y="789062"/>
                  </a:lnTo>
                  <a:lnTo>
                    <a:pt x="2590550" y="788990"/>
                  </a:lnTo>
                  <a:lnTo>
                    <a:pt x="2592115" y="788343"/>
                  </a:lnTo>
                  <a:lnTo>
                    <a:pt x="2592289" y="788271"/>
                  </a:lnTo>
                  <a:lnTo>
                    <a:pt x="2597680" y="786044"/>
                  </a:lnTo>
                  <a:lnTo>
                    <a:pt x="2601331" y="784536"/>
                  </a:lnTo>
                  <a:lnTo>
                    <a:pt x="2601505" y="784464"/>
                  </a:lnTo>
                  <a:lnTo>
                    <a:pt x="2602027" y="784248"/>
                  </a:lnTo>
                  <a:lnTo>
                    <a:pt x="2604114" y="783386"/>
                  </a:lnTo>
                  <a:lnTo>
                    <a:pt x="2605157" y="782955"/>
                  </a:lnTo>
                  <a:lnTo>
                    <a:pt x="2606722" y="782308"/>
                  </a:lnTo>
                  <a:lnTo>
                    <a:pt x="2608461" y="781590"/>
                  </a:lnTo>
                  <a:lnTo>
                    <a:pt x="2608809" y="781446"/>
                  </a:lnTo>
                  <a:lnTo>
                    <a:pt x="2609331" y="781230"/>
                  </a:lnTo>
                  <a:lnTo>
                    <a:pt x="2610722" y="780656"/>
                  </a:lnTo>
                  <a:lnTo>
                    <a:pt x="2610896" y="780584"/>
                  </a:lnTo>
                  <a:lnTo>
                    <a:pt x="2612461" y="779937"/>
                  </a:lnTo>
                  <a:lnTo>
                    <a:pt x="2612809" y="779793"/>
                  </a:lnTo>
                  <a:lnTo>
                    <a:pt x="2618026" y="777637"/>
                  </a:lnTo>
                  <a:lnTo>
                    <a:pt x="2619938" y="776846"/>
                  </a:lnTo>
                  <a:lnTo>
                    <a:pt x="2620286" y="776703"/>
                  </a:lnTo>
                  <a:lnTo>
                    <a:pt x="2620634" y="776559"/>
                  </a:lnTo>
                  <a:lnTo>
                    <a:pt x="2623242" y="775481"/>
                  </a:lnTo>
                  <a:lnTo>
                    <a:pt x="2625155" y="774690"/>
                  </a:lnTo>
                  <a:lnTo>
                    <a:pt x="2626894" y="773971"/>
                  </a:lnTo>
                  <a:lnTo>
                    <a:pt x="2631068" y="772246"/>
                  </a:lnTo>
                  <a:lnTo>
                    <a:pt x="2633850" y="771095"/>
                  </a:lnTo>
                  <a:lnTo>
                    <a:pt x="2635241" y="770520"/>
                  </a:lnTo>
                  <a:lnTo>
                    <a:pt x="2636633" y="769945"/>
                  </a:lnTo>
                  <a:lnTo>
                    <a:pt x="2640458" y="768363"/>
                  </a:lnTo>
                  <a:lnTo>
                    <a:pt x="2642719" y="767428"/>
                  </a:lnTo>
                  <a:lnTo>
                    <a:pt x="2653848" y="762825"/>
                  </a:lnTo>
                  <a:lnTo>
                    <a:pt x="2657674" y="761243"/>
                  </a:lnTo>
                  <a:lnTo>
                    <a:pt x="2662196" y="759373"/>
                  </a:lnTo>
                  <a:lnTo>
                    <a:pt x="2662717" y="759157"/>
                  </a:lnTo>
                  <a:lnTo>
                    <a:pt x="2666195" y="757718"/>
                  </a:lnTo>
                  <a:lnTo>
                    <a:pt x="2670716" y="755847"/>
                  </a:lnTo>
                  <a:lnTo>
                    <a:pt x="2671760" y="755415"/>
                  </a:lnTo>
                  <a:lnTo>
                    <a:pt x="2674542" y="754264"/>
                  </a:lnTo>
                  <a:lnTo>
                    <a:pt x="2678194" y="752753"/>
                  </a:lnTo>
                  <a:lnTo>
                    <a:pt x="2679064" y="752393"/>
                  </a:lnTo>
                  <a:lnTo>
                    <a:pt x="2680976" y="751601"/>
                  </a:lnTo>
                  <a:lnTo>
                    <a:pt x="2689497" y="748075"/>
                  </a:lnTo>
                  <a:lnTo>
                    <a:pt x="2695758" y="745483"/>
                  </a:lnTo>
                  <a:lnTo>
                    <a:pt x="2697844" y="744619"/>
                  </a:lnTo>
                  <a:lnTo>
                    <a:pt x="2698018" y="744547"/>
                  </a:lnTo>
                  <a:lnTo>
                    <a:pt x="2701322" y="743179"/>
                  </a:lnTo>
                  <a:lnTo>
                    <a:pt x="2704974" y="741667"/>
                  </a:lnTo>
                  <a:lnTo>
                    <a:pt x="2709496" y="739795"/>
                  </a:lnTo>
                  <a:lnTo>
                    <a:pt x="2712974" y="738355"/>
                  </a:lnTo>
                  <a:lnTo>
                    <a:pt x="2718886" y="735906"/>
                  </a:lnTo>
                  <a:lnTo>
                    <a:pt x="2721147" y="734970"/>
                  </a:lnTo>
                  <a:lnTo>
                    <a:pt x="2721842" y="734682"/>
                  </a:lnTo>
                  <a:lnTo>
                    <a:pt x="2726016" y="732953"/>
                  </a:lnTo>
                  <a:lnTo>
                    <a:pt x="2727581" y="732305"/>
                  </a:lnTo>
                  <a:lnTo>
                    <a:pt x="2730537" y="731080"/>
                  </a:lnTo>
                  <a:lnTo>
                    <a:pt x="2730885" y="730936"/>
                  </a:lnTo>
                  <a:lnTo>
                    <a:pt x="2731233" y="730792"/>
                  </a:lnTo>
                  <a:lnTo>
                    <a:pt x="2732450" y="730288"/>
                  </a:lnTo>
                  <a:lnTo>
                    <a:pt x="2736450" y="728630"/>
                  </a:lnTo>
                  <a:lnTo>
                    <a:pt x="2737841" y="728054"/>
                  </a:lnTo>
                  <a:lnTo>
                    <a:pt x="2738363" y="727838"/>
                  </a:lnTo>
                  <a:lnTo>
                    <a:pt x="2740449" y="726973"/>
                  </a:lnTo>
                  <a:lnTo>
                    <a:pt x="2742188" y="726253"/>
                  </a:lnTo>
                  <a:lnTo>
                    <a:pt x="2745145" y="725028"/>
                  </a:lnTo>
                  <a:lnTo>
                    <a:pt x="2745666" y="724811"/>
                  </a:lnTo>
                  <a:lnTo>
                    <a:pt x="2749144" y="723370"/>
                  </a:lnTo>
                  <a:lnTo>
                    <a:pt x="2749318" y="723298"/>
                  </a:lnTo>
                  <a:lnTo>
                    <a:pt x="2752796" y="721857"/>
                  </a:lnTo>
                  <a:lnTo>
                    <a:pt x="2754535" y="721136"/>
                  </a:lnTo>
                  <a:lnTo>
                    <a:pt x="2754883" y="720992"/>
                  </a:lnTo>
                  <a:lnTo>
                    <a:pt x="2756796" y="720199"/>
                  </a:lnTo>
                  <a:lnTo>
                    <a:pt x="2760448" y="718685"/>
                  </a:lnTo>
                  <a:lnTo>
                    <a:pt x="2762360" y="717892"/>
                  </a:lnTo>
                  <a:lnTo>
                    <a:pt x="2764273" y="717099"/>
                  </a:lnTo>
                  <a:lnTo>
                    <a:pt x="2764447" y="717027"/>
                  </a:lnTo>
                  <a:lnTo>
                    <a:pt x="2766012" y="716379"/>
                  </a:lnTo>
                  <a:lnTo>
                    <a:pt x="2766186" y="716306"/>
                  </a:lnTo>
                  <a:lnTo>
                    <a:pt x="2771577" y="714072"/>
                  </a:lnTo>
                  <a:lnTo>
                    <a:pt x="2775229" y="712557"/>
                  </a:lnTo>
                  <a:lnTo>
                    <a:pt x="2775403" y="712485"/>
                  </a:lnTo>
                  <a:lnTo>
                    <a:pt x="2775924" y="712269"/>
                  </a:lnTo>
                  <a:lnTo>
                    <a:pt x="2778011" y="711404"/>
                  </a:lnTo>
                  <a:lnTo>
                    <a:pt x="2780620" y="710322"/>
                  </a:lnTo>
                  <a:lnTo>
                    <a:pt x="2782359" y="709601"/>
                  </a:lnTo>
                  <a:lnTo>
                    <a:pt x="2782706" y="709457"/>
                  </a:lnTo>
                  <a:lnTo>
                    <a:pt x="2783228" y="709240"/>
                  </a:lnTo>
                  <a:lnTo>
                    <a:pt x="2784619" y="708663"/>
                  </a:lnTo>
                  <a:lnTo>
                    <a:pt x="2784793" y="708591"/>
                  </a:lnTo>
                  <a:lnTo>
                    <a:pt x="2786358" y="707942"/>
                  </a:lnTo>
                  <a:lnTo>
                    <a:pt x="2786706" y="707798"/>
                  </a:lnTo>
                  <a:lnTo>
                    <a:pt x="2791923" y="705634"/>
                  </a:lnTo>
                  <a:lnTo>
                    <a:pt x="2793836" y="704841"/>
                  </a:lnTo>
                  <a:lnTo>
                    <a:pt x="2794184" y="704697"/>
                  </a:lnTo>
                  <a:lnTo>
                    <a:pt x="2794531" y="704552"/>
                  </a:lnTo>
                  <a:lnTo>
                    <a:pt x="2797140" y="703471"/>
                  </a:lnTo>
                  <a:lnTo>
                    <a:pt x="2799053" y="702677"/>
                  </a:lnTo>
                  <a:lnTo>
                    <a:pt x="2800792" y="701956"/>
                  </a:lnTo>
                  <a:lnTo>
                    <a:pt x="2804965" y="700224"/>
                  </a:lnTo>
                  <a:lnTo>
                    <a:pt x="2807226" y="699286"/>
                  </a:lnTo>
                  <a:lnTo>
                    <a:pt x="2807748" y="699070"/>
                  </a:lnTo>
                  <a:lnTo>
                    <a:pt x="2809139" y="698493"/>
                  </a:lnTo>
                  <a:lnTo>
                    <a:pt x="2810530" y="697916"/>
                  </a:lnTo>
                  <a:lnTo>
                    <a:pt x="2814356" y="696328"/>
                  </a:lnTo>
                  <a:lnTo>
                    <a:pt x="2816616" y="695390"/>
                  </a:lnTo>
                  <a:lnTo>
                    <a:pt x="2827746" y="690771"/>
                  </a:lnTo>
                  <a:lnTo>
                    <a:pt x="2831572" y="689184"/>
                  </a:lnTo>
                  <a:lnTo>
                    <a:pt x="2836093" y="687307"/>
                  </a:lnTo>
                  <a:lnTo>
                    <a:pt x="2836615" y="687090"/>
                  </a:lnTo>
                  <a:lnTo>
                    <a:pt x="2840093" y="685647"/>
                  </a:lnTo>
                  <a:lnTo>
                    <a:pt x="2844614" y="683770"/>
                  </a:lnTo>
                  <a:lnTo>
                    <a:pt x="2845657" y="683336"/>
                  </a:lnTo>
                  <a:lnTo>
                    <a:pt x="2848440" y="682181"/>
                  </a:lnTo>
                  <a:lnTo>
                    <a:pt x="2852092" y="680665"/>
                  </a:lnTo>
                  <a:lnTo>
                    <a:pt x="2852961" y="680304"/>
                  </a:lnTo>
                  <a:lnTo>
                    <a:pt x="2854874" y="679510"/>
                  </a:lnTo>
                  <a:lnTo>
                    <a:pt x="2863395" y="675971"/>
                  </a:lnTo>
                  <a:lnTo>
                    <a:pt x="2869655" y="673371"/>
                  </a:lnTo>
                  <a:lnTo>
                    <a:pt x="2871742" y="672504"/>
                  </a:lnTo>
                  <a:lnTo>
                    <a:pt x="2871916" y="672432"/>
                  </a:lnTo>
                  <a:lnTo>
                    <a:pt x="2875220" y="671060"/>
                  </a:lnTo>
                  <a:lnTo>
                    <a:pt x="2878872" y="669543"/>
                  </a:lnTo>
                  <a:lnTo>
                    <a:pt x="2883393" y="667664"/>
                  </a:lnTo>
                  <a:lnTo>
                    <a:pt x="2886871" y="666219"/>
                  </a:lnTo>
                  <a:lnTo>
                    <a:pt x="2892784" y="663763"/>
                  </a:lnTo>
                  <a:lnTo>
                    <a:pt x="2895044" y="662823"/>
                  </a:lnTo>
                  <a:lnTo>
                    <a:pt x="2895740" y="662534"/>
                  </a:lnTo>
                  <a:lnTo>
                    <a:pt x="2899913" y="660800"/>
                  </a:lnTo>
                  <a:lnTo>
                    <a:pt x="2901478" y="660149"/>
                  </a:lnTo>
                  <a:lnTo>
                    <a:pt x="2904435" y="658921"/>
                  </a:lnTo>
                  <a:lnTo>
                    <a:pt x="2904782" y="658776"/>
                  </a:lnTo>
                  <a:lnTo>
                    <a:pt x="2905130" y="658632"/>
                  </a:lnTo>
                  <a:lnTo>
                    <a:pt x="2906348" y="658126"/>
                  </a:lnTo>
                  <a:lnTo>
                    <a:pt x="2910347" y="656464"/>
                  </a:lnTo>
                  <a:lnTo>
                    <a:pt x="2911738" y="655885"/>
                  </a:lnTo>
                  <a:lnTo>
                    <a:pt x="2912260" y="655668"/>
                  </a:lnTo>
                  <a:lnTo>
                    <a:pt x="2914347" y="654801"/>
                  </a:lnTo>
                  <a:lnTo>
                    <a:pt x="2916086" y="654078"/>
                  </a:lnTo>
                  <a:lnTo>
                    <a:pt x="2919042" y="652849"/>
                  </a:lnTo>
                  <a:lnTo>
                    <a:pt x="2919564" y="652632"/>
                  </a:lnTo>
                  <a:lnTo>
                    <a:pt x="2923042" y="651187"/>
                  </a:lnTo>
                  <a:lnTo>
                    <a:pt x="2923216" y="651114"/>
                  </a:lnTo>
                  <a:lnTo>
                    <a:pt x="2926694" y="649668"/>
                  </a:lnTo>
                  <a:lnTo>
                    <a:pt x="2928433" y="648945"/>
                  </a:lnTo>
                  <a:lnTo>
                    <a:pt x="2928780" y="648801"/>
                  </a:lnTo>
                  <a:lnTo>
                    <a:pt x="2930693" y="648005"/>
                  </a:lnTo>
                  <a:lnTo>
                    <a:pt x="2934345" y="646487"/>
                  </a:lnTo>
                  <a:lnTo>
                    <a:pt x="2936258" y="645692"/>
                  </a:lnTo>
                  <a:lnTo>
                    <a:pt x="2938171" y="644896"/>
                  </a:lnTo>
                  <a:lnTo>
                    <a:pt x="2938345" y="644824"/>
                  </a:lnTo>
                  <a:lnTo>
                    <a:pt x="2940084" y="644101"/>
                  </a:lnTo>
                  <a:lnTo>
                    <a:pt x="2945474" y="641859"/>
                  </a:lnTo>
                  <a:lnTo>
                    <a:pt x="2949126" y="640340"/>
                  </a:lnTo>
                  <a:lnTo>
                    <a:pt x="2949300" y="640268"/>
                  </a:lnTo>
                  <a:lnTo>
                    <a:pt x="2949822" y="640051"/>
                  </a:lnTo>
                  <a:lnTo>
                    <a:pt x="2951909" y="639183"/>
                  </a:lnTo>
                  <a:lnTo>
                    <a:pt x="2952952" y="638749"/>
                  </a:lnTo>
                  <a:lnTo>
                    <a:pt x="2954517" y="638098"/>
                  </a:lnTo>
                  <a:lnTo>
                    <a:pt x="2956256" y="637374"/>
                  </a:lnTo>
                  <a:lnTo>
                    <a:pt x="2956604" y="637230"/>
                  </a:lnTo>
                  <a:lnTo>
                    <a:pt x="2957126" y="637013"/>
                  </a:lnTo>
                  <a:lnTo>
                    <a:pt x="2958517" y="636434"/>
                  </a:lnTo>
                  <a:lnTo>
                    <a:pt x="2958691" y="636362"/>
                  </a:lnTo>
                  <a:lnTo>
                    <a:pt x="2960256" y="635711"/>
                  </a:lnTo>
                  <a:lnTo>
                    <a:pt x="2960604" y="635566"/>
                  </a:lnTo>
                  <a:lnTo>
                    <a:pt x="2965820" y="633396"/>
                  </a:lnTo>
                  <a:lnTo>
                    <a:pt x="2967733" y="632600"/>
                  </a:lnTo>
                  <a:lnTo>
                    <a:pt x="2968081" y="632455"/>
                  </a:lnTo>
                  <a:lnTo>
                    <a:pt x="2968429" y="632310"/>
                  </a:lnTo>
                  <a:lnTo>
                    <a:pt x="2971037" y="631225"/>
                  </a:lnTo>
                  <a:lnTo>
                    <a:pt x="2972950" y="630429"/>
                  </a:lnTo>
                  <a:lnTo>
                    <a:pt x="2974689" y="629706"/>
                  </a:lnTo>
                  <a:lnTo>
                    <a:pt x="2978863" y="627969"/>
                  </a:lnTo>
                  <a:lnTo>
                    <a:pt x="2981123" y="627028"/>
                  </a:lnTo>
                  <a:lnTo>
                    <a:pt x="2981645" y="626811"/>
                  </a:lnTo>
                  <a:lnTo>
                    <a:pt x="2983036" y="626232"/>
                  </a:lnTo>
                  <a:lnTo>
                    <a:pt x="2984427" y="625653"/>
                  </a:lnTo>
                  <a:lnTo>
                    <a:pt x="2988253" y="624061"/>
                  </a:lnTo>
                  <a:lnTo>
                    <a:pt x="2990514" y="623120"/>
                  </a:lnTo>
                  <a:lnTo>
                    <a:pt x="3001643" y="618488"/>
                  </a:lnTo>
                  <a:lnTo>
                    <a:pt x="3005469" y="616895"/>
                  </a:lnTo>
                  <a:lnTo>
                    <a:pt x="3009990" y="615013"/>
                  </a:lnTo>
                  <a:lnTo>
                    <a:pt x="3010512" y="614796"/>
                  </a:lnTo>
                  <a:lnTo>
                    <a:pt x="3013990" y="613348"/>
                  </a:lnTo>
                  <a:lnTo>
                    <a:pt x="3019555" y="611031"/>
                  </a:lnTo>
                  <a:lnTo>
                    <a:pt x="3022337" y="609872"/>
                  </a:lnTo>
                  <a:lnTo>
                    <a:pt x="3025989" y="608352"/>
                  </a:lnTo>
                  <a:lnTo>
                    <a:pt x="3026858" y="607990"/>
                  </a:lnTo>
                  <a:lnTo>
                    <a:pt x="3028771" y="607193"/>
                  </a:lnTo>
                  <a:lnTo>
                    <a:pt x="3037292" y="603644"/>
                  </a:lnTo>
                  <a:lnTo>
                    <a:pt x="3043553" y="601037"/>
                  </a:lnTo>
                  <a:lnTo>
                    <a:pt x="3045639" y="600167"/>
                  </a:lnTo>
                  <a:lnTo>
                    <a:pt x="3045813" y="600095"/>
                  </a:lnTo>
                  <a:lnTo>
                    <a:pt x="3049117" y="598719"/>
                  </a:lnTo>
                  <a:lnTo>
                    <a:pt x="3052769" y="597197"/>
                  </a:lnTo>
                  <a:lnTo>
                    <a:pt x="3057291" y="595314"/>
                  </a:lnTo>
                  <a:lnTo>
                    <a:pt x="3060768" y="593865"/>
                  </a:lnTo>
                  <a:lnTo>
                    <a:pt x="3066681" y="591401"/>
                  </a:lnTo>
                  <a:lnTo>
                    <a:pt x="3068942" y="590459"/>
                  </a:lnTo>
                  <a:lnTo>
                    <a:pt x="3069637" y="590169"/>
                  </a:lnTo>
                  <a:lnTo>
                    <a:pt x="3073811" y="588430"/>
                  </a:lnTo>
                  <a:lnTo>
                    <a:pt x="3075376" y="587778"/>
                  </a:lnTo>
                  <a:lnTo>
                    <a:pt x="3078332" y="586546"/>
                  </a:lnTo>
                  <a:lnTo>
                    <a:pt x="3078680" y="586401"/>
                  </a:lnTo>
                  <a:lnTo>
                    <a:pt x="3079028" y="586256"/>
                  </a:lnTo>
                  <a:lnTo>
                    <a:pt x="3080245" y="585749"/>
                  </a:lnTo>
                  <a:lnTo>
                    <a:pt x="3084245" y="584082"/>
                  </a:lnTo>
                  <a:lnTo>
                    <a:pt x="3085636" y="583502"/>
                  </a:lnTo>
                  <a:lnTo>
                    <a:pt x="3086157" y="583284"/>
                  </a:lnTo>
                  <a:lnTo>
                    <a:pt x="3088244" y="582415"/>
                  </a:lnTo>
                  <a:lnTo>
                    <a:pt x="3089983" y="581690"/>
                  </a:lnTo>
                  <a:lnTo>
                    <a:pt x="3092939" y="580457"/>
                  </a:lnTo>
                  <a:lnTo>
                    <a:pt x="3093461" y="580240"/>
                  </a:lnTo>
                  <a:lnTo>
                    <a:pt x="3096939" y="578790"/>
                  </a:lnTo>
                  <a:lnTo>
                    <a:pt x="3097113" y="578718"/>
                  </a:lnTo>
                  <a:lnTo>
                    <a:pt x="3100591" y="577268"/>
                  </a:lnTo>
                  <a:lnTo>
                    <a:pt x="3102330" y="576543"/>
                  </a:lnTo>
                  <a:lnTo>
                    <a:pt x="3102678" y="576398"/>
                  </a:lnTo>
                  <a:lnTo>
                    <a:pt x="3104591" y="575600"/>
                  </a:lnTo>
                  <a:lnTo>
                    <a:pt x="3108242" y="574078"/>
                  </a:lnTo>
                  <a:lnTo>
                    <a:pt x="3110155" y="573280"/>
                  </a:lnTo>
                  <a:lnTo>
                    <a:pt x="3112068" y="572482"/>
                  </a:lnTo>
                  <a:lnTo>
                    <a:pt x="3112242" y="572410"/>
                  </a:lnTo>
                  <a:lnTo>
                    <a:pt x="3113807" y="571757"/>
                  </a:lnTo>
                  <a:lnTo>
                    <a:pt x="3113981" y="571685"/>
                  </a:lnTo>
                  <a:lnTo>
                    <a:pt x="3119372" y="569437"/>
                  </a:lnTo>
                  <a:lnTo>
                    <a:pt x="3123024" y="567914"/>
                  </a:lnTo>
                  <a:lnTo>
                    <a:pt x="3123198" y="567842"/>
                  </a:lnTo>
                  <a:lnTo>
                    <a:pt x="3123719" y="567624"/>
                  </a:lnTo>
                  <a:lnTo>
                    <a:pt x="3125806" y="566754"/>
                  </a:lnTo>
                  <a:lnTo>
                    <a:pt x="3126849" y="566319"/>
                  </a:lnTo>
                  <a:lnTo>
                    <a:pt x="3128415" y="565666"/>
                  </a:lnTo>
                  <a:lnTo>
                    <a:pt x="3130154" y="564941"/>
                  </a:lnTo>
                  <a:lnTo>
                    <a:pt x="3130501" y="564795"/>
                  </a:lnTo>
                  <a:lnTo>
                    <a:pt x="3131023" y="564578"/>
                  </a:lnTo>
                  <a:lnTo>
                    <a:pt x="3132414" y="563998"/>
                  </a:lnTo>
                  <a:lnTo>
                    <a:pt x="3132588" y="563925"/>
                  </a:lnTo>
                  <a:lnTo>
                    <a:pt x="3134153" y="563272"/>
                  </a:lnTo>
                  <a:lnTo>
                    <a:pt x="3134501" y="563127"/>
                  </a:lnTo>
                  <a:lnTo>
                    <a:pt x="3139718" y="560951"/>
                  </a:lnTo>
                  <a:lnTo>
                    <a:pt x="3141631" y="560153"/>
                  </a:lnTo>
                  <a:lnTo>
                    <a:pt x="3141979" y="560008"/>
                  </a:lnTo>
                  <a:lnTo>
                    <a:pt x="3142326" y="559863"/>
                  </a:lnTo>
                  <a:lnTo>
                    <a:pt x="3144935" y="558775"/>
                  </a:lnTo>
                  <a:lnTo>
                    <a:pt x="3146848" y="557977"/>
                  </a:lnTo>
                  <a:lnTo>
                    <a:pt x="3148587" y="557252"/>
                  </a:lnTo>
                  <a:lnTo>
                    <a:pt x="3152760" y="555510"/>
                  </a:lnTo>
                  <a:lnTo>
                    <a:pt x="3155021" y="554567"/>
                  </a:lnTo>
                  <a:lnTo>
                    <a:pt x="3155543" y="554350"/>
                  </a:lnTo>
                  <a:lnTo>
                    <a:pt x="3156934" y="553769"/>
                  </a:lnTo>
                  <a:lnTo>
                    <a:pt x="3158325" y="553189"/>
                  </a:lnTo>
                  <a:lnTo>
                    <a:pt x="3162151" y="551592"/>
                  </a:lnTo>
                  <a:lnTo>
                    <a:pt x="3164411" y="550649"/>
                  </a:lnTo>
                  <a:lnTo>
                    <a:pt x="3175541" y="546005"/>
                  </a:lnTo>
                  <a:lnTo>
                    <a:pt x="3179367" y="544408"/>
                  </a:lnTo>
                  <a:lnTo>
                    <a:pt x="3183888" y="542521"/>
                  </a:lnTo>
                  <a:lnTo>
                    <a:pt x="3184410" y="542303"/>
                  </a:lnTo>
                  <a:lnTo>
                    <a:pt x="3187888" y="540851"/>
                  </a:lnTo>
                  <a:lnTo>
                    <a:pt x="3192409" y="538964"/>
                  </a:lnTo>
                  <a:lnTo>
                    <a:pt x="3193452" y="538529"/>
                  </a:lnTo>
                  <a:lnTo>
                    <a:pt x="3196235" y="537367"/>
                  </a:lnTo>
                  <a:lnTo>
                    <a:pt x="3199886" y="535843"/>
                  </a:lnTo>
                  <a:lnTo>
                    <a:pt x="3200756" y="535480"/>
                  </a:lnTo>
                  <a:lnTo>
                    <a:pt x="3202669" y="534681"/>
                  </a:lnTo>
                  <a:lnTo>
                    <a:pt x="3211190" y="531123"/>
                  </a:lnTo>
                  <a:lnTo>
                    <a:pt x="3217450" y="528509"/>
                  </a:lnTo>
                  <a:lnTo>
                    <a:pt x="3219537" y="527638"/>
                  </a:lnTo>
                  <a:lnTo>
                    <a:pt x="3219711" y="527565"/>
                  </a:lnTo>
                  <a:lnTo>
                    <a:pt x="3223015" y="526185"/>
                  </a:lnTo>
                  <a:lnTo>
                    <a:pt x="3226667" y="524660"/>
                  </a:lnTo>
                  <a:lnTo>
                    <a:pt x="3231188" y="522772"/>
                  </a:lnTo>
                  <a:lnTo>
                    <a:pt x="3234666" y="521320"/>
                  </a:lnTo>
                  <a:lnTo>
                    <a:pt x="3240578" y="518850"/>
                  </a:lnTo>
                  <a:lnTo>
                    <a:pt x="3242839" y="517906"/>
                  </a:lnTo>
                  <a:lnTo>
                    <a:pt x="3243535" y="517615"/>
                  </a:lnTo>
                  <a:lnTo>
                    <a:pt x="3247708" y="515872"/>
                  </a:lnTo>
                  <a:lnTo>
                    <a:pt x="3249273" y="515218"/>
                  </a:lnTo>
                  <a:lnTo>
                    <a:pt x="3252230" y="513983"/>
                  </a:lnTo>
                  <a:lnTo>
                    <a:pt x="3252577" y="513838"/>
                  </a:lnTo>
                  <a:lnTo>
                    <a:pt x="3252925" y="513692"/>
                  </a:lnTo>
                  <a:lnTo>
                    <a:pt x="3254142" y="513184"/>
                  </a:lnTo>
                  <a:lnTo>
                    <a:pt x="3258142" y="511513"/>
                  </a:lnTo>
                  <a:lnTo>
                    <a:pt x="3259533" y="510932"/>
                  </a:lnTo>
                  <a:lnTo>
                    <a:pt x="3260055" y="510714"/>
                  </a:lnTo>
                  <a:lnTo>
                    <a:pt x="3262142" y="509842"/>
                  </a:lnTo>
                  <a:lnTo>
                    <a:pt x="3263881" y="509115"/>
                  </a:lnTo>
                  <a:lnTo>
                    <a:pt x="3266837" y="507880"/>
                  </a:lnTo>
                  <a:lnTo>
                    <a:pt x="3267359" y="507662"/>
                  </a:lnTo>
                  <a:lnTo>
                    <a:pt x="3270837" y="506209"/>
                  </a:lnTo>
                  <a:lnTo>
                    <a:pt x="3271010" y="506136"/>
                  </a:lnTo>
                  <a:lnTo>
                    <a:pt x="3274488" y="504683"/>
                  </a:lnTo>
                  <a:lnTo>
                    <a:pt x="3276227" y="503956"/>
                  </a:lnTo>
                  <a:lnTo>
                    <a:pt x="3276575" y="503811"/>
                  </a:lnTo>
                  <a:lnTo>
                    <a:pt x="3278488" y="503011"/>
                  </a:lnTo>
                  <a:lnTo>
                    <a:pt x="3282140" y="501485"/>
                  </a:lnTo>
                  <a:lnTo>
                    <a:pt x="3284053" y="500686"/>
                  </a:lnTo>
                  <a:lnTo>
                    <a:pt x="3285966" y="499886"/>
                  </a:lnTo>
                  <a:lnTo>
                    <a:pt x="3286140" y="499813"/>
                  </a:lnTo>
                  <a:lnTo>
                    <a:pt x="3287705" y="499159"/>
                  </a:lnTo>
                  <a:lnTo>
                    <a:pt x="3287879" y="499087"/>
                  </a:lnTo>
                  <a:lnTo>
                    <a:pt x="3293269" y="496833"/>
                  </a:lnTo>
                  <a:lnTo>
                    <a:pt x="3296921" y="495307"/>
                  </a:lnTo>
                  <a:lnTo>
                    <a:pt x="3297095" y="495234"/>
                  </a:lnTo>
                  <a:lnTo>
                    <a:pt x="3297617" y="495016"/>
                  </a:lnTo>
                  <a:lnTo>
                    <a:pt x="3299704" y="494144"/>
                  </a:lnTo>
                  <a:lnTo>
                    <a:pt x="3300747" y="493708"/>
                  </a:lnTo>
                  <a:lnTo>
                    <a:pt x="3302312" y="493054"/>
                  </a:lnTo>
                  <a:lnTo>
                    <a:pt x="3304051" y="492327"/>
                  </a:lnTo>
                  <a:lnTo>
                    <a:pt x="3304399" y="492181"/>
                  </a:lnTo>
                  <a:lnTo>
                    <a:pt x="3304920" y="491963"/>
                  </a:lnTo>
                  <a:lnTo>
                    <a:pt x="3306312" y="491382"/>
                  </a:lnTo>
                  <a:lnTo>
                    <a:pt x="3306486" y="491309"/>
                  </a:lnTo>
                  <a:lnTo>
                    <a:pt x="3308051" y="490655"/>
                  </a:lnTo>
                  <a:lnTo>
                    <a:pt x="3308398" y="490509"/>
                  </a:lnTo>
                  <a:lnTo>
                    <a:pt x="3313615" y="488328"/>
                  </a:lnTo>
                  <a:lnTo>
                    <a:pt x="3315528" y="487528"/>
                  </a:lnTo>
                  <a:lnTo>
                    <a:pt x="3315876" y="487383"/>
                  </a:lnTo>
                  <a:lnTo>
                    <a:pt x="3316224" y="487237"/>
                  </a:lnTo>
                  <a:lnTo>
                    <a:pt x="3318832" y="486147"/>
                  </a:lnTo>
                  <a:lnTo>
                    <a:pt x="3320745" y="485347"/>
                  </a:lnTo>
                  <a:lnTo>
                    <a:pt x="3322484" y="484620"/>
                  </a:lnTo>
                  <a:lnTo>
                    <a:pt x="3326658" y="482875"/>
                  </a:lnTo>
                  <a:lnTo>
                    <a:pt x="3328918" y="481929"/>
                  </a:lnTo>
                  <a:lnTo>
                    <a:pt x="3329440" y="481711"/>
                  </a:lnTo>
                  <a:lnTo>
                    <a:pt x="3330831" y="481130"/>
                  </a:lnTo>
                  <a:lnTo>
                    <a:pt x="3332222" y="480548"/>
                  </a:lnTo>
                  <a:lnTo>
                    <a:pt x="3336048" y="478948"/>
                  </a:lnTo>
                  <a:lnTo>
                    <a:pt x="3338309" y="478003"/>
                  </a:lnTo>
                  <a:lnTo>
                    <a:pt x="3349438" y="473348"/>
                  </a:lnTo>
                  <a:lnTo>
                    <a:pt x="3353264" y="471748"/>
                  </a:lnTo>
                  <a:lnTo>
                    <a:pt x="3357785" y="469856"/>
                  </a:lnTo>
                  <a:lnTo>
                    <a:pt x="3358307" y="469638"/>
                  </a:lnTo>
                  <a:lnTo>
                    <a:pt x="3361785" y="468183"/>
                  </a:lnTo>
                  <a:lnTo>
                    <a:pt x="3366306" y="466292"/>
                  </a:lnTo>
                  <a:lnTo>
                    <a:pt x="3367350" y="465855"/>
                  </a:lnTo>
                  <a:lnTo>
                    <a:pt x="3370132" y="464691"/>
                  </a:lnTo>
                  <a:lnTo>
                    <a:pt x="3373784" y="463163"/>
                  </a:lnTo>
                  <a:lnTo>
                    <a:pt x="3376566" y="461999"/>
                  </a:lnTo>
                  <a:lnTo>
                    <a:pt x="3385087" y="458434"/>
                  </a:lnTo>
                  <a:lnTo>
                    <a:pt x="3391348" y="455814"/>
                  </a:lnTo>
                  <a:lnTo>
                    <a:pt x="3393434" y="454941"/>
                  </a:lnTo>
                  <a:lnTo>
                    <a:pt x="3393608" y="454868"/>
                  </a:lnTo>
                  <a:lnTo>
                    <a:pt x="3396912" y="453485"/>
                  </a:lnTo>
                  <a:lnTo>
                    <a:pt x="3400564" y="451957"/>
                  </a:lnTo>
                  <a:lnTo>
                    <a:pt x="3405085" y="450065"/>
                  </a:lnTo>
                  <a:lnTo>
                    <a:pt x="3408563" y="448609"/>
                  </a:lnTo>
                  <a:lnTo>
                    <a:pt x="3414476" y="446134"/>
                  </a:lnTo>
                  <a:lnTo>
                    <a:pt x="3416737" y="445188"/>
                  </a:lnTo>
                  <a:lnTo>
                    <a:pt x="3417432" y="444897"/>
                  </a:lnTo>
                  <a:lnTo>
                    <a:pt x="3421606" y="443150"/>
                  </a:lnTo>
                  <a:lnTo>
                    <a:pt x="3423171" y="442495"/>
                  </a:lnTo>
                  <a:lnTo>
                    <a:pt x="3426127" y="441257"/>
                  </a:lnTo>
                  <a:lnTo>
                    <a:pt x="3426475" y="441111"/>
                  </a:lnTo>
                  <a:lnTo>
                    <a:pt x="3426823" y="440966"/>
                  </a:lnTo>
                  <a:lnTo>
                    <a:pt x="3428040" y="440456"/>
                  </a:lnTo>
                  <a:lnTo>
                    <a:pt x="3432040" y="438782"/>
                  </a:lnTo>
                  <a:lnTo>
                    <a:pt x="3433431" y="438199"/>
                  </a:lnTo>
                  <a:lnTo>
                    <a:pt x="3433952" y="437981"/>
                  </a:lnTo>
                  <a:lnTo>
                    <a:pt x="3436039" y="437107"/>
                  </a:lnTo>
                  <a:lnTo>
                    <a:pt x="3437778" y="436379"/>
                  </a:lnTo>
                  <a:lnTo>
                    <a:pt x="3440734" y="435141"/>
                  </a:lnTo>
                  <a:lnTo>
                    <a:pt x="3441256" y="434923"/>
                  </a:lnTo>
                  <a:lnTo>
                    <a:pt x="3444734" y="433467"/>
                  </a:lnTo>
                  <a:lnTo>
                    <a:pt x="3444908" y="433394"/>
                  </a:lnTo>
                  <a:lnTo>
                    <a:pt x="3448386" y="431937"/>
                  </a:lnTo>
                  <a:lnTo>
                    <a:pt x="3450125" y="431209"/>
                  </a:lnTo>
                  <a:lnTo>
                    <a:pt x="3450473" y="431064"/>
                  </a:lnTo>
                  <a:lnTo>
                    <a:pt x="3452386" y="430263"/>
                  </a:lnTo>
                  <a:lnTo>
                    <a:pt x="3456037" y="428733"/>
                  </a:lnTo>
                  <a:lnTo>
                    <a:pt x="3457950" y="427932"/>
                  </a:lnTo>
                  <a:lnTo>
                    <a:pt x="3459863" y="427131"/>
                  </a:lnTo>
                  <a:lnTo>
                    <a:pt x="3460037" y="427058"/>
                  </a:lnTo>
                  <a:lnTo>
                    <a:pt x="3461602" y="426403"/>
                  </a:lnTo>
                  <a:lnTo>
                    <a:pt x="3461776" y="426330"/>
                  </a:lnTo>
                  <a:lnTo>
                    <a:pt x="3467167" y="424072"/>
                  </a:lnTo>
                  <a:lnTo>
                    <a:pt x="3470819" y="422543"/>
                  </a:lnTo>
                  <a:lnTo>
                    <a:pt x="3470993" y="422470"/>
                  </a:lnTo>
                  <a:lnTo>
                    <a:pt x="3471514" y="422251"/>
                  </a:lnTo>
                  <a:lnTo>
                    <a:pt x="3473601" y="421377"/>
                  </a:lnTo>
                  <a:lnTo>
                    <a:pt x="3474644" y="420940"/>
                  </a:lnTo>
                  <a:lnTo>
                    <a:pt x="3476209" y="420285"/>
                  </a:lnTo>
                  <a:lnTo>
                    <a:pt x="3477948" y="419556"/>
                  </a:lnTo>
                  <a:lnTo>
                    <a:pt x="3478296" y="419411"/>
                  </a:lnTo>
                  <a:lnTo>
                    <a:pt x="3478818" y="419192"/>
                  </a:lnTo>
                  <a:lnTo>
                    <a:pt x="3480209" y="418609"/>
                  </a:lnTo>
                  <a:lnTo>
                    <a:pt x="3480383" y="418537"/>
                  </a:lnTo>
                  <a:lnTo>
                    <a:pt x="3481948" y="417881"/>
                  </a:lnTo>
                  <a:lnTo>
                    <a:pt x="3482296" y="417735"/>
                  </a:lnTo>
                  <a:lnTo>
                    <a:pt x="3487513" y="415550"/>
                  </a:lnTo>
                  <a:lnTo>
                    <a:pt x="3489426" y="414749"/>
                  </a:lnTo>
                  <a:lnTo>
                    <a:pt x="3489773" y="414603"/>
                  </a:lnTo>
                  <a:lnTo>
                    <a:pt x="3490121" y="414457"/>
                  </a:lnTo>
                  <a:lnTo>
                    <a:pt x="3492730" y="413364"/>
                  </a:lnTo>
                  <a:lnTo>
                    <a:pt x="3494643" y="412563"/>
                  </a:lnTo>
                  <a:lnTo>
                    <a:pt x="3496382" y="411834"/>
                  </a:lnTo>
                  <a:lnTo>
                    <a:pt x="3500555" y="410086"/>
                  </a:lnTo>
                  <a:lnTo>
                    <a:pt x="3502816" y="409139"/>
                  </a:lnTo>
                  <a:lnTo>
                    <a:pt x="3503337" y="408920"/>
                  </a:lnTo>
                  <a:lnTo>
                    <a:pt x="3504729" y="408337"/>
                  </a:lnTo>
                  <a:lnTo>
                    <a:pt x="3506120" y="407754"/>
                  </a:lnTo>
                  <a:lnTo>
                    <a:pt x="3509946" y="406151"/>
                  </a:lnTo>
                  <a:lnTo>
                    <a:pt x="3512206" y="405204"/>
                  </a:lnTo>
                  <a:lnTo>
                    <a:pt x="3523336" y="400540"/>
                  </a:lnTo>
                  <a:lnTo>
                    <a:pt x="3527161" y="398937"/>
                  </a:lnTo>
                  <a:lnTo>
                    <a:pt x="3531683" y="397042"/>
                  </a:lnTo>
                  <a:lnTo>
                    <a:pt x="3532204" y="396823"/>
                  </a:lnTo>
                  <a:lnTo>
                    <a:pt x="3535682" y="395366"/>
                  </a:lnTo>
                  <a:lnTo>
                    <a:pt x="3540204" y="393471"/>
                  </a:lnTo>
                  <a:lnTo>
                    <a:pt x="3541247" y="393033"/>
                  </a:lnTo>
                  <a:lnTo>
                    <a:pt x="3544029" y="391867"/>
                  </a:lnTo>
                  <a:lnTo>
                    <a:pt x="3547681" y="390336"/>
                  </a:lnTo>
                  <a:lnTo>
                    <a:pt x="3548551" y="389972"/>
                  </a:lnTo>
                  <a:lnTo>
                    <a:pt x="3550464" y="389170"/>
                  </a:lnTo>
                  <a:lnTo>
                    <a:pt x="3558985" y="385598"/>
                  </a:lnTo>
                  <a:lnTo>
                    <a:pt x="3565245" y="382973"/>
                  </a:lnTo>
                  <a:lnTo>
                    <a:pt x="3567332" y="382098"/>
                  </a:lnTo>
                  <a:lnTo>
                    <a:pt x="3567506" y="382026"/>
                  </a:lnTo>
                  <a:lnTo>
                    <a:pt x="3570810" y="380640"/>
                  </a:lnTo>
                  <a:lnTo>
                    <a:pt x="3574462" y="379109"/>
                  </a:lnTo>
                  <a:lnTo>
                    <a:pt x="3578983" y="377213"/>
                  </a:lnTo>
                  <a:lnTo>
                    <a:pt x="3582461" y="375755"/>
                  </a:lnTo>
                  <a:lnTo>
                    <a:pt x="3588373" y="373276"/>
                  </a:lnTo>
                  <a:lnTo>
                    <a:pt x="3590634" y="372328"/>
                  </a:lnTo>
                  <a:lnTo>
                    <a:pt x="3591330" y="372036"/>
                  </a:lnTo>
                  <a:lnTo>
                    <a:pt x="3595503" y="370286"/>
                  </a:lnTo>
                  <a:lnTo>
                    <a:pt x="3597068" y="369629"/>
                  </a:lnTo>
                  <a:lnTo>
                    <a:pt x="3600024" y="368389"/>
                  </a:lnTo>
                  <a:lnTo>
                    <a:pt x="3600372" y="368244"/>
                  </a:lnTo>
                  <a:lnTo>
                    <a:pt x="3600720" y="368098"/>
                  </a:lnTo>
                  <a:lnTo>
                    <a:pt x="3601937" y="367587"/>
                  </a:lnTo>
                  <a:lnTo>
                    <a:pt x="3605937" y="365910"/>
                  </a:lnTo>
                  <a:lnTo>
                    <a:pt x="3607328" y="365326"/>
                  </a:lnTo>
                  <a:lnTo>
                    <a:pt x="3607850" y="365107"/>
                  </a:lnTo>
                  <a:lnTo>
                    <a:pt x="3609937" y="364232"/>
                  </a:lnTo>
                  <a:lnTo>
                    <a:pt x="3611676" y="363503"/>
                  </a:lnTo>
                  <a:lnTo>
                    <a:pt x="3614632" y="362263"/>
                  </a:lnTo>
                  <a:lnTo>
                    <a:pt x="3615154" y="362044"/>
                  </a:lnTo>
                  <a:lnTo>
                    <a:pt x="3618631" y="360585"/>
                  </a:lnTo>
                  <a:lnTo>
                    <a:pt x="3618805" y="360512"/>
                  </a:lnTo>
                  <a:lnTo>
                    <a:pt x="3622283" y="359053"/>
                  </a:lnTo>
                  <a:lnTo>
                    <a:pt x="3624022" y="358324"/>
                  </a:lnTo>
                  <a:lnTo>
                    <a:pt x="3624370" y="358178"/>
                  </a:lnTo>
                  <a:lnTo>
                    <a:pt x="3626283" y="357375"/>
                  </a:lnTo>
                  <a:lnTo>
                    <a:pt x="3629935" y="355843"/>
                  </a:lnTo>
                  <a:lnTo>
                    <a:pt x="3631848" y="355041"/>
                  </a:lnTo>
                  <a:lnTo>
                    <a:pt x="3633761" y="354238"/>
                  </a:lnTo>
                  <a:lnTo>
                    <a:pt x="3633934" y="354165"/>
                  </a:lnTo>
                  <a:lnTo>
                    <a:pt x="3635500" y="353509"/>
                  </a:lnTo>
                  <a:lnTo>
                    <a:pt x="3635673" y="353436"/>
                  </a:lnTo>
                  <a:lnTo>
                    <a:pt x="3641064" y="351174"/>
                  </a:lnTo>
                  <a:lnTo>
                    <a:pt x="3644716" y="349642"/>
                  </a:lnTo>
                  <a:lnTo>
                    <a:pt x="3644890" y="349569"/>
                  </a:lnTo>
                  <a:lnTo>
                    <a:pt x="3645412" y="349350"/>
                  </a:lnTo>
                  <a:lnTo>
                    <a:pt x="3647498" y="348475"/>
                  </a:lnTo>
                  <a:lnTo>
                    <a:pt x="3648542" y="348037"/>
                  </a:lnTo>
                  <a:lnTo>
                    <a:pt x="3650107" y="347380"/>
                  </a:lnTo>
                  <a:lnTo>
                    <a:pt x="3651846" y="346650"/>
                  </a:lnTo>
                  <a:lnTo>
                    <a:pt x="3652194" y="346504"/>
                  </a:lnTo>
                  <a:lnTo>
                    <a:pt x="3652715" y="346286"/>
                  </a:lnTo>
                  <a:lnTo>
                    <a:pt x="3654107" y="345702"/>
                  </a:lnTo>
                  <a:lnTo>
                    <a:pt x="3654280" y="345629"/>
                  </a:lnTo>
                  <a:lnTo>
                    <a:pt x="3655846" y="344972"/>
                  </a:lnTo>
                  <a:lnTo>
                    <a:pt x="3656193" y="344826"/>
                  </a:lnTo>
                  <a:lnTo>
                    <a:pt x="3661410" y="342637"/>
                  </a:lnTo>
                  <a:lnTo>
                    <a:pt x="3663323" y="341834"/>
                  </a:lnTo>
                  <a:lnTo>
                    <a:pt x="3663671" y="341688"/>
                  </a:lnTo>
                  <a:lnTo>
                    <a:pt x="3664019" y="341542"/>
                  </a:lnTo>
                  <a:lnTo>
                    <a:pt x="3666627" y="340448"/>
                  </a:lnTo>
                  <a:lnTo>
                    <a:pt x="3668540" y="339645"/>
                  </a:lnTo>
                  <a:lnTo>
                    <a:pt x="3670279" y="338915"/>
                  </a:lnTo>
                  <a:lnTo>
                    <a:pt x="3674453" y="337164"/>
                  </a:lnTo>
                  <a:lnTo>
                    <a:pt x="3676713" y="336215"/>
                  </a:lnTo>
                  <a:lnTo>
                    <a:pt x="3677235" y="335996"/>
                  </a:lnTo>
                  <a:lnTo>
                    <a:pt x="3678626" y="335412"/>
                  </a:lnTo>
                  <a:lnTo>
                    <a:pt x="3680017" y="334828"/>
                  </a:lnTo>
                  <a:lnTo>
                    <a:pt x="3683843" y="333222"/>
                  </a:lnTo>
                  <a:lnTo>
                    <a:pt x="3686104" y="332274"/>
                  </a:lnTo>
                  <a:lnTo>
                    <a:pt x="3697233" y="327602"/>
                  </a:lnTo>
                  <a:lnTo>
                    <a:pt x="3701059" y="325996"/>
                  </a:lnTo>
                  <a:lnTo>
                    <a:pt x="3705580" y="324098"/>
                  </a:lnTo>
                  <a:lnTo>
                    <a:pt x="3706102" y="323879"/>
                  </a:lnTo>
                  <a:lnTo>
                    <a:pt x="3709580" y="322419"/>
                  </a:lnTo>
                  <a:lnTo>
                    <a:pt x="3714101" y="320521"/>
                  </a:lnTo>
                  <a:lnTo>
                    <a:pt x="3715145" y="320083"/>
                  </a:lnTo>
                  <a:lnTo>
                    <a:pt x="3717927" y="318914"/>
                  </a:lnTo>
                  <a:lnTo>
                    <a:pt x="3721579" y="317381"/>
                  </a:lnTo>
                  <a:lnTo>
                    <a:pt x="3722448" y="317016"/>
                  </a:lnTo>
                  <a:lnTo>
                    <a:pt x="3724361" y="316213"/>
                  </a:lnTo>
                  <a:lnTo>
                    <a:pt x="3732882" y="312635"/>
                  </a:lnTo>
                  <a:lnTo>
                    <a:pt x="3739142" y="310006"/>
                  </a:lnTo>
                  <a:lnTo>
                    <a:pt x="3741403" y="309057"/>
                  </a:lnTo>
                  <a:lnTo>
                    <a:pt x="3744707" y="307669"/>
                  </a:lnTo>
                  <a:lnTo>
                    <a:pt x="3748359" y="306136"/>
                  </a:lnTo>
                  <a:lnTo>
                    <a:pt x="3752880" y="304237"/>
                  </a:lnTo>
                  <a:lnTo>
                    <a:pt x="3756358" y="302776"/>
                  </a:lnTo>
                  <a:lnTo>
                    <a:pt x="3762271" y="300293"/>
                  </a:lnTo>
                  <a:lnTo>
                    <a:pt x="3764531" y="299343"/>
                  </a:lnTo>
                  <a:lnTo>
                    <a:pt x="3765227" y="299051"/>
                  </a:lnTo>
                  <a:lnTo>
                    <a:pt x="3769401" y="297298"/>
                  </a:lnTo>
                  <a:lnTo>
                    <a:pt x="3770966" y="296641"/>
                  </a:lnTo>
                  <a:lnTo>
                    <a:pt x="3773922" y="295399"/>
                  </a:lnTo>
                  <a:lnTo>
                    <a:pt x="3774270" y="295253"/>
                  </a:lnTo>
                  <a:lnTo>
                    <a:pt x="3774617" y="295107"/>
                  </a:lnTo>
                  <a:lnTo>
                    <a:pt x="3775835" y="294596"/>
                  </a:lnTo>
                  <a:lnTo>
                    <a:pt x="3779834" y="292915"/>
                  </a:lnTo>
                  <a:lnTo>
                    <a:pt x="3781226" y="292331"/>
                  </a:lnTo>
                  <a:lnTo>
                    <a:pt x="3781747" y="292112"/>
                  </a:lnTo>
                  <a:lnTo>
                    <a:pt x="3783834" y="291235"/>
                  </a:lnTo>
                  <a:lnTo>
                    <a:pt x="3785573" y="290505"/>
                  </a:lnTo>
                  <a:lnTo>
                    <a:pt x="3788529" y="289263"/>
                  </a:lnTo>
                  <a:lnTo>
                    <a:pt x="3789051" y="289044"/>
                  </a:lnTo>
                  <a:lnTo>
                    <a:pt x="3792529" y="287582"/>
                  </a:lnTo>
                  <a:lnTo>
                    <a:pt x="3792703" y="287509"/>
                  </a:lnTo>
                  <a:lnTo>
                    <a:pt x="3796181" y="286048"/>
                  </a:lnTo>
                  <a:lnTo>
                    <a:pt x="3797920" y="285318"/>
                  </a:lnTo>
                  <a:lnTo>
                    <a:pt x="3798268" y="285172"/>
                  </a:lnTo>
                  <a:lnTo>
                    <a:pt x="3800180" y="284368"/>
                  </a:lnTo>
                  <a:lnTo>
                    <a:pt x="3803832" y="282834"/>
                  </a:lnTo>
                  <a:lnTo>
                    <a:pt x="3805745" y="282030"/>
                  </a:lnTo>
                  <a:lnTo>
                    <a:pt x="3807658" y="281226"/>
                  </a:lnTo>
                  <a:lnTo>
                    <a:pt x="3807832" y="281153"/>
                  </a:lnTo>
                  <a:lnTo>
                    <a:pt x="3809397" y="280495"/>
                  </a:lnTo>
                  <a:lnTo>
                    <a:pt x="3809571" y="280422"/>
                  </a:lnTo>
                  <a:lnTo>
                    <a:pt x="3814962" y="278157"/>
                  </a:lnTo>
                  <a:lnTo>
                    <a:pt x="3818614" y="276623"/>
                  </a:lnTo>
                  <a:lnTo>
                    <a:pt x="3818787" y="276550"/>
                  </a:lnTo>
                  <a:lnTo>
                    <a:pt x="3819309" y="276330"/>
                  </a:lnTo>
                  <a:lnTo>
                    <a:pt x="3821396" y="275453"/>
                  </a:lnTo>
                  <a:lnTo>
                    <a:pt x="3822439" y="275015"/>
                  </a:lnTo>
                  <a:lnTo>
                    <a:pt x="3824004" y="274357"/>
                  </a:lnTo>
                  <a:lnTo>
                    <a:pt x="3825743" y="273627"/>
                  </a:lnTo>
                  <a:lnTo>
                    <a:pt x="3826091" y="273480"/>
                  </a:lnTo>
                  <a:lnTo>
                    <a:pt x="3826613" y="273261"/>
                  </a:lnTo>
                  <a:lnTo>
                    <a:pt x="3828004" y="272677"/>
                  </a:lnTo>
                  <a:lnTo>
                    <a:pt x="3828178" y="272603"/>
                  </a:lnTo>
                  <a:lnTo>
                    <a:pt x="3829743" y="271946"/>
                  </a:lnTo>
                  <a:lnTo>
                    <a:pt x="3830091" y="271800"/>
                  </a:lnTo>
                  <a:lnTo>
                    <a:pt x="3835308" y="269607"/>
                  </a:lnTo>
                  <a:lnTo>
                    <a:pt x="3837221" y="268803"/>
                  </a:lnTo>
                  <a:lnTo>
                    <a:pt x="3837568" y="268657"/>
                  </a:lnTo>
                  <a:lnTo>
                    <a:pt x="3837916" y="268511"/>
                  </a:lnTo>
                  <a:lnTo>
                    <a:pt x="3840525" y="267415"/>
                  </a:lnTo>
                  <a:lnTo>
                    <a:pt x="3842437" y="266611"/>
                  </a:lnTo>
                  <a:lnTo>
                    <a:pt x="3844176" y="265880"/>
                  </a:lnTo>
                  <a:lnTo>
                    <a:pt x="3848350" y="264126"/>
                  </a:lnTo>
                  <a:lnTo>
                    <a:pt x="3850611" y="263175"/>
                  </a:lnTo>
                  <a:lnTo>
                    <a:pt x="3851132" y="262956"/>
                  </a:lnTo>
                  <a:lnTo>
                    <a:pt x="3852524" y="262371"/>
                  </a:lnTo>
                  <a:lnTo>
                    <a:pt x="3853915" y="261787"/>
                  </a:lnTo>
                  <a:lnTo>
                    <a:pt x="3857740" y="260179"/>
                  </a:lnTo>
                  <a:lnTo>
                    <a:pt x="3860001" y="259228"/>
                  </a:lnTo>
                  <a:lnTo>
                    <a:pt x="3871131" y="254550"/>
                  </a:lnTo>
                  <a:lnTo>
                    <a:pt x="3874956" y="252942"/>
                  </a:lnTo>
                  <a:lnTo>
                    <a:pt x="3879478" y="251041"/>
                  </a:lnTo>
                  <a:lnTo>
                    <a:pt x="3879999" y="250821"/>
                  </a:lnTo>
                  <a:lnTo>
                    <a:pt x="3883477" y="249359"/>
                  </a:lnTo>
                  <a:lnTo>
                    <a:pt x="3887999" y="247458"/>
                  </a:lnTo>
                  <a:lnTo>
                    <a:pt x="3889042" y="247020"/>
                  </a:lnTo>
                  <a:lnTo>
                    <a:pt x="3891824" y="245850"/>
                  </a:lnTo>
                  <a:lnTo>
                    <a:pt x="3895476" y="244314"/>
                  </a:lnTo>
                  <a:lnTo>
                    <a:pt x="3896346" y="243949"/>
                  </a:lnTo>
                  <a:lnTo>
                    <a:pt x="3898259" y="243144"/>
                  </a:lnTo>
                  <a:lnTo>
                    <a:pt x="3913040" y="236929"/>
                  </a:lnTo>
                  <a:lnTo>
                    <a:pt x="3915127" y="236051"/>
                  </a:lnTo>
                  <a:lnTo>
                    <a:pt x="3915301" y="235978"/>
                  </a:lnTo>
                  <a:lnTo>
                    <a:pt x="3918605" y="234589"/>
                  </a:lnTo>
                  <a:lnTo>
                    <a:pt x="3922256" y="233053"/>
                  </a:lnTo>
                  <a:lnTo>
                    <a:pt x="3926778" y="231152"/>
                  </a:lnTo>
                  <a:lnTo>
                    <a:pt x="3930256" y="229689"/>
                  </a:lnTo>
                  <a:lnTo>
                    <a:pt x="3936168" y="227202"/>
                  </a:lnTo>
                  <a:lnTo>
                    <a:pt x="3938429" y="226251"/>
                  </a:lnTo>
                  <a:lnTo>
                    <a:pt x="3939124" y="225959"/>
                  </a:lnTo>
                  <a:lnTo>
                    <a:pt x="3943298" y="224203"/>
                  </a:lnTo>
                  <a:lnTo>
                    <a:pt x="3944863" y="223545"/>
                  </a:lnTo>
                  <a:lnTo>
                    <a:pt x="3947819" y="222302"/>
                  </a:lnTo>
                  <a:lnTo>
                    <a:pt x="3948167" y="222155"/>
                  </a:lnTo>
                  <a:lnTo>
                    <a:pt x="3948515" y="222009"/>
                  </a:lnTo>
                  <a:lnTo>
                    <a:pt x="3949732" y="221497"/>
                  </a:lnTo>
                  <a:lnTo>
                    <a:pt x="3953732" y="219815"/>
                  </a:lnTo>
                  <a:lnTo>
                    <a:pt x="3955123" y="219229"/>
                  </a:lnTo>
                  <a:lnTo>
                    <a:pt x="3955645" y="219010"/>
                  </a:lnTo>
                  <a:lnTo>
                    <a:pt x="3957731" y="218132"/>
                  </a:lnTo>
                  <a:lnTo>
                    <a:pt x="3959470" y="217401"/>
                  </a:lnTo>
                  <a:lnTo>
                    <a:pt x="3962427" y="216157"/>
                  </a:lnTo>
                  <a:lnTo>
                    <a:pt x="3962948" y="215938"/>
                  </a:lnTo>
                  <a:lnTo>
                    <a:pt x="3966426" y="214474"/>
                  </a:lnTo>
                  <a:lnTo>
                    <a:pt x="3966600" y="214401"/>
                  </a:lnTo>
                  <a:lnTo>
                    <a:pt x="3970078" y="212938"/>
                  </a:lnTo>
                  <a:lnTo>
                    <a:pt x="3971817" y="212207"/>
                  </a:lnTo>
                  <a:lnTo>
                    <a:pt x="3972165" y="212060"/>
                  </a:lnTo>
                  <a:lnTo>
                    <a:pt x="3974078" y="211256"/>
                  </a:lnTo>
                  <a:lnTo>
                    <a:pt x="3977730" y="209719"/>
                  </a:lnTo>
                  <a:lnTo>
                    <a:pt x="3979643" y="208914"/>
                  </a:lnTo>
                  <a:lnTo>
                    <a:pt x="3981555" y="208110"/>
                  </a:lnTo>
                  <a:lnTo>
                    <a:pt x="3981729" y="208036"/>
                  </a:lnTo>
                  <a:lnTo>
                    <a:pt x="3983294" y="207378"/>
                  </a:lnTo>
                  <a:lnTo>
                    <a:pt x="3983468" y="207305"/>
                  </a:lnTo>
                  <a:lnTo>
                    <a:pt x="3988859" y="205037"/>
                  </a:lnTo>
                  <a:lnTo>
                    <a:pt x="3992511" y="203500"/>
                  </a:lnTo>
                  <a:lnTo>
                    <a:pt x="3992685" y="203427"/>
                  </a:lnTo>
                  <a:lnTo>
                    <a:pt x="3993207" y="203207"/>
                  </a:lnTo>
                  <a:lnTo>
                    <a:pt x="3995293" y="202329"/>
                  </a:lnTo>
                  <a:lnTo>
                    <a:pt x="3996337" y="201890"/>
                  </a:lnTo>
                  <a:lnTo>
                    <a:pt x="3997902" y="201232"/>
                  </a:lnTo>
                  <a:lnTo>
                    <a:pt x="3999989" y="200354"/>
                  </a:lnTo>
                  <a:lnTo>
                    <a:pt x="4000510" y="200134"/>
                  </a:lnTo>
                  <a:lnTo>
                    <a:pt x="4001901" y="199549"/>
                  </a:lnTo>
                  <a:lnTo>
                    <a:pt x="4003640" y="198817"/>
                  </a:lnTo>
                  <a:lnTo>
                    <a:pt x="4003988" y="198671"/>
                  </a:lnTo>
                  <a:lnTo>
                    <a:pt x="4009205" y="196475"/>
                  </a:lnTo>
                  <a:lnTo>
                    <a:pt x="4011118" y="195670"/>
                  </a:lnTo>
                  <a:lnTo>
                    <a:pt x="4011466" y="195524"/>
                  </a:lnTo>
                  <a:lnTo>
                    <a:pt x="4011814" y="195378"/>
                  </a:lnTo>
                  <a:lnTo>
                    <a:pt x="4014422" y="194280"/>
                  </a:lnTo>
                  <a:lnTo>
                    <a:pt x="4016335" y="193475"/>
                  </a:lnTo>
                  <a:lnTo>
                    <a:pt x="4018074" y="192743"/>
                  </a:lnTo>
                  <a:lnTo>
                    <a:pt x="4022247" y="190987"/>
                  </a:lnTo>
                  <a:lnTo>
                    <a:pt x="4024508" y="190035"/>
                  </a:lnTo>
                  <a:lnTo>
                    <a:pt x="4025030" y="189816"/>
                  </a:lnTo>
                  <a:lnTo>
                    <a:pt x="4026421" y="189230"/>
                  </a:lnTo>
                  <a:lnTo>
                    <a:pt x="4027812" y="188645"/>
                  </a:lnTo>
                  <a:lnTo>
                    <a:pt x="4031638" y="187035"/>
                  </a:lnTo>
                  <a:lnTo>
                    <a:pt x="4033899" y="186083"/>
                  </a:lnTo>
                  <a:lnTo>
                    <a:pt x="4045028" y="181399"/>
                  </a:lnTo>
                  <a:lnTo>
                    <a:pt x="4048854" y="179788"/>
                  </a:lnTo>
                  <a:lnTo>
                    <a:pt x="4053375" y="177885"/>
                  </a:lnTo>
                  <a:lnTo>
                    <a:pt x="4053897" y="177666"/>
                  </a:lnTo>
                  <a:lnTo>
                    <a:pt x="4057375" y="176202"/>
                  </a:lnTo>
                  <a:lnTo>
                    <a:pt x="4061896" y="174298"/>
                  </a:lnTo>
                  <a:lnTo>
                    <a:pt x="4062939" y="173859"/>
                  </a:lnTo>
                  <a:lnTo>
                    <a:pt x="4065722" y="172688"/>
                  </a:lnTo>
                  <a:lnTo>
                    <a:pt x="4069374" y="171150"/>
                  </a:lnTo>
                  <a:lnTo>
                    <a:pt x="4070243" y="170784"/>
                  </a:lnTo>
                  <a:lnTo>
                    <a:pt x="4072156" y="169979"/>
                  </a:lnTo>
                  <a:lnTo>
                    <a:pt x="4080677" y="166392"/>
                  </a:lnTo>
                  <a:lnTo>
                    <a:pt x="4089024" y="162877"/>
                  </a:lnTo>
                  <a:lnTo>
                    <a:pt x="4089198" y="162804"/>
                  </a:lnTo>
                  <a:lnTo>
                    <a:pt x="4092502" y="161413"/>
                  </a:lnTo>
                  <a:lnTo>
                    <a:pt x="4096154" y="159875"/>
                  </a:lnTo>
                  <a:lnTo>
                    <a:pt x="4104153" y="156507"/>
                  </a:lnTo>
                  <a:lnTo>
                    <a:pt x="4110066" y="154017"/>
                  </a:lnTo>
                  <a:lnTo>
                    <a:pt x="4113022" y="152772"/>
                  </a:lnTo>
                  <a:lnTo>
                    <a:pt x="4117195" y="151015"/>
                  </a:lnTo>
                  <a:lnTo>
                    <a:pt x="4118761" y="150356"/>
                  </a:lnTo>
                  <a:lnTo>
                    <a:pt x="4121717" y="149111"/>
                  </a:lnTo>
                  <a:lnTo>
                    <a:pt x="4122065" y="148964"/>
                  </a:lnTo>
                  <a:lnTo>
                    <a:pt x="4122412" y="148818"/>
                  </a:lnTo>
                  <a:lnTo>
                    <a:pt x="4123630" y="148305"/>
                  </a:lnTo>
                  <a:lnTo>
                    <a:pt x="4127629" y="146621"/>
                  </a:lnTo>
                  <a:lnTo>
                    <a:pt x="4129020" y="146035"/>
                  </a:lnTo>
                  <a:lnTo>
                    <a:pt x="4131629" y="144936"/>
                  </a:lnTo>
                  <a:lnTo>
                    <a:pt x="4133368" y="144204"/>
                  </a:lnTo>
                  <a:lnTo>
                    <a:pt x="4136324" y="142959"/>
                  </a:lnTo>
                  <a:lnTo>
                    <a:pt x="4136846" y="142739"/>
                  </a:lnTo>
                  <a:lnTo>
                    <a:pt x="4140324" y="141274"/>
                  </a:lnTo>
                  <a:lnTo>
                    <a:pt x="4140498" y="141201"/>
                  </a:lnTo>
                  <a:lnTo>
                    <a:pt x="4143976" y="139736"/>
                  </a:lnTo>
                  <a:lnTo>
                    <a:pt x="4146062" y="138857"/>
                  </a:lnTo>
                  <a:lnTo>
                    <a:pt x="4147975" y="138052"/>
                  </a:lnTo>
                  <a:lnTo>
                    <a:pt x="4153540" y="135708"/>
                  </a:lnTo>
                  <a:lnTo>
                    <a:pt x="4155627" y="134829"/>
                  </a:lnTo>
                  <a:lnTo>
                    <a:pt x="4157192" y="134170"/>
                  </a:lnTo>
                  <a:lnTo>
                    <a:pt x="4157366" y="134096"/>
                  </a:lnTo>
                  <a:lnTo>
                    <a:pt x="4162757" y="131826"/>
                  </a:lnTo>
                  <a:lnTo>
                    <a:pt x="4166408" y="130287"/>
                  </a:lnTo>
                  <a:lnTo>
                    <a:pt x="4166582" y="130214"/>
                  </a:lnTo>
                  <a:lnTo>
                    <a:pt x="4167104" y="129994"/>
                  </a:lnTo>
                  <a:lnTo>
                    <a:pt x="4170234" y="128676"/>
                  </a:lnTo>
                  <a:lnTo>
                    <a:pt x="4173886" y="127137"/>
                  </a:lnTo>
                  <a:lnTo>
                    <a:pt x="4174408" y="126917"/>
                  </a:lnTo>
                  <a:lnTo>
                    <a:pt x="4175799" y="126331"/>
                  </a:lnTo>
                  <a:lnTo>
                    <a:pt x="4175973" y="126258"/>
                  </a:lnTo>
                  <a:lnTo>
                    <a:pt x="4183103" y="123255"/>
                  </a:lnTo>
                  <a:lnTo>
                    <a:pt x="4185015" y="122449"/>
                  </a:lnTo>
                  <a:lnTo>
                    <a:pt x="4185363" y="122302"/>
                  </a:lnTo>
                  <a:lnTo>
                    <a:pt x="4185711" y="122156"/>
                  </a:lnTo>
                  <a:lnTo>
                    <a:pt x="4188320" y="121057"/>
                  </a:lnTo>
                  <a:lnTo>
                    <a:pt x="4190232" y="120251"/>
                  </a:lnTo>
                  <a:lnTo>
                    <a:pt x="4191971" y="119518"/>
                  </a:lnTo>
                  <a:lnTo>
                    <a:pt x="4198406" y="116807"/>
                  </a:lnTo>
                  <a:lnTo>
                    <a:pt x="4201710" y="115415"/>
                  </a:lnTo>
                  <a:lnTo>
                    <a:pt x="4205535" y="113803"/>
                  </a:lnTo>
                  <a:lnTo>
                    <a:pt x="4207796" y="112851"/>
                  </a:lnTo>
                  <a:lnTo>
                    <a:pt x="4218925" y="108161"/>
                  </a:lnTo>
                  <a:lnTo>
                    <a:pt x="4222751" y="106549"/>
                  </a:lnTo>
                  <a:lnTo>
                    <a:pt x="4227273" y="104644"/>
                  </a:lnTo>
                  <a:lnTo>
                    <a:pt x="4244141" y="97535"/>
                  </a:lnTo>
                  <a:lnTo>
                    <a:pt x="4246053" y="96729"/>
                  </a:lnTo>
                  <a:lnTo>
                    <a:pt x="4254574" y="93138"/>
                  </a:lnTo>
                  <a:lnTo>
                    <a:pt x="4283963" y="80750"/>
                  </a:lnTo>
                  <a:lnTo>
                    <a:pt x="4297527" y="75032"/>
                  </a:lnTo>
                  <a:lnTo>
                    <a:pt x="4301527" y="73346"/>
                  </a:lnTo>
                  <a:lnTo>
                    <a:pt x="4302918" y="72759"/>
                  </a:lnTo>
                  <a:lnTo>
                    <a:pt x="4307265" y="70927"/>
                  </a:lnTo>
                  <a:lnTo>
                    <a:pt x="4314221" y="67994"/>
                  </a:lnTo>
                  <a:lnTo>
                    <a:pt x="4319612" y="65721"/>
                  </a:lnTo>
                  <a:lnTo>
                    <a:pt x="4321873" y="64768"/>
                  </a:lnTo>
                  <a:lnTo>
                    <a:pt x="4327437" y="62422"/>
                  </a:lnTo>
                  <a:lnTo>
                    <a:pt x="4329524" y="61542"/>
                  </a:lnTo>
                  <a:lnTo>
                    <a:pt x="4357000" y="49956"/>
                  </a:lnTo>
                  <a:lnTo>
                    <a:pt x="4358913" y="49149"/>
                  </a:lnTo>
                  <a:lnTo>
                    <a:pt x="4359608" y="48856"/>
                  </a:lnTo>
                  <a:lnTo>
                    <a:pt x="4375607" y="42109"/>
                  </a:lnTo>
                  <a:lnTo>
                    <a:pt x="4475424" y="0"/>
                  </a:lnTo>
                  <a:lnTo>
                    <a:pt x="4475424" y="198074"/>
                  </a:lnTo>
                  <a:lnTo>
                    <a:pt x="4375607" y="235451"/>
                  </a:lnTo>
                  <a:lnTo>
                    <a:pt x="4359608" y="241444"/>
                  </a:lnTo>
                  <a:lnTo>
                    <a:pt x="4358913" y="241704"/>
                  </a:lnTo>
                  <a:lnTo>
                    <a:pt x="4357000" y="242421"/>
                  </a:lnTo>
                  <a:lnTo>
                    <a:pt x="4329524" y="252714"/>
                  </a:lnTo>
                  <a:lnTo>
                    <a:pt x="4327437" y="253496"/>
                  </a:lnTo>
                  <a:lnTo>
                    <a:pt x="4321873" y="255581"/>
                  </a:lnTo>
                  <a:lnTo>
                    <a:pt x="4319612" y="256428"/>
                  </a:lnTo>
                  <a:lnTo>
                    <a:pt x="4314221" y="258448"/>
                  </a:lnTo>
                  <a:lnTo>
                    <a:pt x="4307265" y="261055"/>
                  </a:lnTo>
                  <a:lnTo>
                    <a:pt x="4302918" y="262684"/>
                  </a:lnTo>
                  <a:lnTo>
                    <a:pt x="4301527" y="263205"/>
                  </a:lnTo>
                  <a:lnTo>
                    <a:pt x="4297527" y="264704"/>
                  </a:lnTo>
                  <a:lnTo>
                    <a:pt x="4283963" y="269787"/>
                  </a:lnTo>
                  <a:lnTo>
                    <a:pt x="4254574" y="280802"/>
                  </a:lnTo>
                  <a:lnTo>
                    <a:pt x="4246053" y="283996"/>
                  </a:lnTo>
                  <a:lnTo>
                    <a:pt x="4244141" y="284713"/>
                  </a:lnTo>
                  <a:lnTo>
                    <a:pt x="4227273" y="291037"/>
                  </a:lnTo>
                  <a:lnTo>
                    <a:pt x="4222751" y="292732"/>
                  </a:lnTo>
                  <a:lnTo>
                    <a:pt x="4218925" y="294167"/>
                  </a:lnTo>
                  <a:lnTo>
                    <a:pt x="4207796" y="298340"/>
                  </a:lnTo>
                  <a:lnTo>
                    <a:pt x="4205535" y="299187"/>
                  </a:lnTo>
                  <a:lnTo>
                    <a:pt x="4201710" y="300622"/>
                  </a:lnTo>
                  <a:lnTo>
                    <a:pt x="4198406" y="301861"/>
                  </a:lnTo>
                  <a:lnTo>
                    <a:pt x="4191971" y="304273"/>
                  </a:lnTo>
                  <a:lnTo>
                    <a:pt x="4190232" y="304926"/>
                  </a:lnTo>
                  <a:lnTo>
                    <a:pt x="4188320" y="305643"/>
                  </a:lnTo>
                  <a:lnTo>
                    <a:pt x="4185711" y="306621"/>
                  </a:lnTo>
                  <a:lnTo>
                    <a:pt x="4185363" y="306752"/>
                  </a:lnTo>
                  <a:lnTo>
                    <a:pt x="4185015" y="306882"/>
                  </a:lnTo>
                  <a:lnTo>
                    <a:pt x="4183103" y="307599"/>
                  </a:lnTo>
                  <a:lnTo>
                    <a:pt x="4175973" y="310273"/>
                  </a:lnTo>
                  <a:lnTo>
                    <a:pt x="4175799" y="310339"/>
                  </a:lnTo>
                  <a:lnTo>
                    <a:pt x="4174408" y="310860"/>
                  </a:lnTo>
                  <a:lnTo>
                    <a:pt x="4173886" y="311056"/>
                  </a:lnTo>
                  <a:lnTo>
                    <a:pt x="4170234" y="312426"/>
                  </a:lnTo>
                  <a:lnTo>
                    <a:pt x="4167104" y="313600"/>
                  </a:lnTo>
                  <a:lnTo>
                    <a:pt x="4166582" y="313795"/>
                  </a:lnTo>
                  <a:lnTo>
                    <a:pt x="4166408" y="313860"/>
                  </a:lnTo>
                  <a:lnTo>
                    <a:pt x="4162757" y="315230"/>
                  </a:lnTo>
                  <a:lnTo>
                    <a:pt x="4157366" y="317252"/>
                  </a:lnTo>
                  <a:lnTo>
                    <a:pt x="4157192" y="317317"/>
                  </a:lnTo>
                  <a:lnTo>
                    <a:pt x="4155627" y="317904"/>
                  </a:lnTo>
                  <a:lnTo>
                    <a:pt x="4153540" y="318687"/>
                  </a:lnTo>
                  <a:lnTo>
                    <a:pt x="4147975" y="320775"/>
                  </a:lnTo>
                  <a:lnTo>
                    <a:pt x="4146062" y="321492"/>
                  </a:lnTo>
                  <a:lnTo>
                    <a:pt x="4143976" y="322275"/>
                  </a:lnTo>
                  <a:lnTo>
                    <a:pt x="4140498" y="323580"/>
                  </a:lnTo>
                  <a:lnTo>
                    <a:pt x="4140324" y="323645"/>
                  </a:lnTo>
                  <a:lnTo>
                    <a:pt x="4136846" y="324950"/>
                  </a:lnTo>
                  <a:lnTo>
                    <a:pt x="4136324" y="325145"/>
                  </a:lnTo>
                  <a:lnTo>
                    <a:pt x="4133368" y="326254"/>
                  </a:lnTo>
                  <a:lnTo>
                    <a:pt x="4131629" y="326907"/>
                  </a:lnTo>
                  <a:lnTo>
                    <a:pt x="4129020" y="327885"/>
                  </a:lnTo>
                  <a:lnTo>
                    <a:pt x="4127629" y="328407"/>
                  </a:lnTo>
                  <a:lnTo>
                    <a:pt x="4123630" y="329908"/>
                  </a:lnTo>
                  <a:lnTo>
                    <a:pt x="4122412" y="330364"/>
                  </a:lnTo>
                  <a:lnTo>
                    <a:pt x="4122065" y="330495"/>
                  </a:lnTo>
                  <a:lnTo>
                    <a:pt x="4121717" y="330625"/>
                  </a:lnTo>
                  <a:lnTo>
                    <a:pt x="4118761" y="331735"/>
                  </a:lnTo>
                  <a:lnTo>
                    <a:pt x="4117195" y="332322"/>
                  </a:lnTo>
                  <a:lnTo>
                    <a:pt x="4113022" y="333888"/>
                  </a:lnTo>
                  <a:lnTo>
                    <a:pt x="4110066" y="334997"/>
                  </a:lnTo>
                  <a:lnTo>
                    <a:pt x="4104153" y="337216"/>
                  </a:lnTo>
                  <a:lnTo>
                    <a:pt x="4096154" y="340217"/>
                  </a:lnTo>
                  <a:lnTo>
                    <a:pt x="4092502" y="341588"/>
                  </a:lnTo>
                  <a:lnTo>
                    <a:pt x="4089198" y="342827"/>
                  </a:lnTo>
                  <a:lnTo>
                    <a:pt x="4089024" y="342893"/>
                  </a:lnTo>
                  <a:lnTo>
                    <a:pt x="4080677" y="346025"/>
                  </a:lnTo>
                  <a:lnTo>
                    <a:pt x="4072156" y="349223"/>
                  </a:lnTo>
                  <a:lnTo>
                    <a:pt x="4070243" y="349941"/>
                  </a:lnTo>
                  <a:lnTo>
                    <a:pt x="4069374" y="350268"/>
                  </a:lnTo>
                  <a:lnTo>
                    <a:pt x="4065722" y="351638"/>
                  </a:lnTo>
                  <a:lnTo>
                    <a:pt x="4062939" y="352683"/>
                  </a:lnTo>
                  <a:lnTo>
                    <a:pt x="4061896" y="353074"/>
                  </a:lnTo>
                  <a:lnTo>
                    <a:pt x="4057375" y="354771"/>
                  </a:lnTo>
                  <a:lnTo>
                    <a:pt x="4053897" y="356077"/>
                  </a:lnTo>
                  <a:lnTo>
                    <a:pt x="4053375" y="356273"/>
                  </a:lnTo>
                  <a:lnTo>
                    <a:pt x="4048854" y="357970"/>
                  </a:lnTo>
                  <a:lnTo>
                    <a:pt x="4045028" y="359406"/>
                  </a:lnTo>
                  <a:lnTo>
                    <a:pt x="4033899" y="363584"/>
                  </a:lnTo>
                  <a:lnTo>
                    <a:pt x="4031638" y="364433"/>
                  </a:lnTo>
                  <a:lnTo>
                    <a:pt x="4027812" y="365869"/>
                  </a:lnTo>
                  <a:lnTo>
                    <a:pt x="4026421" y="366392"/>
                  </a:lnTo>
                  <a:lnTo>
                    <a:pt x="4025030" y="366914"/>
                  </a:lnTo>
                  <a:lnTo>
                    <a:pt x="4024508" y="367110"/>
                  </a:lnTo>
                  <a:lnTo>
                    <a:pt x="4022247" y="367959"/>
                  </a:lnTo>
                  <a:lnTo>
                    <a:pt x="4018074" y="369526"/>
                  </a:lnTo>
                  <a:lnTo>
                    <a:pt x="4016335" y="370179"/>
                  </a:lnTo>
                  <a:lnTo>
                    <a:pt x="4014422" y="370897"/>
                  </a:lnTo>
                  <a:lnTo>
                    <a:pt x="4011814" y="371876"/>
                  </a:lnTo>
                  <a:lnTo>
                    <a:pt x="4011466" y="372007"/>
                  </a:lnTo>
                  <a:lnTo>
                    <a:pt x="4011118" y="372138"/>
                  </a:lnTo>
                  <a:lnTo>
                    <a:pt x="4009205" y="372856"/>
                  </a:lnTo>
                  <a:lnTo>
                    <a:pt x="4003988" y="374815"/>
                  </a:lnTo>
                  <a:lnTo>
                    <a:pt x="4003640" y="374945"/>
                  </a:lnTo>
                  <a:lnTo>
                    <a:pt x="4001901" y="375598"/>
                  </a:lnTo>
                  <a:lnTo>
                    <a:pt x="4000510" y="376121"/>
                  </a:lnTo>
                  <a:lnTo>
                    <a:pt x="3999989" y="376317"/>
                  </a:lnTo>
                  <a:lnTo>
                    <a:pt x="3997902" y="377100"/>
                  </a:lnTo>
                  <a:lnTo>
                    <a:pt x="3996337" y="377688"/>
                  </a:lnTo>
                  <a:lnTo>
                    <a:pt x="3995293" y="378080"/>
                  </a:lnTo>
                  <a:lnTo>
                    <a:pt x="3993207" y="378864"/>
                  </a:lnTo>
                  <a:lnTo>
                    <a:pt x="3992685" y="379060"/>
                  </a:lnTo>
                  <a:lnTo>
                    <a:pt x="3992511" y="379125"/>
                  </a:lnTo>
                  <a:lnTo>
                    <a:pt x="3988859" y="380496"/>
                  </a:lnTo>
                  <a:lnTo>
                    <a:pt x="3983468" y="382521"/>
                  </a:lnTo>
                  <a:lnTo>
                    <a:pt x="3983294" y="382586"/>
                  </a:lnTo>
                  <a:lnTo>
                    <a:pt x="3981729" y="383174"/>
                  </a:lnTo>
                  <a:lnTo>
                    <a:pt x="3981555" y="383239"/>
                  </a:lnTo>
                  <a:lnTo>
                    <a:pt x="3979643" y="383958"/>
                  </a:lnTo>
                  <a:lnTo>
                    <a:pt x="3977730" y="384676"/>
                  </a:lnTo>
                  <a:lnTo>
                    <a:pt x="3974078" y="386048"/>
                  </a:lnTo>
                  <a:lnTo>
                    <a:pt x="3972165" y="386766"/>
                  </a:lnTo>
                  <a:lnTo>
                    <a:pt x="3971817" y="386897"/>
                  </a:lnTo>
                  <a:lnTo>
                    <a:pt x="3970078" y="387550"/>
                  </a:lnTo>
                  <a:lnTo>
                    <a:pt x="3966600" y="388857"/>
                  </a:lnTo>
                  <a:lnTo>
                    <a:pt x="3966426" y="388922"/>
                  </a:lnTo>
                  <a:lnTo>
                    <a:pt x="3962948" y="390228"/>
                  </a:lnTo>
                  <a:lnTo>
                    <a:pt x="3962427" y="390424"/>
                  </a:lnTo>
                  <a:lnTo>
                    <a:pt x="3959470" y="391535"/>
                  </a:lnTo>
                  <a:lnTo>
                    <a:pt x="3957731" y="392188"/>
                  </a:lnTo>
                  <a:lnTo>
                    <a:pt x="3955645" y="392972"/>
                  </a:lnTo>
                  <a:lnTo>
                    <a:pt x="3955123" y="393168"/>
                  </a:lnTo>
                  <a:lnTo>
                    <a:pt x="3953732" y="393691"/>
                  </a:lnTo>
                  <a:lnTo>
                    <a:pt x="3949732" y="395193"/>
                  </a:lnTo>
                  <a:lnTo>
                    <a:pt x="3948515" y="395651"/>
                  </a:lnTo>
                  <a:lnTo>
                    <a:pt x="3948167" y="395781"/>
                  </a:lnTo>
                  <a:lnTo>
                    <a:pt x="3947819" y="395912"/>
                  </a:lnTo>
                  <a:lnTo>
                    <a:pt x="3944863" y="397023"/>
                  </a:lnTo>
                  <a:lnTo>
                    <a:pt x="3943298" y="397611"/>
                  </a:lnTo>
                  <a:lnTo>
                    <a:pt x="3939124" y="399179"/>
                  </a:lnTo>
                  <a:lnTo>
                    <a:pt x="3938429" y="399440"/>
                  </a:lnTo>
                  <a:lnTo>
                    <a:pt x="3936168" y="400289"/>
                  </a:lnTo>
                  <a:lnTo>
                    <a:pt x="3930256" y="402511"/>
                  </a:lnTo>
                  <a:lnTo>
                    <a:pt x="3926778" y="403818"/>
                  </a:lnTo>
                  <a:lnTo>
                    <a:pt x="3922256" y="405517"/>
                  </a:lnTo>
                  <a:lnTo>
                    <a:pt x="3918605" y="406889"/>
                  </a:lnTo>
                  <a:lnTo>
                    <a:pt x="3915301" y="408130"/>
                  </a:lnTo>
                  <a:lnTo>
                    <a:pt x="3915127" y="408196"/>
                  </a:lnTo>
                  <a:lnTo>
                    <a:pt x="3913040" y="408980"/>
                  </a:lnTo>
                  <a:lnTo>
                    <a:pt x="3898259" y="414535"/>
                  </a:lnTo>
                  <a:lnTo>
                    <a:pt x="3896346" y="415254"/>
                  </a:lnTo>
                  <a:lnTo>
                    <a:pt x="3895476" y="415581"/>
                  </a:lnTo>
                  <a:lnTo>
                    <a:pt x="3891824" y="416953"/>
                  </a:lnTo>
                  <a:lnTo>
                    <a:pt x="3889042" y="417999"/>
                  </a:lnTo>
                  <a:lnTo>
                    <a:pt x="3887999" y="418391"/>
                  </a:lnTo>
                  <a:lnTo>
                    <a:pt x="3883477" y="420091"/>
                  </a:lnTo>
                  <a:lnTo>
                    <a:pt x="3879999" y="421398"/>
                  </a:lnTo>
                  <a:lnTo>
                    <a:pt x="3879478" y="421594"/>
                  </a:lnTo>
                  <a:lnTo>
                    <a:pt x="3874956" y="423294"/>
                  </a:lnTo>
                  <a:lnTo>
                    <a:pt x="3871131" y="424732"/>
                  </a:lnTo>
                  <a:lnTo>
                    <a:pt x="3860001" y="428916"/>
                  </a:lnTo>
                  <a:lnTo>
                    <a:pt x="3857740" y="429766"/>
                  </a:lnTo>
                  <a:lnTo>
                    <a:pt x="3853915" y="431205"/>
                  </a:lnTo>
                  <a:lnTo>
                    <a:pt x="3852524" y="431728"/>
                  </a:lnTo>
                  <a:lnTo>
                    <a:pt x="3851132" y="432251"/>
                  </a:lnTo>
                  <a:lnTo>
                    <a:pt x="3850611" y="432447"/>
                  </a:lnTo>
                  <a:lnTo>
                    <a:pt x="3848350" y="433297"/>
                  </a:lnTo>
                  <a:lnTo>
                    <a:pt x="3844176" y="434866"/>
                  </a:lnTo>
                  <a:lnTo>
                    <a:pt x="3842437" y="435520"/>
                  </a:lnTo>
                  <a:lnTo>
                    <a:pt x="3840525" y="436239"/>
                  </a:lnTo>
                  <a:lnTo>
                    <a:pt x="3837916" y="437220"/>
                  </a:lnTo>
                  <a:lnTo>
                    <a:pt x="3837568" y="437351"/>
                  </a:lnTo>
                  <a:lnTo>
                    <a:pt x="3837221" y="437482"/>
                  </a:lnTo>
                  <a:lnTo>
                    <a:pt x="3835308" y="438201"/>
                  </a:lnTo>
                  <a:lnTo>
                    <a:pt x="3830091" y="440163"/>
                  </a:lnTo>
                  <a:lnTo>
                    <a:pt x="3829743" y="440294"/>
                  </a:lnTo>
                  <a:lnTo>
                    <a:pt x="3828178" y="440882"/>
                  </a:lnTo>
                  <a:lnTo>
                    <a:pt x="3828004" y="440948"/>
                  </a:lnTo>
                  <a:lnTo>
                    <a:pt x="3826613" y="441471"/>
                  </a:lnTo>
                  <a:lnTo>
                    <a:pt x="3826091" y="441667"/>
                  </a:lnTo>
                  <a:lnTo>
                    <a:pt x="3825743" y="441798"/>
                  </a:lnTo>
                  <a:lnTo>
                    <a:pt x="3824004" y="442452"/>
                  </a:lnTo>
                  <a:lnTo>
                    <a:pt x="3822439" y="443041"/>
                  </a:lnTo>
                  <a:lnTo>
                    <a:pt x="3821396" y="443433"/>
                  </a:lnTo>
                  <a:lnTo>
                    <a:pt x="3819309" y="444218"/>
                  </a:lnTo>
                  <a:lnTo>
                    <a:pt x="3818787" y="444414"/>
                  </a:lnTo>
                  <a:lnTo>
                    <a:pt x="3818614" y="444480"/>
                  </a:lnTo>
                  <a:lnTo>
                    <a:pt x="3814962" y="445853"/>
                  </a:lnTo>
                  <a:lnTo>
                    <a:pt x="3809571" y="447881"/>
                  </a:lnTo>
                  <a:lnTo>
                    <a:pt x="3809397" y="447946"/>
                  </a:lnTo>
                  <a:lnTo>
                    <a:pt x="3807832" y="448535"/>
                  </a:lnTo>
                  <a:lnTo>
                    <a:pt x="3807658" y="448600"/>
                  </a:lnTo>
                  <a:lnTo>
                    <a:pt x="3805745" y="449320"/>
                  </a:lnTo>
                  <a:lnTo>
                    <a:pt x="3803832" y="450039"/>
                  </a:lnTo>
                  <a:lnTo>
                    <a:pt x="3800180" y="451413"/>
                  </a:lnTo>
                  <a:lnTo>
                    <a:pt x="3798268" y="452132"/>
                  </a:lnTo>
                  <a:lnTo>
                    <a:pt x="3797920" y="452263"/>
                  </a:lnTo>
                  <a:lnTo>
                    <a:pt x="3796181" y="452917"/>
                  </a:lnTo>
                  <a:lnTo>
                    <a:pt x="3792703" y="454226"/>
                  </a:lnTo>
                  <a:lnTo>
                    <a:pt x="3792529" y="454291"/>
                  </a:lnTo>
                  <a:lnTo>
                    <a:pt x="3789051" y="455600"/>
                  </a:lnTo>
                  <a:lnTo>
                    <a:pt x="3788529" y="455796"/>
                  </a:lnTo>
                  <a:lnTo>
                    <a:pt x="3785573" y="456908"/>
                  </a:lnTo>
                  <a:lnTo>
                    <a:pt x="3783834" y="457562"/>
                  </a:lnTo>
                  <a:lnTo>
                    <a:pt x="3781747" y="458347"/>
                  </a:lnTo>
                  <a:lnTo>
                    <a:pt x="3781226" y="458544"/>
                  </a:lnTo>
                  <a:lnTo>
                    <a:pt x="3779834" y="459067"/>
                  </a:lnTo>
                  <a:lnTo>
                    <a:pt x="3775835" y="460572"/>
                  </a:lnTo>
                  <a:lnTo>
                    <a:pt x="3774617" y="461030"/>
                  </a:lnTo>
                  <a:lnTo>
                    <a:pt x="3774270" y="461161"/>
                  </a:lnTo>
                  <a:lnTo>
                    <a:pt x="3773922" y="461292"/>
                  </a:lnTo>
                  <a:lnTo>
                    <a:pt x="3770966" y="462404"/>
                  </a:lnTo>
                  <a:lnTo>
                    <a:pt x="3769401" y="462993"/>
                  </a:lnTo>
                  <a:lnTo>
                    <a:pt x="3765227" y="464563"/>
                  </a:lnTo>
                  <a:lnTo>
                    <a:pt x="3764531" y="464825"/>
                  </a:lnTo>
                  <a:lnTo>
                    <a:pt x="3762271" y="465676"/>
                  </a:lnTo>
                  <a:lnTo>
                    <a:pt x="3756358" y="467901"/>
                  </a:lnTo>
                  <a:lnTo>
                    <a:pt x="3752880" y="469210"/>
                  </a:lnTo>
                  <a:lnTo>
                    <a:pt x="3748359" y="470911"/>
                  </a:lnTo>
                  <a:lnTo>
                    <a:pt x="3744707" y="472286"/>
                  </a:lnTo>
                  <a:lnTo>
                    <a:pt x="3741403" y="473529"/>
                  </a:lnTo>
                  <a:lnTo>
                    <a:pt x="3739142" y="474380"/>
                  </a:lnTo>
                  <a:lnTo>
                    <a:pt x="3732882" y="476736"/>
                  </a:lnTo>
                  <a:lnTo>
                    <a:pt x="3724361" y="479944"/>
                  </a:lnTo>
                  <a:lnTo>
                    <a:pt x="3722448" y="480664"/>
                  </a:lnTo>
                  <a:lnTo>
                    <a:pt x="3721579" y="480991"/>
                  </a:lnTo>
                  <a:lnTo>
                    <a:pt x="3717927" y="482366"/>
                  </a:lnTo>
                  <a:lnTo>
                    <a:pt x="3715145" y="483414"/>
                  </a:lnTo>
                  <a:lnTo>
                    <a:pt x="3714101" y="483806"/>
                  </a:lnTo>
                  <a:lnTo>
                    <a:pt x="3709580" y="485509"/>
                  </a:lnTo>
                  <a:lnTo>
                    <a:pt x="3706102" y="486818"/>
                  </a:lnTo>
                  <a:lnTo>
                    <a:pt x="3705580" y="487014"/>
                  </a:lnTo>
                  <a:lnTo>
                    <a:pt x="3701059" y="488717"/>
                  </a:lnTo>
                  <a:lnTo>
                    <a:pt x="3697233" y="490157"/>
                  </a:lnTo>
                  <a:lnTo>
                    <a:pt x="3686104" y="494348"/>
                  </a:lnTo>
                  <a:lnTo>
                    <a:pt x="3683843" y="495200"/>
                  </a:lnTo>
                  <a:lnTo>
                    <a:pt x="3680017" y="496640"/>
                  </a:lnTo>
                  <a:lnTo>
                    <a:pt x="3678626" y="497164"/>
                  </a:lnTo>
                  <a:lnTo>
                    <a:pt x="3677235" y="497688"/>
                  </a:lnTo>
                  <a:lnTo>
                    <a:pt x="3676713" y="497885"/>
                  </a:lnTo>
                  <a:lnTo>
                    <a:pt x="3674453" y="498736"/>
                  </a:lnTo>
                  <a:lnTo>
                    <a:pt x="3670279" y="500308"/>
                  </a:lnTo>
                  <a:lnTo>
                    <a:pt x="3668540" y="500963"/>
                  </a:lnTo>
                  <a:lnTo>
                    <a:pt x="3666627" y="501684"/>
                  </a:lnTo>
                  <a:lnTo>
                    <a:pt x="3664019" y="502666"/>
                  </a:lnTo>
                  <a:lnTo>
                    <a:pt x="3663671" y="502797"/>
                  </a:lnTo>
                  <a:lnTo>
                    <a:pt x="3663323" y="502928"/>
                  </a:lnTo>
                  <a:lnTo>
                    <a:pt x="3661410" y="503649"/>
                  </a:lnTo>
                  <a:lnTo>
                    <a:pt x="3656193" y="505614"/>
                  </a:lnTo>
                  <a:lnTo>
                    <a:pt x="3655846" y="505745"/>
                  </a:lnTo>
                  <a:lnTo>
                    <a:pt x="3654280" y="506334"/>
                  </a:lnTo>
                  <a:lnTo>
                    <a:pt x="3654107" y="506400"/>
                  </a:lnTo>
                  <a:lnTo>
                    <a:pt x="3652715" y="506924"/>
                  </a:lnTo>
                  <a:lnTo>
                    <a:pt x="3652194" y="507120"/>
                  </a:lnTo>
                  <a:lnTo>
                    <a:pt x="3651846" y="507251"/>
                  </a:lnTo>
                  <a:lnTo>
                    <a:pt x="3650107" y="507907"/>
                  </a:lnTo>
                  <a:lnTo>
                    <a:pt x="3648542" y="508496"/>
                  </a:lnTo>
                  <a:lnTo>
                    <a:pt x="3647498" y="508889"/>
                  </a:lnTo>
                  <a:lnTo>
                    <a:pt x="3645412" y="509675"/>
                  </a:lnTo>
                  <a:lnTo>
                    <a:pt x="3644890" y="509872"/>
                  </a:lnTo>
                  <a:lnTo>
                    <a:pt x="3644716" y="509937"/>
                  </a:lnTo>
                  <a:lnTo>
                    <a:pt x="3641064" y="511313"/>
                  </a:lnTo>
                  <a:lnTo>
                    <a:pt x="3635673" y="513344"/>
                  </a:lnTo>
                  <a:lnTo>
                    <a:pt x="3635500" y="513410"/>
                  </a:lnTo>
                  <a:lnTo>
                    <a:pt x="3633934" y="514000"/>
                  </a:lnTo>
                  <a:lnTo>
                    <a:pt x="3633761" y="514065"/>
                  </a:lnTo>
                  <a:lnTo>
                    <a:pt x="3631848" y="514786"/>
                  </a:lnTo>
                  <a:lnTo>
                    <a:pt x="3629935" y="515507"/>
                  </a:lnTo>
                  <a:lnTo>
                    <a:pt x="3626283" y="516883"/>
                  </a:lnTo>
                  <a:lnTo>
                    <a:pt x="3624370" y="517603"/>
                  </a:lnTo>
                  <a:lnTo>
                    <a:pt x="3624022" y="517734"/>
                  </a:lnTo>
                  <a:lnTo>
                    <a:pt x="3622283" y="518390"/>
                  </a:lnTo>
                  <a:lnTo>
                    <a:pt x="3618805" y="519700"/>
                  </a:lnTo>
                  <a:lnTo>
                    <a:pt x="3618631" y="519766"/>
                  </a:lnTo>
                  <a:lnTo>
                    <a:pt x="3615154" y="521077"/>
                  </a:lnTo>
                  <a:lnTo>
                    <a:pt x="3614632" y="521273"/>
                  </a:lnTo>
                  <a:lnTo>
                    <a:pt x="3611676" y="522387"/>
                  </a:lnTo>
                  <a:lnTo>
                    <a:pt x="3609937" y="523043"/>
                  </a:lnTo>
                  <a:lnTo>
                    <a:pt x="3607850" y="523829"/>
                  </a:lnTo>
                  <a:lnTo>
                    <a:pt x="3607328" y="524026"/>
                  </a:lnTo>
                  <a:lnTo>
                    <a:pt x="3605937" y="524550"/>
                  </a:lnTo>
                  <a:lnTo>
                    <a:pt x="3601937" y="526058"/>
                  </a:lnTo>
                  <a:lnTo>
                    <a:pt x="3600720" y="526516"/>
                  </a:lnTo>
                  <a:lnTo>
                    <a:pt x="3600372" y="526647"/>
                  </a:lnTo>
                  <a:lnTo>
                    <a:pt x="3600024" y="526779"/>
                  </a:lnTo>
                  <a:lnTo>
                    <a:pt x="3597068" y="527893"/>
                  </a:lnTo>
                  <a:lnTo>
                    <a:pt x="3595503" y="528483"/>
                  </a:lnTo>
                  <a:lnTo>
                    <a:pt x="3591330" y="530056"/>
                  </a:lnTo>
                  <a:lnTo>
                    <a:pt x="3590634" y="530318"/>
                  </a:lnTo>
                  <a:lnTo>
                    <a:pt x="3588373" y="531170"/>
                  </a:lnTo>
                  <a:lnTo>
                    <a:pt x="3582461" y="533399"/>
                  </a:lnTo>
                  <a:lnTo>
                    <a:pt x="3578983" y="534710"/>
                  </a:lnTo>
                  <a:lnTo>
                    <a:pt x="3574462" y="536415"/>
                  </a:lnTo>
                  <a:lnTo>
                    <a:pt x="3570810" y="537792"/>
                  </a:lnTo>
                  <a:lnTo>
                    <a:pt x="3567506" y="539038"/>
                  </a:lnTo>
                  <a:lnTo>
                    <a:pt x="3567332" y="539103"/>
                  </a:lnTo>
                  <a:lnTo>
                    <a:pt x="3565245" y="539890"/>
                  </a:lnTo>
                  <a:lnTo>
                    <a:pt x="3558985" y="542251"/>
                  </a:lnTo>
                  <a:lnTo>
                    <a:pt x="3550464" y="545464"/>
                  </a:lnTo>
                  <a:lnTo>
                    <a:pt x="3548551" y="546185"/>
                  </a:lnTo>
                  <a:lnTo>
                    <a:pt x="3547681" y="546513"/>
                  </a:lnTo>
                  <a:lnTo>
                    <a:pt x="3544029" y="547891"/>
                  </a:lnTo>
                  <a:lnTo>
                    <a:pt x="3541247" y="548940"/>
                  </a:lnTo>
                  <a:lnTo>
                    <a:pt x="3540204" y="549334"/>
                  </a:lnTo>
                  <a:lnTo>
                    <a:pt x="3535682" y="551039"/>
                  </a:lnTo>
                  <a:lnTo>
                    <a:pt x="3532204" y="552351"/>
                  </a:lnTo>
                  <a:lnTo>
                    <a:pt x="3531683" y="552548"/>
                  </a:lnTo>
                  <a:lnTo>
                    <a:pt x="3527161" y="554253"/>
                  </a:lnTo>
                  <a:lnTo>
                    <a:pt x="3523336" y="555696"/>
                  </a:lnTo>
                  <a:lnTo>
                    <a:pt x="3512206" y="559895"/>
                  </a:lnTo>
                  <a:lnTo>
                    <a:pt x="3509946" y="560748"/>
                  </a:lnTo>
                  <a:lnTo>
                    <a:pt x="3506120" y="562191"/>
                  </a:lnTo>
                  <a:lnTo>
                    <a:pt x="3504729" y="562716"/>
                  </a:lnTo>
                  <a:lnTo>
                    <a:pt x="3503337" y="563241"/>
                  </a:lnTo>
                  <a:lnTo>
                    <a:pt x="3502816" y="563438"/>
                  </a:lnTo>
                  <a:lnTo>
                    <a:pt x="3500555" y="564291"/>
                  </a:lnTo>
                  <a:lnTo>
                    <a:pt x="3496382" y="565866"/>
                  </a:lnTo>
                  <a:lnTo>
                    <a:pt x="3494643" y="566522"/>
                  </a:lnTo>
                  <a:lnTo>
                    <a:pt x="3492730" y="567244"/>
                  </a:lnTo>
                  <a:lnTo>
                    <a:pt x="3490121" y="568229"/>
                  </a:lnTo>
                  <a:lnTo>
                    <a:pt x="3489773" y="568360"/>
                  </a:lnTo>
                  <a:lnTo>
                    <a:pt x="3489426" y="568491"/>
                  </a:lnTo>
                  <a:lnTo>
                    <a:pt x="3487513" y="569213"/>
                  </a:lnTo>
                  <a:lnTo>
                    <a:pt x="3482296" y="571182"/>
                  </a:lnTo>
                  <a:lnTo>
                    <a:pt x="3481948" y="571313"/>
                  </a:lnTo>
                  <a:lnTo>
                    <a:pt x="3480383" y="571904"/>
                  </a:lnTo>
                  <a:lnTo>
                    <a:pt x="3480209" y="571969"/>
                  </a:lnTo>
                  <a:lnTo>
                    <a:pt x="3478818" y="572495"/>
                  </a:lnTo>
                  <a:lnTo>
                    <a:pt x="3478296" y="572691"/>
                  </a:lnTo>
                  <a:lnTo>
                    <a:pt x="3477948" y="572823"/>
                  </a:lnTo>
                  <a:lnTo>
                    <a:pt x="3476209" y="573479"/>
                  </a:lnTo>
                  <a:lnTo>
                    <a:pt x="3474644" y="574070"/>
                  </a:lnTo>
                  <a:lnTo>
                    <a:pt x="3473601" y="574464"/>
                  </a:lnTo>
                  <a:lnTo>
                    <a:pt x="3471514" y="575251"/>
                  </a:lnTo>
                  <a:lnTo>
                    <a:pt x="3470993" y="575448"/>
                  </a:lnTo>
                  <a:lnTo>
                    <a:pt x="3470819" y="575514"/>
                  </a:lnTo>
                  <a:lnTo>
                    <a:pt x="3467167" y="576892"/>
                  </a:lnTo>
                  <a:lnTo>
                    <a:pt x="3461776" y="578927"/>
                  </a:lnTo>
                  <a:lnTo>
                    <a:pt x="3461602" y="578993"/>
                  </a:lnTo>
                  <a:lnTo>
                    <a:pt x="3460037" y="579584"/>
                  </a:lnTo>
                  <a:lnTo>
                    <a:pt x="3459863" y="579650"/>
                  </a:lnTo>
                  <a:lnTo>
                    <a:pt x="3457950" y="580372"/>
                  </a:lnTo>
                  <a:lnTo>
                    <a:pt x="3456037" y="581094"/>
                  </a:lnTo>
                  <a:lnTo>
                    <a:pt x="3452386" y="582473"/>
                  </a:lnTo>
                  <a:lnTo>
                    <a:pt x="3450473" y="583195"/>
                  </a:lnTo>
                  <a:lnTo>
                    <a:pt x="3450125" y="583326"/>
                  </a:lnTo>
                  <a:lnTo>
                    <a:pt x="3448386" y="583983"/>
                  </a:lnTo>
                  <a:lnTo>
                    <a:pt x="3444908" y="585296"/>
                  </a:lnTo>
                  <a:lnTo>
                    <a:pt x="3444734" y="585362"/>
                  </a:lnTo>
                  <a:lnTo>
                    <a:pt x="3441256" y="586675"/>
                  </a:lnTo>
                  <a:lnTo>
                    <a:pt x="3440734" y="586872"/>
                  </a:lnTo>
                  <a:lnTo>
                    <a:pt x="3437778" y="587988"/>
                  </a:lnTo>
                  <a:lnTo>
                    <a:pt x="3436039" y="588645"/>
                  </a:lnTo>
                  <a:lnTo>
                    <a:pt x="3433952" y="589433"/>
                  </a:lnTo>
                  <a:lnTo>
                    <a:pt x="3433431" y="589630"/>
                  </a:lnTo>
                  <a:lnTo>
                    <a:pt x="3432040" y="590155"/>
                  </a:lnTo>
                  <a:lnTo>
                    <a:pt x="3428040" y="591666"/>
                  </a:lnTo>
                  <a:lnTo>
                    <a:pt x="3426823" y="592126"/>
                  </a:lnTo>
                  <a:lnTo>
                    <a:pt x="3426475" y="592257"/>
                  </a:lnTo>
                  <a:lnTo>
                    <a:pt x="3426127" y="592388"/>
                  </a:lnTo>
                  <a:lnTo>
                    <a:pt x="3423171" y="593505"/>
                  </a:lnTo>
                  <a:lnTo>
                    <a:pt x="3421606" y="594096"/>
                  </a:lnTo>
                  <a:lnTo>
                    <a:pt x="3417432" y="595672"/>
                  </a:lnTo>
                  <a:lnTo>
                    <a:pt x="3416737" y="595935"/>
                  </a:lnTo>
                  <a:lnTo>
                    <a:pt x="3414476" y="596789"/>
                  </a:lnTo>
                  <a:lnTo>
                    <a:pt x="3408563" y="599022"/>
                  </a:lnTo>
                  <a:lnTo>
                    <a:pt x="3405085" y="600336"/>
                  </a:lnTo>
                  <a:lnTo>
                    <a:pt x="3400564" y="602044"/>
                  </a:lnTo>
                  <a:lnTo>
                    <a:pt x="3396912" y="603424"/>
                  </a:lnTo>
                  <a:lnTo>
                    <a:pt x="3393608" y="604672"/>
                  </a:lnTo>
                  <a:lnTo>
                    <a:pt x="3393434" y="604738"/>
                  </a:lnTo>
                  <a:lnTo>
                    <a:pt x="3391348" y="605527"/>
                  </a:lnTo>
                  <a:lnTo>
                    <a:pt x="3385087" y="607892"/>
                  </a:lnTo>
                  <a:lnTo>
                    <a:pt x="3376566" y="611112"/>
                  </a:lnTo>
                  <a:lnTo>
                    <a:pt x="3373784" y="612164"/>
                  </a:lnTo>
                  <a:lnTo>
                    <a:pt x="3370132" y="613544"/>
                  </a:lnTo>
                  <a:lnTo>
                    <a:pt x="3367350" y="614595"/>
                  </a:lnTo>
                  <a:lnTo>
                    <a:pt x="3366306" y="614990"/>
                  </a:lnTo>
                  <a:lnTo>
                    <a:pt x="3361785" y="616699"/>
                  </a:lnTo>
                  <a:lnTo>
                    <a:pt x="3358307" y="618013"/>
                  </a:lnTo>
                  <a:lnTo>
                    <a:pt x="3357785" y="618211"/>
                  </a:lnTo>
                  <a:lnTo>
                    <a:pt x="3353264" y="619920"/>
                  </a:lnTo>
                  <a:lnTo>
                    <a:pt x="3349438" y="621366"/>
                  </a:lnTo>
                  <a:lnTo>
                    <a:pt x="3338309" y="625574"/>
                  </a:lnTo>
                  <a:lnTo>
                    <a:pt x="3336048" y="626429"/>
                  </a:lnTo>
                  <a:lnTo>
                    <a:pt x="3332222" y="627875"/>
                  </a:lnTo>
                  <a:lnTo>
                    <a:pt x="3330831" y="628401"/>
                  </a:lnTo>
                  <a:lnTo>
                    <a:pt x="3329440" y="628927"/>
                  </a:lnTo>
                  <a:lnTo>
                    <a:pt x="3328918" y="629125"/>
                  </a:lnTo>
                  <a:lnTo>
                    <a:pt x="3326658" y="629979"/>
                  </a:lnTo>
                  <a:lnTo>
                    <a:pt x="3322484" y="631558"/>
                  </a:lnTo>
                  <a:lnTo>
                    <a:pt x="3320745" y="632215"/>
                  </a:lnTo>
                  <a:lnTo>
                    <a:pt x="3318832" y="632939"/>
                  </a:lnTo>
                  <a:lnTo>
                    <a:pt x="3316224" y="633925"/>
                  </a:lnTo>
                  <a:lnTo>
                    <a:pt x="3315876" y="634057"/>
                  </a:lnTo>
                  <a:lnTo>
                    <a:pt x="3315528" y="634188"/>
                  </a:lnTo>
                  <a:lnTo>
                    <a:pt x="3313615" y="634912"/>
                  </a:lnTo>
                  <a:lnTo>
                    <a:pt x="3308398" y="636885"/>
                  </a:lnTo>
                  <a:lnTo>
                    <a:pt x="3308051" y="637017"/>
                  </a:lnTo>
                  <a:lnTo>
                    <a:pt x="3306486" y="637609"/>
                  </a:lnTo>
                  <a:lnTo>
                    <a:pt x="3306312" y="637675"/>
                  </a:lnTo>
                  <a:lnTo>
                    <a:pt x="3304920" y="638201"/>
                  </a:lnTo>
                  <a:lnTo>
                    <a:pt x="3304399" y="638398"/>
                  </a:lnTo>
                  <a:lnTo>
                    <a:pt x="3304051" y="638530"/>
                  </a:lnTo>
                  <a:lnTo>
                    <a:pt x="3302312" y="639188"/>
                  </a:lnTo>
                  <a:lnTo>
                    <a:pt x="3300747" y="639780"/>
                  </a:lnTo>
                  <a:lnTo>
                    <a:pt x="3299704" y="640174"/>
                  </a:lnTo>
                  <a:lnTo>
                    <a:pt x="3297617" y="640964"/>
                  </a:lnTo>
                  <a:lnTo>
                    <a:pt x="3297095" y="641161"/>
                  </a:lnTo>
                  <a:lnTo>
                    <a:pt x="3296921" y="641227"/>
                  </a:lnTo>
                  <a:lnTo>
                    <a:pt x="3293269" y="642608"/>
                  </a:lnTo>
                  <a:lnTo>
                    <a:pt x="3287879" y="644648"/>
                  </a:lnTo>
                  <a:lnTo>
                    <a:pt x="3287705" y="644714"/>
                  </a:lnTo>
                  <a:lnTo>
                    <a:pt x="3286140" y="645306"/>
                  </a:lnTo>
                  <a:lnTo>
                    <a:pt x="3285966" y="645372"/>
                  </a:lnTo>
                  <a:lnTo>
                    <a:pt x="3284053" y="646096"/>
                  </a:lnTo>
                  <a:lnTo>
                    <a:pt x="3282140" y="646819"/>
                  </a:lnTo>
                  <a:lnTo>
                    <a:pt x="3278488" y="648201"/>
                  </a:lnTo>
                  <a:lnTo>
                    <a:pt x="3276575" y="648925"/>
                  </a:lnTo>
                  <a:lnTo>
                    <a:pt x="3276227" y="649057"/>
                  </a:lnTo>
                  <a:lnTo>
                    <a:pt x="3274488" y="649715"/>
                  </a:lnTo>
                  <a:lnTo>
                    <a:pt x="3271010" y="651031"/>
                  </a:lnTo>
                  <a:lnTo>
                    <a:pt x="3270837" y="651097"/>
                  </a:lnTo>
                  <a:lnTo>
                    <a:pt x="3267359" y="652413"/>
                  </a:lnTo>
                  <a:lnTo>
                    <a:pt x="3266837" y="652611"/>
                  </a:lnTo>
                  <a:lnTo>
                    <a:pt x="3263881" y="653729"/>
                  </a:lnTo>
                  <a:lnTo>
                    <a:pt x="3262142" y="654388"/>
                  </a:lnTo>
                  <a:lnTo>
                    <a:pt x="3260055" y="655177"/>
                  </a:lnTo>
                  <a:lnTo>
                    <a:pt x="3259533" y="655375"/>
                  </a:lnTo>
                  <a:lnTo>
                    <a:pt x="3258142" y="655902"/>
                  </a:lnTo>
                  <a:lnTo>
                    <a:pt x="3254142" y="657415"/>
                  </a:lnTo>
                  <a:lnTo>
                    <a:pt x="3252925" y="657876"/>
                  </a:lnTo>
                  <a:lnTo>
                    <a:pt x="3252577" y="658008"/>
                  </a:lnTo>
                  <a:lnTo>
                    <a:pt x="3252230" y="658140"/>
                  </a:lnTo>
                  <a:lnTo>
                    <a:pt x="3249273" y="659259"/>
                  </a:lnTo>
                  <a:lnTo>
                    <a:pt x="3247708" y="659851"/>
                  </a:lnTo>
                  <a:lnTo>
                    <a:pt x="3243535" y="661431"/>
                  </a:lnTo>
                  <a:lnTo>
                    <a:pt x="3242839" y="661695"/>
                  </a:lnTo>
                  <a:lnTo>
                    <a:pt x="3240578" y="662551"/>
                  </a:lnTo>
                  <a:lnTo>
                    <a:pt x="3234666" y="664789"/>
                  </a:lnTo>
                  <a:lnTo>
                    <a:pt x="3231188" y="666106"/>
                  </a:lnTo>
                  <a:lnTo>
                    <a:pt x="3226667" y="667818"/>
                  </a:lnTo>
                  <a:lnTo>
                    <a:pt x="3223015" y="669201"/>
                  </a:lnTo>
                  <a:lnTo>
                    <a:pt x="3219711" y="670452"/>
                  </a:lnTo>
                  <a:lnTo>
                    <a:pt x="3219537" y="670518"/>
                  </a:lnTo>
                  <a:lnTo>
                    <a:pt x="3217450" y="671309"/>
                  </a:lnTo>
                  <a:lnTo>
                    <a:pt x="3211190" y="673680"/>
                  </a:lnTo>
                  <a:lnTo>
                    <a:pt x="3202669" y="676908"/>
                  </a:lnTo>
                  <a:lnTo>
                    <a:pt x="3200756" y="677632"/>
                  </a:lnTo>
                  <a:lnTo>
                    <a:pt x="3199886" y="677962"/>
                  </a:lnTo>
                  <a:lnTo>
                    <a:pt x="3196235" y="679345"/>
                  </a:lnTo>
                  <a:lnTo>
                    <a:pt x="3193452" y="680399"/>
                  </a:lnTo>
                  <a:lnTo>
                    <a:pt x="3192409" y="680795"/>
                  </a:lnTo>
                  <a:lnTo>
                    <a:pt x="3187888" y="682508"/>
                  </a:lnTo>
                  <a:lnTo>
                    <a:pt x="3184410" y="683826"/>
                  </a:lnTo>
                  <a:lnTo>
                    <a:pt x="3183888" y="684023"/>
                  </a:lnTo>
                  <a:lnTo>
                    <a:pt x="3179367" y="685737"/>
                  </a:lnTo>
                  <a:lnTo>
                    <a:pt x="3175541" y="687186"/>
                  </a:lnTo>
                  <a:lnTo>
                    <a:pt x="3164411" y="691404"/>
                  </a:lnTo>
                  <a:lnTo>
                    <a:pt x="3162151" y="692261"/>
                  </a:lnTo>
                  <a:lnTo>
                    <a:pt x="3158325" y="693712"/>
                  </a:lnTo>
                  <a:lnTo>
                    <a:pt x="3156934" y="694239"/>
                  </a:lnTo>
                  <a:lnTo>
                    <a:pt x="3155543" y="694766"/>
                  </a:lnTo>
                  <a:lnTo>
                    <a:pt x="3155021" y="694964"/>
                  </a:lnTo>
                  <a:lnTo>
                    <a:pt x="3152760" y="695821"/>
                  </a:lnTo>
                  <a:lnTo>
                    <a:pt x="3148587" y="697403"/>
                  </a:lnTo>
                  <a:lnTo>
                    <a:pt x="3146848" y="698063"/>
                  </a:lnTo>
                  <a:lnTo>
                    <a:pt x="3144935" y="698788"/>
                  </a:lnTo>
                  <a:lnTo>
                    <a:pt x="3142326" y="699777"/>
                  </a:lnTo>
                  <a:lnTo>
                    <a:pt x="3141979" y="699909"/>
                  </a:lnTo>
                  <a:lnTo>
                    <a:pt x="3141631" y="700041"/>
                  </a:lnTo>
                  <a:lnTo>
                    <a:pt x="3139718" y="700766"/>
                  </a:lnTo>
                  <a:lnTo>
                    <a:pt x="3134501" y="702744"/>
                  </a:lnTo>
                  <a:lnTo>
                    <a:pt x="3134153" y="702876"/>
                  </a:lnTo>
                  <a:lnTo>
                    <a:pt x="3132588" y="703470"/>
                  </a:lnTo>
                  <a:lnTo>
                    <a:pt x="3132414" y="703536"/>
                  </a:lnTo>
                  <a:lnTo>
                    <a:pt x="3131023" y="704063"/>
                  </a:lnTo>
                  <a:lnTo>
                    <a:pt x="3130501" y="704261"/>
                  </a:lnTo>
                  <a:lnTo>
                    <a:pt x="3130154" y="704393"/>
                  </a:lnTo>
                  <a:lnTo>
                    <a:pt x="3128415" y="705052"/>
                  </a:lnTo>
                  <a:lnTo>
                    <a:pt x="3126849" y="705646"/>
                  </a:lnTo>
                  <a:lnTo>
                    <a:pt x="3125806" y="706042"/>
                  </a:lnTo>
                  <a:lnTo>
                    <a:pt x="3123719" y="706833"/>
                  </a:lnTo>
                  <a:lnTo>
                    <a:pt x="3123198" y="707031"/>
                  </a:lnTo>
                  <a:lnTo>
                    <a:pt x="3123024" y="707097"/>
                  </a:lnTo>
                  <a:lnTo>
                    <a:pt x="3119372" y="708482"/>
                  </a:lnTo>
                  <a:lnTo>
                    <a:pt x="3113981" y="710527"/>
                  </a:lnTo>
                  <a:lnTo>
                    <a:pt x="3113807" y="710593"/>
                  </a:lnTo>
                  <a:lnTo>
                    <a:pt x="3112242" y="711187"/>
                  </a:lnTo>
                  <a:lnTo>
                    <a:pt x="3112068" y="711253"/>
                  </a:lnTo>
                  <a:lnTo>
                    <a:pt x="3110155" y="711978"/>
                  </a:lnTo>
                  <a:lnTo>
                    <a:pt x="3108242" y="712704"/>
                  </a:lnTo>
                  <a:lnTo>
                    <a:pt x="3104591" y="714089"/>
                  </a:lnTo>
                  <a:lnTo>
                    <a:pt x="3102678" y="714815"/>
                  </a:lnTo>
                  <a:lnTo>
                    <a:pt x="3102330" y="714947"/>
                  </a:lnTo>
                  <a:lnTo>
                    <a:pt x="3100591" y="715607"/>
                  </a:lnTo>
                  <a:lnTo>
                    <a:pt x="3097113" y="716927"/>
                  </a:lnTo>
                  <a:lnTo>
                    <a:pt x="3096939" y="716993"/>
                  </a:lnTo>
                  <a:lnTo>
                    <a:pt x="3093461" y="718312"/>
                  </a:lnTo>
                  <a:lnTo>
                    <a:pt x="3092939" y="718510"/>
                  </a:lnTo>
                  <a:lnTo>
                    <a:pt x="3089983" y="719632"/>
                  </a:lnTo>
                  <a:lnTo>
                    <a:pt x="3088244" y="720292"/>
                  </a:lnTo>
                  <a:lnTo>
                    <a:pt x="3086157" y="721084"/>
                  </a:lnTo>
                  <a:lnTo>
                    <a:pt x="3085636" y="721282"/>
                  </a:lnTo>
                  <a:lnTo>
                    <a:pt x="3084245" y="721810"/>
                  </a:lnTo>
                  <a:lnTo>
                    <a:pt x="3080245" y="723328"/>
                  </a:lnTo>
                  <a:lnTo>
                    <a:pt x="3079028" y="723790"/>
                  </a:lnTo>
                  <a:lnTo>
                    <a:pt x="3078680" y="723922"/>
                  </a:lnTo>
                  <a:lnTo>
                    <a:pt x="3078332" y="724054"/>
                  </a:lnTo>
                  <a:lnTo>
                    <a:pt x="3075376" y="725176"/>
                  </a:lnTo>
                  <a:lnTo>
                    <a:pt x="3073811" y="725770"/>
                  </a:lnTo>
                  <a:lnTo>
                    <a:pt x="3069637" y="727354"/>
                  </a:lnTo>
                  <a:lnTo>
                    <a:pt x="3068942" y="727618"/>
                  </a:lnTo>
                  <a:lnTo>
                    <a:pt x="3066681" y="728477"/>
                  </a:lnTo>
                  <a:lnTo>
                    <a:pt x="3060768" y="730721"/>
                  </a:lnTo>
                  <a:lnTo>
                    <a:pt x="3057291" y="732042"/>
                  </a:lnTo>
                  <a:lnTo>
                    <a:pt x="3052769" y="733759"/>
                  </a:lnTo>
                  <a:lnTo>
                    <a:pt x="3049117" y="735145"/>
                  </a:lnTo>
                  <a:lnTo>
                    <a:pt x="3045813" y="736400"/>
                  </a:lnTo>
                  <a:lnTo>
                    <a:pt x="3045639" y="736466"/>
                  </a:lnTo>
                  <a:lnTo>
                    <a:pt x="3043553" y="737258"/>
                  </a:lnTo>
                  <a:lnTo>
                    <a:pt x="3037292" y="739636"/>
                  </a:lnTo>
                  <a:lnTo>
                    <a:pt x="3028771" y="742873"/>
                  </a:lnTo>
                  <a:lnTo>
                    <a:pt x="3026858" y="743599"/>
                  </a:lnTo>
                  <a:lnTo>
                    <a:pt x="3025989" y="743930"/>
                  </a:lnTo>
                  <a:lnTo>
                    <a:pt x="3022337" y="745317"/>
                  </a:lnTo>
                  <a:lnTo>
                    <a:pt x="3019555" y="746374"/>
                  </a:lnTo>
                  <a:lnTo>
                    <a:pt x="3013990" y="748488"/>
                  </a:lnTo>
                  <a:lnTo>
                    <a:pt x="3010512" y="749810"/>
                  </a:lnTo>
                  <a:lnTo>
                    <a:pt x="3009990" y="750008"/>
                  </a:lnTo>
                  <a:lnTo>
                    <a:pt x="3005469" y="751726"/>
                  </a:lnTo>
                  <a:lnTo>
                    <a:pt x="3001643" y="753180"/>
                  </a:lnTo>
                  <a:lnTo>
                    <a:pt x="2990514" y="757410"/>
                  </a:lnTo>
                  <a:lnTo>
                    <a:pt x="2988253" y="758270"/>
                  </a:lnTo>
                  <a:lnTo>
                    <a:pt x="2984427" y="759724"/>
                  </a:lnTo>
                  <a:lnTo>
                    <a:pt x="2983036" y="760253"/>
                  </a:lnTo>
                  <a:lnTo>
                    <a:pt x="2981645" y="760782"/>
                  </a:lnTo>
                  <a:lnTo>
                    <a:pt x="2981123" y="760980"/>
                  </a:lnTo>
                  <a:lnTo>
                    <a:pt x="2978863" y="761840"/>
                  </a:lnTo>
                  <a:lnTo>
                    <a:pt x="2974689" y="763426"/>
                  </a:lnTo>
                  <a:lnTo>
                    <a:pt x="2972950" y="764088"/>
                  </a:lnTo>
                  <a:lnTo>
                    <a:pt x="2971037" y="764815"/>
                  </a:lnTo>
                  <a:lnTo>
                    <a:pt x="2968429" y="765807"/>
                  </a:lnTo>
                  <a:lnTo>
                    <a:pt x="2968081" y="765939"/>
                  </a:lnTo>
                  <a:lnTo>
                    <a:pt x="2967733" y="766071"/>
                  </a:lnTo>
                  <a:lnTo>
                    <a:pt x="2965820" y="766799"/>
                  </a:lnTo>
                  <a:lnTo>
                    <a:pt x="2960604" y="768783"/>
                  </a:lnTo>
                  <a:lnTo>
                    <a:pt x="2960256" y="768915"/>
                  </a:lnTo>
                  <a:lnTo>
                    <a:pt x="2958691" y="769510"/>
                  </a:lnTo>
                  <a:lnTo>
                    <a:pt x="2958517" y="769577"/>
                  </a:lnTo>
                  <a:lnTo>
                    <a:pt x="2957126" y="770106"/>
                  </a:lnTo>
                  <a:lnTo>
                    <a:pt x="2956604" y="770304"/>
                  </a:lnTo>
                  <a:lnTo>
                    <a:pt x="2956256" y="770436"/>
                  </a:lnTo>
                  <a:lnTo>
                    <a:pt x="2954517" y="771098"/>
                  </a:lnTo>
                  <a:lnTo>
                    <a:pt x="2952952" y="771693"/>
                  </a:lnTo>
                  <a:lnTo>
                    <a:pt x="2951909" y="772090"/>
                  </a:lnTo>
                  <a:lnTo>
                    <a:pt x="2949822" y="772884"/>
                  </a:lnTo>
                  <a:lnTo>
                    <a:pt x="2949300" y="773082"/>
                  </a:lnTo>
                  <a:lnTo>
                    <a:pt x="2949126" y="773148"/>
                  </a:lnTo>
                  <a:lnTo>
                    <a:pt x="2945474" y="774538"/>
                  </a:lnTo>
                  <a:lnTo>
                    <a:pt x="2940084" y="776588"/>
                  </a:lnTo>
                  <a:lnTo>
                    <a:pt x="2938345" y="777250"/>
                  </a:lnTo>
                  <a:lnTo>
                    <a:pt x="2938171" y="777316"/>
                  </a:lnTo>
                  <a:lnTo>
                    <a:pt x="2936258" y="778044"/>
                  </a:lnTo>
                  <a:lnTo>
                    <a:pt x="2934345" y="778772"/>
                  </a:lnTo>
                  <a:lnTo>
                    <a:pt x="2930693" y="780162"/>
                  </a:lnTo>
                  <a:lnTo>
                    <a:pt x="2928780" y="780889"/>
                  </a:lnTo>
                  <a:lnTo>
                    <a:pt x="2928433" y="781022"/>
                  </a:lnTo>
                  <a:lnTo>
                    <a:pt x="2926694" y="781684"/>
                  </a:lnTo>
                  <a:lnTo>
                    <a:pt x="2923216" y="783007"/>
                  </a:lnTo>
                  <a:lnTo>
                    <a:pt x="2923042" y="783073"/>
                  </a:lnTo>
                  <a:lnTo>
                    <a:pt x="2919564" y="784397"/>
                  </a:lnTo>
                  <a:lnTo>
                    <a:pt x="2919042" y="784596"/>
                  </a:lnTo>
                  <a:lnTo>
                    <a:pt x="2916086" y="785721"/>
                  </a:lnTo>
                  <a:lnTo>
                    <a:pt x="2914347" y="786383"/>
                  </a:lnTo>
                  <a:lnTo>
                    <a:pt x="2912260" y="787177"/>
                  </a:lnTo>
                  <a:lnTo>
                    <a:pt x="2911738" y="787376"/>
                  </a:lnTo>
                  <a:lnTo>
                    <a:pt x="2910347" y="787905"/>
                  </a:lnTo>
                  <a:lnTo>
                    <a:pt x="2906348" y="789428"/>
                  </a:lnTo>
                  <a:lnTo>
                    <a:pt x="2905130" y="789891"/>
                  </a:lnTo>
                  <a:lnTo>
                    <a:pt x="2904782" y="790024"/>
                  </a:lnTo>
                  <a:lnTo>
                    <a:pt x="2904435" y="790156"/>
                  </a:lnTo>
                  <a:lnTo>
                    <a:pt x="2901478" y="791282"/>
                  </a:lnTo>
                  <a:lnTo>
                    <a:pt x="2899913" y="791877"/>
                  </a:lnTo>
                  <a:lnTo>
                    <a:pt x="2895740" y="793467"/>
                  </a:lnTo>
                  <a:lnTo>
                    <a:pt x="2895044" y="793731"/>
                  </a:lnTo>
                  <a:lnTo>
                    <a:pt x="2892784" y="794592"/>
                  </a:lnTo>
                  <a:lnTo>
                    <a:pt x="2886871" y="796844"/>
                  </a:lnTo>
                  <a:lnTo>
                    <a:pt x="2883393" y="798168"/>
                  </a:lnTo>
                  <a:lnTo>
                    <a:pt x="2878872" y="799891"/>
                  </a:lnTo>
                  <a:lnTo>
                    <a:pt x="2875220" y="801282"/>
                  </a:lnTo>
                  <a:lnTo>
                    <a:pt x="2871916" y="802540"/>
                  </a:lnTo>
                  <a:lnTo>
                    <a:pt x="2871742" y="802606"/>
                  </a:lnTo>
                  <a:lnTo>
                    <a:pt x="2869655" y="803401"/>
                  </a:lnTo>
                  <a:lnTo>
                    <a:pt x="2863395" y="805787"/>
                  </a:lnTo>
                  <a:lnTo>
                    <a:pt x="2854874" y="809033"/>
                  </a:lnTo>
                  <a:lnTo>
                    <a:pt x="2852961" y="809762"/>
                  </a:lnTo>
                  <a:lnTo>
                    <a:pt x="2852092" y="810094"/>
                  </a:lnTo>
                  <a:lnTo>
                    <a:pt x="2848440" y="811485"/>
                  </a:lnTo>
                  <a:lnTo>
                    <a:pt x="2845657" y="812546"/>
                  </a:lnTo>
                  <a:lnTo>
                    <a:pt x="2844614" y="812944"/>
                  </a:lnTo>
                  <a:lnTo>
                    <a:pt x="2840093" y="814667"/>
                  </a:lnTo>
                  <a:lnTo>
                    <a:pt x="2836615" y="815993"/>
                  </a:lnTo>
                  <a:lnTo>
                    <a:pt x="2836093" y="816192"/>
                  </a:lnTo>
                  <a:lnTo>
                    <a:pt x="2831572" y="817915"/>
                  </a:lnTo>
                  <a:lnTo>
                    <a:pt x="2827746" y="819374"/>
                  </a:lnTo>
                  <a:lnTo>
                    <a:pt x="2816616" y="823618"/>
                  </a:lnTo>
                  <a:lnTo>
                    <a:pt x="2814356" y="824480"/>
                  </a:lnTo>
                  <a:lnTo>
                    <a:pt x="2810530" y="825939"/>
                  </a:lnTo>
                  <a:lnTo>
                    <a:pt x="2809139" y="826470"/>
                  </a:lnTo>
                  <a:lnTo>
                    <a:pt x="2807748" y="827000"/>
                  </a:lnTo>
                  <a:lnTo>
                    <a:pt x="2807226" y="827199"/>
                  </a:lnTo>
                  <a:lnTo>
                    <a:pt x="2804965" y="828062"/>
                  </a:lnTo>
                  <a:lnTo>
                    <a:pt x="2800792" y="829654"/>
                  </a:lnTo>
                  <a:lnTo>
                    <a:pt x="2799053" y="830317"/>
                  </a:lnTo>
                  <a:lnTo>
                    <a:pt x="2797140" y="831047"/>
                  </a:lnTo>
                  <a:lnTo>
                    <a:pt x="2794531" y="832042"/>
                  </a:lnTo>
                  <a:lnTo>
                    <a:pt x="2794184" y="832175"/>
                  </a:lnTo>
                  <a:lnTo>
                    <a:pt x="2793836" y="832307"/>
                  </a:lnTo>
                  <a:lnTo>
                    <a:pt x="2791923" y="833037"/>
                  </a:lnTo>
                  <a:lnTo>
                    <a:pt x="2786706" y="835028"/>
                  </a:lnTo>
                  <a:lnTo>
                    <a:pt x="2786358" y="835161"/>
                  </a:lnTo>
                  <a:lnTo>
                    <a:pt x="2784793" y="835758"/>
                  </a:lnTo>
                  <a:lnTo>
                    <a:pt x="2784619" y="835824"/>
                  </a:lnTo>
                  <a:lnTo>
                    <a:pt x="2783228" y="836355"/>
                  </a:lnTo>
                  <a:lnTo>
                    <a:pt x="2782706" y="836554"/>
                  </a:lnTo>
                  <a:lnTo>
                    <a:pt x="2782359" y="836687"/>
                  </a:lnTo>
                  <a:lnTo>
                    <a:pt x="2780620" y="837351"/>
                  </a:lnTo>
                  <a:lnTo>
                    <a:pt x="2778011" y="838346"/>
                  </a:lnTo>
                  <a:lnTo>
                    <a:pt x="2775924" y="839143"/>
                  </a:lnTo>
                  <a:lnTo>
                    <a:pt x="2775403" y="839342"/>
                  </a:lnTo>
                  <a:lnTo>
                    <a:pt x="2775229" y="839408"/>
                  </a:lnTo>
                  <a:lnTo>
                    <a:pt x="2771577" y="840802"/>
                  </a:lnTo>
                  <a:lnTo>
                    <a:pt x="2766186" y="842860"/>
                  </a:lnTo>
                  <a:lnTo>
                    <a:pt x="2766012" y="842926"/>
                  </a:lnTo>
                  <a:lnTo>
                    <a:pt x="2764447" y="843524"/>
                  </a:lnTo>
                  <a:lnTo>
                    <a:pt x="2764273" y="843590"/>
                  </a:lnTo>
                  <a:lnTo>
                    <a:pt x="2762360" y="844320"/>
                  </a:lnTo>
                  <a:lnTo>
                    <a:pt x="2760448" y="845051"/>
                  </a:lnTo>
                  <a:lnTo>
                    <a:pt x="2756796" y="846445"/>
                  </a:lnTo>
                  <a:lnTo>
                    <a:pt x="2754883" y="847176"/>
                  </a:lnTo>
                  <a:lnTo>
                    <a:pt x="2754535" y="847308"/>
                  </a:lnTo>
                  <a:lnTo>
                    <a:pt x="2752796" y="847972"/>
                  </a:lnTo>
                  <a:lnTo>
                    <a:pt x="2749318" y="849301"/>
                  </a:lnTo>
                  <a:lnTo>
                    <a:pt x="2749144" y="849367"/>
                  </a:lnTo>
                  <a:lnTo>
                    <a:pt x="2745666" y="850695"/>
                  </a:lnTo>
                  <a:lnTo>
                    <a:pt x="2745145" y="850894"/>
                  </a:lnTo>
                  <a:lnTo>
                    <a:pt x="2742188" y="852024"/>
                  </a:lnTo>
                  <a:lnTo>
                    <a:pt x="2740449" y="852688"/>
                  </a:lnTo>
                  <a:lnTo>
                    <a:pt x="2738363" y="853485"/>
                  </a:lnTo>
                  <a:lnTo>
                    <a:pt x="2737841" y="853684"/>
                  </a:lnTo>
                  <a:lnTo>
                    <a:pt x="2736450" y="854216"/>
                  </a:lnTo>
                  <a:lnTo>
                    <a:pt x="2732450" y="855743"/>
                  </a:lnTo>
                  <a:lnTo>
                    <a:pt x="2731233" y="856208"/>
                  </a:lnTo>
                  <a:lnTo>
                    <a:pt x="2730885" y="856341"/>
                  </a:lnTo>
                  <a:lnTo>
                    <a:pt x="2730537" y="856474"/>
                  </a:lnTo>
                  <a:lnTo>
                    <a:pt x="2727581" y="857604"/>
                  </a:lnTo>
                  <a:lnTo>
                    <a:pt x="2726016" y="858202"/>
                  </a:lnTo>
                  <a:lnTo>
                    <a:pt x="2721842" y="859796"/>
                  </a:lnTo>
                  <a:lnTo>
                    <a:pt x="2721147" y="860062"/>
                  </a:lnTo>
                  <a:lnTo>
                    <a:pt x="2718886" y="860926"/>
                  </a:lnTo>
                  <a:lnTo>
                    <a:pt x="2712974" y="863186"/>
                  </a:lnTo>
                  <a:lnTo>
                    <a:pt x="2709496" y="864515"/>
                  </a:lnTo>
                  <a:lnTo>
                    <a:pt x="2704974" y="866243"/>
                  </a:lnTo>
                  <a:lnTo>
                    <a:pt x="2701322" y="867639"/>
                  </a:lnTo>
                  <a:lnTo>
                    <a:pt x="2698018" y="868902"/>
                  </a:lnTo>
                  <a:lnTo>
                    <a:pt x="2697844" y="868969"/>
                  </a:lnTo>
                  <a:lnTo>
                    <a:pt x="2695758" y="869766"/>
                  </a:lnTo>
                  <a:lnTo>
                    <a:pt x="2689497" y="872160"/>
                  </a:lnTo>
                  <a:lnTo>
                    <a:pt x="2680976" y="875419"/>
                  </a:lnTo>
                  <a:lnTo>
                    <a:pt x="2679064" y="876150"/>
                  </a:lnTo>
                  <a:lnTo>
                    <a:pt x="2678194" y="876483"/>
                  </a:lnTo>
                  <a:lnTo>
                    <a:pt x="2674542" y="877880"/>
                  </a:lnTo>
                  <a:lnTo>
                    <a:pt x="2671760" y="878944"/>
                  </a:lnTo>
                  <a:lnTo>
                    <a:pt x="2670716" y="879343"/>
                  </a:lnTo>
                  <a:lnTo>
                    <a:pt x="2666195" y="881073"/>
                  </a:lnTo>
                  <a:lnTo>
                    <a:pt x="2662717" y="882404"/>
                  </a:lnTo>
                  <a:lnTo>
                    <a:pt x="2662196" y="882603"/>
                  </a:lnTo>
                  <a:lnTo>
                    <a:pt x="2657674" y="884333"/>
                  </a:lnTo>
                  <a:lnTo>
                    <a:pt x="2653848" y="885797"/>
                  </a:lnTo>
                  <a:lnTo>
                    <a:pt x="2642719" y="890057"/>
                  </a:lnTo>
                  <a:lnTo>
                    <a:pt x="2640458" y="890922"/>
                  </a:lnTo>
                  <a:lnTo>
                    <a:pt x="2636633" y="892387"/>
                  </a:lnTo>
                  <a:lnTo>
                    <a:pt x="2635241" y="892919"/>
                  </a:lnTo>
                  <a:lnTo>
                    <a:pt x="2633850" y="893452"/>
                  </a:lnTo>
                  <a:lnTo>
                    <a:pt x="2631068" y="894517"/>
                  </a:lnTo>
                  <a:lnTo>
                    <a:pt x="2626894" y="896115"/>
                  </a:lnTo>
                  <a:lnTo>
                    <a:pt x="2625155" y="896781"/>
                  </a:lnTo>
                  <a:lnTo>
                    <a:pt x="2623242" y="897514"/>
                  </a:lnTo>
                  <a:lnTo>
                    <a:pt x="2620634" y="898513"/>
                  </a:lnTo>
                  <a:lnTo>
                    <a:pt x="2620286" y="898646"/>
                  </a:lnTo>
                  <a:lnTo>
                    <a:pt x="2619938" y="898779"/>
                  </a:lnTo>
                  <a:lnTo>
                    <a:pt x="2618026" y="899512"/>
                  </a:lnTo>
                  <a:lnTo>
                    <a:pt x="2612809" y="901510"/>
                  </a:lnTo>
                  <a:lnTo>
                    <a:pt x="2612461" y="901643"/>
                  </a:lnTo>
                  <a:lnTo>
                    <a:pt x="2610896" y="902243"/>
                  </a:lnTo>
                  <a:lnTo>
                    <a:pt x="2610722" y="902309"/>
                  </a:lnTo>
                  <a:lnTo>
                    <a:pt x="2609331" y="902842"/>
                  </a:lnTo>
                  <a:lnTo>
                    <a:pt x="2608809" y="903042"/>
                  </a:lnTo>
                  <a:lnTo>
                    <a:pt x="2608461" y="903175"/>
                  </a:lnTo>
                  <a:lnTo>
                    <a:pt x="2606722" y="903842"/>
                  </a:lnTo>
                  <a:lnTo>
                    <a:pt x="2605157" y="904441"/>
                  </a:lnTo>
                  <a:lnTo>
                    <a:pt x="2604114" y="904841"/>
                  </a:lnTo>
                  <a:lnTo>
                    <a:pt x="2602027" y="905641"/>
                  </a:lnTo>
                  <a:lnTo>
                    <a:pt x="2601505" y="905840"/>
                  </a:lnTo>
                  <a:lnTo>
                    <a:pt x="2601331" y="905907"/>
                  </a:lnTo>
                  <a:lnTo>
                    <a:pt x="2597680" y="907306"/>
                  </a:lnTo>
                  <a:lnTo>
                    <a:pt x="2592289" y="909372"/>
                  </a:lnTo>
                  <a:lnTo>
                    <a:pt x="2592115" y="909439"/>
                  </a:lnTo>
                  <a:lnTo>
                    <a:pt x="2590550" y="910039"/>
                  </a:lnTo>
                  <a:lnTo>
                    <a:pt x="2590376" y="910105"/>
                  </a:lnTo>
                  <a:lnTo>
                    <a:pt x="2588463" y="910838"/>
                  </a:lnTo>
                  <a:lnTo>
                    <a:pt x="2586550" y="911572"/>
                  </a:lnTo>
                  <a:lnTo>
                    <a:pt x="2582898" y="912971"/>
                  </a:lnTo>
                  <a:lnTo>
                    <a:pt x="2580985" y="913705"/>
                  </a:lnTo>
                  <a:lnTo>
                    <a:pt x="2580638" y="913838"/>
                  </a:lnTo>
                  <a:lnTo>
                    <a:pt x="2578899" y="914505"/>
                  </a:lnTo>
                  <a:lnTo>
                    <a:pt x="2575421" y="915838"/>
                  </a:lnTo>
                  <a:lnTo>
                    <a:pt x="2575247" y="915905"/>
                  </a:lnTo>
                  <a:lnTo>
                    <a:pt x="2571769" y="917238"/>
                  </a:lnTo>
                  <a:lnTo>
                    <a:pt x="2571247" y="917438"/>
                  </a:lnTo>
                  <a:lnTo>
                    <a:pt x="2568291" y="918572"/>
                  </a:lnTo>
                  <a:lnTo>
                    <a:pt x="2566552" y="919238"/>
                  </a:lnTo>
                  <a:lnTo>
                    <a:pt x="2564465" y="920039"/>
                  </a:lnTo>
                  <a:lnTo>
                    <a:pt x="2563943" y="920239"/>
                  </a:lnTo>
                  <a:lnTo>
                    <a:pt x="2562552" y="920772"/>
                  </a:lnTo>
                  <a:lnTo>
                    <a:pt x="2558553" y="922306"/>
                  </a:lnTo>
                  <a:lnTo>
                    <a:pt x="2557335" y="922773"/>
                  </a:lnTo>
                  <a:lnTo>
                    <a:pt x="2556988" y="922907"/>
                  </a:lnTo>
                  <a:lnTo>
                    <a:pt x="2556640" y="923040"/>
                  </a:lnTo>
                  <a:lnTo>
                    <a:pt x="2553684" y="924174"/>
                  </a:lnTo>
                  <a:lnTo>
                    <a:pt x="2552118" y="924774"/>
                  </a:lnTo>
                  <a:lnTo>
                    <a:pt x="2547945" y="926375"/>
                  </a:lnTo>
                  <a:lnTo>
                    <a:pt x="2547249" y="926642"/>
                  </a:lnTo>
                  <a:lnTo>
                    <a:pt x="2544989" y="927510"/>
                  </a:lnTo>
                  <a:lnTo>
                    <a:pt x="2539076" y="929778"/>
                  </a:lnTo>
                  <a:lnTo>
                    <a:pt x="2535598" y="931113"/>
                  </a:lnTo>
                  <a:lnTo>
                    <a:pt x="2531077" y="932848"/>
                  </a:lnTo>
                  <a:lnTo>
                    <a:pt x="2527425" y="934250"/>
                  </a:lnTo>
                  <a:lnTo>
                    <a:pt x="2524121" y="935518"/>
                  </a:lnTo>
                  <a:lnTo>
                    <a:pt x="2523947" y="935585"/>
                  </a:lnTo>
                  <a:lnTo>
                    <a:pt x="2521860" y="936386"/>
                  </a:lnTo>
                  <a:lnTo>
                    <a:pt x="2515600" y="938789"/>
                  </a:lnTo>
                  <a:lnTo>
                    <a:pt x="2507079" y="942061"/>
                  </a:lnTo>
                  <a:lnTo>
                    <a:pt x="2505166" y="942796"/>
                  </a:lnTo>
                  <a:lnTo>
                    <a:pt x="2504297" y="943130"/>
                  </a:lnTo>
                  <a:lnTo>
                    <a:pt x="2500645" y="944532"/>
                  </a:lnTo>
                  <a:lnTo>
                    <a:pt x="2497862" y="945601"/>
                  </a:lnTo>
                  <a:lnTo>
                    <a:pt x="2496819" y="946002"/>
                  </a:lnTo>
                  <a:lnTo>
                    <a:pt x="2492298" y="947739"/>
                  </a:lnTo>
                  <a:lnTo>
                    <a:pt x="2488820" y="949075"/>
                  </a:lnTo>
                  <a:lnTo>
                    <a:pt x="2488298" y="949275"/>
                  </a:lnTo>
                  <a:lnTo>
                    <a:pt x="2483777" y="951013"/>
                  </a:lnTo>
                  <a:lnTo>
                    <a:pt x="2479951" y="952483"/>
                  </a:lnTo>
                  <a:lnTo>
                    <a:pt x="2468822" y="956761"/>
                  </a:lnTo>
                  <a:lnTo>
                    <a:pt x="2466561" y="957630"/>
                  </a:lnTo>
                  <a:lnTo>
                    <a:pt x="2462735" y="959100"/>
                  </a:lnTo>
                  <a:lnTo>
                    <a:pt x="2461344" y="959635"/>
                  </a:lnTo>
                  <a:lnTo>
                    <a:pt x="2459953" y="960170"/>
                  </a:lnTo>
                  <a:lnTo>
                    <a:pt x="2459431" y="960371"/>
                  </a:lnTo>
                  <a:lnTo>
                    <a:pt x="2457170" y="961240"/>
                  </a:lnTo>
                  <a:lnTo>
                    <a:pt x="2452997" y="962845"/>
                  </a:lnTo>
                  <a:lnTo>
                    <a:pt x="2451258" y="963514"/>
                  </a:lnTo>
                  <a:lnTo>
                    <a:pt x="2449345" y="964249"/>
                  </a:lnTo>
                  <a:lnTo>
                    <a:pt x="2446737" y="965253"/>
                  </a:lnTo>
                  <a:lnTo>
                    <a:pt x="2446389" y="965386"/>
                  </a:lnTo>
                  <a:lnTo>
                    <a:pt x="2446041" y="965520"/>
                  </a:lnTo>
                  <a:lnTo>
                    <a:pt x="2444128" y="966256"/>
                  </a:lnTo>
                  <a:lnTo>
                    <a:pt x="2438911" y="968263"/>
                  </a:lnTo>
                  <a:lnTo>
                    <a:pt x="2438563" y="968397"/>
                  </a:lnTo>
                  <a:lnTo>
                    <a:pt x="2436998" y="968999"/>
                  </a:lnTo>
                  <a:lnTo>
                    <a:pt x="2436824" y="969066"/>
                  </a:lnTo>
                  <a:lnTo>
                    <a:pt x="2435433" y="969601"/>
                  </a:lnTo>
                  <a:lnTo>
                    <a:pt x="2434912" y="969802"/>
                  </a:lnTo>
                  <a:lnTo>
                    <a:pt x="2434564" y="969935"/>
                  </a:lnTo>
                  <a:lnTo>
                    <a:pt x="2432825" y="970605"/>
                  </a:lnTo>
                  <a:lnTo>
                    <a:pt x="2431260" y="971207"/>
                  </a:lnTo>
                  <a:lnTo>
                    <a:pt x="2430216" y="971608"/>
                  </a:lnTo>
                  <a:lnTo>
                    <a:pt x="2428130" y="972411"/>
                  </a:lnTo>
                  <a:lnTo>
                    <a:pt x="2427608" y="972612"/>
                  </a:lnTo>
                  <a:lnTo>
                    <a:pt x="2427434" y="972679"/>
                  </a:lnTo>
                  <a:lnTo>
                    <a:pt x="2423782" y="974084"/>
                  </a:lnTo>
                  <a:lnTo>
                    <a:pt x="2418391" y="976159"/>
                  </a:lnTo>
                  <a:lnTo>
                    <a:pt x="2416652" y="976829"/>
                  </a:lnTo>
                  <a:lnTo>
                    <a:pt x="2416478" y="976895"/>
                  </a:lnTo>
                  <a:lnTo>
                    <a:pt x="2414566" y="977632"/>
                  </a:lnTo>
                  <a:lnTo>
                    <a:pt x="2412653" y="978368"/>
                  </a:lnTo>
                  <a:lnTo>
                    <a:pt x="2409001" y="979774"/>
                  </a:lnTo>
                  <a:lnTo>
                    <a:pt x="2407088" y="980511"/>
                  </a:lnTo>
                  <a:lnTo>
                    <a:pt x="2406740" y="980645"/>
                  </a:lnTo>
                  <a:lnTo>
                    <a:pt x="2405001" y="981314"/>
                  </a:lnTo>
                  <a:lnTo>
                    <a:pt x="2401523" y="982653"/>
                  </a:lnTo>
                  <a:lnTo>
                    <a:pt x="2401349" y="982720"/>
                  </a:lnTo>
                  <a:lnTo>
                    <a:pt x="2397871" y="984060"/>
                  </a:lnTo>
                  <a:lnTo>
                    <a:pt x="2397350" y="984261"/>
                  </a:lnTo>
                  <a:lnTo>
                    <a:pt x="2394393" y="985399"/>
                  </a:lnTo>
                  <a:lnTo>
                    <a:pt x="2392654" y="986069"/>
                  </a:lnTo>
                  <a:lnTo>
                    <a:pt x="2390568" y="986873"/>
                  </a:lnTo>
                  <a:lnTo>
                    <a:pt x="2390046" y="987074"/>
                  </a:lnTo>
                  <a:lnTo>
                    <a:pt x="2388655" y="987610"/>
                  </a:lnTo>
                  <a:lnTo>
                    <a:pt x="2384655" y="989151"/>
                  </a:lnTo>
                  <a:lnTo>
                    <a:pt x="2383438" y="989620"/>
                  </a:lnTo>
                  <a:lnTo>
                    <a:pt x="2383090" y="989754"/>
                  </a:lnTo>
                  <a:lnTo>
                    <a:pt x="2382742" y="989888"/>
                  </a:lnTo>
                  <a:lnTo>
                    <a:pt x="2379786" y="991027"/>
                  </a:lnTo>
                  <a:lnTo>
                    <a:pt x="2378221" y="991630"/>
                  </a:lnTo>
                  <a:lnTo>
                    <a:pt x="2373352" y="993506"/>
                  </a:lnTo>
                  <a:lnTo>
                    <a:pt x="2371091" y="994377"/>
                  </a:lnTo>
                  <a:lnTo>
                    <a:pt x="2365179" y="996656"/>
                  </a:lnTo>
                  <a:lnTo>
                    <a:pt x="2361701" y="997997"/>
                  </a:lnTo>
                  <a:lnTo>
                    <a:pt x="2357179" y="999740"/>
                  </a:lnTo>
                  <a:lnTo>
                    <a:pt x="2353528" y="1001148"/>
                  </a:lnTo>
                  <a:lnTo>
                    <a:pt x="2350223" y="1002422"/>
                  </a:lnTo>
                  <a:lnTo>
                    <a:pt x="2350050" y="1002490"/>
                  </a:lnTo>
                  <a:lnTo>
                    <a:pt x="2347963" y="1003294"/>
                  </a:lnTo>
                  <a:lnTo>
                    <a:pt x="2341703" y="1005709"/>
                  </a:lnTo>
                  <a:lnTo>
                    <a:pt x="2333182" y="1008996"/>
                  </a:lnTo>
                  <a:lnTo>
                    <a:pt x="2331269" y="1009734"/>
                  </a:lnTo>
                  <a:lnTo>
                    <a:pt x="2330399" y="1010070"/>
                  </a:lnTo>
                  <a:lnTo>
                    <a:pt x="2326747" y="1011479"/>
                  </a:lnTo>
                  <a:lnTo>
                    <a:pt x="2323965" y="1012552"/>
                  </a:lnTo>
                  <a:lnTo>
                    <a:pt x="2322922" y="1012955"/>
                  </a:lnTo>
                  <a:lnTo>
                    <a:pt x="2318400" y="1014700"/>
                  </a:lnTo>
                  <a:lnTo>
                    <a:pt x="2314922" y="1016043"/>
                  </a:lnTo>
                  <a:lnTo>
                    <a:pt x="2314401" y="1016244"/>
                  </a:lnTo>
                  <a:lnTo>
                    <a:pt x="2309879" y="1017989"/>
                  </a:lnTo>
                  <a:lnTo>
                    <a:pt x="2306054" y="1019467"/>
                  </a:lnTo>
                  <a:lnTo>
                    <a:pt x="2294924" y="1023764"/>
                  </a:lnTo>
                  <a:lnTo>
                    <a:pt x="2292663" y="1024638"/>
                  </a:lnTo>
                  <a:lnTo>
                    <a:pt x="2288838" y="1026116"/>
                  </a:lnTo>
                  <a:lnTo>
                    <a:pt x="2287447" y="1026653"/>
                  </a:lnTo>
                  <a:lnTo>
                    <a:pt x="2286055" y="1027190"/>
                  </a:lnTo>
                  <a:lnTo>
                    <a:pt x="2285534" y="1027392"/>
                  </a:lnTo>
                  <a:lnTo>
                    <a:pt x="2283273" y="1028265"/>
                  </a:lnTo>
                  <a:lnTo>
                    <a:pt x="2279099" y="1029878"/>
                  </a:lnTo>
                  <a:lnTo>
                    <a:pt x="2277360" y="1030550"/>
                  </a:lnTo>
                  <a:lnTo>
                    <a:pt x="2275448" y="1031289"/>
                  </a:lnTo>
                  <a:lnTo>
                    <a:pt x="2272839" y="1032297"/>
                  </a:lnTo>
                  <a:lnTo>
                    <a:pt x="2272491" y="1032432"/>
                  </a:lnTo>
                  <a:lnTo>
                    <a:pt x="2272144" y="1032566"/>
                  </a:lnTo>
                  <a:lnTo>
                    <a:pt x="2270231" y="1033306"/>
                  </a:lnTo>
                  <a:lnTo>
                    <a:pt x="2265014" y="1035322"/>
                  </a:lnTo>
                  <a:lnTo>
                    <a:pt x="2264666" y="1035457"/>
                  </a:lnTo>
                  <a:lnTo>
                    <a:pt x="2263101" y="1036062"/>
                  </a:lnTo>
                  <a:lnTo>
                    <a:pt x="2262927" y="1036129"/>
                  </a:lnTo>
                  <a:lnTo>
                    <a:pt x="2261536" y="1036667"/>
                  </a:lnTo>
                  <a:lnTo>
                    <a:pt x="2261014" y="1036868"/>
                  </a:lnTo>
                  <a:lnTo>
                    <a:pt x="2260666" y="1037003"/>
                  </a:lnTo>
                  <a:lnTo>
                    <a:pt x="2258927" y="1037675"/>
                  </a:lnTo>
                  <a:lnTo>
                    <a:pt x="2257362" y="1038280"/>
                  </a:lnTo>
                  <a:lnTo>
                    <a:pt x="2256319" y="1038684"/>
                  </a:lnTo>
                  <a:lnTo>
                    <a:pt x="2254232" y="1039491"/>
                  </a:lnTo>
                  <a:lnTo>
                    <a:pt x="2253710" y="1039692"/>
                  </a:lnTo>
                  <a:lnTo>
                    <a:pt x="2253537" y="1039760"/>
                  </a:lnTo>
                  <a:lnTo>
                    <a:pt x="2249885" y="1041172"/>
                  </a:lnTo>
                  <a:lnTo>
                    <a:pt x="2244494" y="1043257"/>
                  </a:lnTo>
                  <a:lnTo>
                    <a:pt x="2244320" y="1043324"/>
                  </a:lnTo>
                  <a:lnTo>
                    <a:pt x="2242755" y="1043930"/>
                  </a:lnTo>
                  <a:lnTo>
                    <a:pt x="2242581" y="1043997"/>
                  </a:lnTo>
                  <a:lnTo>
                    <a:pt x="2240668" y="1044737"/>
                  </a:lnTo>
                  <a:lnTo>
                    <a:pt x="2238755" y="1045477"/>
                  </a:lnTo>
                  <a:lnTo>
                    <a:pt x="2235103" y="1046890"/>
                  </a:lnTo>
                  <a:lnTo>
                    <a:pt x="2233191" y="1047630"/>
                  </a:lnTo>
                  <a:lnTo>
                    <a:pt x="2232843" y="1047765"/>
                  </a:lnTo>
                  <a:lnTo>
                    <a:pt x="2231104" y="1048438"/>
                  </a:lnTo>
                  <a:lnTo>
                    <a:pt x="2227626" y="1049783"/>
                  </a:lnTo>
                  <a:lnTo>
                    <a:pt x="2227452" y="1049851"/>
                  </a:lnTo>
                  <a:lnTo>
                    <a:pt x="2223974" y="1051197"/>
                  </a:lnTo>
                  <a:lnTo>
                    <a:pt x="2223452" y="1051399"/>
                  </a:lnTo>
                  <a:lnTo>
                    <a:pt x="2220496" y="1052543"/>
                  </a:lnTo>
                  <a:lnTo>
                    <a:pt x="2218757" y="1053216"/>
                  </a:lnTo>
                  <a:lnTo>
                    <a:pt x="2216670" y="1054024"/>
                  </a:lnTo>
                  <a:lnTo>
                    <a:pt x="2216149" y="1054226"/>
                  </a:lnTo>
                  <a:lnTo>
                    <a:pt x="2214757" y="1054765"/>
                  </a:lnTo>
                  <a:lnTo>
                    <a:pt x="2210758" y="1056313"/>
                  </a:lnTo>
                  <a:lnTo>
                    <a:pt x="2209540" y="1056785"/>
                  </a:lnTo>
                  <a:lnTo>
                    <a:pt x="2209193" y="1056919"/>
                  </a:lnTo>
                  <a:lnTo>
                    <a:pt x="2208845" y="1057054"/>
                  </a:lnTo>
                  <a:lnTo>
                    <a:pt x="2205889" y="1058199"/>
                  </a:lnTo>
                  <a:lnTo>
                    <a:pt x="2204324" y="1058805"/>
                  </a:lnTo>
                  <a:lnTo>
                    <a:pt x="2200150" y="1060421"/>
                  </a:lnTo>
                  <a:lnTo>
                    <a:pt x="2199454" y="1060691"/>
                  </a:lnTo>
                  <a:lnTo>
                    <a:pt x="2197194" y="1061566"/>
                  </a:lnTo>
                  <a:lnTo>
                    <a:pt x="2191281" y="1063857"/>
                  </a:lnTo>
                  <a:lnTo>
                    <a:pt x="2187803" y="1065204"/>
                  </a:lnTo>
                  <a:lnTo>
                    <a:pt x="2183282" y="1066956"/>
                  </a:lnTo>
                  <a:lnTo>
                    <a:pt x="2179630" y="1068372"/>
                  </a:lnTo>
                  <a:lnTo>
                    <a:pt x="2176326" y="1069652"/>
                  </a:lnTo>
                  <a:lnTo>
                    <a:pt x="2176152" y="1069720"/>
                  </a:lnTo>
                  <a:lnTo>
                    <a:pt x="2174065" y="1070529"/>
                  </a:lnTo>
                  <a:lnTo>
                    <a:pt x="2167805" y="1072956"/>
                  </a:lnTo>
                  <a:lnTo>
                    <a:pt x="2159284" y="1076260"/>
                  </a:lnTo>
                  <a:lnTo>
                    <a:pt x="2157371" y="1077002"/>
                  </a:lnTo>
                  <a:lnTo>
                    <a:pt x="2156502" y="1077339"/>
                  </a:lnTo>
                  <a:lnTo>
                    <a:pt x="2152850" y="1078755"/>
                  </a:lnTo>
                  <a:lnTo>
                    <a:pt x="2150068" y="1079835"/>
                  </a:lnTo>
                  <a:lnTo>
                    <a:pt x="2149024" y="1080239"/>
                  </a:lnTo>
                  <a:lnTo>
                    <a:pt x="2144503" y="1081993"/>
                  </a:lnTo>
                  <a:lnTo>
                    <a:pt x="2141025" y="1083343"/>
                  </a:lnTo>
                  <a:lnTo>
                    <a:pt x="2135982" y="1085300"/>
                  </a:lnTo>
                  <a:lnTo>
                    <a:pt x="2132156" y="1086785"/>
                  </a:lnTo>
                  <a:lnTo>
                    <a:pt x="2121027" y="1091106"/>
                  </a:lnTo>
                  <a:lnTo>
                    <a:pt x="2118766" y="1091983"/>
                  </a:lnTo>
                  <a:lnTo>
                    <a:pt x="2114940" y="1093469"/>
                  </a:lnTo>
                  <a:lnTo>
                    <a:pt x="2113549" y="1094009"/>
                  </a:lnTo>
                  <a:lnTo>
                    <a:pt x="2112158" y="1094550"/>
                  </a:lnTo>
                  <a:lnTo>
                    <a:pt x="2111636" y="1094752"/>
                  </a:lnTo>
                  <a:lnTo>
                    <a:pt x="2109376" y="1095630"/>
                  </a:lnTo>
                  <a:lnTo>
                    <a:pt x="2105202" y="1097252"/>
                  </a:lnTo>
                  <a:lnTo>
                    <a:pt x="2103463" y="1097927"/>
                  </a:lnTo>
                  <a:lnTo>
                    <a:pt x="2101550" y="1098670"/>
                  </a:lnTo>
                  <a:lnTo>
                    <a:pt x="2098942" y="1099684"/>
                  </a:lnTo>
                  <a:lnTo>
                    <a:pt x="2098594" y="1099819"/>
                  </a:lnTo>
                  <a:lnTo>
                    <a:pt x="2098246" y="1099954"/>
                  </a:lnTo>
                  <a:lnTo>
                    <a:pt x="2096333" y="1100697"/>
                  </a:lnTo>
                  <a:lnTo>
                    <a:pt x="2091116" y="1102725"/>
                  </a:lnTo>
                  <a:lnTo>
                    <a:pt x="2090769" y="1102860"/>
                  </a:lnTo>
                  <a:lnTo>
                    <a:pt x="2089203" y="1103468"/>
                  </a:lnTo>
                  <a:lnTo>
                    <a:pt x="2089030" y="1103536"/>
                  </a:lnTo>
                  <a:lnTo>
                    <a:pt x="2087638" y="1104077"/>
                  </a:lnTo>
                  <a:lnTo>
                    <a:pt x="2087117" y="1104279"/>
                  </a:lnTo>
                  <a:lnTo>
                    <a:pt x="2086769" y="1104415"/>
                  </a:lnTo>
                  <a:lnTo>
                    <a:pt x="2085030" y="1105091"/>
                  </a:lnTo>
                  <a:lnTo>
                    <a:pt x="2083465" y="1105699"/>
                  </a:lnTo>
                  <a:lnTo>
                    <a:pt x="2082421" y="1106105"/>
                  </a:lnTo>
                  <a:lnTo>
                    <a:pt x="2080335" y="1106916"/>
                  </a:lnTo>
                  <a:lnTo>
                    <a:pt x="2079813" y="1107119"/>
                  </a:lnTo>
                  <a:lnTo>
                    <a:pt x="2079639" y="1107186"/>
                  </a:lnTo>
                  <a:lnTo>
                    <a:pt x="2075987" y="1108606"/>
                  </a:lnTo>
                  <a:lnTo>
                    <a:pt x="2070596" y="1110703"/>
                  </a:lnTo>
                  <a:lnTo>
                    <a:pt x="2070423" y="1110770"/>
                  </a:lnTo>
                  <a:lnTo>
                    <a:pt x="2068857" y="1111379"/>
                  </a:lnTo>
                  <a:lnTo>
                    <a:pt x="2068684" y="1111447"/>
                  </a:lnTo>
                  <a:lnTo>
                    <a:pt x="2066771" y="1112191"/>
                  </a:lnTo>
                  <a:lnTo>
                    <a:pt x="2064858" y="1112935"/>
                  </a:lnTo>
                  <a:lnTo>
                    <a:pt x="2061206" y="1114355"/>
                  </a:lnTo>
                  <a:lnTo>
                    <a:pt x="2059293" y="1115100"/>
                  </a:lnTo>
                  <a:lnTo>
                    <a:pt x="2058945" y="1115235"/>
                  </a:lnTo>
                  <a:lnTo>
                    <a:pt x="2057206" y="1115911"/>
                  </a:lnTo>
                  <a:lnTo>
                    <a:pt x="2053728" y="1117265"/>
                  </a:lnTo>
                  <a:lnTo>
                    <a:pt x="2053554" y="1117332"/>
                  </a:lnTo>
                  <a:lnTo>
                    <a:pt x="2050077" y="1118686"/>
                  </a:lnTo>
                  <a:lnTo>
                    <a:pt x="2049555" y="1118889"/>
                  </a:lnTo>
                  <a:lnTo>
                    <a:pt x="2046599" y="1120040"/>
                  </a:lnTo>
                  <a:lnTo>
                    <a:pt x="2044860" y="1120716"/>
                  </a:lnTo>
                  <a:lnTo>
                    <a:pt x="2042773" y="1121529"/>
                  </a:lnTo>
                  <a:lnTo>
                    <a:pt x="2042251" y="1121732"/>
                  </a:lnTo>
                  <a:lnTo>
                    <a:pt x="2040860" y="1122273"/>
                  </a:lnTo>
                  <a:lnTo>
                    <a:pt x="2036860" y="1123830"/>
                  </a:lnTo>
                  <a:lnTo>
                    <a:pt x="2035643" y="1124304"/>
                  </a:lnTo>
                  <a:lnTo>
                    <a:pt x="2035295" y="1124440"/>
                  </a:lnTo>
                  <a:lnTo>
                    <a:pt x="2034947" y="1124575"/>
                  </a:lnTo>
                  <a:lnTo>
                    <a:pt x="2030426" y="1126336"/>
                  </a:lnTo>
                  <a:lnTo>
                    <a:pt x="2026253" y="1127961"/>
                  </a:lnTo>
                  <a:lnTo>
                    <a:pt x="2025557" y="1128232"/>
                  </a:lnTo>
                  <a:lnTo>
                    <a:pt x="2023296" y="1129113"/>
                  </a:lnTo>
                  <a:lnTo>
                    <a:pt x="2017384" y="1131416"/>
                  </a:lnTo>
                  <a:lnTo>
                    <a:pt x="2013906" y="1132771"/>
                  </a:lnTo>
                  <a:lnTo>
                    <a:pt x="2009385" y="1134533"/>
                  </a:lnTo>
                  <a:lnTo>
                    <a:pt x="2005733" y="1135956"/>
                  </a:lnTo>
                  <a:lnTo>
                    <a:pt x="2002429" y="1137244"/>
                  </a:lnTo>
                  <a:lnTo>
                    <a:pt x="2002255" y="1137312"/>
                  </a:lnTo>
                  <a:lnTo>
                    <a:pt x="2000168" y="1138125"/>
                  </a:lnTo>
                  <a:lnTo>
                    <a:pt x="1993908" y="1140566"/>
                  </a:lnTo>
                  <a:lnTo>
                    <a:pt x="1985387" y="1143889"/>
                  </a:lnTo>
                  <a:lnTo>
                    <a:pt x="1983474" y="1144635"/>
                  </a:lnTo>
                  <a:lnTo>
                    <a:pt x="1982604" y="1144974"/>
                  </a:lnTo>
                  <a:lnTo>
                    <a:pt x="1978952" y="1146399"/>
                  </a:lnTo>
                  <a:lnTo>
                    <a:pt x="1976170" y="1147484"/>
                  </a:lnTo>
                  <a:lnTo>
                    <a:pt x="1975127" y="1147891"/>
                  </a:lnTo>
                  <a:lnTo>
                    <a:pt x="1970605" y="1149655"/>
                  </a:lnTo>
                  <a:lnTo>
                    <a:pt x="1967127" y="1151013"/>
                  </a:lnTo>
                  <a:lnTo>
                    <a:pt x="1966606" y="1151216"/>
                  </a:lnTo>
                  <a:lnTo>
                    <a:pt x="1962084" y="1152981"/>
                  </a:lnTo>
                  <a:lnTo>
                    <a:pt x="1958259" y="1154474"/>
                  </a:lnTo>
                  <a:lnTo>
                    <a:pt x="1947129" y="1158820"/>
                  </a:lnTo>
                  <a:lnTo>
                    <a:pt x="1944869" y="1159703"/>
                  </a:lnTo>
                  <a:lnTo>
                    <a:pt x="1941043" y="1161197"/>
                  </a:lnTo>
                  <a:lnTo>
                    <a:pt x="1939652" y="1161740"/>
                  </a:lnTo>
                  <a:lnTo>
                    <a:pt x="1938260" y="1162284"/>
                  </a:lnTo>
                  <a:lnTo>
                    <a:pt x="1937739" y="1162488"/>
                  </a:lnTo>
                  <a:lnTo>
                    <a:pt x="1935478" y="1163371"/>
                  </a:lnTo>
                  <a:lnTo>
                    <a:pt x="1931305" y="1165001"/>
                  </a:lnTo>
                  <a:lnTo>
                    <a:pt x="1929566" y="1165681"/>
                  </a:lnTo>
                  <a:lnTo>
                    <a:pt x="1927653" y="1166429"/>
                  </a:lnTo>
                  <a:lnTo>
                    <a:pt x="1925044" y="1167448"/>
                  </a:lnTo>
                  <a:lnTo>
                    <a:pt x="1924696" y="1167584"/>
                  </a:lnTo>
                  <a:lnTo>
                    <a:pt x="1924349" y="1167720"/>
                  </a:lnTo>
                  <a:lnTo>
                    <a:pt x="1922436" y="1168467"/>
                  </a:lnTo>
                  <a:lnTo>
                    <a:pt x="1917219" y="1170507"/>
                  </a:lnTo>
                  <a:lnTo>
                    <a:pt x="1916871" y="1170643"/>
                  </a:lnTo>
                  <a:lnTo>
                    <a:pt x="1915306" y="1171255"/>
                  </a:lnTo>
                  <a:lnTo>
                    <a:pt x="1915132" y="1171323"/>
                  </a:lnTo>
                  <a:lnTo>
                    <a:pt x="1913741" y="1171866"/>
                  </a:lnTo>
                  <a:lnTo>
                    <a:pt x="1913219" y="1172070"/>
                  </a:lnTo>
                  <a:lnTo>
                    <a:pt x="1912871" y="1172206"/>
                  </a:lnTo>
                  <a:lnTo>
                    <a:pt x="1911132" y="1172886"/>
                  </a:lnTo>
                  <a:lnTo>
                    <a:pt x="1909567" y="1173498"/>
                  </a:lnTo>
                  <a:lnTo>
                    <a:pt x="1908524" y="1173906"/>
                  </a:lnTo>
                  <a:lnTo>
                    <a:pt x="1906437" y="1174722"/>
                  </a:lnTo>
                  <a:lnTo>
                    <a:pt x="1905916" y="1174926"/>
                  </a:lnTo>
                  <a:lnTo>
                    <a:pt x="1905742" y="1174994"/>
                  </a:lnTo>
                  <a:lnTo>
                    <a:pt x="1902090" y="1176423"/>
                  </a:lnTo>
                  <a:lnTo>
                    <a:pt x="1896699" y="1178532"/>
                  </a:lnTo>
                  <a:lnTo>
                    <a:pt x="1896525" y="1178600"/>
                  </a:lnTo>
                  <a:lnTo>
                    <a:pt x="1894960" y="1179212"/>
                  </a:lnTo>
                  <a:lnTo>
                    <a:pt x="1894786" y="1179280"/>
                  </a:lnTo>
                  <a:lnTo>
                    <a:pt x="1892873" y="1180028"/>
                  </a:lnTo>
                  <a:lnTo>
                    <a:pt x="1890960" y="1180777"/>
                  </a:lnTo>
                  <a:lnTo>
                    <a:pt x="1887308" y="1182206"/>
                  </a:lnTo>
                  <a:lnTo>
                    <a:pt x="1885396" y="1182954"/>
                  </a:lnTo>
                  <a:lnTo>
                    <a:pt x="1885048" y="1183091"/>
                  </a:lnTo>
                  <a:lnTo>
                    <a:pt x="1883309" y="1183771"/>
                  </a:lnTo>
                  <a:lnTo>
                    <a:pt x="1879831" y="1185133"/>
                  </a:lnTo>
                  <a:lnTo>
                    <a:pt x="1879657" y="1185201"/>
                  </a:lnTo>
                  <a:lnTo>
                    <a:pt x="1876179" y="1186562"/>
                  </a:lnTo>
                  <a:lnTo>
                    <a:pt x="1875657" y="1186766"/>
                  </a:lnTo>
                  <a:lnTo>
                    <a:pt x="1872701" y="1187924"/>
                  </a:lnTo>
                  <a:lnTo>
                    <a:pt x="1870962" y="1188605"/>
                  </a:lnTo>
                  <a:lnTo>
                    <a:pt x="1868875" y="1189422"/>
                  </a:lnTo>
                  <a:lnTo>
                    <a:pt x="1868354" y="1189626"/>
                  </a:lnTo>
                  <a:lnTo>
                    <a:pt x="1866962" y="1190171"/>
                  </a:lnTo>
                  <a:lnTo>
                    <a:pt x="1862963" y="1191737"/>
                  </a:lnTo>
                  <a:lnTo>
                    <a:pt x="1861746" y="1192214"/>
                  </a:lnTo>
                  <a:lnTo>
                    <a:pt x="1861398" y="1192351"/>
                  </a:lnTo>
                  <a:lnTo>
                    <a:pt x="1861050" y="1192487"/>
                  </a:lnTo>
                  <a:lnTo>
                    <a:pt x="1858094" y="1193645"/>
                  </a:lnTo>
                  <a:lnTo>
                    <a:pt x="1852355" y="1195893"/>
                  </a:lnTo>
                  <a:lnTo>
                    <a:pt x="1851660" y="1196166"/>
                  </a:lnTo>
                  <a:lnTo>
                    <a:pt x="1849399" y="1197052"/>
                  </a:lnTo>
                  <a:lnTo>
                    <a:pt x="1843486" y="1199369"/>
                  </a:lnTo>
                  <a:lnTo>
                    <a:pt x="1840008" y="1200732"/>
                  </a:lnTo>
                  <a:lnTo>
                    <a:pt x="1835487" y="1202505"/>
                  </a:lnTo>
                  <a:lnTo>
                    <a:pt x="1831835" y="1203936"/>
                  </a:lnTo>
                  <a:lnTo>
                    <a:pt x="1828531" y="1205232"/>
                  </a:lnTo>
                  <a:lnTo>
                    <a:pt x="1828357" y="1205300"/>
                  </a:lnTo>
                  <a:lnTo>
                    <a:pt x="1826270" y="1206119"/>
                  </a:lnTo>
                  <a:lnTo>
                    <a:pt x="1820010" y="1208574"/>
                  </a:lnTo>
                  <a:lnTo>
                    <a:pt x="1811489" y="1211917"/>
                  </a:lnTo>
                  <a:lnTo>
                    <a:pt x="1809576" y="1212668"/>
                  </a:lnTo>
                  <a:lnTo>
                    <a:pt x="1808707" y="1213009"/>
                  </a:lnTo>
                  <a:lnTo>
                    <a:pt x="1805055" y="1214442"/>
                  </a:lnTo>
                  <a:lnTo>
                    <a:pt x="1802273" y="1215535"/>
                  </a:lnTo>
                  <a:lnTo>
                    <a:pt x="1801229" y="1215944"/>
                  </a:lnTo>
                  <a:lnTo>
                    <a:pt x="1796708" y="1217719"/>
                  </a:lnTo>
                  <a:lnTo>
                    <a:pt x="1793230" y="1219085"/>
                  </a:lnTo>
                  <a:lnTo>
                    <a:pt x="1792708" y="1219290"/>
                  </a:lnTo>
                  <a:lnTo>
                    <a:pt x="1788187" y="1221065"/>
                  </a:lnTo>
                  <a:lnTo>
                    <a:pt x="1784361" y="1222568"/>
                  </a:lnTo>
                  <a:lnTo>
                    <a:pt x="1773232" y="1226940"/>
                  </a:lnTo>
                  <a:lnTo>
                    <a:pt x="1770971" y="1227828"/>
                  </a:lnTo>
                  <a:lnTo>
                    <a:pt x="1767145" y="1229332"/>
                  </a:lnTo>
                  <a:lnTo>
                    <a:pt x="1765754" y="1229879"/>
                  </a:lnTo>
                  <a:lnTo>
                    <a:pt x="1764363" y="1230426"/>
                  </a:lnTo>
                  <a:lnTo>
                    <a:pt x="1763841" y="1230631"/>
                  </a:lnTo>
                  <a:lnTo>
                    <a:pt x="1761581" y="1231519"/>
                  </a:lnTo>
                  <a:lnTo>
                    <a:pt x="1757407" y="1233160"/>
                  </a:lnTo>
                  <a:lnTo>
                    <a:pt x="1755668" y="1233844"/>
                  </a:lnTo>
                  <a:lnTo>
                    <a:pt x="1753755" y="1234596"/>
                  </a:lnTo>
                  <a:lnTo>
                    <a:pt x="1751147" y="1235622"/>
                  </a:lnTo>
                  <a:lnTo>
                    <a:pt x="1750799" y="1235759"/>
                  </a:lnTo>
                  <a:lnTo>
                    <a:pt x="1750451" y="1235895"/>
                  </a:lnTo>
                  <a:lnTo>
                    <a:pt x="1748538" y="1236648"/>
                  </a:lnTo>
                  <a:lnTo>
                    <a:pt x="1743321" y="1238700"/>
                  </a:lnTo>
                  <a:lnTo>
                    <a:pt x="1742974" y="1238837"/>
                  </a:lnTo>
                  <a:lnTo>
                    <a:pt x="1741409" y="1239452"/>
                  </a:lnTo>
                  <a:lnTo>
                    <a:pt x="1741235" y="1239521"/>
                  </a:lnTo>
                  <a:lnTo>
                    <a:pt x="1739843" y="1240068"/>
                  </a:lnTo>
                  <a:lnTo>
                    <a:pt x="1739322" y="1240273"/>
                  </a:lnTo>
                  <a:lnTo>
                    <a:pt x="1738974" y="1240410"/>
                  </a:lnTo>
                  <a:lnTo>
                    <a:pt x="1737235" y="1241094"/>
                  </a:lnTo>
                  <a:lnTo>
                    <a:pt x="1735670" y="1241710"/>
                  </a:lnTo>
                  <a:lnTo>
                    <a:pt x="1734627" y="1242121"/>
                  </a:lnTo>
                  <a:lnTo>
                    <a:pt x="1732540" y="1242942"/>
                  </a:lnTo>
                  <a:lnTo>
                    <a:pt x="1732018" y="1243147"/>
                  </a:lnTo>
                  <a:lnTo>
                    <a:pt x="1731844" y="1243216"/>
                  </a:lnTo>
                  <a:lnTo>
                    <a:pt x="1728192" y="1244653"/>
                  </a:lnTo>
                  <a:lnTo>
                    <a:pt x="1722802" y="1246775"/>
                  </a:lnTo>
                  <a:lnTo>
                    <a:pt x="1722628" y="1246843"/>
                  </a:lnTo>
                  <a:lnTo>
                    <a:pt x="1721063" y="1247460"/>
                  </a:lnTo>
                  <a:lnTo>
                    <a:pt x="1720889" y="1247528"/>
                  </a:lnTo>
                  <a:lnTo>
                    <a:pt x="1718976" y="1248281"/>
                  </a:lnTo>
                  <a:lnTo>
                    <a:pt x="1717063" y="1249034"/>
                  </a:lnTo>
                  <a:lnTo>
                    <a:pt x="1713411" y="1250472"/>
                  </a:lnTo>
                  <a:lnTo>
                    <a:pt x="1711498" y="1251226"/>
                  </a:lnTo>
                  <a:lnTo>
                    <a:pt x="1711150" y="1251363"/>
                  </a:lnTo>
                  <a:lnTo>
                    <a:pt x="1709411" y="1252048"/>
                  </a:lnTo>
                  <a:lnTo>
                    <a:pt x="1705933" y="1253418"/>
                  </a:lnTo>
                  <a:lnTo>
                    <a:pt x="1705760" y="1253486"/>
                  </a:lnTo>
                  <a:lnTo>
                    <a:pt x="1702282" y="1254856"/>
                  </a:lnTo>
                  <a:lnTo>
                    <a:pt x="1701760" y="1255062"/>
                  </a:lnTo>
                  <a:lnTo>
                    <a:pt x="1698804" y="1256227"/>
                  </a:lnTo>
                  <a:lnTo>
                    <a:pt x="1697065" y="1256912"/>
                  </a:lnTo>
                  <a:lnTo>
                    <a:pt x="1694978" y="1257734"/>
                  </a:lnTo>
                  <a:lnTo>
                    <a:pt x="1694456" y="1257940"/>
                  </a:lnTo>
                  <a:lnTo>
                    <a:pt x="1693065" y="1258488"/>
                  </a:lnTo>
                  <a:lnTo>
                    <a:pt x="1689065" y="1260064"/>
                  </a:lnTo>
                  <a:lnTo>
                    <a:pt x="1687848" y="1260544"/>
                  </a:lnTo>
                  <a:lnTo>
                    <a:pt x="1687500" y="1260681"/>
                  </a:lnTo>
                  <a:lnTo>
                    <a:pt x="1687153" y="1260818"/>
                  </a:lnTo>
                  <a:lnTo>
                    <a:pt x="1684196" y="1261984"/>
                  </a:lnTo>
                  <a:lnTo>
                    <a:pt x="1682631" y="1262601"/>
                  </a:lnTo>
                  <a:lnTo>
                    <a:pt x="1678458" y="1264246"/>
                  </a:lnTo>
                  <a:lnTo>
                    <a:pt x="1677762" y="1264521"/>
                  </a:lnTo>
                  <a:lnTo>
                    <a:pt x="1675501" y="1265412"/>
                  </a:lnTo>
                  <a:lnTo>
                    <a:pt x="1669589" y="1267744"/>
                  </a:lnTo>
                  <a:lnTo>
                    <a:pt x="1666111" y="1269116"/>
                  </a:lnTo>
                  <a:lnTo>
                    <a:pt x="1661590" y="1270900"/>
                  </a:lnTo>
                  <a:lnTo>
                    <a:pt x="1657938" y="1272341"/>
                  </a:lnTo>
                  <a:lnTo>
                    <a:pt x="1654634" y="1273645"/>
                  </a:lnTo>
                  <a:lnTo>
                    <a:pt x="1654460" y="1273714"/>
                  </a:lnTo>
                  <a:lnTo>
                    <a:pt x="1652373" y="1274537"/>
                  </a:lnTo>
                  <a:lnTo>
                    <a:pt x="1646113" y="1277009"/>
                  </a:lnTo>
                  <a:lnTo>
                    <a:pt x="1637592" y="1280373"/>
                  </a:lnTo>
                  <a:lnTo>
                    <a:pt x="1635679" y="1281129"/>
                  </a:lnTo>
                  <a:lnTo>
                    <a:pt x="1634809" y="1281472"/>
                  </a:lnTo>
                  <a:lnTo>
                    <a:pt x="1631158" y="1282915"/>
                  </a:lnTo>
                  <a:lnTo>
                    <a:pt x="1628375" y="1284014"/>
                  </a:lnTo>
                  <a:lnTo>
                    <a:pt x="1627332" y="1284426"/>
                  </a:lnTo>
                  <a:lnTo>
                    <a:pt x="1622810" y="1286212"/>
                  </a:lnTo>
                  <a:lnTo>
                    <a:pt x="1619333" y="1287587"/>
                  </a:lnTo>
                  <a:lnTo>
                    <a:pt x="1618811" y="1287793"/>
                  </a:lnTo>
                  <a:lnTo>
                    <a:pt x="1614290" y="1289580"/>
                  </a:lnTo>
                  <a:lnTo>
                    <a:pt x="1610464" y="1291092"/>
                  </a:lnTo>
                  <a:lnTo>
                    <a:pt x="1599334" y="1295493"/>
                  </a:lnTo>
                  <a:lnTo>
                    <a:pt x="1597074" y="1296387"/>
                  </a:lnTo>
                  <a:lnTo>
                    <a:pt x="1593248" y="1297900"/>
                  </a:lnTo>
                  <a:lnTo>
                    <a:pt x="1591857" y="1298451"/>
                  </a:lnTo>
                  <a:lnTo>
                    <a:pt x="1590466" y="1299001"/>
                  </a:lnTo>
                  <a:lnTo>
                    <a:pt x="1589944" y="1299208"/>
                  </a:lnTo>
                  <a:lnTo>
                    <a:pt x="1587683" y="1300102"/>
                  </a:lnTo>
                  <a:lnTo>
                    <a:pt x="1583510" y="1301754"/>
                  </a:lnTo>
                  <a:lnTo>
                    <a:pt x="1581771" y="1302442"/>
                  </a:lnTo>
                  <a:lnTo>
                    <a:pt x="1579858" y="1303199"/>
                  </a:lnTo>
                  <a:lnTo>
                    <a:pt x="1577249" y="1304231"/>
                  </a:lnTo>
                  <a:lnTo>
                    <a:pt x="1576902" y="1304369"/>
                  </a:lnTo>
                  <a:lnTo>
                    <a:pt x="1576554" y="1304507"/>
                  </a:lnTo>
                  <a:lnTo>
                    <a:pt x="1574641" y="1305264"/>
                  </a:lnTo>
                  <a:lnTo>
                    <a:pt x="1569424" y="1307329"/>
                  </a:lnTo>
                  <a:lnTo>
                    <a:pt x="1569076" y="1307467"/>
                  </a:lnTo>
                  <a:lnTo>
                    <a:pt x="1567511" y="1308087"/>
                  </a:lnTo>
                  <a:lnTo>
                    <a:pt x="1567337" y="1308155"/>
                  </a:lnTo>
                  <a:lnTo>
                    <a:pt x="1565946" y="1308706"/>
                  </a:lnTo>
                  <a:lnTo>
                    <a:pt x="1565424" y="1308913"/>
                  </a:lnTo>
                  <a:lnTo>
                    <a:pt x="1565077" y="1309051"/>
                  </a:lnTo>
                  <a:lnTo>
                    <a:pt x="1563338" y="1309739"/>
                  </a:lnTo>
                  <a:lnTo>
                    <a:pt x="1561772" y="1310359"/>
                  </a:lnTo>
                  <a:lnTo>
                    <a:pt x="1560729" y="1310772"/>
                  </a:lnTo>
                  <a:lnTo>
                    <a:pt x="1558642" y="1311599"/>
                  </a:lnTo>
                  <a:lnTo>
                    <a:pt x="1558121" y="1311806"/>
                  </a:lnTo>
                  <a:lnTo>
                    <a:pt x="1557947" y="1311875"/>
                  </a:lnTo>
                  <a:lnTo>
                    <a:pt x="1554295" y="1313321"/>
                  </a:lnTo>
                  <a:lnTo>
                    <a:pt x="1548904" y="1315457"/>
                  </a:lnTo>
                  <a:lnTo>
                    <a:pt x="1548730" y="1315526"/>
                  </a:lnTo>
                  <a:lnTo>
                    <a:pt x="1547165" y="1316146"/>
                  </a:lnTo>
                  <a:lnTo>
                    <a:pt x="1546991" y="1316215"/>
                  </a:lnTo>
                  <a:lnTo>
                    <a:pt x="1545078" y="1316973"/>
                  </a:lnTo>
                  <a:lnTo>
                    <a:pt x="1543165" y="1317731"/>
                  </a:lnTo>
                  <a:lnTo>
                    <a:pt x="1539514" y="1319179"/>
                  </a:lnTo>
                  <a:lnTo>
                    <a:pt x="1537601" y="1319937"/>
                  </a:lnTo>
                  <a:lnTo>
                    <a:pt x="1537253" y="1320075"/>
                  </a:lnTo>
                  <a:lnTo>
                    <a:pt x="1535514" y="1320764"/>
                  </a:lnTo>
                  <a:lnTo>
                    <a:pt x="1532036" y="1322143"/>
                  </a:lnTo>
                  <a:lnTo>
                    <a:pt x="1531862" y="1322212"/>
                  </a:lnTo>
                  <a:lnTo>
                    <a:pt x="1528384" y="1323591"/>
                  </a:lnTo>
                  <a:lnTo>
                    <a:pt x="1527862" y="1323798"/>
                  </a:lnTo>
                  <a:lnTo>
                    <a:pt x="1524906" y="1324971"/>
                  </a:lnTo>
                  <a:lnTo>
                    <a:pt x="1523167" y="1325660"/>
                  </a:lnTo>
                  <a:lnTo>
                    <a:pt x="1521080" y="1326488"/>
                  </a:lnTo>
                  <a:lnTo>
                    <a:pt x="1520559" y="1326695"/>
                  </a:lnTo>
                  <a:lnTo>
                    <a:pt x="1519168" y="1327247"/>
                  </a:lnTo>
                  <a:lnTo>
                    <a:pt x="1515168" y="1328834"/>
                  </a:lnTo>
                  <a:lnTo>
                    <a:pt x="1513951" y="1329317"/>
                  </a:lnTo>
                  <a:lnTo>
                    <a:pt x="1513603" y="1329455"/>
                  </a:lnTo>
                  <a:lnTo>
                    <a:pt x="1513255" y="1329593"/>
                  </a:lnTo>
                  <a:lnTo>
                    <a:pt x="1510299" y="1330766"/>
                  </a:lnTo>
                  <a:lnTo>
                    <a:pt x="1508734" y="1331387"/>
                  </a:lnTo>
                  <a:lnTo>
                    <a:pt x="1504560" y="1333043"/>
                  </a:lnTo>
                  <a:lnTo>
                    <a:pt x="1503865" y="1333319"/>
                  </a:lnTo>
                  <a:lnTo>
                    <a:pt x="1501604" y="1334217"/>
                  </a:lnTo>
                  <a:lnTo>
                    <a:pt x="1495691" y="1336564"/>
                  </a:lnTo>
                  <a:lnTo>
                    <a:pt x="1492213" y="1337945"/>
                  </a:lnTo>
                  <a:lnTo>
                    <a:pt x="1487692" y="1339741"/>
                  </a:lnTo>
                  <a:lnTo>
                    <a:pt x="1484040" y="1341191"/>
                  </a:lnTo>
                  <a:lnTo>
                    <a:pt x="1480736" y="1342504"/>
                  </a:lnTo>
                  <a:lnTo>
                    <a:pt x="1480562" y="1342573"/>
                  </a:lnTo>
                  <a:lnTo>
                    <a:pt x="1478476" y="1343402"/>
                  </a:lnTo>
                  <a:lnTo>
                    <a:pt x="1472215" y="1345889"/>
                  </a:lnTo>
                  <a:lnTo>
                    <a:pt x="1463694" y="1349276"/>
                  </a:lnTo>
                  <a:lnTo>
                    <a:pt x="1461781" y="1350037"/>
                  </a:lnTo>
                  <a:lnTo>
                    <a:pt x="1460912" y="1350382"/>
                  </a:lnTo>
                  <a:lnTo>
                    <a:pt x="1457260" y="1351834"/>
                  </a:lnTo>
                  <a:lnTo>
                    <a:pt x="1454478" y="1352941"/>
                  </a:lnTo>
                  <a:lnTo>
                    <a:pt x="1453434" y="1353356"/>
                  </a:lnTo>
                  <a:lnTo>
                    <a:pt x="1448913" y="1355154"/>
                  </a:lnTo>
                  <a:lnTo>
                    <a:pt x="1445435" y="1356537"/>
                  </a:lnTo>
                  <a:lnTo>
                    <a:pt x="1444913" y="1356745"/>
                  </a:lnTo>
                  <a:lnTo>
                    <a:pt x="1440392" y="1358544"/>
                  </a:lnTo>
                  <a:lnTo>
                    <a:pt x="1436566" y="1360066"/>
                  </a:lnTo>
                  <a:lnTo>
                    <a:pt x="1425437" y="1364496"/>
                  </a:lnTo>
                  <a:lnTo>
                    <a:pt x="1423176" y="1365396"/>
                  </a:lnTo>
                  <a:lnTo>
                    <a:pt x="1419350" y="1366919"/>
                  </a:lnTo>
                  <a:lnTo>
                    <a:pt x="1417959" y="1367473"/>
                  </a:lnTo>
                  <a:lnTo>
                    <a:pt x="1416568" y="1368027"/>
                  </a:lnTo>
                  <a:lnTo>
                    <a:pt x="1416046" y="1368235"/>
                  </a:lnTo>
                  <a:lnTo>
                    <a:pt x="1413786" y="1369136"/>
                  </a:lnTo>
                  <a:lnTo>
                    <a:pt x="1409612" y="1370798"/>
                  </a:lnTo>
                  <a:lnTo>
                    <a:pt x="1407873" y="1371491"/>
                  </a:lnTo>
                  <a:lnTo>
                    <a:pt x="1405960" y="1372253"/>
                  </a:lnTo>
                  <a:lnTo>
                    <a:pt x="1403352" y="1373292"/>
                  </a:lnTo>
                  <a:lnTo>
                    <a:pt x="1403004" y="1373431"/>
                  </a:lnTo>
                  <a:lnTo>
                    <a:pt x="1402656" y="1373569"/>
                  </a:lnTo>
                  <a:lnTo>
                    <a:pt x="1400743" y="1374331"/>
                  </a:lnTo>
                  <a:lnTo>
                    <a:pt x="1395527" y="1376411"/>
                  </a:lnTo>
                  <a:lnTo>
                    <a:pt x="1395179" y="1376549"/>
                  </a:lnTo>
                  <a:lnTo>
                    <a:pt x="1393614" y="1377173"/>
                  </a:lnTo>
                  <a:lnTo>
                    <a:pt x="1393440" y="1377242"/>
                  </a:lnTo>
                  <a:lnTo>
                    <a:pt x="1392049" y="1377797"/>
                  </a:lnTo>
                  <a:lnTo>
                    <a:pt x="1391527" y="1378005"/>
                  </a:lnTo>
                  <a:lnTo>
                    <a:pt x="1391179" y="1378143"/>
                  </a:lnTo>
                  <a:lnTo>
                    <a:pt x="1389440" y="1378837"/>
                  </a:lnTo>
                  <a:lnTo>
                    <a:pt x="1387875" y="1379461"/>
                  </a:lnTo>
                  <a:lnTo>
                    <a:pt x="1386832" y="1379877"/>
                  </a:lnTo>
                  <a:lnTo>
                    <a:pt x="1384745" y="1380709"/>
                  </a:lnTo>
                  <a:lnTo>
                    <a:pt x="1384223" y="1380917"/>
                  </a:lnTo>
                  <a:lnTo>
                    <a:pt x="1384049" y="1380986"/>
                  </a:lnTo>
                  <a:lnTo>
                    <a:pt x="1380397" y="1382442"/>
                  </a:lnTo>
                  <a:lnTo>
                    <a:pt x="1375007" y="1384592"/>
                  </a:lnTo>
                  <a:lnTo>
                    <a:pt x="1374833" y="1384662"/>
                  </a:lnTo>
                  <a:lnTo>
                    <a:pt x="1373268" y="1385286"/>
                  </a:lnTo>
                  <a:lnTo>
                    <a:pt x="1373094" y="1385355"/>
                  </a:lnTo>
                  <a:lnTo>
                    <a:pt x="1371181" y="1386118"/>
                  </a:lnTo>
                  <a:lnTo>
                    <a:pt x="1369268" y="1386881"/>
                  </a:lnTo>
                  <a:lnTo>
                    <a:pt x="1365616" y="1388339"/>
                  </a:lnTo>
                  <a:lnTo>
                    <a:pt x="1363703" y="1389102"/>
                  </a:lnTo>
                  <a:lnTo>
                    <a:pt x="1363355" y="1389241"/>
                  </a:lnTo>
                  <a:lnTo>
                    <a:pt x="1361617" y="1389935"/>
                  </a:lnTo>
                  <a:lnTo>
                    <a:pt x="1358139" y="1391323"/>
                  </a:lnTo>
                  <a:lnTo>
                    <a:pt x="1357965" y="1391392"/>
                  </a:lnTo>
                  <a:lnTo>
                    <a:pt x="1354487" y="1392780"/>
                  </a:lnTo>
                  <a:lnTo>
                    <a:pt x="1353965" y="1392989"/>
                  </a:lnTo>
                  <a:lnTo>
                    <a:pt x="1351009" y="1394169"/>
                  </a:lnTo>
                  <a:lnTo>
                    <a:pt x="1349270" y="1394863"/>
                  </a:lnTo>
                  <a:lnTo>
                    <a:pt x="1347183" y="1395696"/>
                  </a:lnTo>
                  <a:lnTo>
                    <a:pt x="1346661" y="1395905"/>
                  </a:lnTo>
                  <a:lnTo>
                    <a:pt x="1345270" y="1396460"/>
                  </a:lnTo>
                  <a:lnTo>
                    <a:pt x="1341271" y="1398057"/>
                  </a:lnTo>
                  <a:lnTo>
                    <a:pt x="1340053" y="1398544"/>
                  </a:lnTo>
                  <a:lnTo>
                    <a:pt x="1339705" y="1398682"/>
                  </a:lnTo>
                  <a:lnTo>
                    <a:pt x="1339358" y="1398821"/>
                  </a:lnTo>
                  <a:lnTo>
                    <a:pt x="1336401" y="1400002"/>
                  </a:lnTo>
                  <a:lnTo>
                    <a:pt x="1334836" y="1400627"/>
                  </a:lnTo>
                  <a:lnTo>
                    <a:pt x="1330663" y="1402295"/>
                  </a:lnTo>
                  <a:lnTo>
                    <a:pt x="1329967" y="1402573"/>
                  </a:lnTo>
                  <a:lnTo>
                    <a:pt x="1327707" y="1403476"/>
                  </a:lnTo>
                  <a:lnTo>
                    <a:pt x="1321794" y="1405839"/>
                  </a:lnTo>
                  <a:lnTo>
                    <a:pt x="1318316" y="1407229"/>
                  </a:lnTo>
                  <a:lnTo>
                    <a:pt x="1313795" y="1409037"/>
                  </a:lnTo>
                  <a:lnTo>
                    <a:pt x="1310143" y="1410497"/>
                  </a:lnTo>
                  <a:lnTo>
                    <a:pt x="1306839" y="1411818"/>
                  </a:lnTo>
                  <a:lnTo>
                    <a:pt x="1306665" y="1411887"/>
                  </a:lnTo>
                  <a:lnTo>
                    <a:pt x="1304578" y="1412722"/>
                  </a:lnTo>
                  <a:lnTo>
                    <a:pt x="1298318" y="1415226"/>
                  </a:lnTo>
                  <a:lnTo>
                    <a:pt x="1289797" y="1418635"/>
                  </a:lnTo>
                  <a:lnTo>
                    <a:pt x="1287884" y="1419401"/>
                  </a:lnTo>
                  <a:lnTo>
                    <a:pt x="1287015" y="1419749"/>
                  </a:lnTo>
                  <a:lnTo>
                    <a:pt x="1283363" y="1421210"/>
                  </a:lnTo>
                  <a:lnTo>
                    <a:pt x="1280580" y="1422324"/>
                  </a:lnTo>
                  <a:lnTo>
                    <a:pt x="1279537" y="1422742"/>
                  </a:lnTo>
                  <a:lnTo>
                    <a:pt x="1275016" y="1424552"/>
                  </a:lnTo>
                  <a:lnTo>
                    <a:pt x="1271538" y="1425944"/>
                  </a:lnTo>
                  <a:lnTo>
                    <a:pt x="1271016" y="1426153"/>
                  </a:lnTo>
                  <a:lnTo>
                    <a:pt x="1266495" y="1427964"/>
                  </a:lnTo>
                  <a:lnTo>
                    <a:pt x="1262669" y="1429496"/>
                  </a:lnTo>
                  <a:lnTo>
                    <a:pt x="1251539" y="1433955"/>
                  </a:lnTo>
                  <a:lnTo>
                    <a:pt x="1249279" y="1434861"/>
                  </a:lnTo>
                  <a:lnTo>
                    <a:pt x="1245453" y="1436395"/>
                  </a:lnTo>
                  <a:lnTo>
                    <a:pt x="1244062" y="1436952"/>
                  </a:lnTo>
                  <a:lnTo>
                    <a:pt x="1242671" y="1437510"/>
                  </a:lnTo>
                  <a:lnTo>
                    <a:pt x="1242149" y="1437719"/>
                  </a:lnTo>
                  <a:lnTo>
                    <a:pt x="1239888" y="1438625"/>
                  </a:lnTo>
                  <a:lnTo>
                    <a:pt x="1233976" y="1440996"/>
                  </a:lnTo>
                  <a:lnTo>
                    <a:pt x="1232063" y="1441763"/>
                  </a:lnTo>
                  <a:lnTo>
                    <a:pt x="1229454" y="1442809"/>
                  </a:lnTo>
                  <a:lnTo>
                    <a:pt x="1229107" y="1442949"/>
                  </a:lnTo>
                  <a:lnTo>
                    <a:pt x="1228759" y="1443088"/>
                  </a:lnTo>
                  <a:lnTo>
                    <a:pt x="1226846" y="1443855"/>
                  </a:lnTo>
                  <a:lnTo>
                    <a:pt x="1221629" y="1445948"/>
                  </a:lnTo>
                  <a:lnTo>
                    <a:pt x="1221281" y="1446087"/>
                  </a:lnTo>
                  <a:lnTo>
                    <a:pt x="1219716" y="1446715"/>
                  </a:lnTo>
                  <a:lnTo>
                    <a:pt x="1219542" y="1446785"/>
                  </a:lnTo>
                  <a:lnTo>
                    <a:pt x="1218151" y="1447343"/>
                  </a:lnTo>
                  <a:lnTo>
                    <a:pt x="1217629" y="1447553"/>
                  </a:lnTo>
                  <a:lnTo>
                    <a:pt x="1217282" y="1447692"/>
                  </a:lnTo>
                  <a:lnTo>
                    <a:pt x="1215543" y="1448390"/>
                  </a:lnTo>
                  <a:lnTo>
                    <a:pt x="1213978" y="1449018"/>
                  </a:lnTo>
                  <a:lnTo>
                    <a:pt x="1212934" y="1449437"/>
                  </a:lnTo>
                  <a:lnTo>
                    <a:pt x="1210847" y="1450274"/>
                  </a:lnTo>
                  <a:lnTo>
                    <a:pt x="1210326" y="1450484"/>
                  </a:lnTo>
                  <a:lnTo>
                    <a:pt x="1210152" y="1450553"/>
                  </a:lnTo>
                  <a:lnTo>
                    <a:pt x="1206500" y="1452019"/>
                  </a:lnTo>
                  <a:lnTo>
                    <a:pt x="1201109" y="1454183"/>
                  </a:lnTo>
                  <a:lnTo>
                    <a:pt x="1200935" y="1454253"/>
                  </a:lnTo>
                  <a:lnTo>
                    <a:pt x="1199370" y="1454881"/>
                  </a:lnTo>
                  <a:lnTo>
                    <a:pt x="1199196" y="1454951"/>
                  </a:lnTo>
                  <a:lnTo>
                    <a:pt x="1197283" y="1455719"/>
                  </a:lnTo>
                  <a:lnTo>
                    <a:pt x="1195371" y="1456487"/>
                  </a:lnTo>
                  <a:lnTo>
                    <a:pt x="1191719" y="1457954"/>
                  </a:lnTo>
                  <a:lnTo>
                    <a:pt x="1189806" y="1458722"/>
                  </a:lnTo>
                  <a:lnTo>
                    <a:pt x="1189458" y="1458862"/>
                  </a:lnTo>
                  <a:lnTo>
                    <a:pt x="1187719" y="1459560"/>
                  </a:lnTo>
                  <a:lnTo>
                    <a:pt x="1184241" y="1460958"/>
                  </a:lnTo>
                  <a:lnTo>
                    <a:pt x="1184067" y="1461027"/>
                  </a:lnTo>
                  <a:lnTo>
                    <a:pt x="1180589" y="1462425"/>
                  </a:lnTo>
                  <a:lnTo>
                    <a:pt x="1180068" y="1462634"/>
                  </a:lnTo>
                  <a:lnTo>
                    <a:pt x="1177111" y="1463822"/>
                  </a:lnTo>
                  <a:lnTo>
                    <a:pt x="1173286" y="1465360"/>
                  </a:lnTo>
                  <a:lnTo>
                    <a:pt x="1172764" y="1465569"/>
                  </a:lnTo>
                  <a:lnTo>
                    <a:pt x="1171373" y="1466128"/>
                  </a:lnTo>
                  <a:lnTo>
                    <a:pt x="1167373" y="1467736"/>
                  </a:lnTo>
                  <a:lnTo>
                    <a:pt x="1166156" y="1468225"/>
                  </a:lnTo>
                  <a:lnTo>
                    <a:pt x="1165808" y="1468365"/>
                  </a:lnTo>
                  <a:lnTo>
                    <a:pt x="1165460" y="1468505"/>
                  </a:lnTo>
                  <a:lnTo>
                    <a:pt x="1162504" y="1469694"/>
                  </a:lnTo>
                  <a:lnTo>
                    <a:pt x="1160939" y="1470323"/>
                  </a:lnTo>
                  <a:lnTo>
                    <a:pt x="1156765" y="1472001"/>
                  </a:lnTo>
                  <a:lnTo>
                    <a:pt x="1156070" y="1472281"/>
                  </a:lnTo>
                  <a:lnTo>
                    <a:pt x="1153809" y="1473190"/>
                  </a:lnTo>
                  <a:lnTo>
                    <a:pt x="1147897" y="1475568"/>
                  </a:lnTo>
                  <a:lnTo>
                    <a:pt x="1144419" y="1476967"/>
                  </a:lnTo>
                  <a:lnTo>
                    <a:pt x="1139897" y="1478786"/>
                  </a:lnTo>
                  <a:lnTo>
                    <a:pt x="1136245" y="1480256"/>
                  </a:lnTo>
                  <a:lnTo>
                    <a:pt x="1132941" y="1481586"/>
                  </a:lnTo>
                  <a:lnTo>
                    <a:pt x="1132767" y="1481656"/>
                  </a:lnTo>
                  <a:lnTo>
                    <a:pt x="1130681" y="1482496"/>
                  </a:lnTo>
                  <a:lnTo>
                    <a:pt x="1124420" y="1485016"/>
                  </a:lnTo>
                  <a:lnTo>
                    <a:pt x="1115899" y="1488447"/>
                  </a:lnTo>
                  <a:lnTo>
                    <a:pt x="1113987" y="1489217"/>
                  </a:lnTo>
                  <a:lnTo>
                    <a:pt x="1113117" y="1489567"/>
                  </a:lnTo>
                  <a:lnTo>
                    <a:pt x="1109465" y="1491038"/>
                  </a:lnTo>
                  <a:lnTo>
                    <a:pt x="1106683" y="1492159"/>
                  </a:lnTo>
                  <a:lnTo>
                    <a:pt x="1105639" y="1492580"/>
                  </a:lnTo>
                  <a:lnTo>
                    <a:pt x="1101118" y="1494401"/>
                  </a:lnTo>
                  <a:lnTo>
                    <a:pt x="1097640" y="1495803"/>
                  </a:lnTo>
                  <a:lnTo>
                    <a:pt x="1097118" y="1496013"/>
                  </a:lnTo>
                  <a:lnTo>
                    <a:pt x="1092597" y="1497835"/>
                  </a:lnTo>
                  <a:lnTo>
                    <a:pt x="1088771" y="1499377"/>
                  </a:lnTo>
                  <a:lnTo>
                    <a:pt x="1077642" y="1503865"/>
                  </a:lnTo>
                  <a:lnTo>
                    <a:pt x="1075381" y="1504777"/>
                  </a:lnTo>
                  <a:lnTo>
                    <a:pt x="1071556" y="1506320"/>
                  </a:lnTo>
                  <a:lnTo>
                    <a:pt x="1068773" y="1507442"/>
                  </a:lnTo>
                  <a:lnTo>
                    <a:pt x="1068252" y="1507653"/>
                  </a:lnTo>
                  <a:lnTo>
                    <a:pt x="1065991" y="1508565"/>
                  </a:lnTo>
                  <a:lnTo>
                    <a:pt x="1061817" y="1510249"/>
                  </a:lnTo>
                  <a:lnTo>
                    <a:pt x="1060078" y="1510950"/>
                  </a:lnTo>
                  <a:lnTo>
                    <a:pt x="1058165" y="1511722"/>
                  </a:lnTo>
                  <a:lnTo>
                    <a:pt x="1055557" y="1512775"/>
                  </a:lnTo>
                  <a:lnTo>
                    <a:pt x="1055209" y="1512915"/>
                  </a:lnTo>
                  <a:lnTo>
                    <a:pt x="1054861" y="1513056"/>
                  </a:lnTo>
                  <a:lnTo>
                    <a:pt x="1052949" y="1513828"/>
                  </a:lnTo>
                  <a:lnTo>
                    <a:pt x="1047732" y="1515934"/>
                  </a:lnTo>
                  <a:lnTo>
                    <a:pt x="1047384" y="1516074"/>
                  </a:lnTo>
                  <a:lnTo>
                    <a:pt x="1045819" y="1516706"/>
                  </a:lnTo>
                  <a:lnTo>
                    <a:pt x="1045645" y="1516776"/>
                  </a:lnTo>
                  <a:lnTo>
                    <a:pt x="1044254" y="1517338"/>
                  </a:lnTo>
                  <a:lnTo>
                    <a:pt x="1043732" y="1517548"/>
                  </a:lnTo>
                  <a:lnTo>
                    <a:pt x="1043384" y="1517689"/>
                  </a:lnTo>
                  <a:lnTo>
                    <a:pt x="1041645" y="1518391"/>
                  </a:lnTo>
                  <a:lnTo>
                    <a:pt x="1040080" y="1519023"/>
                  </a:lnTo>
                  <a:lnTo>
                    <a:pt x="1039037" y="1519444"/>
                  </a:lnTo>
                  <a:lnTo>
                    <a:pt x="1036950" y="1520287"/>
                  </a:lnTo>
                  <a:lnTo>
                    <a:pt x="1036428" y="1520498"/>
                  </a:lnTo>
                  <a:lnTo>
                    <a:pt x="1036254" y="1520568"/>
                  </a:lnTo>
                  <a:lnTo>
                    <a:pt x="1032603" y="1522043"/>
                  </a:lnTo>
                  <a:lnTo>
                    <a:pt x="1027212" y="1524221"/>
                  </a:lnTo>
                  <a:lnTo>
                    <a:pt x="1027038" y="1524291"/>
                  </a:lnTo>
                  <a:lnTo>
                    <a:pt x="1025473" y="1524923"/>
                  </a:lnTo>
                  <a:lnTo>
                    <a:pt x="1025299" y="1524994"/>
                  </a:lnTo>
                  <a:lnTo>
                    <a:pt x="1023386" y="1525766"/>
                  </a:lnTo>
                  <a:lnTo>
                    <a:pt x="1021473" y="1526539"/>
                  </a:lnTo>
                  <a:lnTo>
                    <a:pt x="1017821" y="1528015"/>
                  </a:lnTo>
                  <a:lnTo>
                    <a:pt x="1015908" y="1528788"/>
                  </a:lnTo>
                  <a:lnTo>
                    <a:pt x="1015561" y="1528929"/>
                  </a:lnTo>
                  <a:lnTo>
                    <a:pt x="1013822" y="1529632"/>
                  </a:lnTo>
                  <a:lnTo>
                    <a:pt x="1010344" y="1531037"/>
                  </a:lnTo>
                  <a:lnTo>
                    <a:pt x="1010170" y="1531108"/>
                  </a:lnTo>
                  <a:lnTo>
                    <a:pt x="1006692" y="1532514"/>
                  </a:lnTo>
                  <a:lnTo>
                    <a:pt x="1006170" y="1532725"/>
                  </a:lnTo>
                  <a:lnTo>
                    <a:pt x="1003214" y="1533920"/>
                  </a:lnTo>
                  <a:lnTo>
                    <a:pt x="1001475" y="1534623"/>
                  </a:lnTo>
                  <a:lnTo>
                    <a:pt x="999388" y="1535467"/>
                  </a:lnTo>
                  <a:lnTo>
                    <a:pt x="998866" y="1535678"/>
                  </a:lnTo>
                  <a:lnTo>
                    <a:pt x="997475" y="1536241"/>
                  </a:lnTo>
                  <a:lnTo>
                    <a:pt x="993476" y="1537858"/>
                  </a:lnTo>
                  <a:lnTo>
                    <a:pt x="992258" y="1538351"/>
                  </a:lnTo>
                  <a:lnTo>
                    <a:pt x="991911" y="1538491"/>
                  </a:lnTo>
                  <a:lnTo>
                    <a:pt x="991563" y="1538632"/>
                  </a:lnTo>
                  <a:lnTo>
                    <a:pt x="988606" y="1539828"/>
                  </a:lnTo>
                  <a:lnTo>
                    <a:pt x="987041" y="1540461"/>
                  </a:lnTo>
                  <a:lnTo>
                    <a:pt x="982868" y="1542150"/>
                  </a:lnTo>
                  <a:lnTo>
                    <a:pt x="982172" y="1542431"/>
                  </a:lnTo>
                  <a:lnTo>
                    <a:pt x="979912" y="1543346"/>
                  </a:lnTo>
                  <a:lnTo>
                    <a:pt x="973999" y="1545739"/>
                  </a:lnTo>
                  <a:lnTo>
                    <a:pt x="970521" y="1547146"/>
                  </a:lnTo>
                  <a:lnTo>
                    <a:pt x="966000" y="1548977"/>
                  </a:lnTo>
                  <a:lnTo>
                    <a:pt x="962348" y="1550455"/>
                  </a:lnTo>
                  <a:lnTo>
                    <a:pt x="959044" y="1551793"/>
                  </a:lnTo>
                  <a:lnTo>
                    <a:pt x="958870" y="1551864"/>
                  </a:lnTo>
                  <a:lnTo>
                    <a:pt x="956783" y="1552709"/>
                  </a:lnTo>
                  <a:lnTo>
                    <a:pt x="950523" y="1555244"/>
                  </a:lnTo>
                  <a:lnTo>
                    <a:pt x="942002" y="1558696"/>
                  </a:lnTo>
                  <a:lnTo>
                    <a:pt x="940089" y="1559472"/>
                  </a:lnTo>
                  <a:lnTo>
                    <a:pt x="939220" y="1559824"/>
                  </a:lnTo>
                  <a:lnTo>
                    <a:pt x="935568" y="1561304"/>
                  </a:lnTo>
                  <a:lnTo>
                    <a:pt x="932785" y="1562431"/>
                  </a:lnTo>
                  <a:lnTo>
                    <a:pt x="931742" y="1562854"/>
                  </a:lnTo>
                  <a:lnTo>
                    <a:pt x="927221" y="1564687"/>
                  </a:lnTo>
                  <a:lnTo>
                    <a:pt x="923743" y="1566097"/>
                  </a:lnTo>
                  <a:lnTo>
                    <a:pt x="923221" y="1566309"/>
                  </a:lnTo>
                  <a:lnTo>
                    <a:pt x="918700" y="1568142"/>
                  </a:lnTo>
                  <a:lnTo>
                    <a:pt x="914874" y="1569693"/>
                  </a:lnTo>
                  <a:lnTo>
                    <a:pt x="903745" y="1574208"/>
                  </a:lnTo>
                  <a:lnTo>
                    <a:pt x="901484" y="1575125"/>
                  </a:lnTo>
                  <a:lnTo>
                    <a:pt x="897658" y="1576677"/>
                  </a:lnTo>
                  <a:lnTo>
                    <a:pt x="896267" y="1577242"/>
                  </a:lnTo>
                  <a:lnTo>
                    <a:pt x="894876" y="1577807"/>
                  </a:lnTo>
                  <a:lnTo>
                    <a:pt x="894354" y="1578018"/>
                  </a:lnTo>
                  <a:lnTo>
                    <a:pt x="892093" y="1578936"/>
                  </a:lnTo>
                  <a:lnTo>
                    <a:pt x="887920" y="1580630"/>
                  </a:lnTo>
                  <a:lnTo>
                    <a:pt x="886181" y="1581336"/>
                  </a:lnTo>
                  <a:lnTo>
                    <a:pt x="884268" y="1582112"/>
                  </a:lnTo>
                  <a:lnTo>
                    <a:pt x="881660" y="1583171"/>
                  </a:lnTo>
                  <a:lnTo>
                    <a:pt x="881312" y="1583312"/>
                  </a:lnTo>
                  <a:lnTo>
                    <a:pt x="880964" y="1583454"/>
                  </a:lnTo>
                  <a:lnTo>
                    <a:pt x="879051" y="1584230"/>
                  </a:lnTo>
                  <a:lnTo>
                    <a:pt x="873834" y="1586349"/>
                  </a:lnTo>
                  <a:lnTo>
                    <a:pt x="873486" y="1586490"/>
                  </a:lnTo>
                  <a:lnTo>
                    <a:pt x="871921" y="1587126"/>
                  </a:lnTo>
                  <a:lnTo>
                    <a:pt x="871747" y="1587196"/>
                  </a:lnTo>
                  <a:lnTo>
                    <a:pt x="870356" y="1587761"/>
                  </a:lnTo>
                  <a:lnTo>
                    <a:pt x="869835" y="1587973"/>
                  </a:lnTo>
                  <a:lnTo>
                    <a:pt x="869487" y="1588114"/>
                  </a:lnTo>
                  <a:lnTo>
                    <a:pt x="867748" y="1588821"/>
                  </a:lnTo>
                  <a:lnTo>
                    <a:pt x="866183" y="1589456"/>
                  </a:lnTo>
                  <a:lnTo>
                    <a:pt x="865139" y="1589880"/>
                  </a:lnTo>
                  <a:lnTo>
                    <a:pt x="863053" y="1590728"/>
                  </a:lnTo>
                  <a:lnTo>
                    <a:pt x="862531" y="1590940"/>
                  </a:lnTo>
                  <a:lnTo>
                    <a:pt x="862357" y="1591011"/>
                  </a:lnTo>
                  <a:lnTo>
                    <a:pt x="858705" y="1592494"/>
                  </a:lnTo>
                  <a:lnTo>
                    <a:pt x="853314" y="1594685"/>
                  </a:lnTo>
                  <a:lnTo>
                    <a:pt x="853140" y="1594755"/>
                  </a:lnTo>
                  <a:lnTo>
                    <a:pt x="851575" y="1595392"/>
                  </a:lnTo>
                  <a:lnTo>
                    <a:pt x="851401" y="1595462"/>
                  </a:lnTo>
                  <a:lnTo>
                    <a:pt x="849489" y="1596240"/>
                  </a:lnTo>
                  <a:lnTo>
                    <a:pt x="847576" y="1597017"/>
                  </a:lnTo>
                  <a:lnTo>
                    <a:pt x="843924" y="1598502"/>
                  </a:lnTo>
                  <a:lnTo>
                    <a:pt x="842011" y="1599279"/>
                  </a:lnTo>
                  <a:lnTo>
                    <a:pt x="841663" y="1599421"/>
                  </a:lnTo>
                  <a:lnTo>
                    <a:pt x="839924" y="1600127"/>
                  </a:lnTo>
                  <a:lnTo>
                    <a:pt x="836446" y="1601542"/>
                  </a:lnTo>
                  <a:lnTo>
                    <a:pt x="836272" y="1601612"/>
                  </a:lnTo>
                  <a:lnTo>
                    <a:pt x="832794" y="1603026"/>
                  </a:lnTo>
                  <a:lnTo>
                    <a:pt x="832273" y="1603239"/>
                  </a:lnTo>
                  <a:lnTo>
                    <a:pt x="829316" y="1604441"/>
                  </a:lnTo>
                  <a:lnTo>
                    <a:pt x="827577" y="1605148"/>
                  </a:lnTo>
                  <a:lnTo>
                    <a:pt x="825491" y="1605997"/>
                  </a:lnTo>
                  <a:lnTo>
                    <a:pt x="824969" y="1606209"/>
                  </a:lnTo>
                  <a:lnTo>
                    <a:pt x="823578" y="1606775"/>
                  </a:lnTo>
                  <a:lnTo>
                    <a:pt x="819578" y="1608402"/>
                  </a:lnTo>
                  <a:lnTo>
                    <a:pt x="818361" y="1608897"/>
                  </a:lnTo>
                  <a:lnTo>
                    <a:pt x="818013" y="1609039"/>
                  </a:lnTo>
                  <a:lnTo>
                    <a:pt x="817665" y="1609180"/>
                  </a:lnTo>
                  <a:lnTo>
                    <a:pt x="814709" y="1610383"/>
                  </a:lnTo>
                  <a:lnTo>
                    <a:pt x="813144" y="1611020"/>
                  </a:lnTo>
                  <a:lnTo>
                    <a:pt x="808970" y="1612718"/>
                  </a:lnTo>
                  <a:lnTo>
                    <a:pt x="808275" y="1613001"/>
                  </a:lnTo>
                  <a:lnTo>
                    <a:pt x="806014" y="1613921"/>
                  </a:lnTo>
                  <a:lnTo>
                    <a:pt x="800102" y="1616328"/>
                  </a:lnTo>
                  <a:lnTo>
                    <a:pt x="796624" y="1617744"/>
                  </a:lnTo>
                  <a:lnTo>
                    <a:pt x="792102" y="1619585"/>
                  </a:lnTo>
                  <a:lnTo>
                    <a:pt x="788451" y="1621072"/>
                  </a:lnTo>
                  <a:lnTo>
                    <a:pt x="785146" y="1622417"/>
                  </a:lnTo>
                  <a:lnTo>
                    <a:pt x="784973" y="1622488"/>
                  </a:lnTo>
                  <a:lnTo>
                    <a:pt x="782886" y="1623338"/>
                  </a:lnTo>
                  <a:lnTo>
                    <a:pt x="776625" y="1625888"/>
                  </a:lnTo>
                  <a:lnTo>
                    <a:pt x="768105" y="1629360"/>
                  </a:lnTo>
                  <a:lnTo>
                    <a:pt x="766192" y="1630139"/>
                  </a:lnTo>
                  <a:lnTo>
                    <a:pt x="765322" y="1630493"/>
                  </a:lnTo>
                  <a:lnTo>
                    <a:pt x="761670" y="1631982"/>
                  </a:lnTo>
                  <a:lnTo>
                    <a:pt x="758888" y="1633116"/>
                  </a:lnTo>
                  <a:lnTo>
                    <a:pt x="757845" y="1633541"/>
                  </a:lnTo>
                  <a:lnTo>
                    <a:pt x="753323" y="1635384"/>
                  </a:lnTo>
                  <a:lnTo>
                    <a:pt x="749845" y="1636802"/>
                  </a:lnTo>
                  <a:lnTo>
                    <a:pt x="749324" y="1637015"/>
                  </a:lnTo>
                  <a:lnTo>
                    <a:pt x="744802" y="1638858"/>
                  </a:lnTo>
                  <a:lnTo>
                    <a:pt x="740977" y="1640418"/>
                  </a:lnTo>
                  <a:lnTo>
                    <a:pt x="729847" y="1644958"/>
                  </a:lnTo>
                  <a:lnTo>
                    <a:pt x="727586" y="1645880"/>
                  </a:lnTo>
                  <a:lnTo>
                    <a:pt x="723761" y="1647441"/>
                  </a:lnTo>
                  <a:lnTo>
                    <a:pt x="722369" y="1648009"/>
                  </a:lnTo>
                  <a:lnTo>
                    <a:pt x="720978" y="1648576"/>
                  </a:lnTo>
                  <a:lnTo>
                    <a:pt x="720457" y="1648789"/>
                  </a:lnTo>
                  <a:lnTo>
                    <a:pt x="718196" y="1649712"/>
                  </a:lnTo>
                  <a:lnTo>
                    <a:pt x="714022" y="1651415"/>
                  </a:lnTo>
                  <a:lnTo>
                    <a:pt x="712283" y="1652125"/>
                  </a:lnTo>
                  <a:lnTo>
                    <a:pt x="707762" y="1653971"/>
                  </a:lnTo>
                  <a:lnTo>
                    <a:pt x="707414" y="1654113"/>
                  </a:lnTo>
                  <a:lnTo>
                    <a:pt x="707067" y="1654255"/>
                  </a:lnTo>
                  <a:lnTo>
                    <a:pt x="705154" y="1655036"/>
                  </a:lnTo>
                  <a:lnTo>
                    <a:pt x="699937" y="1657166"/>
                  </a:lnTo>
                  <a:lnTo>
                    <a:pt x="699589" y="1657308"/>
                  </a:lnTo>
                  <a:lnTo>
                    <a:pt x="698024" y="1657947"/>
                  </a:lnTo>
                  <a:lnTo>
                    <a:pt x="697850" y="1658018"/>
                  </a:lnTo>
                  <a:lnTo>
                    <a:pt x="696459" y="1658586"/>
                  </a:lnTo>
                  <a:lnTo>
                    <a:pt x="695937" y="1658799"/>
                  </a:lnTo>
                  <a:lnTo>
                    <a:pt x="695589" y="1658941"/>
                  </a:lnTo>
                  <a:lnTo>
                    <a:pt x="693850" y="1659651"/>
                  </a:lnTo>
                  <a:lnTo>
                    <a:pt x="692285" y="1660290"/>
                  </a:lnTo>
                  <a:lnTo>
                    <a:pt x="691242" y="1660716"/>
                  </a:lnTo>
                  <a:lnTo>
                    <a:pt x="689155" y="1661569"/>
                  </a:lnTo>
                  <a:lnTo>
                    <a:pt x="688633" y="1661782"/>
                  </a:lnTo>
                  <a:lnTo>
                    <a:pt x="688459" y="1661853"/>
                  </a:lnTo>
                  <a:lnTo>
                    <a:pt x="684808" y="1663345"/>
                  </a:lnTo>
                  <a:lnTo>
                    <a:pt x="679417" y="1665547"/>
                  </a:lnTo>
                  <a:lnTo>
                    <a:pt x="679243" y="1665618"/>
                  </a:lnTo>
                  <a:lnTo>
                    <a:pt x="677678" y="1666258"/>
                  </a:lnTo>
                  <a:lnTo>
                    <a:pt x="677504" y="1666329"/>
                  </a:lnTo>
                  <a:lnTo>
                    <a:pt x="675591" y="1667110"/>
                  </a:lnTo>
                  <a:lnTo>
                    <a:pt x="673678" y="1667892"/>
                  </a:lnTo>
                  <a:lnTo>
                    <a:pt x="670026" y="1669384"/>
                  </a:lnTo>
                  <a:lnTo>
                    <a:pt x="668113" y="1670166"/>
                  </a:lnTo>
                  <a:lnTo>
                    <a:pt x="667766" y="1670308"/>
                  </a:lnTo>
                  <a:lnTo>
                    <a:pt x="666027" y="1671019"/>
                  </a:lnTo>
                  <a:lnTo>
                    <a:pt x="662549" y="1672441"/>
                  </a:lnTo>
                  <a:lnTo>
                    <a:pt x="662375" y="1672512"/>
                  </a:lnTo>
                  <a:lnTo>
                    <a:pt x="658897" y="1673933"/>
                  </a:lnTo>
                  <a:lnTo>
                    <a:pt x="658375" y="1674147"/>
                  </a:lnTo>
                  <a:lnTo>
                    <a:pt x="655419" y="1675355"/>
                  </a:lnTo>
                  <a:lnTo>
                    <a:pt x="653680" y="1676066"/>
                  </a:lnTo>
                  <a:lnTo>
                    <a:pt x="651593" y="1676920"/>
                  </a:lnTo>
                  <a:lnTo>
                    <a:pt x="651072" y="1677133"/>
                  </a:lnTo>
                  <a:lnTo>
                    <a:pt x="649680" y="1677702"/>
                  </a:lnTo>
                  <a:lnTo>
                    <a:pt x="645681" y="1679338"/>
                  </a:lnTo>
                  <a:lnTo>
                    <a:pt x="644463" y="1679835"/>
                  </a:lnTo>
                  <a:lnTo>
                    <a:pt x="644116" y="1679978"/>
                  </a:lnTo>
                  <a:lnTo>
                    <a:pt x="643768" y="1680120"/>
                  </a:lnTo>
                  <a:lnTo>
                    <a:pt x="640812" y="1681329"/>
                  </a:lnTo>
                  <a:lnTo>
                    <a:pt x="639247" y="1681969"/>
                  </a:lnTo>
                  <a:lnTo>
                    <a:pt x="635073" y="1683677"/>
                  </a:lnTo>
                  <a:lnTo>
                    <a:pt x="634377" y="1683961"/>
                  </a:lnTo>
                  <a:lnTo>
                    <a:pt x="632117" y="1684886"/>
                  </a:lnTo>
                  <a:lnTo>
                    <a:pt x="626204" y="1687305"/>
                  </a:lnTo>
                  <a:lnTo>
                    <a:pt x="622726" y="1688729"/>
                  </a:lnTo>
                  <a:lnTo>
                    <a:pt x="618205" y="1690579"/>
                  </a:lnTo>
                  <a:lnTo>
                    <a:pt x="614553" y="1692074"/>
                  </a:lnTo>
                  <a:lnTo>
                    <a:pt x="611249" y="1693426"/>
                  </a:lnTo>
                  <a:lnTo>
                    <a:pt x="611075" y="1693498"/>
                  </a:lnTo>
                  <a:lnTo>
                    <a:pt x="608988" y="1694352"/>
                  </a:lnTo>
                  <a:lnTo>
                    <a:pt x="602728" y="1696915"/>
                  </a:lnTo>
                  <a:lnTo>
                    <a:pt x="594207" y="1700405"/>
                  </a:lnTo>
                  <a:lnTo>
                    <a:pt x="592294" y="1701188"/>
                  </a:lnTo>
                  <a:lnTo>
                    <a:pt x="591425" y="1701544"/>
                  </a:lnTo>
                  <a:lnTo>
                    <a:pt x="587773" y="1703040"/>
                  </a:lnTo>
                  <a:lnTo>
                    <a:pt x="584991" y="1704180"/>
                  </a:lnTo>
                  <a:lnTo>
                    <a:pt x="583947" y="1704608"/>
                  </a:lnTo>
                  <a:lnTo>
                    <a:pt x="579426" y="1706460"/>
                  </a:lnTo>
                  <a:lnTo>
                    <a:pt x="575426" y="1708099"/>
                  </a:lnTo>
                  <a:lnTo>
                    <a:pt x="570905" y="1709952"/>
                  </a:lnTo>
                  <a:lnTo>
                    <a:pt x="567079" y="1711520"/>
                  </a:lnTo>
                  <a:lnTo>
                    <a:pt x="555950" y="1716082"/>
                  </a:lnTo>
                  <a:lnTo>
                    <a:pt x="553689" y="1717009"/>
                  </a:lnTo>
                  <a:lnTo>
                    <a:pt x="549863" y="1718578"/>
                  </a:lnTo>
                  <a:lnTo>
                    <a:pt x="548472" y="1719149"/>
                  </a:lnTo>
                  <a:lnTo>
                    <a:pt x="547081" y="1719719"/>
                  </a:lnTo>
                  <a:lnTo>
                    <a:pt x="546559" y="1719933"/>
                  </a:lnTo>
                  <a:lnTo>
                    <a:pt x="544299" y="1720860"/>
                  </a:lnTo>
                  <a:lnTo>
                    <a:pt x="540125" y="1722572"/>
                  </a:lnTo>
                  <a:lnTo>
                    <a:pt x="538386" y="1723285"/>
                  </a:lnTo>
                  <a:lnTo>
                    <a:pt x="536473" y="1724070"/>
                  </a:lnTo>
                  <a:lnTo>
                    <a:pt x="533865" y="1725140"/>
                  </a:lnTo>
                  <a:lnTo>
                    <a:pt x="533517" y="1725283"/>
                  </a:lnTo>
                  <a:lnTo>
                    <a:pt x="533169" y="1725426"/>
                  </a:lnTo>
                  <a:lnTo>
                    <a:pt x="531256" y="1726210"/>
                  </a:lnTo>
                  <a:lnTo>
                    <a:pt x="526039" y="1728351"/>
                  </a:lnTo>
                  <a:lnTo>
                    <a:pt x="525691" y="1728494"/>
                  </a:lnTo>
                  <a:lnTo>
                    <a:pt x="524126" y="1729136"/>
                  </a:lnTo>
                  <a:lnTo>
                    <a:pt x="523953" y="1729207"/>
                  </a:lnTo>
                  <a:lnTo>
                    <a:pt x="522561" y="1729778"/>
                  </a:lnTo>
                  <a:lnTo>
                    <a:pt x="522040" y="1729992"/>
                  </a:lnTo>
                  <a:lnTo>
                    <a:pt x="521692" y="1730135"/>
                  </a:lnTo>
                  <a:lnTo>
                    <a:pt x="519953" y="1730849"/>
                  </a:lnTo>
                  <a:lnTo>
                    <a:pt x="518388" y="1731491"/>
                  </a:lnTo>
                  <a:lnTo>
                    <a:pt x="517344" y="1731919"/>
                  </a:lnTo>
                  <a:lnTo>
                    <a:pt x="515258" y="1732776"/>
                  </a:lnTo>
                  <a:lnTo>
                    <a:pt x="514736" y="1732990"/>
                  </a:lnTo>
                  <a:lnTo>
                    <a:pt x="514562" y="1733061"/>
                  </a:lnTo>
                  <a:lnTo>
                    <a:pt x="510910" y="1734560"/>
                  </a:lnTo>
                  <a:lnTo>
                    <a:pt x="505519" y="1736773"/>
                  </a:lnTo>
                  <a:lnTo>
                    <a:pt x="505345" y="1736845"/>
                  </a:lnTo>
                  <a:lnTo>
                    <a:pt x="503780" y="1737487"/>
                  </a:lnTo>
                  <a:lnTo>
                    <a:pt x="501694" y="1738344"/>
                  </a:lnTo>
                  <a:lnTo>
                    <a:pt x="499781" y="1739130"/>
                  </a:lnTo>
                  <a:lnTo>
                    <a:pt x="496129" y="1740629"/>
                  </a:lnTo>
                  <a:lnTo>
                    <a:pt x="494216" y="1741415"/>
                  </a:lnTo>
                  <a:lnTo>
                    <a:pt x="493868" y="1741558"/>
                  </a:lnTo>
                  <a:lnTo>
                    <a:pt x="492129" y="1742272"/>
                  </a:lnTo>
                  <a:lnTo>
                    <a:pt x="488651" y="1743700"/>
                  </a:lnTo>
                  <a:lnTo>
                    <a:pt x="488477" y="1743772"/>
                  </a:lnTo>
                  <a:lnTo>
                    <a:pt x="484999" y="1745200"/>
                  </a:lnTo>
                  <a:lnTo>
                    <a:pt x="484478" y="1745415"/>
                  </a:lnTo>
                  <a:lnTo>
                    <a:pt x="481522" y="1746629"/>
                  </a:lnTo>
                  <a:lnTo>
                    <a:pt x="479783" y="1747344"/>
                  </a:lnTo>
                  <a:lnTo>
                    <a:pt x="477696" y="1748201"/>
                  </a:lnTo>
                  <a:lnTo>
                    <a:pt x="477174" y="1748415"/>
                  </a:lnTo>
                  <a:lnTo>
                    <a:pt x="471783" y="1750630"/>
                  </a:lnTo>
                  <a:lnTo>
                    <a:pt x="470566" y="1751131"/>
                  </a:lnTo>
                  <a:lnTo>
                    <a:pt x="470218" y="1751274"/>
                  </a:lnTo>
                  <a:lnTo>
                    <a:pt x="469870" y="1751416"/>
                  </a:lnTo>
                  <a:lnTo>
                    <a:pt x="466914" y="1752631"/>
                  </a:lnTo>
                  <a:lnTo>
                    <a:pt x="465349" y="1753275"/>
                  </a:lnTo>
                  <a:lnTo>
                    <a:pt x="461176" y="1754990"/>
                  </a:lnTo>
                  <a:lnTo>
                    <a:pt x="458219" y="1756205"/>
                  </a:lnTo>
                  <a:lnTo>
                    <a:pt x="452307" y="1758636"/>
                  </a:lnTo>
                  <a:lnTo>
                    <a:pt x="444307" y="1761925"/>
                  </a:lnTo>
                  <a:lnTo>
                    <a:pt x="440656" y="1763427"/>
                  </a:lnTo>
                  <a:lnTo>
                    <a:pt x="437352" y="1764786"/>
                  </a:lnTo>
                  <a:lnTo>
                    <a:pt x="437178" y="1764857"/>
                  </a:lnTo>
                  <a:lnTo>
                    <a:pt x="435091" y="1765715"/>
                  </a:lnTo>
                  <a:lnTo>
                    <a:pt x="428831" y="1768290"/>
                  </a:lnTo>
                  <a:lnTo>
                    <a:pt x="420310" y="1771796"/>
                  </a:lnTo>
                  <a:lnTo>
                    <a:pt x="418397" y="1772583"/>
                  </a:lnTo>
                  <a:lnTo>
                    <a:pt x="417527" y="1772941"/>
                  </a:lnTo>
                  <a:lnTo>
                    <a:pt x="413875" y="1774444"/>
                  </a:lnTo>
                  <a:lnTo>
                    <a:pt x="411093" y="1775589"/>
                  </a:lnTo>
                  <a:lnTo>
                    <a:pt x="410050" y="1776018"/>
                  </a:lnTo>
                  <a:lnTo>
                    <a:pt x="405528" y="1777879"/>
                  </a:lnTo>
                  <a:lnTo>
                    <a:pt x="402050" y="1779311"/>
                  </a:lnTo>
                  <a:lnTo>
                    <a:pt x="401529" y="1779526"/>
                  </a:lnTo>
                  <a:lnTo>
                    <a:pt x="397007" y="1781387"/>
                  </a:lnTo>
                  <a:lnTo>
                    <a:pt x="393182" y="1782962"/>
                  </a:lnTo>
                  <a:lnTo>
                    <a:pt x="382052" y="1787545"/>
                  </a:lnTo>
                  <a:lnTo>
                    <a:pt x="379792" y="1788476"/>
                  </a:lnTo>
                  <a:lnTo>
                    <a:pt x="374575" y="1790625"/>
                  </a:lnTo>
                  <a:lnTo>
                    <a:pt x="373183" y="1791198"/>
                  </a:lnTo>
                  <a:lnTo>
                    <a:pt x="372662" y="1791413"/>
                  </a:lnTo>
                  <a:lnTo>
                    <a:pt x="370401" y="1792344"/>
                  </a:lnTo>
                  <a:lnTo>
                    <a:pt x="366228" y="1794064"/>
                  </a:lnTo>
                  <a:lnTo>
                    <a:pt x="364489" y="1794780"/>
                  </a:lnTo>
                  <a:lnTo>
                    <a:pt x="362576" y="1795568"/>
                  </a:lnTo>
                  <a:lnTo>
                    <a:pt x="359619" y="1796787"/>
                  </a:lnTo>
                  <a:lnTo>
                    <a:pt x="352142" y="1799868"/>
                  </a:lnTo>
                  <a:lnTo>
                    <a:pt x="351794" y="1800011"/>
                  </a:lnTo>
                  <a:lnTo>
                    <a:pt x="350229" y="1800656"/>
                  </a:lnTo>
                  <a:lnTo>
                    <a:pt x="350055" y="1800728"/>
                  </a:lnTo>
                  <a:lnTo>
                    <a:pt x="348664" y="1801302"/>
                  </a:lnTo>
                  <a:lnTo>
                    <a:pt x="348142" y="1801517"/>
                  </a:lnTo>
                  <a:lnTo>
                    <a:pt x="347794" y="1801660"/>
                  </a:lnTo>
                  <a:lnTo>
                    <a:pt x="346055" y="1802377"/>
                  </a:lnTo>
                  <a:lnTo>
                    <a:pt x="344490" y="1803022"/>
                  </a:lnTo>
                  <a:lnTo>
                    <a:pt x="341360" y="1804312"/>
                  </a:lnTo>
                  <a:lnTo>
                    <a:pt x="340838" y="1804527"/>
                  </a:lnTo>
                  <a:lnTo>
                    <a:pt x="340665" y="1804599"/>
                  </a:lnTo>
                  <a:lnTo>
                    <a:pt x="337013" y="1806105"/>
                  </a:lnTo>
                  <a:lnTo>
                    <a:pt x="331622" y="1808327"/>
                  </a:lnTo>
                  <a:lnTo>
                    <a:pt x="331448" y="1808399"/>
                  </a:lnTo>
                  <a:lnTo>
                    <a:pt x="329709" y="1809116"/>
                  </a:lnTo>
                  <a:lnTo>
                    <a:pt x="325883" y="1810694"/>
                  </a:lnTo>
                  <a:lnTo>
                    <a:pt x="322231" y="1812200"/>
                  </a:lnTo>
                  <a:lnTo>
                    <a:pt x="320319" y="1812989"/>
                  </a:lnTo>
                  <a:lnTo>
                    <a:pt x="318232" y="1813849"/>
                  </a:lnTo>
                  <a:lnTo>
                    <a:pt x="314754" y="1815284"/>
                  </a:lnTo>
                  <a:lnTo>
                    <a:pt x="311102" y="1816791"/>
                  </a:lnTo>
                  <a:lnTo>
                    <a:pt x="310580" y="1817006"/>
                  </a:lnTo>
                  <a:lnTo>
                    <a:pt x="305885" y="1818943"/>
                  </a:lnTo>
                  <a:lnTo>
                    <a:pt x="303798" y="1819804"/>
                  </a:lnTo>
                  <a:lnTo>
                    <a:pt x="296669" y="1822746"/>
                  </a:lnTo>
                  <a:lnTo>
                    <a:pt x="296321" y="1822889"/>
                  </a:lnTo>
                  <a:lnTo>
                    <a:pt x="295973" y="1823033"/>
                  </a:lnTo>
                  <a:lnTo>
                    <a:pt x="293017" y="1824253"/>
                  </a:lnTo>
                  <a:lnTo>
                    <a:pt x="291452" y="1824899"/>
                  </a:lnTo>
                  <a:lnTo>
                    <a:pt x="287278" y="1826622"/>
                  </a:lnTo>
                  <a:lnTo>
                    <a:pt x="286582" y="1826909"/>
                  </a:lnTo>
                  <a:lnTo>
                    <a:pt x="278409" y="1830283"/>
                  </a:lnTo>
                  <a:lnTo>
                    <a:pt x="274931" y="1831719"/>
                  </a:lnTo>
                  <a:lnTo>
                    <a:pt x="270410" y="1833585"/>
                  </a:lnTo>
                  <a:lnTo>
                    <a:pt x="266758" y="1835093"/>
                  </a:lnTo>
                  <a:lnTo>
                    <a:pt x="263454" y="1836458"/>
                  </a:lnTo>
                  <a:lnTo>
                    <a:pt x="263280" y="1836530"/>
                  </a:lnTo>
                  <a:lnTo>
                    <a:pt x="243630" y="1844647"/>
                  </a:lnTo>
                  <a:lnTo>
                    <a:pt x="239978" y="1846156"/>
                  </a:lnTo>
                  <a:lnTo>
                    <a:pt x="237196" y="1847305"/>
                  </a:lnTo>
                  <a:lnTo>
                    <a:pt x="236152" y="1847736"/>
                  </a:lnTo>
                  <a:lnTo>
                    <a:pt x="231631" y="1849605"/>
                  </a:lnTo>
                  <a:lnTo>
                    <a:pt x="228153" y="1851042"/>
                  </a:lnTo>
                  <a:lnTo>
                    <a:pt x="223110" y="1853127"/>
                  </a:lnTo>
                  <a:lnTo>
                    <a:pt x="200677" y="1862401"/>
                  </a:lnTo>
                  <a:lnTo>
                    <a:pt x="199286" y="1862977"/>
                  </a:lnTo>
                  <a:lnTo>
                    <a:pt x="196504" y="1864127"/>
                  </a:lnTo>
                  <a:lnTo>
                    <a:pt x="178244" y="1871680"/>
                  </a:lnTo>
                  <a:lnTo>
                    <a:pt x="177897" y="1871824"/>
                  </a:lnTo>
                  <a:lnTo>
                    <a:pt x="173897" y="1873479"/>
                  </a:lnTo>
                  <a:lnTo>
                    <a:pt x="172158" y="1874199"/>
                  </a:lnTo>
                  <a:lnTo>
                    <a:pt x="169550" y="1875278"/>
                  </a:lnTo>
                  <a:lnTo>
                    <a:pt x="155812" y="1880964"/>
                  </a:lnTo>
                  <a:lnTo>
                    <a:pt x="151986" y="1882548"/>
                  </a:lnTo>
                  <a:lnTo>
                    <a:pt x="129901" y="1891692"/>
                  </a:lnTo>
                  <a:lnTo>
                    <a:pt x="112685" y="1898823"/>
                  </a:lnTo>
                  <a:lnTo>
                    <a:pt x="101034" y="1903651"/>
                  </a:lnTo>
                  <a:lnTo>
                    <a:pt x="87296" y="1909344"/>
                  </a:lnTo>
                  <a:lnTo>
                    <a:pt x="0" y="1945558"/>
                  </a:lnTo>
                  <a:close/>
                </a:path>
              </a:pathLst>
            </a:custGeom>
            <a:solidFill>
              <a:srgbClr val="00BA38">
                <a:alpha val="14901"/>
              </a:srgbClr>
            </a:solidFill>
          </p:spPr>
          <p:txBody>
            <a:bodyPr/>
            <a:lstStyle/>
            <a:p/>
          </p:txBody>
        </p:sp>
        <p:sp>
          <p:nvSpPr>
            <p:cNvPr id="11" name="pl10"/>
            <p:cNvSpPr/>
            <p:nvPr/>
          </p:nvSpPr>
          <p:spPr>
            <a:xfrm>
              <a:off x="3317373" y="2740988"/>
              <a:ext cx="4475424" cy="1816366"/>
            </a:xfrm>
            <a:custGeom>
              <a:avLst/>
              <a:pathLst>
                <a:path w="4475424" h="1816366">
                  <a:moveTo>
                    <a:pt x="0" y="1816366"/>
                  </a:moveTo>
                  <a:lnTo>
                    <a:pt x="87296" y="1783064"/>
                  </a:lnTo>
                  <a:lnTo>
                    <a:pt x="101034" y="1777818"/>
                  </a:lnTo>
                  <a:lnTo>
                    <a:pt x="112685" y="1773367"/>
                  </a:lnTo>
                  <a:lnTo>
                    <a:pt x="129901" y="1766789"/>
                  </a:lnTo>
                  <a:lnTo>
                    <a:pt x="151986" y="1758347"/>
                  </a:lnTo>
                  <a:lnTo>
                    <a:pt x="155812" y="1756884"/>
                  </a:lnTo>
                  <a:lnTo>
                    <a:pt x="169550" y="1751630"/>
                  </a:lnTo>
                  <a:lnTo>
                    <a:pt x="172158" y="1750632"/>
                  </a:lnTo>
                  <a:lnTo>
                    <a:pt x="173897" y="1749967"/>
                  </a:lnTo>
                  <a:lnTo>
                    <a:pt x="177897" y="1748437"/>
                  </a:lnTo>
                  <a:lnTo>
                    <a:pt x="178244" y="1748304"/>
                  </a:lnTo>
                  <a:lnTo>
                    <a:pt x="196504" y="1741317"/>
                  </a:lnTo>
                  <a:lnTo>
                    <a:pt x="199286" y="1740252"/>
                  </a:lnTo>
                  <a:lnTo>
                    <a:pt x="200677" y="1739720"/>
                  </a:lnTo>
                  <a:lnTo>
                    <a:pt x="223110" y="1731131"/>
                  </a:lnTo>
                  <a:lnTo>
                    <a:pt x="228153" y="1729199"/>
                  </a:lnTo>
                  <a:lnTo>
                    <a:pt x="231631" y="1727867"/>
                  </a:lnTo>
                  <a:lnTo>
                    <a:pt x="236152" y="1726135"/>
                  </a:lnTo>
                  <a:lnTo>
                    <a:pt x="237196" y="1725735"/>
                  </a:lnTo>
                  <a:lnTo>
                    <a:pt x="239978" y="1724670"/>
                  </a:lnTo>
                  <a:lnTo>
                    <a:pt x="243630" y="1723270"/>
                  </a:lnTo>
                  <a:lnTo>
                    <a:pt x="263280" y="1715739"/>
                  </a:lnTo>
                  <a:lnTo>
                    <a:pt x="263454" y="1715673"/>
                  </a:lnTo>
                  <a:lnTo>
                    <a:pt x="266758" y="1714406"/>
                  </a:lnTo>
                  <a:lnTo>
                    <a:pt x="270410" y="1713006"/>
                  </a:lnTo>
                  <a:lnTo>
                    <a:pt x="274931" y="1711273"/>
                  </a:lnTo>
                  <a:lnTo>
                    <a:pt x="278409" y="1709939"/>
                  </a:lnTo>
                  <a:lnTo>
                    <a:pt x="286582" y="1706805"/>
                  </a:lnTo>
                  <a:lnTo>
                    <a:pt x="287278" y="1706538"/>
                  </a:lnTo>
                  <a:lnTo>
                    <a:pt x="291452" y="1704937"/>
                  </a:lnTo>
                  <a:lnTo>
                    <a:pt x="293017" y="1704337"/>
                  </a:lnTo>
                  <a:lnTo>
                    <a:pt x="295973" y="1703202"/>
                  </a:lnTo>
                  <a:lnTo>
                    <a:pt x="296321" y="1703069"/>
                  </a:lnTo>
                  <a:lnTo>
                    <a:pt x="296669" y="1702936"/>
                  </a:lnTo>
                  <a:lnTo>
                    <a:pt x="303798" y="1700200"/>
                  </a:lnTo>
                  <a:lnTo>
                    <a:pt x="305885" y="1699399"/>
                  </a:lnTo>
                  <a:lnTo>
                    <a:pt x="310580" y="1697598"/>
                  </a:lnTo>
                  <a:lnTo>
                    <a:pt x="311102" y="1697397"/>
                  </a:lnTo>
                  <a:lnTo>
                    <a:pt x="314754" y="1695996"/>
                  </a:lnTo>
                  <a:lnTo>
                    <a:pt x="318232" y="1694661"/>
                  </a:lnTo>
                  <a:lnTo>
                    <a:pt x="320319" y="1693860"/>
                  </a:lnTo>
                  <a:lnTo>
                    <a:pt x="322231" y="1693126"/>
                  </a:lnTo>
                  <a:lnTo>
                    <a:pt x="325883" y="1691724"/>
                  </a:lnTo>
                  <a:lnTo>
                    <a:pt x="329709" y="1690255"/>
                  </a:lnTo>
                  <a:lnTo>
                    <a:pt x="331448" y="1689587"/>
                  </a:lnTo>
                  <a:lnTo>
                    <a:pt x="331622" y="1689520"/>
                  </a:lnTo>
                  <a:lnTo>
                    <a:pt x="337013" y="1687450"/>
                  </a:lnTo>
                  <a:lnTo>
                    <a:pt x="340665" y="1686048"/>
                  </a:lnTo>
                  <a:lnTo>
                    <a:pt x="340838" y="1685981"/>
                  </a:lnTo>
                  <a:lnTo>
                    <a:pt x="341360" y="1685781"/>
                  </a:lnTo>
                  <a:lnTo>
                    <a:pt x="344490" y="1684578"/>
                  </a:lnTo>
                  <a:lnTo>
                    <a:pt x="346055" y="1683977"/>
                  </a:lnTo>
                  <a:lnTo>
                    <a:pt x="347794" y="1683309"/>
                  </a:lnTo>
                  <a:lnTo>
                    <a:pt x="348142" y="1683176"/>
                  </a:lnTo>
                  <a:lnTo>
                    <a:pt x="348664" y="1682975"/>
                  </a:lnTo>
                  <a:lnTo>
                    <a:pt x="350055" y="1682441"/>
                  </a:lnTo>
                  <a:lnTo>
                    <a:pt x="350229" y="1682374"/>
                  </a:lnTo>
                  <a:lnTo>
                    <a:pt x="351794" y="1681773"/>
                  </a:lnTo>
                  <a:lnTo>
                    <a:pt x="352142" y="1681639"/>
                  </a:lnTo>
                  <a:lnTo>
                    <a:pt x="359619" y="1678766"/>
                  </a:lnTo>
                  <a:lnTo>
                    <a:pt x="362576" y="1677630"/>
                  </a:lnTo>
                  <a:lnTo>
                    <a:pt x="364489" y="1676895"/>
                  </a:lnTo>
                  <a:lnTo>
                    <a:pt x="366228" y="1676227"/>
                  </a:lnTo>
                  <a:lnTo>
                    <a:pt x="370401" y="1674623"/>
                  </a:lnTo>
                  <a:lnTo>
                    <a:pt x="372662" y="1673754"/>
                  </a:lnTo>
                  <a:lnTo>
                    <a:pt x="373183" y="1673553"/>
                  </a:lnTo>
                  <a:lnTo>
                    <a:pt x="374575" y="1673019"/>
                  </a:lnTo>
                  <a:lnTo>
                    <a:pt x="379792" y="1671013"/>
                  </a:lnTo>
                  <a:lnTo>
                    <a:pt x="382052" y="1670144"/>
                  </a:lnTo>
                  <a:lnTo>
                    <a:pt x="393182" y="1665865"/>
                  </a:lnTo>
                  <a:lnTo>
                    <a:pt x="397007" y="1664393"/>
                  </a:lnTo>
                  <a:lnTo>
                    <a:pt x="401529" y="1662654"/>
                  </a:lnTo>
                  <a:lnTo>
                    <a:pt x="402050" y="1662453"/>
                  </a:lnTo>
                  <a:lnTo>
                    <a:pt x="405528" y="1661116"/>
                  </a:lnTo>
                  <a:lnTo>
                    <a:pt x="410050" y="1659376"/>
                  </a:lnTo>
                  <a:lnTo>
                    <a:pt x="411093" y="1658975"/>
                  </a:lnTo>
                  <a:lnTo>
                    <a:pt x="413875" y="1657904"/>
                  </a:lnTo>
                  <a:lnTo>
                    <a:pt x="417527" y="1656499"/>
                  </a:lnTo>
                  <a:lnTo>
                    <a:pt x="418397" y="1656164"/>
                  </a:lnTo>
                  <a:lnTo>
                    <a:pt x="420310" y="1655428"/>
                  </a:lnTo>
                  <a:lnTo>
                    <a:pt x="428831" y="1652148"/>
                  </a:lnTo>
                  <a:lnTo>
                    <a:pt x="435091" y="1649738"/>
                  </a:lnTo>
                  <a:lnTo>
                    <a:pt x="437178" y="1648935"/>
                  </a:lnTo>
                  <a:lnTo>
                    <a:pt x="437352" y="1648868"/>
                  </a:lnTo>
                  <a:lnTo>
                    <a:pt x="440656" y="1647596"/>
                  </a:lnTo>
                  <a:lnTo>
                    <a:pt x="444307" y="1646189"/>
                  </a:lnTo>
                  <a:lnTo>
                    <a:pt x="452307" y="1643109"/>
                  </a:lnTo>
                  <a:lnTo>
                    <a:pt x="458219" y="1640831"/>
                  </a:lnTo>
                  <a:lnTo>
                    <a:pt x="461176" y="1639692"/>
                  </a:lnTo>
                  <a:lnTo>
                    <a:pt x="465349" y="1638084"/>
                  </a:lnTo>
                  <a:lnTo>
                    <a:pt x="466914" y="1637481"/>
                  </a:lnTo>
                  <a:lnTo>
                    <a:pt x="469870" y="1636342"/>
                  </a:lnTo>
                  <a:lnTo>
                    <a:pt x="470218" y="1636208"/>
                  </a:lnTo>
                  <a:lnTo>
                    <a:pt x="470566" y="1636074"/>
                  </a:lnTo>
                  <a:lnTo>
                    <a:pt x="471783" y="1635605"/>
                  </a:lnTo>
                  <a:lnTo>
                    <a:pt x="477174" y="1633527"/>
                  </a:lnTo>
                  <a:lnTo>
                    <a:pt x="477696" y="1633326"/>
                  </a:lnTo>
                  <a:lnTo>
                    <a:pt x="479783" y="1632521"/>
                  </a:lnTo>
                  <a:lnTo>
                    <a:pt x="481522" y="1631851"/>
                  </a:lnTo>
                  <a:lnTo>
                    <a:pt x="484478" y="1630711"/>
                  </a:lnTo>
                  <a:lnTo>
                    <a:pt x="484999" y="1630510"/>
                  </a:lnTo>
                  <a:lnTo>
                    <a:pt x="488477" y="1629169"/>
                  </a:lnTo>
                  <a:lnTo>
                    <a:pt x="488651" y="1629102"/>
                  </a:lnTo>
                  <a:lnTo>
                    <a:pt x="492129" y="1627761"/>
                  </a:lnTo>
                  <a:lnTo>
                    <a:pt x="493868" y="1627091"/>
                  </a:lnTo>
                  <a:lnTo>
                    <a:pt x="494216" y="1626957"/>
                  </a:lnTo>
                  <a:lnTo>
                    <a:pt x="496129" y="1626219"/>
                  </a:lnTo>
                  <a:lnTo>
                    <a:pt x="499781" y="1624810"/>
                  </a:lnTo>
                  <a:lnTo>
                    <a:pt x="501694" y="1624073"/>
                  </a:lnTo>
                  <a:lnTo>
                    <a:pt x="503780" y="1623268"/>
                  </a:lnTo>
                  <a:lnTo>
                    <a:pt x="505345" y="1622664"/>
                  </a:lnTo>
                  <a:lnTo>
                    <a:pt x="505519" y="1622597"/>
                  </a:lnTo>
                  <a:lnTo>
                    <a:pt x="510910" y="1620517"/>
                  </a:lnTo>
                  <a:lnTo>
                    <a:pt x="514562" y="1619108"/>
                  </a:lnTo>
                  <a:lnTo>
                    <a:pt x="514736" y="1619041"/>
                  </a:lnTo>
                  <a:lnTo>
                    <a:pt x="515258" y="1618840"/>
                  </a:lnTo>
                  <a:lnTo>
                    <a:pt x="517344" y="1618035"/>
                  </a:lnTo>
                  <a:lnTo>
                    <a:pt x="518388" y="1617632"/>
                  </a:lnTo>
                  <a:lnTo>
                    <a:pt x="519953" y="1617028"/>
                  </a:lnTo>
                  <a:lnTo>
                    <a:pt x="521692" y="1616357"/>
                  </a:lnTo>
                  <a:lnTo>
                    <a:pt x="522040" y="1616223"/>
                  </a:lnTo>
                  <a:lnTo>
                    <a:pt x="522561" y="1616021"/>
                  </a:lnTo>
                  <a:lnTo>
                    <a:pt x="523953" y="1615485"/>
                  </a:lnTo>
                  <a:lnTo>
                    <a:pt x="524126" y="1615417"/>
                  </a:lnTo>
                  <a:lnTo>
                    <a:pt x="525691" y="1614813"/>
                  </a:lnTo>
                  <a:lnTo>
                    <a:pt x="526039" y="1614679"/>
                  </a:lnTo>
                  <a:lnTo>
                    <a:pt x="531256" y="1612665"/>
                  </a:lnTo>
                  <a:lnTo>
                    <a:pt x="533169" y="1611927"/>
                  </a:lnTo>
                  <a:lnTo>
                    <a:pt x="533517" y="1611793"/>
                  </a:lnTo>
                  <a:lnTo>
                    <a:pt x="533865" y="1611658"/>
                  </a:lnTo>
                  <a:lnTo>
                    <a:pt x="536473" y="1610651"/>
                  </a:lnTo>
                  <a:lnTo>
                    <a:pt x="538386" y="1609913"/>
                  </a:lnTo>
                  <a:lnTo>
                    <a:pt x="540125" y="1609241"/>
                  </a:lnTo>
                  <a:lnTo>
                    <a:pt x="544299" y="1607630"/>
                  </a:lnTo>
                  <a:lnTo>
                    <a:pt x="546559" y="1606757"/>
                  </a:lnTo>
                  <a:lnTo>
                    <a:pt x="547081" y="1606555"/>
                  </a:lnTo>
                  <a:lnTo>
                    <a:pt x="548472" y="1606018"/>
                  </a:lnTo>
                  <a:lnTo>
                    <a:pt x="549863" y="1605481"/>
                  </a:lnTo>
                  <a:lnTo>
                    <a:pt x="553689" y="1604003"/>
                  </a:lnTo>
                  <a:lnTo>
                    <a:pt x="555950" y="1603130"/>
                  </a:lnTo>
                  <a:lnTo>
                    <a:pt x="567079" y="1598830"/>
                  </a:lnTo>
                  <a:lnTo>
                    <a:pt x="570905" y="1597351"/>
                  </a:lnTo>
                  <a:lnTo>
                    <a:pt x="575426" y="1595604"/>
                  </a:lnTo>
                  <a:lnTo>
                    <a:pt x="579426" y="1594058"/>
                  </a:lnTo>
                  <a:lnTo>
                    <a:pt x="583947" y="1592310"/>
                  </a:lnTo>
                  <a:lnTo>
                    <a:pt x="584991" y="1591906"/>
                  </a:lnTo>
                  <a:lnTo>
                    <a:pt x="587773" y="1590830"/>
                  </a:lnTo>
                  <a:lnTo>
                    <a:pt x="591425" y="1589418"/>
                  </a:lnTo>
                  <a:lnTo>
                    <a:pt x="592294" y="1589082"/>
                  </a:lnTo>
                  <a:lnTo>
                    <a:pt x="594207" y="1588342"/>
                  </a:lnTo>
                  <a:lnTo>
                    <a:pt x="602728" y="1585046"/>
                  </a:lnTo>
                  <a:lnTo>
                    <a:pt x="608988" y="1582625"/>
                  </a:lnTo>
                  <a:lnTo>
                    <a:pt x="611075" y="1581817"/>
                  </a:lnTo>
                  <a:lnTo>
                    <a:pt x="611249" y="1581750"/>
                  </a:lnTo>
                  <a:lnTo>
                    <a:pt x="614553" y="1580471"/>
                  </a:lnTo>
                  <a:lnTo>
                    <a:pt x="618205" y="1579058"/>
                  </a:lnTo>
                  <a:lnTo>
                    <a:pt x="622726" y="1577308"/>
                  </a:lnTo>
                  <a:lnTo>
                    <a:pt x="626204" y="1575962"/>
                  </a:lnTo>
                  <a:lnTo>
                    <a:pt x="632117" y="1573673"/>
                  </a:lnTo>
                  <a:lnTo>
                    <a:pt x="634377" y="1572798"/>
                  </a:lnTo>
                  <a:lnTo>
                    <a:pt x="635073" y="1572528"/>
                  </a:lnTo>
                  <a:lnTo>
                    <a:pt x="639247" y="1570912"/>
                  </a:lnTo>
                  <a:lnTo>
                    <a:pt x="640812" y="1570306"/>
                  </a:lnTo>
                  <a:lnTo>
                    <a:pt x="643768" y="1569161"/>
                  </a:lnTo>
                  <a:lnTo>
                    <a:pt x="644116" y="1569026"/>
                  </a:lnTo>
                  <a:lnTo>
                    <a:pt x="644463" y="1568892"/>
                  </a:lnTo>
                  <a:lnTo>
                    <a:pt x="645681" y="1568420"/>
                  </a:lnTo>
                  <a:lnTo>
                    <a:pt x="649680" y="1566871"/>
                  </a:lnTo>
                  <a:lnTo>
                    <a:pt x="651072" y="1566332"/>
                  </a:lnTo>
                  <a:lnTo>
                    <a:pt x="651593" y="1566130"/>
                  </a:lnTo>
                  <a:lnTo>
                    <a:pt x="653680" y="1565321"/>
                  </a:lnTo>
                  <a:lnTo>
                    <a:pt x="655419" y="1564648"/>
                  </a:lnTo>
                  <a:lnTo>
                    <a:pt x="658375" y="1563502"/>
                  </a:lnTo>
                  <a:lnTo>
                    <a:pt x="658897" y="1563300"/>
                  </a:lnTo>
                  <a:lnTo>
                    <a:pt x="662375" y="1561952"/>
                  </a:lnTo>
                  <a:lnTo>
                    <a:pt x="662549" y="1561885"/>
                  </a:lnTo>
                  <a:lnTo>
                    <a:pt x="666027" y="1560537"/>
                  </a:lnTo>
                  <a:lnTo>
                    <a:pt x="667766" y="1559863"/>
                  </a:lnTo>
                  <a:lnTo>
                    <a:pt x="668113" y="1559728"/>
                  </a:lnTo>
                  <a:lnTo>
                    <a:pt x="670026" y="1558987"/>
                  </a:lnTo>
                  <a:lnTo>
                    <a:pt x="673678" y="1557571"/>
                  </a:lnTo>
                  <a:lnTo>
                    <a:pt x="675591" y="1556829"/>
                  </a:lnTo>
                  <a:lnTo>
                    <a:pt x="677504" y="1556088"/>
                  </a:lnTo>
                  <a:lnTo>
                    <a:pt x="677678" y="1556020"/>
                  </a:lnTo>
                  <a:lnTo>
                    <a:pt x="679243" y="1555414"/>
                  </a:lnTo>
                  <a:lnTo>
                    <a:pt x="679417" y="1555346"/>
                  </a:lnTo>
                  <a:lnTo>
                    <a:pt x="684808" y="1553256"/>
                  </a:lnTo>
                  <a:lnTo>
                    <a:pt x="688459" y="1551839"/>
                  </a:lnTo>
                  <a:lnTo>
                    <a:pt x="688633" y="1551772"/>
                  </a:lnTo>
                  <a:lnTo>
                    <a:pt x="689155" y="1551570"/>
                  </a:lnTo>
                  <a:lnTo>
                    <a:pt x="691242" y="1550760"/>
                  </a:lnTo>
                  <a:lnTo>
                    <a:pt x="692285" y="1550355"/>
                  </a:lnTo>
                  <a:lnTo>
                    <a:pt x="693850" y="1549748"/>
                  </a:lnTo>
                  <a:lnTo>
                    <a:pt x="695589" y="1549074"/>
                  </a:lnTo>
                  <a:lnTo>
                    <a:pt x="695937" y="1548939"/>
                  </a:lnTo>
                  <a:lnTo>
                    <a:pt x="696459" y="1548736"/>
                  </a:lnTo>
                  <a:lnTo>
                    <a:pt x="697850" y="1548197"/>
                  </a:lnTo>
                  <a:lnTo>
                    <a:pt x="698024" y="1548129"/>
                  </a:lnTo>
                  <a:lnTo>
                    <a:pt x="699589" y="1547522"/>
                  </a:lnTo>
                  <a:lnTo>
                    <a:pt x="699937" y="1547387"/>
                  </a:lnTo>
                  <a:lnTo>
                    <a:pt x="705154" y="1545363"/>
                  </a:lnTo>
                  <a:lnTo>
                    <a:pt x="707067" y="1544621"/>
                  </a:lnTo>
                  <a:lnTo>
                    <a:pt x="707414" y="1544486"/>
                  </a:lnTo>
                  <a:lnTo>
                    <a:pt x="707762" y="1544351"/>
                  </a:lnTo>
                  <a:lnTo>
                    <a:pt x="712283" y="1542596"/>
                  </a:lnTo>
                  <a:lnTo>
                    <a:pt x="714022" y="1541921"/>
                  </a:lnTo>
                  <a:lnTo>
                    <a:pt x="718196" y="1540301"/>
                  </a:lnTo>
                  <a:lnTo>
                    <a:pt x="720457" y="1539423"/>
                  </a:lnTo>
                  <a:lnTo>
                    <a:pt x="720978" y="1539221"/>
                  </a:lnTo>
                  <a:lnTo>
                    <a:pt x="722369" y="1538680"/>
                  </a:lnTo>
                  <a:lnTo>
                    <a:pt x="723761" y="1538140"/>
                  </a:lnTo>
                  <a:lnTo>
                    <a:pt x="727586" y="1536655"/>
                  </a:lnTo>
                  <a:lnTo>
                    <a:pt x="729847" y="1535777"/>
                  </a:lnTo>
                  <a:lnTo>
                    <a:pt x="740977" y="1531454"/>
                  </a:lnTo>
                  <a:lnTo>
                    <a:pt x="744802" y="1529967"/>
                  </a:lnTo>
                  <a:lnTo>
                    <a:pt x="749324" y="1528211"/>
                  </a:lnTo>
                  <a:lnTo>
                    <a:pt x="749845" y="1528008"/>
                  </a:lnTo>
                  <a:lnTo>
                    <a:pt x="753323" y="1526656"/>
                  </a:lnTo>
                  <a:lnTo>
                    <a:pt x="757845" y="1524899"/>
                  </a:lnTo>
                  <a:lnTo>
                    <a:pt x="758888" y="1524493"/>
                  </a:lnTo>
                  <a:lnTo>
                    <a:pt x="761670" y="1523412"/>
                  </a:lnTo>
                  <a:lnTo>
                    <a:pt x="765322" y="1521992"/>
                  </a:lnTo>
                  <a:lnTo>
                    <a:pt x="766192" y="1521654"/>
                  </a:lnTo>
                  <a:lnTo>
                    <a:pt x="768105" y="1520910"/>
                  </a:lnTo>
                  <a:lnTo>
                    <a:pt x="776625" y="1517596"/>
                  </a:lnTo>
                  <a:lnTo>
                    <a:pt x="782886" y="1515161"/>
                  </a:lnTo>
                  <a:lnTo>
                    <a:pt x="784973" y="1514349"/>
                  </a:lnTo>
                  <a:lnTo>
                    <a:pt x="785146" y="1514282"/>
                  </a:lnTo>
                  <a:lnTo>
                    <a:pt x="788451" y="1512996"/>
                  </a:lnTo>
                  <a:lnTo>
                    <a:pt x="792102" y="1511575"/>
                  </a:lnTo>
                  <a:lnTo>
                    <a:pt x="796624" y="1509816"/>
                  </a:lnTo>
                  <a:lnTo>
                    <a:pt x="800102" y="1508462"/>
                  </a:lnTo>
                  <a:lnTo>
                    <a:pt x="806014" y="1506160"/>
                  </a:lnTo>
                  <a:lnTo>
                    <a:pt x="808275" y="1505280"/>
                  </a:lnTo>
                  <a:lnTo>
                    <a:pt x="808970" y="1505009"/>
                  </a:lnTo>
                  <a:lnTo>
                    <a:pt x="813144" y="1503384"/>
                  </a:lnTo>
                  <a:lnTo>
                    <a:pt x="814709" y="1502775"/>
                  </a:lnTo>
                  <a:lnTo>
                    <a:pt x="817665" y="1501624"/>
                  </a:lnTo>
                  <a:lnTo>
                    <a:pt x="818013" y="1501488"/>
                  </a:lnTo>
                  <a:lnTo>
                    <a:pt x="818361" y="1501353"/>
                  </a:lnTo>
                  <a:lnTo>
                    <a:pt x="819578" y="1500878"/>
                  </a:lnTo>
                  <a:lnTo>
                    <a:pt x="823578" y="1499321"/>
                  </a:lnTo>
                  <a:lnTo>
                    <a:pt x="824969" y="1498779"/>
                  </a:lnTo>
                  <a:lnTo>
                    <a:pt x="825491" y="1498575"/>
                  </a:lnTo>
                  <a:lnTo>
                    <a:pt x="827577" y="1497762"/>
                  </a:lnTo>
                  <a:lnTo>
                    <a:pt x="829316" y="1497085"/>
                  </a:lnTo>
                  <a:lnTo>
                    <a:pt x="832273" y="1495933"/>
                  </a:lnTo>
                  <a:lnTo>
                    <a:pt x="832794" y="1495730"/>
                  </a:lnTo>
                  <a:lnTo>
                    <a:pt x="836272" y="1494374"/>
                  </a:lnTo>
                  <a:lnTo>
                    <a:pt x="836446" y="1494307"/>
                  </a:lnTo>
                  <a:lnTo>
                    <a:pt x="839924" y="1492951"/>
                  </a:lnTo>
                  <a:lnTo>
                    <a:pt x="841663" y="1492273"/>
                  </a:lnTo>
                  <a:lnTo>
                    <a:pt x="842011" y="1492138"/>
                  </a:lnTo>
                  <a:lnTo>
                    <a:pt x="843924" y="1491392"/>
                  </a:lnTo>
                  <a:lnTo>
                    <a:pt x="847576" y="1489969"/>
                  </a:lnTo>
                  <a:lnTo>
                    <a:pt x="849489" y="1489223"/>
                  </a:lnTo>
                  <a:lnTo>
                    <a:pt x="851401" y="1488477"/>
                  </a:lnTo>
                  <a:lnTo>
                    <a:pt x="851575" y="1488409"/>
                  </a:lnTo>
                  <a:lnTo>
                    <a:pt x="853140" y="1487799"/>
                  </a:lnTo>
                  <a:lnTo>
                    <a:pt x="853314" y="1487731"/>
                  </a:lnTo>
                  <a:lnTo>
                    <a:pt x="858705" y="1485629"/>
                  </a:lnTo>
                  <a:lnTo>
                    <a:pt x="862357" y="1484204"/>
                  </a:lnTo>
                  <a:lnTo>
                    <a:pt x="862531" y="1484137"/>
                  </a:lnTo>
                  <a:lnTo>
                    <a:pt x="863053" y="1483933"/>
                  </a:lnTo>
                  <a:lnTo>
                    <a:pt x="865139" y="1483119"/>
                  </a:lnTo>
                  <a:lnTo>
                    <a:pt x="866183" y="1482712"/>
                  </a:lnTo>
                  <a:lnTo>
                    <a:pt x="867748" y="1482102"/>
                  </a:lnTo>
                  <a:lnTo>
                    <a:pt x="869487" y="1481423"/>
                  </a:lnTo>
                  <a:lnTo>
                    <a:pt x="869835" y="1481287"/>
                  </a:lnTo>
                  <a:lnTo>
                    <a:pt x="870356" y="1481084"/>
                  </a:lnTo>
                  <a:lnTo>
                    <a:pt x="871747" y="1480541"/>
                  </a:lnTo>
                  <a:lnTo>
                    <a:pt x="871921" y="1480473"/>
                  </a:lnTo>
                  <a:lnTo>
                    <a:pt x="873486" y="1479863"/>
                  </a:lnTo>
                  <a:lnTo>
                    <a:pt x="873834" y="1479727"/>
                  </a:lnTo>
                  <a:lnTo>
                    <a:pt x="879051" y="1477691"/>
                  </a:lnTo>
                  <a:lnTo>
                    <a:pt x="880964" y="1476944"/>
                  </a:lnTo>
                  <a:lnTo>
                    <a:pt x="881312" y="1476809"/>
                  </a:lnTo>
                  <a:lnTo>
                    <a:pt x="881660" y="1476673"/>
                  </a:lnTo>
                  <a:lnTo>
                    <a:pt x="884268" y="1475655"/>
                  </a:lnTo>
                  <a:lnTo>
                    <a:pt x="886181" y="1474908"/>
                  </a:lnTo>
                  <a:lnTo>
                    <a:pt x="887920" y="1474229"/>
                  </a:lnTo>
                  <a:lnTo>
                    <a:pt x="892093" y="1472600"/>
                  </a:lnTo>
                  <a:lnTo>
                    <a:pt x="894354" y="1471717"/>
                  </a:lnTo>
                  <a:lnTo>
                    <a:pt x="894876" y="1471513"/>
                  </a:lnTo>
                  <a:lnTo>
                    <a:pt x="896267" y="1470970"/>
                  </a:lnTo>
                  <a:lnTo>
                    <a:pt x="897658" y="1470427"/>
                  </a:lnTo>
                  <a:lnTo>
                    <a:pt x="901484" y="1468933"/>
                  </a:lnTo>
                  <a:lnTo>
                    <a:pt x="903745" y="1468050"/>
                  </a:lnTo>
                  <a:lnTo>
                    <a:pt x="914874" y="1463702"/>
                  </a:lnTo>
                  <a:lnTo>
                    <a:pt x="918700" y="1462206"/>
                  </a:lnTo>
                  <a:lnTo>
                    <a:pt x="923221" y="1460439"/>
                  </a:lnTo>
                  <a:lnTo>
                    <a:pt x="923743" y="1460235"/>
                  </a:lnTo>
                  <a:lnTo>
                    <a:pt x="927221" y="1458876"/>
                  </a:lnTo>
                  <a:lnTo>
                    <a:pt x="931742" y="1457108"/>
                  </a:lnTo>
                  <a:lnTo>
                    <a:pt x="932785" y="1456700"/>
                  </a:lnTo>
                  <a:lnTo>
                    <a:pt x="935568" y="1455612"/>
                  </a:lnTo>
                  <a:lnTo>
                    <a:pt x="939220" y="1454184"/>
                  </a:lnTo>
                  <a:lnTo>
                    <a:pt x="940089" y="1453844"/>
                  </a:lnTo>
                  <a:lnTo>
                    <a:pt x="942002" y="1453096"/>
                  </a:lnTo>
                  <a:lnTo>
                    <a:pt x="950523" y="1449763"/>
                  </a:lnTo>
                  <a:lnTo>
                    <a:pt x="956783" y="1447313"/>
                  </a:lnTo>
                  <a:lnTo>
                    <a:pt x="958870" y="1446497"/>
                  </a:lnTo>
                  <a:lnTo>
                    <a:pt x="959044" y="1446428"/>
                  </a:lnTo>
                  <a:lnTo>
                    <a:pt x="962348" y="1445135"/>
                  </a:lnTo>
                  <a:lnTo>
                    <a:pt x="966000" y="1443706"/>
                  </a:lnTo>
                  <a:lnTo>
                    <a:pt x="970521" y="1441936"/>
                  </a:lnTo>
                  <a:lnTo>
                    <a:pt x="973999" y="1440574"/>
                  </a:lnTo>
                  <a:lnTo>
                    <a:pt x="979912" y="1438259"/>
                  </a:lnTo>
                  <a:lnTo>
                    <a:pt x="982172" y="1437373"/>
                  </a:lnTo>
                  <a:lnTo>
                    <a:pt x="982868" y="1437101"/>
                  </a:lnTo>
                  <a:lnTo>
                    <a:pt x="987041" y="1435466"/>
                  </a:lnTo>
                  <a:lnTo>
                    <a:pt x="988606" y="1434853"/>
                  </a:lnTo>
                  <a:lnTo>
                    <a:pt x="991563" y="1433695"/>
                  </a:lnTo>
                  <a:lnTo>
                    <a:pt x="991911" y="1433558"/>
                  </a:lnTo>
                  <a:lnTo>
                    <a:pt x="992258" y="1433422"/>
                  </a:lnTo>
                  <a:lnTo>
                    <a:pt x="993476" y="1432945"/>
                  </a:lnTo>
                  <a:lnTo>
                    <a:pt x="997475" y="1431378"/>
                  </a:lnTo>
                  <a:lnTo>
                    <a:pt x="998866" y="1430832"/>
                  </a:lnTo>
                  <a:lnTo>
                    <a:pt x="999388" y="1430628"/>
                  </a:lnTo>
                  <a:lnTo>
                    <a:pt x="1001475" y="1429810"/>
                  </a:lnTo>
                  <a:lnTo>
                    <a:pt x="1003214" y="1429129"/>
                  </a:lnTo>
                  <a:lnTo>
                    <a:pt x="1006170" y="1427970"/>
                  </a:lnTo>
                  <a:lnTo>
                    <a:pt x="1006692" y="1427765"/>
                  </a:lnTo>
                  <a:lnTo>
                    <a:pt x="1010170" y="1426402"/>
                  </a:lnTo>
                  <a:lnTo>
                    <a:pt x="1010344" y="1426333"/>
                  </a:lnTo>
                  <a:lnTo>
                    <a:pt x="1013822" y="1424970"/>
                  </a:lnTo>
                  <a:lnTo>
                    <a:pt x="1015561" y="1424288"/>
                  </a:lnTo>
                  <a:lnTo>
                    <a:pt x="1015908" y="1424151"/>
                  </a:lnTo>
                  <a:lnTo>
                    <a:pt x="1017821" y="1423401"/>
                  </a:lnTo>
                  <a:lnTo>
                    <a:pt x="1021473" y="1421969"/>
                  </a:lnTo>
                  <a:lnTo>
                    <a:pt x="1023386" y="1421219"/>
                  </a:lnTo>
                  <a:lnTo>
                    <a:pt x="1025299" y="1420468"/>
                  </a:lnTo>
                  <a:lnTo>
                    <a:pt x="1025473" y="1420400"/>
                  </a:lnTo>
                  <a:lnTo>
                    <a:pt x="1027038" y="1419786"/>
                  </a:lnTo>
                  <a:lnTo>
                    <a:pt x="1027212" y="1419718"/>
                  </a:lnTo>
                  <a:lnTo>
                    <a:pt x="1032603" y="1417603"/>
                  </a:lnTo>
                  <a:lnTo>
                    <a:pt x="1036254" y="1416170"/>
                  </a:lnTo>
                  <a:lnTo>
                    <a:pt x="1036428" y="1416102"/>
                  </a:lnTo>
                  <a:lnTo>
                    <a:pt x="1036950" y="1415897"/>
                  </a:lnTo>
                  <a:lnTo>
                    <a:pt x="1039037" y="1415078"/>
                  </a:lnTo>
                  <a:lnTo>
                    <a:pt x="1040080" y="1414668"/>
                  </a:lnTo>
                  <a:lnTo>
                    <a:pt x="1041645" y="1414054"/>
                  </a:lnTo>
                  <a:lnTo>
                    <a:pt x="1043384" y="1413371"/>
                  </a:lnTo>
                  <a:lnTo>
                    <a:pt x="1043732" y="1413235"/>
                  </a:lnTo>
                  <a:lnTo>
                    <a:pt x="1044254" y="1413030"/>
                  </a:lnTo>
                  <a:lnTo>
                    <a:pt x="1045645" y="1412484"/>
                  </a:lnTo>
                  <a:lnTo>
                    <a:pt x="1045819" y="1412416"/>
                  </a:lnTo>
                  <a:lnTo>
                    <a:pt x="1047384" y="1411801"/>
                  </a:lnTo>
                  <a:lnTo>
                    <a:pt x="1047732" y="1411665"/>
                  </a:lnTo>
                  <a:lnTo>
                    <a:pt x="1052949" y="1409616"/>
                  </a:lnTo>
                  <a:lnTo>
                    <a:pt x="1054861" y="1408865"/>
                  </a:lnTo>
                  <a:lnTo>
                    <a:pt x="1055209" y="1408729"/>
                  </a:lnTo>
                  <a:lnTo>
                    <a:pt x="1055557" y="1408592"/>
                  </a:lnTo>
                  <a:lnTo>
                    <a:pt x="1058165" y="1407568"/>
                  </a:lnTo>
                  <a:lnTo>
                    <a:pt x="1060078" y="1406816"/>
                  </a:lnTo>
                  <a:lnTo>
                    <a:pt x="1061817" y="1406133"/>
                  </a:lnTo>
                  <a:lnTo>
                    <a:pt x="1065991" y="1404494"/>
                  </a:lnTo>
                  <a:lnTo>
                    <a:pt x="1068252" y="1403605"/>
                  </a:lnTo>
                  <a:lnTo>
                    <a:pt x="1068773" y="1403401"/>
                  </a:lnTo>
                  <a:lnTo>
                    <a:pt x="1071556" y="1402307"/>
                  </a:lnTo>
                  <a:lnTo>
                    <a:pt x="1075381" y="1400804"/>
                  </a:lnTo>
                  <a:lnTo>
                    <a:pt x="1077642" y="1399915"/>
                  </a:lnTo>
                  <a:lnTo>
                    <a:pt x="1088771" y="1395540"/>
                  </a:lnTo>
                  <a:lnTo>
                    <a:pt x="1092597" y="1394036"/>
                  </a:lnTo>
                  <a:lnTo>
                    <a:pt x="1097118" y="1392258"/>
                  </a:lnTo>
                  <a:lnTo>
                    <a:pt x="1097640" y="1392053"/>
                  </a:lnTo>
                  <a:lnTo>
                    <a:pt x="1101118" y="1390685"/>
                  </a:lnTo>
                  <a:lnTo>
                    <a:pt x="1105639" y="1388906"/>
                  </a:lnTo>
                  <a:lnTo>
                    <a:pt x="1106683" y="1388495"/>
                  </a:lnTo>
                  <a:lnTo>
                    <a:pt x="1109465" y="1387401"/>
                  </a:lnTo>
                  <a:lnTo>
                    <a:pt x="1113117" y="1385963"/>
                  </a:lnTo>
                  <a:lnTo>
                    <a:pt x="1113987" y="1385621"/>
                  </a:lnTo>
                  <a:lnTo>
                    <a:pt x="1115899" y="1384868"/>
                  </a:lnTo>
                  <a:lnTo>
                    <a:pt x="1124420" y="1381514"/>
                  </a:lnTo>
                  <a:lnTo>
                    <a:pt x="1130681" y="1379049"/>
                  </a:lnTo>
                  <a:lnTo>
                    <a:pt x="1132767" y="1378227"/>
                  </a:lnTo>
                  <a:lnTo>
                    <a:pt x="1132941" y="1378159"/>
                  </a:lnTo>
                  <a:lnTo>
                    <a:pt x="1136245" y="1376858"/>
                  </a:lnTo>
                  <a:lnTo>
                    <a:pt x="1139897" y="1375419"/>
                  </a:lnTo>
                  <a:lnTo>
                    <a:pt x="1144419" y="1373638"/>
                  </a:lnTo>
                  <a:lnTo>
                    <a:pt x="1147897" y="1372267"/>
                  </a:lnTo>
                  <a:lnTo>
                    <a:pt x="1153809" y="1369937"/>
                  </a:lnTo>
                  <a:lnTo>
                    <a:pt x="1156070" y="1369046"/>
                  </a:lnTo>
                  <a:lnTo>
                    <a:pt x="1156765" y="1368772"/>
                  </a:lnTo>
                  <a:lnTo>
                    <a:pt x="1160939" y="1367127"/>
                  </a:lnTo>
                  <a:lnTo>
                    <a:pt x="1162504" y="1366510"/>
                  </a:lnTo>
                  <a:lnTo>
                    <a:pt x="1165460" y="1365344"/>
                  </a:lnTo>
                  <a:lnTo>
                    <a:pt x="1165808" y="1365207"/>
                  </a:lnTo>
                  <a:lnTo>
                    <a:pt x="1166156" y="1365070"/>
                  </a:lnTo>
                  <a:lnTo>
                    <a:pt x="1167373" y="1364590"/>
                  </a:lnTo>
                  <a:lnTo>
                    <a:pt x="1171373" y="1363013"/>
                  </a:lnTo>
                  <a:lnTo>
                    <a:pt x="1172764" y="1362464"/>
                  </a:lnTo>
                  <a:lnTo>
                    <a:pt x="1173286" y="1362258"/>
                  </a:lnTo>
                  <a:lnTo>
                    <a:pt x="1177111" y="1360749"/>
                  </a:lnTo>
                  <a:lnTo>
                    <a:pt x="1180068" y="1359583"/>
                  </a:lnTo>
                  <a:lnTo>
                    <a:pt x="1180589" y="1359377"/>
                  </a:lnTo>
                  <a:lnTo>
                    <a:pt x="1184067" y="1358005"/>
                  </a:lnTo>
                  <a:lnTo>
                    <a:pt x="1184241" y="1357936"/>
                  </a:lnTo>
                  <a:lnTo>
                    <a:pt x="1187719" y="1356564"/>
                  </a:lnTo>
                  <a:lnTo>
                    <a:pt x="1189458" y="1355877"/>
                  </a:lnTo>
                  <a:lnTo>
                    <a:pt x="1189806" y="1355740"/>
                  </a:lnTo>
                  <a:lnTo>
                    <a:pt x="1191719" y="1354985"/>
                  </a:lnTo>
                  <a:lnTo>
                    <a:pt x="1195371" y="1353544"/>
                  </a:lnTo>
                  <a:lnTo>
                    <a:pt x="1197283" y="1352789"/>
                  </a:lnTo>
                  <a:lnTo>
                    <a:pt x="1199196" y="1352033"/>
                  </a:lnTo>
                  <a:lnTo>
                    <a:pt x="1199370" y="1351965"/>
                  </a:lnTo>
                  <a:lnTo>
                    <a:pt x="1200935" y="1351347"/>
                  </a:lnTo>
                  <a:lnTo>
                    <a:pt x="1201109" y="1351278"/>
                  </a:lnTo>
                  <a:lnTo>
                    <a:pt x="1206500" y="1349150"/>
                  </a:lnTo>
                  <a:lnTo>
                    <a:pt x="1210152" y="1347707"/>
                  </a:lnTo>
                  <a:lnTo>
                    <a:pt x="1210326" y="1347639"/>
                  </a:lnTo>
                  <a:lnTo>
                    <a:pt x="1210847" y="1347433"/>
                  </a:lnTo>
                  <a:lnTo>
                    <a:pt x="1212934" y="1346608"/>
                  </a:lnTo>
                  <a:lnTo>
                    <a:pt x="1213978" y="1346196"/>
                  </a:lnTo>
                  <a:lnTo>
                    <a:pt x="1215543" y="1345578"/>
                  </a:lnTo>
                  <a:lnTo>
                    <a:pt x="1217282" y="1344891"/>
                  </a:lnTo>
                  <a:lnTo>
                    <a:pt x="1217629" y="1344753"/>
                  </a:lnTo>
                  <a:lnTo>
                    <a:pt x="1218151" y="1344547"/>
                  </a:lnTo>
                  <a:lnTo>
                    <a:pt x="1219542" y="1343998"/>
                  </a:lnTo>
                  <a:lnTo>
                    <a:pt x="1219716" y="1343929"/>
                  </a:lnTo>
                  <a:lnTo>
                    <a:pt x="1221281" y="1343311"/>
                  </a:lnTo>
                  <a:lnTo>
                    <a:pt x="1221629" y="1343173"/>
                  </a:lnTo>
                  <a:lnTo>
                    <a:pt x="1226846" y="1341112"/>
                  </a:lnTo>
                  <a:lnTo>
                    <a:pt x="1228759" y="1340356"/>
                  </a:lnTo>
                  <a:lnTo>
                    <a:pt x="1229107" y="1340218"/>
                  </a:lnTo>
                  <a:lnTo>
                    <a:pt x="1229454" y="1340081"/>
                  </a:lnTo>
                  <a:lnTo>
                    <a:pt x="1232063" y="1339050"/>
                  </a:lnTo>
                  <a:lnTo>
                    <a:pt x="1233976" y="1338293"/>
                  </a:lnTo>
                  <a:lnTo>
                    <a:pt x="1239888" y="1335956"/>
                  </a:lnTo>
                  <a:lnTo>
                    <a:pt x="1242149" y="1335062"/>
                  </a:lnTo>
                  <a:lnTo>
                    <a:pt x="1242671" y="1334856"/>
                  </a:lnTo>
                  <a:lnTo>
                    <a:pt x="1244062" y="1334305"/>
                  </a:lnTo>
                  <a:lnTo>
                    <a:pt x="1245453" y="1333755"/>
                  </a:lnTo>
                  <a:lnTo>
                    <a:pt x="1249279" y="1332242"/>
                  </a:lnTo>
                  <a:lnTo>
                    <a:pt x="1251539" y="1331348"/>
                  </a:lnTo>
                  <a:lnTo>
                    <a:pt x="1262669" y="1326944"/>
                  </a:lnTo>
                  <a:lnTo>
                    <a:pt x="1266495" y="1325430"/>
                  </a:lnTo>
                  <a:lnTo>
                    <a:pt x="1271016" y="1323640"/>
                  </a:lnTo>
                  <a:lnTo>
                    <a:pt x="1271538" y="1323434"/>
                  </a:lnTo>
                  <a:lnTo>
                    <a:pt x="1275016" y="1322057"/>
                  </a:lnTo>
                  <a:lnTo>
                    <a:pt x="1279537" y="1320267"/>
                  </a:lnTo>
                  <a:lnTo>
                    <a:pt x="1280580" y="1319853"/>
                  </a:lnTo>
                  <a:lnTo>
                    <a:pt x="1283363" y="1318751"/>
                  </a:lnTo>
                  <a:lnTo>
                    <a:pt x="1287015" y="1317305"/>
                  </a:lnTo>
                  <a:lnTo>
                    <a:pt x="1287884" y="1316961"/>
                  </a:lnTo>
                  <a:lnTo>
                    <a:pt x="1289797" y="1316203"/>
                  </a:lnTo>
                  <a:lnTo>
                    <a:pt x="1298318" y="1312827"/>
                  </a:lnTo>
                  <a:lnTo>
                    <a:pt x="1304578" y="1310346"/>
                  </a:lnTo>
                  <a:lnTo>
                    <a:pt x="1306665" y="1309518"/>
                  </a:lnTo>
                  <a:lnTo>
                    <a:pt x="1306839" y="1309449"/>
                  </a:lnTo>
                  <a:lnTo>
                    <a:pt x="1310143" y="1308140"/>
                  </a:lnTo>
                  <a:lnTo>
                    <a:pt x="1313795" y="1306692"/>
                  </a:lnTo>
                  <a:lnTo>
                    <a:pt x="1318316" y="1304899"/>
                  </a:lnTo>
                  <a:lnTo>
                    <a:pt x="1321794" y="1303519"/>
                  </a:lnTo>
                  <a:lnTo>
                    <a:pt x="1327707" y="1301174"/>
                  </a:lnTo>
                  <a:lnTo>
                    <a:pt x="1329967" y="1300277"/>
                  </a:lnTo>
                  <a:lnTo>
                    <a:pt x="1330663" y="1300001"/>
                  </a:lnTo>
                  <a:lnTo>
                    <a:pt x="1334836" y="1298345"/>
                  </a:lnTo>
                  <a:lnTo>
                    <a:pt x="1336401" y="1297724"/>
                  </a:lnTo>
                  <a:lnTo>
                    <a:pt x="1339358" y="1296551"/>
                  </a:lnTo>
                  <a:lnTo>
                    <a:pt x="1339705" y="1296413"/>
                  </a:lnTo>
                  <a:lnTo>
                    <a:pt x="1340053" y="1296275"/>
                  </a:lnTo>
                  <a:lnTo>
                    <a:pt x="1341271" y="1295791"/>
                  </a:lnTo>
                  <a:lnTo>
                    <a:pt x="1345270" y="1294204"/>
                  </a:lnTo>
                  <a:lnTo>
                    <a:pt x="1346661" y="1293651"/>
                  </a:lnTo>
                  <a:lnTo>
                    <a:pt x="1347183" y="1293444"/>
                  </a:lnTo>
                  <a:lnTo>
                    <a:pt x="1349270" y="1292616"/>
                  </a:lnTo>
                  <a:lnTo>
                    <a:pt x="1351009" y="1291925"/>
                  </a:lnTo>
                  <a:lnTo>
                    <a:pt x="1353965" y="1290751"/>
                  </a:lnTo>
                  <a:lnTo>
                    <a:pt x="1354487" y="1290544"/>
                  </a:lnTo>
                  <a:lnTo>
                    <a:pt x="1357965" y="1289163"/>
                  </a:lnTo>
                  <a:lnTo>
                    <a:pt x="1358139" y="1289094"/>
                  </a:lnTo>
                  <a:lnTo>
                    <a:pt x="1361617" y="1287712"/>
                  </a:lnTo>
                  <a:lnTo>
                    <a:pt x="1363355" y="1287022"/>
                  </a:lnTo>
                  <a:lnTo>
                    <a:pt x="1363703" y="1286883"/>
                  </a:lnTo>
                  <a:lnTo>
                    <a:pt x="1365616" y="1286123"/>
                  </a:lnTo>
                  <a:lnTo>
                    <a:pt x="1369268" y="1284672"/>
                  </a:lnTo>
                  <a:lnTo>
                    <a:pt x="1371181" y="1283912"/>
                  </a:lnTo>
                  <a:lnTo>
                    <a:pt x="1373094" y="1283152"/>
                  </a:lnTo>
                  <a:lnTo>
                    <a:pt x="1373268" y="1283083"/>
                  </a:lnTo>
                  <a:lnTo>
                    <a:pt x="1374833" y="1282461"/>
                  </a:lnTo>
                  <a:lnTo>
                    <a:pt x="1375007" y="1282392"/>
                  </a:lnTo>
                  <a:lnTo>
                    <a:pt x="1380397" y="1280249"/>
                  </a:lnTo>
                  <a:lnTo>
                    <a:pt x="1384049" y="1278797"/>
                  </a:lnTo>
                  <a:lnTo>
                    <a:pt x="1384223" y="1278728"/>
                  </a:lnTo>
                  <a:lnTo>
                    <a:pt x="1384745" y="1278521"/>
                  </a:lnTo>
                  <a:lnTo>
                    <a:pt x="1386832" y="1277691"/>
                  </a:lnTo>
                  <a:lnTo>
                    <a:pt x="1387875" y="1277276"/>
                  </a:lnTo>
                  <a:lnTo>
                    <a:pt x="1389440" y="1276654"/>
                  </a:lnTo>
                  <a:lnTo>
                    <a:pt x="1391179" y="1275962"/>
                  </a:lnTo>
                  <a:lnTo>
                    <a:pt x="1391527" y="1275824"/>
                  </a:lnTo>
                  <a:lnTo>
                    <a:pt x="1392049" y="1275617"/>
                  </a:lnTo>
                  <a:lnTo>
                    <a:pt x="1393440" y="1275063"/>
                  </a:lnTo>
                  <a:lnTo>
                    <a:pt x="1393614" y="1274994"/>
                  </a:lnTo>
                  <a:lnTo>
                    <a:pt x="1395179" y="1274372"/>
                  </a:lnTo>
                  <a:lnTo>
                    <a:pt x="1395527" y="1274233"/>
                  </a:lnTo>
                  <a:lnTo>
                    <a:pt x="1400743" y="1272158"/>
                  </a:lnTo>
                  <a:lnTo>
                    <a:pt x="1402656" y="1271397"/>
                  </a:lnTo>
                  <a:lnTo>
                    <a:pt x="1403004" y="1271259"/>
                  </a:lnTo>
                  <a:lnTo>
                    <a:pt x="1403352" y="1271120"/>
                  </a:lnTo>
                  <a:lnTo>
                    <a:pt x="1405960" y="1270082"/>
                  </a:lnTo>
                  <a:lnTo>
                    <a:pt x="1407873" y="1269321"/>
                  </a:lnTo>
                  <a:lnTo>
                    <a:pt x="1409612" y="1268629"/>
                  </a:lnTo>
                  <a:lnTo>
                    <a:pt x="1413786" y="1266968"/>
                  </a:lnTo>
                  <a:lnTo>
                    <a:pt x="1416046" y="1266068"/>
                  </a:lnTo>
                  <a:lnTo>
                    <a:pt x="1416568" y="1265861"/>
                  </a:lnTo>
                  <a:lnTo>
                    <a:pt x="1417959" y="1265307"/>
                  </a:lnTo>
                  <a:lnTo>
                    <a:pt x="1419350" y="1264753"/>
                  </a:lnTo>
                  <a:lnTo>
                    <a:pt x="1423176" y="1263230"/>
                  </a:lnTo>
                  <a:lnTo>
                    <a:pt x="1425437" y="1262330"/>
                  </a:lnTo>
                  <a:lnTo>
                    <a:pt x="1436566" y="1257897"/>
                  </a:lnTo>
                  <a:lnTo>
                    <a:pt x="1440392" y="1256373"/>
                  </a:lnTo>
                  <a:lnTo>
                    <a:pt x="1444913" y="1254571"/>
                  </a:lnTo>
                  <a:lnTo>
                    <a:pt x="1445435" y="1254363"/>
                  </a:lnTo>
                  <a:lnTo>
                    <a:pt x="1448913" y="1252977"/>
                  </a:lnTo>
                  <a:lnTo>
                    <a:pt x="1453434" y="1251175"/>
                  </a:lnTo>
                  <a:lnTo>
                    <a:pt x="1454478" y="1250759"/>
                  </a:lnTo>
                  <a:lnTo>
                    <a:pt x="1457260" y="1249650"/>
                  </a:lnTo>
                  <a:lnTo>
                    <a:pt x="1460912" y="1248194"/>
                  </a:lnTo>
                  <a:lnTo>
                    <a:pt x="1461781" y="1247847"/>
                  </a:lnTo>
                  <a:lnTo>
                    <a:pt x="1463694" y="1247085"/>
                  </a:lnTo>
                  <a:lnTo>
                    <a:pt x="1472215" y="1243686"/>
                  </a:lnTo>
                  <a:lnTo>
                    <a:pt x="1478476" y="1241188"/>
                  </a:lnTo>
                  <a:lnTo>
                    <a:pt x="1480562" y="1240356"/>
                  </a:lnTo>
                  <a:lnTo>
                    <a:pt x="1480736" y="1240286"/>
                  </a:lnTo>
                  <a:lnTo>
                    <a:pt x="1484040" y="1238968"/>
                  </a:lnTo>
                  <a:lnTo>
                    <a:pt x="1487692" y="1237510"/>
                  </a:lnTo>
                  <a:lnTo>
                    <a:pt x="1492213" y="1235706"/>
                  </a:lnTo>
                  <a:lnTo>
                    <a:pt x="1495691" y="1234317"/>
                  </a:lnTo>
                  <a:lnTo>
                    <a:pt x="1501604" y="1231956"/>
                  </a:lnTo>
                  <a:lnTo>
                    <a:pt x="1503865" y="1231053"/>
                  </a:lnTo>
                  <a:lnTo>
                    <a:pt x="1504560" y="1230775"/>
                  </a:lnTo>
                  <a:lnTo>
                    <a:pt x="1508734" y="1229108"/>
                  </a:lnTo>
                  <a:lnTo>
                    <a:pt x="1510299" y="1228483"/>
                  </a:lnTo>
                  <a:lnTo>
                    <a:pt x="1513255" y="1227302"/>
                  </a:lnTo>
                  <a:lnTo>
                    <a:pt x="1513603" y="1227163"/>
                  </a:lnTo>
                  <a:lnTo>
                    <a:pt x="1513951" y="1227024"/>
                  </a:lnTo>
                  <a:lnTo>
                    <a:pt x="1515168" y="1226538"/>
                  </a:lnTo>
                  <a:lnTo>
                    <a:pt x="1519168" y="1224940"/>
                  </a:lnTo>
                  <a:lnTo>
                    <a:pt x="1520559" y="1224384"/>
                  </a:lnTo>
                  <a:lnTo>
                    <a:pt x="1521080" y="1224175"/>
                  </a:lnTo>
                  <a:lnTo>
                    <a:pt x="1523167" y="1223341"/>
                  </a:lnTo>
                  <a:lnTo>
                    <a:pt x="1524906" y="1222646"/>
                  </a:lnTo>
                  <a:lnTo>
                    <a:pt x="1527862" y="1221465"/>
                  </a:lnTo>
                  <a:lnTo>
                    <a:pt x="1528384" y="1221256"/>
                  </a:lnTo>
                  <a:lnTo>
                    <a:pt x="1531862" y="1219866"/>
                  </a:lnTo>
                  <a:lnTo>
                    <a:pt x="1532036" y="1219796"/>
                  </a:lnTo>
                  <a:lnTo>
                    <a:pt x="1535514" y="1218405"/>
                  </a:lnTo>
                  <a:lnTo>
                    <a:pt x="1537253" y="1217710"/>
                  </a:lnTo>
                  <a:lnTo>
                    <a:pt x="1537601" y="1217571"/>
                  </a:lnTo>
                  <a:lnTo>
                    <a:pt x="1539514" y="1216806"/>
                  </a:lnTo>
                  <a:lnTo>
                    <a:pt x="1543165" y="1215345"/>
                  </a:lnTo>
                  <a:lnTo>
                    <a:pt x="1545078" y="1214580"/>
                  </a:lnTo>
                  <a:lnTo>
                    <a:pt x="1546991" y="1213815"/>
                  </a:lnTo>
                  <a:lnTo>
                    <a:pt x="1547165" y="1213746"/>
                  </a:lnTo>
                  <a:lnTo>
                    <a:pt x="1548730" y="1213119"/>
                  </a:lnTo>
                  <a:lnTo>
                    <a:pt x="1548904" y="1213050"/>
                  </a:lnTo>
                  <a:lnTo>
                    <a:pt x="1554295" y="1210893"/>
                  </a:lnTo>
                  <a:lnTo>
                    <a:pt x="1557947" y="1209432"/>
                  </a:lnTo>
                  <a:lnTo>
                    <a:pt x="1558121" y="1209362"/>
                  </a:lnTo>
                  <a:lnTo>
                    <a:pt x="1558642" y="1209153"/>
                  </a:lnTo>
                  <a:lnTo>
                    <a:pt x="1560729" y="1208318"/>
                  </a:lnTo>
                  <a:lnTo>
                    <a:pt x="1561772" y="1207900"/>
                  </a:lnTo>
                  <a:lnTo>
                    <a:pt x="1563338" y="1207274"/>
                  </a:lnTo>
                  <a:lnTo>
                    <a:pt x="1565077" y="1206578"/>
                  </a:lnTo>
                  <a:lnTo>
                    <a:pt x="1565424" y="1206439"/>
                  </a:lnTo>
                  <a:lnTo>
                    <a:pt x="1565946" y="1206230"/>
                  </a:lnTo>
                  <a:lnTo>
                    <a:pt x="1567337" y="1205673"/>
                  </a:lnTo>
                  <a:lnTo>
                    <a:pt x="1567511" y="1205603"/>
                  </a:lnTo>
                  <a:lnTo>
                    <a:pt x="1569076" y="1204977"/>
                  </a:lnTo>
                  <a:lnTo>
                    <a:pt x="1569424" y="1204837"/>
                  </a:lnTo>
                  <a:lnTo>
                    <a:pt x="1574641" y="1202749"/>
                  </a:lnTo>
                  <a:lnTo>
                    <a:pt x="1576554" y="1201983"/>
                  </a:lnTo>
                  <a:lnTo>
                    <a:pt x="1576902" y="1201843"/>
                  </a:lnTo>
                  <a:lnTo>
                    <a:pt x="1577249" y="1201704"/>
                  </a:lnTo>
                  <a:lnTo>
                    <a:pt x="1579858" y="1200659"/>
                  </a:lnTo>
                  <a:lnTo>
                    <a:pt x="1581771" y="1199893"/>
                  </a:lnTo>
                  <a:lnTo>
                    <a:pt x="1583510" y="1199196"/>
                  </a:lnTo>
                  <a:lnTo>
                    <a:pt x="1587683" y="1197524"/>
                  </a:lnTo>
                  <a:lnTo>
                    <a:pt x="1589944" y="1196619"/>
                  </a:lnTo>
                  <a:lnTo>
                    <a:pt x="1590466" y="1196410"/>
                  </a:lnTo>
                  <a:lnTo>
                    <a:pt x="1591857" y="1195852"/>
                  </a:lnTo>
                  <a:lnTo>
                    <a:pt x="1593248" y="1195295"/>
                  </a:lnTo>
                  <a:lnTo>
                    <a:pt x="1597074" y="1193762"/>
                  </a:lnTo>
                  <a:lnTo>
                    <a:pt x="1599334" y="1192856"/>
                  </a:lnTo>
                  <a:lnTo>
                    <a:pt x="1610464" y="1188394"/>
                  </a:lnTo>
                  <a:lnTo>
                    <a:pt x="1614290" y="1186860"/>
                  </a:lnTo>
                  <a:lnTo>
                    <a:pt x="1618811" y="1185046"/>
                  </a:lnTo>
                  <a:lnTo>
                    <a:pt x="1619333" y="1184837"/>
                  </a:lnTo>
                  <a:lnTo>
                    <a:pt x="1622810" y="1183442"/>
                  </a:lnTo>
                  <a:lnTo>
                    <a:pt x="1627332" y="1181628"/>
                  </a:lnTo>
                  <a:lnTo>
                    <a:pt x="1628375" y="1181209"/>
                  </a:lnTo>
                  <a:lnTo>
                    <a:pt x="1631158" y="1180093"/>
                  </a:lnTo>
                  <a:lnTo>
                    <a:pt x="1634809" y="1178627"/>
                  </a:lnTo>
                  <a:lnTo>
                    <a:pt x="1635679" y="1178278"/>
                  </a:lnTo>
                  <a:lnTo>
                    <a:pt x="1637592" y="1177510"/>
                  </a:lnTo>
                  <a:lnTo>
                    <a:pt x="1646113" y="1174090"/>
                  </a:lnTo>
                  <a:lnTo>
                    <a:pt x="1652373" y="1171576"/>
                  </a:lnTo>
                  <a:lnTo>
                    <a:pt x="1654460" y="1170738"/>
                  </a:lnTo>
                  <a:lnTo>
                    <a:pt x="1654634" y="1170668"/>
                  </a:lnTo>
                  <a:lnTo>
                    <a:pt x="1657938" y="1169341"/>
                  </a:lnTo>
                  <a:lnTo>
                    <a:pt x="1661590" y="1167874"/>
                  </a:lnTo>
                  <a:lnTo>
                    <a:pt x="1666111" y="1166057"/>
                  </a:lnTo>
                  <a:lnTo>
                    <a:pt x="1669589" y="1164660"/>
                  </a:lnTo>
                  <a:lnTo>
                    <a:pt x="1675501" y="1162283"/>
                  </a:lnTo>
                  <a:lnTo>
                    <a:pt x="1677762" y="1161375"/>
                  </a:lnTo>
                  <a:lnTo>
                    <a:pt x="1678458" y="1161095"/>
                  </a:lnTo>
                  <a:lnTo>
                    <a:pt x="1682631" y="1159417"/>
                  </a:lnTo>
                  <a:lnTo>
                    <a:pt x="1684196" y="1158788"/>
                  </a:lnTo>
                  <a:lnTo>
                    <a:pt x="1687153" y="1157599"/>
                  </a:lnTo>
                  <a:lnTo>
                    <a:pt x="1687500" y="1157459"/>
                  </a:lnTo>
                  <a:lnTo>
                    <a:pt x="1687848" y="1157319"/>
                  </a:lnTo>
                  <a:lnTo>
                    <a:pt x="1689065" y="1156830"/>
                  </a:lnTo>
                  <a:lnTo>
                    <a:pt x="1693065" y="1155221"/>
                  </a:lnTo>
                  <a:lnTo>
                    <a:pt x="1694456" y="1154662"/>
                  </a:lnTo>
                  <a:lnTo>
                    <a:pt x="1694978" y="1154452"/>
                  </a:lnTo>
                  <a:lnTo>
                    <a:pt x="1697065" y="1153613"/>
                  </a:lnTo>
                  <a:lnTo>
                    <a:pt x="1698804" y="1152913"/>
                  </a:lnTo>
                  <a:lnTo>
                    <a:pt x="1701760" y="1151724"/>
                  </a:lnTo>
                  <a:lnTo>
                    <a:pt x="1702282" y="1151514"/>
                  </a:lnTo>
                  <a:lnTo>
                    <a:pt x="1705760" y="1150114"/>
                  </a:lnTo>
                  <a:lnTo>
                    <a:pt x="1705933" y="1150044"/>
                  </a:lnTo>
                  <a:lnTo>
                    <a:pt x="1709411" y="1148645"/>
                  </a:lnTo>
                  <a:lnTo>
                    <a:pt x="1711150" y="1147945"/>
                  </a:lnTo>
                  <a:lnTo>
                    <a:pt x="1711498" y="1147805"/>
                  </a:lnTo>
                  <a:lnTo>
                    <a:pt x="1713411" y="1147035"/>
                  </a:lnTo>
                  <a:lnTo>
                    <a:pt x="1717063" y="1145565"/>
                  </a:lnTo>
                  <a:lnTo>
                    <a:pt x="1718976" y="1144795"/>
                  </a:lnTo>
                  <a:lnTo>
                    <a:pt x="1720889" y="1144025"/>
                  </a:lnTo>
                  <a:lnTo>
                    <a:pt x="1721063" y="1143955"/>
                  </a:lnTo>
                  <a:lnTo>
                    <a:pt x="1722628" y="1143325"/>
                  </a:lnTo>
                  <a:lnTo>
                    <a:pt x="1722802" y="1143255"/>
                  </a:lnTo>
                  <a:lnTo>
                    <a:pt x="1728192" y="1141084"/>
                  </a:lnTo>
                  <a:lnTo>
                    <a:pt x="1731844" y="1139613"/>
                  </a:lnTo>
                  <a:lnTo>
                    <a:pt x="1732018" y="1139543"/>
                  </a:lnTo>
                  <a:lnTo>
                    <a:pt x="1732540" y="1139333"/>
                  </a:lnTo>
                  <a:lnTo>
                    <a:pt x="1734627" y="1138493"/>
                  </a:lnTo>
                  <a:lnTo>
                    <a:pt x="1735670" y="1138072"/>
                  </a:lnTo>
                  <a:lnTo>
                    <a:pt x="1737235" y="1137442"/>
                  </a:lnTo>
                  <a:lnTo>
                    <a:pt x="1738974" y="1136741"/>
                  </a:lnTo>
                  <a:lnTo>
                    <a:pt x="1739322" y="1136601"/>
                  </a:lnTo>
                  <a:lnTo>
                    <a:pt x="1739843" y="1136391"/>
                  </a:lnTo>
                  <a:lnTo>
                    <a:pt x="1741235" y="1135830"/>
                  </a:lnTo>
                  <a:lnTo>
                    <a:pt x="1741409" y="1135760"/>
                  </a:lnTo>
                  <a:lnTo>
                    <a:pt x="1742974" y="1135130"/>
                  </a:lnTo>
                  <a:lnTo>
                    <a:pt x="1743321" y="1134990"/>
                  </a:lnTo>
                  <a:lnTo>
                    <a:pt x="1748538" y="1132887"/>
                  </a:lnTo>
                  <a:lnTo>
                    <a:pt x="1750451" y="1132116"/>
                  </a:lnTo>
                  <a:lnTo>
                    <a:pt x="1750799" y="1131976"/>
                  </a:lnTo>
                  <a:lnTo>
                    <a:pt x="1751147" y="1131836"/>
                  </a:lnTo>
                  <a:lnTo>
                    <a:pt x="1753755" y="1130785"/>
                  </a:lnTo>
                  <a:lnTo>
                    <a:pt x="1755668" y="1130014"/>
                  </a:lnTo>
                  <a:lnTo>
                    <a:pt x="1757407" y="1129313"/>
                  </a:lnTo>
                  <a:lnTo>
                    <a:pt x="1761581" y="1127630"/>
                  </a:lnTo>
                  <a:lnTo>
                    <a:pt x="1763841" y="1126718"/>
                  </a:lnTo>
                  <a:lnTo>
                    <a:pt x="1764363" y="1126508"/>
                  </a:lnTo>
                  <a:lnTo>
                    <a:pt x="1765754" y="1125947"/>
                  </a:lnTo>
                  <a:lnTo>
                    <a:pt x="1767145" y="1125386"/>
                  </a:lnTo>
                  <a:lnTo>
                    <a:pt x="1770971" y="1123843"/>
                  </a:lnTo>
                  <a:lnTo>
                    <a:pt x="1773232" y="1122931"/>
                  </a:lnTo>
                  <a:lnTo>
                    <a:pt x="1784361" y="1118441"/>
                  </a:lnTo>
                  <a:lnTo>
                    <a:pt x="1788187" y="1116897"/>
                  </a:lnTo>
                  <a:lnTo>
                    <a:pt x="1792708" y="1115072"/>
                  </a:lnTo>
                  <a:lnTo>
                    <a:pt x="1793230" y="1114862"/>
                  </a:lnTo>
                  <a:lnTo>
                    <a:pt x="1796708" y="1113458"/>
                  </a:lnTo>
                  <a:lnTo>
                    <a:pt x="1801229" y="1111632"/>
                  </a:lnTo>
                  <a:lnTo>
                    <a:pt x="1802273" y="1111211"/>
                  </a:lnTo>
                  <a:lnTo>
                    <a:pt x="1805055" y="1110088"/>
                  </a:lnTo>
                  <a:lnTo>
                    <a:pt x="1808707" y="1108613"/>
                  </a:lnTo>
                  <a:lnTo>
                    <a:pt x="1809576" y="1108262"/>
                  </a:lnTo>
                  <a:lnTo>
                    <a:pt x="1811489" y="1107489"/>
                  </a:lnTo>
                  <a:lnTo>
                    <a:pt x="1820010" y="1104047"/>
                  </a:lnTo>
                  <a:lnTo>
                    <a:pt x="1826270" y="1101517"/>
                  </a:lnTo>
                  <a:lnTo>
                    <a:pt x="1828357" y="1100674"/>
                  </a:lnTo>
                  <a:lnTo>
                    <a:pt x="1828531" y="1100604"/>
                  </a:lnTo>
                  <a:lnTo>
                    <a:pt x="1831835" y="1099268"/>
                  </a:lnTo>
                  <a:lnTo>
                    <a:pt x="1835487" y="1097792"/>
                  </a:lnTo>
                  <a:lnTo>
                    <a:pt x="1840008" y="1095964"/>
                  </a:lnTo>
                  <a:lnTo>
                    <a:pt x="1843486" y="1094558"/>
                  </a:lnTo>
                  <a:lnTo>
                    <a:pt x="1849399" y="1092167"/>
                  </a:lnTo>
                  <a:lnTo>
                    <a:pt x="1851660" y="1091252"/>
                  </a:lnTo>
                  <a:lnTo>
                    <a:pt x="1852355" y="1090971"/>
                  </a:lnTo>
                  <a:lnTo>
                    <a:pt x="1858094" y="1088650"/>
                  </a:lnTo>
                  <a:lnTo>
                    <a:pt x="1861050" y="1087454"/>
                  </a:lnTo>
                  <a:lnTo>
                    <a:pt x="1861398" y="1087313"/>
                  </a:lnTo>
                  <a:lnTo>
                    <a:pt x="1861746" y="1087172"/>
                  </a:lnTo>
                  <a:lnTo>
                    <a:pt x="1862963" y="1086680"/>
                  </a:lnTo>
                  <a:lnTo>
                    <a:pt x="1866962" y="1085061"/>
                  </a:lnTo>
                  <a:lnTo>
                    <a:pt x="1868354" y="1084498"/>
                  </a:lnTo>
                  <a:lnTo>
                    <a:pt x="1868875" y="1084287"/>
                  </a:lnTo>
                  <a:lnTo>
                    <a:pt x="1870962" y="1083442"/>
                  </a:lnTo>
                  <a:lnTo>
                    <a:pt x="1872701" y="1082739"/>
                  </a:lnTo>
                  <a:lnTo>
                    <a:pt x="1875657" y="1081542"/>
                  </a:lnTo>
                  <a:lnTo>
                    <a:pt x="1876179" y="1081331"/>
                  </a:lnTo>
                  <a:lnTo>
                    <a:pt x="1879657" y="1079923"/>
                  </a:lnTo>
                  <a:lnTo>
                    <a:pt x="1879831" y="1079852"/>
                  </a:lnTo>
                  <a:lnTo>
                    <a:pt x="1883309" y="1078444"/>
                  </a:lnTo>
                  <a:lnTo>
                    <a:pt x="1885048" y="1077740"/>
                  </a:lnTo>
                  <a:lnTo>
                    <a:pt x="1885396" y="1077599"/>
                  </a:lnTo>
                  <a:lnTo>
                    <a:pt x="1887308" y="1076824"/>
                  </a:lnTo>
                  <a:lnTo>
                    <a:pt x="1890960" y="1075345"/>
                  </a:lnTo>
                  <a:lnTo>
                    <a:pt x="1892873" y="1074571"/>
                  </a:lnTo>
                  <a:lnTo>
                    <a:pt x="1894786" y="1073796"/>
                  </a:lnTo>
                  <a:lnTo>
                    <a:pt x="1894960" y="1073725"/>
                  </a:lnTo>
                  <a:lnTo>
                    <a:pt x="1896525" y="1073091"/>
                  </a:lnTo>
                  <a:lnTo>
                    <a:pt x="1896699" y="1073021"/>
                  </a:lnTo>
                  <a:lnTo>
                    <a:pt x="1902090" y="1070837"/>
                  </a:lnTo>
                  <a:lnTo>
                    <a:pt x="1905742" y="1069357"/>
                  </a:lnTo>
                  <a:lnTo>
                    <a:pt x="1905916" y="1069287"/>
                  </a:lnTo>
                  <a:lnTo>
                    <a:pt x="1906437" y="1069075"/>
                  </a:lnTo>
                  <a:lnTo>
                    <a:pt x="1908524" y="1068230"/>
                  </a:lnTo>
                  <a:lnTo>
                    <a:pt x="1909567" y="1067807"/>
                  </a:lnTo>
                  <a:lnTo>
                    <a:pt x="1911132" y="1067173"/>
                  </a:lnTo>
                  <a:lnTo>
                    <a:pt x="1912871" y="1066468"/>
                  </a:lnTo>
                  <a:lnTo>
                    <a:pt x="1913219" y="1066327"/>
                  </a:lnTo>
                  <a:lnTo>
                    <a:pt x="1913741" y="1066115"/>
                  </a:lnTo>
                  <a:lnTo>
                    <a:pt x="1915132" y="1065551"/>
                  </a:lnTo>
                  <a:lnTo>
                    <a:pt x="1915306" y="1065481"/>
                  </a:lnTo>
                  <a:lnTo>
                    <a:pt x="1916871" y="1064846"/>
                  </a:lnTo>
                  <a:lnTo>
                    <a:pt x="1917219" y="1064705"/>
                  </a:lnTo>
                  <a:lnTo>
                    <a:pt x="1922436" y="1062590"/>
                  </a:lnTo>
                  <a:lnTo>
                    <a:pt x="1924349" y="1061815"/>
                  </a:lnTo>
                  <a:lnTo>
                    <a:pt x="1924696" y="1061674"/>
                  </a:lnTo>
                  <a:lnTo>
                    <a:pt x="1925044" y="1061533"/>
                  </a:lnTo>
                  <a:lnTo>
                    <a:pt x="1927653" y="1060475"/>
                  </a:lnTo>
                  <a:lnTo>
                    <a:pt x="1929566" y="1059699"/>
                  </a:lnTo>
                  <a:lnTo>
                    <a:pt x="1931305" y="1058994"/>
                  </a:lnTo>
                  <a:lnTo>
                    <a:pt x="1935478" y="1057301"/>
                  </a:lnTo>
                  <a:lnTo>
                    <a:pt x="1937739" y="1056384"/>
                  </a:lnTo>
                  <a:lnTo>
                    <a:pt x="1938260" y="1056173"/>
                  </a:lnTo>
                  <a:lnTo>
                    <a:pt x="1939652" y="1055608"/>
                  </a:lnTo>
                  <a:lnTo>
                    <a:pt x="1941043" y="1055044"/>
                  </a:lnTo>
                  <a:lnTo>
                    <a:pt x="1944869" y="1053492"/>
                  </a:lnTo>
                  <a:lnTo>
                    <a:pt x="1947129" y="1052574"/>
                  </a:lnTo>
                  <a:lnTo>
                    <a:pt x="1958259" y="1048057"/>
                  </a:lnTo>
                  <a:lnTo>
                    <a:pt x="1962084" y="1046504"/>
                  </a:lnTo>
                  <a:lnTo>
                    <a:pt x="1966606" y="1044668"/>
                  </a:lnTo>
                  <a:lnTo>
                    <a:pt x="1967127" y="1044457"/>
                  </a:lnTo>
                  <a:lnTo>
                    <a:pt x="1970605" y="1043044"/>
                  </a:lnTo>
                  <a:lnTo>
                    <a:pt x="1975127" y="1041208"/>
                  </a:lnTo>
                  <a:lnTo>
                    <a:pt x="1976170" y="1040784"/>
                  </a:lnTo>
                  <a:lnTo>
                    <a:pt x="1978952" y="1039654"/>
                  </a:lnTo>
                  <a:lnTo>
                    <a:pt x="1982604" y="1038171"/>
                  </a:lnTo>
                  <a:lnTo>
                    <a:pt x="1983474" y="1037817"/>
                  </a:lnTo>
                  <a:lnTo>
                    <a:pt x="1985387" y="1037040"/>
                  </a:lnTo>
                  <a:lnTo>
                    <a:pt x="1993908" y="1033578"/>
                  </a:lnTo>
                  <a:lnTo>
                    <a:pt x="2000168" y="1031033"/>
                  </a:lnTo>
                  <a:lnTo>
                    <a:pt x="2002255" y="1030185"/>
                  </a:lnTo>
                  <a:lnTo>
                    <a:pt x="2002429" y="1030114"/>
                  </a:lnTo>
                  <a:lnTo>
                    <a:pt x="2005733" y="1028771"/>
                  </a:lnTo>
                  <a:lnTo>
                    <a:pt x="2009385" y="1027286"/>
                  </a:lnTo>
                  <a:lnTo>
                    <a:pt x="2013906" y="1025448"/>
                  </a:lnTo>
                  <a:lnTo>
                    <a:pt x="2017384" y="1024033"/>
                  </a:lnTo>
                  <a:lnTo>
                    <a:pt x="2023296" y="1021628"/>
                  </a:lnTo>
                  <a:lnTo>
                    <a:pt x="2025557" y="1020709"/>
                  </a:lnTo>
                  <a:lnTo>
                    <a:pt x="2026253" y="1020426"/>
                  </a:lnTo>
                  <a:lnTo>
                    <a:pt x="2030426" y="1018728"/>
                  </a:lnTo>
                  <a:lnTo>
                    <a:pt x="2034947" y="1016888"/>
                  </a:lnTo>
                  <a:lnTo>
                    <a:pt x="2035295" y="1016746"/>
                  </a:lnTo>
                  <a:lnTo>
                    <a:pt x="2035643" y="1016605"/>
                  </a:lnTo>
                  <a:lnTo>
                    <a:pt x="2036860" y="1016109"/>
                  </a:lnTo>
                  <a:lnTo>
                    <a:pt x="2040860" y="1014482"/>
                  </a:lnTo>
                  <a:lnTo>
                    <a:pt x="2042251" y="1013915"/>
                  </a:lnTo>
                  <a:lnTo>
                    <a:pt x="2042773" y="1013703"/>
                  </a:lnTo>
                  <a:lnTo>
                    <a:pt x="2044860" y="1012854"/>
                  </a:lnTo>
                  <a:lnTo>
                    <a:pt x="2046599" y="1012146"/>
                  </a:lnTo>
                  <a:lnTo>
                    <a:pt x="2049555" y="1010942"/>
                  </a:lnTo>
                  <a:lnTo>
                    <a:pt x="2050077" y="1010730"/>
                  </a:lnTo>
                  <a:lnTo>
                    <a:pt x="2053554" y="1009314"/>
                  </a:lnTo>
                  <a:lnTo>
                    <a:pt x="2053728" y="1009243"/>
                  </a:lnTo>
                  <a:lnTo>
                    <a:pt x="2057206" y="1007827"/>
                  </a:lnTo>
                  <a:lnTo>
                    <a:pt x="2058945" y="1007118"/>
                  </a:lnTo>
                  <a:lnTo>
                    <a:pt x="2059293" y="1006977"/>
                  </a:lnTo>
                  <a:lnTo>
                    <a:pt x="2061206" y="1006198"/>
                  </a:lnTo>
                  <a:lnTo>
                    <a:pt x="2064858" y="1004710"/>
                  </a:lnTo>
                  <a:lnTo>
                    <a:pt x="2066771" y="1003931"/>
                  </a:lnTo>
                  <a:lnTo>
                    <a:pt x="2068684" y="1003152"/>
                  </a:lnTo>
                  <a:lnTo>
                    <a:pt x="2068857" y="1003081"/>
                  </a:lnTo>
                  <a:lnTo>
                    <a:pt x="2070423" y="1002443"/>
                  </a:lnTo>
                  <a:lnTo>
                    <a:pt x="2070596" y="1002373"/>
                  </a:lnTo>
                  <a:lnTo>
                    <a:pt x="2075987" y="1000176"/>
                  </a:lnTo>
                  <a:lnTo>
                    <a:pt x="2079639" y="998688"/>
                  </a:lnTo>
                  <a:lnTo>
                    <a:pt x="2079813" y="998617"/>
                  </a:lnTo>
                  <a:lnTo>
                    <a:pt x="2080335" y="998405"/>
                  </a:lnTo>
                  <a:lnTo>
                    <a:pt x="2082421" y="997554"/>
                  </a:lnTo>
                  <a:lnTo>
                    <a:pt x="2083465" y="997129"/>
                  </a:lnTo>
                  <a:lnTo>
                    <a:pt x="2085030" y="996491"/>
                  </a:lnTo>
                  <a:lnTo>
                    <a:pt x="2086769" y="995782"/>
                  </a:lnTo>
                  <a:lnTo>
                    <a:pt x="2087117" y="995641"/>
                  </a:lnTo>
                  <a:lnTo>
                    <a:pt x="2087638" y="995428"/>
                  </a:lnTo>
                  <a:lnTo>
                    <a:pt x="2089030" y="994861"/>
                  </a:lnTo>
                  <a:lnTo>
                    <a:pt x="2089203" y="994790"/>
                  </a:lnTo>
                  <a:lnTo>
                    <a:pt x="2090769" y="994152"/>
                  </a:lnTo>
                  <a:lnTo>
                    <a:pt x="2091116" y="994010"/>
                  </a:lnTo>
                  <a:lnTo>
                    <a:pt x="2096333" y="991883"/>
                  </a:lnTo>
                  <a:lnTo>
                    <a:pt x="2098246" y="991103"/>
                  </a:lnTo>
                  <a:lnTo>
                    <a:pt x="2098594" y="990961"/>
                  </a:lnTo>
                  <a:lnTo>
                    <a:pt x="2098942" y="990820"/>
                  </a:lnTo>
                  <a:lnTo>
                    <a:pt x="2101550" y="989756"/>
                  </a:lnTo>
                  <a:lnTo>
                    <a:pt x="2103463" y="988976"/>
                  </a:lnTo>
                  <a:lnTo>
                    <a:pt x="2105202" y="988267"/>
                  </a:lnTo>
                  <a:lnTo>
                    <a:pt x="2109376" y="986565"/>
                  </a:lnTo>
                  <a:lnTo>
                    <a:pt x="2111636" y="985642"/>
                  </a:lnTo>
                  <a:lnTo>
                    <a:pt x="2112158" y="985430"/>
                  </a:lnTo>
                  <a:lnTo>
                    <a:pt x="2113549" y="984862"/>
                  </a:lnTo>
                  <a:lnTo>
                    <a:pt x="2114940" y="984295"/>
                  </a:lnTo>
                  <a:lnTo>
                    <a:pt x="2118766" y="982734"/>
                  </a:lnTo>
                  <a:lnTo>
                    <a:pt x="2121027" y="981811"/>
                  </a:lnTo>
                  <a:lnTo>
                    <a:pt x="2132156" y="977269"/>
                  </a:lnTo>
                  <a:lnTo>
                    <a:pt x="2135982" y="975708"/>
                  </a:lnTo>
                  <a:lnTo>
                    <a:pt x="2141025" y="973649"/>
                  </a:lnTo>
                  <a:lnTo>
                    <a:pt x="2144503" y="972229"/>
                  </a:lnTo>
                  <a:lnTo>
                    <a:pt x="2149024" y="970383"/>
                  </a:lnTo>
                  <a:lnTo>
                    <a:pt x="2150068" y="969957"/>
                  </a:lnTo>
                  <a:lnTo>
                    <a:pt x="2152850" y="968820"/>
                  </a:lnTo>
                  <a:lnTo>
                    <a:pt x="2156502" y="967329"/>
                  </a:lnTo>
                  <a:lnTo>
                    <a:pt x="2157371" y="966974"/>
                  </a:lnTo>
                  <a:lnTo>
                    <a:pt x="2159284" y="966192"/>
                  </a:lnTo>
                  <a:lnTo>
                    <a:pt x="2167805" y="962711"/>
                  </a:lnTo>
                  <a:lnTo>
                    <a:pt x="2174065" y="960153"/>
                  </a:lnTo>
                  <a:lnTo>
                    <a:pt x="2176152" y="959300"/>
                  </a:lnTo>
                  <a:lnTo>
                    <a:pt x="2176326" y="959229"/>
                  </a:lnTo>
                  <a:lnTo>
                    <a:pt x="2179630" y="957878"/>
                  </a:lnTo>
                  <a:lnTo>
                    <a:pt x="2183282" y="956386"/>
                  </a:lnTo>
                  <a:lnTo>
                    <a:pt x="2187803" y="954537"/>
                  </a:lnTo>
                  <a:lnTo>
                    <a:pt x="2191281" y="953115"/>
                  </a:lnTo>
                  <a:lnTo>
                    <a:pt x="2197194" y="950698"/>
                  </a:lnTo>
                  <a:lnTo>
                    <a:pt x="2199454" y="949773"/>
                  </a:lnTo>
                  <a:lnTo>
                    <a:pt x="2200150" y="949489"/>
                  </a:lnTo>
                  <a:lnTo>
                    <a:pt x="2204324" y="947782"/>
                  </a:lnTo>
                  <a:lnTo>
                    <a:pt x="2205889" y="947141"/>
                  </a:lnTo>
                  <a:lnTo>
                    <a:pt x="2208845" y="945932"/>
                  </a:lnTo>
                  <a:lnTo>
                    <a:pt x="2209193" y="945790"/>
                  </a:lnTo>
                  <a:lnTo>
                    <a:pt x="2209540" y="945647"/>
                  </a:lnTo>
                  <a:lnTo>
                    <a:pt x="2210758" y="945149"/>
                  </a:lnTo>
                  <a:lnTo>
                    <a:pt x="2214757" y="943513"/>
                  </a:lnTo>
                  <a:lnTo>
                    <a:pt x="2216149" y="942944"/>
                  </a:lnTo>
                  <a:lnTo>
                    <a:pt x="2216670" y="942730"/>
                  </a:lnTo>
                  <a:lnTo>
                    <a:pt x="2218757" y="941876"/>
                  </a:lnTo>
                  <a:lnTo>
                    <a:pt x="2220496" y="941165"/>
                  </a:lnTo>
                  <a:lnTo>
                    <a:pt x="2223452" y="939955"/>
                  </a:lnTo>
                  <a:lnTo>
                    <a:pt x="2223974" y="939742"/>
                  </a:lnTo>
                  <a:lnTo>
                    <a:pt x="2227452" y="938318"/>
                  </a:lnTo>
                  <a:lnTo>
                    <a:pt x="2227626" y="938247"/>
                  </a:lnTo>
                  <a:lnTo>
                    <a:pt x="2231104" y="936823"/>
                  </a:lnTo>
                  <a:lnTo>
                    <a:pt x="2232843" y="936111"/>
                  </a:lnTo>
                  <a:lnTo>
                    <a:pt x="2233191" y="935969"/>
                  </a:lnTo>
                  <a:lnTo>
                    <a:pt x="2235103" y="935186"/>
                  </a:lnTo>
                  <a:lnTo>
                    <a:pt x="2238755" y="933691"/>
                  </a:lnTo>
                  <a:lnTo>
                    <a:pt x="2240668" y="932908"/>
                  </a:lnTo>
                  <a:lnTo>
                    <a:pt x="2242581" y="932124"/>
                  </a:lnTo>
                  <a:lnTo>
                    <a:pt x="2242755" y="932053"/>
                  </a:lnTo>
                  <a:lnTo>
                    <a:pt x="2244320" y="931412"/>
                  </a:lnTo>
                  <a:lnTo>
                    <a:pt x="2244494" y="931341"/>
                  </a:lnTo>
                  <a:lnTo>
                    <a:pt x="2249885" y="929133"/>
                  </a:lnTo>
                  <a:lnTo>
                    <a:pt x="2253537" y="927638"/>
                  </a:lnTo>
                  <a:lnTo>
                    <a:pt x="2253710" y="927566"/>
                  </a:lnTo>
                  <a:lnTo>
                    <a:pt x="2254232" y="927353"/>
                  </a:lnTo>
                  <a:lnTo>
                    <a:pt x="2256319" y="926498"/>
                  </a:lnTo>
                  <a:lnTo>
                    <a:pt x="2257362" y="926070"/>
                  </a:lnTo>
                  <a:lnTo>
                    <a:pt x="2258927" y="925429"/>
                  </a:lnTo>
                  <a:lnTo>
                    <a:pt x="2260666" y="924717"/>
                  </a:lnTo>
                  <a:lnTo>
                    <a:pt x="2261014" y="924574"/>
                  </a:lnTo>
                  <a:lnTo>
                    <a:pt x="2261536" y="924361"/>
                  </a:lnTo>
                  <a:lnTo>
                    <a:pt x="2262927" y="923791"/>
                  </a:lnTo>
                  <a:lnTo>
                    <a:pt x="2263101" y="923719"/>
                  </a:lnTo>
                  <a:lnTo>
                    <a:pt x="2264666" y="923078"/>
                  </a:lnTo>
                  <a:lnTo>
                    <a:pt x="2265014" y="922936"/>
                  </a:lnTo>
                  <a:lnTo>
                    <a:pt x="2270231" y="920798"/>
                  </a:lnTo>
                  <a:lnTo>
                    <a:pt x="2272144" y="920014"/>
                  </a:lnTo>
                  <a:lnTo>
                    <a:pt x="2272491" y="919871"/>
                  </a:lnTo>
                  <a:lnTo>
                    <a:pt x="2272839" y="919729"/>
                  </a:lnTo>
                  <a:lnTo>
                    <a:pt x="2275448" y="918660"/>
                  </a:lnTo>
                  <a:lnTo>
                    <a:pt x="2277360" y="917876"/>
                  </a:lnTo>
                  <a:lnTo>
                    <a:pt x="2279099" y="917163"/>
                  </a:lnTo>
                  <a:lnTo>
                    <a:pt x="2283273" y="915452"/>
                  </a:lnTo>
                  <a:lnTo>
                    <a:pt x="2285534" y="914525"/>
                  </a:lnTo>
                  <a:lnTo>
                    <a:pt x="2286055" y="914312"/>
                  </a:lnTo>
                  <a:lnTo>
                    <a:pt x="2287447" y="913741"/>
                  </a:lnTo>
                  <a:lnTo>
                    <a:pt x="2288838" y="913171"/>
                  </a:lnTo>
                  <a:lnTo>
                    <a:pt x="2292663" y="911602"/>
                  </a:lnTo>
                  <a:lnTo>
                    <a:pt x="2294924" y="910675"/>
                  </a:lnTo>
                  <a:lnTo>
                    <a:pt x="2306054" y="906111"/>
                  </a:lnTo>
                  <a:lnTo>
                    <a:pt x="2309879" y="904541"/>
                  </a:lnTo>
                  <a:lnTo>
                    <a:pt x="2314401" y="902686"/>
                  </a:lnTo>
                  <a:lnTo>
                    <a:pt x="2314922" y="902472"/>
                  </a:lnTo>
                  <a:lnTo>
                    <a:pt x="2318400" y="901045"/>
                  </a:lnTo>
                  <a:lnTo>
                    <a:pt x="2322922" y="899190"/>
                  </a:lnTo>
                  <a:lnTo>
                    <a:pt x="2323965" y="898762"/>
                  </a:lnTo>
                  <a:lnTo>
                    <a:pt x="2326747" y="897620"/>
                  </a:lnTo>
                  <a:lnTo>
                    <a:pt x="2330399" y="896121"/>
                  </a:lnTo>
                  <a:lnTo>
                    <a:pt x="2331269" y="895764"/>
                  </a:lnTo>
                  <a:lnTo>
                    <a:pt x="2333182" y="894979"/>
                  </a:lnTo>
                  <a:lnTo>
                    <a:pt x="2341703" y="891480"/>
                  </a:lnTo>
                  <a:lnTo>
                    <a:pt x="2347963" y="888910"/>
                  </a:lnTo>
                  <a:lnTo>
                    <a:pt x="2350050" y="888053"/>
                  </a:lnTo>
                  <a:lnTo>
                    <a:pt x="2350223" y="887981"/>
                  </a:lnTo>
                  <a:lnTo>
                    <a:pt x="2353528" y="886624"/>
                  </a:lnTo>
                  <a:lnTo>
                    <a:pt x="2357179" y="885125"/>
                  </a:lnTo>
                  <a:lnTo>
                    <a:pt x="2361701" y="883267"/>
                  </a:lnTo>
                  <a:lnTo>
                    <a:pt x="2365179" y="881838"/>
                  </a:lnTo>
                  <a:lnTo>
                    <a:pt x="2371091" y="879409"/>
                  </a:lnTo>
                  <a:lnTo>
                    <a:pt x="2373352" y="878480"/>
                  </a:lnTo>
                  <a:lnTo>
                    <a:pt x="2378221" y="876479"/>
                  </a:lnTo>
                  <a:lnTo>
                    <a:pt x="2379786" y="875836"/>
                  </a:lnTo>
                  <a:lnTo>
                    <a:pt x="2382742" y="874621"/>
                  </a:lnTo>
                  <a:lnTo>
                    <a:pt x="2383090" y="874478"/>
                  </a:lnTo>
                  <a:lnTo>
                    <a:pt x="2383438" y="874335"/>
                  </a:lnTo>
                  <a:lnTo>
                    <a:pt x="2384655" y="873835"/>
                  </a:lnTo>
                  <a:lnTo>
                    <a:pt x="2388655" y="872191"/>
                  </a:lnTo>
                  <a:lnTo>
                    <a:pt x="2390046" y="871619"/>
                  </a:lnTo>
                  <a:lnTo>
                    <a:pt x="2390568" y="871404"/>
                  </a:lnTo>
                  <a:lnTo>
                    <a:pt x="2392654" y="870546"/>
                  </a:lnTo>
                  <a:lnTo>
                    <a:pt x="2394393" y="869831"/>
                  </a:lnTo>
                  <a:lnTo>
                    <a:pt x="2397350" y="868616"/>
                  </a:lnTo>
                  <a:lnTo>
                    <a:pt x="2397871" y="868401"/>
                  </a:lnTo>
                  <a:lnTo>
                    <a:pt x="2401349" y="866971"/>
                  </a:lnTo>
                  <a:lnTo>
                    <a:pt x="2401523" y="866900"/>
                  </a:lnTo>
                  <a:lnTo>
                    <a:pt x="2405001" y="865469"/>
                  </a:lnTo>
                  <a:lnTo>
                    <a:pt x="2406740" y="864754"/>
                  </a:lnTo>
                  <a:lnTo>
                    <a:pt x="2407088" y="864611"/>
                  </a:lnTo>
                  <a:lnTo>
                    <a:pt x="2409001" y="863824"/>
                  </a:lnTo>
                  <a:lnTo>
                    <a:pt x="2412653" y="862322"/>
                  </a:lnTo>
                  <a:lnTo>
                    <a:pt x="2414566" y="861535"/>
                  </a:lnTo>
                  <a:lnTo>
                    <a:pt x="2416478" y="860749"/>
                  </a:lnTo>
                  <a:lnTo>
                    <a:pt x="2416652" y="860677"/>
                  </a:lnTo>
                  <a:lnTo>
                    <a:pt x="2418391" y="859962"/>
                  </a:lnTo>
                  <a:lnTo>
                    <a:pt x="2423782" y="857744"/>
                  </a:lnTo>
                  <a:lnTo>
                    <a:pt x="2427434" y="856241"/>
                  </a:lnTo>
                  <a:lnTo>
                    <a:pt x="2427608" y="856170"/>
                  </a:lnTo>
                  <a:lnTo>
                    <a:pt x="2428130" y="855955"/>
                  </a:lnTo>
                  <a:lnTo>
                    <a:pt x="2430216" y="855096"/>
                  </a:lnTo>
                  <a:lnTo>
                    <a:pt x="2431260" y="854667"/>
                  </a:lnTo>
                  <a:lnTo>
                    <a:pt x="2432825" y="854023"/>
                  </a:lnTo>
                  <a:lnTo>
                    <a:pt x="2434564" y="853307"/>
                  </a:lnTo>
                  <a:lnTo>
                    <a:pt x="2434912" y="853164"/>
                  </a:lnTo>
                  <a:lnTo>
                    <a:pt x="2435433" y="852949"/>
                  </a:lnTo>
                  <a:lnTo>
                    <a:pt x="2436824" y="852377"/>
                  </a:lnTo>
                  <a:lnTo>
                    <a:pt x="2436998" y="852305"/>
                  </a:lnTo>
                  <a:lnTo>
                    <a:pt x="2438563" y="851661"/>
                  </a:lnTo>
                  <a:lnTo>
                    <a:pt x="2438911" y="851518"/>
                  </a:lnTo>
                  <a:lnTo>
                    <a:pt x="2444128" y="849370"/>
                  </a:lnTo>
                  <a:lnTo>
                    <a:pt x="2446041" y="848583"/>
                  </a:lnTo>
                  <a:lnTo>
                    <a:pt x="2446389" y="848440"/>
                  </a:lnTo>
                  <a:lnTo>
                    <a:pt x="2446737" y="848296"/>
                  </a:lnTo>
                  <a:lnTo>
                    <a:pt x="2449345" y="847222"/>
                  </a:lnTo>
                  <a:lnTo>
                    <a:pt x="2451258" y="846435"/>
                  </a:lnTo>
                  <a:lnTo>
                    <a:pt x="2452997" y="845719"/>
                  </a:lnTo>
                  <a:lnTo>
                    <a:pt x="2457170" y="844000"/>
                  </a:lnTo>
                  <a:lnTo>
                    <a:pt x="2459431" y="843069"/>
                  </a:lnTo>
                  <a:lnTo>
                    <a:pt x="2459953" y="842855"/>
                  </a:lnTo>
                  <a:lnTo>
                    <a:pt x="2461344" y="842282"/>
                  </a:lnTo>
                  <a:lnTo>
                    <a:pt x="2462735" y="841709"/>
                  </a:lnTo>
                  <a:lnTo>
                    <a:pt x="2466561" y="840133"/>
                  </a:lnTo>
                  <a:lnTo>
                    <a:pt x="2468822" y="839202"/>
                  </a:lnTo>
                  <a:lnTo>
                    <a:pt x="2479951" y="834617"/>
                  </a:lnTo>
                  <a:lnTo>
                    <a:pt x="2483777" y="833041"/>
                  </a:lnTo>
                  <a:lnTo>
                    <a:pt x="2488298" y="831177"/>
                  </a:lnTo>
                  <a:lnTo>
                    <a:pt x="2488820" y="830962"/>
                  </a:lnTo>
                  <a:lnTo>
                    <a:pt x="2492298" y="829529"/>
                  </a:lnTo>
                  <a:lnTo>
                    <a:pt x="2496819" y="827666"/>
                  </a:lnTo>
                  <a:lnTo>
                    <a:pt x="2497862" y="827236"/>
                  </a:lnTo>
                  <a:lnTo>
                    <a:pt x="2500645" y="826089"/>
                  </a:lnTo>
                  <a:lnTo>
                    <a:pt x="2504297" y="824583"/>
                  </a:lnTo>
                  <a:lnTo>
                    <a:pt x="2505166" y="824225"/>
                  </a:lnTo>
                  <a:lnTo>
                    <a:pt x="2507079" y="823436"/>
                  </a:lnTo>
                  <a:lnTo>
                    <a:pt x="2515600" y="819923"/>
                  </a:lnTo>
                  <a:lnTo>
                    <a:pt x="2521860" y="817341"/>
                  </a:lnTo>
                  <a:lnTo>
                    <a:pt x="2523947" y="816480"/>
                  </a:lnTo>
                  <a:lnTo>
                    <a:pt x="2524121" y="816409"/>
                  </a:lnTo>
                  <a:lnTo>
                    <a:pt x="2527425" y="815046"/>
                  </a:lnTo>
                  <a:lnTo>
                    <a:pt x="2531077" y="813540"/>
                  </a:lnTo>
                  <a:lnTo>
                    <a:pt x="2535598" y="811674"/>
                  </a:lnTo>
                  <a:lnTo>
                    <a:pt x="2539076" y="810239"/>
                  </a:lnTo>
                  <a:lnTo>
                    <a:pt x="2544989" y="807800"/>
                  </a:lnTo>
                  <a:lnTo>
                    <a:pt x="2547249" y="806867"/>
                  </a:lnTo>
                  <a:lnTo>
                    <a:pt x="2547945" y="806580"/>
                  </a:lnTo>
                  <a:lnTo>
                    <a:pt x="2552118" y="804858"/>
                  </a:lnTo>
                  <a:lnTo>
                    <a:pt x="2553684" y="804212"/>
                  </a:lnTo>
                  <a:lnTo>
                    <a:pt x="2556640" y="802991"/>
                  </a:lnTo>
                  <a:lnTo>
                    <a:pt x="2556988" y="802848"/>
                  </a:lnTo>
                  <a:lnTo>
                    <a:pt x="2557335" y="802704"/>
                  </a:lnTo>
                  <a:lnTo>
                    <a:pt x="2558553" y="802202"/>
                  </a:lnTo>
                  <a:lnTo>
                    <a:pt x="2562552" y="800551"/>
                  </a:lnTo>
                  <a:lnTo>
                    <a:pt x="2563943" y="799977"/>
                  </a:lnTo>
                  <a:lnTo>
                    <a:pt x="2564465" y="799761"/>
                  </a:lnTo>
                  <a:lnTo>
                    <a:pt x="2566552" y="798900"/>
                  </a:lnTo>
                  <a:lnTo>
                    <a:pt x="2568291" y="798182"/>
                  </a:lnTo>
                  <a:lnTo>
                    <a:pt x="2571247" y="796961"/>
                  </a:lnTo>
                  <a:lnTo>
                    <a:pt x="2571769" y="796746"/>
                  </a:lnTo>
                  <a:lnTo>
                    <a:pt x="2575247" y="795310"/>
                  </a:lnTo>
                  <a:lnTo>
                    <a:pt x="2575421" y="795238"/>
                  </a:lnTo>
                  <a:lnTo>
                    <a:pt x="2578899" y="793802"/>
                  </a:lnTo>
                  <a:lnTo>
                    <a:pt x="2580638" y="793084"/>
                  </a:lnTo>
                  <a:lnTo>
                    <a:pt x="2580985" y="792940"/>
                  </a:lnTo>
                  <a:lnTo>
                    <a:pt x="2582898" y="792150"/>
                  </a:lnTo>
                  <a:lnTo>
                    <a:pt x="2586550" y="790642"/>
                  </a:lnTo>
                  <a:lnTo>
                    <a:pt x="2588463" y="789852"/>
                  </a:lnTo>
                  <a:lnTo>
                    <a:pt x="2590376" y="789062"/>
                  </a:lnTo>
                  <a:lnTo>
                    <a:pt x="2590550" y="788990"/>
                  </a:lnTo>
                  <a:lnTo>
                    <a:pt x="2592115" y="788343"/>
                  </a:lnTo>
                  <a:lnTo>
                    <a:pt x="2592289" y="788271"/>
                  </a:lnTo>
                  <a:lnTo>
                    <a:pt x="2597680" y="786044"/>
                  </a:lnTo>
                  <a:lnTo>
                    <a:pt x="2601331" y="784536"/>
                  </a:lnTo>
                  <a:lnTo>
                    <a:pt x="2601505" y="784464"/>
                  </a:lnTo>
                  <a:lnTo>
                    <a:pt x="2602027" y="784248"/>
                  </a:lnTo>
                  <a:lnTo>
                    <a:pt x="2604114" y="783386"/>
                  </a:lnTo>
                  <a:lnTo>
                    <a:pt x="2605157" y="782955"/>
                  </a:lnTo>
                  <a:lnTo>
                    <a:pt x="2606722" y="782308"/>
                  </a:lnTo>
                  <a:lnTo>
                    <a:pt x="2608461" y="781590"/>
                  </a:lnTo>
                  <a:lnTo>
                    <a:pt x="2608809" y="781446"/>
                  </a:lnTo>
                  <a:lnTo>
                    <a:pt x="2609331" y="781230"/>
                  </a:lnTo>
                  <a:lnTo>
                    <a:pt x="2610722" y="780656"/>
                  </a:lnTo>
                  <a:lnTo>
                    <a:pt x="2610896" y="780584"/>
                  </a:lnTo>
                  <a:lnTo>
                    <a:pt x="2612461" y="779937"/>
                  </a:lnTo>
                  <a:lnTo>
                    <a:pt x="2612809" y="779793"/>
                  </a:lnTo>
                  <a:lnTo>
                    <a:pt x="2618026" y="777637"/>
                  </a:lnTo>
                  <a:lnTo>
                    <a:pt x="2619938" y="776846"/>
                  </a:lnTo>
                  <a:lnTo>
                    <a:pt x="2620286" y="776703"/>
                  </a:lnTo>
                  <a:lnTo>
                    <a:pt x="2620634" y="776559"/>
                  </a:lnTo>
                  <a:lnTo>
                    <a:pt x="2623242" y="775481"/>
                  </a:lnTo>
                  <a:lnTo>
                    <a:pt x="2625155" y="774690"/>
                  </a:lnTo>
                  <a:lnTo>
                    <a:pt x="2626894" y="773971"/>
                  </a:lnTo>
                  <a:lnTo>
                    <a:pt x="2631068" y="772246"/>
                  </a:lnTo>
                  <a:lnTo>
                    <a:pt x="2633850" y="771095"/>
                  </a:lnTo>
                  <a:lnTo>
                    <a:pt x="2635241" y="770520"/>
                  </a:lnTo>
                  <a:lnTo>
                    <a:pt x="2636633" y="769945"/>
                  </a:lnTo>
                  <a:lnTo>
                    <a:pt x="2640458" y="768363"/>
                  </a:lnTo>
                  <a:lnTo>
                    <a:pt x="2642719" y="767428"/>
                  </a:lnTo>
                  <a:lnTo>
                    <a:pt x="2653848" y="762825"/>
                  </a:lnTo>
                  <a:lnTo>
                    <a:pt x="2657674" y="761243"/>
                  </a:lnTo>
                  <a:lnTo>
                    <a:pt x="2662196" y="759373"/>
                  </a:lnTo>
                  <a:lnTo>
                    <a:pt x="2662717" y="759157"/>
                  </a:lnTo>
                  <a:lnTo>
                    <a:pt x="2666195" y="757718"/>
                  </a:lnTo>
                  <a:lnTo>
                    <a:pt x="2670716" y="755847"/>
                  </a:lnTo>
                  <a:lnTo>
                    <a:pt x="2671760" y="755415"/>
                  </a:lnTo>
                  <a:lnTo>
                    <a:pt x="2674542" y="754264"/>
                  </a:lnTo>
                  <a:lnTo>
                    <a:pt x="2678194" y="752753"/>
                  </a:lnTo>
                  <a:lnTo>
                    <a:pt x="2679064" y="752393"/>
                  </a:lnTo>
                  <a:lnTo>
                    <a:pt x="2680976" y="751601"/>
                  </a:lnTo>
                  <a:lnTo>
                    <a:pt x="2689497" y="748075"/>
                  </a:lnTo>
                  <a:lnTo>
                    <a:pt x="2695758" y="745483"/>
                  </a:lnTo>
                  <a:lnTo>
                    <a:pt x="2697844" y="744619"/>
                  </a:lnTo>
                  <a:lnTo>
                    <a:pt x="2698018" y="744547"/>
                  </a:lnTo>
                  <a:lnTo>
                    <a:pt x="2701322" y="743179"/>
                  </a:lnTo>
                  <a:lnTo>
                    <a:pt x="2704974" y="741667"/>
                  </a:lnTo>
                  <a:lnTo>
                    <a:pt x="2709496" y="739795"/>
                  </a:lnTo>
                  <a:lnTo>
                    <a:pt x="2712974" y="738355"/>
                  </a:lnTo>
                  <a:lnTo>
                    <a:pt x="2718886" y="735906"/>
                  </a:lnTo>
                  <a:lnTo>
                    <a:pt x="2721147" y="734970"/>
                  </a:lnTo>
                  <a:lnTo>
                    <a:pt x="2721842" y="734682"/>
                  </a:lnTo>
                  <a:lnTo>
                    <a:pt x="2726016" y="732953"/>
                  </a:lnTo>
                  <a:lnTo>
                    <a:pt x="2727581" y="732305"/>
                  </a:lnTo>
                  <a:lnTo>
                    <a:pt x="2730537" y="731080"/>
                  </a:lnTo>
                  <a:lnTo>
                    <a:pt x="2730885" y="730936"/>
                  </a:lnTo>
                  <a:lnTo>
                    <a:pt x="2731233" y="730792"/>
                  </a:lnTo>
                  <a:lnTo>
                    <a:pt x="2732450" y="730288"/>
                  </a:lnTo>
                  <a:lnTo>
                    <a:pt x="2736450" y="728630"/>
                  </a:lnTo>
                  <a:lnTo>
                    <a:pt x="2737841" y="728054"/>
                  </a:lnTo>
                  <a:lnTo>
                    <a:pt x="2738363" y="727838"/>
                  </a:lnTo>
                  <a:lnTo>
                    <a:pt x="2740449" y="726973"/>
                  </a:lnTo>
                  <a:lnTo>
                    <a:pt x="2742188" y="726253"/>
                  </a:lnTo>
                  <a:lnTo>
                    <a:pt x="2745145" y="725028"/>
                  </a:lnTo>
                  <a:lnTo>
                    <a:pt x="2745666" y="724811"/>
                  </a:lnTo>
                  <a:lnTo>
                    <a:pt x="2749144" y="723370"/>
                  </a:lnTo>
                  <a:lnTo>
                    <a:pt x="2749318" y="723298"/>
                  </a:lnTo>
                  <a:lnTo>
                    <a:pt x="2752796" y="721857"/>
                  </a:lnTo>
                  <a:lnTo>
                    <a:pt x="2754535" y="721136"/>
                  </a:lnTo>
                  <a:lnTo>
                    <a:pt x="2754883" y="720992"/>
                  </a:lnTo>
                  <a:lnTo>
                    <a:pt x="2756796" y="720199"/>
                  </a:lnTo>
                  <a:lnTo>
                    <a:pt x="2760448" y="718685"/>
                  </a:lnTo>
                  <a:lnTo>
                    <a:pt x="2762360" y="717892"/>
                  </a:lnTo>
                  <a:lnTo>
                    <a:pt x="2764273" y="717099"/>
                  </a:lnTo>
                  <a:lnTo>
                    <a:pt x="2764447" y="717027"/>
                  </a:lnTo>
                  <a:lnTo>
                    <a:pt x="2766012" y="716379"/>
                  </a:lnTo>
                  <a:lnTo>
                    <a:pt x="2766186" y="716306"/>
                  </a:lnTo>
                  <a:lnTo>
                    <a:pt x="2771577" y="714072"/>
                  </a:lnTo>
                  <a:lnTo>
                    <a:pt x="2775229" y="712557"/>
                  </a:lnTo>
                  <a:lnTo>
                    <a:pt x="2775403" y="712485"/>
                  </a:lnTo>
                  <a:lnTo>
                    <a:pt x="2775924" y="712269"/>
                  </a:lnTo>
                  <a:lnTo>
                    <a:pt x="2778011" y="711404"/>
                  </a:lnTo>
                  <a:lnTo>
                    <a:pt x="2780620" y="710322"/>
                  </a:lnTo>
                  <a:lnTo>
                    <a:pt x="2782359" y="709601"/>
                  </a:lnTo>
                  <a:lnTo>
                    <a:pt x="2782706" y="709457"/>
                  </a:lnTo>
                  <a:lnTo>
                    <a:pt x="2783228" y="709240"/>
                  </a:lnTo>
                  <a:lnTo>
                    <a:pt x="2784619" y="708663"/>
                  </a:lnTo>
                  <a:lnTo>
                    <a:pt x="2784793" y="708591"/>
                  </a:lnTo>
                  <a:lnTo>
                    <a:pt x="2786358" y="707942"/>
                  </a:lnTo>
                  <a:lnTo>
                    <a:pt x="2786706" y="707798"/>
                  </a:lnTo>
                  <a:lnTo>
                    <a:pt x="2791923" y="705634"/>
                  </a:lnTo>
                  <a:lnTo>
                    <a:pt x="2793836" y="704841"/>
                  </a:lnTo>
                  <a:lnTo>
                    <a:pt x="2794184" y="704697"/>
                  </a:lnTo>
                  <a:lnTo>
                    <a:pt x="2794531" y="704552"/>
                  </a:lnTo>
                  <a:lnTo>
                    <a:pt x="2797140" y="703471"/>
                  </a:lnTo>
                  <a:lnTo>
                    <a:pt x="2799053" y="702677"/>
                  </a:lnTo>
                  <a:lnTo>
                    <a:pt x="2800792" y="701956"/>
                  </a:lnTo>
                  <a:lnTo>
                    <a:pt x="2804965" y="700224"/>
                  </a:lnTo>
                  <a:lnTo>
                    <a:pt x="2807226" y="699286"/>
                  </a:lnTo>
                  <a:lnTo>
                    <a:pt x="2807748" y="699070"/>
                  </a:lnTo>
                  <a:lnTo>
                    <a:pt x="2809139" y="698493"/>
                  </a:lnTo>
                  <a:lnTo>
                    <a:pt x="2810530" y="697916"/>
                  </a:lnTo>
                  <a:lnTo>
                    <a:pt x="2814356" y="696328"/>
                  </a:lnTo>
                  <a:lnTo>
                    <a:pt x="2816616" y="695390"/>
                  </a:lnTo>
                  <a:lnTo>
                    <a:pt x="2827746" y="690771"/>
                  </a:lnTo>
                  <a:lnTo>
                    <a:pt x="2831572" y="689184"/>
                  </a:lnTo>
                  <a:lnTo>
                    <a:pt x="2836093" y="687307"/>
                  </a:lnTo>
                  <a:lnTo>
                    <a:pt x="2836615" y="687090"/>
                  </a:lnTo>
                  <a:lnTo>
                    <a:pt x="2840093" y="685647"/>
                  </a:lnTo>
                  <a:lnTo>
                    <a:pt x="2844614" y="683770"/>
                  </a:lnTo>
                  <a:lnTo>
                    <a:pt x="2845657" y="683336"/>
                  </a:lnTo>
                  <a:lnTo>
                    <a:pt x="2848440" y="682181"/>
                  </a:lnTo>
                  <a:lnTo>
                    <a:pt x="2852092" y="680665"/>
                  </a:lnTo>
                  <a:lnTo>
                    <a:pt x="2852961" y="680304"/>
                  </a:lnTo>
                  <a:lnTo>
                    <a:pt x="2854874" y="679510"/>
                  </a:lnTo>
                  <a:lnTo>
                    <a:pt x="2863395" y="675971"/>
                  </a:lnTo>
                  <a:lnTo>
                    <a:pt x="2869655" y="673371"/>
                  </a:lnTo>
                  <a:lnTo>
                    <a:pt x="2871742" y="672504"/>
                  </a:lnTo>
                  <a:lnTo>
                    <a:pt x="2871916" y="672432"/>
                  </a:lnTo>
                  <a:lnTo>
                    <a:pt x="2875220" y="671060"/>
                  </a:lnTo>
                  <a:lnTo>
                    <a:pt x="2878872" y="669543"/>
                  </a:lnTo>
                  <a:lnTo>
                    <a:pt x="2883393" y="667664"/>
                  </a:lnTo>
                  <a:lnTo>
                    <a:pt x="2886871" y="666219"/>
                  </a:lnTo>
                  <a:lnTo>
                    <a:pt x="2892784" y="663763"/>
                  </a:lnTo>
                  <a:lnTo>
                    <a:pt x="2895044" y="662823"/>
                  </a:lnTo>
                  <a:lnTo>
                    <a:pt x="2895740" y="662534"/>
                  </a:lnTo>
                  <a:lnTo>
                    <a:pt x="2899913" y="660800"/>
                  </a:lnTo>
                  <a:lnTo>
                    <a:pt x="2901478" y="660149"/>
                  </a:lnTo>
                  <a:lnTo>
                    <a:pt x="2904435" y="658921"/>
                  </a:lnTo>
                  <a:lnTo>
                    <a:pt x="2904782" y="658776"/>
                  </a:lnTo>
                  <a:lnTo>
                    <a:pt x="2905130" y="658632"/>
                  </a:lnTo>
                  <a:lnTo>
                    <a:pt x="2906348" y="658126"/>
                  </a:lnTo>
                  <a:lnTo>
                    <a:pt x="2910347" y="656464"/>
                  </a:lnTo>
                  <a:lnTo>
                    <a:pt x="2911738" y="655885"/>
                  </a:lnTo>
                  <a:lnTo>
                    <a:pt x="2912260" y="655668"/>
                  </a:lnTo>
                  <a:lnTo>
                    <a:pt x="2914347" y="654801"/>
                  </a:lnTo>
                  <a:lnTo>
                    <a:pt x="2916086" y="654078"/>
                  </a:lnTo>
                  <a:lnTo>
                    <a:pt x="2919042" y="652849"/>
                  </a:lnTo>
                  <a:lnTo>
                    <a:pt x="2919564" y="652632"/>
                  </a:lnTo>
                  <a:lnTo>
                    <a:pt x="2923042" y="651187"/>
                  </a:lnTo>
                  <a:lnTo>
                    <a:pt x="2923216" y="651114"/>
                  </a:lnTo>
                  <a:lnTo>
                    <a:pt x="2926694" y="649668"/>
                  </a:lnTo>
                  <a:lnTo>
                    <a:pt x="2928433" y="648945"/>
                  </a:lnTo>
                  <a:lnTo>
                    <a:pt x="2928780" y="648801"/>
                  </a:lnTo>
                  <a:lnTo>
                    <a:pt x="2930693" y="648005"/>
                  </a:lnTo>
                  <a:lnTo>
                    <a:pt x="2934345" y="646487"/>
                  </a:lnTo>
                  <a:lnTo>
                    <a:pt x="2936258" y="645692"/>
                  </a:lnTo>
                  <a:lnTo>
                    <a:pt x="2938171" y="644896"/>
                  </a:lnTo>
                  <a:lnTo>
                    <a:pt x="2938345" y="644824"/>
                  </a:lnTo>
                  <a:lnTo>
                    <a:pt x="2940084" y="644101"/>
                  </a:lnTo>
                  <a:lnTo>
                    <a:pt x="2945474" y="641859"/>
                  </a:lnTo>
                  <a:lnTo>
                    <a:pt x="2949126" y="640340"/>
                  </a:lnTo>
                  <a:lnTo>
                    <a:pt x="2949300" y="640268"/>
                  </a:lnTo>
                  <a:lnTo>
                    <a:pt x="2949822" y="640051"/>
                  </a:lnTo>
                  <a:lnTo>
                    <a:pt x="2951909" y="639183"/>
                  </a:lnTo>
                  <a:lnTo>
                    <a:pt x="2952952" y="638749"/>
                  </a:lnTo>
                  <a:lnTo>
                    <a:pt x="2954517" y="638098"/>
                  </a:lnTo>
                  <a:lnTo>
                    <a:pt x="2956256" y="637374"/>
                  </a:lnTo>
                  <a:lnTo>
                    <a:pt x="2956604" y="637230"/>
                  </a:lnTo>
                  <a:lnTo>
                    <a:pt x="2957126" y="637013"/>
                  </a:lnTo>
                  <a:lnTo>
                    <a:pt x="2958517" y="636434"/>
                  </a:lnTo>
                  <a:lnTo>
                    <a:pt x="2958691" y="636362"/>
                  </a:lnTo>
                  <a:lnTo>
                    <a:pt x="2960256" y="635711"/>
                  </a:lnTo>
                  <a:lnTo>
                    <a:pt x="2960604" y="635566"/>
                  </a:lnTo>
                  <a:lnTo>
                    <a:pt x="2965820" y="633396"/>
                  </a:lnTo>
                  <a:lnTo>
                    <a:pt x="2967733" y="632600"/>
                  </a:lnTo>
                  <a:lnTo>
                    <a:pt x="2968081" y="632455"/>
                  </a:lnTo>
                  <a:lnTo>
                    <a:pt x="2968429" y="632310"/>
                  </a:lnTo>
                  <a:lnTo>
                    <a:pt x="2971037" y="631225"/>
                  </a:lnTo>
                  <a:lnTo>
                    <a:pt x="2972950" y="630429"/>
                  </a:lnTo>
                  <a:lnTo>
                    <a:pt x="2974689" y="629706"/>
                  </a:lnTo>
                  <a:lnTo>
                    <a:pt x="2978863" y="627969"/>
                  </a:lnTo>
                  <a:lnTo>
                    <a:pt x="2981123" y="627028"/>
                  </a:lnTo>
                  <a:lnTo>
                    <a:pt x="2981645" y="626811"/>
                  </a:lnTo>
                  <a:lnTo>
                    <a:pt x="2983036" y="626232"/>
                  </a:lnTo>
                  <a:lnTo>
                    <a:pt x="2984427" y="625653"/>
                  </a:lnTo>
                  <a:lnTo>
                    <a:pt x="2988253" y="624061"/>
                  </a:lnTo>
                  <a:lnTo>
                    <a:pt x="2990514" y="623120"/>
                  </a:lnTo>
                  <a:lnTo>
                    <a:pt x="3001643" y="618488"/>
                  </a:lnTo>
                  <a:lnTo>
                    <a:pt x="3005469" y="616895"/>
                  </a:lnTo>
                  <a:lnTo>
                    <a:pt x="3009990" y="615013"/>
                  </a:lnTo>
                  <a:lnTo>
                    <a:pt x="3010512" y="614796"/>
                  </a:lnTo>
                  <a:lnTo>
                    <a:pt x="3013990" y="613348"/>
                  </a:lnTo>
                  <a:lnTo>
                    <a:pt x="3019555" y="611031"/>
                  </a:lnTo>
                  <a:lnTo>
                    <a:pt x="3022337" y="609872"/>
                  </a:lnTo>
                  <a:lnTo>
                    <a:pt x="3025989" y="608352"/>
                  </a:lnTo>
                  <a:lnTo>
                    <a:pt x="3026858" y="607990"/>
                  </a:lnTo>
                  <a:lnTo>
                    <a:pt x="3028771" y="607193"/>
                  </a:lnTo>
                  <a:lnTo>
                    <a:pt x="3037292" y="603644"/>
                  </a:lnTo>
                  <a:lnTo>
                    <a:pt x="3043553" y="601037"/>
                  </a:lnTo>
                  <a:lnTo>
                    <a:pt x="3045639" y="600167"/>
                  </a:lnTo>
                  <a:lnTo>
                    <a:pt x="3045813" y="600095"/>
                  </a:lnTo>
                  <a:lnTo>
                    <a:pt x="3049117" y="598719"/>
                  </a:lnTo>
                  <a:lnTo>
                    <a:pt x="3052769" y="597197"/>
                  </a:lnTo>
                  <a:lnTo>
                    <a:pt x="3057291" y="595314"/>
                  </a:lnTo>
                  <a:lnTo>
                    <a:pt x="3060768" y="593865"/>
                  </a:lnTo>
                  <a:lnTo>
                    <a:pt x="3066681" y="591401"/>
                  </a:lnTo>
                  <a:lnTo>
                    <a:pt x="3068942" y="590459"/>
                  </a:lnTo>
                  <a:lnTo>
                    <a:pt x="3069637" y="590169"/>
                  </a:lnTo>
                  <a:lnTo>
                    <a:pt x="3073811" y="588430"/>
                  </a:lnTo>
                  <a:lnTo>
                    <a:pt x="3075376" y="587778"/>
                  </a:lnTo>
                  <a:lnTo>
                    <a:pt x="3078332" y="586546"/>
                  </a:lnTo>
                  <a:lnTo>
                    <a:pt x="3078680" y="586401"/>
                  </a:lnTo>
                  <a:lnTo>
                    <a:pt x="3079028" y="586256"/>
                  </a:lnTo>
                  <a:lnTo>
                    <a:pt x="3080245" y="585749"/>
                  </a:lnTo>
                  <a:lnTo>
                    <a:pt x="3084245" y="584082"/>
                  </a:lnTo>
                  <a:lnTo>
                    <a:pt x="3085636" y="583502"/>
                  </a:lnTo>
                  <a:lnTo>
                    <a:pt x="3086157" y="583284"/>
                  </a:lnTo>
                  <a:lnTo>
                    <a:pt x="3088244" y="582415"/>
                  </a:lnTo>
                  <a:lnTo>
                    <a:pt x="3089983" y="581690"/>
                  </a:lnTo>
                  <a:lnTo>
                    <a:pt x="3092939" y="580457"/>
                  </a:lnTo>
                  <a:lnTo>
                    <a:pt x="3093461" y="580240"/>
                  </a:lnTo>
                  <a:lnTo>
                    <a:pt x="3096939" y="578790"/>
                  </a:lnTo>
                  <a:lnTo>
                    <a:pt x="3097113" y="578718"/>
                  </a:lnTo>
                  <a:lnTo>
                    <a:pt x="3100591" y="577268"/>
                  </a:lnTo>
                  <a:lnTo>
                    <a:pt x="3102330" y="576543"/>
                  </a:lnTo>
                  <a:lnTo>
                    <a:pt x="3102678" y="576398"/>
                  </a:lnTo>
                  <a:lnTo>
                    <a:pt x="3104591" y="575600"/>
                  </a:lnTo>
                  <a:lnTo>
                    <a:pt x="3108242" y="574078"/>
                  </a:lnTo>
                  <a:lnTo>
                    <a:pt x="3110155" y="573280"/>
                  </a:lnTo>
                  <a:lnTo>
                    <a:pt x="3112068" y="572482"/>
                  </a:lnTo>
                  <a:lnTo>
                    <a:pt x="3112242" y="572410"/>
                  </a:lnTo>
                  <a:lnTo>
                    <a:pt x="3113807" y="571757"/>
                  </a:lnTo>
                  <a:lnTo>
                    <a:pt x="3113981" y="571685"/>
                  </a:lnTo>
                  <a:lnTo>
                    <a:pt x="3119372" y="569437"/>
                  </a:lnTo>
                  <a:lnTo>
                    <a:pt x="3123024" y="567914"/>
                  </a:lnTo>
                  <a:lnTo>
                    <a:pt x="3123198" y="567842"/>
                  </a:lnTo>
                  <a:lnTo>
                    <a:pt x="3123719" y="567624"/>
                  </a:lnTo>
                  <a:lnTo>
                    <a:pt x="3125806" y="566754"/>
                  </a:lnTo>
                  <a:lnTo>
                    <a:pt x="3126849" y="566319"/>
                  </a:lnTo>
                  <a:lnTo>
                    <a:pt x="3128415" y="565666"/>
                  </a:lnTo>
                  <a:lnTo>
                    <a:pt x="3130154" y="564941"/>
                  </a:lnTo>
                  <a:lnTo>
                    <a:pt x="3130501" y="564795"/>
                  </a:lnTo>
                  <a:lnTo>
                    <a:pt x="3131023" y="564578"/>
                  </a:lnTo>
                  <a:lnTo>
                    <a:pt x="3132414" y="563998"/>
                  </a:lnTo>
                  <a:lnTo>
                    <a:pt x="3132588" y="563925"/>
                  </a:lnTo>
                  <a:lnTo>
                    <a:pt x="3134153" y="563272"/>
                  </a:lnTo>
                  <a:lnTo>
                    <a:pt x="3134501" y="563127"/>
                  </a:lnTo>
                  <a:lnTo>
                    <a:pt x="3139718" y="560951"/>
                  </a:lnTo>
                  <a:lnTo>
                    <a:pt x="3141631" y="560153"/>
                  </a:lnTo>
                  <a:lnTo>
                    <a:pt x="3141979" y="560008"/>
                  </a:lnTo>
                  <a:lnTo>
                    <a:pt x="3142326" y="559863"/>
                  </a:lnTo>
                  <a:lnTo>
                    <a:pt x="3144935" y="558775"/>
                  </a:lnTo>
                  <a:lnTo>
                    <a:pt x="3146848" y="557977"/>
                  </a:lnTo>
                  <a:lnTo>
                    <a:pt x="3148587" y="557252"/>
                  </a:lnTo>
                  <a:lnTo>
                    <a:pt x="3152760" y="555510"/>
                  </a:lnTo>
                  <a:lnTo>
                    <a:pt x="3155021" y="554567"/>
                  </a:lnTo>
                  <a:lnTo>
                    <a:pt x="3155543" y="554350"/>
                  </a:lnTo>
                  <a:lnTo>
                    <a:pt x="3156934" y="553769"/>
                  </a:lnTo>
                  <a:lnTo>
                    <a:pt x="3158325" y="553189"/>
                  </a:lnTo>
                  <a:lnTo>
                    <a:pt x="3162151" y="551592"/>
                  </a:lnTo>
                  <a:lnTo>
                    <a:pt x="3164411" y="550649"/>
                  </a:lnTo>
                  <a:lnTo>
                    <a:pt x="3175541" y="546005"/>
                  </a:lnTo>
                  <a:lnTo>
                    <a:pt x="3179367" y="544408"/>
                  </a:lnTo>
                  <a:lnTo>
                    <a:pt x="3183888" y="542521"/>
                  </a:lnTo>
                  <a:lnTo>
                    <a:pt x="3184410" y="542303"/>
                  </a:lnTo>
                  <a:lnTo>
                    <a:pt x="3187888" y="540851"/>
                  </a:lnTo>
                  <a:lnTo>
                    <a:pt x="3192409" y="538964"/>
                  </a:lnTo>
                  <a:lnTo>
                    <a:pt x="3193452" y="538529"/>
                  </a:lnTo>
                  <a:lnTo>
                    <a:pt x="3196235" y="537367"/>
                  </a:lnTo>
                  <a:lnTo>
                    <a:pt x="3199886" y="535843"/>
                  </a:lnTo>
                  <a:lnTo>
                    <a:pt x="3200756" y="535480"/>
                  </a:lnTo>
                  <a:lnTo>
                    <a:pt x="3202669" y="534681"/>
                  </a:lnTo>
                  <a:lnTo>
                    <a:pt x="3211190" y="531123"/>
                  </a:lnTo>
                  <a:lnTo>
                    <a:pt x="3217450" y="528509"/>
                  </a:lnTo>
                  <a:lnTo>
                    <a:pt x="3219537" y="527638"/>
                  </a:lnTo>
                  <a:lnTo>
                    <a:pt x="3219711" y="527565"/>
                  </a:lnTo>
                  <a:lnTo>
                    <a:pt x="3223015" y="526185"/>
                  </a:lnTo>
                  <a:lnTo>
                    <a:pt x="3226667" y="524660"/>
                  </a:lnTo>
                  <a:lnTo>
                    <a:pt x="3231188" y="522772"/>
                  </a:lnTo>
                  <a:lnTo>
                    <a:pt x="3234666" y="521320"/>
                  </a:lnTo>
                  <a:lnTo>
                    <a:pt x="3240578" y="518850"/>
                  </a:lnTo>
                  <a:lnTo>
                    <a:pt x="3242839" y="517906"/>
                  </a:lnTo>
                  <a:lnTo>
                    <a:pt x="3243535" y="517615"/>
                  </a:lnTo>
                  <a:lnTo>
                    <a:pt x="3247708" y="515872"/>
                  </a:lnTo>
                  <a:lnTo>
                    <a:pt x="3249273" y="515218"/>
                  </a:lnTo>
                  <a:lnTo>
                    <a:pt x="3252230" y="513983"/>
                  </a:lnTo>
                  <a:lnTo>
                    <a:pt x="3252577" y="513838"/>
                  </a:lnTo>
                  <a:lnTo>
                    <a:pt x="3252925" y="513692"/>
                  </a:lnTo>
                  <a:lnTo>
                    <a:pt x="3254142" y="513184"/>
                  </a:lnTo>
                  <a:lnTo>
                    <a:pt x="3258142" y="511513"/>
                  </a:lnTo>
                  <a:lnTo>
                    <a:pt x="3259533" y="510932"/>
                  </a:lnTo>
                  <a:lnTo>
                    <a:pt x="3260055" y="510714"/>
                  </a:lnTo>
                  <a:lnTo>
                    <a:pt x="3262142" y="509842"/>
                  </a:lnTo>
                  <a:lnTo>
                    <a:pt x="3263881" y="509115"/>
                  </a:lnTo>
                  <a:lnTo>
                    <a:pt x="3266837" y="507880"/>
                  </a:lnTo>
                  <a:lnTo>
                    <a:pt x="3267359" y="507662"/>
                  </a:lnTo>
                  <a:lnTo>
                    <a:pt x="3270837" y="506209"/>
                  </a:lnTo>
                  <a:lnTo>
                    <a:pt x="3271010" y="506136"/>
                  </a:lnTo>
                  <a:lnTo>
                    <a:pt x="3274488" y="504683"/>
                  </a:lnTo>
                  <a:lnTo>
                    <a:pt x="3276227" y="503956"/>
                  </a:lnTo>
                  <a:lnTo>
                    <a:pt x="3276575" y="503811"/>
                  </a:lnTo>
                  <a:lnTo>
                    <a:pt x="3278488" y="503011"/>
                  </a:lnTo>
                  <a:lnTo>
                    <a:pt x="3282140" y="501485"/>
                  </a:lnTo>
                  <a:lnTo>
                    <a:pt x="3284053" y="500686"/>
                  </a:lnTo>
                  <a:lnTo>
                    <a:pt x="3285966" y="499886"/>
                  </a:lnTo>
                  <a:lnTo>
                    <a:pt x="3286140" y="499813"/>
                  </a:lnTo>
                  <a:lnTo>
                    <a:pt x="3287705" y="499159"/>
                  </a:lnTo>
                  <a:lnTo>
                    <a:pt x="3287879" y="499087"/>
                  </a:lnTo>
                  <a:lnTo>
                    <a:pt x="3293269" y="496833"/>
                  </a:lnTo>
                  <a:lnTo>
                    <a:pt x="3296921" y="495307"/>
                  </a:lnTo>
                  <a:lnTo>
                    <a:pt x="3297095" y="495234"/>
                  </a:lnTo>
                  <a:lnTo>
                    <a:pt x="3297617" y="495016"/>
                  </a:lnTo>
                  <a:lnTo>
                    <a:pt x="3299704" y="494144"/>
                  </a:lnTo>
                  <a:lnTo>
                    <a:pt x="3300747" y="493708"/>
                  </a:lnTo>
                  <a:lnTo>
                    <a:pt x="3302312" y="493054"/>
                  </a:lnTo>
                  <a:lnTo>
                    <a:pt x="3304051" y="492327"/>
                  </a:lnTo>
                  <a:lnTo>
                    <a:pt x="3304399" y="492181"/>
                  </a:lnTo>
                  <a:lnTo>
                    <a:pt x="3304920" y="491963"/>
                  </a:lnTo>
                  <a:lnTo>
                    <a:pt x="3306312" y="491382"/>
                  </a:lnTo>
                  <a:lnTo>
                    <a:pt x="3306486" y="491309"/>
                  </a:lnTo>
                  <a:lnTo>
                    <a:pt x="3308051" y="490655"/>
                  </a:lnTo>
                  <a:lnTo>
                    <a:pt x="3308398" y="490509"/>
                  </a:lnTo>
                  <a:lnTo>
                    <a:pt x="3313615" y="488328"/>
                  </a:lnTo>
                  <a:lnTo>
                    <a:pt x="3315528" y="487528"/>
                  </a:lnTo>
                  <a:lnTo>
                    <a:pt x="3315876" y="487383"/>
                  </a:lnTo>
                  <a:lnTo>
                    <a:pt x="3316224" y="487237"/>
                  </a:lnTo>
                  <a:lnTo>
                    <a:pt x="3318832" y="486147"/>
                  </a:lnTo>
                  <a:lnTo>
                    <a:pt x="3320745" y="485347"/>
                  </a:lnTo>
                  <a:lnTo>
                    <a:pt x="3322484" y="484620"/>
                  </a:lnTo>
                  <a:lnTo>
                    <a:pt x="3326658" y="482875"/>
                  </a:lnTo>
                  <a:lnTo>
                    <a:pt x="3328918" y="481929"/>
                  </a:lnTo>
                  <a:lnTo>
                    <a:pt x="3329440" y="481711"/>
                  </a:lnTo>
                  <a:lnTo>
                    <a:pt x="3330831" y="481130"/>
                  </a:lnTo>
                  <a:lnTo>
                    <a:pt x="3332222" y="480548"/>
                  </a:lnTo>
                  <a:lnTo>
                    <a:pt x="3336048" y="478948"/>
                  </a:lnTo>
                  <a:lnTo>
                    <a:pt x="3338309" y="478003"/>
                  </a:lnTo>
                  <a:lnTo>
                    <a:pt x="3349438" y="473348"/>
                  </a:lnTo>
                  <a:lnTo>
                    <a:pt x="3353264" y="471748"/>
                  </a:lnTo>
                  <a:lnTo>
                    <a:pt x="3357785" y="469856"/>
                  </a:lnTo>
                  <a:lnTo>
                    <a:pt x="3358307" y="469638"/>
                  </a:lnTo>
                  <a:lnTo>
                    <a:pt x="3361785" y="468183"/>
                  </a:lnTo>
                  <a:lnTo>
                    <a:pt x="3366306" y="466292"/>
                  </a:lnTo>
                  <a:lnTo>
                    <a:pt x="3367350" y="465855"/>
                  </a:lnTo>
                  <a:lnTo>
                    <a:pt x="3370132" y="464691"/>
                  </a:lnTo>
                  <a:lnTo>
                    <a:pt x="3373784" y="463163"/>
                  </a:lnTo>
                  <a:lnTo>
                    <a:pt x="3376566" y="461999"/>
                  </a:lnTo>
                  <a:lnTo>
                    <a:pt x="3385087" y="458434"/>
                  </a:lnTo>
                  <a:lnTo>
                    <a:pt x="3391348" y="455814"/>
                  </a:lnTo>
                  <a:lnTo>
                    <a:pt x="3393434" y="454941"/>
                  </a:lnTo>
                  <a:lnTo>
                    <a:pt x="3393608" y="454868"/>
                  </a:lnTo>
                  <a:lnTo>
                    <a:pt x="3396912" y="453485"/>
                  </a:lnTo>
                  <a:lnTo>
                    <a:pt x="3400564" y="451957"/>
                  </a:lnTo>
                  <a:lnTo>
                    <a:pt x="3405085" y="450065"/>
                  </a:lnTo>
                  <a:lnTo>
                    <a:pt x="3408563" y="448609"/>
                  </a:lnTo>
                  <a:lnTo>
                    <a:pt x="3414476" y="446134"/>
                  </a:lnTo>
                  <a:lnTo>
                    <a:pt x="3416737" y="445188"/>
                  </a:lnTo>
                  <a:lnTo>
                    <a:pt x="3417432" y="444897"/>
                  </a:lnTo>
                  <a:lnTo>
                    <a:pt x="3421606" y="443150"/>
                  </a:lnTo>
                  <a:lnTo>
                    <a:pt x="3423171" y="442495"/>
                  </a:lnTo>
                  <a:lnTo>
                    <a:pt x="3426127" y="441257"/>
                  </a:lnTo>
                  <a:lnTo>
                    <a:pt x="3426475" y="441111"/>
                  </a:lnTo>
                  <a:lnTo>
                    <a:pt x="3426823" y="440966"/>
                  </a:lnTo>
                  <a:lnTo>
                    <a:pt x="3428040" y="440456"/>
                  </a:lnTo>
                  <a:lnTo>
                    <a:pt x="3432040" y="438782"/>
                  </a:lnTo>
                  <a:lnTo>
                    <a:pt x="3433431" y="438199"/>
                  </a:lnTo>
                  <a:lnTo>
                    <a:pt x="3433952" y="437981"/>
                  </a:lnTo>
                  <a:lnTo>
                    <a:pt x="3436039" y="437107"/>
                  </a:lnTo>
                  <a:lnTo>
                    <a:pt x="3437778" y="436379"/>
                  </a:lnTo>
                  <a:lnTo>
                    <a:pt x="3440734" y="435141"/>
                  </a:lnTo>
                  <a:lnTo>
                    <a:pt x="3441256" y="434923"/>
                  </a:lnTo>
                  <a:lnTo>
                    <a:pt x="3444734" y="433467"/>
                  </a:lnTo>
                  <a:lnTo>
                    <a:pt x="3444908" y="433394"/>
                  </a:lnTo>
                  <a:lnTo>
                    <a:pt x="3448386" y="431937"/>
                  </a:lnTo>
                  <a:lnTo>
                    <a:pt x="3450125" y="431209"/>
                  </a:lnTo>
                  <a:lnTo>
                    <a:pt x="3450473" y="431064"/>
                  </a:lnTo>
                  <a:lnTo>
                    <a:pt x="3452386" y="430263"/>
                  </a:lnTo>
                  <a:lnTo>
                    <a:pt x="3456037" y="428733"/>
                  </a:lnTo>
                  <a:lnTo>
                    <a:pt x="3457950" y="427932"/>
                  </a:lnTo>
                  <a:lnTo>
                    <a:pt x="3459863" y="427131"/>
                  </a:lnTo>
                  <a:lnTo>
                    <a:pt x="3460037" y="427058"/>
                  </a:lnTo>
                  <a:lnTo>
                    <a:pt x="3461602" y="426403"/>
                  </a:lnTo>
                  <a:lnTo>
                    <a:pt x="3461776" y="426330"/>
                  </a:lnTo>
                  <a:lnTo>
                    <a:pt x="3467167" y="424072"/>
                  </a:lnTo>
                  <a:lnTo>
                    <a:pt x="3470819" y="422543"/>
                  </a:lnTo>
                  <a:lnTo>
                    <a:pt x="3470993" y="422470"/>
                  </a:lnTo>
                  <a:lnTo>
                    <a:pt x="3471514" y="422251"/>
                  </a:lnTo>
                  <a:lnTo>
                    <a:pt x="3473601" y="421377"/>
                  </a:lnTo>
                  <a:lnTo>
                    <a:pt x="3474644" y="420940"/>
                  </a:lnTo>
                  <a:lnTo>
                    <a:pt x="3476209" y="420285"/>
                  </a:lnTo>
                  <a:lnTo>
                    <a:pt x="3477948" y="419556"/>
                  </a:lnTo>
                  <a:lnTo>
                    <a:pt x="3478296" y="419411"/>
                  </a:lnTo>
                  <a:lnTo>
                    <a:pt x="3478818" y="419192"/>
                  </a:lnTo>
                  <a:lnTo>
                    <a:pt x="3480209" y="418609"/>
                  </a:lnTo>
                  <a:lnTo>
                    <a:pt x="3480383" y="418537"/>
                  </a:lnTo>
                  <a:lnTo>
                    <a:pt x="3481948" y="417881"/>
                  </a:lnTo>
                  <a:lnTo>
                    <a:pt x="3482296" y="417735"/>
                  </a:lnTo>
                  <a:lnTo>
                    <a:pt x="3487513" y="415550"/>
                  </a:lnTo>
                  <a:lnTo>
                    <a:pt x="3489426" y="414749"/>
                  </a:lnTo>
                  <a:lnTo>
                    <a:pt x="3489773" y="414603"/>
                  </a:lnTo>
                  <a:lnTo>
                    <a:pt x="3490121" y="414457"/>
                  </a:lnTo>
                  <a:lnTo>
                    <a:pt x="3492730" y="413364"/>
                  </a:lnTo>
                  <a:lnTo>
                    <a:pt x="3494643" y="412563"/>
                  </a:lnTo>
                  <a:lnTo>
                    <a:pt x="3496382" y="411834"/>
                  </a:lnTo>
                  <a:lnTo>
                    <a:pt x="3500555" y="410086"/>
                  </a:lnTo>
                  <a:lnTo>
                    <a:pt x="3502816" y="409139"/>
                  </a:lnTo>
                  <a:lnTo>
                    <a:pt x="3503337" y="408920"/>
                  </a:lnTo>
                  <a:lnTo>
                    <a:pt x="3504729" y="408337"/>
                  </a:lnTo>
                  <a:lnTo>
                    <a:pt x="3506120" y="407754"/>
                  </a:lnTo>
                  <a:lnTo>
                    <a:pt x="3509946" y="406151"/>
                  </a:lnTo>
                  <a:lnTo>
                    <a:pt x="3512206" y="405204"/>
                  </a:lnTo>
                  <a:lnTo>
                    <a:pt x="3523336" y="400540"/>
                  </a:lnTo>
                  <a:lnTo>
                    <a:pt x="3527161" y="398937"/>
                  </a:lnTo>
                  <a:lnTo>
                    <a:pt x="3531683" y="397042"/>
                  </a:lnTo>
                  <a:lnTo>
                    <a:pt x="3532204" y="396823"/>
                  </a:lnTo>
                  <a:lnTo>
                    <a:pt x="3535682" y="395366"/>
                  </a:lnTo>
                  <a:lnTo>
                    <a:pt x="3540204" y="393471"/>
                  </a:lnTo>
                  <a:lnTo>
                    <a:pt x="3541247" y="393033"/>
                  </a:lnTo>
                  <a:lnTo>
                    <a:pt x="3544029" y="391867"/>
                  </a:lnTo>
                  <a:lnTo>
                    <a:pt x="3547681" y="390336"/>
                  </a:lnTo>
                  <a:lnTo>
                    <a:pt x="3548551" y="389972"/>
                  </a:lnTo>
                  <a:lnTo>
                    <a:pt x="3550464" y="389170"/>
                  </a:lnTo>
                  <a:lnTo>
                    <a:pt x="3558985" y="385598"/>
                  </a:lnTo>
                  <a:lnTo>
                    <a:pt x="3565245" y="382973"/>
                  </a:lnTo>
                  <a:lnTo>
                    <a:pt x="3567332" y="382098"/>
                  </a:lnTo>
                  <a:lnTo>
                    <a:pt x="3567506" y="382026"/>
                  </a:lnTo>
                  <a:lnTo>
                    <a:pt x="3570810" y="380640"/>
                  </a:lnTo>
                  <a:lnTo>
                    <a:pt x="3574462" y="379109"/>
                  </a:lnTo>
                  <a:lnTo>
                    <a:pt x="3578983" y="377213"/>
                  </a:lnTo>
                  <a:lnTo>
                    <a:pt x="3582461" y="375755"/>
                  </a:lnTo>
                  <a:lnTo>
                    <a:pt x="3588373" y="373276"/>
                  </a:lnTo>
                  <a:lnTo>
                    <a:pt x="3590634" y="372328"/>
                  </a:lnTo>
                  <a:lnTo>
                    <a:pt x="3591330" y="372036"/>
                  </a:lnTo>
                  <a:lnTo>
                    <a:pt x="3595503" y="370286"/>
                  </a:lnTo>
                  <a:lnTo>
                    <a:pt x="3597068" y="369629"/>
                  </a:lnTo>
                  <a:lnTo>
                    <a:pt x="3600024" y="368389"/>
                  </a:lnTo>
                  <a:lnTo>
                    <a:pt x="3600372" y="368244"/>
                  </a:lnTo>
                  <a:lnTo>
                    <a:pt x="3600720" y="368098"/>
                  </a:lnTo>
                  <a:lnTo>
                    <a:pt x="3601937" y="367587"/>
                  </a:lnTo>
                  <a:lnTo>
                    <a:pt x="3605937" y="365910"/>
                  </a:lnTo>
                  <a:lnTo>
                    <a:pt x="3607328" y="365326"/>
                  </a:lnTo>
                  <a:lnTo>
                    <a:pt x="3607850" y="365107"/>
                  </a:lnTo>
                  <a:lnTo>
                    <a:pt x="3609937" y="364232"/>
                  </a:lnTo>
                  <a:lnTo>
                    <a:pt x="3611676" y="363503"/>
                  </a:lnTo>
                  <a:lnTo>
                    <a:pt x="3614632" y="362263"/>
                  </a:lnTo>
                  <a:lnTo>
                    <a:pt x="3615154" y="362044"/>
                  </a:lnTo>
                  <a:lnTo>
                    <a:pt x="3618631" y="360585"/>
                  </a:lnTo>
                  <a:lnTo>
                    <a:pt x="3618805" y="360512"/>
                  </a:lnTo>
                  <a:lnTo>
                    <a:pt x="3622283" y="359053"/>
                  </a:lnTo>
                  <a:lnTo>
                    <a:pt x="3624022" y="358324"/>
                  </a:lnTo>
                  <a:lnTo>
                    <a:pt x="3624370" y="358178"/>
                  </a:lnTo>
                  <a:lnTo>
                    <a:pt x="3626283" y="357375"/>
                  </a:lnTo>
                  <a:lnTo>
                    <a:pt x="3629935" y="355843"/>
                  </a:lnTo>
                  <a:lnTo>
                    <a:pt x="3631848" y="355041"/>
                  </a:lnTo>
                  <a:lnTo>
                    <a:pt x="3633761" y="354238"/>
                  </a:lnTo>
                  <a:lnTo>
                    <a:pt x="3633934" y="354165"/>
                  </a:lnTo>
                  <a:lnTo>
                    <a:pt x="3635500" y="353509"/>
                  </a:lnTo>
                  <a:lnTo>
                    <a:pt x="3635673" y="353436"/>
                  </a:lnTo>
                  <a:lnTo>
                    <a:pt x="3641064" y="351174"/>
                  </a:lnTo>
                  <a:lnTo>
                    <a:pt x="3644716" y="349642"/>
                  </a:lnTo>
                  <a:lnTo>
                    <a:pt x="3644890" y="349569"/>
                  </a:lnTo>
                  <a:lnTo>
                    <a:pt x="3645412" y="349350"/>
                  </a:lnTo>
                  <a:lnTo>
                    <a:pt x="3647498" y="348475"/>
                  </a:lnTo>
                  <a:lnTo>
                    <a:pt x="3648542" y="348037"/>
                  </a:lnTo>
                  <a:lnTo>
                    <a:pt x="3650107" y="347380"/>
                  </a:lnTo>
                  <a:lnTo>
                    <a:pt x="3651846" y="346650"/>
                  </a:lnTo>
                  <a:lnTo>
                    <a:pt x="3652194" y="346504"/>
                  </a:lnTo>
                  <a:lnTo>
                    <a:pt x="3652715" y="346286"/>
                  </a:lnTo>
                  <a:lnTo>
                    <a:pt x="3654107" y="345702"/>
                  </a:lnTo>
                  <a:lnTo>
                    <a:pt x="3654280" y="345629"/>
                  </a:lnTo>
                  <a:lnTo>
                    <a:pt x="3655846" y="344972"/>
                  </a:lnTo>
                  <a:lnTo>
                    <a:pt x="3656193" y="344826"/>
                  </a:lnTo>
                  <a:lnTo>
                    <a:pt x="3661410" y="342637"/>
                  </a:lnTo>
                  <a:lnTo>
                    <a:pt x="3663323" y="341834"/>
                  </a:lnTo>
                  <a:lnTo>
                    <a:pt x="3663671" y="341688"/>
                  </a:lnTo>
                  <a:lnTo>
                    <a:pt x="3664019" y="341542"/>
                  </a:lnTo>
                  <a:lnTo>
                    <a:pt x="3666627" y="340448"/>
                  </a:lnTo>
                  <a:lnTo>
                    <a:pt x="3668540" y="339645"/>
                  </a:lnTo>
                  <a:lnTo>
                    <a:pt x="3670279" y="338915"/>
                  </a:lnTo>
                  <a:lnTo>
                    <a:pt x="3674453" y="337164"/>
                  </a:lnTo>
                  <a:lnTo>
                    <a:pt x="3676713" y="336215"/>
                  </a:lnTo>
                  <a:lnTo>
                    <a:pt x="3677235" y="335996"/>
                  </a:lnTo>
                  <a:lnTo>
                    <a:pt x="3678626" y="335412"/>
                  </a:lnTo>
                  <a:lnTo>
                    <a:pt x="3680017" y="334828"/>
                  </a:lnTo>
                  <a:lnTo>
                    <a:pt x="3683843" y="333222"/>
                  </a:lnTo>
                  <a:lnTo>
                    <a:pt x="3686104" y="332274"/>
                  </a:lnTo>
                  <a:lnTo>
                    <a:pt x="3697233" y="327602"/>
                  </a:lnTo>
                  <a:lnTo>
                    <a:pt x="3701059" y="325996"/>
                  </a:lnTo>
                  <a:lnTo>
                    <a:pt x="3705580" y="324098"/>
                  </a:lnTo>
                  <a:lnTo>
                    <a:pt x="3706102" y="323879"/>
                  </a:lnTo>
                  <a:lnTo>
                    <a:pt x="3709580" y="322419"/>
                  </a:lnTo>
                  <a:lnTo>
                    <a:pt x="3714101" y="320521"/>
                  </a:lnTo>
                  <a:lnTo>
                    <a:pt x="3715145" y="320083"/>
                  </a:lnTo>
                  <a:lnTo>
                    <a:pt x="3717927" y="318914"/>
                  </a:lnTo>
                  <a:lnTo>
                    <a:pt x="3721579" y="317381"/>
                  </a:lnTo>
                  <a:lnTo>
                    <a:pt x="3722448" y="317016"/>
                  </a:lnTo>
                  <a:lnTo>
                    <a:pt x="3724361" y="316213"/>
                  </a:lnTo>
                  <a:lnTo>
                    <a:pt x="3732882" y="312635"/>
                  </a:lnTo>
                  <a:lnTo>
                    <a:pt x="3739142" y="310006"/>
                  </a:lnTo>
                  <a:lnTo>
                    <a:pt x="3741403" y="309057"/>
                  </a:lnTo>
                  <a:lnTo>
                    <a:pt x="3744707" y="307669"/>
                  </a:lnTo>
                  <a:lnTo>
                    <a:pt x="3748359" y="306136"/>
                  </a:lnTo>
                  <a:lnTo>
                    <a:pt x="3752880" y="304237"/>
                  </a:lnTo>
                  <a:lnTo>
                    <a:pt x="3756358" y="302776"/>
                  </a:lnTo>
                  <a:lnTo>
                    <a:pt x="3762271" y="300293"/>
                  </a:lnTo>
                  <a:lnTo>
                    <a:pt x="3764531" y="299343"/>
                  </a:lnTo>
                  <a:lnTo>
                    <a:pt x="3765227" y="299051"/>
                  </a:lnTo>
                  <a:lnTo>
                    <a:pt x="3769401" y="297298"/>
                  </a:lnTo>
                  <a:lnTo>
                    <a:pt x="3770966" y="296641"/>
                  </a:lnTo>
                  <a:lnTo>
                    <a:pt x="3773922" y="295399"/>
                  </a:lnTo>
                  <a:lnTo>
                    <a:pt x="3774270" y="295253"/>
                  </a:lnTo>
                  <a:lnTo>
                    <a:pt x="3774617" y="295107"/>
                  </a:lnTo>
                  <a:lnTo>
                    <a:pt x="3775835" y="294596"/>
                  </a:lnTo>
                  <a:lnTo>
                    <a:pt x="3779834" y="292915"/>
                  </a:lnTo>
                  <a:lnTo>
                    <a:pt x="3781226" y="292331"/>
                  </a:lnTo>
                  <a:lnTo>
                    <a:pt x="3781747" y="292112"/>
                  </a:lnTo>
                  <a:lnTo>
                    <a:pt x="3783834" y="291235"/>
                  </a:lnTo>
                  <a:lnTo>
                    <a:pt x="3785573" y="290505"/>
                  </a:lnTo>
                  <a:lnTo>
                    <a:pt x="3788529" y="289263"/>
                  </a:lnTo>
                  <a:lnTo>
                    <a:pt x="3789051" y="289044"/>
                  </a:lnTo>
                  <a:lnTo>
                    <a:pt x="3792529" y="287582"/>
                  </a:lnTo>
                  <a:lnTo>
                    <a:pt x="3792703" y="287509"/>
                  </a:lnTo>
                  <a:lnTo>
                    <a:pt x="3796181" y="286048"/>
                  </a:lnTo>
                  <a:lnTo>
                    <a:pt x="3797920" y="285318"/>
                  </a:lnTo>
                  <a:lnTo>
                    <a:pt x="3798268" y="285172"/>
                  </a:lnTo>
                  <a:lnTo>
                    <a:pt x="3800180" y="284368"/>
                  </a:lnTo>
                  <a:lnTo>
                    <a:pt x="3803832" y="282834"/>
                  </a:lnTo>
                  <a:lnTo>
                    <a:pt x="3805745" y="282030"/>
                  </a:lnTo>
                  <a:lnTo>
                    <a:pt x="3807658" y="281226"/>
                  </a:lnTo>
                  <a:lnTo>
                    <a:pt x="3807832" y="281153"/>
                  </a:lnTo>
                  <a:lnTo>
                    <a:pt x="3809397" y="280495"/>
                  </a:lnTo>
                  <a:lnTo>
                    <a:pt x="3809571" y="280422"/>
                  </a:lnTo>
                  <a:lnTo>
                    <a:pt x="3814962" y="278157"/>
                  </a:lnTo>
                  <a:lnTo>
                    <a:pt x="3818614" y="276623"/>
                  </a:lnTo>
                  <a:lnTo>
                    <a:pt x="3818787" y="276550"/>
                  </a:lnTo>
                  <a:lnTo>
                    <a:pt x="3819309" y="276330"/>
                  </a:lnTo>
                  <a:lnTo>
                    <a:pt x="3821396" y="275453"/>
                  </a:lnTo>
                  <a:lnTo>
                    <a:pt x="3822439" y="275015"/>
                  </a:lnTo>
                  <a:lnTo>
                    <a:pt x="3824004" y="274357"/>
                  </a:lnTo>
                  <a:lnTo>
                    <a:pt x="3825743" y="273627"/>
                  </a:lnTo>
                  <a:lnTo>
                    <a:pt x="3826091" y="273480"/>
                  </a:lnTo>
                  <a:lnTo>
                    <a:pt x="3826613" y="273261"/>
                  </a:lnTo>
                  <a:lnTo>
                    <a:pt x="3828004" y="272677"/>
                  </a:lnTo>
                  <a:lnTo>
                    <a:pt x="3828178" y="272603"/>
                  </a:lnTo>
                  <a:lnTo>
                    <a:pt x="3829743" y="271946"/>
                  </a:lnTo>
                  <a:lnTo>
                    <a:pt x="3830091" y="271800"/>
                  </a:lnTo>
                  <a:lnTo>
                    <a:pt x="3835308" y="269607"/>
                  </a:lnTo>
                  <a:lnTo>
                    <a:pt x="3837221" y="268803"/>
                  </a:lnTo>
                  <a:lnTo>
                    <a:pt x="3837568" y="268657"/>
                  </a:lnTo>
                  <a:lnTo>
                    <a:pt x="3837916" y="268511"/>
                  </a:lnTo>
                  <a:lnTo>
                    <a:pt x="3840525" y="267415"/>
                  </a:lnTo>
                  <a:lnTo>
                    <a:pt x="3842437" y="266611"/>
                  </a:lnTo>
                  <a:lnTo>
                    <a:pt x="3844176" y="265880"/>
                  </a:lnTo>
                  <a:lnTo>
                    <a:pt x="3848350" y="264126"/>
                  </a:lnTo>
                  <a:lnTo>
                    <a:pt x="3850611" y="263175"/>
                  </a:lnTo>
                  <a:lnTo>
                    <a:pt x="3851132" y="262956"/>
                  </a:lnTo>
                  <a:lnTo>
                    <a:pt x="3852524" y="262371"/>
                  </a:lnTo>
                  <a:lnTo>
                    <a:pt x="3853915" y="261787"/>
                  </a:lnTo>
                  <a:lnTo>
                    <a:pt x="3857740" y="260179"/>
                  </a:lnTo>
                  <a:lnTo>
                    <a:pt x="3860001" y="259228"/>
                  </a:lnTo>
                  <a:lnTo>
                    <a:pt x="3871131" y="254550"/>
                  </a:lnTo>
                  <a:lnTo>
                    <a:pt x="3874956" y="252942"/>
                  </a:lnTo>
                  <a:lnTo>
                    <a:pt x="3879478" y="251041"/>
                  </a:lnTo>
                  <a:lnTo>
                    <a:pt x="3879999" y="250821"/>
                  </a:lnTo>
                  <a:lnTo>
                    <a:pt x="3883477" y="249359"/>
                  </a:lnTo>
                  <a:lnTo>
                    <a:pt x="3887999" y="247458"/>
                  </a:lnTo>
                  <a:lnTo>
                    <a:pt x="3889042" y="247020"/>
                  </a:lnTo>
                  <a:lnTo>
                    <a:pt x="3891824" y="245850"/>
                  </a:lnTo>
                  <a:lnTo>
                    <a:pt x="3895476" y="244314"/>
                  </a:lnTo>
                  <a:lnTo>
                    <a:pt x="3896346" y="243949"/>
                  </a:lnTo>
                  <a:lnTo>
                    <a:pt x="3898259" y="243144"/>
                  </a:lnTo>
                  <a:lnTo>
                    <a:pt x="3913040" y="236929"/>
                  </a:lnTo>
                  <a:lnTo>
                    <a:pt x="3915127" y="236051"/>
                  </a:lnTo>
                  <a:lnTo>
                    <a:pt x="3915301" y="235978"/>
                  </a:lnTo>
                  <a:lnTo>
                    <a:pt x="3918605" y="234589"/>
                  </a:lnTo>
                  <a:lnTo>
                    <a:pt x="3922256" y="233053"/>
                  </a:lnTo>
                  <a:lnTo>
                    <a:pt x="3926778" y="231152"/>
                  </a:lnTo>
                  <a:lnTo>
                    <a:pt x="3930256" y="229689"/>
                  </a:lnTo>
                  <a:lnTo>
                    <a:pt x="3936168" y="227202"/>
                  </a:lnTo>
                  <a:lnTo>
                    <a:pt x="3938429" y="226251"/>
                  </a:lnTo>
                  <a:lnTo>
                    <a:pt x="3939124" y="225959"/>
                  </a:lnTo>
                  <a:lnTo>
                    <a:pt x="3943298" y="224203"/>
                  </a:lnTo>
                  <a:lnTo>
                    <a:pt x="3944863" y="223545"/>
                  </a:lnTo>
                  <a:lnTo>
                    <a:pt x="3947819" y="222302"/>
                  </a:lnTo>
                  <a:lnTo>
                    <a:pt x="3948167" y="222155"/>
                  </a:lnTo>
                  <a:lnTo>
                    <a:pt x="3948515" y="222009"/>
                  </a:lnTo>
                  <a:lnTo>
                    <a:pt x="3949732" y="221497"/>
                  </a:lnTo>
                  <a:lnTo>
                    <a:pt x="3953732" y="219815"/>
                  </a:lnTo>
                  <a:lnTo>
                    <a:pt x="3955123" y="219229"/>
                  </a:lnTo>
                  <a:lnTo>
                    <a:pt x="3955645" y="219010"/>
                  </a:lnTo>
                  <a:lnTo>
                    <a:pt x="3957731" y="218132"/>
                  </a:lnTo>
                  <a:lnTo>
                    <a:pt x="3959470" y="217401"/>
                  </a:lnTo>
                  <a:lnTo>
                    <a:pt x="3962427" y="216157"/>
                  </a:lnTo>
                  <a:lnTo>
                    <a:pt x="3962948" y="215938"/>
                  </a:lnTo>
                  <a:lnTo>
                    <a:pt x="3966426" y="214474"/>
                  </a:lnTo>
                  <a:lnTo>
                    <a:pt x="3966600" y="214401"/>
                  </a:lnTo>
                  <a:lnTo>
                    <a:pt x="3970078" y="212938"/>
                  </a:lnTo>
                  <a:lnTo>
                    <a:pt x="3971817" y="212207"/>
                  </a:lnTo>
                  <a:lnTo>
                    <a:pt x="3972165" y="212060"/>
                  </a:lnTo>
                  <a:lnTo>
                    <a:pt x="3974078" y="211256"/>
                  </a:lnTo>
                  <a:lnTo>
                    <a:pt x="3977730" y="209719"/>
                  </a:lnTo>
                  <a:lnTo>
                    <a:pt x="3979643" y="208914"/>
                  </a:lnTo>
                  <a:lnTo>
                    <a:pt x="3981555" y="208110"/>
                  </a:lnTo>
                  <a:lnTo>
                    <a:pt x="3981729" y="208036"/>
                  </a:lnTo>
                  <a:lnTo>
                    <a:pt x="3983294" y="207378"/>
                  </a:lnTo>
                  <a:lnTo>
                    <a:pt x="3983468" y="207305"/>
                  </a:lnTo>
                  <a:lnTo>
                    <a:pt x="3988859" y="205037"/>
                  </a:lnTo>
                  <a:lnTo>
                    <a:pt x="3992511" y="203500"/>
                  </a:lnTo>
                  <a:lnTo>
                    <a:pt x="3992685" y="203427"/>
                  </a:lnTo>
                  <a:lnTo>
                    <a:pt x="3993207" y="203207"/>
                  </a:lnTo>
                  <a:lnTo>
                    <a:pt x="3995293" y="202329"/>
                  </a:lnTo>
                  <a:lnTo>
                    <a:pt x="3996337" y="201890"/>
                  </a:lnTo>
                  <a:lnTo>
                    <a:pt x="3997902" y="201232"/>
                  </a:lnTo>
                  <a:lnTo>
                    <a:pt x="3999989" y="200354"/>
                  </a:lnTo>
                  <a:lnTo>
                    <a:pt x="4000510" y="200134"/>
                  </a:lnTo>
                  <a:lnTo>
                    <a:pt x="4001901" y="199549"/>
                  </a:lnTo>
                  <a:lnTo>
                    <a:pt x="4003640" y="198817"/>
                  </a:lnTo>
                  <a:lnTo>
                    <a:pt x="4003988" y="198671"/>
                  </a:lnTo>
                  <a:lnTo>
                    <a:pt x="4009205" y="196475"/>
                  </a:lnTo>
                  <a:lnTo>
                    <a:pt x="4011118" y="195670"/>
                  </a:lnTo>
                  <a:lnTo>
                    <a:pt x="4011466" y="195524"/>
                  </a:lnTo>
                  <a:lnTo>
                    <a:pt x="4011814" y="195378"/>
                  </a:lnTo>
                  <a:lnTo>
                    <a:pt x="4014422" y="194280"/>
                  </a:lnTo>
                  <a:lnTo>
                    <a:pt x="4016335" y="193475"/>
                  </a:lnTo>
                  <a:lnTo>
                    <a:pt x="4018074" y="192743"/>
                  </a:lnTo>
                  <a:lnTo>
                    <a:pt x="4022247" y="190987"/>
                  </a:lnTo>
                  <a:lnTo>
                    <a:pt x="4024508" y="190035"/>
                  </a:lnTo>
                  <a:lnTo>
                    <a:pt x="4025030" y="189816"/>
                  </a:lnTo>
                  <a:lnTo>
                    <a:pt x="4026421" y="189230"/>
                  </a:lnTo>
                  <a:lnTo>
                    <a:pt x="4027812" y="188645"/>
                  </a:lnTo>
                  <a:lnTo>
                    <a:pt x="4031638" y="187035"/>
                  </a:lnTo>
                  <a:lnTo>
                    <a:pt x="4033899" y="186083"/>
                  </a:lnTo>
                  <a:lnTo>
                    <a:pt x="4045028" y="181399"/>
                  </a:lnTo>
                  <a:lnTo>
                    <a:pt x="4048854" y="179788"/>
                  </a:lnTo>
                  <a:lnTo>
                    <a:pt x="4053375" y="177885"/>
                  </a:lnTo>
                  <a:lnTo>
                    <a:pt x="4053897" y="177666"/>
                  </a:lnTo>
                  <a:lnTo>
                    <a:pt x="4057375" y="176202"/>
                  </a:lnTo>
                  <a:lnTo>
                    <a:pt x="4061896" y="174298"/>
                  </a:lnTo>
                  <a:lnTo>
                    <a:pt x="4062939" y="173859"/>
                  </a:lnTo>
                  <a:lnTo>
                    <a:pt x="4065722" y="172688"/>
                  </a:lnTo>
                  <a:lnTo>
                    <a:pt x="4069374" y="171150"/>
                  </a:lnTo>
                  <a:lnTo>
                    <a:pt x="4070243" y="170784"/>
                  </a:lnTo>
                  <a:lnTo>
                    <a:pt x="4072156" y="169979"/>
                  </a:lnTo>
                  <a:lnTo>
                    <a:pt x="4080677" y="166392"/>
                  </a:lnTo>
                  <a:lnTo>
                    <a:pt x="4089024" y="162877"/>
                  </a:lnTo>
                  <a:lnTo>
                    <a:pt x="4089198" y="162804"/>
                  </a:lnTo>
                  <a:lnTo>
                    <a:pt x="4092502" y="161413"/>
                  </a:lnTo>
                  <a:lnTo>
                    <a:pt x="4096154" y="159875"/>
                  </a:lnTo>
                  <a:lnTo>
                    <a:pt x="4104153" y="156507"/>
                  </a:lnTo>
                  <a:lnTo>
                    <a:pt x="4110066" y="154017"/>
                  </a:lnTo>
                  <a:lnTo>
                    <a:pt x="4113022" y="152772"/>
                  </a:lnTo>
                  <a:lnTo>
                    <a:pt x="4117195" y="151015"/>
                  </a:lnTo>
                  <a:lnTo>
                    <a:pt x="4118761" y="150356"/>
                  </a:lnTo>
                  <a:lnTo>
                    <a:pt x="4121717" y="149111"/>
                  </a:lnTo>
                  <a:lnTo>
                    <a:pt x="4122065" y="148964"/>
                  </a:lnTo>
                  <a:lnTo>
                    <a:pt x="4122412" y="148818"/>
                  </a:lnTo>
                  <a:lnTo>
                    <a:pt x="4123630" y="148305"/>
                  </a:lnTo>
                  <a:lnTo>
                    <a:pt x="4127629" y="146621"/>
                  </a:lnTo>
                  <a:lnTo>
                    <a:pt x="4129020" y="146035"/>
                  </a:lnTo>
                  <a:lnTo>
                    <a:pt x="4131629" y="144936"/>
                  </a:lnTo>
                  <a:lnTo>
                    <a:pt x="4133368" y="144204"/>
                  </a:lnTo>
                  <a:lnTo>
                    <a:pt x="4136324" y="142959"/>
                  </a:lnTo>
                  <a:lnTo>
                    <a:pt x="4136846" y="142739"/>
                  </a:lnTo>
                  <a:lnTo>
                    <a:pt x="4140324" y="141274"/>
                  </a:lnTo>
                  <a:lnTo>
                    <a:pt x="4140498" y="141201"/>
                  </a:lnTo>
                  <a:lnTo>
                    <a:pt x="4143976" y="139736"/>
                  </a:lnTo>
                  <a:lnTo>
                    <a:pt x="4146062" y="138857"/>
                  </a:lnTo>
                  <a:lnTo>
                    <a:pt x="4147975" y="138052"/>
                  </a:lnTo>
                  <a:lnTo>
                    <a:pt x="4153540" y="135708"/>
                  </a:lnTo>
                  <a:lnTo>
                    <a:pt x="4155627" y="134829"/>
                  </a:lnTo>
                  <a:lnTo>
                    <a:pt x="4157192" y="134170"/>
                  </a:lnTo>
                  <a:lnTo>
                    <a:pt x="4157366" y="134096"/>
                  </a:lnTo>
                  <a:lnTo>
                    <a:pt x="4162757" y="131826"/>
                  </a:lnTo>
                  <a:lnTo>
                    <a:pt x="4166408" y="130287"/>
                  </a:lnTo>
                  <a:lnTo>
                    <a:pt x="4166582" y="130214"/>
                  </a:lnTo>
                  <a:lnTo>
                    <a:pt x="4167104" y="129994"/>
                  </a:lnTo>
                  <a:lnTo>
                    <a:pt x="4170234" y="128676"/>
                  </a:lnTo>
                  <a:lnTo>
                    <a:pt x="4173886" y="127137"/>
                  </a:lnTo>
                  <a:lnTo>
                    <a:pt x="4174408" y="126917"/>
                  </a:lnTo>
                  <a:lnTo>
                    <a:pt x="4175799" y="126331"/>
                  </a:lnTo>
                  <a:lnTo>
                    <a:pt x="4175973" y="126258"/>
                  </a:lnTo>
                  <a:lnTo>
                    <a:pt x="4183103" y="123255"/>
                  </a:lnTo>
                  <a:lnTo>
                    <a:pt x="4185015" y="122449"/>
                  </a:lnTo>
                  <a:lnTo>
                    <a:pt x="4185363" y="122302"/>
                  </a:lnTo>
                  <a:lnTo>
                    <a:pt x="4185711" y="122156"/>
                  </a:lnTo>
                  <a:lnTo>
                    <a:pt x="4188320" y="121057"/>
                  </a:lnTo>
                  <a:lnTo>
                    <a:pt x="4190232" y="120251"/>
                  </a:lnTo>
                  <a:lnTo>
                    <a:pt x="4191971" y="119518"/>
                  </a:lnTo>
                  <a:lnTo>
                    <a:pt x="4198406" y="116807"/>
                  </a:lnTo>
                  <a:lnTo>
                    <a:pt x="4201710" y="115415"/>
                  </a:lnTo>
                  <a:lnTo>
                    <a:pt x="4205535" y="113803"/>
                  </a:lnTo>
                  <a:lnTo>
                    <a:pt x="4207796" y="112851"/>
                  </a:lnTo>
                  <a:lnTo>
                    <a:pt x="4218925" y="108161"/>
                  </a:lnTo>
                  <a:lnTo>
                    <a:pt x="4222751" y="106549"/>
                  </a:lnTo>
                  <a:lnTo>
                    <a:pt x="4227273" y="104644"/>
                  </a:lnTo>
                  <a:lnTo>
                    <a:pt x="4244141" y="97535"/>
                  </a:lnTo>
                  <a:lnTo>
                    <a:pt x="4246053" y="96729"/>
                  </a:lnTo>
                  <a:lnTo>
                    <a:pt x="4254574" y="93138"/>
                  </a:lnTo>
                  <a:lnTo>
                    <a:pt x="4283963" y="80750"/>
                  </a:lnTo>
                  <a:lnTo>
                    <a:pt x="4297527" y="75032"/>
                  </a:lnTo>
                  <a:lnTo>
                    <a:pt x="4301527" y="73346"/>
                  </a:lnTo>
                  <a:lnTo>
                    <a:pt x="4302918" y="72759"/>
                  </a:lnTo>
                  <a:lnTo>
                    <a:pt x="4307265" y="70927"/>
                  </a:lnTo>
                  <a:lnTo>
                    <a:pt x="4314221" y="67994"/>
                  </a:lnTo>
                  <a:lnTo>
                    <a:pt x="4319612" y="65721"/>
                  </a:lnTo>
                  <a:lnTo>
                    <a:pt x="4321873" y="64768"/>
                  </a:lnTo>
                  <a:lnTo>
                    <a:pt x="4327437" y="62422"/>
                  </a:lnTo>
                  <a:lnTo>
                    <a:pt x="4329524" y="61542"/>
                  </a:lnTo>
                  <a:lnTo>
                    <a:pt x="4357000" y="49956"/>
                  </a:lnTo>
                  <a:lnTo>
                    <a:pt x="4358913" y="49149"/>
                  </a:lnTo>
                  <a:lnTo>
                    <a:pt x="4359608" y="48856"/>
                  </a:lnTo>
                  <a:lnTo>
                    <a:pt x="4375607" y="42109"/>
                  </a:lnTo>
                  <a:lnTo>
                    <a:pt x="447542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" name="pl11"/>
            <p:cNvSpPr/>
            <p:nvPr/>
          </p:nvSpPr>
          <p:spPr>
            <a:xfrm>
              <a:off x="3317373" y="2939062"/>
              <a:ext cx="4475424" cy="1747483"/>
            </a:xfrm>
            <a:custGeom>
              <a:avLst/>
              <a:pathLst>
                <a:path w="4475424" h="1747483">
                  <a:moveTo>
                    <a:pt x="4475424" y="0"/>
                  </a:moveTo>
                  <a:lnTo>
                    <a:pt x="4375607" y="37376"/>
                  </a:lnTo>
                  <a:lnTo>
                    <a:pt x="4359608" y="43369"/>
                  </a:lnTo>
                  <a:lnTo>
                    <a:pt x="4358913" y="43630"/>
                  </a:lnTo>
                  <a:lnTo>
                    <a:pt x="4357000" y="44346"/>
                  </a:lnTo>
                  <a:lnTo>
                    <a:pt x="4329524" y="54640"/>
                  </a:lnTo>
                  <a:lnTo>
                    <a:pt x="4327437" y="55422"/>
                  </a:lnTo>
                  <a:lnTo>
                    <a:pt x="4321873" y="57507"/>
                  </a:lnTo>
                  <a:lnTo>
                    <a:pt x="4319612" y="58354"/>
                  </a:lnTo>
                  <a:lnTo>
                    <a:pt x="4314221" y="60373"/>
                  </a:lnTo>
                  <a:lnTo>
                    <a:pt x="4307265" y="62980"/>
                  </a:lnTo>
                  <a:lnTo>
                    <a:pt x="4302918" y="64609"/>
                  </a:lnTo>
                  <a:lnTo>
                    <a:pt x="4301527" y="65130"/>
                  </a:lnTo>
                  <a:lnTo>
                    <a:pt x="4297527" y="66629"/>
                  </a:lnTo>
                  <a:lnTo>
                    <a:pt x="4283963" y="71712"/>
                  </a:lnTo>
                  <a:lnTo>
                    <a:pt x="4254574" y="82728"/>
                  </a:lnTo>
                  <a:lnTo>
                    <a:pt x="4246053" y="85922"/>
                  </a:lnTo>
                  <a:lnTo>
                    <a:pt x="4244141" y="86639"/>
                  </a:lnTo>
                  <a:lnTo>
                    <a:pt x="4227273" y="92962"/>
                  </a:lnTo>
                  <a:lnTo>
                    <a:pt x="4222751" y="94658"/>
                  </a:lnTo>
                  <a:lnTo>
                    <a:pt x="4218925" y="96092"/>
                  </a:lnTo>
                  <a:lnTo>
                    <a:pt x="4207796" y="100265"/>
                  </a:lnTo>
                  <a:lnTo>
                    <a:pt x="4205535" y="101113"/>
                  </a:lnTo>
                  <a:lnTo>
                    <a:pt x="4201710" y="102547"/>
                  </a:lnTo>
                  <a:lnTo>
                    <a:pt x="4198406" y="103786"/>
                  </a:lnTo>
                  <a:lnTo>
                    <a:pt x="4191971" y="106199"/>
                  </a:lnTo>
                  <a:lnTo>
                    <a:pt x="4190232" y="106851"/>
                  </a:lnTo>
                  <a:lnTo>
                    <a:pt x="4188320" y="107568"/>
                  </a:lnTo>
                  <a:lnTo>
                    <a:pt x="4185711" y="108546"/>
                  </a:lnTo>
                  <a:lnTo>
                    <a:pt x="4185363" y="108677"/>
                  </a:lnTo>
                  <a:lnTo>
                    <a:pt x="4185015" y="108807"/>
                  </a:lnTo>
                  <a:lnTo>
                    <a:pt x="4183103" y="109525"/>
                  </a:lnTo>
                  <a:lnTo>
                    <a:pt x="4175973" y="112199"/>
                  </a:lnTo>
                  <a:lnTo>
                    <a:pt x="4175799" y="112264"/>
                  </a:lnTo>
                  <a:lnTo>
                    <a:pt x="4174408" y="112786"/>
                  </a:lnTo>
                  <a:lnTo>
                    <a:pt x="4173886" y="112981"/>
                  </a:lnTo>
                  <a:lnTo>
                    <a:pt x="4170234" y="114351"/>
                  </a:lnTo>
                  <a:lnTo>
                    <a:pt x="4167104" y="115525"/>
                  </a:lnTo>
                  <a:lnTo>
                    <a:pt x="4166582" y="115721"/>
                  </a:lnTo>
                  <a:lnTo>
                    <a:pt x="4166408" y="115786"/>
                  </a:lnTo>
                  <a:lnTo>
                    <a:pt x="4162757" y="117155"/>
                  </a:lnTo>
                  <a:lnTo>
                    <a:pt x="4157366" y="119177"/>
                  </a:lnTo>
                  <a:lnTo>
                    <a:pt x="4157192" y="119243"/>
                  </a:lnTo>
                  <a:lnTo>
                    <a:pt x="4155627" y="119830"/>
                  </a:lnTo>
                  <a:lnTo>
                    <a:pt x="4153540" y="120613"/>
                  </a:lnTo>
                  <a:lnTo>
                    <a:pt x="4147975" y="122700"/>
                  </a:lnTo>
                  <a:lnTo>
                    <a:pt x="4146062" y="123417"/>
                  </a:lnTo>
                  <a:lnTo>
                    <a:pt x="4143976" y="124200"/>
                  </a:lnTo>
                  <a:lnTo>
                    <a:pt x="4140498" y="125505"/>
                  </a:lnTo>
                  <a:lnTo>
                    <a:pt x="4140324" y="125570"/>
                  </a:lnTo>
                  <a:lnTo>
                    <a:pt x="4136846" y="126875"/>
                  </a:lnTo>
                  <a:lnTo>
                    <a:pt x="4136324" y="127071"/>
                  </a:lnTo>
                  <a:lnTo>
                    <a:pt x="4133368" y="128180"/>
                  </a:lnTo>
                  <a:lnTo>
                    <a:pt x="4131629" y="128832"/>
                  </a:lnTo>
                  <a:lnTo>
                    <a:pt x="4129020" y="129811"/>
                  </a:lnTo>
                  <a:lnTo>
                    <a:pt x="4127629" y="130333"/>
                  </a:lnTo>
                  <a:lnTo>
                    <a:pt x="4123630" y="131833"/>
                  </a:lnTo>
                  <a:lnTo>
                    <a:pt x="4122412" y="132290"/>
                  </a:lnTo>
                  <a:lnTo>
                    <a:pt x="4122065" y="132420"/>
                  </a:lnTo>
                  <a:lnTo>
                    <a:pt x="4121717" y="132551"/>
                  </a:lnTo>
                  <a:lnTo>
                    <a:pt x="4118761" y="133660"/>
                  </a:lnTo>
                  <a:lnTo>
                    <a:pt x="4117195" y="134247"/>
                  </a:lnTo>
                  <a:lnTo>
                    <a:pt x="4113022" y="135813"/>
                  </a:lnTo>
                  <a:lnTo>
                    <a:pt x="4110066" y="136922"/>
                  </a:lnTo>
                  <a:lnTo>
                    <a:pt x="4104153" y="139141"/>
                  </a:lnTo>
                  <a:lnTo>
                    <a:pt x="4096154" y="142143"/>
                  </a:lnTo>
                  <a:lnTo>
                    <a:pt x="4092502" y="143513"/>
                  </a:lnTo>
                  <a:lnTo>
                    <a:pt x="4089198" y="144753"/>
                  </a:lnTo>
                  <a:lnTo>
                    <a:pt x="4089024" y="144818"/>
                  </a:lnTo>
                  <a:lnTo>
                    <a:pt x="4080677" y="147951"/>
                  </a:lnTo>
                  <a:lnTo>
                    <a:pt x="4072156" y="151149"/>
                  </a:lnTo>
                  <a:lnTo>
                    <a:pt x="4070243" y="151867"/>
                  </a:lnTo>
                  <a:lnTo>
                    <a:pt x="4069374" y="152193"/>
                  </a:lnTo>
                  <a:lnTo>
                    <a:pt x="4065722" y="153564"/>
                  </a:lnTo>
                  <a:lnTo>
                    <a:pt x="4062939" y="154608"/>
                  </a:lnTo>
                  <a:lnTo>
                    <a:pt x="4061896" y="155000"/>
                  </a:lnTo>
                  <a:lnTo>
                    <a:pt x="4057375" y="156697"/>
                  </a:lnTo>
                  <a:lnTo>
                    <a:pt x="4053897" y="158002"/>
                  </a:lnTo>
                  <a:lnTo>
                    <a:pt x="4053375" y="158198"/>
                  </a:lnTo>
                  <a:lnTo>
                    <a:pt x="4048854" y="159895"/>
                  </a:lnTo>
                  <a:lnTo>
                    <a:pt x="4045028" y="161331"/>
                  </a:lnTo>
                  <a:lnTo>
                    <a:pt x="4033899" y="165510"/>
                  </a:lnTo>
                  <a:lnTo>
                    <a:pt x="4031638" y="166358"/>
                  </a:lnTo>
                  <a:lnTo>
                    <a:pt x="4027812" y="167795"/>
                  </a:lnTo>
                  <a:lnTo>
                    <a:pt x="4026421" y="168317"/>
                  </a:lnTo>
                  <a:lnTo>
                    <a:pt x="4025030" y="168839"/>
                  </a:lnTo>
                  <a:lnTo>
                    <a:pt x="4024508" y="169035"/>
                  </a:lnTo>
                  <a:lnTo>
                    <a:pt x="4022247" y="169884"/>
                  </a:lnTo>
                  <a:lnTo>
                    <a:pt x="4018074" y="171451"/>
                  </a:lnTo>
                  <a:lnTo>
                    <a:pt x="4016335" y="172104"/>
                  </a:lnTo>
                  <a:lnTo>
                    <a:pt x="4014422" y="172822"/>
                  </a:lnTo>
                  <a:lnTo>
                    <a:pt x="4011814" y="173802"/>
                  </a:lnTo>
                  <a:lnTo>
                    <a:pt x="4011466" y="173932"/>
                  </a:lnTo>
                  <a:lnTo>
                    <a:pt x="4011118" y="174063"/>
                  </a:lnTo>
                  <a:lnTo>
                    <a:pt x="4009205" y="174781"/>
                  </a:lnTo>
                  <a:lnTo>
                    <a:pt x="4003988" y="176740"/>
                  </a:lnTo>
                  <a:lnTo>
                    <a:pt x="4003640" y="176871"/>
                  </a:lnTo>
                  <a:lnTo>
                    <a:pt x="4001901" y="177524"/>
                  </a:lnTo>
                  <a:lnTo>
                    <a:pt x="4000510" y="178046"/>
                  </a:lnTo>
                  <a:lnTo>
                    <a:pt x="3999989" y="178242"/>
                  </a:lnTo>
                  <a:lnTo>
                    <a:pt x="3997902" y="179026"/>
                  </a:lnTo>
                  <a:lnTo>
                    <a:pt x="3996337" y="179613"/>
                  </a:lnTo>
                  <a:lnTo>
                    <a:pt x="3995293" y="180005"/>
                  </a:lnTo>
                  <a:lnTo>
                    <a:pt x="3993207" y="180789"/>
                  </a:lnTo>
                  <a:lnTo>
                    <a:pt x="3992685" y="180985"/>
                  </a:lnTo>
                  <a:lnTo>
                    <a:pt x="3992511" y="181050"/>
                  </a:lnTo>
                  <a:lnTo>
                    <a:pt x="3988859" y="182422"/>
                  </a:lnTo>
                  <a:lnTo>
                    <a:pt x="3983468" y="184446"/>
                  </a:lnTo>
                  <a:lnTo>
                    <a:pt x="3983294" y="184512"/>
                  </a:lnTo>
                  <a:lnTo>
                    <a:pt x="3981729" y="185099"/>
                  </a:lnTo>
                  <a:lnTo>
                    <a:pt x="3981555" y="185165"/>
                  </a:lnTo>
                  <a:lnTo>
                    <a:pt x="3979643" y="185883"/>
                  </a:lnTo>
                  <a:lnTo>
                    <a:pt x="3977730" y="186602"/>
                  </a:lnTo>
                  <a:lnTo>
                    <a:pt x="3974078" y="187973"/>
                  </a:lnTo>
                  <a:lnTo>
                    <a:pt x="3972165" y="188692"/>
                  </a:lnTo>
                  <a:lnTo>
                    <a:pt x="3971817" y="188822"/>
                  </a:lnTo>
                  <a:lnTo>
                    <a:pt x="3970078" y="189476"/>
                  </a:lnTo>
                  <a:lnTo>
                    <a:pt x="3966600" y="190782"/>
                  </a:lnTo>
                  <a:lnTo>
                    <a:pt x="3966426" y="190847"/>
                  </a:lnTo>
                  <a:lnTo>
                    <a:pt x="3962948" y="192154"/>
                  </a:lnTo>
                  <a:lnTo>
                    <a:pt x="3962427" y="192350"/>
                  </a:lnTo>
                  <a:lnTo>
                    <a:pt x="3959470" y="193460"/>
                  </a:lnTo>
                  <a:lnTo>
                    <a:pt x="3957731" y="194114"/>
                  </a:lnTo>
                  <a:lnTo>
                    <a:pt x="3955645" y="194897"/>
                  </a:lnTo>
                  <a:lnTo>
                    <a:pt x="3955123" y="195093"/>
                  </a:lnTo>
                  <a:lnTo>
                    <a:pt x="3953732" y="195616"/>
                  </a:lnTo>
                  <a:lnTo>
                    <a:pt x="3949732" y="197119"/>
                  </a:lnTo>
                  <a:lnTo>
                    <a:pt x="3948515" y="197576"/>
                  </a:lnTo>
                  <a:lnTo>
                    <a:pt x="3948167" y="197707"/>
                  </a:lnTo>
                  <a:lnTo>
                    <a:pt x="3947819" y="197837"/>
                  </a:lnTo>
                  <a:lnTo>
                    <a:pt x="3944863" y="198948"/>
                  </a:lnTo>
                  <a:lnTo>
                    <a:pt x="3943298" y="199536"/>
                  </a:lnTo>
                  <a:lnTo>
                    <a:pt x="3939124" y="201104"/>
                  </a:lnTo>
                  <a:lnTo>
                    <a:pt x="3938429" y="201365"/>
                  </a:lnTo>
                  <a:lnTo>
                    <a:pt x="3936168" y="202215"/>
                  </a:lnTo>
                  <a:lnTo>
                    <a:pt x="3930256" y="204436"/>
                  </a:lnTo>
                  <a:lnTo>
                    <a:pt x="3926778" y="205743"/>
                  </a:lnTo>
                  <a:lnTo>
                    <a:pt x="3922256" y="207442"/>
                  </a:lnTo>
                  <a:lnTo>
                    <a:pt x="3918605" y="208814"/>
                  </a:lnTo>
                  <a:lnTo>
                    <a:pt x="3915301" y="210056"/>
                  </a:lnTo>
                  <a:lnTo>
                    <a:pt x="3915127" y="210121"/>
                  </a:lnTo>
                  <a:lnTo>
                    <a:pt x="3913040" y="210905"/>
                  </a:lnTo>
                  <a:lnTo>
                    <a:pt x="3898259" y="216460"/>
                  </a:lnTo>
                  <a:lnTo>
                    <a:pt x="3896346" y="217179"/>
                  </a:lnTo>
                  <a:lnTo>
                    <a:pt x="3895476" y="217506"/>
                  </a:lnTo>
                  <a:lnTo>
                    <a:pt x="3891824" y="218879"/>
                  </a:lnTo>
                  <a:lnTo>
                    <a:pt x="3889042" y="219925"/>
                  </a:lnTo>
                  <a:lnTo>
                    <a:pt x="3887999" y="220317"/>
                  </a:lnTo>
                  <a:lnTo>
                    <a:pt x="3883477" y="222016"/>
                  </a:lnTo>
                  <a:lnTo>
                    <a:pt x="3879999" y="223324"/>
                  </a:lnTo>
                  <a:lnTo>
                    <a:pt x="3879478" y="223520"/>
                  </a:lnTo>
                  <a:lnTo>
                    <a:pt x="3874956" y="225219"/>
                  </a:lnTo>
                  <a:lnTo>
                    <a:pt x="3871131" y="226657"/>
                  </a:lnTo>
                  <a:lnTo>
                    <a:pt x="3860001" y="230842"/>
                  </a:lnTo>
                  <a:lnTo>
                    <a:pt x="3857740" y="231692"/>
                  </a:lnTo>
                  <a:lnTo>
                    <a:pt x="3853915" y="233130"/>
                  </a:lnTo>
                  <a:lnTo>
                    <a:pt x="3852524" y="233653"/>
                  </a:lnTo>
                  <a:lnTo>
                    <a:pt x="3851132" y="234176"/>
                  </a:lnTo>
                  <a:lnTo>
                    <a:pt x="3850611" y="234372"/>
                  </a:lnTo>
                  <a:lnTo>
                    <a:pt x="3848350" y="235222"/>
                  </a:lnTo>
                  <a:lnTo>
                    <a:pt x="3844176" y="236792"/>
                  </a:lnTo>
                  <a:lnTo>
                    <a:pt x="3842437" y="237445"/>
                  </a:lnTo>
                  <a:lnTo>
                    <a:pt x="3840525" y="238165"/>
                  </a:lnTo>
                  <a:lnTo>
                    <a:pt x="3837916" y="239146"/>
                  </a:lnTo>
                  <a:lnTo>
                    <a:pt x="3837568" y="239276"/>
                  </a:lnTo>
                  <a:lnTo>
                    <a:pt x="3837221" y="239407"/>
                  </a:lnTo>
                  <a:lnTo>
                    <a:pt x="3835308" y="240127"/>
                  </a:lnTo>
                  <a:lnTo>
                    <a:pt x="3830091" y="242088"/>
                  </a:lnTo>
                  <a:lnTo>
                    <a:pt x="3829743" y="242219"/>
                  </a:lnTo>
                  <a:lnTo>
                    <a:pt x="3828178" y="242808"/>
                  </a:lnTo>
                  <a:lnTo>
                    <a:pt x="3828004" y="242873"/>
                  </a:lnTo>
                  <a:lnTo>
                    <a:pt x="3826613" y="243396"/>
                  </a:lnTo>
                  <a:lnTo>
                    <a:pt x="3826091" y="243593"/>
                  </a:lnTo>
                  <a:lnTo>
                    <a:pt x="3825743" y="243723"/>
                  </a:lnTo>
                  <a:lnTo>
                    <a:pt x="3824004" y="244377"/>
                  </a:lnTo>
                  <a:lnTo>
                    <a:pt x="3822439" y="244966"/>
                  </a:lnTo>
                  <a:lnTo>
                    <a:pt x="3821396" y="245358"/>
                  </a:lnTo>
                  <a:lnTo>
                    <a:pt x="3819309" y="246143"/>
                  </a:lnTo>
                  <a:lnTo>
                    <a:pt x="3818787" y="246339"/>
                  </a:lnTo>
                  <a:lnTo>
                    <a:pt x="3818614" y="246405"/>
                  </a:lnTo>
                  <a:lnTo>
                    <a:pt x="3814962" y="247778"/>
                  </a:lnTo>
                  <a:lnTo>
                    <a:pt x="3809571" y="249806"/>
                  </a:lnTo>
                  <a:lnTo>
                    <a:pt x="3809397" y="249871"/>
                  </a:lnTo>
                  <a:lnTo>
                    <a:pt x="3807832" y="250460"/>
                  </a:lnTo>
                  <a:lnTo>
                    <a:pt x="3807658" y="250525"/>
                  </a:lnTo>
                  <a:lnTo>
                    <a:pt x="3805745" y="251245"/>
                  </a:lnTo>
                  <a:lnTo>
                    <a:pt x="3803832" y="251965"/>
                  </a:lnTo>
                  <a:lnTo>
                    <a:pt x="3800180" y="253338"/>
                  </a:lnTo>
                  <a:lnTo>
                    <a:pt x="3798268" y="254058"/>
                  </a:lnTo>
                  <a:lnTo>
                    <a:pt x="3797920" y="254189"/>
                  </a:lnTo>
                  <a:lnTo>
                    <a:pt x="3796181" y="254843"/>
                  </a:lnTo>
                  <a:lnTo>
                    <a:pt x="3792703" y="256151"/>
                  </a:lnTo>
                  <a:lnTo>
                    <a:pt x="3792529" y="256217"/>
                  </a:lnTo>
                  <a:lnTo>
                    <a:pt x="3789051" y="257525"/>
                  </a:lnTo>
                  <a:lnTo>
                    <a:pt x="3788529" y="257721"/>
                  </a:lnTo>
                  <a:lnTo>
                    <a:pt x="3785573" y="258833"/>
                  </a:lnTo>
                  <a:lnTo>
                    <a:pt x="3783834" y="259488"/>
                  </a:lnTo>
                  <a:lnTo>
                    <a:pt x="3781747" y="260273"/>
                  </a:lnTo>
                  <a:lnTo>
                    <a:pt x="3781226" y="260469"/>
                  </a:lnTo>
                  <a:lnTo>
                    <a:pt x="3779834" y="260992"/>
                  </a:lnTo>
                  <a:lnTo>
                    <a:pt x="3775835" y="262497"/>
                  </a:lnTo>
                  <a:lnTo>
                    <a:pt x="3774617" y="262955"/>
                  </a:lnTo>
                  <a:lnTo>
                    <a:pt x="3774270" y="263086"/>
                  </a:lnTo>
                  <a:lnTo>
                    <a:pt x="3773922" y="263217"/>
                  </a:lnTo>
                  <a:lnTo>
                    <a:pt x="3770966" y="264329"/>
                  </a:lnTo>
                  <a:lnTo>
                    <a:pt x="3769401" y="264918"/>
                  </a:lnTo>
                  <a:lnTo>
                    <a:pt x="3765227" y="266489"/>
                  </a:lnTo>
                  <a:lnTo>
                    <a:pt x="3764531" y="266751"/>
                  </a:lnTo>
                  <a:lnTo>
                    <a:pt x="3762271" y="267601"/>
                  </a:lnTo>
                  <a:lnTo>
                    <a:pt x="3756358" y="269826"/>
                  </a:lnTo>
                  <a:lnTo>
                    <a:pt x="3752880" y="271135"/>
                  </a:lnTo>
                  <a:lnTo>
                    <a:pt x="3748359" y="272837"/>
                  </a:lnTo>
                  <a:lnTo>
                    <a:pt x="3744707" y="274211"/>
                  </a:lnTo>
                  <a:lnTo>
                    <a:pt x="3741403" y="275455"/>
                  </a:lnTo>
                  <a:lnTo>
                    <a:pt x="3739142" y="276305"/>
                  </a:lnTo>
                  <a:lnTo>
                    <a:pt x="3732882" y="278662"/>
                  </a:lnTo>
                  <a:lnTo>
                    <a:pt x="3724361" y="281869"/>
                  </a:lnTo>
                  <a:lnTo>
                    <a:pt x="3722448" y="282589"/>
                  </a:lnTo>
                  <a:lnTo>
                    <a:pt x="3721579" y="282917"/>
                  </a:lnTo>
                  <a:lnTo>
                    <a:pt x="3717927" y="284291"/>
                  </a:lnTo>
                  <a:lnTo>
                    <a:pt x="3715145" y="285339"/>
                  </a:lnTo>
                  <a:lnTo>
                    <a:pt x="3714101" y="285732"/>
                  </a:lnTo>
                  <a:lnTo>
                    <a:pt x="3709580" y="287434"/>
                  </a:lnTo>
                  <a:lnTo>
                    <a:pt x="3706102" y="288743"/>
                  </a:lnTo>
                  <a:lnTo>
                    <a:pt x="3705580" y="288940"/>
                  </a:lnTo>
                  <a:lnTo>
                    <a:pt x="3701059" y="290642"/>
                  </a:lnTo>
                  <a:lnTo>
                    <a:pt x="3697233" y="292083"/>
                  </a:lnTo>
                  <a:lnTo>
                    <a:pt x="3686104" y="296274"/>
                  </a:lnTo>
                  <a:lnTo>
                    <a:pt x="3683843" y="297125"/>
                  </a:lnTo>
                  <a:lnTo>
                    <a:pt x="3680017" y="298566"/>
                  </a:lnTo>
                  <a:lnTo>
                    <a:pt x="3678626" y="299090"/>
                  </a:lnTo>
                  <a:lnTo>
                    <a:pt x="3677235" y="299614"/>
                  </a:lnTo>
                  <a:lnTo>
                    <a:pt x="3676713" y="299810"/>
                  </a:lnTo>
                  <a:lnTo>
                    <a:pt x="3674453" y="300661"/>
                  </a:lnTo>
                  <a:lnTo>
                    <a:pt x="3670279" y="302233"/>
                  </a:lnTo>
                  <a:lnTo>
                    <a:pt x="3668540" y="302888"/>
                  </a:lnTo>
                  <a:lnTo>
                    <a:pt x="3666627" y="303609"/>
                  </a:lnTo>
                  <a:lnTo>
                    <a:pt x="3664019" y="304591"/>
                  </a:lnTo>
                  <a:lnTo>
                    <a:pt x="3663671" y="304722"/>
                  </a:lnTo>
                  <a:lnTo>
                    <a:pt x="3663323" y="304853"/>
                  </a:lnTo>
                  <a:lnTo>
                    <a:pt x="3661410" y="305574"/>
                  </a:lnTo>
                  <a:lnTo>
                    <a:pt x="3656193" y="307539"/>
                  </a:lnTo>
                  <a:lnTo>
                    <a:pt x="3655846" y="307670"/>
                  </a:lnTo>
                  <a:lnTo>
                    <a:pt x="3654280" y="308260"/>
                  </a:lnTo>
                  <a:lnTo>
                    <a:pt x="3654107" y="308325"/>
                  </a:lnTo>
                  <a:lnTo>
                    <a:pt x="3652715" y="308849"/>
                  </a:lnTo>
                  <a:lnTo>
                    <a:pt x="3652194" y="309046"/>
                  </a:lnTo>
                  <a:lnTo>
                    <a:pt x="3651846" y="309177"/>
                  </a:lnTo>
                  <a:lnTo>
                    <a:pt x="3650107" y="309832"/>
                  </a:lnTo>
                  <a:lnTo>
                    <a:pt x="3648542" y="310421"/>
                  </a:lnTo>
                  <a:lnTo>
                    <a:pt x="3647498" y="310815"/>
                  </a:lnTo>
                  <a:lnTo>
                    <a:pt x="3645412" y="311601"/>
                  </a:lnTo>
                  <a:lnTo>
                    <a:pt x="3644890" y="311797"/>
                  </a:lnTo>
                  <a:lnTo>
                    <a:pt x="3644716" y="311863"/>
                  </a:lnTo>
                  <a:lnTo>
                    <a:pt x="3641064" y="313239"/>
                  </a:lnTo>
                  <a:lnTo>
                    <a:pt x="3635673" y="315270"/>
                  </a:lnTo>
                  <a:lnTo>
                    <a:pt x="3635500" y="315335"/>
                  </a:lnTo>
                  <a:lnTo>
                    <a:pt x="3633934" y="315925"/>
                  </a:lnTo>
                  <a:lnTo>
                    <a:pt x="3633761" y="315990"/>
                  </a:lnTo>
                  <a:lnTo>
                    <a:pt x="3631848" y="316711"/>
                  </a:lnTo>
                  <a:lnTo>
                    <a:pt x="3629935" y="317432"/>
                  </a:lnTo>
                  <a:lnTo>
                    <a:pt x="3626283" y="318808"/>
                  </a:lnTo>
                  <a:lnTo>
                    <a:pt x="3624370" y="319529"/>
                  </a:lnTo>
                  <a:lnTo>
                    <a:pt x="3624022" y="319660"/>
                  </a:lnTo>
                  <a:lnTo>
                    <a:pt x="3622283" y="320315"/>
                  </a:lnTo>
                  <a:lnTo>
                    <a:pt x="3618805" y="321626"/>
                  </a:lnTo>
                  <a:lnTo>
                    <a:pt x="3618631" y="321691"/>
                  </a:lnTo>
                  <a:lnTo>
                    <a:pt x="3615154" y="323002"/>
                  </a:lnTo>
                  <a:lnTo>
                    <a:pt x="3614632" y="323199"/>
                  </a:lnTo>
                  <a:lnTo>
                    <a:pt x="3611676" y="324313"/>
                  </a:lnTo>
                  <a:lnTo>
                    <a:pt x="3609937" y="324968"/>
                  </a:lnTo>
                  <a:lnTo>
                    <a:pt x="3607850" y="325754"/>
                  </a:lnTo>
                  <a:lnTo>
                    <a:pt x="3607328" y="325951"/>
                  </a:lnTo>
                  <a:lnTo>
                    <a:pt x="3605937" y="326475"/>
                  </a:lnTo>
                  <a:lnTo>
                    <a:pt x="3601937" y="327983"/>
                  </a:lnTo>
                  <a:lnTo>
                    <a:pt x="3600720" y="328442"/>
                  </a:lnTo>
                  <a:lnTo>
                    <a:pt x="3600372" y="328573"/>
                  </a:lnTo>
                  <a:lnTo>
                    <a:pt x="3600024" y="328704"/>
                  </a:lnTo>
                  <a:lnTo>
                    <a:pt x="3597068" y="329818"/>
                  </a:lnTo>
                  <a:lnTo>
                    <a:pt x="3595503" y="330408"/>
                  </a:lnTo>
                  <a:lnTo>
                    <a:pt x="3591330" y="331981"/>
                  </a:lnTo>
                  <a:lnTo>
                    <a:pt x="3590634" y="332244"/>
                  </a:lnTo>
                  <a:lnTo>
                    <a:pt x="3588373" y="333096"/>
                  </a:lnTo>
                  <a:lnTo>
                    <a:pt x="3582461" y="335325"/>
                  </a:lnTo>
                  <a:lnTo>
                    <a:pt x="3578983" y="336636"/>
                  </a:lnTo>
                  <a:lnTo>
                    <a:pt x="3574462" y="338340"/>
                  </a:lnTo>
                  <a:lnTo>
                    <a:pt x="3570810" y="339717"/>
                  </a:lnTo>
                  <a:lnTo>
                    <a:pt x="3567506" y="340963"/>
                  </a:lnTo>
                  <a:lnTo>
                    <a:pt x="3567332" y="341029"/>
                  </a:lnTo>
                  <a:lnTo>
                    <a:pt x="3565245" y="341815"/>
                  </a:lnTo>
                  <a:lnTo>
                    <a:pt x="3558985" y="344176"/>
                  </a:lnTo>
                  <a:lnTo>
                    <a:pt x="3550464" y="347389"/>
                  </a:lnTo>
                  <a:lnTo>
                    <a:pt x="3548551" y="348111"/>
                  </a:lnTo>
                  <a:lnTo>
                    <a:pt x="3547681" y="348439"/>
                  </a:lnTo>
                  <a:lnTo>
                    <a:pt x="3544029" y="349816"/>
                  </a:lnTo>
                  <a:lnTo>
                    <a:pt x="3541247" y="350865"/>
                  </a:lnTo>
                  <a:lnTo>
                    <a:pt x="3540204" y="351259"/>
                  </a:lnTo>
                  <a:lnTo>
                    <a:pt x="3535682" y="352964"/>
                  </a:lnTo>
                  <a:lnTo>
                    <a:pt x="3532204" y="354276"/>
                  </a:lnTo>
                  <a:lnTo>
                    <a:pt x="3531683" y="354473"/>
                  </a:lnTo>
                  <a:lnTo>
                    <a:pt x="3527161" y="356178"/>
                  </a:lnTo>
                  <a:lnTo>
                    <a:pt x="3523336" y="357622"/>
                  </a:lnTo>
                  <a:lnTo>
                    <a:pt x="3512206" y="361820"/>
                  </a:lnTo>
                  <a:lnTo>
                    <a:pt x="3509946" y="362673"/>
                  </a:lnTo>
                  <a:lnTo>
                    <a:pt x="3506120" y="364117"/>
                  </a:lnTo>
                  <a:lnTo>
                    <a:pt x="3504729" y="364642"/>
                  </a:lnTo>
                  <a:lnTo>
                    <a:pt x="3503337" y="365167"/>
                  </a:lnTo>
                  <a:lnTo>
                    <a:pt x="3502816" y="365363"/>
                  </a:lnTo>
                  <a:lnTo>
                    <a:pt x="3500555" y="366217"/>
                  </a:lnTo>
                  <a:lnTo>
                    <a:pt x="3496382" y="367791"/>
                  </a:lnTo>
                  <a:lnTo>
                    <a:pt x="3494643" y="368448"/>
                  </a:lnTo>
                  <a:lnTo>
                    <a:pt x="3492730" y="369169"/>
                  </a:lnTo>
                  <a:lnTo>
                    <a:pt x="3490121" y="370154"/>
                  </a:lnTo>
                  <a:lnTo>
                    <a:pt x="3489773" y="370285"/>
                  </a:lnTo>
                  <a:lnTo>
                    <a:pt x="3489426" y="370416"/>
                  </a:lnTo>
                  <a:lnTo>
                    <a:pt x="3487513" y="371138"/>
                  </a:lnTo>
                  <a:lnTo>
                    <a:pt x="3482296" y="373107"/>
                  </a:lnTo>
                  <a:lnTo>
                    <a:pt x="3481948" y="373238"/>
                  </a:lnTo>
                  <a:lnTo>
                    <a:pt x="3480383" y="373829"/>
                  </a:lnTo>
                  <a:lnTo>
                    <a:pt x="3480209" y="373895"/>
                  </a:lnTo>
                  <a:lnTo>
                    <a:pt x="3478818" y="374420"/>
                  </a:lnTo>
                  <a:lnTo>
                    <a:pt x="3478296" y="374617"/>
                  </a:lnTo>
                  <a:lnTo>
                    <a:pt x="3477948" y="374748"/>
                  </a:lnTo>
                  <a:lnTo>
                    <a:pt x="3476209" y="375404"/>
                  </a:lnTo>
                  <a:lnTo>
                    <a:pt x="3474644" y="375995"/>
                  </a:lnTo>
                  <a:lnTo>
                    <a:pt x="3473601" y="376389"/>
                  </a:lnTo>
                  <a:lnTo>
                    <a:pt x="3471514" y="377177"/>
                  </a:lnTo>
                  <a:lnTo>
                    <a:pt x="3470993" y="377374"/>
                  </a:lnTo>
                  <a:lnTo>
                    <a:pt x="3470819" y="377439"/>
                  </a:lnTo>
                  <a:lnTo>
                    <a:pt x="3467167" y="378818"/>
                  </a:lnTo>
                  <a:lnTo>
                    <a:pt x="3461776" y="380853"/>
                  </a:lnTo>
                  <a:lnTo>
                    <a:pt x="3461602" y="380918"/>
                  </a:lnTo>
                  <a:lnTo>
                    <a:pt x="3460037" y="381509"/>
                  </a:lnTo>
                  <a:lnTo>
                    <a:pt x="3459863" y="381575"/>
                  </a:lnTo>
                  <a:lnTo>
                    <a:pt x="3457950" y="382297"/>
                  </a:lnTo>
                  <a:lnTo>
                    <a:pt x="3456037" y="383019"/>
                  </a:lnTo>
                  <a:lnTo>
                    <a:pt x="3452386" y="384398"/>
                  </a:lnTo>
                  <a:lnTo>
                    <a:pt x="3450473" y="385120"/>
                  </a:lnTo>
                  <a:lnTo>
                    <a:pt x="3450125" y="385252"/>
                  </a:lnTo>
                  <a:lnTo>
                    <a:pt x="3448386" y="385908"/>
                  </a:lnTo>
                  <a:lnTo>
                    <a:pt x="3444908" y="387221"/>
                  </a:lnTo>
                  <a:lnTo>
                    <a:pt x="3444734" y="387287"/>
                  </a:lnTo>
                  <a:lnTo>
                    <a:pt x="3441256" y="388600"/>
                  </a:lnTo>
                  <a:lnTo>
                    <a:pt x="3440734" y="388797"/>
                  </a:lnTo>
                  <a:lnTo>
                    <a:pt x="3437778" y="389914"/>
                  </a:lnTo>
                  <a:lnTo>
                    <a:pt x="3436039" y="390570"/>
                  </a:lnTo>
                  <a:lnTo>
                    <a:pt x="3433952" y="391358"/>
                  </a:lnTo>
                  <a:lnTo>
                    <a:pt x="3433431" y="391555"/>
                  </a:lnTo>
                  <a:lnTo>
                    <a:pt x="3432040" y="392081"/>
                  </a:lnTo>
                  <a:lnTo>
                    <a:pt x="3428040" y="393591"/>
                  </a:lnTo>
                  <a:lnTo>
                    <a:pt x="3426823" y="394051"/>
                  </a:lnTo>
                  <a:lnTo>
                    <a:pt x="3426475" y="394182"/>
                  </a:lnTo>
                  <a:lnTo>
                    <a:pt x="3426127" y="394314"/>
                  </a:lnTo>
                  <a:lnTo>
                    <a:pt x="3423171" y="395430"/>
                  </a:lnTo>
                  <a:lnTo>
                    <a:pt x="3421606" y="396021"/>
                  </a:lnTo>
                  <a:lnTo>
                    <a:pt x="3417432" y="397598"/>
                  </a:lnTo>
                  <a:lnTo>
                    <a:pt x="3416737" y="397860"/>
                  </a:lnTo>
                  <a:lnTo>
                    <a:pt x="3414476" y="398714"/>
                  </a:lnTo>
                  <a:lnTo>
                    <a:pt x="3408563" y="400948"/>
                  </a:lnTo>
                  <a:lnTo>
                    <a:pt x="3405085" y="402262"/>
                  </a:lnTo>
                  <a:lnTo>
                    <a:pt x="3400564" y="403970"/>
                  </a:lnTo>
                  <a:lnTo>
                    <a:pt x="3396912" y="405349"/>
                  </a:lnTo>
                  <a:lnTo>
                    <a:pt x="3393608" y="406598"/>
                  </a:lnTo>
                  <a:lnTo>
                    <a:pt x="3393434" y="406663"/>
                  </a:lnTo>
                  <a:lnTo>
                    <a:pt x="3391348" y="407452"/>
                  </a:lnTo>
                  <a:lnTo>
                    <a:pt x="3385087" y="409817"/>
                  </a:lnTo>
                  <a:lnTo>
                    <a:pt x="3376566" y="413037"/>
                  </a:lnTo>
                  <a:lnTo>
                    <a:pt x="3373784" y="414089"/>
                  </a:lnTo>
                  <a:lnTo>
                    <a:pt x="3370132" y="415469"/>
                  </a:lnTo>
                  <a:lnTo>
                    <a:pt x="3367350" y="416521"/>
                  </a:lnTo>
                  <a:lnTo>
                    <a:pt x="3366306" y="416915"/>
                  </a:lnTo>
                  <a:lnTo>
                    <a:pt x="3361785" y="418624"/>
                  </a:lnTo>
                  <a:lnTo>
                    <a:pt x="3358307" y="419939"/>
                  </a:lnTo>
                  <a:lnTo>
                    <a:pt x="3357785" y="420136"/>
                  </a:lnTo>
                  <a:lnTo>
                    <a:pt x="3353264" y="421845"/>
                  </a:lnTo>
                  <a:lnTo>
                    <a:pt x="3349438" y="423291"/>
                  </a:lnTo>
                  <a:lnTo>
                    <a:pt x="3338309" y="427499"/>
                  </a:lnTo>
                  <a:lnTo>
                    <a:pt x="3336048" y="428354"/>
                  </a:lnTo>
                  <a:lnTo>
                    <a:pt x="3332222" y="429800"/>
                  </a:lnTo>
                  <a:lnTo>
                    <a:pt x="3330831" y="430327"/>
                  </a:lnTo>
                  <a:lnTo>
                    <a:pt x="3329440" y="430853"/>
                  </a:lnTo>
                  <a:lnTo>
                    <a:pt x="3328918" y="431050"/>
                  </a:lnTo>
                  <a:lnTo>
                    <a:pt x="3326658" y="431905"/>
                  </a:lnTo>
                  <a:lnTo>
                    <a:pt x="3322484" y="433483"/>
                  </a:lnTo>
                  <a:lnTo>
                    <a:pt x="3320745" y="434141"/>
                  </a:lnTo>
                  <a:lnTo>
                    <a:pt x="3318832" y="434864"/>
                  </a:lnTo>
                  <a:lnTo>
                    <a:pt x="3316224" y="435851"/>
                  </a:lnTo>
                  <a:lnTo>
                    <a:pt x="3315876" y="435982"/>
                  </a:lnTo>
                  <a:lnTo>
                    <a:pt x="3315528" y="436114"/>
                  </a:lnTo>
                  <a:lnTo>
                    <a:pt x="3313615" y="436837"/>
                  </a:lnTo>
                  <a:lnTo>
                    <a:pt x="3308398" y="438811"/>
                  </a:lnTo>
                  <a:lnTo>
                    <a:pt x="3308051" y="438942"/>
                  </a:lnTo>
                  <a:lnTo>
                    <a:pt x="3306486" y="439534"/>
                  </a:lnTo>
                  <a:lnTo>
                    <a:pt x="3306312" y="439600"/>
                  </a:lnTo>
                  <a:lnTo>
                    <a:pt x="3304920" y="440126"/>
                  </a:lnTo>
                  <a:lnTo>
                    <a:pt x="3304399" y="440323"/>
                  </a:lnTo>
                  <a:lnTo>
                    <a:pt x="3304051" y="440455"/>
                  </a:lnTo>
                  <a:lnTo>
                    <a:pt x="3302312" y="441113"/>
                  </a:lnTo>
                  <a:lnTo>
                    <a:pt x="3300747" y="441705"/>
                  </a:lnTo>
                  <a:lnTo>
                    <a:pt x="3299704" y="442100"/>
                  </a:lnTo>
                  <a:lnTo>
                    <a:pt x="3297617" y="442889"/>
                  </a:lnTo>
                  <a:lnTo>
                    <a:pt x="3297095" y="443086"/>
                  </a:lnTo>
                  <a:lnTo>
                    <a:pt x="3296921" y="443152"/>
                  </a:lnTo>
                  <a:lnTo>
                    <a:pt x="3293269" y="444534"/>
                  </a:lnTo>
                  <a:lnTo>
                    <a:pt x="3287879" y="446573"/>
                  </a:lnTo>
                  <a:lnTo>
                    <a:pt x="3287705" y="446639"/>
                  </a:lnTo>
                  <a:lnTo>
                    <a:pt x="3286140" y="447231"/>
                  </a:lnTo>
                  <a:lnTo>
                    <a:pt x="3285966" y="447297"/>
                  </a:lnTo>
                  <a:lnTo>
                    <a:pt x="3284053" y="448021"/>
                  </a:lnTo>
                  <a:lnTo>
                    <a:pt x="3282140" y="448745"/>
                  </a:lnTo>
                  <a:lnTo>
                    <a:pt x="3278488" y="450127"/>
                  </a:lnTo>
                  <a:lnTo>
                    <a:pt x="3276575" y="450850"/>
                  </a:lnTo>
                  <a:lnTo>
                    <a:pt x="3276227" y="450982"/>
                  </a:lnTo>
                  <a:lnTo>
                    <a:pt x="3274488" y="451640"/>
                  </a:lnTo>
                  <a:lnTo>
                    <a:pt x="3271010" y="452956"/>
                  </a:lnTo>
                  <a:lnTo>
                    <a:pt x="3270837" y="453022"/>
                  </a:lnTo>
                  <a:lnTo>
                    <a:pt x="3267359" y="454338"/>
                  </a:lnTo>
                  <a:lnTo>
                    <a:pt x="3266837" y="454536"/>
                  </a:lnTo>
                  <a:lnTo>
                    <a:pt x="3263881" y="455655"/>
                  </a:lnTo>
                  <a:lnTo>
                    <a:pt x="3262142" y="456313"/>
                  </a:lnTo>
                  <a:lnTo>
                    <a:pt x="3260055" y="457103"/>
                  </a:lnTo>
                  <a:lnTo>
                    <a:pt x="3259533" y="457300"/>
                  </a:lnTo>
                  <a:lnTo>
                    <a:pt x="3258142" y="457827"/>
                  </a:lnTo>
                  <a:lnTo>
                    <a:pt x="3254142" y="459341"/>
                  </a:lnTo>
                  <a:lnTo>
                    <a:pt x="3252925" y="459802"/>
                  </a:lnTo>
                  <a:lnTo>
                    <a:pt x="3252577" y="459933"/>
                  </a:lnTo>
                  <a:lnTo>
                    <a:pt x="3252230" y="460065"/>
                  </a:lnTo>
                  <a:lnTo>
                    <a:pt x="3249273" y="461184"/>
                  </a:lnTo>
                  <a:lnTo>
                    <a:pt x="3247708" y="461777"/>
                  </a:lnTo>
                  <a:lnTo>
                    <a:pt x="3243535" y="463357"/>
                  </a:lnTo>
                  <a:lnTo>
                    <a:pt x="3242839" y="463620"/>
                  </a:lnTo>
                  <a:lnTo>
                    <a:pt x="3240578" y="464476"/>
                  </a:lnTo>
                  <a:lnTo>
                    <a:pt x="3234666" y="466714"/>
                  </a:lnTo>
                  <a:lnTo>
                    <a:pt x="3231188" y="468031"/>
                  </a:lnTo>
                  <a:lnTo>
                    <a:pt x="3226667" y="469744"/>
                  </a:lnTo>
                  <a:lnTo>
                    <a:pt x="3223015" y="471127"/>
                  </a:lnTo>
                  <a:lnTo>
                    <a:pt x="3219711" y="472378"/>
                  </a:lnTo>
                  <a:lnTo>
                    <a:pt x="3219537" y="472444"/>
                  </a:lnTo>
                  <a:lnTo>
                    <a:pt x="3217450" y="473234"/>
                  </a:lnTo>
                  <a:lnTo>
                    <a:pt x="3211190" y="475605"/>
                  </a:lnTo>
                  <a:lnTo>
                    <a:pt x="3202669" y="478833"/>
                  </a:lnTo>
                  <a:lnTo>
                    <a:pt x="3200756" y="479558"/>
                  </a:lnTo>
                  <a:lnTo>
                    <a:pt x="3199886" y="479887"/>
                  </a:lnTo>
                  <a:lnTo>
                    <a:pt x="3196235" y="481270"/>
                  </a:lnTo>
                  <a:lnTo>
                    <a:pt x="3193452" y="482325"/>
                  </a:lnTo>
                  <a:lnTo>
                    <a:pt x="3192409" y="482720"/>
                  </a:lnTo>
                  <a:lnTo>
                    <a:pt x="3187888" y="484433"/>
                  </a:lnTo>
                  <a:lnTo>
                    <a:pt x="3184410" y="485751"/>
                  </a:lnTo>
                  <a:lnTo>
                    <a:pt x="3183888" y="485949"/>
                  </a:lnTo>
                  <a:lnTo>
                    <a:pt x="3179367" y="487662"/>
                  </a:lnTo>
                  <a:lnTo>
                    <a:pt x="3175541" y="489112"/>
                  </a:lnTo>
                  <a:lnTo>
                    <a:pt x="3164411" y="493330"/>
                  </a:lnTo>
                  <a:lnTo>
                    <a:pt x="3162151" y="494187"/>
                  </a:lnTo>
                  <a:lnTo>
                    <a:pt x="3158325" y="495637"/>
                  </a:lnTo>
                  <a:lnTo>
                    <a:pt x="3156934" y="496164"/>
                  </a:lnTo>
                  <a:lnTo>
                    <a:pt x="3155543" y="496692"/>
                  </a:lnTo>
                  <a:lnTo>
                    <a:pt x="3155021" y="496889"/>
                  </a:lnTo>
                  <a:lnTo>
                    <a:pt x="3152760" y="497746"/>
                  </a:lnTo>
                  <a:lnTo>
                    <a:pt x="3148587" y="499329"/>
                  </a:lnTo>
                  <a:lnTo>
                    <a:pt x="3146848" y="499988"/>
                  </a:lnTo>
                  <a:lnTo>
                    <a:pt x="3144935" y="500713"/>
                  </a:lnTo>
                  <a:lnTo>
                    <a:pt x="3142326" y="501702"/>
                  </a:lnTo>
                  <a:lnTo>
                    <a:pt x="3141979" y="501834"/>
                  </a:lnTo>
                  <a:lnTo>
                    <a:pt x="3141631" y="501966"/>
                  </a:lnTo>
                  <a:lnTo>
                    <a:pt x="3139718" y="502691"/>
                  </a:lnTo>
                  <a:lnTo>
                    <a:pt x="3134501" y="504670"/>
                  </a:lnTo>
                  <a:lnTo>
                    <a:pt x="3134153" y="504802"/>
                  </a:lnTo>
                  <a:lnTo>
                    <a:pt x="3132588" y="505395"/>
                  </a:lnTo>
                  <a:lnTo>
                    <a:pt x="3132414" y="505461"/>
                  </a:lnTo>
                  <a:lnTo>
                    <a:pt x="3131023" y="505989"/>
                  </a:lnTo>
                  <a:lnTo>
                    <a:pt x="3130501" y="506186"/>
                  </a:lnTo>
                  <a:lnTo>
                    <a:pt x="3130154" y="506318"/>
                  </a:lnTo>
                  <a:lnTo>
                    <a:pt x="3128415" y="506978"/>
                  </a:lnTo>
                  <a:lnTo>
                    <a:pt x="3126849" y="507571"/>
                  </a:lnTo>
                  <a:lnTo>
                    <a:pt x="3125806" y="507967"/>
                  </a:lnTo>
                  <a:lnTo>
                    <a:pt x="3123719" y="508759"/>
                  </a:lnTo>
                  <a:lnTo>
                    <a:pt x="3123198" y="508956"/>
                  </a:lnTo>
                  <a:lnTo>
                    <a:pt x="3123024" y="509022"/>
                  </a:lnTo>
                  <a:lnTo>
                    <a:pt x="3119372" y="510408"/>
                  </a:lnTo>
                  <a:lnTo>
                    <a:pt x="3113981" y="512452"/>
                  </a:lnTo>
                  <a:lnTo>
                    <a:pt x="3113807" y="512518"/>
                  </a:lnTo>
                  <a:lnTo>
                    <a:pt x="3112242" y="513112"/>
                  </a:lnTo>
                  <a:lnTo>
                    <a:pt x="3112068" y="513178"/>
                  </a:lnTo>
                  <a:lnTo>
                    <a:pt x="3110155" y="513904"/>
                  </a:lnTo>
                  <a:lnTo>
                    <a:pt x="3108242" y="514629"/>
                  </a:lnTo>
                  <a:lnTo>
                    <a:pt x="3104591" y="516015"/>
                  </a:lnTo>
                  <a:lnTo>
                    <a:pt x="3102678" y="516741"/>
                  </a:lnTo>
                  <a:lnTo>
                    <a:pt x="3102330" y="516872"/>
                  </a:lnTo>
                  <a:lnTo>
                    <a:pt x="3100591" y="517532"/>
                  </a:lnTo>
                  <a:lnTo>
                    <a:pt x="3097113" y="518852"/>
                  </a:lnTo>
                  <a:lnTo>
                    <a:pt x="3096939" y="518918"/>
                  </a:lnTo>
                  <a:lnTo>
                    <a:pt x="3093461" y="520238"/>
                  </a:lnTo>
                  <a:lnTo>
                    <a:pt x="3092939" y="520436"/>
                  </a:lnTo>
                  <a:lnTo>
                    <a:pt x="3089983" y="521557"/>
                  </a:lnTo>
                  <a:lnTo>
                    <a:pt x="3088244" y="522217"/>
                  </a:lnTo>
                  <a:lnTo>
                    <a:pt x="3086157" y="523009"/>
                  </a:lnTo>
                  <a:lnTo>
                    <a:pt x="3085636" y="523207"/>
                  </a:lnTo>
                  <a:lnTo>
                    <a:pt x="3084245" y="523735"/>
                  </a:lnTo>
                  <a:lnTo>
                    <a:pt x="3080245" y="525253"/>
                  </a:lnTo>
                  <a:lnTo>
                    <a:pt x="3079028" y="525715"/>
                  </a:lnTo>
                  <a:lnTo>
                    <a:pt x="3078680" y="525847"/>
                  </a:lnTo>
                  <a:lnTo>
                    <a:pt x="3078332" y="525979"/>
                  </a:lnTo>
                  <a:lnTo>
                    <a:pt x="3075376" y="527101"/>
                  </a:lnTo>
                  <a:lnTo>
                    <a:pt x="3073811" y="527695"/>
                  </a:lnTo>
                  <a:lnTo>
                    <a:pt x="3069637" y="529280"/>
                  </a:lnTo>
                  <a:lnTo>
                    <a:pt x="3068942" y="529544"/>
                  </a:lnTo>
                  <a:lnTo>
                    <a:pt x="3066681" y="530402"/>
                  </a:lnTo>
                  <a:lnTo>
                    <a:pt x="3060768" y="532647"/>
                  </a:lnTo>
                  <a:lnTo>
                    <a:pt x="3057291" y="533967"/>
                  </a:lnTo>
                  <a:lnTo>
                    <a:pt x="3052769" y="535684"/>
                  </a:lnTo>
                  <a:lnTo>
                    <a:pt x="3049117" y="537071"/>
                  </a:lnTo>
                  <a:lnTo>
                    <a:pt x="3045813" y="538325"/>
                  </a:lnTo>
                  <a:lnTo>
                    <a:pt x="3045639" y="538391"/>
                  </a:lnTo>
                  <a:lnTo>
                    <a:pt x="3043553" y="539184"/>
                  </a:lnTo>
                  <a:lnTo>
                    <a:pt x="3037292" y="541561"/>
                  </a:lnTo>
                  <a:lnTo>
                    <a:pt x="3028771" y="544798"/>
                  </a:lnTo>
                  <a:lnTo>
                    <a:pt x="3026858" y="545525"/>
                  </a:lnTo>
                  <a:lnTo>
                    <a:pt x="3025989" y="545855"/>
                  </a:lnTo>
                  <a:lnTo>
                    <a:pt x="3022337" y="547242"/>
                  </a:lnTo>
                  <a:lnTo>
                    <a:pt x="3019555" y="548299"/>
                  </a:lnTo>
                  <a:lnTo>
                    <a:pt x="3013990" y="550414"/>
                  </a:lnTo>
                  <a:lnTo>
                    <a:pt x="3010512" y="551735"/>
                  </a:lnTo>
                  <a:lnTo>
                    <a:pt x="3009990" y="551933"/>
                  </a:lnTo>
                  <a:lnTo>
                    <a:pt x="3005469" y="553652"/>
                  </a:lnTo>
                  <a:lnTo>
                    <a:pt x="3001643" y="555106"/>
                  </a:lnTo>
                  <a:lnTo>
                    <a:pt x="2990514" y="559336"/>
                  </a:lnTo>
                  <a:lnTo>
                    <a:pt x="2988253" y="560195"/>
                  </a:lnTo>
                  <a:lnTo>
                    <a:pt x="2984427" y="561649"/>
                  </a:lnTo>
                  <a:lnTo>
                    <a:pt x="2983036" y="562178"/>
                  </a:lnTo>
                  <a:lnTo>
                    <a:pt x="2981645" y="562707"/>
                  </a:lnTo>
                  <a:lnTo>
                    <a:pt x="2981123" y="562905"/>
                  </a:lnTo>
                  <a:lnTo>
                    <a:pt x="2978863" y="563765"/>
                  </a:lnTo>
                  <a:lnTo>
                    <a:pt x="2974689" y="565352"/>
                  </a:lnTo>
                  <a:lnTo>
                    <a:pt x="2972950" y="566013"/>
                  </a:lnTo>
                  <a:lnTo>
                    <a:pt x="2971037" y="566740"/>
                  </a:lnTo>
                  <a:lnTo>
                    <a:pt x="2968429" y="567732"/>
                  </a:lnTo>
                  <a:lnTo>
                    <a:pt x="2968081" y="567865"/>
                  </a:lnTo>
                  <a:lnTo>
                    <a:pt x="2967733" y="567997"/>
                  </a:lnTo>
                  <a:lnTo>
                    <a:pt x="2965820" y="568724"/>
                  </a:lnTo>
                  <a:lnTo>
                    <a:pt x="2960604" y="570708"/>
                  </a:lnTo>
                  <a:lnTo>
                    <a:pt x="2960256" y="570840"/>
                  </a:lnTo>
                  <a:lnTo>
                    <a:pt x="2958691" y="571436"/>
                  </a:lnTo>
                  <a:lnTo>
                    <a:pt x="2958517" y="571502"/>
                  </a:lnTo>
                  <a:lnTo>
                    <a:pt x="2957126" y="572031"/>
                  </a:lnTo>
                  <a:lnTo>
                    <a:pt x="2956604" y="572229"/>
                  </a:lnTo>
                  <a:lnTo>
                    <a:pt x="2956256" y="572362"/>
                  </a:lnTo>
                  <a:lnTo>
                    <a:pt x="2954517" y="573023"/>
                  </a:lnTo>
                  <a:lnTo>
                    <a:pt x="2952952" y="573618"/>
                  </a:lnTo>
                  <a:lnTo>
                    <a:pt x="2951909" y="574015"/>
                  </a:lnTo>
                  <a:lnTo>
                    <a:pt x="2949822" y="574809"/>
                  </a:lnTo>
                  <a:lnTo>
                    <a:pt x="2949300" y="575008"/>
                  </a:lnTo>
                  <a:lnTo>
                    <a:pt x="2949126" y="575074"/>
                  </a:lnTo>
                  <a:lnTo>
                    <a:pt x="2945474" y="576463"/>
                  </a:lnTo>
                  <a:lnTo>
                    <a:pt x="2940084" y="578514"/>
                  </a:lnTo>
                  <a:lnTo>
                    <a:pt x="2938345" y="579175"/>
                  </a:lnTo>
                  <a:lnTo>
                    <a:pt x="2938171" y="579242"/>
                  </a:lnTo>
                  <a:lnTo>
                    <a:pt x="2936258" y="579969"/>
                  </a:lnTo>
                  <a:lnTo>
                    <a:pt x="2934345" y="580697"/>
                  </a:lnTo>
                  <a:lnTo>
                    <a:pt x="2930693" y="582087"/>
                  </a:lnTo>
                  <a:lnTo>
                    <a:pt x="2928780" y="582815"/>
                  </a:lnTo>
                  <a:lnTo>
                    <a:pt x="2928433" y="582947"/>
                  </a:lnTo>
                  <a:lnTo>
                    <a:pt x="2926694" y="583609"/>
                  </a:lnTo>
                  <a:lnTo>
                    <a:pt x="2923216" y="584932"/>
                  </a:lnTo>
                  <a:lnTo>
                    <a:pt x="2923042" y="584999"/>
                  </a:lnTo>
                  <a:lnTo>
                    <a:pt x="2919564" y="586322"/>
                  </a:lnTo>
                  <a:lnTo>
                    <a:pt x="2919042" y="586521"/>
                  </a:lnTo>
                  <a:lnTo>
                    <a:pt x="2916086" y="587646"/>
                  </a:lnTo>
                  <a:lnTo>
                    <a:pt x="2914347" y="588308"/>
                  </a:lnTo>
                  <a:lnTo>
                    <a:pt x="2912260" y="589102"/>
                  </a:lnTo>
                  <a:lnTo>
                    <a:pt x="2911738" y="589301"/>
                  </a:lnTo>
                  <a:lnTo>
                    <a:pt x="2910347" y="589831"/>
                  </a:lnTo>
                  <a:lnTo>
                    <a:pt x="2906348" y="591353"/>
                  </a:lnTo>
                  <a:lnTo>
                    <a:pt x="2905130" y="591817"/>
                  </a:lnTo>
                  <a:lnTo>
                    <a:pt x="2904782" y="591949"/>
                  </a:lnTo>
                  <a:lnTo>
                    <a:pt x="2904435" y="592081"/>
                  </a:lnTo>
                  <a:lnTo>
                    <a:pt x="2901478" y="593207"/>
                  </a:lnTo>
                  <a:lnTo>
                    <a:pt x="2899913" y="593803"/>
                  </a:lnTo>
                  <a:lnTo>
                    <a:pt x="2895740" y="595392"/>
                  </a:lnTo>
                  <a:lnTo>
                    <a:pt x="2895044" y="595657"/>
                  </a:lnTo>
                  <a:lnTo>
                    <a:pt x="2892784" y="596518"/>
                  </a:lnTo>
                  <a:lnTo>
                    <a:pt x="2886871" y="598769"/>
                  </a:lnTo>
                  <a:lnTo>
                    <a:pt x="2883393" y="600094"/>
                  </a:lnTo>
                  <a:lnTo>
                    <a:pt x="2878872" y="601816"/>
                  </a:lnTo>
                  <a:lnTo>
                    <a:pt x="2875220" y="603207"/>
                  </a:lnTo>
                  <a:lnTo>
                    <a:pt x="2871916" y="604466"/>
                  </a:lnTo>
                  <a:lnTo>
                    <a:pt x="2871742" y="604532"/>
                  </a:lnTo>
                  <a:lnTo>
                    <a:pt x="2869655" y="605327"/>
                  </a:lnTo>
                  <a:lnTo>
                    <a:pt x="2863395" y="607712"/>
                  </a:lnTo>
                  <a:lnTo>
                    <a:pt x="2854874" y="610959"/>
                  </a:lnTo>
                  <a:lnTo>
                    <a:pt x="2852961" y="611688"/>
                  </a:lnTo>
                  <a:lnTo>
                    <a:pt x="2852092" y="612019"/>
                  </a:lnTo>
                  <a:lnTo>
                    <a:pt x="2848440" y="613411"/>
                  </a:lnTo>
                  <a:lnTo>
                    <a:pt x="2845657" y="614471"/>
                  </a:lnTo>
                  <a:lnTo>
                    <a:pt x="2844614" y="614869"/>
                  </a:lnTo>
                  <a:lnTo>
                    <a:pt x="2840093" y="616592"/>
                  </a:lnTo>
                  <a:lnTo>
                    <a:pt x="2836615" y="617918"/>
                  </a:lnTo>
                  <a:lnTo>
                    <a:pt x="2836093" y="618117"/>
                  </a:lnTo>
                  <a:lnTo>
                    <a:pt x="2831572" y="619841"/>
                  </a:lnTo>
                  <a:lnTo>
                    <a:pt x="2827746" y="621299"/>
                  </a:lnTo>
                  <a:lnTo>
                    <a:pt x="2816616" y="625543"/>
                  </a:lnTo>
                  <a:lnTo>
                    <a:pt x="2814356" y="626405"/>
                  </a:lnTo>
                  <a:lnTo>
                    <a:pt x="2810530" y="627864"/>
                  </a:lnTo>
                  <a:lnTo>
                    <a:pt x="2809139" y="628395"/>
                  </a:lnTo>
                  <a:lnTo>
                    <a:pt x="2807748" y="628926"/>
                  </a:lnTo>
                  <a:lnTo>
                    <a:pt x="2807226" y="629125"/>
                  </a:lnTo>
                  <a:lnTo>
                    <a:pt x="2804965" y="629987"/>
                  </a:lnTo>
                  <a:lnTo>
                    <a:pt x="2800792" y="631579"/>
                  </a:lnTo>
                  <a:lnTo>
                    <a:pt x="2799053" y="632242"/>
                  </a:lnTo>
                  <a:lnTo>
                    <a:pt x="2797140" y="632972"/>
                  </a:lnTo>
                  <a:lnTo>
                    <a:pt x="2794531" y="633967"/>
                  </a:lnTo>
                  <a:lnTo>
                    <a:pt x="2794184" y="634100"/>
                  </a:lnTo>
                  <a:lnTo>
                    <a:pt x="2793836" y="634233"/>
                  </a:lnTo>
                  <a:lnTo>
                    <a:pt x="2791923" y="634963"/>
                  </a:lnTo>
                  <a:lnTo>
                    <a:pt x="2786706" y="636953"/>
                  </a:lnTo>
                  <a:lnTo>
                    <a:pt x="2786358" y="637086"/>
                  </a:lnTo>
                  <a:lnTo>
                    <a:pt x="2784793" y="637683"/>
                  </a:lnTo>
                  <a:lnTo>
                    <a:pt x="2784619" y="637750"/>
                  </a:lnTo>
                  <a:lnTo>
                    <a:pt x="2783228" y="638281"/>
                  </a:lnTo>
                  <a:lnTo>
                    <a:pt x="2782706" y="638480"/>
                  </a:lnTo>
                  <a:lnTo>
                    <a:pt x="2782359" y="638612"/>
                  </a:lnTo>
                  <a:lnTo>
                    <a:pt x="2780620" y="639276"/>
                  </a:lnTo>
                  <a:lnTo>
                    <a:pt x="2778011" y="640272"/>
                  </a:lnTo>
                  <a:lnTo>
                    <a:pt x="2775924" y="641068"/>
                  </a:lnTo>
                  <a:lnTo>
                    <a:pt x="2775403" y="641267"/>
                  </a:lnTo>
                  <a:lnTo>
                    <a:pt x="2775229" y="641333"/>
                  </a:lnTo>
                  <a:lnTo>
                    <a:pt x="2771577" y="642727"/>
                  </a:lnTo>
                  <a:lnTo>
                    <a:pt x="2766186" y="644785"/>
                  </a:lnTo>
                  <a:lnTo>
                    <a:pt x="2766012" y="644852"/>
                  </a:lnTo>
                  <a:lnTo>
                    <a:pt x="2764447" y="645449"/>
                  </a:lnTo>
                  <a:lnTo>
                    <a:pt x="2764273" y="645515"/>
                  </a:lnTo>
                  <a:lnTo>
                    <a:pt x="2762360" y="646246"/>
                  </a:lnTo>
                  <a:lnTo>
                    <a:pt x="2760448" y="646976"/>
                  </a:lnTo>
                  <a:lnTo>
                    <a:pt x="2756796" y="648370"/>
                  </a:lnTo>
                  <a:lnTo>
                    <a:pt x="2754883" y="649101"/>
                  </a:lnTo>
                  <a:lnTo>
                    <a:pt x="2754535" y="649234"/>
                  </a:lnTo>
                  <a:lnTo>
                    <a:pt x="2752796" y="649898"/>
                  </a:lnTo>
                  <a:lnTo>
                    <a:pt x="2749318" y="651226"/>
                  </a:lnTo>
                  <a:lnTo>
                    <a:pt x="2749144" y="651292"/>
                  </a:lnTo>
                  <a:lnTo>
                    <a:pt x="2745666" y="652621"/>
                  </a:lnTo>
                  <a:lnTo>
                    <a:pt x="2745145" y="652820"/>
                  </a:lnTo>
                  <a:lnTo>
                    <a:pt x="2742188" y="653949"/>
                  </a:lnTo>
                  <a:lnTo>
                    <a:pt x="2740449" y="654613"/>
                  </a:lnTo>
                  <a:lnTo>
                    <a:pt x="2738363" y="655410"/>
                  </a:lnTo>
                  <a:lnTo>
                    <a:pt x="2737841" y="655609"/>
                  </a:lnTo>
                  <a:lnTo>
                    <a:pt x="2736450" y="656141"/>
                  </a:lnTo>
                  <a:lnTo>
                    <a:pt x="2732450" y="657669"/>
                  </a:lnTo>
                  <a:lnTo>
                    <a:pt x="2731233" y="658134"/>
                  </a:lnTo>
                  <a:lnTo>
                    <a:pt x="2730885" y="658267"/>
                  </a:lnTo>
                  <a:lnTo>
                    <a:pt x="2730537" y="658400"/>
                  </a:lnTo>
                  <a:lnTo>
                    <a:pt x="2727581" y="659529"/>
                  </a:lnTo>
                  <a:lnTo>
                    <a:pt x="2726016" y="660127"/>
                  </a:lnTo>
                  <a:lnTo>
                    <a:pt x="2721842" y="661722"/>
                  </a:lnTo>
                  <a:lnTo>
                    <a:pt x="2721147" y="661987"/>
                  </a:lnTo>
                  <a:lnTo>
                    <a:pt x="2718886" y="662851"/>
                  </a:lnTo>
                  <a:lnTo>
                    <a:pt x="2712974" y="665111"/>
                  </a:lnTo>
                  <a:lnTo>
                    <a:pt x="2709496" y="666440"/>
                  </a:lnTo>
                  <a:lnTo>
                    <a:pt x="2704974" y="668168"/>
                  </a:lnTo>
                  <a:lnTo>
                    <a:pt x="2701322" y="669564"/>
                  </a:lnTo>
                  <a:lnTo>
                    <a:pt x="2698018" y="670828"/>
                  </a:lnTo>
                  <a:lnTo>
                    <a:pt x="2697844" y="670894"/>
                  </a:lnTo>
                  <a:lnTo>
                    <a:pt x="2695758" y="671692"/>
                  </a:lnTo>
                  <a:lnTo>
                    <a:pt x="2689497" y="674086"/>
                  </a:lnTo>
                  <a:lnTo>
                    <a:pt x="2680976" y="677344"/>
                  </a:lnTo>
                  <a:lnTo>
                    <a:pt x="2679064" y="678076"/>
                  </a:lnTo>
                  <a:lnTo>
                    <a:pt x="2678194" y="678408"/>
                  </a:lnTo>
                  <a:lnTo>
                    <a:pt x="2674542" y="679805"/>
                  </a:lnTo>
                  <a:lnTo>
                    <a:pt x="2671760" y="680869"/>
                  </a:lnTo>
                  <a:lnTo>
                    <a:pt x="2670716" y="681269"/>
                  </a:lnTo>
                  <a:lnTo>
                    <a:pt x="2666195" y="682998"/>
                  </a:lnTo>
                  <a:lnTo>
                    <a:pt x="2662717" y="684329"/>
                  </a:lnTo>
                  <a:lnTo>
                    <a:pt x="2662196" y="684529"/>
                  </a:lnTo>
                  <a:lnTo>
                    <a:pt x="2657674" y="686259"/>
                  </a:lnTo>
                  <a:lnTo>
                    <a:pt x="2653848" y="687723"/>
                  </a:lnTo>
                  <a:lnTo>
                    <a:pt x="2642719" y="691982"/>
                  </a:lnTo>
                  <a:lnTo>
                    <a:pt x="2640458" y="692848"/>
                  </a:lnTo>
                  <a:lnTo>
                    <a:pt x="2636633" y="694312"/>
                  </a:lnTo>
                  <a:lnTo>
                    <a:pt x="2635241" y="694845"/>
                  </a:lnTo>
                  <a:lnTo>
                    <a:pt x="2633850" y="695377"/>
                  </a:lnTo>
                  <a:lnTo>
                    <a:pt x="2631068" y="696443"/>
                  </a:lnTo>
                  <a:lnTo>
                    <a:pt x="2626894" y="698041"/>
                  </a:lnTo>
                  <a:lnTo>
                    <a:pt x="2625155" y="698707"/>
                  </a:lnTo>
                  <a:lnTo>
                    <a:pt x="2623242" y="699439"/>
                  </a:lnTo>
                  <a:lnTo>
                    <a:pt x="2620634" y="700438"/>
                  </a:lnTo>
                  <a:lnTo>
                    <a:pt x="2620286" y="700571"/>
                  </a:lnTo>
                  <a:lnTo>
                    <a:pt x="2619938" y="700705"/>
                  </a:lnTo>
                  <a:lnTo>
                    <a:pt x="2618026" y="701437"/>
                  </a:lnTo>
                  <a:lnTo>
                    <a:pt x="2612809" y="703435"/>
                  </a:lnTo>
                  <a:lnTo>
                    <a:pt x="2612461" y="703569"/>
                  </a:lnTo>
                  <a:lnTo>
                    <a:pt x="2610896" y="704168"/>
                  </a:lnTo>
                  <a:lnTo>
                    <a:pt x="2610722" y="704235"/>
                  </a:lnTo>
                  <a:lnTo>
                    <a:pt x="2609331" y="704768"/>
                  </a:lnTo>
                  <a:lnTo>
                    <a:pt x="2608809" y="704968"/>
                  </a:lnTo>
                  <a:lnTo>
                    <a:pt x="2608461" y="705101"/>
                  </a:lnTo>
                  <a:lnTo>
                    <a:pt x="2606722" y="705767"/>
                  </a:lnTo>
                  <a:lnTo>
                    <a:pt x="2605157" y="706367"/>
                  </a:lnTo>
                  <a:lnTo>
                    <a:pt x="2604114" y="706766"/>
                  </a:lnTo>
                  <a:lnTo>
                    <a:pt x="2602027" y="707566"/>
                  </a:lnTo>
                  <a:lnTo>
                    <a:pt x="2601505" y="707766"/>
                  </a:lnTo>
                  <a:lnTo>
                    <a:pt x="2601331" y="707832"/>
                  </a:lnTo>
                  <a:lnTo>
                    <a:pt x="2597680" y="709232"/>
                  </a:lnTo>
                  <a:lnTo>
                    <a:pt x="2592289" y="711297"/>
                  </a:lnTo>
                  <a:lnTo>
                    <a:pt x="2592115" y="711364"/>
                  </a:lnTo>
                  <a:lnTo>
                    <a:pt x="2590550" y="711964"/>
                  </a:lnTo>
                  <a:lnTo>
                    <a:pt x="2590376" y="712031"/>
                  </a:lnTo>
                  <a:lnTo>
                    <a:pt x="2588463" y="712764"/>
                  </a:lnTo>
                  <a:lnTo>
                    <a:pt x="2586550" y="713497"/>
                  </a:lnTo>
                  <a:lnTo>
                    <a:pt x="2582898" y="714897"/>
                  </a:lnTo>
                  <a:lnTo>
                    <a:pt x="2580985" y="715630"/>
                  </a:lnTo>
                  <a:lnTo>
                    <a:pt x="2580638" y="715763"/>
                  </a:lnTo>
                  <a:lnTo>
                    <a:pt x="2578899" y="716430"/>
                  </a:lnTo>
                  <a:lnTo>
                    <a:pt x="2575421" y="717763"/>
                  </a:lnTo>
                  <a:lnTo>
                    <a:pt x="2575247" y="717830"/>
                  </a:lnTo>
                  <a:lnTo>
                    <a:pt x="2571769" y="719163"/>
                  </a:lnTo>
                  <a:lnTo>
                    <a:pt x="2571247" y="719363"/>
                  </a:lnTo>
                  <a:lnTo>
                    <a:pt x="2568291" y="720497"/>
                  </a:lnTo>
                  <a:lnTo>
                    <a:pt x="2566552" y="721164"/>
                  </a:lnTo>
                  <a:lnTo>
                    <a:pt x="2564465" y="721964"/>
                  </a:lnTo>
                  <a:lnTo>
                    <a:pt x="2563943" y="722164"/>
                  </a:lnTo>
                  <a:lnTo>
                    <a:pt x="2562552" y="722698"/>
                  </a:lnTo>
                  <a:lnTo>
                    <a:pt x="2558553" y="724232"/>
                  </a:lnTo>
                  <a:lnTo>
                    <a:pt x="2557335" y="724698"/>
                  </a:lnTo>
                  <a:lnTo>
                    <a:pt x="2556988" y="724832"/>
                  </a:lnTo>
                  <a:lnTo>
                    <a:pt x="2556640" y="724965"/>
                  </a:lnTo>
                  <a:lnTo>
                    <a:pt x="2553684" y="726099"/>
                  </a:lnTo>
                  <a:lnTo>
                    <a:pt x="2552118" y="726700"/>
                  </a:lnTo>
                  <a:lnTo>
                    <a:pt x="2547945" y="728301"/>
                  </a:lnTo>
                  <a:lnTo>
                    <a:pt x="2547249" y="728568"/>
                  </a:lnTo>
                  <a:lnTo>
                    <a:pt x="2544989" y="729435"/>
                  </a:lnTo>
                  <a:lnTo>
                    <a:pt x="2539076" y="731704"/>
                  </a:lnTo>
                  <a:lnTo>
                    <a:pt x="2535598" y="733038"/>
                  </a:lnTo>
                  <a:lnTo>
                    <a:pt x="2531077" y="734773"/>
                  </a:lnTo>
                  <a:lnTo>
                    <a:pt x="2527425" y="736175"/>
                  </a:lnTo>
                  <a:lnTo>
                    <a:pt x="2524121" y="737443"/>
                  </a:lnTo>
                  <a:lnTo>
                    <a:pt x="2523947" y="737510"/>
                  </a:lnTo>
                  <a:lnTo>
                    <a:pt x="2521860" y="738311"/>
                  </a:lnTo>
                  <a:lnTo>
                    <a:pt x="2515600" y="740715"/>
                  </a:lnTo>
                  <a:lnTo>
                    <a:pt x="2507079" y="743987"/>
                  </a:lnTo>
                  <a:lnTo>
                    <a:pt x="2505166" y="744721"/>
                  </a:lnTo>
                  <a:lnTo>
                    <a:pt x="2504297" y="745055"/>
                  </a:lnTo>
                  <a:lnTo>
                    <a:pt x="2500645" y="746458"/>
                  </a:lnTo>
                  <a:lnTo>
                    <a:pt x="2497862" y="747526"/>
                  </a:lnTo>
                  <a:lnTo>
                    <a:pt x="2496819" y="747927"/>
                  </a:lnTo>
                  <a:lnTo>
                    <a:pt x="2492298" y="749664"/>
                  </a:lnTo>
                  <a:lnTo>
                    <a:pt x="2488820" y="751000"/>
                  </a:lnTo>
                  <a:lnTo>
                    <a:pt x="2488298" y="751201"/>
                  </a:lnTo>
                  <a:lnTo>
                    <a:pt x="2483777" y="752938"/>
                  </a:lnTo>
                  <a:lnTo>
                    <a:pt x="2479951" y="754408"/>
                  </a:lnTo>
                  <a:lnTo>
                    <a:pt x="2468822" y="758686"/>
                  </a:lnTo>
                  <a:lnTo>
                    <a:pt x="2466561" y="759555"/>
                  </a:lnTo>
                  <a:lnTo>
                    <a:pt x="2462735" y="761026"/>
                  </a:lnTo>
                  <a:lnTo>
                    <a:pt x="2461344" y="761561"/>
                  </a:lnTo>
                  <a:lnTo>
                    <a:pt x="2459953" y="762096"/>
                  </a:lnTo>
                  <a:lnTo>
                    <a:pt x="2459431" y="762296"/>
                  </a:lnTo>
                  <a:lnTo>
                    <a:pt x="2457170" y="763165"/>
                  </a:lnTo>
                  <a:lnTo>
                    <a:pt x="2452997" y="764770"/>
                  </a:lnTo>
                  <a:lnTo>
                    <a:pt x="2451258" y="765439"/>
                  </a:lnTo>
                  <a:lnTo>
                    <a:pt x="2449345" y="766175"/>
                  </a:lnTo>
                  <a:lnTo>
                    <a:pt x="2446737" y="767178"/>
                  </a:lnTo>
                  <a:lnTo>
                    <a:pt x="2446389" y="767312"/>
                  </a:lnTo>
                  <a:lnTo>
                    <a:pt x="2446041" y="767446"/>
                  </a:lnTo>
                  <a:lnTo>
                    <a:pt x="2444128" y="768181"/>
                  </a:lnTo>
                  <a:lnTo>
                    <a:pt x="2438911" y="770188"/>
                  </a:lnTo>
                  <a:lnTo>
                    <a:pt x="2438563" y="770322"/>
                  </a:lnTo>
                  <a:lnTo>
                    <a:pt x="2436998" y="770924"/>
                  </a:lnTo>
                  <a:lnTo>
                    <a:pt x="2436824" y="770991"/>
                  </a:lnTo>
                  <a:lnTo>
                    <a:pt x="2435433" y="771526"/>
                  </a:lnTo>
                  <a:lnTo>
                    <a:pt x="2434912" y="771727"/>
                  </a:lnTo>
                  <a:lnTo>
                    <a:pt x="2434564" y="771861"/>
                  </a:lnTo>
                  <a:lnTo>
                    <a:pt x="2432825" y="772530"/>
                  </a:lnTo>
                  <a:lnTo>
                    <a:pt x="2431260" y="773132"/>
                  </a:lnTo>
                  <a:lnTo>
                    <a:pt x="2430216" y="773534"/>
                  </a:lnTo>
                  <a:lnTo>
                    <a:pt x="2428130" y="774337"/>
                  </a:lnTo>
                  <a:lnTo>
                    <a:pt x="2427608" y="774537"/>
                  </a:lnTo>
                  <a:lnTo>
                    <a:pt x="2427434" y="774604"/>
                  </a:lnTo>
                  <a:lnTo>
                    <a:pt x="2423782" y="776010"/>
                  </a:lnTo>
                  <a:lnTo>
                    <a:pt x="2418391" y="778084"/>
                  </a:lnTo>
                  <a:lnTo>
                    <a:pt x="2416652" y="778754"/>
                  </a:lnTo>
                  <a:lnTo>
                    <a:pt x="2416478" y="778821"/>
                  </a:lnTo>
                  <a:lnTo>
                    <a:pt x="2414566" y="779557"/>
                  </a:lnTo>
                  <a:lnTo>
                    <a:pt x="2412653" y="780294"/>
                  </a:lnTo>
                  <a:lnTo>
                    <a:pt x="2409001" y="781700"/>
                  </a:lnTo>
                  <a:lnTo>
                    <a:pt x="2407088" y="782436"/>
                  </a:lnTo>
                  <a:lnTo>
                    <a:pt x="2406740" y="782570"/>
                  </a:lnTo>
                  <a:lnTo>
                    <a:pt x="2405001" y="783240"/>
                  </a:lnTo>
                  <a:lnTo>
                    <a:pt x="2401523" y="784579"/>
                  </a:lnTo>
                  <a:lnTo>
                    <a:pt x="2401349" y="784646"/>
                  </a:lnTo>
                  <a:lnTo>
                    <a:pt x="2397871" y="785985"/>
                  </a:lnTo>
                  <a:lnTo>
                    <a:pt x="2397350" y="786186"/>
                  </a:lnTo>
                  <a:lnTo>
                    <a:pt x="2394393" y="787325"/>
                  </a:lnTo>
                  <a:lnTo>
                    <a:pt x="2392654" y="787994"/>
                  </a:lnTo>
                  <a:lnTo>
                    <a:pt x="2390568" y="788798"/>
                  </a:lnTo>
                  <a:lnTo>
                    <a:pt x="2390046" y="788999"/>
                  </a:lnTo>
                  <a:lnTo>
                    <a:pt x="2388655" y="789535"/>
                  </a:lnTo>
                  <a:lnTo>
                    <a:pt x="2384655" y="791076"/>
                  </a:lnTo>
                  <a:lnTo>
                    <a:pt x="2383438" y="791545"/>
                  </a:lnTo>
                  <a:lnTo>
                    <a:pt x="2383090" y="791679"/>
                  </a:lnTo>
                  <a:lnTo>
                    <a:pt x="2382742" y="791813"/>
                  </a:lnTo>
                  <a:lnTo>
                    <a:pt x="2379786" y="792952"/>
                  </a:lnTo>
                  <a:lnTo>
                    <a:pt x="2378221" y="793555"/>
                  </a:lnTo>
                  <a:lnTo>
                    <a:pt x="2373352" y="795432"/>
                  </a:lnTo>
                  <a:lnTo>
                    <a:pt x="2371091" y="796303"/>
                  </a:lnTo>
                  <a:lnTo>
                    <a:pt x="2365179" y="798582"/>
                  </a:lnTo>
                  <a:lnTo>
                    <a:pt x="2361701" y="799922"/>
                  </a:lnTo>
                  <a:lnTo>
                    <a:pt x="2357179" y="801666"/>
                  </a:lnTo>
                  <a:lnTo>
                    <a:pt x="2353528" y="803074"/>
                  </a:lnTo>
                  <a:lnTo>
                    <a:pt x="2350223" y="804348"/>
                  </a:lnTo>
                  <a:lnTo>
                    <a:pt x="2350050" y="804415"/>
                  </a:lnTo>
                  <a:lnTo>
                    <a:pt x="2347963" y="805220"/>
                  </a:lnTo>
                  <a:lnTo>
                    <a:pt x="2341703" y="807634"/>
                  </a:lnTo>
                  <a:lnTo>
                    <a:pt x="2333182" y="810921"/>
                  </a:lnTo>
                  <a:lnTo>
                    <a:pt x="2331269" y="811659"/>
                  </a:lnTo>
                  <a:lnTo>
                    <a:pt x="2330399" y="811995"/>
                  </a:lnTo>
                  <a:lnTo>
                    <a:pt x="2326747" y="813404"/>
                  </a:lnTo>
                  <a:lnTo>
                    <a:pt x="2323965" y="814478"/>
                  </a:lnTo>
                  <a:lnTo>
                    <a:pt x="2322922" y="814880"/>
                  </a:lnTo>
                  <a:lnTo>
                    <a:pt x="2318400" y="816625"/>
                  </a:lnTo>
                  <a:lnTo>
                    <a:pt x="2314922" y="817968"/>
                  </a:lnTo>
                  <a:lnTo>
                    <a:pt x="2314401" y="818169"/>
                  </a:lnTo>
                  <a:lnTo>
                    <a:pt x="2309879" y="819915"/>
                  </a:lnTo>
                  <a:lnTo>
                    <a:pt x="2306054" y="821392"/>
                  </a:lnTo>
                  <a:lnTo>
                    <a:pt x="2294924" y="825690"/>
                  </a:lnTo>
                  <a:lnTo>
                    <a:pt x="2292663" y="826563"/>
                  </a:lnTo>
                  <a:lnTo>
                    <a:pt x="2288838" y="828041"/>
                  </a:lnTo>
                  <a:lnTo>
                    <a:pt x="2287447" y="828578"/>
                  </a:lnTo>
                  <a:lnTo>
                    <a:pt x="2286055" y="829116"/>
                  </a:lnTo>
                  <a:lnTo>
                    <a:pt x="2285534" y="829317"/>
                  </a:lnTo>
                  <a:lnTo>
                    <a:pt x="2283273" y="830191"/>
                  </a:lnTo>
                  <a:lnTo>
                    <a:pt x="2279099" y="831803"/>
                  </a:lnTo>
                  <a:lnTo>
                    <a:pt x="2277360" y="832475"/>
                  </a:lnTo>
                  <a:lnTo>
                    <a:pt x="2275448" y="833215"/>
                  </a:lnTo>
                  <a:lnTo>
                    <a:pt x="2272839" y="834223"/>
                  </a:lnTo>
                  <a:lnTo>
                    <a:pt x="2272491" y="834357"/>
                  </a:lnTo>
                  <a:lnTo>
                    <a:pt x="2272144" y="834492"/>
                  </a:lnTo>
                  <a:lnTo>
                    <a:pt x="2270231" y="835231"/>
                  </a:lnTo>
                  <a:lnTo>
                    <a:pt x="2265014" y="837247"/>
                  </a:lnTo>
                  <a:lnTo>
                    <a:pt x="2264666" y="837382"/>
                  </a:lnTo>
                  <a:lnTo>
                    <a:pt x="2263101" y="837987"/>
                  </a:lnTo>
                  <a:lnTo>
                    <a:pt x="2262927" y="838054"/>
                  </a:lnTo>
                  <a:lnTo>
                    <a:pt x="2261536" y="838592"/>
                  </a:lnTo>
                  <a:lnTo>
                    <a:pt x="2261014" y="838794"/>
                  </a:lnTo>
                  <a:lnTo>
                    <a:pt x="2260666" y="838928"/>
                  </a:lnTo>
                  <a:lnTo>
                    <a:pt x="2258927" y="839601"/>
                  </a:lnTo>
                  <a:lnTo>
                    <a:pt x="2257362" y="840206"/>
                  </a:lnTo>
                  <a:lnTo>
                    <a:pt x="2256319" y="840609"/>
                  </a:lnTo>
                  <a:lnTo>
                    <a:pt x="2254232" y="841416"/>
                  </a:lnTo>
                  <a:lnTo>
                    <a:pt x="2253710" y="841618"/>
                  </a:lnTo>
                  <a:lnTo>
                    <a:pt x="2253537" y="841685"/>
                  </a:lnTo>
                  <a:lnTo>
                    <a:pt x="2249885" y="843097"/>
                  </a:lnTo>
                  <a:lnTo>
                    <a:pt x="2244494" y="845182"/>
                  </a:lnTo>
                  <a:lnTo>
                    <a:pt x="2244320" y="845250"/>
                  </a:lnTo>
                  <a:lnTo>
                    <a:pt x="2242755" y="845855"/>
                  </a:lnTo>
                  <a:lnTo>
                    <a:pt x="2242581" y="845922"/>
                  </a:lnTo>
                  <a:lnTo>
                    <a:pt x="2240668" y="846662"/>
                  </a:lnTo>
                  <a:lnTo>
                    <a:pt x="2238755" y="847402"/>
                  </a:lnTo>
                  <a:lnTo>
                    <a:pt x="2235103" y="848815"/>
                  </a:lnTo>
                  <a:lnTo>
                    <a:pt x="2233191" y="849555"/>
                  </a:lnTo>
                  <a:lnTo>
                    <a:pt x="2232843" y="849690"/>
                  </a:lnTo>
                  <a:lnTo>
                    <a:pt x="2231104" y="850363"/>
                  </a:lnTo>
                  <a:lnTo>
                    <a:pt x="2227626" y="851709"/>
                  </a:lnTo>
                  <a:lnTo>
                    <a:pt x="2227452" y="851776"/>
                  </a:lnTo>
                  <a:lnTo>
                    <a:pt x="2223974" y="853122"/>
                  </a:lnTo>
                  <a:lnTo>
                    <a:pt x="2223452" y="853324"/>
                  </a:lnTo>
                  <a:lnTo>
                    <a:pt x="2220496" y="854468"/>
                  </a:lnTo>
                  <a:lnTo>
                    <a:pt x="2218757" y="855142"/>
                  </a:lnTo>
                  <a:lnTo>
                    <a:pt x="2216670" y="855949"/>
                  </a:lnTo>
                  <a:lnTo>
                    <a:pt x="2216149" y="856151"/>
                  </a:lnTo>
                  <a:lnTo>
                    <a:pt x="2214757" y="856690"/>
                  </a:lnTo>
                  <a:lnTo>
                    <a:pt x="2210758" y="858239"/>
                  </a:lnTo>
                  <a:lnTo>
                    <a:pt x="2209540" y="858710"/>
                  </a:lnTo>
                  <a:lnTo>
                    <a:pt x="2209193" y="858845"/>
                  </a:lnTo>
                  <a:lnTo>
                    <a:pt x="2208845" y="858979"/>
                  </a:lnTo>
                  <a:lnTo>
                    <a:pt x="2205889" y="860124"/>
                  </a:lnTo>
                  <a:lnTo>
                    <a:pt x="2204324" y="860730"/>
                  </a:lnTo>
                  <a:lnTo>
                    <a:pt x="2200150" y="862347"/>
                  </a:lnTo>
                  <a:lnTo>
                    <a:pt x="2199454" y="862616"/>
                  </a:lnTo>
                  <a:lnTo>
                    <a:pt x="2197194" y="863492"/>
                  </a:lnTo>
                  <a:lnTo>
                    <a:pt x="2191281" y="865782"/>
                  </a:lnTo>
                  <a:lnTo>
                    <a:pt x="2187803" y="867130"/>
                  </a:lnTo>
                  <a:lnTo>
                    <a:pt x="2183282" y="868882"/>
                  </a:lnTo>
                  <a:lnTo>
                    <a:pt x="2179630" y="870297"/>
                  </a:lnTo>
                  <a:lnTo>
                    <a:pt x="2176326" y="871578"/>
                  </a:lnTo>
                  <a:lnTo>
                    <a:pt x="2176152" y="871645"/>
                  </a:lnTo>
                  <a:lnTo>
                    <a:pt x="2174065" y="872454"/>
                  </a:lnTo>
                  <a:lnTo>
                    <a:pt x="2167805" y="874881"/>
                  </a:lnTo>
                  <a:lnTo>
                    <a:pt x="2159284" y="878185"/>
                  </a:lnTo>
                  <a:lnTo>
                    <a:pt x="2157371" y="878927"/>
                  </a:lnTo>
                  <a:lnTo>
                    <a:pt x="2156502" y="879264"/>
                  </a:lnTo>
                  <a:lnTo>
                    <a:pt x="2152850" y="880681"/>
                  </a:lnTo>
                  <a:lnTo>
                    <a:pt x="2150068" y="881760"/>
                  </a:lnTo>
                  <a:lnTo>
                    <a:pt x="2149024" y="882165"/>
                  </a:lnTo>
                  <a:lnTo>
                    <a:pt x="2144503" y="883919"/>
                  </a:lnTo>
                  <a:lnTo>
                    <a:pt x="2141025" y="885268"/>
                  </a:lnTo>
                  <a:lnTo>
                    <a:pt x="2135982" y="887225"/>
                  </a:lnTo>
                  <a:lnTo>
                    <a:pt x="2132156" y="888710"/>
                  </a:lnTo>
                  <a:lnTo>
                    <a:pt x="2121027" y="893031"/>
                  </a:lnTo>
                  <a:lnTo>
                    <a:pt x="2118766" y="893909"/>
                  </a:lnTo>
                  <a:lnTo>
                    <a:pt x="2114940" y="895394"/>
                  </a:lnTo>
                  <a:lnTo>
                    <a:pt x="2113549" y="895935"/>
                  </a:lnTo>
                  <a:lnTo>
                    <a:pt x="2112158" y="896475"/>
                  </a:lnTo>
                  <a:lnTo>
                    <a:pt x="2111636" y="896678"/>
                  </a:lnTo>
                  <a:lnTo>
                    <a:pt x="2109376" y="897556"/>
                  </a:lnTo>
                  <a:lnTo>
                    <a:pt x="2105202" y="899177"/>
                  </a:lnTo>
                  <a:lnTo>
                    <a:pt x="2103463" y="899852"/>
                  </a:lnTo>
                  <a:lnTo>
                    <a:pt x="2101550" y="900596"/>
                  </a:lnTo>
                  <a:lnTo>
                    <a:pt x="2098942" y="901609"/>
                  </a:lnTo>
                  <a:lnTo>
                    <a:pt x="2098594" y="901744"/>
                  </a:lnTo>
                  <a:lnTo>
                    <a:pt x="2098246" y="901879"/>
                  </a:lnTo>
                  <a:lnTo>
                    <a:pt x="2096333" y="902623"/>
                  </a:lnTo>
                  <a:lnTo>
                    <a:pt x="2091116" y="904650"/>
                  </a:lnTo>
                  <a:lnTo>
                    <a:pt x="2090769" y="904785"/>
                  </a:lnTo>
                  <a:lnTo>
                    <a:pt x="2089203" y="905394"/>
                  </a:lnTo>
                  <a:lnTo>
                    <a:pt x="2089030" y="905461"/>
                  </a:lnTo>
                  <a:lnTo>
                    <a:pt x="2087638" y="906002"/>
                  </a:lnTo>
                  <a:lnTo>
                    <a:pt x="2087117" y="906205"/>
                  </a:lnTo>
                  <a:lnTo>
                    <a:pt x="2086769" y="906340"/>
                  </a:lnTo>
                  <a:lnTo>
                    <a:pt x="2085030" y="907016"/>
                  </a:lnTo>
                  <a:lnTo>
                    <a:pt x="2083465" y="907624"/>
                  </a:lnTo>
                  <a:lnTo>
                    <a:pt x="2082421" y="908030"/>
                  </a:lnTo>
                  <a:lnTo>
                    <a:pt x="2080335" y="908841"/>
                  </a:lnTo>
                  <a:lnTo>
                    <a:pt x="2079813" y="909044"/>
                  </a:lnTo>
                  <a:lnTo>
                    <a:pt x="2079639" y="909112"/>
                  </a:lnTo>
                  <a:lnTo>
                    <a:pt x="2075987" y="910532"/>
                  </a:lnTo>
                  <a:lnTo>
                    <a:pt x="2070596" y="912628"/>
                  </a:lnTo>
                  <a:lnTo>
                    <a:pt x="2070423" y="912696"/>
                  </a:lnTo>
                  <a:lnTo>
                    <a:pt x="2068857" y="913304"/>
                  </a:lnTo>
                  <a:lnTo>
                    <a:pt x="2068684" y="913372"/>
                  </a:lnTo>
                  <a:lnTo>
                    <a:pt x="2066771" y="914116"/>
                  </a:lnTo>
                  <a:lnTo>
                    <a:pt x="2064858" y="914860"/>
                  </a:lnTo>
                  <a:lnTo>
                    <a:pt x="2061206" y="916281"/>
                  </a:lnTo>
                  <a:lnTo>
                    <a:pt x="2059293" y="917025"/>
                  </a:lnTo>
                  <a:lnTo>
                    <a:pt x="2058945" y="917160"/>
                  </a:lnTo>
                  <a:lnTo>
                    <a:pt x="2057206" y="917837"/>
                  </a:lnTo>
                  <a:lnTo>
                    <a:pt x="2053728" y="919190"/>
                  </a:lnTo>
                  <a:lnTo>
                    <a:pt x="2053554" y="919258"/>
                  </a:lnTo>
                  <a:lnTo>
                    <a:pt x="2050077" y="920611"/>
                  </a:lnTo>
                  <a:lnTo>
                    <a:pt x="2049555" y="920814"/>
                  </a:lnTo>
                  <a:lnTo>
                    <a:pt x="2046599" y="921965"/>
                  </a:lnTo>
                  <a:lnTo>
                    <a:pt x="2044860" y="922642"/>
                  </a:lnTo>
                  <a:lnTo>
                    <a:pt x="2042773" y="923454"/>
                  </a:lnTo>
                  <a:lnTo>
                    <a:pt x="2042251" y="923657"/>
                  </a:lnTo>
                  <a:lnTo>
                    <a:pt x="2040860" y="924199"/>
                  </a:lnTo>
                  <a:lnTo>
                    <a:pt x="2036860" y="925756"/>
                  </a:lnTo>
                  <a:lnTo>
                    <a:pt x="2035643" y="926230"/>
                  </a:lnTo>
                  <a:lnTo>
                    <a:pt x="2035295" y="926365"/>
                  </a:lnTo>
                  <a:lnTo>
                    <a:pt x="2034947" y="926501"/>
                  </a:lnTo>
                  <a:lnTo>
                    <a:pt x="2030426" y="928261"/>
                  </a:lnTo>
                  <a:lnTo>
                    <a:pt x="2026253" y="929887"/>
                  </a:lnTo>
                  <a:lnTo>
                    <a:pt x="2025557" y="930158"/>
                  </a:lnTo>
                  <a:lnTo>
                    <a:pt x="2023296" y="931038"/>
                  </a:lnTo>
                  <a:lnTo>
                    <a:pt x="2017384" y="933341"/>
                  </a:lnTo>
                  <a:lnTo>
                    <a:pt x="2013906" y="934696"/>
                  </a:lnTo>
                  <a:lnTo>
                    <a:pt x="2009385" y="936458"/>
                  </a:lnTo>
                  <a:lnTo>
                    <a:pt x="2005733" y="937882"/>
                  </a:lnTo>
                  <a:lnTo>
                    <a:pt x="2002429" y="939169"/>
                  </a:lnTo>
                  <a:lnTo>
                    <a:pt x="2002255" y="939237"/>
                  </a:lnTo>
                  <a:lnTo>
                    <a:pt x="2000168" y="940051"/>
                  </a:lnTo>
                  <a:lnTo>
                    <a:pt x="1993908" y="942491"/>
                  </a:lnTo>
                  <a:lnTo>
                    <a:pt x="1985387" y="945814"/>
                  </a:lnTo>
                  <a:lnTo>
                    <a:pt x="1983474" y="946560"/>
                  </a:lnTo>
                  <a:lnTo>
                    <a:pt x="1982604" y="946899"/>
                  </a:lnTo>
                  <a:lnTo>
                    <a:pt x="1978952" y="948324"/>
                  </a:lnTo>
                  <a:lnTo>
                    <a:pt x="1976170" y="949409"/>
                  </a:lnTo>
                  <a:lnTo>
                    <a:pt x="1975127" y="949816"/>
                  </a:lnTo>
                  <a:lnTo>
                    <a:pt x="1970605" y="951581"/>
                  </a:lnTo>
                  <a:lnTo>
                    <a:pt x="1967127" y="952938"/>
                  </a:lnTo>
                  <a:lnTo>
                    <a:pt x="1966606" y="953141"/>
                  </a:lnTo>
                  <a:lnTo>
                    <a:pt x="1962084" y="954906"/>
                  </a:lnTo>
                  <a:lnTo>
                    <a:pt x="1958259" y="956400"/>
                  </a:lnTo>
                  <a:lnTo>
                    <a:pt x="1947129" y="960745"/>
                  </a:lnTo>
                  <a:lnTo>
                    <a:pt x="1944869" y="961628"/>
                  </a:lnTo>
                  <a:lnTo>
                    <a:pt x="1941043" y="963122"/>
                  </a:lnTo>
                  <a:lnTo>
                    <a:pt x="1939652" y="963666"/>
                  </a:lnTo>
                  <a:lnTo>
                    <a:pt x="1938260" y="964209"/>
                  </a:lnTo>
                  <a:lnTo>
                    <a:pt x="1937739" y="964413"/>
                  </a:lnTo>
                  <a:lnTo>
                    <a:pt x="1935478" y="965296"/>
                  </a:lnTo>
                  <a:lnTo>
                    <a:pt x="1931305" y="966927"/>
                  </a:lnTo>
                  <a:lnTo>
                    <a:pt x="1929566" y="967606"/>
                  </a:lnTo>
                  <a:lnTo>
                    <a:pt x="1927653" y="968354"/>
                  </a:lnTo>
                  <a:lnTo>
                    <a:pt x="1925044" y="969373"/>
                  </a:lnTo>
                  <a:lnTo>
                    <a:pt x="1924696" y="969509"/>
                  </a:lnTo>
                  <a:lnTo>
                    <a:pt x="1924349" y="969645"/>
                  </a:lnTo>
                  <a:lnTo>
                    <a:pt x="1922436" y="970393"/>
                  </a:lnTo>
                  <a:lnTo>
                    <a:pt x="1917219" y="972432"/>
                  </a:lnTo>
                  <a:lnTo>
                    <a:pt x="1916871" y="972568"/>
                  </a:lnTo>
                  <a:lnTo>
                    <a:pt x="1915306" y="973180"/>
                  </a:lnTo>
                  <a:lnTo>
                    <a:pt x="1915132" y="973248"/>
                  </a:lnTo>
                  <a:lnTo>
                    <a:pt x="1913741" y="973792"/>
                  </a:lnTo>
                  <a:lnTo>
                    <a:pt x="1913219" y="973996"/>
                  </a:lnTo>
                  <a:lnTo>
                    <a:pt x="1912871" y="974132"/>
                  </a:lnTo>
                  <a:lnTo>
                    <a:pt x="1911132" y="974812"/>
                  </a:lnTo>
                  <a:lnTo>
                    <a:pt x="1909567" y="975424"/>
                  </a:lnTo>
                  <a:lnTo>
                    <a:pt x="1908524" y="975832"/>
                  </a:lnTo>
                  <a:lnTo>
                    <a:pt x="1906437" y="976648"/>
                  </a:lnTo>
                  <a:lnTo>
                    <a:pt x="1905916" y="976852"/>
                  </a:lnTo>
                  <a:lnTo>
                    <a:pt x="1905742" y="976920"/>
                  </a:lnTo>
                  <a:lnTo>
                    <a:pt x="1902090" y="978348"/>
                  </a:lnTo>
                  <a:lnTo>
                    <a:pt x="1896699" y="980457"/>
                  </a:lnTo>
                  <a:lnTo>
                    <a:pt x="1896525" y="980525"/>
                  </a:lnTo>
                  <a:lnTo>
                    <a:pt x="1894960" y="981137"/>
                  </a:lnTo>
                  <a:lnTo>
                    <a:pt x="1894786" y="981205"/>
                  </a:lnTo>
                  <a:lnTo>
                    <a:pt x="1892873" y="981954"/>
                  </a:lnTo>
                  <a:lnTo>
                    <a:pt x="1890960" y="982702"/>
                  </a:lnTo>
                  <a:lnTo>
                    <a:pt x="1887308" y="984131"/>
                  </a:lnTo>
                  <a:lnTo>
                    <a:pt x="1885396" y="984880"/>
                  </a:lnTo>
                  <a:lnTo>
                    <a:pt x="1885048" y="985016"/>
                  </a:lnTo>
                  <a:lnTo>
                    <a:pt x="1883309" y="985697"/>
                  </a:lnTo>
                  <a:lnTo>
                    <a:pt x="1879831" y="987058"/>
                  </a:lnTo>
                  <a:lnTo>
                    <a:pt x="1879657" y="987126"/>
                  </a:lnTo>
                  <a:lnTo>
                    <a:pt x="1876179" y="988487"/>
                  </a:lnTo>
                  <a:lnTo>
                    <a:pt x="1875657" y="988692"/>
                  </a:lnTo>
                  <a:lnTo>
                    <a:pt x="1872701" y="989849"/>
                  </a:lnTo>
                  <a:lnTo>
                    <a:pt x="1870962" y="990530"/>
                  </a:lnTo>
                  <a:lnTo>
                    <a:pt x="1868875" y="991347"/>
                  </a:lnTo>
                  <a:lnTo>
                    <a:pt x="1868354" y="991552"/>
                  </a:lnTo>
                  <a:lnTo>
                    <a:pt x="1866962" y="992096"/>
                  </a:lnTo>
                  <a:lnTo>
                    <a:pt x="1862963" y="993663"/>
                  </a:lnTo>
                  <a:lnTo>
                    <a:pt x="1861746" y="994140"/>
                  </a:lnTo>
                  <a:lnTo>
                    <a:pt x="1861398" y="994276"/>
                  </a:lnTo>
                  <a:lnTo>
                    <a:pt x="1861050" y="994412"/>
                  </a:lnTo>
                  <a:lnTo>
                    <a:pt x="1858094" y="995570"/>
                  </a:lnTo>
                  <a:lnTo>
                    <a:pt x="1852355" y="997818"/>
                  </a:lnTo>
                  <a:lnTo>
                    <a:pt x="1851660" y="998091"/>
                  </a:lnTo>
                  <a:lnTo>
                    <a:pt x="1849399" y="998977"/>
                  </a:lnTo>
                  <a:lnTo>
                    <a:pt x="1843486" y="1001294"/>
                  </a:lnTo>
                  <a:lnTo>
                    <a:pt x="1840008" y="1002657"/>
                  </a:lnTo>
                  <a:lnTo>
                    <a:pt x="1835487" y="1004430"/>
                  </a:lnTo>
                  <a:lnTo>
                    <a:pt x="1831835" y="1005862"/>
                  </a:lnTo>
                  <a:lnTo>
                    <a:pt x="1828531" y="1007157"/>
                  </a:lnTo>
                  <a:lnTo>
                    <a:pt x="1828357" y="1007226"/>
                  </a:lnTo>
                  <a:lnTo>
                    <a:pt x="1826270" y="1008044"/>
                  </a:lnTo>
                  <a:lnTo>
                    <a:pt x="1820010" y="1010499"/>
                  </a:lnTo>
                  <a:lnTo>
                    <a:pt x="1811489" y="1013843"/>
                  </a:lnTo>
                  <a:lnTo>
                    <a:pt x="1809576" y="1014593"/>
                  </a:lnTo>
                  <a:lnTo>
                    <a:pt x="1808707" y="1014935"/>
                  </a:lnTo>
                  <a:lnTo>
                    <a:pt x="1805055" y="1016368"/>
                  </a:lnTo>
                  <a:lnTo>
                    <a:pt x="1802273" y="1017460"/>
                  </a:lnTo>
                  <a:lnTo>
                    <a:pt x="1801229" y="1017869"/>
                  </a:lnTo>
                  <a:lnTo>
                    <a:pt x="1796708" y="1019644"/>
                  </a:lnTo>
                  <a:lnTo>
                    <a:pt x="1793230" y="1021010"/>
                  </a:lnTo>
                  <a:lnTo>
                    <a:pt x="1792708" y="1021215"/>
                  </a:lnTo>
                  <a:lnTo>
                    <a:pt x="1788187" y="1022990"/>
                  </a:lnTo>
                  <a:lnTo>
                    <a:pt x="1784361" y="1024493"/>
                  </a:lnTo>
                  <a:lnTo>
                    <a:pt x="1773232" y="1028865"/>
                  </a:lnTo>
                  <a:lnTo>
                    <a:pt x="1770971" y="1029754"/>
                  </a:lnTo>
                  <a:lnTo>
                    <a:pt x="1767145" y="1031257"/>
                  </a:lnTo>
                  <a:lnTo>
                    <a:pt x="1765754" y="1031804"/>
                  </a:lnTo>
                  <a:lnTo>
                    <a:pt x="1764363" y="1032351"/>
                  </a:lnTo>
                  <a:lnTo>
                    <a:pt x="1763841" y="1032556"/>
                  </a:lnTo>
                  <a:lnTo>
                    <a:pt x="1761581" y="1033445"/>
                  </a:lnTo>
                  <a:lnTo>
                    <a:pt x="1757407" y="1035086"/>
                  </a:lnTo>
                  <a:lnTo>
                    <a:pt x="1755668" y="1035769"/>
                  </a:lnTo>
                  <a:lnTo>
                    <a:pt x="1753755" y="1036521"/>
                  </a:lnTo>
                  <a:lnTo>
                    <a:pt x="1751147" y="1037547"/>
                  </a:lnTo>
                  <a:lnTo>
                    <a:pt x="1750799" y="1037684"/>
                  </a:lnTo>
                  <a:lnTo>
                    <a:pt x="1750451" y="1037821"/>
                  </a:lnTo>
                  <a:lnTo>
                    <a:pt x="1748538" y="1038573"/>
                  </a:lnTo>
                  <a:lnTo>
                    <a:pt x="1743321" y="1040625"/>
                  </a:lnTo>
                  <a:lnTo>
                    <a:pt x="1742974" y="1040762"/>
                  </a:lnTo>
                  <a:lnTo>
                    <a:pt x="1741409" y="1041378"/>
                  </a:lnTo>
                  <a:lnTo>
                    <a:pt x="1741235" y="1041446"/>
                  </a:lnTo>
                  <a:lnTo>
                    <a:pt x="1739843" y="1041993"/>
                  </a:lnTo>
                  <a:lnTo>
                    <a:pt x="1739322" y="1042199"/>
                  </a:lnTo>
                  <a:lnTo>
                    <a:pt x="1738974" y="1042335"/>
                  </a:lnTo>
                  <a:lnTo>
                    <a:pt x="1737235" y="1043020"/>
                  </a:lnTo>
                  <a:lnTo>
                    <a:pt x="1735670" y="1043635"/>
                  </a:lnTo>
                  <a:lnTo>
                    <a:pt x="1734627" y="1044046"/>
                  </a:lnTo>
                  <a:lnTo>
                    <a:pt x="1732540" y="1044867"/>
                  </a:lnTo>
                  <a:lnTo>
                    <a:pt x="1732018" y="1045073"/>
                  </a:lnTo>
                  <a:lnTo>
                    <a:pt x="1731844" y="1045141"/>
                  </a:lnTo>
                  <a:lnTo>
                    <a:pt x="1728192" y="1046578"/>
                  </a:lnTo>
                  <a:lnTo>
                    <a:pt x="1722802" y="1048700"/>
                  </a:lnTo>
                  <a:lnTo>
                    <a:pt x="1722628" y="1048769"/>
                  </a:lnTo>
                  <a:lnTo>
                    <a:pt x="1721063" y="1049385"/>
                  </a:lnTo>
                  <a:lnTo>
                    <a:pt x="1720889" y="1049453"/>
                  </a:lnTo>
                  <a:lnTo>
                    <a:pt x="1718976" y="1050207"/>
                  </a:lnTo>
                  <a:lnTo>
                    <a:pt x="1717063" y="1050960"/>
                  </a:lnTo>
                  <a:lnTo>
                    <a:pt x="1713411" y="1052398"/>
                  </a:lnTo>
                  <a:lnTo>
                    <a:pt x="1711498" y="1053151"/>
                  </a:lnTo>
                  <a:lnTo>
                    <a:pt x="1711150" y="1053288"/>
                  </a:lnTo>
                  <a:lnTo>
                    <a:pt x="1709411" y="1053973"/>
                  </a:lnTo>
                  <a:lnTo>
                    <a:pt x="1705933" y="1055343"/>
                  </a:lnTo>
                  <a:lnTo>
                    <a:pt x="1705760" y="1055411"/>
                  </a:lnTo>
                  <a:lnTo>
                    <a:pt x="1702282" y="1056782"/>
                  </a:lnTo>
                  <a:lnTo>
                    <a:pt x="1701760" y="1056987"/>
                  </a:lnTo>
                  <a:lnTo>
                    <a:pt x="1698804" y="1058152"/>
                  </a:lnTo>
                  <a:lnTo>
                    <a:pt x="1697065" y="1058837"/>
                  </a:lnTo>
                  <a:lnTo>
                    <a:pt x="1694978" y="1059659"/>
                  </a:lnTo>
                  <a:lnTo>
                    <a:pt x="1694456" y="1059865"/>
                  </a:lnTo>
                  <a:lnTo>
                    <a:pt x="1693065" y="1060413"/>
                  </a:lnTo>
                  <a:lnTo>
                    <a:pt x="1689065" y="1061990"/>
                  </a:lnTo>
                  <a:lnTo>
                    <a:pt x="1687848" y="1062470"/>
                  </a:lnTo>
                  <a:lnTo>
                    <a:pt x="1687500" y="1062607"/>
                  </a:lnTo>
                  <a:lnTo>
                    <a:pt x="1687153" y="1062744"/>
                  </a:lnTo>
                  <a:lnTo>
                    <a:pt x="1684196" y="1063909"/>
                  </a:lnTo>
                  <a:lnTo>
                    <a:pt x="1682631" y="1064526"/>
                  </a:lnTo>
                  <a:lnTo>
                    <a:pt x="1678458" y="1066172"/>
                  </a:lnTo>
                  <a:lnTo>
                    <a:pt x="1677762" y="1066446"/>
                  </a:lnTo>
                  <a:lnTo>
                    <a:pt x="1675501" y="1067338"/>
                  </a:lnTo>
                  <a:lnTo>
                    <a:pt x="1669589" y="1069670"/>
                  </a:lnTo>
                  <a:lnTo>
                    <a:pt x="1666111" y="1071042"/>
                  </a:lnTo>
                  <a:lnTo>
                    <a:pt x="1661590" y="1072825"/>
                  </a:lnTo>
                  <a:lnTo>
                    <a:pt x="1657938" y="1074266"/>
                  </a:lnTo>
                  <a:lnTo>
                    <a:pt x="1654634" y="1075570"/>
                  </a:lnTo>
                  <a:lnTo>
                    <a:pt x="1654460" y="1075639"/>
                  </a:lnTo>
                  <a:lnTo>
                    <a:pt x="1652373" y="1076463"/>
                  </a:lnTo>
                  <a:lnTo>
                    <a:pt x="1646113" y="1078934"/>
                  </a:lnTo>
                  <a:lnTo>
                    <a:pt x="1637592" y="1082299"/>
                  </a:lnTo>
                  <a:lnTo>
                    <a:pt x="1635679" y="1083054"/>
                  </a:lnTo>
                  <a:lnTo>
                    <a:pt x="1634809" y="1083397"/>
                  </a:lnTo>
                  <a:lnTo>
                    <a:pt x="1631158" y="1084840"/>
                  </a:lnTo>
                  <a:lnTo>
                    <a:pt x="1628375" y="1085939"/>
                  </a:lnTo>
                  <a:lnTo>
                    <a:pt x="1627332" y="1086351"/>
                  </a:lnTo>
                  <a:lnTo>
                    <a:pt x="1622810" y="1088138"/>
                  </a:lnTo>
                  <a:lnTo>
                    <a:pt x="1619333" y="1089512"/>
                  </a:lnTo>
                  <a:lnTo>
                    <a:pt x="1618811" y="1089718"/>
                  </a:lnTo>
                  <a:lnTo>
                    <a:pt x="1614290" y="1091505"/>
                  </a:lnTo>
                  <a:lnTo>
                    <a:pt x="1610464" y="1093018"/>
                  </a:lnTo>
                  <a:lnTo>
                    <a:pt x="1599334" y="1097418"/>
                  </a:lnTo>
                  <a:lnTo>
                    <a:pt x="1597074" y="1098312"/>
                  </a:lnTo>
                  <a:lnTo>
                    <a:pt x="1593248" y="1099826"/>
                  </a:lnTo>
                  <a:lnTo>
                    <a:pt x="1591857" y="1100376"/>
                  </a:lnTo>
                  <a:lnTo>
                    <a:pt x="1590466" y="1100927"/>
                  </a:lnTo>
                  <a:lnTo>
                    <a:pt x="1589944" y="1101133"/>
                  </a:lnTo>
                  <a:lnTo>
                    <a:pt x="1587683" y="1102027"/>
                  </a:lnTo>
                  <a:lnTo>
                    <a:pt x="1583510" y="1103679"/>
                  </a:lnTo>
                  <a:lnTo>
                    <a:pt x="1581771" y="1104367"/>
                  </a:lnTo>
                  <a:lnTo>
                    <a:pt x="1579858" y="1105124"/>
                  </a:lnTo>
                  <a:lnTo>
                    <a:pt x="1577249" y="1106157"/>
                  </a:lnTo>
                  <a:lnTo>
                    <a:pt x="1576902" y="1106294"/>
                  </a:lnTo>
                  <a:lnTo>
                    <a:pt x="1576554" y="1106432"/>
                  </a:lnTo>
                  <a:lnTo>
                    <a:pt x="1574641" y="1107189"/>
                  </a:lnTo>
                  <a:lnTo>
                    <a:pt x="1569424" y="1109255"/>
                  </a:lnTo>
                  <a:lnTo>
                    <a:pt x="1569076" y="1109392"/>
                  </a:lnTo>
                  <a:lnTo>
                    <a:pt x="1567511" y="1110012"/>
                  </a:lnTo>
                  <a:lnTo>
                    <a:pt x="1567337" y="1110081"/>
                  </a:lnTo>
                  <a:lnTo>
                    <a:pt x="1565946" y="1110632"/>
                  </a:lnTo>
                  <a:lnTo>
                    <a:pt x="1565424" y="1110838"/>
                  </a:lnTo>
                  <a:lnTo>
                    <a:pt x="1565077" y="1110976"/>
                  </a:lnTo>
                  <a:lnTo>
                    <a:pt x="1563338" y="1111665"/>
                  </a:lnTo>
                  <a:lnTo>
                    <a:pt x="1561772" y="1112285"/>
                  </a:lnTo>
                  <a:lnTo>
                    <a:pt x="1560729" y="1112698"/>
                  </a:lnTo>
                  <a:lnTo>
                    <a:pt x="1558642" y="1113524"/>
                  </a:lnTo>
                  <a:lnTo>
                    <a:pt x="1558121" y="1113731"/>
                  </a:lnTo>
                  <a:lnTo>
                    <a:pt x="1557947" y="1113800"/>
                  </a:lnTo>
                  <a:lnTo>
                    <a:pt x="1554295" y="1115247"/>
                  </a:lnTo>
                  <a:lnTo>
                    <a:pt x="1548904" y="1117382"/>
                  </a:lnTo>
                  <a:lnTo>
                    <a:pt x="1548730" y="1117451"/>
                  </a:lnTo>
                  <a:lnTo>
                    <a:pt x="1547165" y="1118072"/>
                  </a:lnTo>
                  <a:lnTo>
                    <a:pt x="1546991" y="1118140"/>
                  </a:lnTo>
                  <a:lnTo>
                    <a:pt x="1545078" y="1118898"/>
                  </a:lnTo>
                  <a:lnTo>
                    <a:pt x="1543165" y="1119657"/>
                  </a:lnTo>
                  <a:lnTo>
                    <a:pt x="1539514" y="1121104"/>
                  </a:lnTo>
                  <a:lnTo>
                    <a:pt x="1537601" y="1121862"/>
                  </a:lnTo>
                  <a:lnTo>
                    <a:pt x="1537253" y="1122000"/>
                  </a:lnTo>
                  <a:lnTo>
                    <a:pt x="1535514" y="1122690"/>
                  </a:lnTo>
                  <a:lnTo>
                    <a:pt x="1532036" y="1124069"/>
                  </a:lnTo>
                  <a:lnTo>
                    <a:pt x="1531862" y="1124137"/>
                  </a:lnTo>
                  <a:lnTo>
                    <a:pt x="1528384" y="1125517"/>
                  </a:lnTo>
                  <a:lnTo>
                    <a:pt x="1527862" y="1125724"/>
                  </a:lnTo>
                  <a:lnTo>
                    <a:pt x="1524906" y="1126896"/>
                  </a:lnTo>
                  <a:lnTo>
                    <a:pt x="1523167" y="1127586"/>
                  </a:lnTo>
                  <a:lnTo>
                    <a:pt x="1521080" y="1128413"/>
                  </a:lnTo>
                  <a:lnTo>
                    <a:pt x="1520559" y="1128620"/>
                  </a:lnTo>
                  <a:lnTo>
                    <a:pt x="1519168" y="1129172"/>
                  </a:lnTo>
                  <a:lnTo>
                    <a:pt x="1515168" y="1130759"/>
                  </a:lnTo>
                  <a:lnTo>
                    <a:pt x="1513951" y="1131242"/>
                  </a:lnTo>
                  <a:lnTo>
                    <a:pt x="1513603" y="1131380"/>
                  </a:lnTo>
                  <a:lnTo>
                    <a:pt x="1513255" y="1131518"/>
                  </a:lnTo>
                  <a:lnTo>
                    <a:pt x="1510299" y="1132691"/>
                  </a:lnTo>
                  <a:lnTo>
                    <a:pt x="1508734" y="1133312"/>
                  </a:lnTo>
                  <a:lnTo>
                    <a:pt x="1504560" y="1134969"/>
                  </a:lnTo>
                  <a:lnTo>
                    <a:pt x="1503865" y="1135245"/>
                  </a:lnTo>
                  <a:lnTo>
                    <a:pt x="1501604" y="1136142"/>
                  </a:lnTo>
                  <a:lnTo>
                    <a:pt x="1495691" y="1138489"/>
                  </a:lnTo>
                  <a:lnTo>
                    <a:pt x="1492213" y="1139870"/>
                  </a:lnTo>
                  <a:lnTo>
                    <a:pt x="1487692" y="1141666"/>
                  </a:lnTo>
                  <a:lnTo>
                    <a:pt x="1484040" y="1143116"/>
                  </a:lnTo>
                  <a:lnTo>
                    <a:pt x="1480736" y="1144429"/>
                  </a:lnTo>
                  <a:lnTo>
                    <a:pt x="1480562" y="1144498"/>
                  </a:lnTo>
                  <a:lnTo>
                    <a:pt x="1478476" y="1145327"/>
                  </a:lnTo>
                  <a:lnTo>
                    <a:pt x="1472215" y="1147815"/>
                  </a:lnTo>
                  <a:lnTo>
                    <a:pt x="1463694" y="1151202"/>
                  </a:lnTo>
                  <a:lnTo>
                    <a:pt x="1461781" y="1151962"/>
                  </a:lnTo>
                  <a:lnTo>
                    <a:pt x="1460912" y="1152308"/>
                  </a:lnTo>
                  <a:lnTo>
                    <a:pt x="1457260" y="1153760"/>
                  </a:lnTo>
                  <a:lnTo>
                    <a:pt x="1454478" y="1154866"/>
                  </a:lnTo>
                  <a:lnTo>
                    <a:pt x="1453434" y="1155281"/>
                  </a:lnTo>
                  <a:lnTo>
                    <a:pt x="1448913" y="1157079"/>
                  </a:lnTo>
                  <a:lnTo>
                    <a:pt x="1445435" y="1158463"/>
                  </a:lnTo>
                  <a:lnTo>
                    <a:pt x="1444913" y="1158670"/>
                  </a:lnTo>
                  <a:lnTo>
                    <a:pt x="1440392" y="1160469"/>
                  </a:lnTo>
                  <a:lnTo>
                    <a:pt x="1436566" y="1161991"/>
                  </a:lnTo>
                  <a:lnTo>
                    <a:pt x="1425437" y="1166421"/>
                  </a:lnTo>
                  <a:lnTo>
                    <a:pt x="1423176" y="1167321"/>
                  </a:lnTo>
                  <a:lnTo>
                    <a:pt x="1419350" y="1168845"/>
                  </a:lnTo>
                  <a:lnTo>
                    <a:pt x="1417959" y="1169399"/>
                  </a:lnTo>
                  <a:lnTo>
                    <a:pt x="1416568" y="1169953"/>
                  </a:lnTo>
                  <a:lnTo>
                    <a:pt x="1416046" y="1170160"/>
                  </a:lnTo>
                  <a:lnTo>
                    <a:pt x="1413786" y="1171061"/>
                  </a:lnTo>
                  <a:lnTo>
                    <a:pt x="1409612" y="1172723"/>
                  </a:lnTo>
                  <a:lnTo>
                    <a:pt x="1407873" y="1173416"/>
                  </a:lnTo>
                  <a:lnTo>
                    <a:pt x="1405960" y="1174178"/>
                  </a:lnTo>
                  <a:lnTo>
                    <a:pt x="1403352" y="1175217"/>
                  </a:lnTo>
                  <a:lnTo>
                    <a:pt x="1403004" y="1175356"/>
                  </a:lnTo>
                  <a:lnTo>
                    <a:pt x="1402656" y="1175495"/>
                  </a:lnTo>
                  <a:lnTo>
                    <a:pt x="1400743" y="1176257"/>
                  </a:lnTo>
                  <a:lnTo>
                    <a:pt x="1395527" y="1178336"/>
                  </a:lnTo>
                  <a:lnTo>
                    <a:pt x="1395179" y="1178474"/>
                  </a:lnTo>
                  <a:lnTo>
                    <a:pt x="1393614" y="1179098"/>
                  </a:lnTo>
                  <a:lnTo>
                    <a:pt x="1393440" y="1179168"/>
                  </a:lnTo>
                  <a:lnTo>
                    <a:pt x="1392049" y="1179722"/>
                  </a:lnTo>
                  <a:lnTo>
                    <a:pt x="1391527" y="1179930"/>
                  </a:lnTo>
                  <a:lnTo>
                    <a:pt x="1391179" y="1180069"/>
                  </a:lnTo>
                  <a:lnTo>
                    <a:pt x="1389440" y="1180762"/>
                  </a:lnTo>
                  <a:lnTo>
                    <a:pt x="1387875" y="1181386"/>
                  </a:lnTo>
                  <a:lnTo>
                    <a:pt x="1386832" y="1181802"/>
                  </a:lnTo>
                  <a:lnTo>
                    <a:pt x="1384745" y="1182634"/>
                  </a:lnTo>
                  <a:lnTo>
                    <a:pt x="1384223" y="1182842"/>
                  </a:lnTo>
                  <a:lnTo>
                    <a:pt x="1384049" y="1182911"/>
                  </a:lnTo>
                  <a:lnTo>
                    <a:pt x="1380397" y="1184368"/>
                  </a:lnTo>
                  <a:lnTo>
                    <a:pt x="1375007" y="1186518"/>
                  </a:lnTo>
                  <a:lnTo>
                    <a:pt x="1374833" y="1186587"/>
                  </a:lnTo>
                  <a:lnTo>
                    <a:pt x="1373268" y="1187211"/>
                  </a:lnTo>
                  <a:lnTo>
                    <a:pt x="1373094" y="1187281"/>
                  </a:lnTo>
                  <a:lnTo>
                    <a:pt x="1371181" y="1188044"/>
                  </a:lnTo>
                  <a:lnTo>
                    <a:pt x="1369268" y="1188807"/>
                  </a:lnTo>
                  <a:lnTo>
                    <a:pt x="1365616" y="1190264"/>
                  </a:lnTo>
                  <a:lnTo>
                    <a:pt x="1363703" y="1191027"/>
                  </a:lnTo>
                  <a:lnTo>
                    <a:pt x="1363355" y="1191166"/>
                  </a:lnTo>
                  <a:lnTo>
                    <a:pt x="1361617" y="1191860"/>
                  </a:lnTo>
                  <a:lnTo>
                    <a:pt x="1358139" y="1193248"/>
                  </a:lnTo>
                  <a:lnTo>
                    <a:pt x="1357965" y="1193317"/>
                  </a:lnTo>
                  <a:lnTo>
                    <a:pt x="1354487" y="1194706"/>
                  </a:lnTo>
                  <a:lnTo>
                    <a:pt x="1353965" y="1194914"/>
                  </a:lnTo>
                  <a:lnTo>
                    <a:pt x="1351009" y="1196094"/>
                  </a:lnTo>
                  <a:lnTo>
                    <a:pt x="1349270" y="1196788"/>
                  </a:lnTo>
                  <a:lnTo>
                    <a:pt x="1347183" y="1197622"/>
                  </a:lnTo>
                  <a:lnTo>
                    <a:pt x="1346661" y="1197830"/>
                  </a:lnTo>
                  <a:lnTo>
                    <a:pt x="1345270" y="1198385"/>
                  </a:lnTo>
                  <a:lnTo>
                    <a:pt x="1341271" y="1199983"/>
                  </a:lnTo>
                  <a:lnTo>
                    <a:pt x="1340053" y="1200469"/>
                  </a:lnTo>
                  <a:lnTo>
                    <a:pt x="1339705" y="1200608"/>
                  </a:lnTo>
                  <a:lnTo>
                    <a:pt x="1339358" y="1200747"/>
                  </a:lnTo>
                  <a:lnTo>
                    <a:pt x="1336401" y="1201928"/>
                  </a:lnTo>
                  <a:lnTo>
                    <a:pt x="1334836" y="1202553"/>
                  </a:lnTo>
                  <a:lnTo>
                    <a:pt x="1330663" y="1204220"/>
                  </a:lnTo>
                  <a:lnTo>
                    <a:pt x="1329967" y="1204498"/>
                  </a:lnTo>
                  <a:lnTo>
                    <a:pt x="1327707" y="1205401"/>
                  </a:lnTo>
                  <a:lnTo>
                    <a:pt x="1321794" y="1207764"/>
                  </a:lnTo>
                  <a:lnTo>
                    <a:pt x="1318316" y="1209154"/>
                  </a:lnTo>
                  <a:lnTo>
                    <a:pt x="1313795" y="1210962"/>
                  </a:lnTo>
                  <a:lnTo>
                    <a:pt x="1310143" y="1212422"/>
                  </a:lnTo>
                  <a:lnTo>
                    <a:pt x="1306839" y="1213743"/>
                  </a:lnTo>
                  <a:lnTo>
                    <a:pt x="1306665" y="1213813"/>
                  </a:lnTo>
                  <a:lnTo>
                    <a:pt x="1304578" y="1214647"/>
                  </a:lnTo>
                  <a:lnTo>
                    <a:pt x="1298318" y="1217151"/>
                  </a:lnTo>
                  <a:lnTo>
                    <a:pt x="1289797" y="1220561"/>
                  </a:lnTo>
                  <a:lnTo>
                    <a:pt x="1287884" y="1221326"/>
                  </a:lnTo>
                  <a:lnTo>
                    <a:pt x="1287015" y="1221674"/>
                  </a:lnTo>
                  <a:lnTo>
                    <a:pt x="1283363" y="1223136"/>
                  </a:lnTo>
                  <a:lnTo>
                    <a:pt x="1280580" y="1224249"/>
                  </a:lnTo>
                  <a:lnTo>
                    <a:pt x="1279537" y="1224667"/>
                  </a:lnTo>
                  <a:lnTo>
                    <a:pt x="1275016" y="1226477"/>
                  </a:lnTo>
                  <a:lnTo>
                    <a:pt x="1271538" y="1227870"/>
                  </a:lnTo>
                  <a:lnTo>
                    <a:pt x="1271016" y="1228079"/>
                  </a:lnTo>
                  <a:lnTo>
                    <a:pt x="1266495" y="1229889"/>
                  </a:lnTo>
                  <a:lnTo>
                    <a:pt x="1262669" y="1231422"/>
                  </a:lnTo>
                  <a:lnTo>
                    <a:pt x="1251539" y="1235881"/>
                  </a:lnTo>
                  <a:lnTo>
                    <a:pt x="1249279" y="1236787"/>
                  </a:lnTo>
                  <a:lnTo>
                    <a:pt x="1245453" y="1238320"/>
                  </a:lnTo>
                  <a:lnTo>
                    <a:pt x="1244062" y="1238877"/>
                  </a:lnTo>
                  <a:lnTo>
                    <a:pt x="1242671" y="1239435"/>
                  </a:lnTo>
                  <a:lnTo>
                    <a:pt x="1242149" y="1239644"/>
                  </a:lnTo>
                  <a:lnTo>
                    <a:pt x="1239888" y="1240551"/>
                  </a:lnTo>
                  <a:lnTo>
                    <a:pt x="1233976" y="1242921"/>
                  </a:lnTo>
                  <a:lnTo>
                    <a:pt x="1232063" y="1243688"/>
                  </a:lnTo>
                  <a:lnTo>
                    <a:pt x="1229454" y="1244734"/>
                  </a:lnTo>
                  <a:lnTo>
                    <a:pt x="1229107" y="1244874"/>
                  </a:lnTo>
                  <a:lnTo>
                    <a:pt x="1228759" y="1245013"/>
                  </a:lnTo>
                  <a:lnTo>
                    <a:pt x="1226846" y="1245781"/>
                  </a:lnTo>
                  <a:lnTo>
                    <a:pt x="1221629" y="1247873"/>
                  </a:lnTo>
                  <a:lnTo>
                    <a:pt x="1221281" y="1248013"/>
                  </a:lnTo>
                  <a:lnTo>
                    <a:pt x="1219716" y="1248641"/>
                  </a:lnTo>
                  <a:lnTo>
                    <a:pt x="1219542" y="1248710"/>
                  </a:lnTo>
                  <a:lnTo>
                    <a:pt x="1218151" y="1249269"/>
                  </a:lnTo>
                  <a:lnTo>
                    <a:pt x="1217629" y="1249478"/>
                  </a:lnTo>
                  <a:lnTo>
                    <a:pt x="1217282" y="1249618"/>
                  </a:lnTo>
                  <a:lnTo>
                    <a:pt x="1215543" y="1250315"/>
                  </a:lnTo>
                  <a:lnTo>
                    <a:pt x="1213978" y="1250943"/>
                  </a:lnTo>
                  <a:lnTo>
                    <a:pt x="1212934" y="1251362"/>
                  </a:lnTo>
                  <a:lnTo>
                    <a:pt x="1210847" y="1252200"/>
                  </a:lnTo>
                  <a:lnTo>
                    <a:pt x="1210326" y="1252409"/>
                  </a:lnTo>
                  <a:lnTo>
                    <a:pt x="1210152" y="1252479"/>
                  </a:lnTo>
                  <a:lnTo>
                    <a:pt x="1206500" y="1253944"/>
                  </a:lnTo>
                  <a:lnTo>
                    <a:pt x="1201109" y="1256109"/>
                  </a:lnTo>
                  <a:lnTo>
                    <a:pt x="1200935" y="1256178"/>
                  </a:lnTo>
                  <a:lnTo>
                    <a:pt x="1199370" y="1256807"/>
                  </a:lnTo>
                  <a:lnTo>
                    <a:pt x="1199196" y="1256877"/>
                  </a:lnTo>
                  <a:lnTo>
                    <a:pt x="1197283" y="1257645"/>
                  </a:lnTo>
                  <a:lnTo>
                    <a:pt x="1195371" y="1258413"/>
                  </a:lnTo>
                  <a:lnTo>
                    <a:pt x="1191719" y="1259879"/>
                  </a:lnTo>
                  <a:lnTo>
                    <a:pt x="1189806" y="1260648"/>
                  </a:lnTo>
                  <a:lnTo>
                    <a:pt x="1189458" y="1260787"/>
                  </a:lnTo>
                  <a:lnTo>
                    <a:pt x="1187719" y="1261486"/>
                  </a:lnTo>
                  <a:lnTo>
                    <a:pt x="1184241" y="1262883"/>
                  </a:lnTo>
                  <a:lnTo>
                    <a:pt x="1184067" y="1262953"/>
                  </a:lnTo>
                  <a:lnTo>
                    <a:pt x="1180589" y="1264350"/>
                  </a:lnTo>
                  <a:lnTo>
                    <a:pt x="1180068" y="1264560"/>
                  </a:lnTo>
                  <a:lnTo>
                    <a:pt x="1177111" y="1265748"/>
                  </a:lnTo>
                  <a:lnTo>
                    <a:pt x="1173286" y="1267285"/>
                  </a:lnTo>
                  <a:lnTo>
                    <a:pt x="1172764" y="1267495"/>
                  </a:lnTo>
                  <a:lnTo>
                    <a:pt x="1171373" y="1268054"/>
                  </a:lnTo>
                  <a:lnTo>
                    <a:pt x="1167373" y="1269661"/>
                  </a:lnTo>
                  <a:lnTo>
                    <a:pt x="1166156" y="1270151"/>
                  </a:lnTo>
                  <a:lnTo>
                    <a:pt x="1165808" y="1270291"/>
                  </a:lnTo>
                  <a:lnTo>
                    <a:pt x="1165460" y="1270430"/>
                  </a:lnTo>
                  <a:lnTo>
                    <a:pt x="1162504" y="1271619"/>
                  </a:lnTo>
                  <a:lnTo>
                    <a:pt x="1160939" y="1272248"/>
                  </a:lnTo>
                  <a:lnTo>
                    <a:pt x="1156765" y="1273926"/>
                  </a:lnTo>
                  <a:lnTo>
                    <a:pt x="1156070" y="1274206"/>
                  </a:lnTo>
                  <a:lnTo>
                    <a:pt x="1153809" y="1275115"/>
                  </a:lnTo>
                  <a:lnTo>
                    <a:pt x="1147897" y="1277493"/>
                  </a:lnTo>
                  <a:lnTo>
                    <a:pt x="1144419" y="1278892"/>
                  </a:lnTo>
                  <a:lnTo>
                    <a:pt x="1139897" y="1280712"/>
                  </a:lnTo>
                  <a:lnTo>
                    <a:pt x="1136245" y="1282181"/>
                  </a:lnTo>
                  <a:lnTo>
                    <a:pt x="1132941" y="1283511"/>
                  </a:lnTo>
                  <a:lnTo>
                    <a:pt x="1132767" y="1283581"/>
                  </a:lnTo>
                  <a:lnTo>
                    <a:pt x="1130681" y="1284421"/>
                  </a:lnTo>
                  <a:lnTo>
                    <a:pt x="1124420" y="1286941"/>
                  </a:lnTo>
                  <a:lnTo>
                    <a:pt x="1115899" y="1290372"/>
                  </a:lnTo>
                  <a:lnTo>
                    <a:pt x="1113987" y="1291143"/>
                  </a:lnTo>
                  <a:lnTo>
                    <a:pt x="1113117" y="1291493"/>
                  </a:lnTo>
                  <a:lnTo>
                    <a:pt x="1109465" y="1292964"/>
                  </a:lnTo>
                  <a:lnTo>
                    <a:pt x="1106683" y="1294085"/>
                  </a:lnTo>
                  <a:lnTo>
                    <a:pt x="1105639" y="1294505"/>
                  </a:lnTo>
                  <a:lnTo>
                    <a:pt x="1101118" y="1296327"/>
                  </a:lnTo>
                  <a:lnTo>
                    <a:pt x="1097640" y="1297728"/>
                  </a:lnTo>
                  <a:lnTo>
                    <a:pt x="1097118" y="1297938"/>
                  </a:lnTo>
                  <a:lnTo>
                    <a:pt x="1092597" y="1299761"/>
                  </a:lnTo>
                  <a:lnTo>
                    <a:pt x="1088771" y="1301303"/>
                  </a:lnTo>
                  <a:lnTo>
                    <a:pt x="1077642" y="1305790"/>
                  </a:lnTo>
                  <a:lnTo>
                    <a:pt x="1075381" y="1306702"/>
                  </a:lnTo>
                  <a:lnTo>
                    <a:pt x="1071556" y="1308245"/>
                  </a:lnTo>
                  <a:lnTo>
                    <a:pt x="1068773" y="1309367"/>
                  </a:lnTo>
                  <a:lnTo>
                    <a:pt x="1068252" y="1309578"/>
                  </a:lnTo>
                  <a:lnTo>
                    <a:pt x="1065991" y="1310490"/>
                  </a:lnTo>
                  <a:lnTo>
                    <a:pt x="1061817" y="1312174"/>
                  </a:lnTo>
                  <a:lnTo>
                    <a:pt x="1060078" y="1312876"/>
                  </a:lnTo>
                  <a:lnTo>
                    <a:pt x="1058165" y="1313647"/>
                  </a:lnTo>
                  <a:lnTo>
                    <a:pt x="1055557" y="1314700"/>
                  </a:lnTo>
                  <a:lnTo>
                    <a:pt x="1055209" y="1314841"/>
                  </a:lnTo>
                  <a:lnTo>
                    <a:pt x="1054861" y="1314981"/>
                  </a:lnTo>
                  <a:lnTo>
                    <a:pt x="1052949" y="1315753"/>
                  </a:lnTo>
                  <a:lnTo>
                    <a:pt x="1047732" y="1317859"/>
                  </a:lnTo>
                  <a:lnTo>
                    <a:pt x="1047384" y="1317999"/>
                  </a:lnTo>
                  <a:lnTo>
                    <a:pt x="1045819" y="1318631"/>
                  </a:lnTo>
                  <a:lnTo>
                    <a:pt x="1045645" y="1318701"/>
                  </a:lnTo>
                  <a:lnTo>
                    <a:pt x="1044254" y="1319263"/>
                  </a:lnTo>
                  <a:lnTo>
                    <a:pt x="1043732" y="1319474"/>
                  </a:lnTo>
                  <a:lnTo>
                    <a:pt x="1043384" y="1319614"/>
                  </a:lnTo>
                  <a:lnTo>
                    <a:pt x="1041645" y="1320316"/>
                  </a:lnTo>
                  <a:lnTo>
                    <a:pt x="1040080" y="1320948"/>
                  </a:lnTo>
                  <a:lnTo>
                    <a:pt x="1039037" y="1321370"/>
                  </a:lnTo>
                  <a:lnTo>
                    <a:pt x="1036950" y="1322212"/>
                  </a:lnTo>
                  <a:lnTo>
                    <a:pt x="1036428" y="1322423"/>
                  </a:lnTo>
                  <a:lnTo>
                    <a:pt x="1036254" y="1322493"/>
                  </a:lnTo>
                  <a:lnTo>
                    <a:pt x="1032603" y="1323968"/>
                  </a:lnTo>
                  <a:lnTo>
                    <a:pt x="1027212" y="1326146"/>
                  </a:lnTo>
                  <a:lnTo>
                    <a:pt x="1027038" y="1326216"/>
                  </a:lnTo>
                  <a:lnTo>
                    <a:pt x="1025473" y="1326849"/>
                  </a:lnTo>
                  <a:lnTo>
                    <a:pt x="1025299" y="1326919"/>
                  </a:lnTo>
                  <a:lnTo>
                    <a:pt x="1023386" y="1327692"/>
                  </a:lnTo>
                  <a:lnTo>
                    <a:pt x="1021473" y="1328465"/>
                  </a:lnTo>
                  <a:lnTo>
                    <a:pt x="1017821" y="1329940"/>
                  </a:lnTo>
                  <a:lnTo>
                    <a:pt x="1015908" y="1330714"/>
                  </a:lnTo>
                  <a:lnTo>
                    <a:pt x="1015561" y="1330854"/>
                  </a:lnTo>
                  <a:lnTo>
                    <a:pt x="1013822" y="1331557"/>
                  </a:lnTo>
                  <a:lnTo>
                    <a:pt x="1010344" y="1332963"/>
                  </a:lnTo>
                  <a:lnTo>
                    <a:pt x="1010170" y="1333033"/>
                  </a:lnTo>
                  <a:lnTo>
                    <a:pt x="1006692" y="1334439"/>
                  </a:lnTo>
                  <a:lnTo>
                    <a:pt x="1006170" y="1334650"/>
                  </a:lnTo>
                  <a:lnTo>
                    <a:pt x="1003214" y="1335845"/>
                  </a:lnTo>
                  <a:lnTo>
                    <a:pt x="1001475" y="1336548"/>
                  </a:lnTo>
                  <a:lnTo>
                    <a:pt x="999388" y="1337392"/>
                  </a:lnTo>
                  <a:lnTo>
                    <a:pt x="998866" y="1337603"/>
                  </a:lnTo>
                  <a:lnTo>
                    <a:pt x="997475" y="1338166"/>
                  </a:lnTo>
                  <a:lnTo>
                    <a:pt x="993476" y="1339784"/>
                  </a:lnTo>
                  <a:lnTo>
                    <a:pt x="992258" y="1340276"/>
                  </a:lnTo>
                  <a:lnTo>
                    <a:pt x="991911" y="1340417"/>
                  </a:lnTo>
                  <a:lnTo>
                    <a:pt x="991563" y="1340557"/>
                  </a:lnTo>
                  <a:lnTo>
                    <a:pt x="988606" y="1341753"/>
                  </a:lnTo>
                  <a:lnTo>
                    <a:pt x="987041" y="1342386"/>
                  </a:lnTo>
                  <a:lnTo>
                    <a:pt x="982868" y="1344075"/>
                  </a:lnTo>
                  <a:lnTo>
                    <a:pt x="982172" y="1344356"/>
                  </a:lnTo>
                  <a:lnTo>
                    <a:pt x="979912" y="1345271"/>
                  </a:lnTo>
                  <a:lnTo>
                    <a:pt x="973999" y="1347664"/>
                  </a:lnTo>
                  <a:lnTo>
                    <a:pt x="970521" y="1349072"/>
                  </a:lnTo>
                  <a:lnTo>
                    <a:pt x="966000" y="1350902"/>
                  </a:lnTo>
                  <a:lnTo>
                    <a:pt x="962348" y="1352381"/>
                  </a:lnTo>
                  <a:lnTo>
                    <a:pt x="959044" y="1353719"/>
                  </a:lnTo>
                  <a:lnTo>
                    <a:pt x="958870" y="1353789"/>
                  </a:lnTo>
                  <a:lnTo>
                    <a:pt x="956783" y="1354634"/>
                  </a:lnTo>
                  <a:lnTo>
                    <a:pt x="950523" y="1357170"/>
                  </a:lnTo>
                  <a:lnTo>
                    <a:pt x="942002" y="1360622"/>
                  </a:lnTo>
                  <a:lnTo>
                    <a:pt x="940089" y="1361397"/>
                  </a:lnTo>
                  <a:lnTo>
                    <a:pt x="939220" y="1361749"/>
                  </a:lnTo>
                  <a:lnTo>
                    <a:pt x="935568" y="1363229"/>
                  </a:lnTo>
                  <a:lnTo>
                    <a:pt x="932785" y="1364357"/>
                  </a:lnTo>
                  <a:lnTo>
                    <a:pt x="931742" y="1364780"/>
                  </a:lnTo>
                  <a:lnTo>
                    <a:pt x="927221" y="1366612"/>
                  </a:lnTo>
                  <a:lnTo>
                    <a:pt x="923743" y="1368022"/>
                  </a:lnTo>
                  <a:lnTo>
                    <a:pt x="923221" y="1368234"/>
                  </a:lnTo>
                  <a:lnTo>
                    <a:pt x="918700" y="1370067"/>
                  </a:lnTo>
                  <a:lnTo>
                    <a:pt x="914874" y="1371619"/>
                  </a:lnTo>
                  <a:lnTo>
                    <a:pt x="903745" y="1376133"/>
                  </a:lnTo>
                  <a:lnTo>
                    <a:pt x="901484" y="1377050"/>
                  </a:lnTo>
                  <a:lnTo>
                    <a:pt x="897658" y="1378603"/>
                  </a:lnTo>
                  <a:lnTo>
                    <a:pt x="896267" y="1379167"/>
                  </a:lnTo>
                  <a:lnTo>
                    <a:pt x="894876" y="1379732"/>
                  </a:lnTo>
                  <a:lnTo>
                    <a:pt x="894354" y="1379944"/>
                  </a:lnTo>
                  <a:lnTo>
                    <a:pt x="892093" y="1380861"/>
                  </a:lnTo>
                  <a:lnTo>
                    <a:pt x="887920" y="1382555"/>
                  </a:lnTo>
                  <a:lnTo>
                    <a:pt x="886181" y="1383261"/>
                  </a:lnTo>
                  <a:lnTo>
                    <a:pt x="884268" y="1384038"/>
                  </a:lnTo>
                  <a:lnTo>
                    <a:pt x="881660" y="1385097"/>
                  </a:lnTo>
                  <a:lnTo>
                    <a:pt x="881312" y="1385238"/>
                  </a:lnTo>
                  <a:lnTo>
                    <a:pt x="880964" y="1385379"/>
                  </a:lnTo>
                  <a:lnTo>
                    <a:pt x="879051" y="1386156"/>
                  </a:lnTo>
                  <a:lnTo>
                    <a:pt x="873834" y="1388274"/>
                  </a:lnTo>
                  <a:lnTo>
                    <a:pt x="873486" y="1388415"/>
                  </a:lnTo>
                  <a:lnTo>
                    <a:pt x="871921" y="1389051"/>
                  </a:lnTo>
                  <a:lnTo>
                    <a:pt x="871747" y="1389122"/>
                  </a:lnTo>
                  <a:lnTo>
                    <a:pt x="870356" y="1389687"/>
                  </a:lnTo>
                  <a:lnTo>
                    <a:pt x="869835" y="1389898"/>
                  </a:lnTo>
                  <a:lnTo>
                    <a:pt x="869487" y="1390040"/>
                  </a:lnTo>
                  <a:lnTo>
                    <a:pt x="867748" y="1390746"/>
                  </a:lnTo>
                  <a:lnTo>
                    <a:pt x="866183" y="1391382"/>
                  </a:lnTo>
                  <a:lnTo>
                    <a:pt x="865139" y="1391806"/>
                  </a:lnTo>
                  <a:lnTo>
                    <a:pt x="863053" y="1392653"/>
                  </a:lnTo>
                  <a:lnTo>
                    <a:pt x="862531" y="1392865"/>
                  </a:lnTo>
                  <a:lnTo>
                    <a:pt x="862357" y="1392936"/>
                  </a:lnTo>
                  <a:lnTo>
                    <a:pt x="858705" y="1394420"/>
                  </a:lnTo>
                  <a:lnTo>
                    <a:pt x="853314" y="1396610"/>
                  </a:lnTo>
                  <a:lnTo>
                    <a:pt x="853140" y="1396681"/>
                  </a:lnTo>
                  <a:lnTo>
                    <a:pt x="851575" y="1397317"/>
                  </a:lnTo>
                  <a:lnTo>
                    <a:pt x="851401" y="1397388"/>
                  </a:lnTo>
                  <a:lnTo>
                    <a:pt x="849489" y="1398165"/>
                  </a:lnTo>
                  <a:lnTo>
                    <a:pt x="847576" y="1398942"/>
                  </a:lnTo>
                  <a:lnTo>
                    <a:pt x="843924" y="1400427"/>
                  </a:lnTo>
                  <a:lnTo>
                    <a:pt x="842011" y="1401204"/>
                  </a:lnTo>
                  <a:lnTo>
                    <a:pt x="841663" y="1401346"/>
                  </a:lnTo>
                  <a:lnTo>
                    <a:pt x="839924" y="1402053"/>
                  </a:lnTo>
                  <a:lnTo>
                    <a:pt x="836446" y="1403467"/>
                  </a:lnTo>
                  <a:lnTo>
                    <a:pt x="836272" y="1403538"/>
                  </a:lnTo>
                  <a:lnTo>
                    <a:pt x="832794" y="1404952"/>
                  </a:lnTo>
                  <a:lnTo>
                    <a:pt x="832273" y="1405164"/>
                  </a:lnTo>
                  <a:lnTo>
                    <a:pt x="829316" y="1406366"/>
                  </a:lnTo>
                  <a:lnTo>
                    <a:pt x="827577" y="1407073"/>
                  </a:lnTo>
                  <a:lnTo>
                    <a:pt x="825491" y="1407922"/>
                  </a:lnTo>
                  <a:lnTo>
                    <a:pt x="824969" y="1408134"/>
                  </a:lnTo>
                  <a:lnTo>
                    <a:pt x="823578" y="1408700"/>
                  </a:lnTo>
                  <a:lnTo>
                    <a:pt x="819578" y="1410327"/>
                  </a:lnTo>
                  <a:lnTo>
                    <a:pt x="818361" y="1410823"/>
                  </a:lnTo>
                  <a:lnTo>
                    <a:pt x="818013" y="1410964"/>
                  </a:lnTo>
                  <a:lnTo>
                    <a:pt x="817665" y="1411106"/>
                  </a:lnTo>
                  <a:lnTo>
                    <a:pt x="814709" y="1412308"/>
                  </a:lnTo>
                  <a:lnTo>
                    <a:pt x="813144" y="1412945"/>
                  </a:lnTo>
                  <a:lnTo>
                    <a:pt x="808970" y="1414643"/>
                  </a:lnTo>
                  <a:lnTo>
                    <a:pt x="808275" y="1414927"/>
                  </a:lnTo>
                  <a:lnTo>
                    <a:pt x="806014" y="1415847"/>
                  </a:lnTo>
                  <a:lnTo>
                    <a:pt x="800102" y="1418253"/>
                  </a:lnTo>
                  <a:lnTo>
                    <a:pt x="796624" y="1419669"/>
                  </a:lnTo>
                  <a:lnTo>
                    <a:pt x="792102" y="1421510"/>
                  </a:lnTo>
                  <a:lnTo>
                    <a:pt x="788451" y="1422997"/>
                  </a:lnTo>
                  <a:lnTo>
                    <a:pt x="785146" y="1424342"/>
                  </a:lnTo>
                  <a:lnTo>
                    <a:pt x="784973" y="1424413"/>
                  </a:lnTo>
                  <a:lnTo>
                    <a:pt x="782886" y="1425263"/>
                  </a:lnTo>
                  <a:lnTo>
                    <a:pt x="776625" y="1427813"/>
                  </a:lnTo>
                  <a:lnTo>
                    <a:pt x="768105" y="1431285"/>
                  </a:lnTo>
                  <a:lnTo>
                    <a:pt x="766192" y="1432064"/>
                  </a:lnTo>
                  <a:lnTo>
                    <a:pt x="765322" y="1432419"/>
                  </a:lnTo>
                  <a:lnTo>
                    <a:pt x="761670" y="1433907"/>
                  </a:lnTo>
                  <a:lnTo>
                    <a:pt x="758888" y="1435041"/>
                  </a:lnTo>
                  <a:lnTo>
                    <a:pt x="757845" y="1435466"/>
                  </a:lnTo>
                  <a:lnTo>
                    <a:pt x="753323" y="1437309"/>
                  </a:lnTo>
                  <a:lnTo>
                    <a:pt x="749845" y="1438727"/>
                  </a:lnTo>
                  <a:lnTo>
                    <a:pt x="749324" y="1438940"/>
                  </a:lnTo>
                  <a:lnTo>
                    <a:pt x="744802" y="1440784"/>
                  </a:lnTo>
                  <a:lnTo>
                    <a:pt x="740977" y="1442344"/>
                  </a:lnTo>
                  <a:lnTo>
                    <a:pt x="729847" y="1446883"/>
                  </a:lnTo>
                  <a:lnTo>
                    <a:pt x="727586" y="1447806"/>
                  </a:lnTo>
                  <a:lnTo>
                    <a:pt x="723761" y="1449366"/>
                  </a:lnTo>
                  <a:lnTo>
                    <a:pt x="722369" y="1449934"/>
                  </a:lnTo>
                  <a:lnTo>
                    <a:pt x="720978" y="1450502"/>
                  </a:lnTo>
                  <a:lnTo>
                    <a:pt x="720457" y="1450715"/>
                  </a:lnTo>
                  <a:lnTo>
                    <a:pt x="718196" y="1451637"/>
                  </a:lnTo>
                  <a:lnTo>
                    <a:pt x="714022" y="1453341"/>
                  </a:lnTo>
                  <a:lnTo>
                    <a:pt x="712283" y="1454050"/>
                  </a:lnTo>
                  <a:lnTo>
                    <a:pt x="707762" y="1455896"/>
                  </a:lnTo>
                  <a:lnTo>
                    <a:pt x="707414" y="1456038"/>
                  </a:lnTo>
                  <a:lnTo>
                    <a:pt x="707067" y="1456180"/>
                  </a:lnTo>
                  <a:lnTo>
                    <a:pt x="705154" y="1456961"/>
                  </a:lnTo>
                  <a:lnTo>
                    <a:pt x="699937" y="1459091"/>
                  </a:lnTo>
                  <a:lnTo>
                    <a:pt x="699589" y="1459233"/>
                  </a:lnTo>
                  <a:lnTo>
                    <a:pt x="698024" y="1459872"/>
                  </a:lnTo>
                  <a:lnTo>
                    <a:pt x="697850" y="1459943"/>
                  </a:lnTo>
                  <a:lnTo>
                    <a:pt x="696459" y="1460511"/>
                  </a:lnTo>
                  <a:lnTo>
                    <a:pt x="695937" y="1460724"/>
                  </a:lnTo>
                  <a:lnTo>
                    <a:pt x="695589" y="1460866"/>
                  </a:lnTo>
                  <a:lnTo>
                    <a:pt x="693850" y="1461576"/>
                  </a:lnTo>
                  <a:lnTo>
                    <a:pt x="692285" y="1462216"/>
                  </a:lnTo>
                  <a:lnTo>
                    <a:pt x="691242" y="1462642"/>
                  </a:lnTo>
                  <a:lnTo>
                    <a:pt x="689155" y="1463494"/>
                  </a:lnTo>
                  <a:lnTo>
                    <a:pt x="688633" y="1463707"/>
                  </a:lnTo>
                  <a:lnTo>
                    <a:pt x="688459" y="1463778"/>
                  </a:lnTo>
                  <a:lnTo>
                    <a:pt x="684808" y="1465270"/>
                  </a:lnTo>
                  <a:lnTo>
                    <a:pt x="679417" y="1467472"/>
                  </a:lnTo>
                  <a:lnTo>
                    <a:pt x="679243" y="1467543"/>
                  </a:lnTo>
                  <a:lnTo>
                    <a:pt x="677678" y="1468183"/>
                  </a:lnTo>
                  <a:lnTo>
                    <a:pt x="677504" y="1468254"/>
                  </a:lnTo>
                  <a:lnTo>
                    <a:pt x="675591" y="1469036"/>
                  </a:lnTo>
                  <a:lnTo>
                    <a:pt x="673678" y="1469817"/>
                  </a:lnTo>
                  <a:lnTo>
                    <a:pt x="670026" y="1471310"/>
                  </a:lnTo>
                  <a:lnTo>
                    <a:pt x="668113" y="1472091"/>
                  </a:lnTo>
                  <a:lnTo>
                    <a:pt x="667766" y="1472234"/>
                  </a:lnTo>
                  <a:lnTo>
                    <a:pt x="666027" y="1472944"/>
                  </a:lnTo>
                  <a:lnTo>
                    <a:pt x="662549" y="1474366"/>
                  </a:lnTo>
                  <a:lnTo>
                    <a:pt x="662375" y="1474437"/>
                  </a:lnTo>
                  <a:lnTo>
                    <a:pt x="658897" y="1475859"/>
                  </a:lnTo>
                  <a:lnTo>
                    <a:pt x="658375" y="1476072"/>
                  </a:lnTo>
                  <a:lnTo>
                    <a:pt x="655419" y="1477281"/>
                  </a:lnTo>
                  <a:lnTo>
                    <a:pt x="653680" y="1477992"/>
                  </a:lnTo>
                  <a:lnTo>
                    <a:pt x="651593" y="1478845"/>
                  </a:lnTo>
                  <a:lnTo>
                    <a:pt x="651072" y="1479058"/>
                  </a:lnTo>
                  <a:lnTo>
                    <a:pt x="649680" y="1479627"/>
                  </a:lnTo>
                  <a:lnTo>
                    <a:pt x="645681" y="1481263"/>
                  </a:lnTo>
                  <a:lnTo>
                    <a:pt x="644463" y="1481761"/>
                  </a:lnTo>
                  <a:lnTo>
                    <a:pt x="644116" y="1481903"/>
                  </a:lnTo>
                  <a:lnTo>
                    <a:pt x="643768" y="1482045"/>
                  </a:lnTo>
                  <a:lnTo>
                    <a:pt x="640812" y="1483254"/>
                  </a:lnTo>
                  <a:lnTo>
                    <a:pt x="639247" y="1483895"/>
                  </a:lnTo>
                  <a:lnTo>
                    <a:pt x="635073" y="1485602"/>
                  </a:lnTo>
                  <a:lnTo>
                    <a:pt x="634377" y="1485886"/>
                  </a:lnTo>
                  <a:lnTo>
                    <a:pt x="632117" y="1486811"/>
                  </a:lnTo>
                  <a:lnTo>
                    <a:pt x="626204" y="1489231"/>
                  </a:lnTo>
                  <a:lnTo>
                    <a:pt x="622726" y="1490654"/>
                  </a:lnTo>
                  <a:lnTo>
                    <a:pt x="618205" y="1492504"/>
                  </a:lnTo>
                  <a:lnTo>
                    <a:pt x="614553" y="1493999"/>
                  </a:lnTo>
                  <a:lnTo>
                    <a:pt x="611249" y="1495352"/>
                  </a:lnTo>
                  <a:lnTo>
                    <a:pt x="611075" y="1495423"/>
                  </a:lnTo>
                  <a:lnTo>
                    <a:pt x="608988" y="1496277"/>
                  </a:lnTo>
                  <a:lnTo>
                    <a:pt x="602728" y="1498840"/>
                  </a:lnTo>
                  <a:lnTo>
                    <a:pt x="594207" y="1502330"/>
                  </a:lnTo>
                  <a:lnTo>
                    <a:pt x="592294" y="1503113"/>
                  </a:lnTo>
                  <a:lnTo>
                    <a:pt x="591425" y="1503470"/>
                  </a:lnTo>
                  <a:lnTo>
                    <a:pt x="587773" y="1504966"/>
                  </a:lnTo>
                  <a:lnTo>
                    <a:pt x="584991" y="1506105"/>
                  </a:lnTo>
                  <a:lnTo>
                    <a:pt x="583947" y="1506533"/>
                  </a:lnTo>
                  <a:lnTo>
                    <a:pt x="579426" y="1508385"/>
                  </a:lnTo>
                  <a:lnTo>
                    <a:pt x="575426" y="1510024"/>
                  </a:lnTo>
                  <a:lnTo>
                    <a:pt x="570905" y="1511877"/>
                  </a:lnTo>
                  <a:lnTo>
                    <a:pt x="567079" y="1513445"/>
                  </a:lnTo>
                  <a:lnTo>
                    <a:pt x="555950" y="1518008"/>
                  </a:lnTo>
                  <a:lnTo>
                    <a:pt x="553689" y="1518935"/>
                  </a:lnTo>
                  <a:lnTo>
                    <a:pt x="549863" y="1520503"/>
                  </a:lnTo>
                  <a:lnTo>
                    <a:pt x="548472" y="1521074"/>
                  </a:lnTo>
                  <a:lnTo>
                    <a:pt x="547081" y="1521644"/>
                  </a:lnTo>
                  <a:lnTo>
                    <a:pt x="546559" y="1521858"/>
                  </a:lnTo>
                  <a:lnTo>
                    <a:pt x="544299" y="1522786"/>
                  </a:lnTo>
                  <a:lnTo>
                    <a:pt x="540125" y="1524497"/>
                  </a:lnTo>
                  <a:lnTo>
                    <a:pt x="538386" y="1525211"/>
                  </a:lnTo>
                  <a:lnTo>
                    <a:pt x="536473" y="1525995"/>
                  </a:lnTo>
                  <a:lnTo>
                    <a:pt x="533865" y="1527065"/>
                  </a:lnTo>
                  <a:lnTo>
                    <a:pt x="533517" y="1527208"/>
                  </a:lnTo>
                  <a:lnTo>
                    <a:pt x="533169" y="1527351"/>
                  </a:lnTo>
                  <a:lnTo>
                    <a:pt x="531256" y="1528136"/>
                  </a:lnTo>
                  <a:lnTo>
                    <a:pt x="526039" y="1530276"/>
                  </a:lnTo>
                  <a:lnTo>
                    <a:pt x="525691" y="1530419"/>
                  </a:lnTo>
                  <a:lnTo>
                    <a:pt x="524126" y="1531061"/>
                  </a:lnTo>
                  <a:lnTo>
                    <a:pt x="523953" y="1531133"/>
                  </a:lnTo>
                  <a:lnTo>
                    <a:pt x="522561" y="1531703"/>
                  </a:lnTo>
                  <a:lnTo>
                    <a:pt x="522040" y="1531918"/>
                  </a:lnTo>
                  <a:lnTo>
                    <a:pt x="521692" y="1532060"/>
                  </a:lnTo>
                  <a:lnTo>
                    <a:pt x="519953" y="1532774"/>
                  </a:lnTo>
                  <a:lnTo>
                    <a:pt x="518388" y="1533416"/>
                  </a:lnTo>
                  <a:lnTo>
                    <a:pt x="517344" y="1533844"/>
                  </a:lnTo>
                  <a:lnTo>
                    <a:pt x="515258" y="1534701"/>
                  </a:lnTo>
                  <a:lnTo>
                    <a:pt x="514736" y="1534915"/>
                  </a:lnTo>
                  <a:lnTo>
                    <a:pt x="514562" y="1534987"/>
                  </a:lnTo>
                  <a:lnTo>
                    <a:pt x="510910" y="1536486"/>
                  </a:lnTo>
                  <a:lnTo>
                    <a:pt x="505519" y="1538699"/>
                  </a:lnTo>
                  <a:lnTo>
                    <a:pt x="505345" y="1538770"/>
                  </a:lnTo>
                  <a:lnTo>
                    <a:pt x="503780" y="1539413"/>
                  </a:lnTo>
                  <a:lnTo>
                    <a:pt x="501694" y="1540269"/>
                  </a:lnTo>
                  <a:lnTo>
                    <a:pt x="499781" y="1541055"/>
                  </a:lnTo>
                  <a:lnTo>
                    <a:pt x="496129" y="1542555"/>
                  </a:lnTo>
                  <a:lnTo>
                    <a:pt x="494216" y="1543340"/>
                  </a:lnTo>
                  <a:lnTo>
                    <a:pt x="493868" y="1543483"/>
                  </a:lnTo>
                  <a:lnTo>
                    <a:pt x="492129" y="1544197"/>
                  </a:lnTo>
                  <a:lnTo>
                    <a:pt x="488651" y="1545626"/>
                  </a:lnTo>
                  <a:lnTo>
                    <a:pt x="488477" y="1545697"/>
                  </a:lnTo>
                  <a:lnTo>
                    <a:pt x="484999" y="1547126"/>
                  </a:lnTo>
                  <a:lnTo>
                    <a:pt x="484478" y="1547340"/>
                  </a:lnTo>
                  <a:lnTo>
                    <a:pt x="481522" y="1548554"/>
                  </a:lnTo>
                  <a:lnTo>
                    <a:pt x="479783" y="1549269"/>
                  </a:lnTo>
                  <a:lnTo>
                    <a:pt x="477696" y="1550126"/>
                  </a:lnTo>
                  <a:lnTo>
                    <a:pt x="477174" y="1550341"/>
                  </a:lnTo>
                  <a:lnTo>
                    <a:pt x="471783" y="1552556"/>
                  </a:lnTo>
                  <a:lnTo>
                    <a:pt x="470566" y="1553056"/>
                  </a:lnTo>
                  <a:lnTo>
                    <a:pt x="470218" y="1553199"/>
                  </a:lnTo>
                  <a:lnTo>
                    <a:pt x="469870" y="1553342"/>
                  </a:lnTo>
                  <a:lnTo>
                    <a:pt x="466914" y="1554557"/>
                  </a:lnTo>
                  <a:lnTo>
                    <a:pt x="465349" y="1555200"/>
                  </a:lnTo>
                  <a:lnTo>
                    <a:pt x="461176" y="1556915"/>
                  </a:lnTo>
                  <a:lnTo>
                    <a:pt x="458219" y="1558130"/>
                  </a:lnTo>
                  <a:lnTo>
                    <a:pt x="452307" y="1560561"/>
                  </a:lnTo>
                  <a:lnTo>
                    <a:pt x="444307" y="1563850"/>
                  </a:lnTo>
                  <a:lnTo>
                    <a:pt x="440656" y="1565352"/>
                  </a:lnTo>
                  <a:lnTo>
                    <a:pt x="437352" y="1566711"/>
                  </a:lnTo>
                  <a:lnTo>
                    <a:pt x="437178" y="1566782"/>
                  </a:lnTo>
                  <a:lnTo>
                    <a:pt x="435091" y="1567641"/>
                  </a:lnTo>
                  <a:lnTo>
                    <a:pt x="428831" y="1570216"/>
                  </a:lnTo>
                  <a:lnTo>
                    <a:pt x="420310" y="1573721"/>
                  </a:lnTo>
                  <a:lnTo>
                    <a:pt x="418397" y="1574509"/>
                  </a:lnTo>
                  <a:lnTo>
                    <a:pt x="417527" y="1574866"/>
                  </a:lnTo>
                  <a:lnTo>
                    <a:pt x="413875" y="1576369"/>
                  </a:lnTo>
                  <a:lnTo>
                    <a:pt x="411093" y="1577514"/>
                  </a:lnTo>
                  <a:lnTo>
                    <a:pt x="410050" y="1577944"/>
                  </a:lnTo>
                  <a:lnTo>
                    <a:pt x="405528" y="1579805"/>
                  </a:lnTo>
                  <a:lnTo>
                    <a:pt x="402050" y="1581236"/>
                  </a:lnTo>
                  <a:lnTo>
                    <a:pt x="401529" y="1581451"/>
                  </a:lnTo>
                  <a:lnTo>
                    <a:pt x="397007" y="1583312"/>
                  </a:lnTo>
                  <a:lnTo>
                    <a:pt x="393182" y="1584887"/>
                  </a:lnTo>
                  <a:lnTo>
                    <a:pt x="382052" y="1589470"/>
                  </a:lnTo>
                  <a:lnTo>
                    <a:pt x="379792" y="1590402"/>
                  </a:lnTo>
                  <a:lnTo>
                    <a:pt x="374575" y="1592550"/>
                  </a:lnTo>
                  <a:lnTo>
                    <a:pt x="373183" y="1593123"/>
                  </a:lnTo>
                  <a:lnTo>
                    <a:pt x="372662" y="1593338"/>
                  </a:lnTo>
                  <a:lnTo>
                    <a:pt x="370401" y="1594270"/>
                  </a:lnTo>
                  <a:lnTo>
                    <a:pt x="366228" y="1595989"/>
                  </a:lnTo>
                  <a:lnTo>
                    <a:pt x="364489" y="1596706"/>
                  </a:lnTo>
                  <a:lnTo>
                    <a:pt x="362576" y="1597494"/>
                  </a:lnTo>
                  <a:lnTo>
                    <a:pt x="359619" y="1598712"/>
                  </a:lnTo>
                  <a:lnTo>
                    <a:pt x="352142" y="1601793"/>
                  </a:lnTo>
                  <a:lnTo>
                    <a:pt x="351794" y="1601937"/>
                  </a:lnTo>
                  <a:lnTo>
                    <a:pt x="350229" y="1602582"/>
                  </a:lnTo>
                  <a:lnTo>
                    <a:pt x="350055" y="1602653"/>
                  </a:lnTo>
                  <a:lnTo>
                    <a:pt x="348664" y="1603227"/>
                  </a:lnTo>
                  <a:lnTo>
                    <a:pt x="348142" y="1603442"/>
                  </a:lnTo>
                  <a:lnTo>
                    <a:pt x="347794" y="1603585"/>
                  </a:lnTo>
                  <a:lnTo>
                    <a:pt x="346055" y="1604302"/>
                  </a:lnTo>
                  <a:lnTo>
                    <a:pt x="344490" y="1604947"/>
                  </a:lnTo>
                  <a:lnTo>
                    <a:pt x="341360" y="1606238"/>
                  </a:lnTo>
                  <a:lnTo>
                    <a:pt x="340838" y="1606453"/>
                  </a:lnTo>
                  <a:lnTo>
                    <a:pt x="340665" y="1606524"/>
                  </a:lnTo>
                  <a:lnTo>
                    <a:pt x="337013" y="1608030"/>
                  </a:lnTo>
                  <a:lnTo>
                    <a:pt x="331622" y="1610253"/>
                  </a:lnTo>
                  <a:lnTo>
                    <a:pt x="331448" y="1610324"/>
                  </a:lnTo>
                  <a:lnTo>
                    <a:pt x="329709" y="1611041"/>
                  </a:lnTo>
                  <a:lnTo>
                    <a:pt x="325883" y="1612619"/>
                  </a:lnTo>
                  <a:lnTo>
                    <a:pt x="322231" y="1614125"/>
                  </a:lnTo>
                  <a:lnTo>
                    <a:pt x="320319" y="1614914"/>
                  </a:lnTo>
                  <a:lnTo>
                    <a:pt x="318232" y="1615775"/>
                  </a:lnTo>
                  <a:lnTo>
                    <a:pt x="314754" y="1617209"/>
                  </a:lnTo>
                  <a:lnTo>
                    <a:pt x="311102" y="1618716"/>
                  </a:lnTo>
                  <a:lnTo>
                    <a:pt x="310580" y="1618931"/>
                  </a:lnTo>
                  <a:lnTo>
                    <a:pt x="305885" y="1620868"/>
                  </a:lnTo>
                  <a:lnTo>
                    <a:pt x="303798" y="1621729"/>
                  </a:lnTo>
                  <a:lnTo>
                    <a:pt x="296669" y="1624671"/>
                  </a:lnTo>
                  <a:lnTo>
                    <a:pt x="296321" y="1624815"/>
                  </a:lnTo>
                  <a:lnTo>
                    <a:pt x="295973" y="1624958"/>
                  </a:lnTo>
                  <a:lnTo>
                    <a:pt x="293017" y="1626178"/>
                  </a:lnTo>
                  <a:lnTo>
                    <a:pt x="291452" y="1626824"/>
                  </a:lnTo>
                  <a:lnTo>
                    <a:pt x="287278" y="1628547"/>
                  </a:lnTo>
                  <a:lnTo>
                    <a:pt x="286582" y="1628834"/>
                  </a:lnTo>
                  <a:lnTo>
                    <a:pt x="278409" y="1632208"/>
                  </a:lnTo>
                  <a:lnTo>
                    <a:pt x="274931" y="1633644"/>
                  </a:lnTo>
                  <a:lnTo>
                    <a:pt x="270410" y="1635511"/>
                  </a:lnTo>
                  <a:lnTo>
                    <a:pt x="266758" y="1637019"/>
                  </a:lnTo>
                  <a:lnTo>
                    <a:pt x="263454" y="1638383"/>
                  </a:lnTo>
                  <a:lnTo>
                    <a:pt x="263280" y="1638455"/>
                  </a:lnTo>
                  <a:lnTo>
                    <a:pt x="243630" y="1646572"/>
                  </a:lnTo>
                  <a:lnTo>
                    <a:pt x="239978" y="1648081"/>
                  </a:lnTo>
                  <a:lnTo>
                    <a:pt x="237196" y="1649231"/>
                  </a:lnTo>
                  <a:lnTo>
                    <a:pt x="236152" y="1649662"/>
                  </a:lnTo>
                  <a:lnTo>
                    <a:pt x="231631" y="1651530"/>
                  </a:lnTo>
                  <a:lnTo>
                    <a:pt x="228153" y="1652968"/>
                  </a:lnTo>
                  <a:lnTo>
                    <a:pt x="223110" y="1655052"/>
                  </a:lnTo>
                  <a:lnTo>
                    <a:pt x="200677" y="1664327"/>
                  </a:lnTo>
                  <a:lnTo>
                    <a:pt x="199286" y="1664902"/>
                  </a:lnTo>
                  <a:lnTo>
                    <a:pt x="196504" y="1666053"/>
                  </a:lnTo>
                  <a:lnTo>
                    <a:pt x="178244" y="1673606"/>
                  </a:lnTo>
                  <a:lnTo>
                    <a:pt x="177897" y="1673750"/>
                  </a:lnTo>
                  <a:lnTo>
                    <a:pt x="173897" y="1675405"/>
                  </a:lnTo>
                  <a:lnTo>
                    <a:pt x="172158" y="1676124"/>
                  </a:lnTo>
                  <a:lnTo>
                    <a:pt x="169550" y="1677204"/>
                  </a:lnTo>
                  <a:lnTo>
                    <a:pt x="155812" y="1682889"/>
                  </a:lnTo>
                  <a:lnTo>
                    <a:pt x="151986" y="1684473"/>
                  </a:lnTo>
                  <a:lnTo>
                    <a:pt x="129901" y="1693617"/>
                  </a:lnTo>
                  <a:lnTo>
                    <a:pt x="112685" y="1700748"/>
                  </a:lnTo>
                  <a:lnTo>
                    <a:pt x="101034" y="1705576"/>
                  </a:lnTo>
                  <a:lnTo>
                    <a:pt x="87296" y="1711269"/>
                  </a:lnTo>
                  <a:lnTo>
                    <a:pt x="0" y="174748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" name="pg12"/>
            <p:cNvSpPr/>
            <p:nvPr/>
          </p:nvSpPr>
          <p:spPr>
            <a:xfrm>
              <a:off x="3317373" y="2829916"/>
              <a:ext cx="4475424" cy="2055442"/>
            </a:xfrm>
            <a:custGeom>
              <a:avLst/>
              <a:pathLst>
                <a:path w="4475424" h="2055442">
                  <a:moveTo>
                    <a:pt x="0" y="1916653"/>
                  </a:moveTo>
                  <a:lnTo>
                    <a:pt x="87296" y="1881053"/>
                  </a:lnTo>
                  <a:lnTo>
                    <a:pt x="101034" y="1875447"/>
                  </a:lnTo>
                  <a:lnTo>
                    <a:pt x="112685" y="1870691"/>
                  </a:lnTo>
                  <a:lnTo>
                    <a:pt x="129901" y="1863662"/>
                  </a:lnTo>
                  <a:lnTo>
                    <a:pt x="151986" y="1854643"/>
                  </a:lnTo>
                  <a:lnTo>
                    <a:pt x="155812" y="1853080"/>
                  </a:lnTo>
                  <a:lnTo>
                    <a:pt x="169550" y="1847467"/>
                  </a:lnTo>
                  <a:lnTo>
                    <a:pt x="172158" y="1846401"/>
                  </a:lnTo>
                  <a:lnTo>
                    <a:pt x="173897" y="1845691"/>
                  </a:lnTo>
                  <a:lnTo>
                    <a:pt x="177897" y="1844057"/>
                  </a:lnTo>
                  <a:lnTo>
                    <a:pt x="178244" y="1843914"/>
                  </a:lnTo>
                  <a:lnTo>
                    <a:pt x="196504" y="1836452"/>
                  </a:lnTo>
                  <a:lnTo>
                    <a:pt x="199286" y="1835314"/>
                  </a:lnTo>
                  <a:lnTo>
                    <a:pt x="200677" y="1834746"/>
                  </a:lnTo>
                  <a:lnTo>
                    <a:pt x="223110" y="1825574"/>
                  </a:lnTo>
                  <a:lnTo>
                    <a:pt x="228153" y="1823511"/>
                  </a:lnTo>
                  <a:lnTo>
                    <a:pt x="231631" y="1822089"/>
                  </a:lnTo>
                  <a:lnTo>
                    <a:pt x="236152" y="1820239"/>
                  </a:lnTo>
                  <a:lnTo>
                    <a:pt x="237196" y="1819813"/>
                  </a:lnTo>
                  <a:lnTo>
                    <a:pt x="239978" y="1818674"/>
                  </a:lnTo>
                  <a:lnTo>
                    <a:pt x="243630" y="1817180"/>
                  </a:lnTo>
                  <a:lnTo>
                    <a:pt x="263280" y="1809140"/>
                  </a:lnTo>
                  <a:lnTo>
                    <a:pt x="263454" y="1809069"/>
                  </a:lnTo>
                  <a:lnTo>
                    <a:pt x="266758" y="1807717"/>
                  </a:lnTo>
                  <a:lnTo>
                    <a:pt x="270410" y="1806223"/>
                  </a:lnTo>
                  <a:lnTo>
                    <a:pt x="274931" y="1804372"/>
                  </a:lnTo>
                  <a:lnTo>
                    <a:pt x="278409" y="1802948"/>
                  </a:lnTo>
                  <a:lnTo>
                    <a:pt x="286582" y="1799603"/>
                  </a:lnTo>
                  <a:lnTo>
                    <a:pt x="287278" y="1799318"/>
                  </a:lnTo>
                  <a:lnTo>
                    <a:pt x="291452" y="1797609"/>
                  </a:lnTo>
                  <a:lnTo>
                    <a:pt x="293017" y="1796968"/>
                  </a:lnTo>
                  <a:lnTo>
                    <a:pt x="295973" y="1795758"/>
                  </a:lnTo>
                  <a:lnTo>
                    <a:pt x="296321" y="1795616"/>
                  </a:lnTo>
                  <a:lnTo>
                    <a:pt x="296669" y="1795473"/>
                  </a:lnTo>
                  <a:lnTo>
                    <a:pt x="303798" y="1792554"/>
                  </a:lnTo>
                  <a:lnTo>
                    <a:pt x="305885" y="1791699"/>
                  </a:lnTo>
                  <a:lnTo>
                    <a:pt x="310580" y="1789776"/>
                  </a:lnTo>
                  <a:lnTo>
                    <a:pt x="311102" y="1789562"/>
                  </a:lnTo>
                  <a:lnTo>
                    <a:pt x="314754" y="1788067"/>
                  </a:lnTo>
                  <a:lnTo>
                    <a:pt x="318232" y="1786642"/>
                  </a:lnTo>
                  <a:lnTo>
                    <a:pt x="320319" y="1785787"/>
                  </a:lnTo>
                  <a:lnTo>
                    <a:pt x="322231" y="1785004"/>
                  </a:lnTo>
                  <a:lnTo>
                    <a:pt x="325883" y="1783508"/>
                  </a:lnTo>
                  <a:lnTo>
                    <a:pt x="329709" y="1781940"/>
                  </a:lnTo>
                  <a:lnTo>
                    <a:pt x="331448" y="1781228"/>
                  </a:lnTo>
                  <a:lnTo>
                    <a:pt x="331622" y="1781157"/>
                  </a:lnTo>
                  <a:lnTo>
                    <a:pt x="337013" y="1778948"/>
                  </a:lnTo>
                  <a:lnTo>
                    <a:pt x="340665" y="1777451"/>
                  </a:lnTo>
                  <a:lnTo>
                    <a:pt x="340838" y="1777380"/>
                  </a:lnTo>
                  <a:lnTo>
                    <a:pt x="341360" y="1777166"/>
                  </a:lnTo>
                  <a:lnTo>
                    <a:pt x="344490" y="1775884"/>
                  </a:lnTo>
                  <a:lnTo>
                    <a:pt x="346055" y="1775242"/>
                  </a:lnTo>
                  <a:lnTo>
                    <a:pt x="347794" y="1774530"/>
                  </a:lnTo>
                  <a:lnTo>
                    <a:pt x="348142" y="1774387"/>
                  </a:lnTo>
                  <a:lnTo>
                    <a:pt x="348664" y="1774173"/>
                  </a:lnTo>
                  <a:lnTo>
                    <a:pt x="350055" y="1773603"/>
                  </a:lnTo>
                  <a:lnTo>
                    <a:pt x="350229" y="1773532"/>
                  </a:lnTo>
                  <a:lnTo>
                    <a:pt x="351794" y="1772890"/>
                  </a:lnTo>
                  <a:lnTo>
                    <a:pt x="352142" y="1772748"/>
                  </a:lnTo>
                  <a:lnTo>
                    <a:pt x="359619" y="1769683"/>
                  </a:lnTo>
                  <a:lnTo>
                    <a:pt x="362576" y="1768471"/>
                  </a:lnTo>
                  <a:lnTo>
                    <a:pt x="364489" y="1767687"/>
                  </a:lnTo>
                  <a:lnTo>
                    <a:pt x="366228" y="1766974"/>
                  </a:lnTo>
                  <a:lnTo>
                    <a:pt x="370401" y="1765263"/>
                  </a:lnTo>
                  <a:lnTo>
                    <a:pt x="372662" y="1764336"/>
                  </a:lnTo>
                  <a:lnTo>
                    <a:pt x="373183" y="1764122"/>
                  </a:lnTo>
                  <a:lnTo>
                    <a:pt x="374575" y="1763552"/>
                  </a:lnTo>
                  <a:lnTo>
                    <a:pt x="379792" y="1761412"/>
                  </a:lnTo>
                  <a:lnTo>
                    <a:pt x="382052" y="1760485"/>
                  </a:lnTo>
                  <a:lnTo>
                    <a:pt x="393182" y="1755921"/>
                  </a:lnTo>
                  <a:lnTo>
                    <a:pt x="397007" y="1754351"/>
                  </a:lnTo>
                  <a:lnTo>
                    <a:pt x="401529" y="1752497"/>
                  </a:lnTo>
                  <a:lnTo>
                    <a:pt x="402050" y="1752283"/>
                  </a:lnTo>
                  <a:lnTo>
                    <a:pt x="405528" y="1750856"/>
                  </a:lnTo>
                  <a:lnTo>
                    <a:pt x="410050" y="1749001"/>
                  </a:lnTo>
                  <a:lnTo>
                    <a:pt x="411093" y="1748573"/>
                  </a:lnTo>
                  <a:lnTo>
                    <a:pt x="413875" y="1747431"/>
                  </a:lnTo>
                  <a:lnTo>
                    <a:pt x="417527" y="1745933"/>
                  </a:lnTo>
                  <a:lnTo>
                    <a:pt x="418397" y="1745576"/>
                  </a:lnTo>
                  <a:lnTo>
                    <a:pt x="420310" y="1744791"/>
                  </a:lnTo>
                  <a:lnTo>
                    <a:pt x="428831" y="1741294"/>
                  </a:lnTo>
                  <a:lnTo>
                    <a:pt x="435091" y="1738724"/>
                  </a:lnTo>
                  <a:lnTo>
                    <a:pt x="437178" y="1737867"/>
                  </a:lnTo>
                  <a:lnTo>
                    <a:pt x="437352" y="1737796"/>
                  </a:lnTo>
                  <a:lnTo>
                    <a:pt x="440656" y="1736440"/>
                  </a:lnTo>
                  <a:lnTo>
                    <a:pt x="444307" y="1734940"/>
                  </a:lnTo>
                  <a:lnTo>
                    <a:pt x="452307" y="1731656"/>
                  </a:lnTo>
                  <a:lnTo>
                    <a:pt x="458219" y="1729228"/>
                  </a:lnTo>
                  <a:lnTo>
                    <a:pt x="461176" y="1728014"/>
                  </a:lnTo>
                  <a:lnTo>
                    <a:pt x="465349" y="1726299"/>
                  </a:lnTo>
                  <a:lnTo>
                    <a:pt x="466914" y="1725657"/>
                  </a:lnTo>
                  <a:lnTo>
                    <a:pt x="469870" y="1724442"/>
                  </a:lnTo>
                  <a:lnTo>
                    <a:pt x="470218" y="1724299"/>
                  </a:lnTo>
                  <a:lnTo>
                    <a:pt x="470566" y="1724157"/>
                  </a:lnTo>
                  <a:lnTo>
                    <a:pt x="471783" y="1723657"/>
                  </a:lnTo>
                  <a:lnTo>
                    <a:pt x="477174" y="1721442"/>
                  </a:lnTo>
                  <a:lnTo>
                    <a:pt x="477696" y="1721228"/>
                  </a:lnTo>
                  <a:lnTo>
                    <a:pt x="479783" y="1720370"/>
                  </a:lnTo>
                  <a:lnTo>
                    <a:pt x="481522" y="1719656"/>
                  </a:lnTo>
                  <a:lnTo>
                    <a:pt x="484478" y="1718441"/>
                  </a:lnTo>
                  <a:lnTo>
                    <a:pt x="484999" y="1718227"/>
                  </a:lnTo>
                  <a:lnTo>
                    <a:pt x="488477" y="1716798"/>
                  </a:lnTo>
                  <a:lnTo>
                    <a:pt x="488651" y="1716726"/>
                  </a:lnTo>
                  <a:lnTo>
                    <a:pt x="492129" y="1715297"/>
                  </a:lnTo>
                  <a:lnTo>
                    <a:pt x="493868" y="1714582"/>
                  </a:lnTo>
                  <a:lnTo>
                    <a:pt x="494216" y="1714439"/>
                  </a:lnTo>
                  <a:lnTo>
                    <a:pt x="496129" y="1713653"/>
                  </a:lnTo>
                  <a:lnTo>
                    <a:pt x="499781" y="1712152"/>
                  </a:lnTo>
                  <a:lnTo>
                    <a:pt x="501694" y="1711366"/>
                  </a:lnTo>
                  <a:lnTo>
                    <a:pt x="503780" y="1710508"/>
                  </a:lnTo>
                  <a:lnTo>
                    <a:pt x="505345" y="1709865"/>
                  </a:lnTo>
                  <a:lnTo>
                    <a:pt x="505519" y="1709794"/>
                  </a:lnTo>
                  <a:lnTo>
                    <a:pt x="510910" y="1707578"/>
                  </a:lnTo>
                  <a:lnTo>
                    <a:pt x="514562" y="1706076"/>
                  </a:lnTo>
                  <a:lnTo>
                    <a:pt x="514736" y="1706005"/>
                  </a:lnTo>
                  <a:lnTo>
                    <a:pt x="515258" y="1705790"/>
                  </a:lnTo>
                  <a:lnTo>
                    <a:pt x="517344" y="1704932"/>
                  </a:lnTo>
                  <a:lnTo>
                    <a:pt x="518388" y="1704503"/>
                  </a:lnTo>
                  <a:lnTo>
                    <a:pt x="519953" y="1703860"/>
                  </a:lnTo>
                  <a:lnTo>
                    <a:pt x="521692" y="1703145"/>
                  </a:lnTo>
                  <a:lnTo>
                    <a:pt x="522040" y="1703002"/>
                  </a:lnTo>
                  <a:lnTo>
                    <a:pt x="522561" y="1702787"/>
                  </a:lnTo>
                  <a:lnTo>
                    <a:pt x="523953" y="1702215"/>
                  </a:lnTo>
                  <a:lnTo>
                    <a:pt x="524126" y="1702144"/>
                  </a:lnTo>
                  <a:lnTo>
                    <a:pt x="525691" y="1701500"/>
                  </a:lnTo>
                  <a:lnTo>
                    <a:pt x="526039" y="1701357"/>
                  </a:lnTo>
                  <a:lnTo>
                    <a:pt x="531256" y="1699212"/>
                  </a:lnTo>
                  <a:lnTo>
                    <a:pt x="533169" y="1698425"/>
                  </a:lnTo>
                  <a:lnTo>
                    <a:pt x="533517" y="1698282"/>
                  </a:lnTo>
                  <a:lnTo>
                    <a:pt x="533865" y="1698139"/>
                  </a:lnTo>
                  <a:lnTo>
                    <a:pt x="536473" y="1697066"/>
                  </a:lnTo>
                  <a:lnTo>
                    <a:pt x="538386" y="1696279"/>
                  </a:lnTo>
                  <a:lnTo>
                    <a:pt x="540125" y="1695564"/>
                  </a:lnTo>
                  <a:lnTo>
                    <a:pt x="544299" y="1693847"/>
                  </a:lnTo>
                  <a:lnTo>
                    <a:pt x="546559" y="1692917"/>
                  </a:lnTo>
                  <a:lnTo>
                    <a:pt x="547081" y="1692702"/>
                  </a:lnTo>
                  <a:lnTo>
                    <a:pt x="548472" y="1692130"/>
                  </a:lnTo>
                  <a:lnTo>
                    <a:pt x="549863" y="1691558"/>
                  </a:lnTo>
                  <a:lnTo>
                    <a:pt x="553689" y="1689984"/>
                  </a:lnTo>
                  <a:lnTo>
                    <a:pt x="555950" y="1689053"/>
                  </a:lnTo>
                  <a:lnTo>
                    <a:pt x="567079" y="1684473"/>
                  </a:lnTo>
                  <a:lnTo>
                    <a:pt x="570905" y="1682899"/>
                  </a:lnTo>
                  <a:lnTo>
                    <a:pt x="575426" y="1681038"/>
                  </a:lnTo>
                  <a:lnTo>
                    <a:pt x="579426" y="1679391"/>
                  </a:lnTo>
                  <a:lnTo>
                    <a:pt x="583947" y="1677530"/>
                  </a:lnTo>
                  <a:lnTo>
                    <a:pt x="584991" y="1677100"/>
                  </a:lnTo>
                  <a:lnTo>
                    <a:pt x="587773" y="1675955"/>
                  </a:lnTo>
                  <a:lnTo>
                    <a:pt x="591425" y="1674451"/>
                  </a:lnTo>
                  <a:lnTo>
                    <a:pt x="592294" y="1674093"/>
                  </a:lnTo>
                  <a:lnTo>
                    <a:pt x="594207" y="1673305"/>
                  </a:lnTo>
                  <a:lnTo>
                    <a:pt x="602728" y="1669796"/>
                  </a:lnTo>
                  <a:lnTo>
                    <a:pt x="608988" y="1667217"/>
                  </a:lnTo>
                  <a:lnTo>
                    <a:pt x="611075" y="1666358"/>
                  </a:lnTo>
                  <a:lnTo>
                    <a:pt x="611249" y="1666286"/>
                  </a:lnTo>
                  <a:lnTo>
                    <a:pt x="614553" y="1664925"/>
                  </a:lnTo>
                  <a:lnTo>
                    <a:pt x="618205" y="1663420"/>
                  </a:lnTo>
                  <a:lnTo>
                    <a:pt x="622726" y="1661557"/>
                  </a:lnTo>
                  <a:lnTo>
                    <a:pt x="626204" y="1660124"/>
                  </a:lnTo>
                  <a:lnTo>
                    <a:pt x="632117" y="1657688"/>
                  </a:lnTo>
                  <a:lnTo>
                    <a:pt x="634377" y="1656756"/>
                  </a:lnTo>
                  <a:lnTo>
                    <a:pt x="635073" y="1656469"/>
                  </a:lnTo>
                  <a:lnTo>
                    <a:pt x="639247" y="1654749"/>
                  </a:lnTo>
                  <a:lnTo>
                    <a:pt x="640812" y="1654104"/>
                  </a:lnTo>
                  <a:lnTo>
                    <a:pt x="643768" y="1652885"/>
                  </a:lnTo>
                  <a:lnTo>
                    <a:pt x="644116" y="1652742"/>
                  </a:lnTo>
                  <a:lnTo>
                    <a:pt x="644463" y="1652599"/>
                  </a:lnTo>
                  <a:lnTo>
                    <a:pt x="645681" y="1652097"/>
                  </a:lnTo>
                  <a:lnTo>
                    <a:pt x="649680" y="1650448"/>
                  </a:lnTo>
                  <a:lnTo>
                    <a:pt x="651072" y="1649874"/>
                  </a:lnTo>
                  <a:lnTo>
                    <a:pt x="651593" y="1649659"/>
                  </a:lnTo>
                  <a:lnTo>
                    <a:pt x="653680" y="1648799"/>
                  </a:lnTo>
                  <a:lnTo>
                    <a:pt x="655419" y="1648082"/>
                  </a:lnTo>
                  <a:lnTo>
                    <a:pt x="658375" y="1646863"/>
                  </a:lnTo>
                  <a:lnTo>
                    <a:pt x="658897" y="1646648"/>
                  </a:lnTo>
                  <a:lnTo>
                    <a:pt x="662375" y="1645213"/>
                  </a:lnTo>
                  <a:lnTo>
                    <a:pt x="662549" y="1645142"/>
                  </a:lnTo>
                  <a:lnTo>
                    <a:pt x="666027" y="1643707"/>
                  </a:lnTo>
                  <a:lnTo>
                    <a:pt x="667766" y="1642990"/>
                  </a:lnTo>
                  <a:lnTo>
                    <a:pt x="668113" y="1642847"/>
                  </a:lnTo>
                  <a:lnTo>
                    <a:pt x="670026" y="1642058"/>
                  </a:lnTo>
                  <a:lnTo>
                    <a:pt x="673678" y="1640551"/>
                  </a:lnTo>
                  <a:lnTo>
                    <a:pt x="675591" y="1639762"/>
                  </a:lnTo>
                  <a:lnTo>
                    <a:pt x="677504" y="1638973"/>
                  </a:lnTo>
                  <a:lnTo>
                    <a:pt x="677678" y="1638901"/>
                  </a:lnTo>
                  <a:lnTo>
                    <a:pt x="679243" y="1638256"/>
                  </a:lnTo>
                  <a:lnTo>
                    <a:pt x="679417" y="1638184"/>
                  </a:lnTo>
                  <a:lnTo>
                    <a:pt x="684808" y="1635960"/>
                  </a:lnTo>
                  <a:lnTo>
                    <a:pt x="688459" y="1634453"/>
                  </a:lnTo>
                  <a:lnTo>
                    <a:pt x="688633" y="1634381"/>
                  </a:lnTo>
                  <a:lnTo>
                    <a:pt x="689155" y="1634166"/>
                  </a:lnTo>
                  <a:lnTo>
                    <a:pt x="691242" y="1633305"/>
                  </a:lnTo>
                  <a:lnTo>
                    <a:pt x="692285" y="1632874"/>
                  </a:lnTo>
                  <a:lnTo>
                    <a:pt x="693850" y="1632229"/>
                  </a:lnTo>
                  <a:lnTo>
                    <a:pt x="695589" y="1631511"/>
                  </a:lnTo>
                  <a:lnTo>
                    <a:pt x="695937" y="1631367"/>
                  </a:lnTo>
                  <a:lnTo>
                    <a:pt x="696459" y="1631152"/>
                  </a:lnTo>
                  <a:lnTo>
                    <a:pt x="697850" y="1630578"/>
                  </a:lnTo>
                  <a:lnTo>
                    <a:pt x="698024" y="1630506"/>
                  </a:lnTo>
                  <a:lnTo>
                    <a:pt x="699589" y="1629860"/>
                  </a:lnTo>
                  <a:lnTo>
                    <a:pt x="699937" y="1629717"/>
                  </a:lnTo>
                  <a:lnTo>
                    <a:pt x="705154" y="1627563"/>
                  </a:lnTo>
                  <a:lnTo>
                    <a:pt x="707067" y="1626774"/>
                  </a:lnTo>
                  <a:lnTo>
                    <a:pt x="707414" y="1626630"/>
                  </a:lnTo>
                  <a:lnTo>
                    <a:pt x="707762" y="1626486"/>
                  </a:lnTo>
                  <a:lnTo>
                    <a:pt x="712283" y="1624620"/>
                  </a:lnTo>
                  <a:lnTo>
                    <a:pt x="714022" y="1623902"/>
                  </a:lnTo>
                  <a:lnTo>
                    <a:pt x="718196" y="1622179"/>
                  </a:lnTo>
                  <a:lnTo>
                    <a:pt x="720457" y="1621245"/>
                  </a:lnTo>
                  <a:lnTo>
                    <a:pt x="720978" y="1621030"/>
                  </a:lnTo>
                  <a:lnTo>
                    <a:pt x="722369" y="1620455"/>
                  </a:lnTo>
                  <a:lnTo>
                    <a:pt x="723761" y="1619881"/>
                  </a:lnTo>
                  <a:lnTo>
                    <a:pt x="727586" y="1618301"/>
                  </a:lnTo>
                  <a:lnTo>
                    <a:pt x="729847" y="1617367"/>
                  </a:lnTo>
                  <a:lnTo>
                    <a:pt x="740977" y="1612770"/>
                  </a:lnTo>
                  <a:lnTo>
                    <a:pt x="744802" y="1611190"/>
                  </a:lnTo>
                  <a:lnTo>
                    <a:pt x="749324" y="1609322"/>
                  </a:lnTo>
                  <a:lnTo>
                    <a:pt x="749845" y="1609106"/>
                  </a:lnTo>
                  <a:lnTo>
                    <a:pt x="753323" y="1607669"/>
                  </a:lnTo>
                  <a:lnTo>
                    <a:pt x="757845" y="1605800"/>
                  </a:lnTo>
                  <a:lnTo>
                    <a:pt x="758888" y="1605369"/>
                  </a:lnTo>
                  <a:lnTo>
                    <a:pt x="761670" y="1604219"/>
                  </a:lnTo>
                  <a:lnTo>
                    <a:pt x="765322" y="1602710"/>
                  </a:lnTo>
                  <a:lnTo>
                    <a:pt x="766192" y="1602350"/>
                  </a:lnTo>
                  <a:lnTo>
                    <a:pt x="768105" y="1601560"/>
                  </a:lnTo>
                  <a:lnTo>
                    <a:pt x="776625" y="1598037"/>
                  </a:lnTo>
                  <a:lnTo>
                    <a:pt x="782886" y="1595449"/>
                  </a:lnTo>
                  <a:lnTo>
                    <a:pt x="784973" y="1594586"/>
                  </a:lnTo>
                  <a:lnTo>
                    <a:pt x="785146" y="1594514"/>
                  </a:lnTo>
                  <a:lnTo>
                    <a:pt x="788451" y="1593147"/>
                  </a:lnTo>
                  <a:lnTo>
                    <a:pt x="792102" y="1591637"/>
                  </a:lnTo>
                  <a:lnTo>
                    <a:pt x="796624" y="1589767"/>
                  </a:lnTo>
                  <a:lnTo>
                    <a:pt x="800102" y="1588328"/>
                  </a:lnTo>
                  <a:lnTo>
                    <a:pt x="806014" y="1585882"/>
                  </a:lnTo>
                  <a:lnTo>
                    <a:pt x="808275" y="1584947"/>
                  </a:lnTo>
                  <a:lnTo>
                    <a:pt x="808970" y="1584659"/>
                  </a:lnTo>
                  <a:lnTo>
                    <a:pt x="813144" y="1582932"/>
                  </a:lnTo>
                  <a:lnTo>
                    <a:pt x="814709" y="1582284"/>
                  </a:lnTo>
                  <a:lnTo>
                    <a:pt x="817665" y="1581061"/>
                  </a:lnTo>
                  <a:lnTo>
                    <a:pt x="818013" y="1580917"/>
                  </a:lnTo>
                  <a:lnTo>
                    <a:pt x="818361" y="1580773"/>
                  </a:lnTo>
                  <a:lnTo>
                    <a:pt x="819578" y="1580269"/>
                  </a:lnTo>
                  <a:lnTo>
                    <a:pt x="823578" y="1578614"/>
                  </a:lnTo>
                  <a:lnTo>
                    <a:pt x="824969" y="1578038"/>
                  </a:lnTo>
                  <a:lnTo>
                    <a:pt x="825491" y="1577822"/>
                  </a:lnTo>
                  <a:lnTo>
                    <a:pt x="827577" y="1576958"/>
                  </a:lnTo>
                  <a:lnTo>
                    <a:pt x="829316" y="1576239"/>
                  </a:lnTo>
                  <a:lnTo>
                    <a:pt x="832273" y="1575015"/>
                  </a:lnTo>
                  <a:lnTo>
                    <a:pt x="832794" y="1574799"/>
                  </a:lnTo>
                  <a:lnTo>
                    <a:pt x="836272" y="1573359"/>
                  </a:lnTo>
                  <a:lnTo>
                    <a:pt x="836446" y="1573287"/>
                  </a:lnTo>
                  <a:lnTo>
                    <a:pt x="839924" y="1571847"/>
                  </a:lnTo>
                  <a:lnTo>
                    <a:pt x="841663" y="1571127"/>
                  </a:lnTo>
                  <a:lnTo>
                    <a:pt x="842011" y="1570983"/>
                  </a:lnTo>
                  <a:lnTo>
                    <a:pt x="843924" y="1570191"/>
                  </a:lnTo>
                  <a:lnTo>
                    <a:pt x="847576" y="1568678"/>
                  </a:lnTo>
                  <a:lnTo>
                    <a:pt x="849489" y="1567886"/>
                  </a:lnTo>
                  <a:lnTo>
                    <a:pt x="851401" y="1567094"/>
                  </a:lnTo>
                  <a:lnTo>
                    <a:pt x="851575" y="1567022"/>
                  </a:lnTo>
                  <a:lnTo>
                    <a:pt x="853140" y="1566374"/>
                  </a:lnTo>
                  <a:lnTo>
                    <a:pt x="853314" y="1566302"/>
                  </a:lnTo>
                  <a:lnTo>
                    <a:pt x="858705" y="1564069"/>
                  </a:lnTo>
                  <a:lnTo>
                    <a:pt x="862357" y="1562556"/>
                  </a:lnTo>
                  <a:lnTo>
                    <a:pt x="862531" y="1562484"/>
                  </a:lnTo>
                  <a:lnTo>
                    <a:pt x="863053" y="1562268"/>
                  </a:lnTo>
                  <a:lnTo>
                    <a:pt x="865139" y="1561403"/>
                  </a:lnTo>
                  <a:lnTo>
                    <a:pt x="866183" y="1560971"/>
                  </a:lnTo>
                  <a:lnTo>
                    <a:pt x="867748" y="1560322"/>
                  </a:lnTo>
                  <a:lnTo>
                    <a:pt x="869487" y="1559602"/>
                  </a:lnTo>
                  <a:lnTo>
                    <a:pt x="869835" y="1559458"/>
                  </a:lnTo>
                  <a:lnTo>
                    <a:pt x="870356" y="1559241"/>
                  </a:lnTo>
                  <a:lnTo>
                    <a:pt x="871747" y="1558665"/>
                  </a:lnTo>
                  <a:lnTo>
                    <a:pt x="871921" y="1558593"/>
                  </a:lnTo>
                  <a:lnTo>
                    <a:pt x="873486" y="1557944"/>
                  </a:lnTo>
                  <a:lnTo>
                    <a:pt x="873834" y="1557800"/>
                  </a:lnTo>
                  <a:lnTo>
                    <a:pt x="879051" y="1555638"/>
                  </a:lnTo>
                  <a:lnTo>
                    <a:pt x="880964" y="1554845"/>
                  </a:lnTo>
                  <a:lnTo>
                    <a:pt x="881312" y="1554701"/>
                  </a:lnTo>
                  <a:lnTo>
                    <a:pt x="881660" y="1554557"/>
                  </a:lnTo>
                  <a:lnTo>
                    <a:pt x="884268" y="1553476"/>
                  </a:lnTo>
                  <a:lnTo>
                    <a:pt x="886181" y="1552683"/>
                  </a:lnTo>
                  <a:lnTo>
                    <a:pt x="887920" y="1551962"/>
                  </a:lnTo>
                  <a:lnTo>
                    <a:pt x="892093" y="1550232"/>
                  </a:lnTo>
                  <a:lnTo>
                    <a:pt x="894354" y="1549295"/>
                  </a:lnTo>
                  <a:lnTo>
                    <a:pt x="894876" y="1549078"/>
                  </a:lnTo>
                  <a:lnTo>
                    <a:pt x="896267" y="1548502"/>
                  </a:lnTo>
                  <a:lnTo>
                    <a:pt x="897658" y="1547925"/>
                  </a:lnTo>
                  <a:lnTo>
                    <a:pt x="901484" y="1546338"/>
                  </a:lnTo>
                  <a:lnTo>
                    <a:pt x="903745" y="1545401"/>
                  </a:lnTo>
                  <a:lnTo>
                    <a:pt x="914874" y="1540785"/>
                  </a:lnTo>
                  <a:lnTo>
                    <a:pt x="918700" y="1539198"/>
                  </a:lnTo>
                  <a:lnTo>
                    <a:pt x="923221" y="1537322"/>
                  </a:lnTo>
                  <a:lnTo>
                    <a:pt x="923743" y="1537106"/>
                  </a:lnTo>
                  <a:lnTo>
                    <a:pt x="927221" y="1535663"/>
                  </a:lnTo>
                  <a:lnTo>
                    <a:pt x="931742" y="1533786"/>
                  </a:lnTo>
                  <a:lnTo>
                    <a:pt x="932785" y="1533353"/>
                  </a:lnTo>
                  <a:lnTo>
                    <a:pt x="935568" y="1532199"/>
                  </a:lnTo>
                  <a:lnTo>
                    <a:pt x="939220" y="1530683"/>
                  </a:lnTo>
                  <a:lnTo>
                    <a:pt x="940089" y="1530322"/>
                  </a:lnTo>
                  <a:lnTo>
                    <a:pt x="942002" y="1529528"/>
                  </a:lnTo>
                  <a:lnTo>
                    <a:pt x="950523" y="1525991"/>
                  </a:lnTo>
                  <a:lnTo>
                    <a:pt x="956783" y="1523392"/>
                  </a:lnTo>
                  <a:lnTo>
                    <a:pt x="958870" y="1522525"/>
                  </a:lnTo>
                  <a:lnTo>
                    <a:pt x="959044" y="1522453"/>
                  </a:lnTo>
                  <a:lnTo>
                    <a:pt x="962348" y="1521081"/>
                  </a:lnTo>
                  <a:lnTo>
                    <a:pt x="966000" y="1519564"/>
                  </a:lnTo>
                  <a:lnTo>
                    <a:pt x="970521" y="1517686"/>
                  </a:lnTo>
                  <a:lnTo>
                    <a:pt x="973999" y="1516241"/>
                  </a:lnTo>
                  <a:lnTo>
                    <a:pt x="979912" y="1513785"/>
                  </a:lnTo>
                  <a:lnTo>
                    <a:pt x="982172" y="1512846"/>
                  </a:lnTo>
                  <a:lnTo>
                    <a:pt x="982868" y="1512557"/>
                  </a:lnTo>
                  <a:lnTo>
                    <a:pt x="987041" y="1510822"/>
                  </a:lnTo>
                  <a:lnTo>
                    <a:pt x="988606" y="1510172"/>
                  </a:lnTo>
                  <a:lnTo>
                    <a:pt x="991563" y="1508943"/>
                  </a:lnTo>
                  <a:lnTo>
                    <a:pt x="991911" y="1508799"/>
                  </a:lnTo>
                  <a:lnTo>
                    <a:pt x="992258" y="1508654"/>
                  </a:lnTo>
                  <a:lnTo>
                    <a:pt x="993476" y="1508148"/>
                  </a:lnTo>
                  <a:lnTo>
                    <a:pt x="997475" y="1506486"/>
                  </a:lnTo>
                  <a:lnTo>
                    <a:pt x="998866" y="1505908"/>
                  </a:lnTo>
                  <a:lnTo>
                    <a:pt x="999388" y="1505691"/>
                  </a:lnTo>
                  <a:lnTo>
                    <a:pt x="1001475" y="1504823"/>
                  </a:lnTo>
                  <a:lnTo>
                    <a:pt x="1003214" y="1504100"/>
                  </a:lnTo>
                  <a:lnTo>
                    <a:pt x="1006170" y="1502871"/>
                  </a:lnTo>
                  <a:lnTo>
                    <a:pt x="1006692" y="1502654"/>
                  </a:lnTo>
                  <a:lnTo>
                    <a:pt x="1010170" y="1501208"/>
                  </a:lnTo>
                  <a:lnTo>
                    <a:pt x="1010344" y="1501136"/>
                  </a:lnTo>
                  <a:lnTo>
                    <a:pt x="1013822" y="1499690"/>
                  </a:lnTo>
                  <a:lnTo>
                    <a:pt x="1015561" y="1498967"/>
                  </a:lnTo>
                  <a:lnTo>
                    <a:pt x="1015908" y="1498822"/>
                  </a:lnTo>
                  <a:lnTo>
                    <a:pt x="1017821" y="1498026"/>
                  </a:lnTo>
                  <a:lnTo>
                    <a:pt x="1021473" y="1496508"/>
                  </a:lnTo>
                  <a:lnTo>
                    <a:pt x="1023386" y="1495712"/>
                  </a:lnTo>
                  <a:lnTo>
                    <a:pt x="1025299" y="1494916"/>
                  </a:lnTo>
                  <a:lnTo>
                    <a:pt x="1025473" y="1494844"/>
                  </a:lnTo>
                  <a:lnTo>
                    <a:pt x="1027038" y="1494193"/>
                  </a:lnTo>
                  <a:lnTo>
                    <a:pt x="1027212" y="1494121"/>
                  </a:lnTo>
                  <a:lnTo>
                    <a:pt x="1032603" y="1491878"/>
                  </a:lnTo>
                  <a:lnTo>
                    <a:pt x="1036254" y="1490359"/>
                  </a:lnTo>
                  <a:lnTo>
                    <a:pt x="1036428" y="1490286"/>
                  </a:lnTo>
                  <a:lnTo>
                    <a:pt x="1036950" y="1490069"/>
                  </a:lnTo>
                  <a:lnTo>
                    <a:pt x="1039037" y="1489201"/>
                  </a:lnTo>
                  <a:lnTo>
                    <a:pt x="1040080" y="1488767"/>
                  </a:lnTo>
                  <a:lnTo>
                    <a:pt x="1041645" y="1488115"/>
                  </a:lnTo>
                  <a:lnTo>
                    <a:pt x="1043384" y="1487392"/>
                  </a:lnTo>
                  <a:lnTo>
                    <a:pt x="1043732" y="1487247"/>
                  </a:lnTo>
                  <a:lnTo>
                    <a:pt x="1044254" y="1487030"/>
                  </a:lnTo>
                  <a:lnTo>
                    <a:pt x="1045645" y="1486451"/>
                  </a:lnTo>
                  <a:lnTo>
                    <a:pt x="1045819" y="1486379"/>
                  </a:lnTo>
                  <a:lnTo>
                    <a:pt x="1047384" y="1485727"/>
                  </a:lnTo>
                  <a:lnTo>
                    <a:pt x="1047732" y="1485583"/>
                  </a:lnTo>
                  <a:lnTo>
                    <a:pt x="1052949" y="1483411"/>
                  </a:lnTo>
                  <a:lnTo>
                    <a:pt x="1054861" y="1482615"/>
                  </a:lnTo>
                  <a:lnTo>
                    <a:pt x="1055209" y="1482470"/>
                  </a:lnTo>
                  <a:lnTo>
                    <a:pt x="1055557" y="1482325"/>
                  </a:lnTo>
                  <a:lnTo>
                    <a:pt x="1058165" y="1481239"/>
                  </a:lnTo>
                  <a:lnTo>
                    <a:pt x="1060078" y="1480443"/>
                  </a:lnTo>
                  <a:lnTo>
                    <a:pt x="1061817" y="1479719"/>
                  </a:lnTo>
                  <a:lnTo>
                    <a:pt x="1065991" y="1477981"/>
                  </a:lnTo>
                  <a:lnTo>
                    <a:pt x="1068252" y="1477040"/>
                  </a:lnTo>
                  <a:lnTo>
                    <a:pt x="1068773" y="1476823"/>
                  </a:lnTo>
                  <a:lnTo>
                    <a:pt x="1071556" y="1475664"/>
                  </a:lnTo>
                  <a:lnTo>
                    <a:pt x="1075381" y="1474071"/>
                  </a:lnTo>
                  <a:lnTo>
                    <a:pt x="1077642" y="1473129"/>
                  </a:lnTo>
                  <a:lnTo>
                    <a:pt x="1088771" y="1468493"/>
                  </a:lnTo>
                  <a:lnTo>
                    <a:pt x="1092597" y="1466898"/>
                  </a:lnTo>
                  <a:lnTo>
                    <a:pt x="1097118" y="1465014"/>
                  </a:lnTo>
                  <a:lnTo>
                    <a:pt x="1097640" y="1464797"/>
                  </a:lnTo>
                  <a:lnTo>
                    <a:pt x="1101118" y="1463347"/>
                  </a:lnTo>
                  <a:lnTo>
                    <a:pt x="1105639" y="1461463"/>
                  </a:lnTo>
                  <a:lnTo>
                    <a:pt x="1106683" y="1461028"/>
                  </a:lnTo>
                  <a:lnTo>
                    <a:pt x="1109465" y="1459868"/>
                  </a:lnTo>
                  <a:lnTo>
                    <a:pt x="1113117" y="1458346"/>
                  </a:lnTo>
                  <a:lnTo>
                    <a:pt x="1113987" y="1457983"/>
                  </a:lnTo>
                  <a:lnTo>
                    <a:pt x="1115899" y="1457186"/>
                  </a:lnTo>
                  <a:lnTo>
                    <a:pt x="1124420" y="1453632"/>
                  </a:lnTo>
                  <a:lnTo>
                    <a:pt x="1130681" y="1451021"/>
                  </a:lnTo>
                  <a:lnTo>
                    <a:pt x="1132767" y="1450151"/>
                  </a:lnTo>
                  <a:lnTo>
                    <a:pt x="1132941" y="1450078"/>
                  </a:lnTo>
                  <a:lnTo>
                    <a:pt x="1136245" y="1448700"/>
                  </a:lnTo>
                  <a:lnTo>
                    <a:pt x="1139897" y="1447177"/>
                  </a:lnTo>
                  <a:lnTo>
                    <a:pt x="1144419" y="1445290"/>
                  </a:lnTo>
                  <a:lnTo>
                    <a:pt x="1147897" y="1443839"/>
                  </a:lnTo>
                  <a:lnTo>
                    <a:pt x="1153809" y="1441371"/>
                  </a:lnTo>
                  <a:lnTo>
                    <a:pt x="1156070" y="1440428"/>
                  </a:lnTo>
                  <a:lnTo>
                    <a:pt x="1156765" y="1440138"/>
                  </a:lnTo>
                  <a:lnTo>
                    <a:pt x="1160939" y="1438395"/>
                  </a:lnTo>
                  <a:lnTo>
                    <a:pt x="1162504" y="1437742"/>
                  </a:lnTo>
                  <a:lnTo>
                    <a:pt x="1165460" y="1436508"/>
                  </a:lnTo>
                  <a:lnTo>
                    <a:pt x="1165808" y="1436363"/>
                  </a:lnTo>
                  <a:lnTo>
                    <a:pt x="1166156" y="1436217"/>
                  </a:lnTo>
                  <a:lnTo>
                    <a:pt x="1167373" y="1435709"/>
                  </a:lnTo>
                  <a:lnTo>
                    <a:pt x="1171373" y="1434039"/>
                  </a:lnTo>
                  <a:lnTo>
                    <a:pt x="1172764" y="1433458"/>
                  </a:lnTo>
                  <a:lnTo>
                    <a:pt x="1173286" y="1433240"/>
                  </a:lnTo>
                  <a:lnTo>
                    <a:pt x="1177111" y="1431643"/>
                  </a:lnTo>
                  <a:lnTo>
                    <a:pt x="1180068" y="1430408"/>
                  </a:lnTo>
                  <a:lnTo>
                    <a:pt x="1180589" y="1430190"/>
                  </a:lnTo>
                  <a:lnTo>
                    <a:pt x="1184067" y="1428738"/>
                  </a:lnTo>
                  <a:lnTo>
                    <a:pt x="1184241" y="1428665"/>
                  </a:lnTo>
                  <a:lnTo>
                    <a:pt x="1187719" y="1427212"/>
                  </a:lnTo>
                  <a:lnTo>
                    <a:pt x="1189458" y="1426486"/>
                  </a:lnTo>
                  <a:lnTo>
                    <a:pt x="1189806" y="1426340"/>
                  </a:lnTo>
                  <a:lnTo>
                    <a:pt x="1191719" y="1425541"/>
                  </a:lnTo>
                  <a:lnTo>
                    <a:pt x="1195371" y="1424015"/>
                  </a:lnTo>
                  <a:lnTo>
                    <a:pt x="1197283" y="1423216"/>
                  </a:lnTo>
                  <a:lnTo>
                    <a:pt x="1199196" y="1422417"/>
                  </a:lnTo>
                  <a:lnTo>
                    <a:pt x="1199370" y="1422344"/>
                  </a:lnTo>
                  <a:lnTo>
                    <a:pt x="1200935" y="1421690"/>
                  </a:lnTo>
                  <a:lnTo>
                    <a:pt x="1201109" y="1421617"/>
                  </a:lnTo>
                  <a:lnTo>
                    <a:pt x="1206500" y="1419364"/>
                  </a:lnTo>
                  <a:lnTo>
                    <a:pt x="1210152" y="1417838"/>
                  </a:lnTo>
                  <a:lnTo>
                    <a:pt x="1210326" y="1417765"/>
                  </a:lnTo>
                  <a:lnTo>
                    <a:pt x="1210847" y="1417547"/>
                  </a:lnTo>
                  <a:lnTo>
                    <a:pt x="1212934" y="1416675"/>
                  </a:lnTo>
                  <a:lnTo>
                    <a:pt x="1213978" y="1416239"/>
                  </a:lnTo>
                  <a:lnTo>
                    <a:pt x="1215543" y="1415584"/>
                  </a:lnTo>
                  <a:lnTo>
                    <a:pt x="1217282" y="1414857"/>
                  </a:lnTo>
                  <a:lnTo>
                    <a:pt x="1217629" y="1414712"/>
                  </a:lnTo>
                  <a:lnTo>
                    <a:pt x="1218151" y="1414494"/>
                  </a:lnTo>
                  <a:lnTo>
                    <a:pt x="1219542" y="1413912"/>
                  </a:lnTo>
                  <a:lnTo>
                    <a:pt x="1219716" y="1413840"/>
                  </a:lnTo>
                  <a:lnTo>
                    <a:pt x="1221281" y="1413185"/>
                  </a:lnTo>
                  <a:lnTo>
                    <a:pt x="1221629" y="1413040"/>
                  </a:lnTo>
                  <a:lnTo>
                    <a:pt x="1226846" y="1410858"/>
                  </a:lnTo>
                  <a:lnTo>
                    <a:pt x="1228759" y="1410058"/>
                  </a:lnTo>
                  <a:lnTo>
                    <a:pt x="1229107" y="1409913"/>
                  </a:lnTo>
                  <a:lnTo>
                    <a:pt x="1229454" y="1409767"/>
                  </a:lnTo>
                  <a:lnTo>
                    <a:pt x="1232063" y="1408676"/>
                  </a:lnTo>
                  <a:lnTo>
                    <a:pt x="1233976" y="1407876"/>
                  </a:lnTo>
                  <a:lnTo>
                    <a:pt x="1239888" y="1405403"/>
                  </a:lnTo>
                  <a:lnTo>
                    <a:pt x="1242149" y="1404457"/>
                  </a:lnTo>
                  <a:lnTo>
                    <a:pt x="1242671" y="1404239"/>
                  </a:lnTo>
                  <a:lnTo>
                    <a:pt x="1244062" y="1403657"/>
                  </a:lnTo>
                  <a:lnTo>
                    <a:pt x="1245453" y="1403075"/>
                  </a:lnTo>
                  <a:lnTo>
                    <a:pt x="1249279" y="1401474"/>
                  </a:lnTo>
                  <a:lnTo>
                    <a:pt x="1251539" y="1400528"/>
                  </a:lnTo>
                  <a:lnTo>
                    <a:pt x="1262669" y="1395870"/>
                  </a:lnTo>
                  <a:lnTo>
                    <a:pt x="1266495" y="1394268"/>
                  </a:lnTo>
                  <a:lnTo>
                    <a:pt x="1271016" y="1392375"/>
                  </a:lnTo>
                  <a:lnTo>
                    <a:pt x="1271538" y="1392157"/>
                  </a:lnTo>
                  <a:lnTo>
                    <a:pt x="1275016" y="1390701"/>
                  </a:lnTo>
                  <a:lnTo>
                    <a:pt x="1279537" y="1388807"/>
                  </a:lnTo>
                  <a:lnTo>
                    <a:pt x="1280580" y="1388370"/>
                  </a:lnTo>
                  <a:lnTo>
                    <a:pt x="1283363" y="1387205"/>
                  </a:lnTo>
                  <a:lnTo>
                    <a:pt x="1287015" y="1385675"/>
                  </a:lnTo>
                  <a:lnTo>
                    <a:pt x="1287884" y="1385311"/>
                  </a:lnTo>
                  <a:lnTo>
                    <a:pt x="1289797" y="1384510"/>
                  </a:lnTo>
                  <a:lnTo>
                    <a:pt x="1298318" y="1380940"/>
                  </a:lnTo>
                  <a:lnTo>
                    <a:pt x="1304578" y="1378316"/>
                  </a:lnTo>
                  <a:lnTo>
                    <a:pt x="1306665" y="1377442"/>
                  </a:lnTo>
                  <a:lnTo>
                    <a:pt x="1306839" y="1377369"/>
                  </a:lnTo>
                  <a:lnTo>
                    <a:pt x="1310143" y="1375984"/>
                  </a:lnTo>
                  <a:lnTo>
                    <a:pt x="1313795" y="1374453"/>
                  </a:lnTo>
                  <a:lnTo>
                    <a:pt x="1318316" y="1372558"/>
                  </a:lnTo>
                  <a:lnTo>
                    <a:pt x="1321794" y="1371099"/>
                  </a:lnTo>
                  <a:lnTo>
                    <a:pt x="1327707" y="1368620"/>
                  </a:lnTo>
                  <a:lnTo>
                    <a:pt x="1329967" y="1367672"/>
                  </a:lnTo>
                  <a:lnTo>
                    <a:pt x="1330663" y="1367380"/>
                  </a:lnTo>
                  <a:lnTo>
                    <a:pt x="1334836" y="1365630"/>
                  </a:lnTo>
                  <a:lnTo>
                    <a:pt x="1336401" y="1364973"/>
                  </a:lnTo>
                  <a:lnTo>
                    <a:pt x="1339358" y="1363733"/>
                  </a:lnTo>
                  <a:lnTo>
                    <a:pt x="1339705" y="1363587"/>
                  </a:lnTo>
                  <a:lnTo>
                    <a:pt x="1340053" y="1363442"/>
                  </a:lnTo>
                  <a:lnTo>
                    <a:pt x="1341271" y="1362931"/>
                  </a:lnTo>
                  <a:lnTo>
                    <a:pt x="1345270" y="1361253"/>
                  </a:lnTo>
                  <a:lnTo>
                    <a:pt x="1346661" y="1360669"/>
                  </a:lnTo>
                  <a:lnTo>
                    <a:pt x="1347183" y="1360450"/>
                  </a:lnTo>
                  <a:lnTo>
                    <a:pt x="1349270" y="1359575"/>
                  </a:lnTo>
                  <a:lnTo>
                    <a:pt x="1351009" y="1358845"/>
                  </a:lnTo>
                  <a:lnTo>
                    <a:pt x="1353965" y="1357604"/>
                  </a:lnTo>
                  <a:lnTo>
                    <a:pt x="1354487" y="1357385"/>
                  </a:lnTo>
                  <a:lnTo>
                    <a:pt x="1357965" y="1355926"/>
                  </a:lnTo>
                  <a:lnTo>
                    <a:pt x="1358139" y="1355853"/>
                  </a:lnTo>
                  <a:lnTo>
                    <a:pt x="1361617" y="1354393"/>
                  </a:lnTo>
                  <a:lnTo>
                    <a:pt x="1363355" y="1353663"/>
                  </a:lnTo>
                  <a:lnTo>
                    <a:pt x="1363703" y="1353517"/>
                  </a:lnTo>
                  <a:lnTo>
                    <a:pt x="1365616" y="1352714"/>
                  </a:lnTo>
                  <a:lnTo>
                    <a:pt x="1369268" y="1351181"/>
                  </a:lnTo>
                  <a:lnTo>
                    <a:pt x="1371181" y="1350378"/>
                  </a:lnTo>
                  <a:lnTo>
                    <a:pt x="1373094" y="1349574"/>
                  </a:lnTo>
                  <a:lnTo>
                    <a:pt x="1373268" y="1349501"/>
                  </a:lnTo>
                  <a:lnTo>
                    <a:pt x="1374833" y="1348844"/>
                  </a:lnTo>
                  <a:lnTo>
                    <a:pt x="1375007" y="1348771"/>
                  </a:lnTo>
                  <a:lnTo>
                    <a:pt x="1380397" y="1346507"/>
                  </a:lnTo>
                  <a:lnTo>
                    <a:pt x="1384049" y="1344973"/>
                  </a:lnTo>
                  <a:lnTo>
                    <a:pt x="1384223" y="1344900"/>
                  </a:lnTo>
                  <a:lnTo>
                    <a:pt x="1384745" y="1344681"/>
                  </a:lnTo>
                  <a:lnTo>
                    <a:pt x="1386832" y="1343805"/>
                  </a:lnTo>
                  <a:lnTo>
                    <a:pt x="1387875" y="1343366"/>
                  </a:lnTo>
                  <a:lnTo>
                    <a:pt x="1389440" y="1342709"/>
                  </a:lnTo>
                  <a:lnTo>
                    <a:pt x="1391179" y="1341978"/>
                  </a:lnTo>
                  <a:lnTo>
                    <a:pt x="1391527" y="1341832"/>
                  </a:lnTo>
                  <a:lnTo>
                    <a:pt x="1392049" y="1341613"/>
                  </a:lnTo>
                  <a:lnTo>
                    <a:pt x="1393440" y="1341029"/>
                  </a:lnTo>
                  <a:lnTo>
                    <a:pt x="1393614" y="1340956"/>
                  </a:lnTo>
                  <a:lnTo>
                    <a:pt x="1395179" y="1340298"/>
                  </a:lnTo>
                  <a:lnTo>
                    <a:pt x="1395527" y="1340152"/>
                  </a:lnTo>
                  <a:lnTo>
                    <a:pt x="1400743" y="1337960"/>
                  </a:lnTo>
                  <a:lnTo>
                    <a:pt x="1402656" y="1337156"/>
                  </a:lnTo>
                  <a:lnTo>
                    <a:pt x="1403004" y="1337010"/>
                  </a:lnTo>
                  <a:lnTo>
                    <a:pt x="1403352" y="1336863"/>
                  </a:lnTo>
                  <a:lnTo>
                    <a:pt x="1405960" y="1335767"/>
                  </a:lnTo>
                  <a:lnTo>
                    <a:pt x="1407873" y="1334963"/>
                  </a:lnTo>
                  <a:lnTo>
                    <a:pt x="1409612" y="1334232"/>
                  </a:lnTo>
                  <a:lnTo>
                    <a:pt x="1413786" y="1332478"/>
                  </a:lnTo>
                  <a:lnTo>
                    <a:pt x="1416046" y="1331528"/>
                  </a:lnTo>
                  <a:lnTo>
                    <a:pt x="1416568" y="1331308"/>
                  </a:lnTo>
                  <a:lnTo>
                    <a:pt x="1417959" y="1330723"/>
                  </a:lnTo>
                  <a:lnTo>
                    <a:pt x="1419350" y="1330138"/>
                  </a:lnTo>
                  <a:lnTo>
                    <a:pt x="1423176" y="1328530"/>
                  </a:lnTo>
                  <a:lnTo>
                    <a:pt x="1425437" y="1327579"/>
                  </a:lnTo>
                  <a:lnTo>
                    <a:pt x="1436566" y="1322898"/>
                  </a:lnTo>
                  <a:lnTo>
                    <a:pt x="1440392" y="1321289"/>
                  </a:lnTo>
                  <a:lnTo>
                    <a:pt x="1444913" y="1319387"/>
                  </a:lnTo>
                  <a:lnTo>
                    <a:pt x="1445435" y="1319167"/>
                  </a:lnTo>
                  <a:lnTo>
                    <a:pt x="1448913" y="1317704"/>
                  </a:lnTo>
                  <a:lnTo>
                    <a:pt x="1453434" y="1315801"/>
                  </a:lnTo>
                  <a:lnTo>
                    <a:pt x="1454478" y="1315362"/>
                  </a:lnTo>
                  <a:lnTo>
                    <a:pt x="1457260" y="1314191"/>
                  </a:lnTo>
                  <a:lnTo>
                    <a:pt x="1460912" y="1312653"/>
                  </a:lnTo>
                  <a:lnTo>
                    <a:pt x="1461781" y="1312287"/>
                  </a:lnTo>
                  <a:lnTo>
                    <a:pt x="1463694" y="1311482"/>
                  </a:lnTo>
                  <a:lnTo>
                    <a:pt x="1472215" y="1307895"/>
                  </a:lnTo>
                  <a:lnTo>
                    <a:pt x="1478476" y="1305258"/>
                  </a:lnTo>
                  <a:lnTo>
                    <a:pt x="1480562" y="1304379"/>
                  </a:lnTo>
                  <a:lnTo>
                    <a:pt x="1480736" y="1304306"/>
                  </a:lnTo>
                  <a:lnTo>
                    <a:pt x="1484040" y="1302914"/>
                  </a:lnTo>
                  <a:lnTo>
                    <a:pt x="1487692" y="1301376"/>
                  </a:lnTo>
                  <a:lnTo>
                    <a:pt x="1492213" y="1299471"/>
                  </a:lnTo>
                  <a:lnTo>
                    <a:pt x="1495691" y="1298006"/>
                  </a:lnTo>
                  <a:lnTo>
                    <a:pt x="1501604" y="1295514"/>
                  </a:lnTo>
                  <a:lnTo>
                    <a:pt x="1503865" y="1294561"/>
                  </a:lnTo>
                  <a:lnTo>
                    <a:pt x="1504560" y="1294268"/>
                  </a:lnTo>
                  <a:lnTo>
                    <a:pt x="1508734" y="1292509"/>
                  </a:lnTo>
                  <a:lnTo>
                    <a:pt x="1510299" y="1291849"/>
                  </a:lnTo>
                  <a:lnTo>
                    <a:pt x="1513255" y="1290603"/>
                  </a:lnTo>
                  <a:lnTo>
                    <a:pt x="1513603" y="1290456"/>
                  </a:lnTo>
                  <a:lnTo>
                    <a:pt x="1513951" y="1290310"/>
                  </a:lnTo>
                  <a:lnTo>
                    <a:pt x="1515168" y="1289797"/>
                  </a:lnTo>
                  <a:lnTo>
                    <a:pt x="1519168" y="1288110"/>
                  </a:lnTo>
                  <a:lnTo>
                    <a:pt x="1520559" y="1287524"/>
                  </a:lnTo>
                  <a:lnTo>
                    <a:pt x="1521080" y="1287304"/>
                  </a:lnTo>
                  <a:lnTo>
                    <a:pt x="1523167" y="1286424"/>
                  </a:lnTo>
                  <a:lnTo>
                    <a:pt x="1524906" y="1285690"/>
                  </a:lnTo>
                  <a:lnTo>
                    <a:pt x="1527862" y="1284444"/>
                  </a:lnTo>
                  <a:lnTo>
                    <a:pt x="1528384" y="1284224"/>
                  </a:lnTo>
                  <a:lnTo>
                    <a:pt x="1531862" y="1282757"/>
                  </a:lnTo>
                  <a:lnTo>
                    <a:pt x="1532036" y="1282683"/>
                  </a:lnTo>
                  <a:lnTo>
                    <a:pt x="1535514" y="1281216"/>
                  </a:lnTo>
                  <a:lnTo>
                    <a:pt x="1537253" y="1280482"/>
                  </a:lnTo>
                  <a:lnTo>
                    <a:pt x="1537601" y="1280336"/>
                  </a:lnTo>
                  <a:lnTo>
                    <a:pt x="1539514" y="1279529"/>
                  </a:lnTo>
                  <a:lnTo>
                    <a:pt x="1543165" y="1277988"/>
                  </a:lnTo>
                  <a:lnTo>
                    <a:pt x="1545078" y="1277181"/>
                  </a:lnTo>
                  <a:lnTo>
                    <a:pt x="1546991" y="1276374"/>
                  </a:lnTo>
                  <a:lnTo>
                    <a:pt x="1547165" y="1276300"/>
                  </a:lnTo>
                  <a:lnTo>
                    <a:pt x="1548730" y="1275640"/>
                  </a:lnTo>
                  <a:lnTo>
                    <a:pt x="1548904" y="1275566"/>
                  </a:lnTo>
                  <a:lnTo>
                    <a:pt x="1554295" y="1273291"/>
                  </a:lnTo>
                  <a:lnTo>
                    <a:pt x="1557947" y="1271750"/>
                  </a:lnTo>
                  <a:lnTo>
                    <a:pt x="1558121" y="1271676"/>
                  </a:lnTo>
                  <a:lnTo>
                    <a:pt x="1558642" y="1271456"/>
                  </a:lnTo>
                  <a:lnTo>
                    <a:pt x="1560729" y="1270575"/>
                  </a:lnTo>
                  <a:lnTo>
                    <a:pt x="1561772" y="1270135"/>
                  </a:lnTo>
                  <a:lnTo>
                    <a:pt x="1563338" y="1269474"/>
                  </a:lnTo>
                  <a:lnTo>
                    <a:pt x="1565077" y="1268740"/>
                  </a:lnTo>
                  <a:lnTo>
                    <a:pt x="1565424" y="1268593"/>
                  </a:lnTo>
                  <a:lnTo>
                    <a:pt x="1565946" y="1268373"/>
                  </a:lnTo>
                  <a:lnTo>
                    <a:pt x="1567337" y="1267785"/>
                  </a:lnTo>
                  <a:lnTo>
                    <a:pt x="1567511" y="1267712"/>
                  </a:lnTo>
                  <a:lnTo>
                    <a:pt x="1569076" y="1267051"/>
                  </a:lnTo>
                  <a:lnTo>
                    <a:pt x="1569424" y="1266904"/>
                  </a:lnTo>
                  <a:lnTo>
                    <a:pt x="1574641" y="1264701"/>
                  </a:lnTo>
                  <a:lnTo>
                    <a:pt x="1576554" y="1263893"/>
                  </a:lnTo>
                  <a:lnTo>
                    <a:pt x="1576902" y="1263746"/>
                  </a:lnTo>
                  <a:lnTo>
                    <a:pt x="1577249" y="1263599"/>
                  </a:lnTo>
                  <a:lnTo>
                    <a:pt x="1579858" y="1262498"/>
                  </a:lnTo>
                  <a:lnTo>
                    <a:pt x="1581771" y="1261689"/>
                  </a:lnTo>
                  <a:lnTo>
                    <a:pt x="1583510" y="1260955"/>
                  </a:lnTo>
                  <a:lnTo>
                    <a:pt x="1587683" y="1259192"/>
                  </a:lnTo>
                  <a:lnTo>
                    <a:pt x="1589944" y="1258237"/>
                  </a:lnTo>
                  <a:lnTo>
                    <a:pt x="1590466" y="1258016"/>
                  </a:lnTo>
                  <a:lnTo>
                    <a:pt x="1591857" y="1257428"/>
                  </a:lnTo>
                  <a:lnTo>
                    <a:pt x="1593248" y="1256841"/>
                  </a:lnTo>
                  <a:lnTo>
                    <a:pt x="1597074" y="1255224"/>
                  </a:lnTo>
                  <a:lnTo>
                    <a:pt x="1599334" y="1254268"/>
                  </a:lnTo>
                  <a:lnTo>
                    <a:pt x="1610464" y="1249564"/>
                  </a:lnTo>
                  <a:lnTo>
                    <a:pt x="1614290" y="1247947"/>
                  </a:lnTo>
                  <a:lnTo>
                    <a:pt x="1618811" y="1246035"/>
                  </a:lnTo>
                  <a:lnTo>
                    <a:pt x="1619333" y="1245814"/>
                  </a:lnTo>
                  <a:lnTo>
                    <a:pt x="1622810" y="1244343"/>
                  </a:lnTo>
                  <a:lnTo>
                    <a:pt x="1627332" y="1242431"/>
                  </a:lnTo>
                  <a:lnTo>
                    <a:pt x="1628375" y="1241990"/>
                  </a:lnTo>
                  <a:lnTo>
                    <a:pt x="1631158" y="1240813"/>
                  </a:lnTo>
                  <a:lnTo>
                    <a:pt x="1634809" y="1239268"/>
                  </a:lnTo>
                  <a:lnTo>
                    <a:pt x="1635679" y="1238900"/>
                  </a:lnTo>
                  <a:lnTo>
                    <a:pt x="1637592" y="1238091"/>
                  </a:lnTo>
                  <a:lnTo>
                    <a:pt x="1646113" y="1234485"/>
                  </a:lnTo>
                  <a:lnTo>
                    <a:pt x="1652373" y="1231835"/>
                  </a:lnTo>
                  <a:lnTo>
                    <a:pt x="1654460" y="1230952"/>
                  </a:lnTo>
                  <a:lnTo>
                    <a:pt x="1654634" y="1230878"/>
                  </a:lnTo>
                  <a:lnTo>
                    <a:pt x="1657938" y="1229480"/>
                  </a:lnTo>
                  <a:lnTo>
                    <a:pt x="1661590" y="1227934"/>
                  </a:lnTo>
                  <a:lnTo>
                    <a:pt x="1666111" y="1226019"/>
                  </a:lnTo>
                  <a:lnTo>
                    <a:pt x="1669589" y="1224546"/>
                  </a:lnTo>
                  <a:lnTo>
                    <a:pt x="1675501" y="1222042"/>
                  </a:lnTo>
                  <a:lnTo>
                    <a:pt x="1677762" y="1221085"/>
                  </a:lnTo>
                  <a:lnTo>
                    <a:pt x="1678458" y="1220790"/>
                  </a:lnTo>
                  <a:lnTo>
                    <a:pt x="1682631" y="1219022"/>
                  </a:lnTo>
                  <a:lnTo>
                    <a:pt x="1684196" y="1218359"/>
                  </a:lnTo>
                  <a:lnTo>
                    <a:pt x="1687153" y="1217106"/>
                  </a:lnTo>
                  <a:lnTo>
                    <a:pt x="1687500" y="1216959"/>
                  </a:lnTo>
                  <a:lnTo>
                    <a:pt x="1687848" y="1216812"/>
                  </a:lnTo>
                  <a:lnTo>
                    <a:pt x="1689065" y="1216296"/>
                  </a:lnTo>
                  <a:lnTo>
                    <a:pt x="1693065" y="1214601"/>
                  </a:lnTo>
                  <a:lnTo>
                    <a:pt x="1694456" y="1214012"/>
                  </a:lnTo>
                  <a:lnTo>
                    <a:pt x="1694978" y="1213790"/>
                  </a:lnTo>
                  <a:lnTo>
                    <a:pt x="1697065" y="1212906"/>
                  </a:lnTo>
                  <a:lnTo>
                    <a:pt x="1698804" y="1212169"/>
                  </a:lnTo>
                  <a:lnTo>
                    <a:pt x="1701760" y="1210916"/>
                  </a:lnTo>
                  <a:lnTo>
                    <a:pt x="1702282" y="1210695"/>
                  </a:lnTo>
                  <a:lnTo>
                    <a:pt x="1705760" y="1209220"/>
                  </a:lnTo>
                  <a:lnTo>
                    <a:pt x="1705933" y="1209147"/>
                  </a:lnTo>
                  <a:lnTo>
                    <a:pt x="1709411" y="1207672"/>
                  </a:lnTo>
                  <a:lnTo>
                    <a:pt x="1711150" y="1206935"/>
                  </a:lnTo>
                  <a:lnTo>
                    <a:pt x="1711498" y="1206787"/>
                  </a:lnTo>
                  <a:lnTo>
                    <a:pt x="1713411" y="1205976"/>
                  </a:lnTo>
                  <a:lnTo>
                    <a:pt x="1717063" y="1204428"/>
                  </a:lnTo>
                  <a:lnTo>
                    <a:pt x="1718976" y="1203617"/>
                  </a:lnTo>
                  <a:lnTo>
                    <a:pt x="1720889" y="1202805"/>
                  </a:lnTo>
                  <a:lnTo>
                    <a:pt x="1721063" y="1202732"/>
                  </a:lnTo>
                  <a:lnTo>
                    <a:pt x="1722628" y="1202068"/>
                  </a:lnTo>
                  <a:lnTo>
                    <a:pt x="1722802" y="1201994"/>
                  </a:lnTo>
                  <a:lnTo>
                    <a:pt x="1728192" y="1199707"/>
                  </a:lnTo>
                  <a:lnTo>
                    <a:pt x="1731844" y="1198158"/>
                  </a:lnTo>
                  <a:lnTo>
                    <a:pt x="1732018" y="1198084"/>
                  </a:lnTo>
                  <a:lnTo>
                    <a:pt x="1732540" y="1197863"/>
                  </a:lnTo>
                  <a:lnTo>
                    <a:pt x="1734627" y="1196978"/>
                  </a:lnTo>
                  <a:lnTo>
                    <a:pt x="1735670" y="1196535"/>
                  </a:lnTo>
                  <a:lnTo>
                    <a:pt x="1737235" y="1195871"/>
                  </a:lnTo>
                  <a:lnTo>
                    <a:pt x="1738974" y="1195133"/>
                  </a:lnTo>
                  <a:lnTo>
                    <a:pt x="1739322" y="1194985"/>
                  </a:lnTo>
                  <a:lnTo>
                    <a:pt x="1739843" y="1194764"/>
                  </a:lnTo>
                  <a:lnTo>
                    <a:pt x="1741235" y="1194174"/>
                  </a:lnTo>
                  <a:lnTo>
                    <a:pt x="1741409" y="1194100"/>
                  </a:lnTo>
                  <a:lnTo>
                    <a:pt x="1742974" y="1193436"/>
                  </a:lnTo>
                  <a:lnTo>
                    <a:pt x="1743321" y="1193288"/>
                  </a:lnTo>
                  <a:lnTo>
                    <a:pt x="1748538" y="1191074"/>
                  </a:lnTo>
                  <a:lnTo>
                    <a:pt x="1750451" y="1190262"/>
                  </a:lnTo>
                  <a:lnTo>
                    <a:pt x="1750799" y="1190114"/>
                  </a:lnTo>
                  <a:lnTo>
                    <a:pt x="1751147" y="1189967"/>
                  </a:lnTo>
                  <a:lnTo>
                    <a:pt x="1753755" y="1188859"/>
                  </a:lnTo>
                  <a:lnTo>
                    <a:pt x="1755668" y="1188047"/>
                  </a:lnTo>
                  <a:lnTo>
                    <a:pt x="1757407" y="1187309"/>
                  </a:lnTo>
                  <a:lnTo>
                    <a:pt x="1761581" y="1185537"/>
                  </a:lnTo>
                  <a:lnTo>
                    <a:pt x="1763841" y="1184577"/>
                  </a:lnTo>
                  <a:lnTo>
                    <a:pt x="1764363" y="1184355"/>
                  </a:lnTo>
                  <a:lnTo>
                    <a:pt x="1765754" y="1183765"/>
                  </a:lnTo>
                  <a:lnTo>
                    <a:pt x="1767145" y="1183174"/>
                  </a:lnTo>
                  <a:lnTo>
                    <a:pt x="1770971" y="1181549"/>
                  </a:lnTo>
                  <a:lnTo>
                    <a:pt x="1773232" y="1180589"/>
                  </a:lnTo>
                  <a:lnTo>
                    <a:pt x="1784361" y="1175861"/>
                  </a:lnTo>
                  <a:lnTo>
                    <a:pt x="1788187" y="1174235"/>
                  </a:lnTo>
                  <a:lnTo>
                    <a:pt x="1792708" y="1172314"/>
                  </a:lnTo>
                  <a:lnTo>
                    <a:pt x="1793230" y="1172092"/>
                  </a:lnTo>
                  <a:lnTo>
                    <a:pt x="1796708" y="1170614"/>
                  </a:lnTo>
                  <a:lnTo>
                    <a:pt x="1801229" y="1168692"/>
                  </a:lnTo>
                  <a:lnTo>
                    <a:pt x="1802273" y="1168248"/>
                  </a:lnTo>
                  <a:lnTo>
                    <a:pt x="1805055" y="1167065"/>
                  </a:lnTo>
                  <a:lnTo>
                    <a:pt x="1808707" y="1165513"/>
                  </a:lnTo>
                  <a:lnTo>
                    <a:pt x="1809576" y="1165143"/>
                  </a:lnTo>
                  <a:lnTo>
                    <a:pt x="1811489" y="1164330"/>
                  </a:lnTo>
                  <a:lnTo>
                    <a:pt x="1820010" y="1160706"/>
                  </a:lnTo>
                  <a:lnTo>
                    <a:pt x="1826270" y="1158043"/>
                  </a:lnTo>
                  <a:lnTo>
                    <a:pt x="1828357" y="1157155"/>
                  </a:lnTo>
                  <a:lnTo>
                    <a:pt x="1828531" y="1157081"/>
                  </a:lnTo>
                  <a:lnTo>
                    <a:pt x="1831835" y="1155675"/>
                  </a:lnTo>
                  <a:lnTo>
                    <a:pt x="1835487" y="1154122"/>
                  </a:lnTo>
                  <a:lnTo>
                    <a:pt x="1840008" y="1152198"/>
                  </a:lnTo>
                  <a:lnTo>
                    <a:pt x="1843486" y="1150717"/>
                  </a:lnTo>
                  <a:lnTo>
                    <a:pt x="1849399" y="1148201"/>
                  </a:lnTo>
                  <a:lnTo>
                    <a:pt x="1851660" y="1147238"/>
                  </a:lnTo>
                  <a:lnTo>
                    <a:pt x="1852355" y="1146942"/>
                  </a:lnTo>
                  <a:lnTo>
                    <a:pt x="1858094" y="1144499"/>
                  </a:lnTo>
                  <a:lnTo>
                    <a:pt x="1861050" y="1143240"/>
                  </a:lnTo>
                  <a:lnTo>
                    <a:pt x="1861398" y="1143092"/>
                  </a:lnTo>
                  <a:lnTo>
                    <a:pt x="1861746" y="1142944"/>
                  </a:lnTo>
                  <a:lnTo>
                    <a:pt x="1862963" y="1142426"/>
                  </a:lnTo>
                  <a:lnTo>
                    <a:pt x="1866962" y="1140722"/>
                  </a:lnTo>
                  <a:lnTo>
                    <a:pt x="1868354" y="1140130"/>
                  </a:lnTo>
                  <a:lnTo>
                    <a:pt x="1868875" y="1139907"/>
                  </a:lnTo>
                  <a:lnTo>
                    <a:pt x="1870962" y="1139019"/>
                  </a:lnTo>
                  <a:lnTo>
                    <a:pt x="1872701" y="1138278"/>
                  </a:lnTo>
                  <a:lnTo>
                    <a:pt x="1875657" y="1137019"/>
                  </a:lnTo>
                  <a:lnTo>
                    <a:pt x="1876179" y="1136796"/>
                  </a:lnTo>
                  <a:lnTo>
                    <a:pt x="1879657" y="1135315"/>
                  </a:lnTo>
                  <a:lnTo>
                    <a:pt x="1879831" y="1135241"/>
                  </a:lnTo>
                  <a:lnTo>
                    <a:pt x="1883309" y="1133759"/>
                  </a:lnTo>
                  <a:lnTo>
                    <a:pt x="1885048" y="1133018"/>
                  </a:lnTo>
                  <a:lnTo>
                    <a:pt x="1885396" y="1132869"/>
                  </a:lnTo>
                  <a:lnTo>
                    <a:pt x="1887308" y="1132054"/>
                  </a:lnTo>
                  <a:lnTo>
                    <a:pt x="1890960" y="1130498"/>
                  </a:lnTo>
                  <a:lnTo>
                    <a:pt x="1892873" y="1129683"/>
                  </a:lnTo>
                  <a:lnTo>
                    <a:pt x="1894786" y="1128867"/>
                  </a:lnTo>
                  <a:lnTo>
                    <a:pt x="1894960" y="1128793"/>
                  </a:lnTo>
                  <a:lnTo>
                    <a:pt x="1896525" y="1128126"/>
                  </a:lnTo>
                  <a:lnTo>
                    <a:pt x="1896699" y="1128052"/>
                  </a:lnTo>
                  <a:lnTo>
                    <a:pt x="1902090" y="1125754"/>
                  </a:lnTo>
                  <a:lnTo>
                    <a:pt x="1905742" y="1124197"/>
                  </a:lnTo>
                  <a:lnTo>
                    <a:pt x="1905916" y="1124123"/>
                  </a:lnTo>
                  <a:lnTo>
                    <a:pt x="1906437" y="1123901"/>
                  </a:lnTo>
                  <a:lnTo>
                    <a:pt x="1908524" y="1123011"/>
                  </a:lnTo>
                  <a:lnTo>
                    <a:pt x="1909567" y="1122566"/>
                  </a:lnTo>
                  <a:lnTo>
                    <a:pt x="1911132" y="1121898"/>
                  </a:lnTo>
                  <a:lnTo>
                    <a:pt x="1912871" y="1121157"/>
                  </a:lnTo>
                  <a:lnTo>
                    <a:pt x="1913219" y="1121009"/>
                  </a:lnTo>
                  <a:lnTo>
                    <a:pt x="1913741" y="1120786"/>
                  </a:lnTo>
                  <a:lnTo>
                    <a:pt x="1915132" y="1120193"/>
                  </a:lnTo>
                  <a:lnTo>
                    <a:pt x="1915306" y="1120119"/>
                  </a:lnTo>
                  <a:lnTo>
                    <a:pt x="1916871" y="1119451"/>
                  </a:lnTo>
                  <a:lnTo>
                    <a:pt x="1917219" y="1119303"/>
                  </a:lnTo>
                  <a:lnTo>
                    <a:pt x="1922436" y="1117078"/>
                  </a:lnTo>
                  <a:lnTo>
                    <a:pt x="1924349" y="1116262"/>
                  </a:lnTo>
                  <a:lnTo>
                    <a:pt x="1924696" y="1116113"/>
                  </a:lnTo>
                  <a:lnTo>
                    <a:pt x="1925044" y="1115965"/>
                  </a:lnTo>
                  <a:lnTo>
                    <a:pt x="1927653" y="1114852"/>
                  </a:lnTo>
                  <a:lnTo>
                    <a:pt x="1929566" y="1114036"/>
                  </a:lnTo>
                  <a:lnTo>
                    <a:pt x="1931305" y="1113294"/>
                  </a:lnTo>
                  <a:lnTo>
                    <a:pt x="1935478" y="1111513"/>
                  </a:lnTo>
                  <a:lnTo>
                    <a:pt x="1937739" y="1110548"/>
                  </a:lnTo>
                  <a:lnTo>
                    <a:pt x="1938260" y="1110326"/>
                  </a:lnTo>
                  <a:lnTo>
                    <a:pt x="1939652" y="1109732"/>
                  </a:lnTo>
                  <a:lnTo>
                    <a:pt x="1941043" y="1109138"/>
                  </a:lnTo>
                  <a:lnTo>
                    <a:pt x="1944869" y="1107505"/>
                  </a:lnTo>
                  <a:lnTo>
                    <a:pt x="1947129" y="1106540"/>
                  </a:lnTo>
                  <a:lnTo>
                    <a:pt x="1958259" y="1101789"/>
                  </a:lnTo>
                  <a:lnTo>
                    <a:pt x="1962084" y="1100155"/>
                  </a:lnTo>
                  <a:lnTo>
                    <a:pt x="1966606" y="1098224"/>
                  </a:lnTo>
                  <a:lnTo>
                    <a:pt x="1967127" y="1098002"/>
                  </a:lnTo>
                  <a:lnTo>
                    <a:pt x="1970605" y="1096516"/>
                  </a:lnTo>
                  <a:lnTo>
                    <a:pt x="1975127" y="1094585"/>
                  </a:lnTo>
                  <a:lnTo>
                    <a:pt x="1976170" y="1094139"/>
                  </a:lnTo>
                  <a:lnTo>
                    <a:pt x="1978952" y="1092950"/>
                  </a:lnTo>
                  <a:lnTo>
                    <a:pt x="1982604" y="1091390"/>
                  </a:lnTo>
                  <a:lnTo>
                    <a:pt x="1983474" y="1091018"/>
                  </a:lnTo>
                  <a:lnTo>
                    <a:pt x="1985387" y="1090201"/>
                  </a:lnTo>
                  <a:lnTo>
                    <a:pt x="1993908" y="1086559"/>
                  </a:lnTo>
                  <a:lnTo>
                    <a:pt x="2000168" y="1083883"/>
                  </a:lnTo>
                  <a:lnTo>
                    <a:pt x="2002255" y="1082991"/>
                  </a:lnTo>
                  <a:lnTo>
                    <a:pt x="2002429" y="1082917"/>
                  </a:lnTo>
                  <a:lnTo>
                    <a:pt x="2005733" y="1081504"/>
                  </a:lnTo>
                  <a:lnTo>
                    <a:pt x="2009385" y="1079943"/>
                  </a:lnTo>
                  <a:lnTo>
                    <a:pt x="2013906" y="1078009"/>
                  </a:lnTo>
                  <a:lnTo>
                    <a:pt x="2017384" y="1076522"/>
                  </a:lnTo>
                  <a:lnTo>
                    <a:pt x="2023296" y="1073993"/>
                  </a:lnTo>
                  <a:lnTo>
                    <a:pt x="2025557" y="1073026"/>
                  </a:lnTo>
                  <a:lnTo>
                    <a:pt x="2026253" y="1072728"/>
                  </a:lnTo>
                  <a:lnTo>
                    <a:pt x="2030426" y="1070943"/>
                  </a:lnTo>
                  <a:lnTo>
                    <a:pt x="2034947" y="1069008"/>
                  </a:lnTo>
                  <a:lnTo>
                    <a:pt x="2035295" y="1068859"/>
                  </a:lnTo>
                  <a:lnTo>
                    <a:pt x="2035643" y="1068710"/>
                  </a:lnTo>
                  <a:lnTo>
                    <a:pt x="2036860" y="1068190"/>
                  </a:lnTo>
                  <a:lnTo>
                    <a:pt x="2040860" y="1066478"/>
                  </a:lnTo>
                  <a:lnTo>
                    <a:pt x="2042251" y="1065882"/>
                  </a:lnTo>
                  <a:lnTo>
                    <a:pt x="2042773" y="1065659"/>
                  </a:lnTo>
                  <a:lnTo>
                    <a:pt x="2044860" y="1064766"/>
                  </a:lnTo>
                  <a:lnTo>
                    <a:pt x="2046599" y="1064022"/>
                  </a:lnTo>
                  <a:lnTo>
                    <a:pt x="2049555" y="1062756"/>
                  </a:lnTo>
                  <a:lnTo>
                    <a:pt x="2050077" y="1062533"/>
                  </a:lnTo>
                  <a:lnTo>
                    <a:pt x="2053554" y="1061044"/>
                  </a:lnTo>
                  <a:lnTo>
                    <a:pt x="2053728" y="1060970"/>
                  </a:lnTo>
                  <a:lnTo>
                    <a:pt x="2057206" y="1059480"/>
                  </a:lnTo>
                  <a:lnTo>
                    <a:pt x="2058945" y="1058736"/>
                  </a:lnTo>
                  <a:lnTo>
                    <a:pt x="2059293" y="1058587"/>
                  </a:lnTo>
                  <a:lnTo>
                    <a:pt x="2061206" y="1057768"/>
                  </a:lnTo>
                  <a:lnTo>
                    <a:pt x="2064858" y="1056204"/>
                  </a:lnTo>
                  <a:lnTo>
                    <a:pt x="2066771" y="1055385"/>
                  </a:lnTo>
                  <a:lnTo>
                    <a:pt x="2068684" y="1054566"/>
                  </a:lnTo>
                  <a:lnTo>
                    <a:pt x="2068857" y="1054491"/>
                  </a:lnTo>
                  <a:lnTo>
                    <a:pt x="2070423" y="1053821"/>
                  </a:lnTo>
                  <a:lnTo>
                    <a:pt x="2070596" y="1053746"/>
                  </a:lnTo>
                  <a:lnTo>
                    <a:pt x="2075987" y="1051437"/>
                  </a:lnTo>
                  <a:lnTo>
                    <a:pt x="2079639" y="1049873"/>
                  </a:lnTo>
                  <a:lnTo>
                    <a:pt x="2079813" y="1049798"/>
                  </a:lnTo>
                  <a:lnTo>
                    <a:pt x="2080335" y="1049575"/>
                  </a:lnTo>
                  <a:lnTo>
                    <a:pt x="2082421" y="1048681"/>
                  </a:lnTo>
                  <a:lnTo>
                    <a:pt x="2083465" y="1048233"/>
                  </a:lnTo>
                  <a:lnTo>
                    <a:pt x="2085030" y="1047563"/>
                  </a:lnTo>
                  <a:lnTo>
                    <a:pt x="2086769" y="1046818"/>
                  </a:lnTo>
                  <a:lnTo>
                    <a:pt x="2087117" y="1046669"/>
                  </a:lnTo>
                  <a:lnTo>
                    <a:pt x="2087638" y="1046445"/>
                  </a:lnTo>
                  <a:lnTo>
                    <a:pt x="2089030" y="1045849"/>
                  </a:lnTo>
                  <a:lnTo>
                    <a:pt x="2089203" y="1045774"/>
                  </a:lnTo>
                  <a:lnTo>
                    <a:pt x="2090769" y="1045104"/>
                  </a:lnTo>
                  <a:lnTo>
                    <a:pt x="2091116" y="1044955"/>
                  </a:lnTo>
                  <a:lnTo>
                    <a:pt x="2096333" y="1042719"/>
                  </a:lnTo>
                  <a:lnTo>
                    <a:pt x="2098246" y="1041899"/>
                  </a:lnTo>
                  <a:lnTo>
                    <a:pt x="2098594" y="1041750"/>
                  </a:lnTo>
                  <a:lnTo>
                    <a:pt x="2098942" y="1041601"/>
                  </a:lnTo>
                  <a:lnTo>
                    <a:pt x="2101550" y="1040483"/>
                  </a:lnTo>
                  <a:lnTo>
                    <a:pt x="2103463" y="1039662"/>
                  </a:lnTo>
                  <a:lnTo>
                    <a:pt x="2105202" y="1038917"/>
                  </a:lnTo>
                  <a:lnTo>
                    <a:pt x="2109376" y="1037128"/>
                  </a:lnTo>
                  <a:lnTo>
                    <a:pt x="2111636" y="1036158"/>
                  </a:lnTo>
                  <a:lnTo>
                    <a:pt x="2112158" y="1035935"/>
                  </a:lnTo>
                  <a:lnTo>
                    <a:pt x="2113549" y="1035338"/>
                  </a:lnTo>
                  <a:lnTo>
                    <a:pt x="2114940" y="1034741"/>
                  </a:lnTo>
                  <a:lnTo>
                    <a:pt x="2118766" y="1033101"/>
                  </a:lnTo>
                  <a:lnTo>
                    <a:pt x="2121027" y="1032131"/>
                  </a:lnTo>
                  <a:lnTo>
                    <a:pt x="2132156" y="1027357"/>
                  </a:lnTo>
                  <a:lnTo>
                    <a:pt x="2135982" y="1025715"/>
                  </a:lnTo>
                  <a:lnTo>
                    <a:pt x="2141025" y="1023551"/>
                  </a:lnTo>
                  <a:lnTo>
                    <a:pt x="2144503" y="1022059"/>
                  </a:lnTo>
                  <a:lnTo>
                    <a:pt x="2149024" y="1020118"/>
                  </a:lnTo>
                  <a:lnTo>
                    <a:pt x="2150068" y="1019670"/>
                  </a:lnTo>
                  <a:lnTo>
                    <a:pt x="2152850" y="1018476"/>
                  </a:lnTo>
                  <a:lnTo>
                    <a:pt x="2156502" y="1016908"/>
                  </a:lnTo>
                  <a:lnTo>
                    <a:pt x="2157371" y="1016535"/>
                  </a:lnTo>
                  <a:lnTo>
                    <a:pt x="2159284" y="1015714"/>
                  </a:lnTo>
                  <a:lnTo>
                    <a:pt x="2167805" y="1012055"/>
                  </a:lnTo>
                  <a:lnTo>
                    <a:pt x="2174065" y="1009366"/>
                  </a:lnTo>
                  <a:lnTo>
                    <a:pt x="2176152" y="1008470"/>
                  </a:lnTo>
                  <a:lnTo>
                    <a:pt x="2176326" y="1008395"/>
                  </a:lnTo>
                  <a:lnTo>
                    <a:pt x="2179630" y="1006976"/>
                  </a:lnTo>
                  <a:lnTo>
                    <a:pt x="2183282" y="1005407"/>
                  </a:lnTo>
                  <a:lnTo>
                    <a:pt x="2187803" y="1003465"/>
                  </a:lnTo>
                  <a:lnTo>
                    <a:pt x="2191281" y="1001970"/>
                  </a:lnTo>
                  <a:lnTo>
                    <a:pt x="2197194" y="999430"/>
                  </a:lnTo>
                  <a:lnTo>
                    <a:pt x="2199454" y="998458"/>
                  </a:lnTo>
                  <a:lnTo>
                    <a:pt x="2200150" y="998159"/>
                  </a:lnTo>
                  <a:lnTo>
                    <a:pt x="2204324" y="996365"/>
                  </a:lnTo>
                  <a:lnTo>
                    <a:pt x="2205889" y="995692"/>
                  </a:lnTo>
                  <a:lnTo>
                    <a:pt x="2208845" y="994421"/>
                  </a:lnTo>
                  <a:lnTo>
                    <a:pt x="2209193" y="994272"/>
                  </a:lnTo>
                  <a:lnTo>
                    <a:pt x="2209540" y="994122"/>
                  </a:lnTo>
                  <a:lnTo>
                    <a:pt x="2210758" y="993599"/>
                  </a:lnTo>
                  <a:lnTo>
                    <a:pt x="2214757" y="991879"/>
                  </a:lnTo>
                  <a:lnTo>
                    <a:pt x="2216149" y="991281"/>
                  </a:lnTo>
                  <a:lnTo>
                    <a:pt x="2216670" y="991057"/>
                  </a:lnTo>
                  <a:lnTo>
                    <a:pt x="2218757" y="990160"/>
                  </a:lnTo>
                  <a:lnTo>
                    <a:pt x="2220496" y="989412"/>
                  </a:lnTo>
                  <a:lnTo>
                    <a:pt x="2223452" y="988141"/>
                  </a:lnTo>
                  <a:lnTo>
                    <a:pt x="2223974" y="987916"/>
                  </a:lnTo>
                  <a:lnTo>
                    <a:pt x="2227452" y="986420"/>
                  </a:lnTo>
                  <a:lnTo>
                    <a:pt x="2227626" y="986346"/>
                  </a:lnTo>
                  <a:lnTo>
                    <a:pt x="2231104" y="984850"/>
                  </a:lnTo>
                  <a:lnTo>
                    <a:pt x="2232843" y="984102"/>
                  </a:lnTo>
                  <a:lnTo>
                    <a:pt x="2233191" y="983952"/>
                  </a:lnTo>
                  <a:lnTo>
                    <a:pt x="2235103" y="983129"/>
                  </a:lnTo>
                  <a:lnTo>
                    <a:pt x="2238755" y="981558"/>
                  </a:lnTo>
                  <a:lnTo>
                    <a:pt x="2240668" y="980735"/>
                  </a:lnTo>
                  <a:lnTo>
                    <a:pt x="2242581" y="979912"/>
                  </a:lnTo>
                  <a:lnTo>
                    <a:pt x="2242755" y="979837"/>
                  </a:lnTo>
                  <a:lnTo>
                    <a:pt x="2244320" y="979164"/>
                  </a:lnTo>
                  <a:lnTo>
                    <a:pt x="2244494" y="979089"/>
                  </a:lnTo>
                  <a:lnTo>
                    <a:pt x="2249885" y="976769"/>
                  </a:lnTo>
                  <a:lnTo>
                    <a:pt x="2253537" y="975197"/>
                  </a:lnTo>
                  <a:lnTo>
                    <a:pt x="2253710" y="975123"/>
                  </a:lnTo>
                  <a:lnTo>
                    <a:pt x="2254232" y="974898"/>
                  </a:lnTo>
                  <a:lnTo>
                    <a:pt x="2256319" y="974000"/>
                  </a:lnTo>
                  <a:lnTo>
                    <a:pt x="2257362" y="973551"/>
                  </a:lnTo>
                  <a:lnTo>
                    <a:pt x="2258927" y="972877"/>
                  </a:lnTo>
                  <a:lnTo>
                    <a:pt x="2260666" y="972128"/>
                  </a:lnTo>
                  <a:lnTo>
                    <a:pt x="2261014" y="971979"/>
                  </a:lnTo>
                  <a:lnTo>
                    <a:pt x="2261536" y="971754"/>
                  </a:lnTo>
                  <a:lnTo>
                    <a:pt x="2262927" y="971155"/>
                  </a:lnTo>
                  <a:lnTo>
                    <a:pt x="2263101" y="971080"/>
                  </a:lnTo>
                  <a:lnTo>
                    <a:pt x="2264666" y="970407"/>
                  </a:lnTo>
                  <a:lnTo>
                    <a:pt x="2265014" y="970257"/>
                  </a:lnTo>
                  <a:lnTo>
                    <a:pt x="2270231" y="968011"/>
                  </a:lnTo>
                  <a:lnTo>
                    <a:pt x="2272144" y="967187"/>
                  </a:lnTo>
                  <a:lnTo>
                    <a:pt x="2272491" y="967037"/>
                  </a:lnTo>
                  <a:lnTo>
                    <a:pt x="2272839" y="966888"/>
                  </a:lnTo>
                  <a:lnTo>
                    <a:pt x="2275448" y="965764"/>
                  </a:lnTo>
                  <a:lnTo>
                    <a:pt x="2277360" y="964941"/>
                  </a:lnTo>
                  <a:lnTo>
                    <a:pt x="2279099" y="964192"/>
                  </a:lnTo>
                  <a:lnTo>
                    <a:pt x="2283273" y="962394"/>
                  </a:lnTo>
                  <a:lnTo>
                    <a:pt x="2285534" y="961420"/>
                  </a:lnTo>
                  <a:lnTo>
                    <a:pt x="2286055" y="961196"/>
                  </a:lnTo>
                  <a:lnTo>
                    <a:pt x="2287447" y="960596"/>
                  </a:lnTo>
                  <a:lnTo>
                    <a:pt x="2288838" y="959997"/>
                  </a:lnTo>
                  <a:lnTo>
                    <a:pt x="2292663" y="958349"/>
                  </a:lnTo>
                  <a:lnTo>
                    <a:pt x="2294924" y="957375"/>
                  </a:lnTo>
                  <a:lnTo>
                    <a:pt x="2306054" y="952579"/>
                  </a:lnTo>
                  <a:lnTo>
                    <a:pt x="2309879" y="950930"/>
                  </a:lnTo>
                  <a:lnTo>
                    <a:pt x="2314401" y="948981"/>
                  </a:lnTo>
                  <a:lnTo>
                    <a:pt x="2314922" y="948757"/>
                  </a:lnTo>
                  <a:lnTo>
                    <a:pt x="2318400" y="947257"/>
                  </a:lnTo>
                  <a:lnTo>
                    <a:pt x="2322922" y="945308"/>
                  </a:lnTo>
                  <a:lnTo>
                    <a:pt x="2323965" y="944858"/>
                  </a:lnTo>
                  <a:lnTo>
                    <a:pt x="2326747" y="943659"/>
                  </a:lnTo>
                  <a:lnTo>
                    <a:pt x="2330399" y="942084"/>
                  </a:lnTo>
                  <a:lnTo>
                    <a:pt x="2331269" y="941709"/>
                  </a:lnTo>
                  <a:lnTo>
                    <a:pt x="2333182" y="940884"/>
                  </a:lnTo>
                  <a:lnTo>
                    <a:pt x="2341703" y="937209"/>
                  </a:lnTo>
                  <a:lnTo>
                    <a:pt x="2347963" y="934508"/>
                  </a:lnTo>
                  <a:lnTo>
                    <a:pt x="2350050" y="933608"/>
                  </a:lnTo>
                  <a:lnTo>
                    <a:pt x="2350223" y="933533"/>
                  </a:lnTo>
                  <a:lnTo>
                    <a:pt x="2353528" y="932107"/>
                  </a:lnTo>
                  <a:lnTo>
                    <a:pt x="2357179" y="930532"/>
                  </a:lnTo>
                  <a:lnTo>
                    <a:pt x="2361701" y="928580"/>
                  </a:lnTo>
                  <a:lnTo>
                    <a:pt x="2365179" y="927079"/>
                  </a:lnTo>
                  <a:lnTo>
                    <a:pt x="2371091" y="924527"/>
                  </a:lnTo>
                  <a:lnTo>
                    <a:pt x="2373352" y="923552"/>
                  </a:lnTo>
                  <a:lnTo>
                    <a:pt x="2378221" y="921449"/>
                  </a:lnTo>
                  <a:lnTo>
                    <a:pt x="2379786" y="920774"/>
                  </a:lnTo>
                  <a:lnTo>
                    <a:pt x="2382742" y="919497"/>
                  </a:lnTo>
                  <a:lnTo>
                    <a:pt x="2383090" y="919347"/>
                  </a:lnTo>
                  <a:lnTo>
                    <a:pt x="2383438" y="919197"/>
                  </a:lnTo>
                  <a:lnTo>
                    <a:pt x="2384655" y="918671"/>
                  </a:lnTo>
                  <a:lnTo>
                    <a:pt x="2388655" y="916944"/>
                  </a:lnTo>
                  <a:lnTo>
                    <a:pt x="2390046" y="916343"/>
                  </a:lnTo>
                  <a:lnTo>
                    <a:pt x="2390568" y="916118"/>
                  </a:lnTo>
                  <a:lnTo>
                    <a:pt x="2392654" y="915217"/>
                  </a:lnTo>
                  <a:lnTo>
                    <a:pt x="2394393" y="914466"/>
                  </a:lnTo>
                  <a:lnTo>
                    <a:pt x="2397350" y="913189"/>
                  </a:lnTo>
                  <a:lnTo>
                    <a:pt x="2397871" y="912964"/>
                  </a:lnTo>
                  <a:lnTo>
                    <a:pt x="2401349" y="911461"/>
                  </a:lnTo>
                  <a:lnTo>
                    <a:pt x="2401523" y="911386"/>
                  </a:lnTo>
                  <a:lnTo>
                    <a:pt x="2405001" y="909884"/>
                  </a:lnTo>
                  <a:lnTo>
                    <a:pt x="2406740" y="909133"/>
                  </a:lnTo>
                  <a:lnTo>
                    <a:pt x="2407088" y="908982"/>
                  </a:lnTo>
                  <a:lnTo>
                    <a:pt x="2409001" y="908156"/>
                  </a:lnTo>
                  <a:lnTo>
                    <a:pt x="2412653" y="906578"/>
                  </a:lnTo>
                  <a:lnTo>
                    <a:pt x="2414566" y="905751"/>
                  </a:lnTo>
                  <a:lnTo>
                    <a:pt x="2416478" y="904925"/>
                  </a:lnTo>
                  <a:lnTo>
                    <a:pt x="2416652" y="904850"/>
                  </a:lnTo>
                  <a:lnTo>
                    <a:pt x="2418391" y="904098"/>
                  </a:lnTo>
                  <a:lnTo>
                    <a:pt x="2423782" y="901768"/>
                  </a:lnTo>
                  <a:lnTo>
                    <a:pt x="2427434" y="900190"/>
                  </a:lnTo>
                  <a:lnTo>
                    <a:pt x="2427608" y="900115"/>
                  </a:lnTo>
                  <a:lnTo>
                    <a:pt x="2428130" y="899889"/>
                  </a:lnTo>
                  <a:lnTo>
                    <a:pt x="2430216" y="898987"/>
                  </a:lnTo>
                  <a:lnTo>
                    <a:pt x="2431260" y="898536"/>
                  </a:lnTo>
                  <a:lnTo>
                    <a:pt x="2432825" y="897860"/>
                  </a:lnTo>
                  <a:lnTo>
                    <a:pt x="2434564" y="897108"/>
                  </a:lnTo>
                  <a:lnTo>
                    <a:pt x="2434912" y="896957"/>
                  </a:lnTo>
                  <a:lnTo>
                    <a:pt x="2435433" y="896732"/>
                  </a:lnTo>
                  <a:lnTo>
                    <a:pt x="2436824" y="896130"/>
                  </a:lnTo>
                  <a:lnTo>
                    <a:pt x="2436998" y="896055"/>
                  </a:lnTo>
                  <a:lnTo>
                    <a:pt x="2438563" y="895379"/>
                  </a:lnTo>
                  <a:lnTo>
                    <a:pt x="2438911" y="895228"/>
                  </a:lnTo>
                  <a:lnTo>
                    <a:pt x="2444128" y="892973"/>
                  </a:lnTo>
                  <a:lnTo>
                    <a:pt x="2446041" y="892145"/>
                  </a:lnTo>
                  <a:lnTo>
                    <a:pt x="2446389" y="891995"/>
                  </a:lnTo>
                  <a:lnTo>
                    <a:pt x="2446737" y="891845"/>
                  </a:lnTo>
                  <a:lnTo>
                    <a:pt x="2449345" y="890717"/>
                  </a:lnTo>
                  <a:lnTo>
                    <a:pt x="2451258" y="889889"/>
                  </a:lnTo>
                  <a:lnTo>
                    <a:pt x="2452997" y="889137"/>
                  </a:lnTo>
                  <a:lnTo>
                    <a:pt x="2457170" y="887332"/>
                  </a:lnTo>
                  <a:lnTo>
                    <a:pt x="2459431" y="886354"/>
                  </a:lnTo>
                  <a:lnTo>
                    <a:pt x="2459953" y="886128"/>
                  </a:lnTo>
                  <a:lnTo>
                    <a:pt x="2461344" y="885527"/>
                  </a:lnTo>
                  <a:lnTo>
                    <a:pt x="2462735" y="884925"/>
                  </a:lnTo>
                  <a:lnTo>
                    <a:pt x="2466561" y="883270"/>
                  </a:lnTo>
                  <a:lnTo>
                    <a:pt x="2468822" y="882292"/>
                  </a:lnTo>
                  <a:lnTo>
                    <a:pt x="2479951" y="877476"/>
                  </a:lnTo>
                  <a:lnTo>
                    <a:pt x="2483777" y="875820"/>
                  </a:lnTo>
                  <a:lnTo>
                    <a:pt x="2488298" y="873863"/>
                  </a:lnTo>
                  <a:lnTo>
                    <a:pt x="2488820" y="873637"/>
                  </a:lnTo>
                  <a:lnTo>
                    <a:pt x="2492298" y="872132"/>
                  </a:lnTo>
                  <a:lnTo>
                    <a:pt x="2496819" y="870174"/>
                  </a:lnTo>
                  <a:lnTo>
                    <a:pt x="2497862" y="869722"/>
                  </a:lnTo>
                  <a:lnTo>
                    <a:pt x="2500645" y="868518"/>
                  </a:lnTo>
                  <a:lnTo>
                    <a:pt x="2504297" y="866936"/>
                  </a:lnTo>
                  <a:lnTo>
                    <a:pt x="2505166" y="866560"/>
                  </a:lnTo>
                  <a:lnTo>
                    <a:pt x="2507079" y="865732"/>
                  </a:lnTo>
                  <a:lnTo>
                    <a:pt x="2515600" y="862041"/>
                  </a:lnTo>
                  <a:lnTo>
                    <a:pt x="2521860" y="859330"/>
                  </a:lnTo>
                  <a:lnTo>
                    <a:pt x="2523947" y="858426"/>
                  </a:lnTo>
                  <a:lnTo>
                    <a:pt x="2524121" y="858350"/>
                  </a:lnTo>
                  <a:lnTo>
                    <a:pt x="2527425" y="856919"/>
                  </a:lnTo>
                  <a:lnTo>
                    <a:pt x="2531077" y="855337"/>
                  </a:lnTo>
                  <a:lnTo>
                    <a:pt x="2535598" y="853377"/>
                  </a:lnTo>
                  <a:lnTo>
                    <a:pt x="2539076" y="851870"/>
                  </a:lnTo>
                  <a:lnTo>
                    <a:pt x="2544989" y="849308"/>
                  </a:lnTo>
                  <a:lnTo>
                    <a:pt x="2547249" y="848328"/>
                  </a:lnTo>
                  <a:lnTo>
                    <a:pt x="2547945" y="848027"/>
                  </a:lnTo>
                  <a:lnTo>
                    <a:pt x="2552118" y="846218"/>
                  </a:lnTo>
                  <a:lnTo>
                    <a:pt x="2553684" y="845539"/>
                  </a:lnTo>
                  <a:lnTo>
                    <a:pt x="2556640" y="844257"/>
                  </a:lnTo>
                  <a:lnTo>
                    <a:pt x="2556988" y="844107"/>
                  </a:lnTo>
                  <a:lnTo>
                    <a:pt x="2557335" y="843956"/>
                  </a:lnTo>
                  <a:lnTo>
                    <a:pt x="2558553" y="843428"/>
                  </a:lnTo>
                  <a:lnTo>
                    <a:pt x="2562552" y="841694"/>
                  </a:lnTo>
                  <a:lnTo>
                    <a:pt x="2563943" y="841091"/>
                  </a:lnTo>
                  <a:lnTo>
                    <a:pt x="2564465" y="840865"/>
                  </a:lnTo>
                  <a:lnTo>
                    <a:pt x="2566552" y="839960"/>
                  </a:lnTo>
                  <a:lnTo>
                    <a:pt x="2568291" y="839206"/>
                  </a:lnTo>
                  <a:lnTo>
                    <a:pt x="2571247" y="837924"/>
                  </a:lnTo>
                  <a:lnTo>
                    <a:pt x="2571769" y="837697"/>
                  </a:lnTo>
                  <a:lnTo>
                    <a:pt x="2575247" y="836189"/>
                  </a:lnTo>
                  <a:lnTo>
                    <a:pt x="2575421" y="836114"/>
                  </a:lnTo>
                  <a:lnTo>
                    <a:pt x="2578899" y="834605"/>
                  </a:lnTo>
                  <a:lnTo>
                    <a:pt x="2580638" y="833851"/>
                  </a:lnTo>
                  <a:lnTo>
                    <a:pt x="2580985" y="833700"/>
                  </a:lnTo>
                  <a:lnTo>
                    <a:pt x="2582898" y="832870"/>
                  </a:lnTo>
                  <a:lnTo>
                    <a:pt x="2586550" y="831286"/>
                  </a:lnTo>
                  <a:lnTo>
                    <a:pt x="2588463" y="830456"/>
                  </a:lnTo>
                  <a:lnTo>
                    <a:pt x="2590376" y="829626"/>
                  </a:lnTo>
                  <a:lnTo>
                    <a:pt x="2590550" y="829551"/>
                  </a:lnTo>
                  <a:lnTo>
                    <a:pt x="2592115" y="828872"/>
                  </a:lnTo>
                  <a:lnTo>
                    <a:pt x="2592289" y="828796"/>
                  </a:lnTo>
                  <a:lnTo>
                    <a:pt x="2597680" y="826457"/>
                  </a:lnTo>
                  <a:lnTo>
                    <a:pt x="2601331" y="824873"/>
                  </a:lnTo>
                  <a:lnTo>
                    <a:pt x="2601505" y="824797"/>
                  </a:lnTo>
                  <a:lnTo>
                    <a:pt x="2602027" y="824571"/>
                  </a:lnTo>
                  <a:lnTo>
                    <a:pt x="2604114" y="823665"/>
                  </a:lnTo>
                  <a:lnTo>
                    <a:pt x="2605157" y="823212"/>
                  </a:lnTo>
                  <a:lnTo>
                    <a:pt x="2606722" y="822533"/>
                  </a:lnTo>
                  <a:lnTo>
                    <a:pt x="2608461" y="821778"/>
                  </a:lnTo>
                  <a:lnTo>
                    <a:pt x="2608809" y="821628"/>
                  </a:lnTo>
                  <a:lnTo>
                    <a:pt x="2609331" y="821401"/>
                  </a:lnTo>
                  <a:lnTo>
                    <a:pt x="2610722" y="820797"/>
                  </a:lnTo>
                  <a:lnTo>
                    <a:pt x="2610896" y="820722"/>
                  </a:lnTo>
                  <a:lnTo>
                    <a:pt x="2612461" y="820042"/>
                  </a:lnTo>
                  <a:lnTo>
                    <a:pt x="2612809" y="819892"/>
                  </a:lnTo>
                  <a:lnTo>
                    <a:pt x="2618026" y="817627"/>
                  </a:lnTo>
                  <a:lnTo>
                    <a:pt x="2619938" y="816797"/>
                  </a:lnTo>
                  <a:lnTo>
                    <a:pt x="2620286" y="816646"/>
                  </a:lnTo>
                  <a:lnTo>
                    <a:pt x="2620634" y="816495"/>
                  </a:lnTo>
                  <a:lnTo>
                    <a:pt x="2623242" y="815362"/>
                  </a:lnTo>
                  <a:lnTo>
                    <a:pt x="2625155" y="814532"/>
                  </a:lnTo>
                  <a:lnTo>
                    <a:pt x="2626894" y="813777"/>
                  </a:lnTo>
                  <a:lnTo>
                    <a:pt x="2631068" y="811964"/>
                  </a:lnTo>
                  <a:lnTo>
                    <a:pt x="2633850" y="810756"/>
                  </a:lnTo>
                  <a:lnTo>
                    <a:pt x="2635241" y="810152"/>
                  </a:lnTo>
                  <a:lnTo>
                    <a:pt x="2636633" y="809548"/>
                  </a:lnTo>
                  <a:lnTo>
                    <a:pt x="2640458" y="807886"/>
                  </a:lnTo>
                  <a:lnTo>
                    <a:pt x="2642719" y="806904"/>
                  </a:lnTo>
                  <a:lnTo>
                    <a:pt x="2653848" y="802070"/>
                  </a:lnTo>
                  <a:lnTo>
                    <a:pt x="2657674" y="800408"/>
                  </a:lnTo>
                  <a:lnTo>
                    <a:pt x="2662196" y="798443"/>
                  </a:lnTo>
                  <a:lnTo>
                    <a:pt x="2662717" y="798216"/>
                  </a:lnTo>
                  <a:lnTo>
                    <a:pt x="2666195" y="796705"/>
                  </a:lnTo>
                  <a:lnTo>
                    <a:pt x="2670716" y="794740"/>
                  </a:lnTo>
                  <a:lnTo>
                    <a:pt x="2671760" y="794287"/>
                  </a:lnTo>
                  <a:lnTo>
                    <a:pt x="2674542" y="793078"/>
                  </a:lnTo>
                  <a:lnTo>
                    <a:pt x="2678194" y="791490"/>
                  </a:lnTo>
                  <a:lnTo>
                    <a:pt x="2679064" y="791112"/>
                  </a:lnTo>
                  <a:lnTo>
                    <a:pt x="2680976" y="790281"/>
                  </a:lnTo>
                  <a:lnTo>
                    <a:pt x="2689497" y="786577"/>
                  </a:lnTo>
                  <a:lnTo>
                    <a:pt x="2695758" y="783855"/>
                  </a:lnTo>
                  <a:lnTo>
                    <a:pt x="2697844" y="782947"/>
                  </a:lnTo>
                  <a:lnTo>
                    <a:pt x="2698018" y="782872"/>
                  </a:lnTo>
                  <a:lnTo>
                    <a:pt x="2701322" y="781435"/>
                  </a:lnTo>
                  <a:lnTo>
                    <a:pt x="2704974" y="779847"/>
                  </a:lnTo>
                  <a:lnTo>
                    <a:pt x="2709496" y="777880"/>
                  </a:lnTo>
                  <a:lnTo>
                    <a:pt x="2712974" y="776367"/>
                  </a:lnTo>
                  <a:lnTo>
                    <a:pt x="2718886" y="773796"/>
                  </a:lnTo>
                  <a:lnTo>
                    <a:pt x="2721147" y="772812"/>
                  </a:lnTo>
                  <a:lnTo>
                    <a:pt x="2721842" y="772509"/>
                  </a:lnTo>
                  <a:lnTo>
                    <a:pt x="2726016" y="770694"/>
                  </a:lnTo>
                  <a:lnTo>
                    <a:pt x="2727581" y="770013"/>
                  </a:lnTo>
                  <a:lnTo>
                    <a:pt x="2730537" y="768726"/>
                  </a:lnTo>
                  <a:lnTo>
                    <a:pt x="2730885" y="768575"/>
                  </a:lnTo>
                  <a:lnTo>
                    <a:pt x="2731233" y="768424"/>
                  </a:lnTo>
                  <a:lnTo>
                    <a:pt x="2732450" y="767894"/>
                  </a:lnTo>
                  <a:lnTo>
                    <a:pt x="2736450" y="766153"/>
                  </a:lnTo>
                  <a:lnTo>
                    <a:pt x="2737841" y="765548"/>
                  </a:lnTo>
                  <a:lnTo>
                    <a:pt x="2738363" y="765321"/>
                  </a:lnTo>
                  <a:lnTo>
                    <a:pt x="2740449" y="764413"/>
                  </a:lnTo>
                  <a:lnTo>
                    <a:pt x="2742188" y="763656"/>
                  </a:lnTo>
                  <a:lnTo>
                    <a:pt x="2745145" y="762369"/>
                  </a:lnTo>
                  <a:lnTo>
                    <a:pt x="2745666" y="762142"/>
                  </a:lnTo>
                  <a:lnTo>
                    <a:pt x="2749144" y="760628"/>
                  </a:lnTo>
                  <a:lnTo>
                    <a:pt x="2749318" y="760553"/>
                  </a:lnTo>
                  <a:lnTo>
                    <a:pt x="2752796" y="759039"/>
                  </a:lnTo>
                  <a:lnTo>
                    <a:pt x="2754535" y="758282"/>
                  </a:lnTo>
                  <a:lnTo>
                    <a:pt x="2754883" y="758130"/>
                  </a:lnTo>
                  <a:lnTo>
                    <a:pt x="2756796" y="757297"/>
                  </a:lnTo>
                  <a:lnTo>
                    <a:pt x="2760448" y="755708"/>
                  </a:lnTo>
                  <a:lnTo>
                    <a:pt x="2762360" y="754875"/>
                  </a:lnTo>
                  <a:lnTo>
                    <a:pt x="2764273" y="754042"/>
                  </a:lnTo>
                  <a:lnTo>
                    <a:pt x="2764447" y="753966"/>
                  </a:lnTo>
                  <a:lnTo>
                    <a:pt x="2766012" y="753285"/>
                  </a:lnTo>
                  <a:lnTo>
                    <a:pt x="2766186" y="753209"/>
                  </a:lnTo>
                  <a:lnTo>
                    <a:pt x="2771577" y="750861"/>
                  </a:lnTo>
                  <a:lnTo>
                    <a:pt x="2775229" y="749271"/>
                  </a:lnTo>
                  <a:lnTo>
                    <a:pt x="2775403" y="749195"/>
                  </a:lnTo>
                  <a:lnTo>
                    <a:pt x="2775924" y="748968"/>
                  </a:lnTo>
                  <a:lnTo>
                    <a:pt x="2778011" y="748059"/>
                  </a:lnTo>
                  <a:lnTo>
                    <a:pt x="2780620" y="746923"/>
                  </a:lnTo>
                  <a:lnTo>
                    <a:pt x="2782359" y="746166"/>
                  </a:lnTo>
                  <a:lnTo>
                    <a:pt x="2782706" y="746014"/>
                  </a:lnTo>
                  <a:lnTo>
                    <a:pt x="2783228" y="745787"/>
                  </a:lnTo>
                  <a:lnTo>
                    <a:pt x="2784619" y="745181"/>
                  </a:lnTo>
                  <a:lnTo>
                    <a:pt x="2784793" y="745105"/>
                  </a:lnTo>
                  <a:lnTo>
                    <a:pt x="2786358" y="744423"/>
                  </a:lnTo>
                  <a:lnTo>
                    <a:pt x="2786706" y="744272"/>
                  </a:lnTo>
                  <a:lnTo>
                    <a:pt x="2791923" y="741999"/>
                  </a:lnTo>
                  <a:lnTo>
                    <a:pt x="2793836" y="741166"/>
                  </a:lnTo>
                  <a:lnTo>
                    <a:pt x="2794184" y="741014"/>
                  </a:lnTo>
                  <a:lnTo>
                    <a:pt x="2794531" y="740863"/>
                  </a:lnTo>
                  <a:lnTo>
                    <a:pt x="2797140" y="739726"/>
                  </a:lnTo>
                  <a:lnTo>
                    <a:pt x="2799053" y="738893"/>
                  </a:lnTo>
                  <a:lnTo>
                    <a:pt x="2800792" y="738135"/>
                  </a:lnTo>
                  <a:lnTo>
                    <a:pt x="2804965" y="736316"/>
                  </a:lnTo>
                  <a:lnTo>
                    <a:pt x="2807226" y="735331"/>
                  </a:lnTo>
                  <a:lnTo>
                    <a:pt x="2807748" y="735104"/>
                  </a:lnTo>
                  <a:lnTo>
                    <a:pt x="2809139" y="734498"/>
                  </a:lnTo>
                  <a:lnTo>
                    <a:pt x="2810530" y="733891"/>
                  </a:lnTo>
                  <a:lnTo>
                    <a:pt x="2814356" y="732224"/>
                  </a:lnTo>
                  <a:lnTo>
                    <a:pt x="2816616" y="731239"/>
                  </a:lnTo>
                  <a:lnTo>
                    <a:pt x="2827746" y="726387"/>
                  </a:lnTo>
                  <a:lnTo>
                    <a:pt x="2831572" y="724719"/>
                  </a:lnTo>
                  <a:lnTo>
                    <a:pt x="2836093" y="722748"/>
                  </a:lnTo>
                  <a:lnTo>
                    <a:pt x="2836615" y="722520"/>
                  </a:lnTo>
                  <a:lnTo>
                    <a:pt x="2840093" y="721004"/>
                  </a:lnTo>
                  <a:lnTo>
                    <a:pt x="2844614" y="719032"/>
                  </a:lnTo>
                  <a:lnTo>
                    <a:pt x="2845657" y="718577"/>
                  </a:lnTo>
                  <a:lnTo>
                    <a:pt x="2848440" y="717364"/>
                  </a:lnTo>
                  <a:lnTo>
                    <a:pt x="2852092" y="715771"/>
                  </a:lnTo>
                  <a:lnTo>
                    <a:pt x="2852961" y="715392"/>
                  </a:lnTo>
                  <a:lnTo>
                    <a:pt x="2854874" y="714557"/>
                  </a:lnTo>
                  <a:lnTo>
                    <a:pt x="2863395" y="710840"/>
                  </a:lnTo>
                  <a:lnTo>
                    <a:pt x="2869655" y="708109"/>
                  </a:lnTo>
                  <a:lnTo>
                    <a:pt x="2871742" y="707199"/>
                  </a:lnTo>
                  <a:lnTo>
                    <a:pt x="2871916" y="707123"/>
                  </a:lnTo>
                  <a:lnTo>
                    <a:pt x="2875220" y="705681"/>
                  </a:lnTo>
                  <a:lnTo>
                    <a:pt x="2878872" y="704088"/>
                  </a:lnTo>
                  <a:lnTo>
                    <a:pt x="2883393" y="702115"/>
                  </a:lnTo>
                  <a:lnTo>
                    <a:pt x="2886871" y="700597"/>
                  </a:lnTo>
                  <a:lnTo>
                    <a:pt x="2892784" y="698016"/>
                  </a:lnTo>
                  <a:lnTo>
                    <a:pt x="2895044" y="697029"/>
                  </a:lnTo>
                  <a:lnTo>
                    <a:pt x="2895740" y="696726"/>
                  </a:lnTo>
                  <a:lnTo>
                    <a:pt x="2899913" y="694904"/>
                  </a:lnTo>
                  <a:lnTo>
                    <a:pt x="2901478" y="694221"/>
                  </a:lnTo>
                  <a:lnTo>
                    <a:pt x="2904435" y="692930"/>
                  </a:lnTo>
                  <a:lnTo>
                    <a:pt x="2904782" y="692778"/>
                  </a:lnTo>
                  <a:lnTo>
                    <a:pt x="2905130" y="692626"/>
                  </a:lnTo>
                  <a:lnTo>
                    <a:pt x="2906348" y="692095"/>
                  </a:lnTo>
                  <a:lnTo>
                    <a:pt x="2910347" y="690349"/>
                  </a:lnTo>
                  <a:lnTo>
                    <a:pt x="2911738" y="689741"/>
                  </a:lnTo>
                  <a:lnTo>
                    <a:pt x="2912260" y="689513"/>
                  </a:lnTo>
                  <a:lnTo>
                    <a:pt x="2914347" y="688602"/>
                  </a:lnTo>
                  <a:lnTo>
                    <a:pt x="2916086" y="687843"/>
                  </a:lnTo>
                  <a:lnTo>
                    <a:pt x="2919042" y="686552"/>
                  </a:lnTo>
                  <a:lnTo>
                    <a:pt x="2919564" y="686324"/>
                  </a:lnTo>
                  <a:lnTo>
                    <a:pt x="2923042" y="684805"/>
                  </a:lnTo>
                  <a:lnTo>
                    <a:pt x="2923216" y="684729"/>
                  </a:lnTo>
                  <a:lnTo>
                    <a:pt x="2926694" y="683210"/>
                  </a:lnTo>
                  <a:lnTo>
                    <a:pt x="2928433" y="682451"/>
                  </a:lnTo>
                  <a:lnTo>
                    <a:pt x="2928780" y="682299"/>
                  </a:lnTo>
                  <a:lnTo>
                    <a:pt x="2930693" y="681463"/>
                  </a:lnTo>
                  <a:lnTo>
                    <a:pt x="2934345" y="679868"/>
                  </a:lnTo>
                  <a:lnTo>
                    <a:pt x="2936258" y="679033"/>
                  </a:lnTo>
                  <a:lnTo>
                    <a:pt x="2938171" y="678197"/>
                  </a:lnTo>
                  <a:lnTo>
                    <a:pt x="2938345" y="678121"/>
                  </a:lnTo>
                  <a:lnTo>
                    <a:pt x="2940084" y="677361"/>
                  </a:lnTo>
                  <a:lnTo>
                    <a:pt x="2945474" y="675006"/>
                  </a:lnTo>
                  <a:lnTo>
                    <a:pt x="2949126" y="673411"/>
                  </a:lnTo>
                  <a:lnTo>
                    <a:pt x="2949300" y="673335"/>
                  </a:lnTo>
                  <a:lnTo>
                    <a:pt x="2949822" y="673107"/>
                  </a:lnTo>
                  <a:lnTo>
                    <a:pt x="2951909" y="672195"/>
                  </a:lnTo>
                  <a:lnTo>
                    <a:pt x="2952952" y="671739"/>
                  </a:lnTo>
                  <a:lnTo>
                    <a:pt x="2954517" y="671055"/>
                  </a:lnTo>
                  <a:lnTo>
                    <a:pt x="2956256" y="670295"/>
                  </a:lnTo>
                  <a:lnTo>
                    <a:pt x="2956604" y="670143"/>
                  </a:lnTo>
                  <a:lnTo>
                    <a:pt x="2957126" y="669915"/>
                  </a:lnTo>
                  <a:lnTo>
                    <a:pt x="2958517" y="669307"/>
                  </a:lnTo>
                  <a:lnTo>
                    <a:pt x="2958691" y="669231"/>
                  </a:lnTo>
                  <a:lnTo>
                    <a:pt x="2960256" y="668547"/>
                  </a:lnTo>
                  <a:lnTo>
                    <a:pt x="2960604" y="668395"/>
                  </a:lnTo>
                  <a:lnTo>
                    <a:pt x="2965820" y="666115"/>
                  </a:lnTo>
                  <a:lnTo>
                    <a:pt x="2967733" y="665279"/>
                  </a:lnTo>
                  <a:lnTo>
                    <a:pt x="2968081" y="665127"/>
                  </a:lnTo>
                  <a:lnTo>
                    <a:pt x="2968429" y="664975"/>
                  </a:lnTo>
                  <a:lnTo>
                    <a:pt x="2971037" y="663835"/>
                  </a:lnTo>
                  <a:lnTo>
                    <a:pt x="2972950" y="662999"/>
                  </a:lnTo>
                  <a:lnTo>
                    <a:pt x="2974689" y="662239"/>
                  </a:lnTo>
                  <a:lnTo>
                    <a:pt x="2978863" y="660415"/>
                  </a:lnTo>
                  <a:lnTo>
                    <a:pt x="2981123" y="659426"/>
                  </a:lnTo>
                  <a:lnTo>
                    <a:pt x="2981645" y="659198"/>
                  </a:lnTo>
                  <a:lnTo>
                    <a:pt x="2983036" y="658590"/>
                  </a:lnTo>
                  <a:lnTo>
                    <a:pt x="2984427" y="657982"/>
                  </a:lnTo>
                  <a:lnTo>
                    <a:pt x="2988253" y="656309"/>
                  </a:lnTo>
                  <a:lnTo>
                    <a:pt x="2990514" y="655321"/>
                  </a:lnTo>
                  <a:lnTo>
                    <a:pt x="3001643" y="650454"/>
                  </a:lnTo>
                  <a:lnTo>
                    <a:pt x="3005469" y="648781"/>
                  </a:lnTo>
                  <a:lnTo>
                    <a:pt x="3009990" y="646803"/>
                  </a:lnTo>
                  <a:lnTo>
                    <a:pt x="3010512" y="646575"/>
                  </a:lnTo>
                  <a:lnTo>
                    <a:pt x="3013990" y="645054"/>
                  </a:lnTo>
                  <a:lnTo>
                    <a:pt x="3019555" y="642620"/>
                  </a:lnTo>
                  <a:lnTo>
                    <a:pt x="3022337" y="641402"/>
                  </a:lnTo>
                  <a:lnTo>
                    <a:pt x="3025989" y="639805"/>
                  </a:lnTo>
                  <a:lnTo>
                    <a:pt x="3026858" y="639424"/>
                  </a:lnTo>
                  <a:lnTo>
                    <a:pt x="3028771" y="638587"/>
                  </a:lnTo>
                  <a:lnTo>
                    <a:pt x="3037292" y="634859"/>
                  </a:lnTo>
                  <a:lnTo>
                    <a:pt x="3043553" y="632119"/>
                  </a:lnTo>
                  <a:lnTo>
                    <a:pt x="3045639" y="631206"/>
                  </a:lnTo>
                  <a:lnTo>
                    <a:pt x="3045813" y="631130"/>
                  </a:lnTo>
                  <a:lnTo>
                    <a:pt x="3049117" y="629684"/>
                  </a:lnTo>
                  <a:lnTo>
                    <a:pt x="3052769" y="628086"/>
                  </a:lnTo>
                  <a:lnTo>
                    <a:pt x="3057291" y="626107"/>
                  </a:lnTo>
                  <a:lnTo>
                    <a:pt x="3060768" y="624584"/>
                  </a:lnTo>
                  <a:lnTo>
                    <a:pt x="3066681" y="621996"/>
                  </a:lnTo>
                  <a:lnTo>
                    <a:pt x="3068942" y="621006"/>
                  </a:lnTo>
                  <a:lnTo>
                    <a:pt x="3069637" y="620702"/>
                  </a:lnTo>
                  <a:lnTo>
                    <a:pt x="3073811" y="618874"/>
                  </a:lnTo>
                  <a:lnTo>
                    <a:pt x="3075376" y="618189"/>
                  </a:lnTo>
                  <a:lnTo>
                    <a:pt x="3078332" y="616894"/>
                  </a:lnTo>
                  <a:lnTo>
                    <a:pt x="3078680" y="616742"/>
                  </a:lnTo>
                  <a:lnTo>
                    <a:pt x="3079028" y="616590"/>
                  </a:lnTo>
                  <a:lnTo>
                    <a:pt x="3080245" y="616057"/>
                  </a:lnTo>
                  <a:lnTo>
                    <a:pt x="3084245" y="614305"/>
                  </a:lnTo>
                  <a:lnTo>
                    <a:pt x="3085636" y="613696"/>
                  </a:lnTo>
                  <a:lnTo>
                    <a:pt x="3086157" y="613468"/>
                  </a:lnTo>
                  <a:lnTo>
                    <a:pt x="3088244" y="612554"/>
                  </a:lnTo>
                  <a:lnTo>
                    <a:pt x="3089983" y="611792"/>
                  </a:lnTo>
                  <a:lnTo>
                    <a:pt x="3092939" y="610497"/>
                  </a:lnTo>
                  <a:lnTo>
                    <a:pt x="3093461" y="610269"/>
                  </a:lnTo>
                  <a:lnTo>
                    <a:pt x="3096939" y="608746"/>
                  </a:lnTo>
                  <a:lnTo>
                    <a:pt x="3097113" y="608669"/>
                  </a:lnTo>
                  <a:lnTo>
                    <a:pt x="3100591" y="607146"/>
                  </a:lnTo>
                  <a:lnTo>
                    <a:pt x="3102330" y="606384"/>
                  </a:lnTo>
                  <a:lnTo>
                    <a:pt x="3102678" y="606232"/>
                  </a:lnTo>
                  <a:lnTo>
                    <a:pt x="3104591" y="605394"/>
                  </a:lnTo>
                  <a:lnTo>
                    <a:pt x="3108242" y="603794"/>
                  </a:lnTo>
                  <a:lnTo>
                    <a:pt x="3110155" y="602956"/>
                  </a:lnTo>
                  <a:lnTo>
                    <a:pt x="3112068" y="602118"/>
                  </a:lnTo>
                  <a:lnTo>
                    <a:pt x="3112242" y="602042"/>
                  </a:lnTo>
                  <a:lnTo>
                    <a:pt x="3113807" y="601356"/>
                  </a:lnTo>
                  <a:lnTo>
                    <a:pt x="3113981" y="601280"/>
                  </a:lnTo>
                  <a:lnTo>
                    <a:pt x="3119372" y="598918"/>
                  </a:lnTo>
                  <a:lnTo>
                    <a:pt x="3123024" y="597318"/>
                  </a:lnTo>
                  <a:lnTo>
                    <a:pt x="3123198" y="597242"/>
                  </a:lnTo>
                  <a:lnTo>
                    <a:pt x="3123719" y="597013"/>
                  </a:lnTo>
                  <a:lnTo>
                    <a:pt x="3125806" y="596098"/>
                  </a:lnTo>
                  <a:lnTo>
                    <a:pt x="3126849" y="595641"/>
                  </a:lnTo>
                  <a:lnTo>
                    <a:pt x="3128415" y="594955"/>
                  </a:lnTo>
                  <a:lnTo>
                    <a:pt x="3130154" y="594193"/>
                  </a:lnTo>
                  <a:lnTo>
                    <a:pt x="3130501" y="594041"/>
                  </a:lnTo>
                  <a:lnTo>
                    <a:pt x="3131023" y="593812"/>
                  </a:lnTo>
                  <a:lnTo>
                    <a:pt x="3132414" y="593203"/>
                  </a:lnTo>
                  <a:lnTo>
                    <a:pt x="3132588" y="593126"/>
                  </a:lnTo>
                  <a:lnTo>
                    <a:pt x="3134153" y="592440"/>
                  </a:lnTo>
                  <a:lnTo>
                    <a:pt x="3134501" y="592288"/>
                  </a:lnTo>
                  <a:lnTo>
                    <a:pt x="3139718" y="590001"/>
                  </a:lnTo>
                  <a:lnTo>
                    <a:pt x="3141631" y="589163"/>
                  </a:lnTo>
                  <a:lnTo>
                    <a:pt x="3141979" y="589011"/>
                  </a:lnTo>
                  <a:lnTo>
                    <a:pt x="3142326" y="588858"/>
                  </a:lnTo>
                  <a:lnTo>
                    <a:pt x="3144935" y="587715"/>
                  </a:lnTo>
                  <a:lnTo>
                    <a:pt x="3146848" y="586876"/>
                  </a:lnTo>
                  <a:lnTo>
                    <a:pt x="3148587" y="586114"/>
                  </a:lnTo>
                  <a:lnTo>
                    <a:pt x="3152760" y="584284"/>
                  </a:lnTo>
                  <a:lnTo>
                    <a:pt x="3155021" y="583293"/>
                  </a:lnTo>
                  <a:lnTo>
                    <a:pt x="3155543" y="583065"/>
                  </a:lnTo>
                  <a:lnTo>
                    <a:pt x="3156934" y="582455"/>
                  </a:lnTo>
                  <a:lnTo>
                    <a:pt x="3158325" y="581845"/>
                  </a:lnTo>
                  <a:lnTo>
                    <a:pt x="3162151" y="580167"/>
                  </a:lnTo>
                  <a:lnTo>
                    <a:pt x="3164411" y="579176"/>
                  </a:lnTo>
                  <a:lnTo>
                    <a:pt x="3175541" y="574296"/>
                  </a:lnTo>
                  <a:lnTo>
                    <a:pt x="3179367" y="572618"/>
                  </a:lnTo>
                  <a:lnTo>
                    <a:pt x="3183888" y="570635"/>
                  </a:lnTo>
                  <a:lnTo>
                    <a:pt x="3184410" y="570406"/>
                  </a:lnTo>
                  <a:lnTo>
                    <a:pt x="3187888" y="568881"/>
                  </a:lnTo>
                  <a:lnTo>
                    <a:pt x="3192409" y="566897"/>
                  </a:lnTo>
                  <a:lnTo>
                    <a:pt x="3193452" y="566440"/>
                  </a:lnTo>
                  <a:lnTo>
                    <a:pt x="3196235" y="565219"/>
                  </a:lnTo>
                  <a:lnTo>
                    <a:pt x="3199886" y="563617"/>
                  </a:lnTo>
                  <a:lnTo>
                    <a:pt x="3200756" y="563236"/>
                  </a:lnTo>
                  <a:lnTo>
                    <a:pt x="3202669" y="562396"/>
                  </a:lnTo>
                  <a:lnTo>
                    <a:pt x="3211190" y="558658"/>
                  </a:lnTo>
                  <a:lnTo>
                    <a:pt x="3217450" y="555911"/>
                  </a:lnTo>
                  <a:lnTo>
                    <a:pt x="3219537" y="554995"/>
                  </a:lnTo>
                  <a:lnTo>
                    <a:pt x="3219711" y="554919"/>
                  </a:lnTo>
                  <a:lnTo>
                    <a:pt x="3223015" y="553469"/>
                  </a:lnTo>
                  <a:lnTo>
                    <a:pt x="3226667" y="551866"/>
                  </a:lnTo>
                  <a:lnTo>
                    <a:pt x="3231188" y="549882"/>
                  </a:lnTo>
                  <a:lnTo>
                    <a:pt x="3234666" y="548355"/>
                  </a:lnTo>
                  <a:lnTo>
                    <a:pt x="3240578" y="545760"/>
                  </a:lnTo>
                  <a:lnTo>
                    <a:pt x="3242839" y="544767"/>
                  </a:lnTo>
                  <a:lnTo>
                    <a:pt x="3243535" y="544462"/>
                  </a:lnTo>
                  <a:lnTo>
                    <a:pt x="3247708" y="542630"/>
                  </a:lnTo>
                  <a:lnTo>
                    <a:pt x="3249273" y="541943"/>
                  </a:lnTo>
                  <a:lnTo>
                    <a:pt x="3252230" y="540645"/>
                  </a:lnTo>
                  <a:lnTo>
                    <a:pt x="3252577" y="540492"/>
                  </a:lnTo>
                  <a:lnTo>
                    <a:pt x="3252925" y="540339"/>
                  </a:lnTo>
                  <a:lnTo>
                    <a:pt x="3254142" y="539805"/>
                  </a:lnTo>
                  <a:lnTo>
                    <a:pt x="3258142" y="538049"/>
                  </a:lnTo>
                  <a:lnTo>
                    <a:pt x="3259533" y="537438"/>
                  </a:lnTo>
                  <a:lnTo>
                    <a:pt x="3260055" y="537209"/>
                  </a:lnTo>
                  <a:lnTo>
                    <a:pt x="3262142" y="536293"/>
                  </a:lnTo>
                  <a:lnTo>
                    <a:pt x="3263881" y="535529"/>
                  </a:lnTo>
                  <a:lnTo>
                    <a:pt x="3266837" y="534231"/>
                  </a:lnTo>
                  <a:lnTo>
                    <a:pt x="3267359" y="534002"/>
                  </a:lnTo>
                  <a:lnTo>
                    <a:pt x="3270837" y="532474"/>
                  </a:lnTo>
                  <a:lnTo>
                    <a:pt x="3271010" y="532398"/>
                  </a:lnTo>
                  <a:lnTo>
                    <a:pt x="3274488" y="530871"/>
                  </a:lnTo>
                  <a:lnTo>
                    <a:pt x="3276227" y="530107"/>
                  </a:lnTo>
                  <a:lnTo>
                    <a:pt x="3276575" y="529954"/>
                  </a:lnTo>
                  <a:lnTo>
                    <a:pt x="3278488" y="529114"/>
                  </a:lnTo>
                  <a:lnTo>
                    <a:pt x="3282140" y="527510"/>
                  </a:lnTo>
                  <a:lnTo>
                    <a:pt x="3284053" y="526670"/>
                  </a:lnTo>
                  <a:lnTo>
                    <a:pt x="3285966" y="525830"/>
                  </a:lnTo>
                  <a:lnTo>
                    <a:pt x="3286140" y="525753"/>
                  </a:lnTo>
                  <a:lnTo>
                    <a:pt x="3287705" y="525066"/>
                  </a:lnTo>
                  <a:lnTo>
                    <a:pt x="3287879" y="524989"/>
                  </a:lnTo>
                  <a:lnTo>
                    <a:pt x="3293269" y="522621"/>
                  </a:lnTo>
                  <a:lnTo>
                    <a:pt x="3296921" y="521017"/>
                  </a:lnTo>
                  <a:lnTo>
                    <a:pt x="3297095" y="520941"/>
                  </a:lnTo>
                  <a:lnTo>
                    <a:pt x="3297617" y="520711"/>
                  </a:lnTo>
                  <a:lnTo>
                    <a:pt x="3299704" y="519795"/>
                  </a:lnTo>
                  <a:lnTo>
                    <a:pt x="3300747" y="519336"/>
                  </a:lnTo>
                  <a:lnTo>
                    <a:pt x="3302312" y="518649"/>
                  </a:lnTo>
                  <a:lnTo>
                    <a:pt x="3304051" y="517884"/>
                  </a:lnTo>
                  <a:lnTo>
                    <a:pt x="3304399" y="517732"/>
                  </a:lnTo>
                  <a:lnTo>
                    <a:pt x="3304920" y="517502"/>
                  </a:lnTo>
                  <a:lnTo>
                    <a:pt x="3306312" y="516891"/>
                  </a:lnTo>
                  <a:lnTo>
                    <a:pt x="3306486" y="516815"/>
                  </a:lnTo>
                  <a:lnTo>
                    <a:pt x="3308051" y="516127"/>
                  </a:lnTo>
                  <a:lnTo>
                    <a:pt x="3308398" y="515974"/>
                  </a:lnTo>
                  <a:lnTo>
                    <a:pt x="3313615" y="513682"/>
                  </a:lnTo>
                  <a:lnTo>
                    <a:pt x="3315528" y="512841"/>
                  </a:lnTo>
                  <a:lnTo>
                    <a:pt x="3315876" y="512689"/>
                  </a:lnTo>
                  <a:lnTo>
                    <a:pt x="3316224" y="512536"/>
                  </a:lnTo>
                  <a:lnTo>
                    <a:pt x="3318832" y="511389"/>
                  </a:lnTo>
                  <a:lnTo>
                    <a:pt x="3320745" y="510549"/>
                  </a:lnTo>
                  <a:lnTo>
                    <a:pt x="3322484" y="509785"/>
                  </a:lnTo>
                  <a:lnTo>
                    <a:pt x="3326658" y="507950"/>
                  </a:lnTo>
                  <a:lnTo>
                    <a:pt x="3328918" y="506957"/>
                  </a:lnTo>
                  <a:lnTo>
                    <a:pt x="3329440" y="506727"/>
                  </a:lnTo>
                  <a:lnTo>
                    <a:pt x="3330831" y="506116"/>
                  </a:lnTo>
                  <a:lnTo>
                    <a:pt x="3332222" y="505505"/>
                  </a:lnTo>
                  <a:lnTo>
                    <a:pt x="3336048" y="503823"/>
                  </a:lnTo>
                  <a:lnTo>
                    <a:pt x="3338309" y="502829"/>
                  </a:lnTo>
                  <a:lnTo>
                    <a:pt x="3349438" y="497937"/>
                  </a:lnTo>
                  <a:lnTo>
                    <a:pt x="3353264" y="496255"/>
                  </a:lnTo>
                  <a:lnTo>
                    <a:pt x="3357785" y="494267"/>
                  </a:lnTo>
                  <a:lnTo>
                    <a:pt x="3358307" y="494037"/>
                  </a:lnTo>
                  <a:lnTo>
                    <a:pt x="3361785" y="492508"/>
                  </a:lnTo>
                  <a:lnTo>
                    <a:pt x="3366306" y="490520"/>
                  </a:lnTo>
                  <a:lnTo>
                    <a:pt x="3367350" y="490061"/>
                  </a:lnTo>
                  <a:lnTo>
                    <a:pt x="3370132" y="488838"/>
                  </a:lnTo>
                  <a:lnTo>
                    <a:pt x="3373784" y="487232"/>
                  </a:lnTo>
                  <a:lnTo>
                    <a:pt x="3376566" y="486008"/>
                  </a:lnTo>
                  <a:lnTo>
                    <a:pt x="3385087" y="482260"/>
                  </a:lnTo>
                  <a:lnTo>
                    <a:pt x="3391348" y="479507"/>
                  </a:lnTo>
                  <a:lnTo>
                    <a:pt x="3393434" y="478589"/>
                  </a:lnTo>
                  <a:lnTo>
                    <a:pt x="3393608" y="478512"/>
                  </a:lnTo>
                  <a:lnTo>
                    <a:pt x="3396912" y="477059"/>
                  </a:lnTo>
                  <a:lnTo>
                    <a:pt x="3400564" y="475452"/>
                  </a:lnTo>
                  <a:lnTo>
                    <a:pt x="3405085" y="473463"/>
                  </a:lnTo>
                  <a:lnTo>
                    <a:pt x="3408563" y="471933"/>
                  </a:lnTo>
                  <a:lnTo>
                    <a:pt x="3414476" y="469332"/>
                  </a:lnTo>
                  <a:lnTo>
                    <a:pt x="3416737" y="468337"/>
                  </a:lnTo>
                  <a:lnTo>
                    <a:pt x="3417432" y="468031"/>
                  </a:lnTo>
                  <a:lnTo>
                    <a:pt x="3421606" y="466194"/>
                  </a:lnTo>
                  <a:lnTo>
                    <a:pt x="3423171" y="465505"/>
                  </a:lnTo>
                  <a:lnTo>
                    <a:pt x="3426127" y="464205"/>
                  </a:lnTo>
                  <a:lnTo>
                    <a:pt x="3426475" y="464051"/>
                  </a:lnTo>
                  <a:lnTo>
                    <a:pt x="3426823" y="463898"/>
                  </a:lnTo>
                  <a:lnTo>
                    <a:pt x="3428040" y="463363"/>
                  </a:lnTo>
                  <a:lnTo>
                    <a:pt x="3432040" y="461602"/>
                  </a:lnTo>
                  <a:lnTo>
                    <a:pt x="3433431" y="460990"/>
                  </a:lnTo>
                  <a:lnTo>
                    <a:pt x="3433952" y="460761"/>
                  </a:lnTo>
                  <a:lnTo>
                    <a:pt x="3436039" y="459842"/>
                  </a:lnTo>
                  <a:lnTo>
                    <a:pt x="3437778" y="459077"/>
                  </a:lnTo>
                  <a:lnTo>
                    <a:pt x="3440734" y="457776"/>
                  </a:lnTo>
                  <a:lnTo>
                    <a:pt x="3441256" y="457546"/>
                  </a:lnTo>
                  <a:lnTo>
                    <a:pt x="3444734" y="456015"/>
                  </a:lnTo>
                  <a:lnTo>
                    <a:pt x="3444908" y="455938"/>
                  </a:lnTo>
                  <a:lnTo>
                    <a:pt x="3448386" y="454408"/>
                  </a:lnTo>
                  <a:lnTo>
                    <a:pt x="3450125" y="453642"/>
                  </a:lnTo>
                  <a:lnTo>
                    <a:pt x="3450473" y="453489"/>
                  </a:lnTo>
                  <a:lnTo>
                    <a:pt x="3452386" y="452647"/>
                  </a:lnTo>
                  <a:lnTo>
                    <a:pt x="3456037" y="451039"/>
                  </a:lnTo>
                  <a:lnTo>
                    <a:pt x="3457950" y="450197"/>
                  </a:lnTo>
                  <a:lnTo>
                    <a:pt x="3459863" y="449355"/>
                  </a:lnTo>
                  <a:lnTo>
                    <a:pt x="3460037" y="449278"/>
                  </a:lnTo>
                  <a:lnTo>
                    <a:pt x="3461602" y="448589"/>
                  </a:lnTo>
                  <a:lnTo>
                    <a:pt x="3461776" y="448513"/>
                  </a:lnTo>
                  <a:lnTo>
                    <a:pt x="3467167" y="446139"/>
                  </a:lnTo>
                  <a:lnTo>
                    <a:pt x="3470819" y="444531"/>
                  </a:lnTo>
                  <a:lnTo>
                    <a:pt x="3470993" y="444455"/>
                  </a:lnTo>
                  <a:lnTo>
                    <a:pt x="3471514" y="444225"/>
                  </a:lnTo>
                  <a:lnTo>
                    <a:pt x="3473601" y="443306"/>
                  </a:lnTo>
                  <a:lnTo>
                    <a:pt x="3474644" y="442847"/>
                  </a:lnTo>
                  <a:lnTo>
                    <a:pt x="3476209" y="442157"/>
                  </a:lnTo>
                  <a:lnTo>
                    <a:pt x="3477948" y="441392"/>
                  </a:lnTo>
                  <a:lnTo>
                    <a:pt x="3478296" y="441239"/>
                  </a:lnTo>
                  <a:lnTo>
                    <a:pt x="3478818" y="441009"/>
                  </a:lnTo>
                  <a:lnTo>
                    <a:pt x="3480209" y="440396"/>
                  </a:lnTo>
                  <a:lnTo>
                    <a:pt x="3480383" y="440320"/>
                  </a:lnTo>
                  <a:lnTo>
                    <a:pt x="3481948" y="439630"/>
                  </a:lnTo>
                  <a:lnTo>
                    <a:pt x="3482296" y="439477"/>
                  </a:lnTo>
                  <a:lnTo>
                    <a:pt x="3487513" y="437180"/>
                  </a:lnTo>
                  <a:lnTo>
                    <a:pt x="3489426" y="436337"/>
                  </a:lnTo>
                  <a:lnTo>
                    <a:pt x="3489773" y="436184"/>
                  </a:lnTo>
                  <a:lnTo>
                    <a:pt x="3490121" y="436031"/>
                  </a:lnTo>
                  <a:lnTo>
                    <a:pt x="3492730" y="434882"/>
                  </a:lnTo>
                  <a:lnTo>
                    <a:pt x="3494643" y="434040"/>
                  </a:lnTo>
                  <a:lnTo>
                    <a:pt x="3496382" y="433274"/>
                  </a:lnTo>
                  <a:lnTo>
                    <a:pt x="3500555" y="431435"/>
                  </a:lnTo>
                  <a:lnTo>
                    <a:pt x="3502816" y="430439"/>
                  </a:lnTo>
                  <a:lnTo>
                    <a:pt x="3503337" y="430210"/>
                  </a:lnTo>
                  <a:lnTo>
                    <a:pt x="3504729" y="429597"/>
                  </a:lnTo>
                  <a:lnTo>
                    <a:pt x="3506120" y="428984"/>
                  </a:lnTo>
                  <a:lnTo>
                    <a:pt x="3509946" y="427299"/>
                  </a:lnTo>
                  <a:lnTo>
                    <a:pt x="3512206" y="426303"/>
                  </a:lnTo>
                  <a:lnTo>
                    <a:pt x="3523336" y="421399"/>
                  </a:lnTo>
                  <a:lnTo>
                    <a:pt x="3527161" y="419714"/>
                  </a:lnTo>
                  <a:lnTo>
                    <a:pt x="3531683" y="417722"/>
                  </a:lnTo>
                  <a:lnTo>
                    <a:pt x="3532204" y="417492"/>
                  </a:lnTo>
                  <a:lnTo>
                    <a:pt x="3535682" y="415959"/>
                  </a:lnTo>
                  <a:lnTo>
                    <a:pt x="3540204" y="413967"/>
                  </a:lnTo>
                  <a:lnTo>
                    <a:pt x="3541247" y="413507"/>
                  </a:lnTo>
                  <a:lnTo>
                    <a:pt x="3544029" y="412281"/>
                  </a:lnTo>
                  <a:lnTo>
                    <a:pt x="3547681" y="410671"/>
                  </a:lnTo>
                  <a:lnTo>
                    <a:pt x="3548551" y="410288"/>
                  </a:lnTo>
                  <a:lnTo>
                    <a:pt x="3550464" y="409445"/>
                  </a:lnTo>
                  <a:lnTo>
                    <a:pt x="3558985" y="405689"/>
                  </a:lnTo>
                  <a:lnTo>
                    <a:pt x="3565245" y="402930"/>
                  </a:lnTo>
                  <a:lnTo>
                    <a:pt x="3567332" y="402010"/>
                  </a:lnTo>
                  <a:lnTo>
                    <a:pt x="3567506" y="401933"/>
                  </a:lnTo>
                  <a:lnTo>
                    <a:pt x="3570810" y="400477"/>
                  </a:lnTo>
                  <a:lnTo>
                    <a:pt x="3574462" y="398867"/>
                  </a:lnTo>
                  <a:lnTo>
                    <a:pt x="3578983" y="396873"/>
                  </a:lnTo>
                  <a:lnTo>
                    <a:pt x="3582461" y="395340"/>
                  </a:lnTo>
                  <a:lnTo>
                    <a:pt x="3588373" y="392733"/>
                  </a:lnTo>
                  <a:lnTo>
                    <a:pt x="3590634" y="391736"/>
                  </a:lnTo>
                  <a:lnTo>
                    <a:pt x="3591330" y="391429"/>
                  </a:lnTo>
                  <a:lnTo>
                    <a:pt x="3595503" y="389589"/>
                  </a:lnTo>
                  <a:lnTo>
                    <a:pt x="3597068" y="388899"/>
                  </a:lnTo>
                  <a:lnTo>
                    <a:pt x="3600024" y="387595"/>
                  </a:lnTo>
                  <a:lnTo>
                    <a:pt x="3600372" y="387442"/>
                  </a:lnTo>
                  <a:lnTo>
                    <a:pt x="3600720" y="387289"/>
                  </a:lnTo>
                  <a:lnTo>
                    <a:pt x="3601937" y="386752"/>
                  </a:lnTo>
                  <a:lnTo>
                    <a:pt x="3605937" y="384988"/>
                  </a:lnTo>
                  <a:lnTo>
                    <a:pt x="3607328" y="384374"/>
                  </a:lnTo>
                  <a:lnTo>
                    <a:pt x="3607850" y="384144"/>
                  </a:lnTo>
                  <a:lnTo>
                    <a:pt x="3609937" y="383224"/>
                  </a:lnTo>
                  <a:lnTo>
                    <a:pt x="3611676" y="382457"/>
                  </a:lnTo>
                  <a:lnTo>
                    <a:pt x="3614632" y="381153"/>
                  </a:lnTo>
                  <a:lnTo>
                    <a:pt x="3615154" y="380923"/>
                  </a:lnTo>
                  <a:lnTo>
                    <a:pt x="3618631" y="379389"/>
                  </a:lnTo>
                  <a:lnTo>
                    <a:pt x="3618805" y="379312"/>
                  </a:lnTo>
                  <a:lnTo>
                    <a:pt x="3622283" y="377778"/>
                  </a:lnTo>
                  <a:lnTo>
                    <a:pt x="3624022" y="377011"/>
                  </a:lnTo>
                  <a:lnTo>
                    <a:pt x="3624370" y="376858"/>
                  </a:lnTo>
                  <a:lnTo>
                    <a:pt x="3626283" y="376014"/>
                  </a:lnTo>
                  <a:lnTo>
                    <a:pt x="3629935" y="374403"/>
                  </a:lnTo>
                  <a:lnTo>
                    <a:pt x="3631848" y="373559"/>
                  </a:lnTo>
                  <a:lnTo>
                    <a:pt x="3633761" y="372715"/>
                  </a:lnTo>
                  <a:lnTo>
                    <a:pt x="3633934" y="372639"/>
                  </a:lnTo>
                  <a:lnTo>
                    <a:pt x="3635500" y="371948"/>
                  </a:lnTo>
                  <a:lnTo>
                    <a:pt x="3635673" y="371871"/>
                  </a:lnTo>
                  <a:lnTo>
                    <a:pt x="3641064" y="369493"/>
                  </a:lnTo>
                  <a:lnTo>
                    <a:pt x="3644716" y="367882"/>
                  </a:lnTo>
                  <a:lnTo>
                    <a:pt x="3644890" y="367805"/>
                  </a:lnTo>
                  <a:lnTo>
                    <a:pt x="3645412" y="367575"/>
                  </a:lnTo>
                  <a:lnTo>
                    <a:pt x="3647498" y="366654"/>
                  </a:lnTo>
                  <a:lnTo>
                    <a:pt x="3648542" y="366194"/>
                  </a:lnTo>
                  <a:lnTo>
                    <a:pt x="3650107" y="365503"/>
                  </a:lnTo>
                  <a:lnTo>
                    <a:pt x="3651846" y="364736"/>
                  </a:lnTo>
                  <a:lnTo>
                    <a:pt x="3652194" y="364583"/>
                  </a:lnTo>
                  <a:lnTo>
                    <a:pt x="3652715" y="364352"/>
                  </a:lnTo>
                  <a:lnTo>
                    <a:pt x="3654107" y="363739"/>
                  </a:lnTo>
                  <a:lnTo>
                    <a:pt x="3654280" y="363662"/>
                  </a:lnTo>
                  <a:lnTo>
                    <a:pt x="3655846" y="362971"/>
                  </a:lnTo>
                  <a:lnTo>
                    <a:pt x="3656193" y="362818"/>
                  </a:lnTo>
                  <a:lnTo>
                    <a:pt x="3661410" y="360516"/>
                  </a:lnTo>
                  <a:lnTo>
                    <a:pt x="3663323" y="359671"/>
                  </a:lnTo>
                  <a:lnTo>
                    <a:pt x="3663671" y="359518"/>
                  </a:lnTo>
                  <a:lnTo>
                    <a:pt x="3664019" y="359365"/>
                  </a:lnTo>
                  <a:lnTo>
                    <a:pt x="3666627" y="358213"/>
                  </a:lnTo>
                  <a:lnTo>
                    <a:pt x="3668540" y="357369"/>
                  </a:lnTo>
                  <a:lnTo>
                    <a:pt x="3670279" y="356602"/>
                  </a:lnTo>
                  <a:lnTo>
                    <a:pt x="3674453" y="354760"/>
                  </a:lnTo>
                  <a:lnTo>
                    <a:pt x="3676713" y="353762"/>
                  </a:lnTo>
                  <a:lnTo>
                    <a:pt x="3677235" y="353532"/>
                  </a:lnTo>
                  <a:lnTo>
                    <a:pt x="3678626" y="352918"/>
                  </a:lnTo>
                  <a:lnTo>
                    <a:pt x="3680017" y="352304"/>
                  </a:lnTo>
                  <a:lnTo>
                    <a:pt x="3683843" y="350615"/>
                  </a:lnTo>
                  <a:lnTo>
                    <a:pt x="3686104" y="349617"/>
                  </a:lnTo>
                  <a:lnTo>
                    <a:pt x="3697233" y="344704"/>
                  </a:lnTo>
                  <a:lnTo>
                    <a:pt x="3701059" y="343016"/>
                  </a:lnTo>
                  <a:lnTo>
                    <a:pt x="3705580" y="341019"/>
                  </a:lnTo>
                  <a:lnTo>
                    <a:pt x="3706102" y="340789"/>
                  </a:lnTo>
                  <a:lnTo>
                    <a:pt x="3709580" y="339254"/>
                  </a:lnTo>
                  <a:lnTo>
                    <a:pt x="3714101" y="337257"/>
                  </a:lnTo>
                  <a:lnTo>
                    <a:pt x="3715145" y="336797"/>
                  </a:lnTo>
                  <a:lnTo>
                    <a:pt x="3717927" y="335568"/>
                  </a:lnTo>
                  <a:lnTo>
                    <a:pt x="3721579" y="333956"/>
                  </a:lnTo>
                  <a:lnTo>
                    <a:pt x="3722448" y="333572"/>
                  </a:lnTo>
                  <a:lnTo>
                    <a:pt x="3724361" y="332727"/>
                  </a:lnTo>
                  <a:lnTo>
                    <a:pt x="3732882" y="328964"/>
                  </a:lnTo>
                  <a:lnTo>
                    <a:pt x="3739142" y="326199"/>
                  </a:lnTo>
                  <a:lnTo>
                    <a:pt x="3741403" y="325201"/>
                  </a:lnTo>
                  <a:lnTo>
                    <a:pt x="3744707" y="323742"/>
                  </a:lnTo>
                  <a:lnTo>
                    <a:pt x="3748359" y="322129"/>
                  </a:lnTo>
                  <a:lnTo>
                    <a:pt x="3752880" y="320132"/>
                  </a:lnTo>
                  <a:lnTo>
                    <a:pt x="3756358" y="318596"/>
                  </a:lnTo>
                  <a:lnTo>
                    <a:pt x="3762271" y="315984"/>
                  </a:lnTo>
                  <a:lnTo>
                    <a:pt x="3764531" y="314985"/>
                  </a:lnTo>
                  <a:lnTo>
                    <a:pt x="3765227" y="314678"/>
                  </a:lnTo>
                  <a:lnTo>
                    <a:pt x="3769401" y="312834"/>
                  </a:lnTo>
                  <a:lnTo>
                    <a:pt x="3770966" y="312143"/>
                  </a:lnTo>
                  <a:lnTo>
                    <a:pt x="3773922" y="310837"/>
                  </a:lnTo>
                  <a:lnTo>
                    <a:pt x="3774270" y="310683"/>
                  </a:lnTo>
                  <a:lnTo>
                    <a:pt x="3774617" y="310529"/>
                  </a:lnTo>
                  <a:lnTo>
                    <a:pt x="3775835" y="309992"/>
                  </a:lnTo>
                  <a:lnTo>
                    <a:pt x="3779834" y="308224"/>
                  </a:lnTo>
                  <a:lnTo>
                    <a:pt x="3781226" y="307610"/>
                  </a:lnTo>
                  <a:lnTo>
                    <a:pt x="3781747" y="307379"/>
                  </a:lnTo>
                  <a:lnTo>
                    <a:pt x="3783834" y="306457"/>
                  </a:lnTo>
                  <a:lnTo>
                    <a:pt x="3785573" y="305689"/>
                  </a:lnTo>
                  <a:lnTo>
                    <a:pt x="3788529" y="304383"/>
                  </a:lnTo>
                  <a:lnTo>
                    <a:pt x="3789051" y="304152"/>
                  </a:lnTo>
                  <a:lnTo>
                    <a:pt x="3792529" y="302615"/>
                  </a:lnTo>
                  <a:lnTo>
                    <a:pt x="3792703" y="302539"/>
                  </a:lnTo>
                  <a:lnTo>
                    <a:pt x="3796181" y="301002"/>
                  </a:lnTo>
                  <a:lnTo>
                    <a:pt x="3797920" y="300233"/>
                  </a:lnTo>
                  <a:lnTo>
                    <a:pt x="3798268" y="300080"/>
                  </a:lnTo>
                  <a:lnTo>
                    <a:pt x="3800180" y="299234"/>
                  </a:lnTo>
                  <a:lnTo>
                    <a:pt x="3803832" y="297620"/>
                  </a:lnTo>
                  <a:lnTo>
                    <a:pt x="3805745" y="296775"/>
                  </a:lnTo>
                  <a:lnTo>
                    <a:pt x="3807658" y="295930"/>
                  </a:lnTo>
                  <a:lnTo>
                    <a:pt x="3807832" y="295853"/>
                  </a:lnTo>
                  <a:lnTo>
                    <a:pt x="3809397" y="295161"/>
                  </a:lnTo>
                  <a:lnTo>
                    <a:pt x="3809571" y="295084"/>
                  </a:lnTo>
                  <a:lnTo>
                    <a:pt x="3814962" y="292702"/>
                  </a:lnTo>
                  <a:lnTo>
                    <a:pt x="3818614" y="291088"/>
                  </a:lnTo>
                  <a:lnTo>
                    <a:pt x="3818787" y="291011"/>
                  </a:lnTo>
                  <a:lnTo>
                    <a:pt x="3819309" y="290780"/>
                  </a:lnTo>
                  <a:lnTo>
                    <a:pt x="3821396" y="289858"/>
                  </a:lnTo>
                  <a:lnTo>
                    <a:pt x="3822439" y="289397"/>
                  </a:lnTo>
                  <a:lnTo>
                    <a:pt x="3824004" y="288705"/>
                  </a:lnTo>
                  <a:lnTo>
                    <a:pt x="3825743" y="287936"/>
                  </a:lnTo>
                  <a:lnTo>
                    <a:pt x="3826091" y="287783"/>
                  </a:lnTo>
                  <a:lnTo>
                    <a:pt x="3826613" y="287552"/>
                  </a:lnTo>
                  <a:lnTo>
                    <a:pt x="3828004" y="286937"/>
                  </a:lnTo>
                  <a:lnTo>
                    <a:pt x="3828178" y="286860"/>
                  </a:lnTo>
                  <a:lnTo>
                    <a:pt x="3829743" y="286168"/>
                  </a:lnTo>
                  <a:lnTo>
                    <a:pt x="3830091" y="286015"/>
                  </a:lnTo>
                  <a:lnTo>
                    <a:pt x="3835308" y="283708"/>
                  </a:lnTo>
                  <a:lnTo>
                    <a:pt x="3837221" y="282863"/>
                  </a:lnTo>
                  <a:lnTo>
                    <a:pt x="3837568" y="282709"/>
                  </a:lnTo>
                  <a:lnTo>
                    <a:pt x="3837916" y="282555"/>
                  </a:lnTo>
                  <a:lnTo>
                    <a:pt x="3840525" y="281402"/>
                  </a:lnTo>
                  <a:lnTo>
                    <a:pt x="3842437" y="280557"/>
                  </a:lnTo>
                  <a:lnTo>
                    <a:pt x="3844176" y="279788"/>
                  </a:lnTo>
                  <a:lnTo>
                    <a:pt x="3848350" y="277943"/>
                  </a:lnTo>
                  <a:lnTo>
                    <a:pt x="3850611" y="276943"/>
                  </a:lnTo>
                  <a:lnTo>
                    <a:pt x="3851132" y="276712"/>
                  </a:lnTo>
                  <a:lnTo>
                    <a:pt x="3852524" y="276097"/>
                  </a:lnTo>
                  <a:lnTo>
                    <a:pt x="3853915" y="275482"/>
                  </a:lnTo>
                  <a:lnTo>
                    <a:pt x="3857740" y="273791"/>
                  </a:lnTo>
                  <a:lnTo>
                    <a:pt x="3860001" y="272791"/>
                  </a:lnTo>
                  <a:lnTo>
                    <a:pt x="3871131" y="267870"/>
                  </a:lnTo>
                  <a:lnTo>
                    <a:pt x="3874956" y="266178"/>
                  </a:lnTo>
                  <a:lnTo>
                    <a:pt x="3879478" y="264179"/>
                  </a:lnTo>
                  <a:lnTo>
                    <a:pt x="3879999" y="263948"/>
                  </a:lnTo>
                  <a:lnTo>
                    <a:pt x="3883477" y="262410"/>
                  </a:lnTo>
                  <a:lnTo>
                    <a:pt x="3887999" y="260410"/>
                  </a:lnTo>
                  <a:lnTo>
                    <a:pt x="3889042" y="259949"/>
                  </a:lnTo>
                  <a:lnTo>
                    <a:pt x="3891824" y="258718"/>
                  </a:lnTo>
                  <a:lnTo>
                    <a:pt x="3895476" y="257103"/>
                  </a:lnTo>
                  <a:lnTo>
                    <a:pt x="3896346" y="256718"/>
                  </a:lnTo>
                  <a:lnTo>
                    <a:pt x="3898259" y="255872"/>
                  </a:lnTo>
                  <a:lnTo>
                    <a:pt x="3913040" y="249334"/>
                  </a:lnTo>
                  <a:lnTo>
                    <a:pt x="3915127" y="248411"/>
                  </a:lnTo>
                  <a:lnTo>
                    <a:pt x="3915301" y="248334"/>
                  </a:lnTo>
                  <a:lnTo>
                    <a:pt x="3918605" y="246872"/>
                  </a:lnTo>
                  <a:lnTo>
                    <a:pt x="3922256" y="245256"/>
                  </a:lnTo>
                  <a:lnTo>
                    <a:pt x="3926778" y="243256"/>
                  </a:lnTo>
                  <a:lnTo>
                    <a:pt x="3930256" y="241717"/>
                  </a:lnTo>
                  <a:lnTo>
                    <a:pt x="3936168" y="239101"/>
                  </a:lnTo>
                  <a:lnTo>
                    <a:pt x="3938429" y="238101"/>
                  </a:lnTo>
                  <a:lnTo>
                    <a:pt x="3939124" y="237793"/>
                  </a:lnTo>
                  <a:lnTo>
                    <a:pt x="3943298" y="235947"/>
                  </a:lnTo>
                  <a:lnTo>
                    <a:pt x="3944863" y="235254"/>
                  </a:lnTo>
                  <a:lnTo>
                    <a:pt x="3947819" y="233946"/>
                  </a:lnTo>
                  <a:lnTo>
                    <a:pt x="3948167" y="233792"/>
                  </a:lnTo>
                  <a:lnTo>
                    <a:pt x="3948515" y="233638"/>
                  </a:lnTo>
                  <a:lnTo>
                    <a:pt x="3949732" y="233099"/>
                  </a:lnTo>
                  <a:lnTo>
                    <a:pt x="3953732" y="231329"/>
                  </a:lnTo>
                  <a:lnTo>
                    <a:pt x="3955123" y="230714"/>
                  </a:lnTo>
                  <a:lnTo>
                    <a:pt x="3955645" y="230483"/>
                  </a:lnTo>
                  <a:lnTo>
                    <a:pt x="3957731" y="229559"/>
                  </a:lnTo>
                  <a:lnTo>
                    <a:pt x="3959470" y="228790"/>
                  </a:lnTo>
                  <a:lnTo>
                    <a:pt x="3962427" y="227482"/>
                  </a:lnTo>
                  <a:lnTo>
                    <a:pt x="3962948" y="227251"/>
                  </a:lnTo>
                  <a:lnTo>
                    <a:pt x="3966426" y="225711"/>
                  </a:lnTo>
                  <a:lnTo>
                    <a:pt x="3966600" y="225634"/>
                  </a:lnTo>
                  <a:lnTo>
                    <a:pt x="3970078" y="224095"/>
                  </a:lnTo>
                  <a:lnTo>
                    <a:pt x="3971817" y="223325"/>
                  </a:lnTo>
                  <a:lnTo>
                    <a:pt x="3972165" y="223172"/>
                  </a:lnTo>
                  <a:lnTo>
                    <a:pt x="3974078" y="222325"/>
                  </a:lnTo>
                  <a:lnTo>
                    <a:pt x="3977730" y="220709"/>
                  </a:lnTo>
                  <a:lnTo>
                    <a:pt x="3979643" y="219862"/>
                  </a:lnTo>
                  <a:lnTo>
                    <a:pt x="3981555" y="219015"/>
                  </a:lnTo>
                  <a:lnTo>
                    <a:pt x="3981729" y="218938"/>
                  </a:lnTo>
                  <a:lnTo>
                    <a:pt x="3983294" y="218245"/>
                  </a:lnTo>
                  <a:lnTo>
                    <a:pt x="3983468" y="218168"/>
                  </a:lnTo>
                  <a:lnTo>
                    <a:pt x="3988859" y="215782"/>
                  </a:lnTo>
                  <a:lnTo>
                    <a:pt x="3992511" y="214166"/>
                  </a:lnTo>
                  <a:lnTo>
                    <a:pt x="3992685" y="214089"/>
                  </a:lnTo>
                  <a:lnTo>
                    <a:pt x="3993207" y="213858"/>
                  </a:lnTo>
                  <a:lnTo>
                    <a:pt x="3995293" y="212934"/>
                  </a:lnTo>
                  <a:lnTo>
                    <a:pt x="3996337" y="212472"/>
                  </a:lnTo>
                  <a:lnTo>
                    <a:pt x="3997902" y="211779"/>
                  </a:lnTo>
                  <a:lnTo>
                    <a:pt x="3999989" y="210855"/>
                  </a:lnTo>
                  <a:lnTo>
                    <a:pt x="4000510" y="210624"/>
                  </a:lnTo>
                  <a:lnTo>
                    <a:pt x="4001901" y="210008"/>
                  </a:lnTo>
                  <a:lnTo>
                    <a:pt x="4003640" y="209239"/>
                  </a:lnTo>
                  <a:lnTo>
                    <a:pt x="4003988" y="209085"/>
                  </a:lnTo>
                  <a:lnTo>
                    <a:pt x="4009205" y="206775"/>
                  </a:lnTo>
                  <a:lnTo>
                    <a:pt x="4011118" y="205928"/>
                  </a:lnTo>
                  <a:lnTo>
                    <a:pt x="4011466" y="205774"/>
                  </a:lnTo>
                  <a:lnTo>
                    <a:pt x="4011814" y="205620"/>
                  </a:lnTo>
                  <a:lnTo>
                    <a:pt x="4014422" y="204465"/>
                  </a:lnTo>
                  <a:lnTo>
                    <a:pt x="4016335" y="203618"/>
                  </a:lnTo>
                  <a:lnTo>
                    <a:pt x="4018074" y="202848"/>
                  </a:lnTo>
                  <a:lnTo>
                    <a:pt x="4022247" y="201000"/>
                  </a:lnTo>
                  <a:lnTo>
                    <a:pt x="4024508" y="199999"/>
                  </a:lnTo>
                  <a:lnTo>
                    <a:pt x="4025030" y="199768"/>
                  </a:lnTo>
                  <a:lnTo>
                    <a:pt x="4026421" y="199152"/>
                  </a:lnTo>
                  <a:lnTo>
                    <a:pt x="4027812" y="198536"/>
                  </a:lnTo>
                  <a:lnTo>
                    <a:pt x="4031638" y="196842"/>
                  </a:lnTo>
                  <a:lnTo>
                    <a:pt x="4033899" y="195841"/>
                  </a:lnTo>
                  <a:lnTo>
                    <a:pt x="4045028" y="190912"/>
                  </a:lnTo>
                  <a:lnTo>
                    <a:pt x="4048854" y="189218"/>
                  </a:lnTo>
                  <a:lnTo>
                    <a:pt x="4053375" y="187215"/>
                  </a:lnTo>
                  <a:lnTo>
                    <a:pt x="4053897" y="186984"/>
                  </a:lnTo>
                  <a:lnTo>
                    <a:pt x="4057375" y="185444"/>
                  </a:lnTo>
                  <a:lnTo>
                    <a:pt x="4061896" y="183441"/>
                  </a:lnTo>
                  <a:lnTo>
                    <a:pt x="4062939" y="182979"/>
                  </a:lnTo>
                  <a:lnTo>
                    <a:pt x="4065722" y="181747"/>
                  </a:lnTo>
                  <a:lnTo>
                    <a:pt x="4069374" y="180129"/>
                  </a:lnTo>
                  <a:lnTo>
                    <a:pt x="4070243" y="179744"/>
                  </a:lnTo>
                  <a:lnTo>
                    <a:pt x="4072156" y="178897"/>
                  </a:lnTo>
                  <a:lnTo>
                    <a:pt x="4080677" y="175122"/>
                  </a:lnTo>
                  <a:lnTo>
                    <a:pt x="4089024" y="171424"/>
                  </a:lnTo>
                  <a:lnTo>
                    <a:pt x="4089198" y="171347"/>
                  </a:lnTo>
                  <a:lnTo>
                    <a:pt x="4092502" y="169883"/>
                  </a:lnTo>
                  <a:lnTo>
                    <a:pt x="4096154" y="168265"/>
                  </a:lnTo>
                  <a:lnTo>
                    <a:pt x="4104153" y="164721"/>
                  </a:lnTo>
                  <a:lnTo>
                    <a:pt x="4110066" y="162101"/>
                  </a:lnTo>
                  <a:lnTo>
                    <a:pt x="4113022" y="160791"/>
                  </a:lnTo>
                  <a:lnTo>
                    <a:pt x="4117195" y="158942"/>
                  </a:lnTo>
                  <a:lnTo>
                    <a:pt x="4118761" y="158248"/>
                  </a:lnTo>
                  <a:lnTo>
                    <a:pt x="4121717" y="156938"/>
                  </a:lnTo>
                  <a:lnTo>
                    <a:pt x="4122065" y="156784"/>
                  </a:lnTo>
                  <a:lnTo>
                    <a:pt x="4122412" y="156630"/>
                  </a:lnTo>
                  <a:lnTo>
                    <a:pt x="4123630" y="156091"/>
                  </a:lnTo>
                  <a:lnTo>
                    <a:pt x="4127629" y="154318"/>
                  </a:lnTo>
                  <a:lnTo>
                    <a:pt x="4129020" y="153702"/>
                  </a:lnTo>
                  <a:lnTo>
                    <a:pt x="4131629" y="152546"/>
                  </a:lnTo>
                  <a:lnTo>
                    <a:pt x="4133368" y="151775"/>
                  </a:lnTo>
                  <a:lnTo>
                    <a:pt x="4136324" y="150465"/>
                  </a:lnTo>
                  <a:lnTo>
                    <a:pt x="4136846" y="150234"/>
                  </a:lnTo>
                  <a:lnTo>
                    <a:pt x="4140324" y="148692"/>
                  </a:lnTo>
                  <a:lnTo>
                    <a:pt x="4140498" y="148615"/>
                  </a:lnTo>
                  <a:lnTo>
                    <a:pt x="4143976" y="147074"/>
                  </a:lnTo>
                  <a:lnTo>
                    <a:pt x="4146062" y="146149"/>
                  </a:lnTo>
                  <a:lnTo>
                    <a:pt x="4147975" y="145301"/>
                  </a:lnTo>
                  <a:lnTo>
                    <a:pt x="4153540" y="142835"/>
                  </a:lnTo>
                  <a:lnTo>
                    <a:pt x="4155627" y="141910"/>
                  </a:lnTo>
                  <a:lnTo>
                    <a:pt x="4157192" y="141216"/>
                  </a:lnTo>
                  <a:lnTo>
                    <a:pt x="4157366" y="141139"/>
                  </a:lnTo>
                  <a:lnTo>
                    <a:pt x="4162757" y="138749"/>
                  </a:lnTo>
                  <a:lnTo>
                    <a:pt x="4166408" y="137130"/>
                  </a:lnTo>
                  <a:lnTo>
                    <a:pt x="4166582" y="137053"/>
                  </a:lnTo>
                  <a:lnTo>
                    <a:pt x="4167104" y="136822"/>
                  </a:lnTo>
                  <a:lnTo>
                    <a:pt x="4170234" y="135434"/>
                  </a:lnTo>
                  <a:lnTo>
                    <a:pt x="4173886" y="133816"/>
                  </a:lnTo>
                  <a:lnTo>
                    <a:pt x="4174408" y="133584"/>
                  </a:lnTo>
                  <a:lnTo>
                    <a:pt x="4175799" y="132968"/>
                  </a:lnTo>
                  <a:lnTo>
                    <a:pt x="4175973" y="132890"/>
                  </a:lnTo>
                  <a:lnTo>
                    <a:pt x="4183103" y="129730"/>
                  </a:lnTo>
                  <a:lnTo>
                    <a:pt x="4185015" y="128881"/>
                  </a:lnTo>
                  <a:lnTo>
                    <a:pt x="4185363" y="128727"/>
                  </a:lnTo>
                  <a:lnTo>
                    <a:pt x="4185711" y="128573"/>
                  </a:lnTo>
                  <a:lnTo>
                    <a:pt x="4188320" y="127417"/>
                  </a:lnTo>
                  <a:lnTo>
                    <a:pt x="4190232" y="126568"/>
                  </a:lnTo>
                  <a:lnTo>
                    <a:pt x="4191971" y="125797"/>
                  </a:lnTo>
                  <a:lnTo>
                    <a:pt x="4198406" y="122945"/>
                  </a:lnTo>
                  <a:lnTo>
                    <a:pt x="4201710" y="121480"/>
                  </a:lnTo>
                  <a:lnTo>
                    <a:pt x="4205535" y="119783"/>
                  </a:lnTo>
                  <a:lnTo>
                    <a:pt x="4207796" y="118781"/>
                  </a:lnTo>
                  <a:lnTo>
                    <a:pt x="4218925" y="113846"/>
                  </a:lnTo>
                  <a:lnTo>
                    <a:pt x="4222751" y="112149"/>
                  </a:lnTo>
                  <a:lnTo>
                    <a:pt x="4227273" y="110144"/>
                  </a:lnTo>
                  <a:lnTo>
                    <a:pt x="4244141" y="102663"/>
                  </a:lnTo>
                  <a:lnTo>
                    <a:pt x="4246053" y="101814"/>
                  </a:lnTo>
                  <a:lnTo>
                    <a:pt x="4254574" y="98035"/>
                  </a:lnTo>
                  <a:lnTo>
                    <a:pt x="4283963" y="84997"/>
                  </a:lnTo>
                  <a:lnTo>
                    <a:pt x="4297527" y="78979"/>
                  </a:lnTo>
                  <a:lnTo>
                    <a:pt x="4301527" y="77204"/>
                  </a:lnTo>
                  <a:lnTo>
                    <a:pt x="4302918" y="76587"/>
                  </a:lnTo>
                  <a:lnTo>
                    <a:pt x="4307265" y="74658"/>
                  </a:lnTo>
                  <a:lnTo>
                    <a:pt x="4314221" y="71571"/>
                  </a:lnTo>
                  <a:lnTo>
                    <a:pt x="4319612" y="69179"/>
                  </a:lnTo>
                  <a:lnTo>
                    <a:pt x="4321873" y="68176"/>
                  </a:lnTo>
                  <a:lnTo>
                    <a:pt x="4327437" y="65706"/>
                  </a:lnTo>
                  <a:lnTo>
                    <a:pt x="4329524" y="64780"/>
                  </a:lnTo>
                  <a:lnTo>
                    <a:pt x="4357000" y="52585"/>
                  </a:lnTo>
                  <a:lnTo>
                    <a:pt x="4358913" y="51736"/>
                  </a:lnTo>
                  <a:lnTo>
                    <a:pt x="4359608" y="51428"/>
                  </a:lnTo>
                  <a:lnTo>
                    <a:pt x="4375607" y="44326"/>
                  </a:lnTo>
                  <a:lnTo>
                    <a:pt x="4475424" y="0"/>
                  </a:lnTo>
                  <a:lnTo>
                    <a:pt x="4475424" y="180352"/>
                  </a:lnTo>
                  <a:lnTo>
                    <a:pt x="4375607" y="220595"/>
                  </a:lnTo>
                  <a:lnTo>
                    <a:pt x="4359608" y="227048"/>
                  </a:lnTo>
                  <a:lnTo>
                    <a:pt x="4358913" y="227328"/>
                  </a:lnTo>
                  <a:lnTo>
                    <a:pt x="4357000" y="228100"/>
                  </a:lnTo>
                  <a:lnTo>
                    <a:pt x="4329524" y="239183"/>
                  </a:lnTo>
                  <a:lnTo>
                    <a:pt x="4327437" y="240025"/>
                  </a:lnTo>
                  <a:lnTo>
                    <a:pt x="4321873" y="242270"/>
                  </a:lnTo>
                  <a:lnTo>
                    <a:pt x="4319612" y="243183"/>
                  </a:lnTo>
                  <a:lnTo>
                    <a:pt x="4314221" y="245358"/>
                  </a:lnTo>
                  <a:lnTo>
                    <a:pt x="4307265" y="248164"/>
                  </a:lnTo>
                  <a:lnTo>
                    <a:pt x="4302918" y="249918"/>
                  </a:lnTo>
                  <a:lnTo>
                    <a:pt x="4301527" y="250480"/>
                  </a:lnTo>
                  <a:lnTo>
                    <a:pt x="4297527" y="252094"/>
                  </a:lnTo>
                  <a:lnTo>
                    <a:pt x="4283963" y="257568"/>
                  </a:lnTo>
                  <a:lnTo>
                    <a:pt x="4254574" y="269429"/>
                  </a:lnTo>
                  <a:lnTo>
                    <a:pt x="4246053" y="272869"/>
                  </a:lnTo>
                  <a:lnTo>
                    <a:pt x="4244141" y="273641"/>
                  </a:lnTo>
                  <a:lnTo>
                    <a:pt x="4227273" y="280451"/>
                  </a:lnTo>
                  <a:lnTo>
                    <a:pt x="4222751" y="282277"/>
                  </a:lnTo>
                  <a:lnTo>
                    <a:pt x="4218925" y="283822"/>
                  </a:lnTo>
                  <a:lnTo>
                    <a:pt x="4207796" y="288316"/>
                  </a:lnTo>
                  <a:lnTo>
                    <a:pt x="4205535" y="289228"/>
                  </a:lnTo>
                  <a:lnTo>
                    <a:pt x="4201710" y="290773"/>
                  </a:lnTo>
                  <a:lnTo>
                    <a:pt x="4198406" y="292108"/>
                  </a:lnTo>
                  <a:lnTo>
                    <a:pt x="4191971" y="294706"/>
                  </a:lnTo>
                  <a:lnTo>
                    <a:pt x="4190232" y="295408"/>
                  </a:lnTo>
                  <a:lnTo>
                    <a:pt x="4188320" y="296181"/>
                  </a:lnTo>
                  <a:lnTo>
                    <a:pt x="4185711" y="297234"/>
                  </a:lnTo>
                  <a:lnTo>
                    <a:pt x="4185363" y="297375"/>
                  </a:lnTo>
                  <a:lnTo>
                    <a:pt x="4185015" y="297515"/>
                  </a:lnTo>
                  <a:lnTo>
                    <a:pt x="4183103" y="298288"/>
                  </a:lnTo>
                  <a:lnTo>
                    <a:pt x="4175973" y="301168"/>
                  </a:lnTo>
                  <a:lnTo>
                    <a:pt x="4175799" y="301238"/>
                  </a:lnTo>
                  <a:lnTo>
                    <a:pt x="4174408" y="301800"/>
                  </a:lnTo>
                  <a:lnTo>
                    <a:pt x="4173886" y="302011"/>
                  </a:lnTo>
                  <a:lnTo>
                    <a:pt x="4170234" y="303486"/>
                  </a:lnTo>
                  <a:lnTo>
                    <a:pt x="4167104" y="304750"/>
                  </a:lnTo>
                  <a:lnTo>
                    <a:pt x="4166582" y="304961"/>
                  </a:lnTo>
                  <a:lnTo>
                    <a:pt x="4166408" y="305031"/>
                  </a:lnTo>
                  <a:lnTo>
                    <a:pt x="4162757" y="306506"/>
                  </a:lnTo>
                  <a:lnTo>
                    <a:pt x="4157366" y="308684"/>
                  </a:lnTo>
                  <a:lnTo>
                    <a:pt x="4157192" y="308754"/>
                  </a:lnTo>
                  <a:lnTo>
                    <a:pt x="4155627" y="309386"/>
                  </a:lnTo>
                  <a:lnTo>
                    <a:pt x="4153540" y="310229"/>
                  </a:lnTo>
                  <a:lnTo>
                    <a:pt x="4147975" y="312478"/>
                  </a:lnTo>
                  <a:lnTo>
                    <a:pt x="4146062" y="313250"/>
                  </a:lnTo>
                  <a:lnTo>
                    <a:pt x="4143976" y="314093"/>
                  </a:lnTo>
                  <a:lnTo>
                    <a:pt x="4140498" y="315499"/>
                  </a:lnTo>
                  <a:lnTo>
                    <a:pt x="4140324" y="315569"/>
                  </a:lnTo>
                  <a:lnTo>
                    <a:pt x="4136846" y="316974"/>
                  </a:lnTo>
                  <a:lnTo>
                    <a:pt x="4136324" y="317185"/>
                  </a:lnTo>
                  <a:lnTo>
                    <a:pt x="4133368" y="318379"/>
                  </a:lnTo>
                  <a:lnTo>
                    <a:pt x="4131629" y="319082"/>
                  </a:lnTo>
                  <a:lnTo>
                    <a:pt x="4129020" y="320136"/>
                  </a:lnTo>
                  <a:lnTo>
                    <a:pt x="4127629" y="320698"/>
                  </a:lnTo>
                  <a:lnTo>
                    <a:pt x="4123630" y="322314"/>
                  </a:lnTo>
                  <a:lnTo>
                    <a:pt x="4122412" y="322806"/>
                  </a:lnTo>
                  <a:lnTo>
                    <a:pt x="4122065" y="322947"/>
                  </a:lnTo>
                  <a:lnTo>
                    <a:pt x="4121717" y="323087"/>
                  </a:lnTo>
                  <a:lnTo>
                    <a:pt x="4118761" y="324282"/>
                  </a:lnTo>
                  <a:lnTo>
                    <a:pt x="4117195" y="324914"/>
                  </a:lnTo>
                  <a:lnTo>
                    <a:pt x="4113022" y="326601"/>
                  </a:lnTo>
                  <a:lnTo>
                    <a:pt x="4110066" y="327796"/>
                  </a:lnTo>
                  <a:lnTo>
                    <a:pt x="4104153" y="330185"/>
                  </a:lnTo>
                  <a:lnTo>
                    <a:pt x="4096154" y="333418"/>
                  </a:lnTo>
                  <a:lnTo>
                    <a:pt x="4092502" y="334894"/>
                  </a:lnTo>
                  <a:lnTo>
                    <a:pt x="4089198" y="336230"/>
                  </a:lnTo>
                  <a:lnTo>
                    <a:pt x="4089024" y="336300"/>
                  </a:lnTo>
                  <a:lnTo>
                    <a:pt x="4080677" y="339674"/>
                  </a:lnTo>
                  <a:lnTo>
                    <a:pt x="4072156" y="343119"/>
                  </a:lnTo>
                  <a:lnTo>
                    <a:pt x="4070243" y="343892"/>
                  </a:lnTo>
                  <a:lnTo>
                    <a:pt x="4069374" y="344244"/>
                  </a:lnTo>
                  <a:lnTo>
                    <a:pt x="4065722" y="345720"/>
                  </a:lnTo>
                  <a:lnTo>
                    <a:pt x="4062939" y="346845"/>
                  </a:lnTo>
                  <a:lnTo>
                    <a:pt x="4061896" y="347267"/>
                  </a:lnTo>
                  <a:lnTo>
                    <a:pt x="4057375" y="349095"/>
                  </a:lnTo>
                  <a:lnTo>
                    <a:pt x="4053897" y="350501"/>
                  </a:lnTo>
                  <a:lnTo>
                    <a:pt x="4053375" y="350712"/>
                  </a:lnTo>
                  <a:lnTo>
                    <a:pt x="4048854" y="352540"/>
                  </a:lnTo>
                  <a:lnTo>
                    <a:pt x="4045028" y="354087"/>
                  </a:lnTo>
                  <a:lnTo>
                    <a:pt x="4033899" y="358588"/>
                  </a:lnTo>
                  <a:lnTo>
                    <a:pt x="4031638" y="359502"/>
                  </a:lnTo>
                  <a:lnTo>
                    <a:pt x="4027812" y="361049"/>
                  </a:lnTo>
                  <a:lnTo>
                    <a:pt x="4026421" y="361612"/>
                  </a:lnTo>
                  <a:lnTo>
                    <a:pt x="4025030" y="362174"/>
                  </a:lnTo>
                  <a:lnTo>
                    <a:pt x="4024508" y="362385"/>
                  </a:lnTo>
                  <a:lnTo>
                    <a:pt x="4022247" y="363300"/>
                  </a:lnTo>
                  <a:lnTo>
                    <a:pt x="4018074" y="364988"/>
                  </a:lnTo>
                  <a:lnTo>
                    <a:pt x="4016335" y="365691"/>
                  </a:lnTo>
                  <a:lnTo>
                    <a:pt x="4014422" y="366465"/>
                  </a:lnTo>
                  <a:lnTo>
                    <a:pt x="4011814" y="367520"/>
                  </a:lnTo>
                  <a:lnTo>
                    <a:pt x="4011466" y="367661"/>
                  </a:lnTo>
                  <a:lnTo>
                    <a:pt x="4011118" y="367801"/>
                  </a:lnTo>
                  <a:lnTo>
                    <a:pt x="4009205" y="368575"/>
                  </a:lnTo>
                  <a:lnTo>
                    <a:pt x="4003988" y="370685"/>
                  </a:lnTo>
                  <a:lnTo>
                    <a:pt x="4003640" y="370826"/>
                  </a:lnTo>
                  <a:lnTo>
                    <a:pt x="4001901" y="371529"/>
                  </a:lnTo>
                  <a:lnTo>
                    <a:pt x="4000510" y="372092"/>
                  </a:lnTo>
                  <a:lnTo>
                    <a:pt x="3999989" y="372303"/>
                  </a:lnTo>
                  <a:lnTo>
                    <a:pt x="3997902" y="373147"/>
                  </a:lnTo>
                  <a:lnTo>
                    <a:pt x="3996337" y="373780"/>
                  </a:lnTo>
                  <a:lnTo>
                    <a:pt x="3995293" y="374203"/>
                  </a:lnTo>
                  <a:lnTo>
                    <a:pt x="3993207" y="375047"/>
                  </a:lnTo>
                  <a:lnTo>
                    <a:pt x="3992685" y="375258"/>
                  </a:lnTo>
                  <a:lnTo>
                    <a:pt x="3992511" y="375328"/>
                  </a:lnTo>
                  <a:lnTo>
                    <a:pt x="3988859" y="376806"/>
                  </a:lnTo>
                  <a:lnTo>
                    <a:pt x="3983468" y="378987"/>
                  </a:lnTo>
                  <a:lnTo>
                    <a:pt x="3983294" y="379057"/>
                  </a:lnTo>
                  <a:lnTo>
                    <a:pt x="3981729" y="379690"/>
                  </a:lnTo>
                  <a:lnTo>
                    <a:pt x="3981555" y="379760"/>
                  </a:lnTo>
                  <a:lnTo>
                    <a:pt x="3979643" y="380534"/>
                  </a:lnTo>
                  <a:lnTo>
                    <a:pt x="3977730" y="381308"/>
                  </a:lnTo>
                  <a:lnTo>
                    <a:pt x="3974078" y="382786"/>
                  </a:lnTo>
                  <a:lnTo>
                    <a:pt x="3972165" y="383560"/>
                  </a:lnTo>
                  <a:lnTo>
                    <a:pt x="3971817" y="383701"/>
                  </a:lnTo>
                  <a:lnTo>
                    <a:pt x="3970078" y="384404"/>
                  </a:lnTo>
                  <a:lnTo>
                    <a:pt x="3966600" y="385812"/>
                  </a:lnTo>
                  <a:lnTo>
                    <a:pt x="3966426" y="385882"/>
                  </a:lnTo>
                  <a:lnTo>
                    <a:pt x="3962948" y="387289"/>
                  </a:lnTo>
                  <a:lnTo>
                    <a:pt x="3962427" y="387501"/>
                  </a:lnTo>
                  <a:lnTo>
                    <a:pt x="3959470" y="388697"/>
                  </a:lnTo>
                  <a:lnTo>
                    <a:pt x="3957731" y="389401"/>
                  </a:lnTo>
                  <a:lnTo>
                    <a:pt x="3955645" y="390245"/>
                  </a:lnTo>
                  <a:lnTo>
                    <a:pt x="3955123" y="390456"/>
                  </a:lnTo>
                  <a:lnTo>
                    <a:pt x="3953732" y="391019"/>
                  </a:lnTo>
                  <a:lnTo>
                    <a:pt x="3949732" y="392638"/>
                  </a:lnTo>
                  <a:lnTo>
                    <a:pt x="3948515" y="393131"/>
                  </a:lnTo>
                  <a:lnTo>
                    <a:pt x="3948167" y="393271"/>
                  </a:lnTo>
                  <a:lnTo>
                    <a:pt x="3947819" y="393412"/>
                  </a:lnTo>
                  <a:lnTo>
                    <a:pt x="3944863" y="394609"/>
                  </a:lnTo>
                  <a:lnTo>
                    <a:pt x="3943298" y="395242"/>
                  </a:lnTo>
                  <a:lnTo>
                    <a:pt x="3939124" y="396931"/>
                  </a:lnTo>
                  <a:lnTo>
                    <a:pt x="3938429" y="397213"/>
                  </a:lnTo>
                  <a:lnTo>
                    <a:pt x="3936168" y="398128"/>
                  </a:lnTo>
                  <a:lnTo>
                    <a:pt x="3930256" y="400521"/>
                  </a:lnTo>
                  <a:lnTo>
                    <a:pt x="3926778" y="401929"/>
                  </a:lnTo>
                  <a:lnTo>
                    <a:pt x="3922256" y="403759"/>
                  </a:lnTo>
                  <a:lnTo>
                    <a:pt x="3918605" y="405238"/>
                  </a:lnTo>
                  <a:lnTo>
                    <a:pt x="3915301" y="406575"/>
                  </a:lnTo>
                  <a:lnTo>
                    <a:pt x="3915127" y="406646"/>
                  </a:lnTo>
                  <a:lnTo>
                    <a:pt x="3913040" y="407491"/>
                  </a:lnTo>
                  <a:lnTo>
                    <a:pt x="3898259" y="413475"/>
                  </a:lnTo>
                  <a:lnTo>
                    <a:pt x="3896346" y="414250"/>
                  </a:lnTo>
                  <a:lnTo>
                    <a:pt x="3895476" y="414602"/>
                  </a:lnTo>
                  <a:lnTo>
                    <a:pt x="3891824" y="416081"/>
                  </a:lnTo>
                  <a:lnTo>
                    <a:pt x="3889042" y="417208"/>
                  </a:lnTo>
                  <a:lnTo>
                    <a:pt x="3887999" y="417630"/>
                  </a:lnTo>
                  <a:lnTo>
                    <a:pt x="3883477" y="419461"/>
                  </a:lnTo>
                  <a:lnTo>
                    <a:pt x="3879999" y="420870"/>
                  </a:lnTo>
                  <a:lnTo>
                    <a:pt x="3879478" y="421081"/>
                  </a:lnTo>
                  <a:lnTo>
                    <a:pt x="3874956" y="422912"/>
                  </a:lnTo>
                  <a:lnTo>
                    <a:pt x="3871131" y="424462"/>
                  </a:lnTo>
                  <a:lnTo>
                    <a:pt x="3860001" y="428970"/>
                  </a:lnTo>
                  <a:lnTo>
                    <a:pt x="3857740" y="429885"/>
                  </a:lnTo>
                  <a:lnTo>
                    <a:pt x="3853915" y="431435"/>
                  </a:lnTo>
                  <a:lnTo>
                    <a:pt x="3852524" y="431999"/>
                  </a:lnTo>
                  <a:lnTo>
                    <a:pt x="3851132" y="432562"/>
                  </a:lnTo>
                  <a:lnTo>
                    <a:pt x="3850611" y="432774"/>
                  </a:lnTo>
                  <a:lnTo>
                    <a:pt x="3848350" y="433690"/>
                  </a:lnTo>
                  <a:lnTo>
                    <a:pt x="3844176" y="435380"/>
                  </a:lnTo>
                  <a:lnTo>
                    <a:pt x="3842437" y="436085"/>
                  </a:lnTo>
                  <a:lnTo>
                    <a:pt x="3840525" y="436860"/>
                  </a:lnTo>
                  <a:lnTo>
                    <a:pt x="3837916" y="437917"/>
                  </a:lnTo>
                  <a:lnTo>
                    <a:pt x="3837568" y="438058"/>
                  </a:lnTo>
                  <a:lnTo>
                    <a:pt x="3837221" y="438199"/>
                  </a:lnTo>
                  <a:lnTo>
                    <a:pt x="3835308" y="438974"/>
                  </a:lnTo>
                  <a:lnTo>
                    <a:pt x="3830091" y="441087"/>
                  </a:lnTo>
                  <a:lnTo>
                    <a:pt x="3829743" y="441228"/>
                  </a:lnTo>
                  <a:lnTo>
                    <a:pt x="3828178" y="441863"/>
                  </a:lnTo>
                  <a:lnTo>
                    <a:pt x="3828004" y="441933"/>
                  </a:lnTo>
                  <a:lnTo>
                    <a:pt x="3826613" y="442497"/>
                  </a:lnTo>
                  <a:lnTo>
                    <a:pt x="3826091" y="442708"/>
                  </a:lnTo>
                  <a:lnTo>
                    <a:pt x="3825743" y="442849"/>
                  </a:lnTo>
                  <a:lnTo>
                    <a:pt x="3824004" y="443554"/>
                  </a:lnTo>
                  <a:lnTo>
                    <a:pt x="3822439" y="444188"/>
                  </a:lnTo>
                  <a:lnTo>
                    <a:pt x="3821396" y="444611"/>
                  </a:lnTo>
                  <a:lnTo>
                    <a:pt x="3819309" y="445456"/>
                  </a:lnTo>
                  <a:lnTo>
                    <a:pt x="3818787" y="445668"/>
                  </a:lnTo>
                  <a:lnTo>
                    <a:pt x="3818614" y="445738"/>
                  </a:lnTo>
                  <a:lnTo>
                    <a:pt x="3814962" y="447218"/>
                  </a:lnTo>
                  <a:lnTo>
                    <a:pt x="3809571" y="449403"/>
                  </a:lnTo>
                  <a:lnTo>
                    <a:pt x="3809397" y="449473"/>
                  </a:lnTo>
                  <a:lnTo>
                    <a:pt x="3807832" y="450108"/>
                  </a:lnTo>
                  <a:lnTo>
                    <a:pt x="3807658" y="450178"/>
                  </a:lnTo>
                  <a:lnTo>
                    <a:pt x="3805745" y="450954"/>
                  </a:lnTo>
                  <a:lnTo>
                    <a:pt x="3803832" y="451729"/>
                  </a:lnTo>
                  <a:lnTo>
                    <a:pt x="3800180" y="453209"/>
                  </a:lnTo>
                  <a:lnTo>
                    <a:pt x="3798268" y="453984"/>
                  </a:lnTo>
                  <a:lnTo>
                    <a:pt x="3797920" y="454125"/>
                  </a:lnTo>
                  <a:lnTo>
                    <a:pt x="3796181" y="454830"/>
                  </a:lnTo>
                  <a:lnTo>
                    <a:pt x="3792703" y="456240"/>
                  </a:lnTo>
                  <a:lnTo>
                    <a:pt x="3792529" y="456310"/>
                  </a:lnTo>
                  <a:lnTo>
                    <a:pt x="3789051" y="457720"/>
                  </a:lnTo>
                  <a:lnTo>
                    <a:pt x="3788529" y="457932"/>
                  </a:lnTo>
                  <a:lnTo>
                    <a:pt x="3785573" y="459130"/>
                  </a:lnTo>
                  <a:lnTo>
                    <a:pt x="3783834" y="459835"/>
                  </a:lnTo>
                  <a:lnTo>
                    <a:pt x="3781747" y="460681"/>
                  </a:lnTo>
                  <a:lnTo>
                    <a:pt x="3781226" y="460893"/>
                  </a:lnTo>
                  <a:lnTo>
                    <a:pt x="3779834" y="461457"/>
                  </a:lnTo>
                  <a:lnTo>
                    <a:pt x="3775835" y="463078"/>
                  </a:lnTo>
                  <a:lnTo>
                    <a:pt x="3774617" y="463572"/>
                  </a:lnTo>
                  <a:lnTo>
                    <a:pt x="3774270" y="463713"/>
                  </a:lnTo>
                  <a:lnTo>
                    <a:pt x="3773922" y="463854"/>
                  </a:lnTo>
                  <a:lnTo>
                    <a:pt x="3770966" y="465052"/>
                  </a:lnTo>
                  <a:lnTo>
                    <a:pt x="3769401" y="465687"/>
                  </a:lnTo>
                  <a:lnTo>
                    <a:pt x="3765227" y="467379"/>
                  </a:lnTo>
                  <a:lnTo>
                    <a:pt x="3764531" y="467661"/>
                  </a:lnTo>
                  <a:lnTo>
                    <a:pt x="3762271" y="468578"/>
                  </a:lnTo>
                  <a:lnTo>
                    <a:pt x="3756358" y="470975"/>
                  </a:lnTo>
                  <a:lnTo>
                    <a:pt x="3752880" y="472386"/>
                  </a:lnTo>
                  <a:lnTo>
                    <a:pt x="3748359" y="474219"/>
                  </a:lnTo>
                  <a:lnTo>
                    <a:pt x="3744707" y="475700"/>
                  </a:lnTo>
                  <a:lnTo>
                    <a:pt x="3741403" y="477040"/>
                  </a:lnTo>
                  <a:lnTo>
                    <a:pt x="3739142" y="477957"/>
                  </a:lnTo>
                  <a:lnTo>
                    <a:pt x="3732882" y="480497"/>
                  </a:lnTo>
                  <a:lnTo>
                    <a:pt x="3724361" y="483953"/>
                  </a:lnTo>
                  <a:lnTo>
                    <a:pt x="3722448" y="484729"/>
                  </a:lnTo>
                  <a:lnTo>
                    <a:pt x="3721579" y="485082"/>
                  </a:lnTo>
                  <a:lnTo>
                    <a:pt x="3717927" y="486563"/>
                  </a:lnTo>
                  <a:lnTo>
                    <a:pt x="3715145" y="487692"/>
                  </a:lnTo>
                  <a:lnTo>
                    <a:pt x="3714101" y="488115"/>
                  </a:lnTo>
                  <a:lnTo>
                    <a:pt x="3709580" y="489950"/>
                  </a:lnTo>
                  <a:lnTo>
                    <a:pt x="3706102" y="491361"/>
                  </a:lnTo>
                  <a:lnTo>
                    <a:pt x="3705580" y="491572"/>
                  </a:lnTo>
                  <a:lnTo>
                    <a:pt x="3701059" y="493407"/>
                  </a:lnTo>
                  <a:lnTo>
                    <a:pt x="3697233" y="494959"/>
                  </a:lnTo>
                  <a:lnTo>
                    <a:pt x="3686104" y="499476"/>
                  </a:lnTo>
                  <a:lnTo>
                    <a:pt x="3683843" y="500393"/>
                  </a:lnTo>
                  <a:lnTo>
                    <a:pt x="3680017" y="501946"/>
                  </a:lnTo>
                  <a:lnTo>
                    <a:pt x="3678626" y="502511"/>
                  </a:lnTo>
                  <a:lnTo>
                    <a:pt x="3677235" y="503075"/>
                  </a:lnTo>
                  <a:lnTo>
                    <a:pt x="3676713" y="503287"/>
                  </a:lnTo>
                  <a:lnTo>
                    <a:pt x="3674453" y="504205"/>
                  </a:lnTo>
                  <a:lnTo>
                    <a:pt x="3670279" y="505899"/>
                  </a:lnTo>
                  <a:lnTo>
                    <a:pt x="3668540" y="506604"/>
                  </a:lnTo>
                  <a:lnTo>
                    <a:pt x="3666627" y="507381"/>
                  </a:lnTo>
                  <a:lnTo>
                    <a:pt x="3664019" y="508440"/>
                  </a:lnTo>
                  <a:lnTo>
                    <a:pt x="3663671" y="508581"/>
                  </a:lnTo>
                  <a:lnTo>
                    <a:pt x="3663323" y="508722"/>
                  </a:lnTo>
                  <a:lnTo>
                    <a:pt x="3661410" y="509499"/>
                  </a:lnTo>
                  <a:lnTo>
                    <a:pt x="3656193" y="511617"/>
                  </a:lnTo>
                  <a:lnTo>
                    <a:pt x="3655846" y="511758"/>
                  </a:lnTo>
                  <a:lnTo>
                    <a:pt x="3654280" y="512393"/>
                  </a:lnTo>
                  <a:lnTo>
                    <a:pt x="3654107" y="512464"/>
                  </a:lnTo>
                  <a:lnTo>
                    <a:pt x="3652715" y="513029"/>
                  </a:lnTo>
                  <a:lnTo>
                    <a:pt x="3652194" y="513240"/>
                  </a:lnTo>
                  <a:lnTo>
                    <a:pt x="3651846" y="513382"/>
                  </a:lnTo>
                  <a:lnTo>
                    <a:pt x="3650107" y="514088"/>
                  </a:lnTo>
                  <a:lnTo>
                    <a:pt x="3648542" y="514723"/>
                  </a:lnTo>
                  <a:lnTo>
                    <a:pt x="3647498" y="515147"/>
                  </a:lnTo>
                  <a:lnTo>
                    <a:pt x="3645412" y="515994"/>
                  </a:lnTo>
                  <a:lnTo>
                    <a:pt x="3644890" y="516206"/>
                  </a:lnTo>
                  <a:lnTo>
                    <a:pt x="3644716" y="516276"/>
                  </a:lnTo>
                  <a:lnTo>
                    <a:pt x="3641064" y="517759"/>
                  </a:lnTo>
                  <a:lnTo>
                    <a:pt x="3635673" y="519948"/>
                  </a:lnTo>
                  <a:lnTo>
                    <a:pt x="3635500" y="520019"/>
                  </a:lnTo>
                  <a:lnTo>
                    <a:pt x="3633934" y="520654"/>
                  </a:lnTo>
                  <a:lnTo>
                    <a:pt x="3633761" y="520725"/>
                  </a:lnTo>
                  <a:lnTo>
                    <a:pt x="3631848" y="521502"/>
                  </a:lnTo>
                  <a:lnTo>
                    <a:pt x="3629935" y="522279"/>
                  </a:lnTo>
                  <a:lnTo>
                    <a:pt x="3626283" y="523762"/>
                  </a:lnTo>
                  <a:lnTo>
                    <a:pt x="3624370" y="524538"/>
                  </a:lnTo>
                  <a:lnTo>
                    <a:pt x="3624022" y="524680"/>
                  </a:lnTo>
                  <a:lnTo>
                    <a:pt x="3622283" y="525386"/>
                  </a:lnTo>
                  <a:lnTo>
                    <a:pt x="3618805" y="526798"/>
                  </a:lnTo>
                  <a:lnTo>
                    <a:pt x="3618631" y="526869"/>
                  </a:lnTo>
                  <a:lnTo>
                    <a:pt x="3615154" y="528282"/>
                  </a:lnTo>
                  <a:lnTo>
                    <a:pt x="3614632" y="528494"/>
                  </a:lnTo>
                  <a:lnTo>
                    <a:pt x="3611676" y="529694"/>
                  </a:lnTo>
                  <a:lnTo>
                    <a:pt x="3609937" y="530401"/>
                  </a:lnTo>
                  <a:lnTo>
                    <a:pt x="3607850" y="531248"/>
                  </a:lnTo>
                  <a:lnTo>
                    <a:pt x="3607328" y="531460"/>
                  </a:lnTo>
                  <a:lnTo>
                    <a:pt x="3605937" y="532025"/>
                  </a:lnTo>
                  <a:lnTo>
                    <a:pt x="3601937" y="533650"/>
                  </a:lnTo>
                  <a:lnTo>
                    <a:pt x="3600720" y="534145"/>
                  </a:lnTo>
                  <a:lnTo>
                    <a:pt x="3600372" y="534286"/>
                  </a:lnTo>
                  <a:lnTo>
                    <a:pt x="3600024" y="534427"/>
                  </a:lnTo>
                  <a:lnTo>
                    <a:pt x="3597068" y="535628"/>
                  </a:lnTo>
                  <a:lnTo>
                    <a:pt x="3595503" y="536264"/>
                  </a:lnTo>
                  <a:lnTo>
                    <a:pt x="3591330" y="537960"/>
                  </a:lnTo>
                  <a:lnTo>
                    <a:pt x="3590634" y="538242"/>
                  </a:lnTo>
                  <a:lnTo>
                    <a:pt x="3588373" y="539161"/>
                  </a:lnTo>
                  <a:lnTo>
                    <a:pt x="3582461" y="541563"/>
                  </a:lnTo>
                  <a:lnTo>
                    <a:pt x="3578983" y="542976"/>
                  </a:lnTo>
                  <a:lnTo>
                    <a:pt x="3574462" y="544814"/>
                  </a:lnTo>
                  <a:lnTo>
                    <a:pt x="3570810" y="546298"/>
                  </a:lnTo>
                  <a:lnTo>
                    <a:pt x="3567506" y="547641"/>
                  </a:lnTo>
                  <a:lnTo>
                    <a:pt x="3567332" y="547711"/>
                  </a:lnTo>
                  <a:lnTo>
                    <a:pt x="3565245" y="548559"/>
                  </a:lnTo>
                  <a:lnTo>
                    <a:pt x="3558985" y="551104"/>
                  </a:lnTo>
                  <a:lnTo>
                    <a:pt x="3550464" y="554567"/>
                  </a:lnTo>
                  <a:lnTo>
                    <a:pt x="3548551" y="555345"/>
                  </a:lnTo>
                  <a:lnTo>
                    <a:pt x="3547681" y="555698"/>
                  </a:lnTo>
                  <a:lnTo>
                    <a:pt x="3544029" y="557183"/>
                  </a:lnTo>
                  <a:lnTo>
                    <a:pt x="3541247" y="558314"/>
                  </a:lnTo>
                  <a:lnTo>
                    <a:pt x="3540204" y="558738"/>
                  </a:lnTo>
                  <a:lnTo>
                    <a:pt x="3535682" y="560576"/>
                  </a:lnTo>
                  <a:lnTo>
                    <a:pt x="3532204" y="561990"/>
                  </a:lnTo>
                  <a:lnTo>
                    <a:pt x="3531683" y="562203"/>
                  </a:lnTo>
                  <a:lnTo>
                    <a:pt x="3527161" y="564041"/>
                  </a:lnTo>
                  <a:lnTo>
                    <a:pt x="3523336" y="565597"/>
                  </a:lnTo>
                  <a:lnTo>
                    <a:pt x="3512206" y="570123"/>
                  </a:lnTo>
                  <a:lnTo>
                    <a:pt x="3509946" y="571042"/>
                  </a:lnTo>
                  <a:lnTo>
                    <a:pt x="3506120" y="572598"/>
                  </a:lnTo>
                  <a:lnTo>
                    <a:pt x="3504729" y="573164"/>
                  </a:lnTo>
                  <a:lnTo>
                    <a:pt x="3503337" y="573730"/>
                  </a:lnTo>
                  <a:lnTo>
                    <a:pt x="3502816" y="573942"/>
                  </a:lnTo>
                  <a:lnTo>
                    <a:pt x="3500555" y="574861"/>
                  </a:lnTo>
                  <a:lnTo>
                    <a:pt x="3496382" y="576559"/>
                  </a:lnTo>
                  <a:lnTo>
                    <a:pt x="3494643" y="577266"/>
                  </a:lnTo>
                  <a:lnTo>
                    <a:pt x="3492730" y="578045"/>
                  </a:lnTo>
                  <a:lnTo>
                    <a:pt x="3490121" y="579106"/>
                  </a:lnTo>
                  <a:lnTo>
                    <a:pt x="3489773" y="579247"/>
                  </a:lnTo>
                  <a:lnTo>
                    <a:pt x="3489426" y="579389"/>
                  </a:lnTo>
                  <a:lnTo>
                    <a:pt x="3487513" y="580167"/>
                  </a:lnTo>
                  <a:lnTo>
                    <a:pt x="3482296" y="582289"/>
                  </a:lnTo>
                  <a:lnTo>
                    <a:pt x="3481948" y="582431"/>
                  </a:lnTo>
                  <a:lnTo>
                    <a:pt x="3480383" y="583068"/>
                  </a:lnTo>
                  <a:lnTo>
                    <a:pt x="3480209" y="583138"/>
                  </a:lnTo>
                  <a:lnTo>
                    <a:pt x="3478818" y="583704"/>
                  </a:lnTo>
                  <a:lnTo>
                    <a:pt x="3478296" y="583917"/>
                  </a:lnTo>
                  <a:lnTo>
                    <a:pt x="3477948" y="584058"/>
                  </a:lnTo>
                  <a:lnTo>
                    <a:pt x="3476209" y="584766"/>
                  </a:lnTo>
                  <a:lnTo>
                    <a:pt x="3474644" y="585403"/>
                  </a:lnTo>
                  <a:lnTo>
                    <a:pt x="3473601" y="585827"/>
                  </a:lnTo>
                  <a:lnTo>
                    <a:pt x="3471514" y="586676"/>
                  </a:lnTo>
                  <a:lnTo>
                    <a:pt x="3470993" y="586888"/>
                  </a:lnTo>
                  <a:lnTo>
                    <a:pt x="3470819" y="586959"/>
                  </a:lnTo>
                  <a:lnTo>
                    <a:pt x="3467167" y="588445"/>
                  </a:lnTo>
                  <a:lnTo>
                    <a:pt x="3461776" y="590639"/>
                  </a:lnTo>
                  <a:lnTo>
                    <a:pt x="3461602" y="590710"/>
                  </a:lnTo>
                  <a:lnTo>
                    <a:pt x="3460037" y="591347"/>
                  </a:lnTo>
                  <a:lnTo>
                    <a:pt x="3459863" y="591418"/>
                  </a:lnTo>
                  <a:lnTo>
                    <a:pt x="3457950" y="592196"/>
                  </a:lnTo>
                  <a:lnTo>
                    <a:pt x="3456037" y="592975"/>
                  </a:lnTo>
                  <a:lnTo>
                    <a:pt x="3452386" y="594461"/>
                  </a:lnTo>
                  <a:lnTo>
                    <a:pt x="3450473" y="595239"/>
                  </a:lnTo>
                  <a:lnTo>
                    <a:pt x="3450125" y="595381"/>
                  </a:lnTo>
                  <a:lnTo>
                    <a:pt x="3448386" y="596089"/>
                  </a:lnTo>
                  <a:lnTo>
                    <a:pt x="3444908" y="597505"/>
                  </a:lnTo>
                  <a:lnTo>
                    <a:pt x="3444734" y="597575"/>
                  </a:lnTo>
                  <a:lnTo>
                    <a:pt x="3441256" y="598991"/>
                  </a:lnTo>
                  <a:lnTo>
                    <a:pt x="3440734" y="599203"/>
                  </a:lnTo>
                  <a:lnTo>
                    <a:pt x="3437778" y="600407"/>
                  </a:lnTo>
                  <a:lnTo>
                    <a:pt x="3436039" y="601115"/>
                  </a:lnTo>
                  <a:lnTo>
                    <a:pt x="3433952" y="601964"/>
                  </a:lnTo>
                  <a:lnTo>
                    <a:pt x="3433431" y="602177"/>
                  </a:lnTo>
                  <a:lnTo>
                    <a:pt x="3432040" y="602743"/>
                  </a:lnTo>
                  <a:lnTo>
                    <a:pt x="3428040" y="604372"/>
                  </a:lnTo>
                  <a:lnTo>
                    <a:pt x="3426823" y="604867"/>
                  </a:lnTo>
                  <a:lnTo>
                    <a:pt x="3426475" y="605009"/>
                  </a:lnTo>
                  <a:lnTo>
                    <a:pt x="3426127" y="605150"/>
                  </a:lnTo>
                  <a:lnTo>
                    <a:pt x="3423171" y="606354"/>
                  </a:lnTo>
                  <a:lnTo>
                    <a:pt x="3421606" y="606991"/>
                  </a:lnTo>
                  <a:lnTo>
                    <a:pt x="3417432" y="608691"/>
                  </a:lnTo>
                  <a:lnTo>
                    <a:pt x="3416737" y="608974"/>
                  </a:lnTo>
                  <a:lnTo>
                    <a:pt x="3414476" y="609895"/>
                  </a:lnTo>
                  <a:lnTo>
                    <a:pt x="3408563" y="612302"/>
                  </a:lnTo>
                  <a:lnTo>
                    <a:pt x="3405085" y="613719"/>
                  </a:lnTo>
                  <a:lnTo>
                    <a:pt x="3400564" y="615560"/>
                  </a:lnTo>
                  <a:lnTo>
                    <a:pt x="3396912" y="617048"/>
                  </a:lnTo>
                  <a:lnTo>
                    <a:pt x="3393608" y="618394"/>
                  </a:lnTo>
                  <a:lnTo>
                    <a:pt x="3393434" y="618465"/>
                  </a:lnTo>
                  <a:lnTo>
                    <a:pt x="3391348" y="619315"/>
                  </a:lnTo>
                  <a:lnTo>
                    <a:pt x="3385087" y="621865"/>
                  </a:lnTo>
                  <a:lnTo>
                    <a:pt x="3376566" y="625336"/>
                  </a:lnTo>
                  <a:lnTo>
                    <a:pt x="3373784" y="626470"/>
                  </a:lnTo>
                  <a:lnTo>
                    <a:pt x="3370132" y="627958"/>
                  </a:lnTo>
                  <a:lnTo>
                    <a:pt x="3367350" y="629092"/>
                  </a:lnTo>
                  <a:lnTo>
                    <a:pt x="3366306" y="629517"/>
                  </a:lnTo>
                  <a:lnTo>
                    <a:pt x="3361785" y="631360"/>
                  </a:lnTo>
                  <a:lnTo>
                    <a:pt x="3358307" y="632777"/>
                  </a:lnTo>
                  <a:lnTo>
                    <a:pt x="3357785" y="632990"/>
                  </a:lnTo>
                  <a:lnTo>
                    <a:pt x="3353264" y="634832"/>
                  </a:lnTo>
                  <a:lnTo>
                    <a:pt x="3349438" y="636392"/>
                  </a:lnTo>
                  <a:lnTo>
                    <a:pt x="3338309" y="640928"/>
                  </a:lnTo>
                  <a:lnTo>
                    <a:pt x="3336048" y="641850"/>
                  </a:lnTo>
                  <a:lnTo>
                    <a:pt x="3332222" y="643410"/>
                  </a:lnTo>
                  <a:lnTo>
                    <a:pt x="3330831" y="643977"/>
                  </a:lnTo>
                  <a:lnTo>
                    <a:pt x="3329440" y="644544"/>
                  </a:lnTo>
                  <a:lnTo>
                    <a:pt x="3328918" y="644757"/>
                  </a:lnTo>
                  <a:lnTo>
                    <a:pt x="3326658" y="645679"/>
                  </a:lnTo>
                  <a:lnTo>
                    <a:pt x="3322484" y="647380"/>
                  </a:lnTo>
                  <a:lnTo>
                    <a:pt x="3320745" y="648089"/>
                  </a:lnTo>
                  <a:lnTo>
                    <a:pt x="3318832" y="648869"/>
                  </a:lnTo>
                  <a:lnTo>
                    <a:pt x="3316224" y="649933"/>
                  </a:lnTo>
                  <a:lnTo>
                    <a:pt x="3315876" y="650075"/>
                  </a:lnTo>
                  <a:lnTo>
                    <a:pt x="3315528" y="650217"/>
                  </a:lnTo>
                  <a:lnTo>
                    <a:pt x="3313615" y="650997"/>
                  </a:lnTo>
                  <a:lnTo>
                    <a:pt x="3308398" y="653125"/>
                  </a:lnTo>
                  <a:lnTo>
                    <a:pt x="3308051" y="653266"/>
                  </a:lnTo>
                  <a:lnTo>
                    <a:pt x="3306486" y="653905"/>
                  </a:lnTo>
                  <a:lnTo>
                    <a:pt x="3306312" y="653976"/>
                  </a:lnTo>
                  <a:lnTo>
                    <a:pt x="3304920" y="654543"/>
                  </a:lnTo>
                  <a:lnTo>
                    <a:pt x="3304399" y="654756"/>
                  </a:lnTo>
                  <a:lnTo>
                    <a:pt x="3304051" y="654898"/>
                  </a:lnTo>
                  <a:lnTo>
                    <a:pt x="3302312" y="655607"/>
                  </a:lnTo>
                  <a:lnTo>
                    <a:pt x="3300747" y="656245"/>
                  </a:lnTo>
                  <a:lnTo>
                    <a:pt x="3299704" y="656671"/>
                  </a:lnTo>
                  <a:lnTo>
                    <a:pt x="3297617" y="657522"/>
                  </a:lnTo>
                  <a:lnTo>
                    <a:pt x="3297095" y="657735"/>
                  </a:lnTo>
                  <a:lnTo>
                    <a:pt x="3296921" y="657806"/>
                  </a:lnTo>
                  <a:lnTo>
                    <a:pt x="3293269" y="659296"/>
                  </a:lnTo>
                  <a:lnTo>
                    <a:pt x="3287879" y="661495"/>
                  </a:lnTo>
                  <a:lnTo>
                    <a:pt x="3287705" y="661566"/>
                  </a:lnTo>
                  <a:lnTo>
                    <a:pt x="3286140" y="662204"/>
                  </a:lnTo>
                  <a:lnTo>
                    <a:pt x="3285966" y="662275"/>
                  </a:lnTo>
                  <a:lnTo>
                    <a:pt x="3284053" y="663056"/>
                  </a:lnTo>
                  <a:lnTo>
                    <a:pt x="3282140" y="663836"/>
                  </a:lnTo>
                  <a:lnTo>
                    <a:pt x="3278488" y="665326"/>
                  </a:lnTo>
                  <a:lnTo>
                    <a:pt x="3276575" y="666107"/>
                  </a:lnTo>
                  <a:lnTo>
                    <a:pt x="3276227" y="666248"/>
                  </a:lnTo>
                  <a:lnTo>
                    <a:pt x="3274488" y="666958"/>
                  </a:lnTo>
                  <a:lnTo>
                    <a:pt x="3271010" y="668377"/>
                  </a:lnTo>
                  <a:lnTo>
                    <a:pt x="3270837" y="668448"/>
                  </a:lnTo>
                  <a:lnTo>
                    <a:pt x="3267359" y="669868"/>
                  </a:lnTo>
                  <a:lnTo>
                    <a:pt x="3266837" y="670080"/>
                  </a:lnTo>
                  <a:lnTo>
                    <a:pt x="3263881" y="671287"/>
                  </a:lnTo>
                  <a:lnTo>
                    <a:pt x="3262142" y="671997"/>
                  </a:lnTo>
                  <a:lnTo>
                    <a:pt x="3260055" y="672848"/>
                  </a:lnTo>
                  <a:lnTo>
                    <a:pt x="3259533" y="673061"/>
                  </a:lnTo>
                  <a:lnTo>
                    <a:pt x="3258142" y="673629"/>
                  </a:lnTo>
                  <a:lnTo>
                    <a:pt x="3254142" y="675262"/>
                  </a:lnTo>
                  <a:lnTo>
                    <a:pt x="3252925" y="675758"/>
                  </a:lnTo>
                  <a:lnTo>
                    <a:pt x="3252577" y="675900"/>
                  </a:lnTo>
                  <a:lnTo>
                    <a:pt x="3252230" y="676042"/>
                  </a:lnTo>
                  <a:lnTo>
                    <a:pt x="3249273" y="677249"/>
                  </a:lnTo>
                  <a:lnTo>
                    <a:pt x="3247708" y="677888"/>
                  </a:lnTo>
                  <a:lnTo>
                    <a:pt x="3243535" y="679592"/>
                  </a:lnTo>
                  <a:lnTo>
                    <a:pt x="3242839" y="679876"/>
                  </a:lnTo>
                  <a:lnTo>
                    <a:pt x="3240578" y="680799"/>
                  </a:lnTo>
                  <a:lnTo>
                    <a:pt x="3234666" y="683213"/>
                  </a:lnTo>
                  <a:lnTo>
                    <a:pt x="3231188" y="684633"/>
                  </a:lnTo>
                  <a:lnTo>
                    <a:pt x="3226667" y="686479"/>
                  </a:lnTo>
                  <a:lnTo>
                    <a:pt x="3223015" y="687970"/>
                  </a:lnTo>
                  <a:lnTo>
                    <a:pt x="3219711" y="689320"/>
                  </a:lnTo>
                  <a:lnTo>
                    <a:pt x="3219537" y="689391"/>
                  </a:lnTo>
                  <a:lnTo>
                    <a:pt x="3217450" y="690243"/>
                  </a:lnTo>
                  <a:lnTo>
                    <a:pt x="3211190" y="692800"/>
                  </a:lnTo>
                  <a:lnTo>
                    <a:pt x="3202669" y="696281"/>
                  </a:lnTo>
                  <a:lnTo>
                    <a:pt x="3200756" y="697062"/>
                  </a:lnTo>
                  <a:lnTo>
                    <a:pt x="3199886" y="697417"/>
                  </a:lnTo>
                  <a:lnTo>
                    <a:pt x="3196235" y="698909"/>
                  </a:lnTo>
                  <a:lnTo>
                    <a:pt x="3193452" y="700046"/>
                  </a:lnTo>
                  <a:lnTo>
                    <a:pt x="3192409" y="700472"/>
                  </a:lnTo>
                  <a:lnTo>
                    <a:pt x="3187888" y="702320"/>
                  </a:lnTo>
                  <a:lnTo>
                    <a:pt x="3184410" y="703741"/>
                  </a:lnTo>
                  <a:lnTo>
                    <a:pt x="3183888" y="703954"/>
                  </a:lnTo>
                  <a:lnTo>
                    <a:pt x="3179367" y="705802"/>
                  </a:lnTo>
                  <a:lnTo>
                    <a:pt x="3175541" y="707365"/>
                  </a:lnTo>
                  <a:lnTo>
                    <a:pt x="3164411" y="711914"/>
                  </a:lnTo>
                  <a:lnTo>
                    <a:pt x="3162151" y="712838"/>
                  </a:lnTo>
                  <a:lnTo>
                    <a:pt x="3158325" y="714402"/>
                  </a:lnTo>
                  <a:lnTo>
                    <a:pt x="3156934" y="714971"/>
                  </a:lnTo>
                  <a:lnTo>
                    <a:pt x="3155543" y="715539"/>
                  </a:lnTo>
                  <a:lnTo>
                    <a:pt x="3155021" y="715753"/>
                  </a:lnTo>
                  <a:lnTo>
                    <a:pt x="3152760" y="716677"/>
                  </a:lnTo>
                  <a:lnTo>
                    <a:pt x="3148587" y="718383"/>
                  </a:lnTo>
                  <a:lnTo>
                    <a:pt x="3146848" y="719094"/>
                  </a:lnTo>
                  <a:lnTo>
                    <a:pt x="3144935" y="719876"/>
                  </a:lnTo>
                  <a:lnTo>
                    <a:pt x="3142326" y="720943"/>
                  </a:lnTo>
                  <a:lnTo>
                    <a:pt x="3141979" y="721085"/>
                  </a:lnTo>
                  <a:lnTo>
                    <a:pt x="3141631" y="721227"/>
                  </a:lnTo>
                  <a:lnTo>
                    <a:pt x="3139718" y="722010"/>
                  </a:lnTo>
                  <a:lnTo>
                    <a:pt x="3134501" y="724143"/>
                  </a:lnTo>
                  <a:lnTo>
                    <a:pt x="3134153" y="724285"/>
                  </a:lnTo>
                  <a:lnTo>
                    <a:pt x="3132588" y="724925"/>
                  </a:lnTo>
                  <a:lnTo>
                    <a:pt x="3132414" y="724997"/>
                  </a:lnTo>
                  <a:lnTo>
                    <a:pt x="3131023" y="725565"/>
                  </a:lnTo>
                  <a:lnTo>
                    <a:pt x="3130501" y="725779"/>
                  </a:lnTo>
                  <a:lnTo>
                    <a:pt x="3130154" y="725921"/>
                  </a:lnTo>
                  <a:lnTo>
                    <a:pt x="3128415" y="726632"/>
                  </a:lnTo>
                  <a:lnTo>
                    <a:pt x="3126849" y="727272"/>
                  </a:lnTo>
                  <a:lnTo>
                    <a:pt x="3125806" y="727699"/>
                  </a:lnTo>
                  <a:lnTo>
                    <a:pt x="3123719" y="728553"/>
                  </a:lnTo>
                  <a:lnTo>
                    <a:pt x="3123198" y="728766"/>
                  </a:lnTo>
                  <a:lnTo>
                    <a:pt x="3123024" y="728837"/>
                  </a:lnTo>
                  <a:lnTo>
                    <a:pt x="3119372" y="730331"/>
                  </a:lnTo>
                  <a:lnTo>
                    <a:pt x="3113981" y="732536"/>
                  </a:lnTo>
                  <a:lnTo>
                    <a:pt x="3113807" y="732608"/>
                  </a:lnTo>
                  <a:lnTo>
                    <a:pt x="3112242" y="733248"/>
                  </a:lnTo>
                  <a:lnTo>
                    <a:pt x="3112068" y="733319"/>
                  </a:lnTo>
                  <a:lnTo>
                    <a:pt x="3110155" y="734102"/>
                  </a:lnTo>
                  <a:lnTo>
                    <a:pt x="3108242" y="734884"/>
                  </a:lnTo>
                  <a:lnTo>
                    <a:pt x="3104591" y="736378"/>
                  </a:lnTo>
                  <a:lnTo>
                    <a:pt x="3102678" y="737161"/>
                  </a:lnTo>
                  <a:lnTo>
                    <a:pt x="3102330" y="737303"/>
                  </a:lnTo>
                  <a:lnTo>
                    <a:pt x="3100591" y="738015"/>
                  </a:lnTo>
                  <a:lnTo>
                    <a:pt x="3097113" y="739438"/>
                  </a:lnTo>
                  <a:lnTo>
                    <a:pt x="3096939" y="739509"/>
                  </a:lnTo>
                  <a:lnTo>
                    <a:pt x="3093461" y="740933"/>
                  </a:lnTo>
                  <a:lnTo>
                    <a:pt x="3092939" y="741146"/>
                  </a:lnTo>
                  <a:lnTo>
                    <a:pt x="3089983" y="742356"/>
                  </a:lnTo>
                  <a:lnTo>
                    <a:pt x="3088244" y="743068"/>
                  </a:lnTo>
                  <a:lnTo>
                    <a:pt x="3086157" y="743922"/>
                  </a:lnTo>
                  <a:lnTo>
                    <a:pt x="3085636" y="744135"/>
                  </a:lnTo>
                  <a:lnTo>
                    <a:pt x="3084245" y="744705"/>
                  </a:lnTo>
                  <a:lnTo>
                    <a:pt x="3080245" y="746342"/>
                  </a:lnTo>
                  <a:lnTo>
                    <a:pt x="3079028" y="746840"/>
                  </a:lnTo>
                  <a:lnTo>
                    <a:pt x="3078680" y="746983"/>
                  </a:lnTo>
                  <a:lnTo>
                    <a:pt x="3078332" y="747125"/>
                  </a:lnTo>
                  <a:lnTo>
                    <a:pt x="3075376" y="748335"/>
                  </a:lnTo>
                  <a:lnTo>
                    <a:pt x="3073811" y="748976"/>
                  </a:lnTo>
                  <a:lnTo>
                    <a:pt x="3069637" y="750685"/>
                  </a:lnTo>
                  <a:lnTo>
                    <a:pt x="3068942" y="750969"/>
                  </a:lnTo>
                  <a:lnTo>
                    <a:pt x="3066681" y="751895"/>
                  </a:lnTo>
                  <a:lnTo>
                    <a:pt x="3060768" y="754316"/>
                  </a:lnTo>
                  <a:lnTo>
                    <a:pt x="3057291" y="755740"/>
                  </a:lnTo>
                  <a:lnTo>
                    <a:pt x="3052769" y="757592"/>
                  </a:lnTo>
                  <a:lnTo>
                    <a:pt x="3049117" y="759087"/>
                  </a:lnTo>
                  <a:lnTo>
                    <a:pt x="3045813" y="760440"/>
                  </a:lnTo>
                  <a:lnTo>
                    <a:pt x="3045639" y="760512"/>
                  </a:lnTo>
                  <a:lnTo>
                    <a:pt x="3043553" y="761366"/>
                  </a:lnTo>
                  <a:lnTo>
                    <a:pt x="3037292" y="763931"/>
                  </a:lnTo>
                  <a:lnTo>
                    <a:pt x="3028771" y="767422"/>
                  </a:lnTo>
                  <a:lnTo>
                    <a:pt x="3026858" y="768205"/>
                  </a:lnTo>
                  <a:lnTo>
                    <a:pt x="3025989" y="768562"/>
                  </a:lnTo>
                  <a:lnTo>
                    <a:pt x="3022337" y="770058"/>
                  </a:lnTo>
                  <a:lnTo>
                    <a:pt x="3019555" y="771198"/>
                  </a:lnTo>
                  <a:lnTo>
                    <a:pt x="3013990" y="773479"/>
                  </a:lnTo>
                  <a:lnTo>
                    <a:pt x="3010512" y="774904"/>
                  </a:lnTo>
                  <a:lnTo>
                    <a:pt x="3009990" y="775118"/>
                  </a:lnTo>
                  <a:lnTo>
                    <a:pt x="3005469" y="776971"/>
                  </a:lnTo>
                  <a:lnTo>
                    <a:pt x="3001643" y="778539"/>
                  </a:lnTo>
                  <a:lnTo>
                    <a:pt x="2990514" y="783102"/>
                  </a:lnTo>
                  <a:lnTo>
                    <a:pt x="2988253" y="784028"/>
                  </a:lnTo>
                  <a:lnTo>
                    <a:pt x="2984427" y="785597"/>
                  </a:lnTo>
                  <a:lnTo>
                    <a:pt x="2983036" y="786168"/>
                  </a:lnTo>
                  <a:lnTo>
                    <a:pt x="2981645" y="786738"/>
                  </a:lnTo>
                  <a:lnTo>
                    <a:pt x="2981123" y="786952"/>
                  </a:lnTo>
                  <a:lnTo>
                    <a:pt x="2978863" y="787879"/>
                  </a:lnTo>
                  <a:lnTo>
                    <a:pt x="2974689" y="789590"/>
                  </a:lnTo>
                  <a:lnTo>
                    <a:pt x="2972950" y="790304"/>
                  </a:lnTo>
                  <a:lnTo>
                    <a:pt x="2971037" y="791088"/>
                  </a:lnTo>
                  <a:lnTo>
                    <a:pt x="2968429" y="792158"/>
                  </a:lnTo>
                  <a:lnTo>
                    <a:pt x="2968081" y="792301"/>
                  </a:lnTo>
                  <a:lnTo>
                    <a:pt x="2967733" y="792443"/>
                  </a:lnTo>
                  <a:lnTo>
                    <a:pt x="2965820" y="793228"/>
                  </a:lnTo>
                  <a:lnTo>
                    <a:pt x="2960604" y="795368"/>
                  </a:lnTo>
                  <a:lnTo>
                    <a:pt x="2960256" y="795511"/>
                  </a:lnTo>
                  <a:lnTo>
                    <a:pt x="2958691" y="796153"/>
                  </a:lnTo>
                  <a:lnTo>
                    <a:pt x="2958517" y="796224"/>
                  </a:lnTo>
                  <a:lnTo>
                    <a:pt x="2957126" y="796795"/>
                  </a:lnTo>
                  <a:lnTo>
                    <a:pt x="2956604" y="797009"/>
                  </a:lnTo>
                  <a:lnTo>
                    <a:pt x="2956256" y="797151"/>
                  </a:lnTo>
                  <a:lnTo>
                    <a:pt x="2954517" y="797865"/>
                  </a:lnTo>
                  <a:lnTo>
                    <a:pt x="2952952" y="798507"/>
                  </a:lnTo>
                  <a:lnTo>
                    <a:pt x="2951909" y="798935"/>
                  </a:lnTo>
                  <a:lnTo>
                    <a:pt x="2949822" y="799791"/>
                  </a:lnTo>
                  <a:lnTo>
                    <a:pt x="2949300" y="800005"/>
                  </a:lnTo>
                  <a:lnTo>
                    <a:pt x="2949126" y="800077"/>
                  </a:lnTo>
                  <a:lnTo>
                    <a:pt x="2945474" y="801575"/>
                  </a:lnTo>
                  <a:lnTo>
                    <a:pt x="2940084" y="803787"/>
                  </a:lnTo>
                  <a:lnTo>
                    <a:pt x="2938345" y="804501"/>
                  </a:lnTo>
                  <a:lnTo>
                    <a:pt x="2938171" y="804572"/>
                  </a:lnTo>
                  <a:lnTo>
                    <a:pt x="2936258" y="805357"/>
                  </a:lnTo>
                  <a:lnTo>
                    <a:pt x="2934345" y="806142"/>
                  </a:lnTo>
                  <a:lnTo>
                    <a:pt x="2930693" y="807641"/>
                  </a:lnTo>
                  <a:lnTo>
                    <a:pt x="2928780" y="808426"/>
                  </a:lnTo>
                  <a:lnTo>
                    <a:pt x="2928433" y="808569"/>
                  </a:lnTo>
                  <a:lnTo>
                    <a:pt x="2926694" y="809283"/>
                  </a:lnTo>
                  <a:lnTo>
                    <a:pt x="2923216" y="810711"/>
                  </a:lnTo>
                  <a:lnTo>
                    <a:pt x="2923042" y="810782"/>
                  </a:lnTo>
                  <a:lnTo>
                    <a:pt x="2919564" y="812210"/>
                  </a:lnTo>
                  <a:lnTo>
                    <a:pt x="2919042" y="812424"/>
                  </a:lnTo>
                  <a:lnTo>
                    <a:pt x="2916086" y="813638"/>
                  </a:lnTo>
                  <a:lnTo>
                    <a:pt x="2914347" y="814352"/>
                  </a:lnTo>
                  <a:lnTo>
                    <a:pt x="2912260" y="815208"/>
                  </a:lnTo>
                  <a:lnTo>
                    <a:pt x="2911738" y="815423"/>
                  </a:lnTo>
                  <a:lnTo>
                    <a:pt x="2910347" y="815994"/>
                  </a:lnTo>
                  <a:lnTo>
                    <a:pt x="2906348" y="817636"/>
                  </a:lnTo>
                  <a:lnTo>
                    <a:pt x="2905130" y="818136"/>
                  </a:lnTo>
                  <a:lnTo>
                    <a:pt x="2904782" y="818279"/>
                  </a:lnTo>
                  <a:lnTo>
                    <a:pt x="2904435" y="818422"/>
                  </a:lnTo>
                  <a:lnTo>
                    <a:pt x="2901478" y="819636"/>
                  </a:lnTo>
                  <a:lnTo>
                    <a:pt x="2899913" y="820279"/>
                  </a:lnTo>
                  <a:lnTo>
                    <a:pt x="2895740" y="821993"/>
                  </a:lnTo>
                  <a:lnTo>
                    <a:pt x="2895044" y="822278"/>
                  </a:lnTo>
                  <a:lnTo>
                    <a:pt x="2892784" y="823207"/>
                  </a:lnTo>
                  <a:lnTo>
                    <a:pt x="2886871" y="825636"/>
                  </a:lnTo>
                  <a:lnTo>
                    <a:pt x="2883393" y="827064"/>
                  </a:lnTo>
                  <a:lnTo>
                    <a:pt x="2878872" y="828922"/>
                  </a:lnTo>
                  <a:lnTo>
                    <a:pt x="2875220" y="830422"/>
                  </a:lnTo>
                  <a:lnTo>
                    <a:pt x="2871916" y="831780"/>
                  </a:lnTo>
                  <a:lnTo>
                    <a:pt x="2871742" y="831851"/>
                  </a:lnTo>
                  <a:lnTo>
                    <a:pt x="2869655" y="832709"/>
                  </a:lnTo>
                  <a:lnTo>
                    <a:pt x="2863395" y="835282"/>
                  </a:lnTo>
                  <a:lnTo>
                    <a:pt x="2854874" y="838784"/>
                  </a:lnTo>
                  <a:lnTo>
                    <a:pt x="2852961" y="839570"/>
                  </a:lnTo>
                  <a:lnTo>
                    <a:pt x="2852092" y="839928"/>
                  </a:lnTo>
                  <a:lnTo>
                    <a:pt x="2848440" y="841429"/>
                  </a:lnTo>
                  <a:lnTo>
                    <a:pt x="2845657" y="842573"/>
                  </a:lnTo>
                  <a:lnTo>
                    <a:pt x="2844614" y="843002"/>
                  </a:lnTo>
                  <a:lnTo>
                    <a:pt x="2840093" y="844861"/>
                  </a:lnTo>
                  <a:lnTo>
                    <a:pt x="2836615" y="846291"/>
                  </a:lnTo>
                  <a:lnTo>
                    <a:pt x="2836093" y="846505"/>
                  </a:lnTo>
                  <a:lnTo>
                    <a:pt x="2831572" y="848365"/>
                  </a:lnTo>
                  <a:lnTo>
                    <a:pt x="2827746" y="849938"/>
                  </a:lnTo>
                  <a:lnTo>
                    <a:pt x="2816616" y="854516"/>
                  </a:lnTo>
                  <a:lnTo>
                    <a:pt x="2814356" y="855446"/>
                  </a:lnTo>
                  <a:lnTo>
                    <a:pt x="2810530" y="857020"/>
                  </a:lnTo>
                  <a:lnTo>
                    <a:pt x="2809139" y="857592"/>
                  </a:lnTo>
                  <a:lnTo>
                    <a:pt x="2807748" y="858164"/>
                  </a:lnTo>
                  <a:lnTo>
                    <a:pt x="2807226" y="858379"/>
                  </a:lnTo>
                  <a:lnTo>
                    <a:pt x="2804965" y="859309"/>
                  </a:lnTo>
                  <a:lnTo>
                    <a:pt x="2800792" y="861027"/>
                  </a:lnTo>
                  <a:lnTo>
                    <a:pt x="2799053" y="861742"/>
                  </a:lnTo>
                  <a:lnTo>
                    <a:pt x="2797140" y="862529"/>
                  </a:lnTo>
                  <a:lnTo>
                    <a:pt x="2794531" y="863603"/>
                  </a:lnTo>
                  <a:lnTo>
                    <a:pt x="2794184" y="863746"/>
                  </a:lnTo>
                  <a:lnTo>
                    <a:pt x="2793836" y="863889"/>
                  </a:lnTo>
                  <a:lnTo>
                    <a:pt x="2791923" y="864677"/>
                  </a:lnTo>
                  <a:lnTo>
                    <a:pt x="2786706" y="866824"/>
                  </a:lnTo>
                  <a:lnTo>
                    <a:pt x="2786358" y="866967"/>
                  </a:lnTo>
                  <a:lnTo>
                    <a:pt x="2784793" y="867611"/>
                  </a:lnTo>
                  <a:lnTo>
                    <a:pt x="2784619" y="867683"/>
                  </a:lnTo>
                  <a:lnTo>
                    <a:pt x="2783228" y="868255"/>
                  </a:lnTo>
                  <a:lnTo>
                    <a:pt x="2782706" y="868470"/>
                  </a:lnTo>
                  <a:lnTo>
                    <a:pt x="2782359" y="868613"/>
                  </a:lnTo>
                  <a:lnTo>
                    <a:pt x="2780620" y="869329"/>
                  </a:lnTo>
                  <a:lnTo>
                    <a:pt x="2778011" y="870403"/>
                  </a:lnTo>
                  <a:lnTo>
                    <a:pt x="2775924" y="871262"/>
                  </a:lnTo>
                  <a:lnTo>
                    <a:pt x="2775403" y="871477"/>
                  </a:lnTo>
                  <a:lnTo>
                    <a:pt x="2775229" y="871549"/>
                  </a:lnTo>
                  <a:lnTo>
                    <a:pt x="2771577" y="873052"/>
                  </a:lnTo>
                  <a:lnTo>
                    <a:pt x="2766186" y="875272"/>
                  </a:lnTo>
                  <a:lnTo>
                    <a:pt x="2766012" y="875344"/>
                  </a:lnTo>
                  <a:lnTo>
                    <a:pt x="2764447" y="875988"/>
                  </a:lnTo>
                  <a:lnTo>
                    <a:pt x="2764273" y="876060"/>
                  </a:lnTo>
                  <a:lnTo>
                    <a:pt x="2762360" y="876847"/>
                  </a:lnTo>
                  <a:lnTo>
                    <a:pt x="2760448" y="877635"/>
                  </a:lnTo>
                  <a:lnTo>
                    <a:pt x="2756796" y="879139"/>
                  </a:lnTo>
                  <a:lnTo>
                    <a:pt x="2754883" y="879927"/>
                  </a:lnTo>
                  <a:lnTo>
                    <a:pt x="2754535" y="880070"/>
                  </a:lnTo>
                  <a:lnTo>
                    <a:pt x="2752796" y="880787"/>
                  </a:lnTo>
                  <a:lnTo>
                    <a:pt x="2749318" y="882219"/>
                  </a:lnTo>
                  <a:lnTo>
                    <a:pt x="2749144" y="882291"/>
                  </a:lnTo>
                  <a:lnTo>
                    <a:pt x="2745666" y="883724"/>
                  </a:lnTo>
                  <a:lnTo>
                    <a:pt x="2745145" y="883939"/>
                  </a:lnTo>
                  <a:lnTo>
                    <a:pt x="2742188" y="885157"/>
                  </a:lnTo>
                  <a:lnTo>
                    <a:pt x="2740449" y="885873"/>
                  </a:lnTo>
                  <a:lnTo>
                    <a:pt x="2738363" y="886733"/>
                  </a:lnTo>
                  <a:lnTo>
                    <a:pt x="2737841" y="886948"/>
                  </a:lnTo>
                  <a:lnTo>
                    <a:pt x="2736450" y="887521"/>
                  </a:lnTo>
                  <a:lnTo>
                    <a:pt x="2732450" y="889169"/>
                  </a:lnTo>
                  <a:lnTo>
                    <a:pt x="2731233" y="889671"/>
                  </a:lnTo>
                  <a:lnTo>
                    <a:pt x="2730885" y="889814"/>
                  </a:lnTo>
                  <a:lnTo>
                    <a:pt x="2730537" y="889958"/>
                  </a:lnTo>
                  <a:lnTo>
                    <a:pt x="2727581" y="891176"/>
                  </a:lnTo>
                  <a:lnTo>
                    <a:pt x="2726016" y="891821"/>
                  </a:lnTo>
                  <a:lnTo>
                    <a:pt x="2721842" y="893541"/>
                  </a:lnTo>
                  <a:lnTo>
                    <a:pt x="2721147" y="893828"/>
                  </a:lnTo>
                  <a:lnTo>
                    <a:pt x="2718886" y="894760"/>
                  </a:lnTo>
                  <a:lnTo>
                    <a:pt x="2712974" y="897197"/>
                  </a:lnTo>
                  <a:lnTo>
                    <a:pt x="2709496" y="898631"/>
                  </a:lnTo>
                  <a:lnTo>
                    <a:pt x="2704974" y="900495"/>
                  </a:lnTo>
                  <a:lnTo>
                    <a:pt x="2701322" y="902001"/>
                  </a:lnTo>
                  <a:lnTo>
                    <a:pt x="2698018" y="903363"/>
                  </a:lnTo>
                  <a:lnTo>
                    <a:pt x="2697844" y="903435"/>
                  </a:lnTo>
                  <a:lnTo>
                    <a:pt x="2695758" y="904296"/>
                  </a:lnTo>
                  <a:lnTo>
                    <a:pt x="2689497" y="906878"/>
                  </a:lnTo>
                  <a:lnTo>
                    <a:pt x="2680976" y="910393"/>
                  </a:lnTo>
                  <a:lnTo>
                    <a:pt x="2679064" y="911182"/>
                  </a:lnTo>
                  <a:lnTo>
                    <a:pt x="2678194" y="911541"/>
                  </a:lnTo>
                  <a:lnTo>
                    <a:pt x="2674542" y="913047"/>
                  </a:lnTo>
                  <a:lnTo>
                    <a:pt x="2671760" y="914195"/>
                  </a:lnTo>
                  <a:lnTo>
                    <a:pt x="2670716" y="914626"/>
                  </a:lnTo>
                  <a:lnTo>
                    <a:pt x="2666195" y="916492"/>
                  </a:lnTo>
                  <a:lnTo>
                    <a:pt x="2662717" y="917927"/>
                  </a:lnTo>
                  <a:lnTo>
                    <a:pt x="2662196" y="918142"/>
                  </a:lnTo>
                  <a:lnTo>
                    <a:pt x="2657674" y="920009"/>
                  </a:lnTo>
                  <a:lnTo>
                    <a:pt x="2653848" y="921588"/>
                  </a:lnTo>
                  <a:lnTo>
                    <a:pt x="2642719" y="926182"/>
                  </a:lnTo>
                  <a:lnTo>
                    <a:pt x="2640458" y="927116"/>
                  </a:lnTo>
                  <a:lnTo>
                    <a:pt x="2636633" y="928696"/>
                  </a:lnTo>
                  <a:lnTo>
                    <a:pt x="2635241" y="929270"/>
                  </a:lnTo>
                  <a:lnTo>
                    <a:pt x="2633850" y="929845"/>
                  </a:lnTo>
                  <a:lnTo>
                    <a:pt x="2631068" y="930994"/>
                  </a:lnTo>
                  <a:lnTo>
                    <a:pt x="2626894" y="932718"/>
                  </a:lnTo>
                  <a:lnTo>
                    <a:pt x="2625155" y="933436"/>
                  </a:lnTo>
                  <a:lnTo>
                    <a:pt x="2623242" y="934226"/>
                  </a:lnTo>
                  <a:lnTo>
                    <a:pt x="2620634" y="935303"/>
                  </a:lnTo>
                  <a:lnTo>
                    <a:pt x="2620286" y="935447"/>
                  </a:lnTo>
                  <a:lnTo>
                    <a:pt x="2619938" y="935591"/>
                  </a:lnTo>
                  <a:lnTo>
                    <a:pt x="2618026" y="936381"/>
                  </a:lnTo>
                  <a:lnTo>
                    <a:pt x="2612809" y="938536"/>
                  </a:lnTo>
                  <a:lnTo>
                    <a:pt x="2612461" y="938680"/>
                  </a:lnTo>
                  <a:lnTo>
                    <a:pt x="2610896" y="939327"/>
                  </a:lnTo>
                  <a:lnTo>
                    <a:pt x="2610722" y="939399"/>
                  </a:lnTo>
                  <a:lnTo>
                    <a:pt x="2609331" y="939973"/>
                  </a:lnTo>
                  <a:lnTo>
                    <a:pt x="2608809" y="940189"/>
                  </a:lnTo>
                  <a:lnTo>
                    <a:pt x="2608461" y="940333"/>
                  </a:lnTo>
                  <a:lnTo>
                    <a:pt x="2606722" y="941051"/>
                  </a:lnTo>
                  <a:lnTo>
                    <a:pt x="2605157" y="941698"/>
                  </a:lnTo>
                  <a:lnTo>
                    <a:pt x="2604114" y="942129"/>
                  </a:lnTo>
                  <a:lnTo>
                    <a:pt x="2602027" y="942992"/>
                  </a:lnTo>
                  <a:lnTo>
                    <a:pt x="2601505" y="943207"/>
                  </a:lnTo>
                  <a:lnTo>
                    <a:pt x="2601331" y="943279"/>
                  </a:lnTo>
                  <a:lnTo>
                    <a:pt x="2597680" y="944788"/>
                  </a:lnTo>
                  <a:lnTo>
                    <a:pt x="2592289" y="947017"/>
                  </a:lnTo>
                  <a:lnTo>
                    <a:pt x="2592115" y="947089"/>
                  </a:lnTo>
                  <a:lnTo>
                    <a:pt x="2590550" y="947736"/>
                  </a:lnTo>
                  <a:lnTo>
                    <a:pt x="2590376" y="947807"/>
                  </a:lnTo>
                  <a:lnTo>
                    <a:pt x="2588463" y="948598"/>
                  </a:lnTo>
                  <a:lnTo>
                    <a:pt x="2586550" y="949389"/>
                  </a:lnTo>
                  <a:lnTo>
                    <a:pt x="2582898" y="950899"/>
                  </a:lnTo>
                  <a:lnTo>
                    <a:pt x="2580985" y="951690"/>
                  </a:lnTo>
                  <a:lnTo>
                    <a:pt x="2580638" y="951833"/>
                  </a:lnTo>
                  <a:lnTo>
                    <a:pt x="2578899" y="952553"/>
                  </a:lnTo>
                  <a:lnTo>
                    <a:pt x="2575421" y="953991"/>
                  </a:lnTo>
                  <a:lnTo>
                    <a:pt x="2575247" y="954063"/>
                  </a:lnTo>
                  <a:lnTo>
                    <a:pt x="2571769" y="955501"/>
                  </a:lnTo>
                  <a:lnTo>
                    <a:pt x="2571247" y="955717"/>
                  </a:lnTo>
                  <a:lnTo>
                    <a:pt x="2568291" y="956939"/>
                  </a:lnTo>
                  <a:lnTo>
                    <a:pt x="2566552" y="957659"/>
                  </a:lnTo>
                  <a:lnTo>
                    <a:pt x="2564465" y="958522"/>
                  </a:lnTo>
                  <a:lnTo>
                    <a:pt x="2563943" y="958737"/>
                  </a:lnTo>
                  <a:lnTo>
                    <a:pt x="2562552" y="959313"/>
                  </a:lnTo>
                  <a:lnTo>
                    <a:pt x="2558553" y="960967"/>
                  </a:lnTo>
                  <a:lnTo>
                    <a:pt x="2557335" y="961471"/>
                  </a:lnTo>
                  <a:lnTo>
                    <a:pt x="2556988" y="961615"/>
                  </a:lnTo>
                  <a:lnTo>
                    <a:pt x="2556640" y="961759"/>
                  </a:lnTo>
                  <a:lnTo>
                    <a:pt x="2553684" y="962982"/>
                  </a:lnTo>
                  <a:lnTo>
                    <a:pt x="2552118" y="963629"/>
                  </a:lnTo>
                  <a:lnTo>
                    <a:pt x="2547945" y="965356"/>
                  </a:lnTo>
                  <a:lnTo>
                    <a:pt x="2547249" y="965644"/>
                  </a:lnTo>
                  <a:lnTo>
                    <a:pt x="2544989" y="966580"/>
                  </a:lnTo>
                  <a:lnTo>
                    <a:pt x="2539076" y="969026"/>
                  </a:lnTo>
                  <a:lnTo>
                    <a:pt x="2535598" y="970466"/>
                  </a:lnTo>
                  <a:lnTo>
                    <a:pt x="2531077" y="972338"/>
                  </a:lnTo>
                  <a:lnTo>
                    <a:pt x="2527425" y="973849"/>
                  </a:lnTo>
                  <a:lnTo>
                    <a:pt x="2524121" y="975217"/>
                  </a:lnTo>
                  <a:lnTo>
                    <a:pt x="2523947" y="975289"/>
                  </a:lnTo>
                  <a:lnTo>
                    <a:pt x="2521860" y="976153"/>
                  </a:lnTo>
                  <a:lnTo>
                    <a:pt x="2515600" y="978745"/>
                  </a:lnTo>
                  <a:lnTo>
                    <a:pt x="2507079" y="982274"/>
                  </a:lnTo>
                  <a:lnTo>
                    <a:pt x="2505166" y="983067"/>
                  </a:lnTo>
                  <a:lnTo>
                    <a:pt x="2504297" y="983427"/>
                  </a:lnTo>
                  <a:lnTo>
                    <a:pt x="2500645" y="984940"/>
                  </a:lnTo>
                  <a:lnTo>
                    <a:pt x="2497862" y="986092"/>
                  </a:lnTo>
                  <a:lnTo>
                    <a:pt x="2496819" y="986524"/>
                  </a:lnTo>
                  <a:lnTo>
                    <a:pt x="2492298" y="988398"/>
                  </a:lnTo>
                  <a:lnTo>
                    <a:pt x="2488820" y="989839"/>
                  </a:lnTo>
                  <a:lnTo>
                    <a:pt x="2488298" y="990055"/>
                  </a:lnTo>
                  <a:lnTo>
                    <a:pt x="2483777" y="991929"/>
                  </a:lnTo>
                  <a:lnTo>
                    <a:pt x="2479951" y="993514"/>
                  </a:lnTo>
                  <a:lnTo>
                    <a:pt x="2468822" y="998127"/>
                  </a:lnTo>
                  <a:lnTo>
                    <a:pt x="2466561" y="999065"/>
                  </a:lnTo>
                  <a:lnTo>
                    <a:pt x="2462735" y="1000651"/>
                  </a:lnTo>
                  <a:lnTo>
                    <a:pt x="2461344" y="1001228"/>
                  </a:lnTo>
                  <a:lnTo>
                    <a:pt x="2459953" y="1001805"/>
                  </a:lnTo>
                  <a:lnTo>
                    <a:pt x="2459431" y="1002021"/>
                  </a:lnTo>
                  <a:lnTo>
                    <a:pt x="2457170" y="1002958"/>
                  </a:lnTo>
                  <a:lnTo>
                    <a:pt x="2452997" y="1004689"/>
                  </a:lnTo>
                  <a:lnTo>
                    <a:pt x="2451258" y="1005410"/>
                  </a:lnTo>
                  <a:lnTo>
                    <a:pt x="2449345" y="1006204"/>
                  </a:lnTo>
                  <a:lnTo>
                    <a:pt x="2446737" y="1007286"/>
                  </a:lnTo>
                  <a:lnTo>
                    <a:pt x="2446389" y="1007430"/>
                  </a:lnTo>
                  <a:lnTo>
                    <a:pt x="2446041" y="1007574"/>
                  </a:lnTo>
                  <a:lnTo>
                    <a:pt x="2444128" y="1008368"/>
                  </a:lnTo>
                  <a:lnTo>
                    <a:pt x="2438911" y="1010532"/>
                  </a:lnTo>
                  <a:lnTo>
                    <a:pt x="2438563" y="1010676"/>
                  </a:lnTo>
                  <a:lnTo>
                    <a:pt x="2436998" y="1011326"/>
                  </a:lnTo>
                  <a:lnTo>
                    <a:pt x="2436824" y="1011398"/>
                  </a:lnTo>
                  <a:lnTo>
                    <a:pt x="2435433" y="1011975"/>
                  </a:lnTo>
                  <a:lnTo>
                    <a:pt x="2434912" y="1012191"/>
                  </a:lnTo>
                  <a:lnTo>
                    <a:pt x="2434564" y="1012336"/>
                  </a:lnTo>
                  <a:lnTo>
                    <a:pt x="2432825" y="1013057"/>
                  </a:lnTo>
                  <a:lnTo>
                    <a:pt x="2431260" y="1013707"/>
                  </a:lnTo>
                  <a:lnTo>
                    <a:pt x="2430216" y="1014140"/>
                  </a:lnTo>
                  <a:lnTo>
                    <a:pt x="2428130" y="1015006"/>
                  </a:lnTo>
                  <a:lnTo>
                    <a:pt x="2427608" y="1015222"/>
                  </a:lnTo>
                  <a:lnTo>
                    <a:pt x="2427434" y="1015294"/>
                  </a:lnTo>
                  <a:lnTo>
                    <a:pt x="2423782" y="1016810"/>
                  </a:lnTo>
                  <a:lnTo>
                    <a:pt x="2418391" y="1019047"/>
                  </a:lnTo>
                  <a:lnTo>
                    <a:pt x="2416652" y="1019769"/>
                  </a:lnTo>
                  <a:lnTo>
                    <a:pt x="2416478" y="1019841"/>
                  </a:lnTo>
                  <a:lnTo>
                    <a:pt x="2414566" y="1020635"/>
                  </a:lnTo>
                  <a:lnTo>
                    <a:pt x="2412653" y="1021429"/>
                  </a:lnTo>
                  <a:lnTo>
                    <a:pt x="2409001" y="1022946"/>
                  </a:lnTo>
                  <a:lnTo>
                    <a:pt x="2407088" y="1023740"/>
                  </a:lnTo>
                  <a:lnTo>
                    <a:pt x="2406740" y="1023884"/>
                  </a:lnTo>
                  <a:lnTo>
                    <a:pt x="2405001" y="1024606"/>
                  </a:lnTo>
                  <a:lnTo>
                    <a:pt x="2401523" y="1026050"/>
                  </a:lnTo>
                  <a:lnTo>
                    <a:pt x="2401349" y="1026123"/>
                  </a:lnTo>
                  <a:lnTo>
                    <a:pt x="2397871" y="1027567"/>
                  </a:lnTo>
                  <a:lnTo>
                    <a:pt x="2397350" y="1027784"/>
                  </a:lnTo>
                  <a:lnTo>
                    <a:pt x="2394393" y="1029011"/>
                  </a:lnTo>
                  <a:lnTo>
                    <a:pt x="2392654" y="1029734"/>
                  </a:lnTo>
                  <a:lnTo>
                    <a:pt x="2390568" y="1030600"/>
                  </a:lnTo>
                  <a:lnTo>
                    <a:pt x="2390046" y="1030817"/>
                  </a:lnTo>
                  <a:lnTo>
                    <a:pt x="2388655" y="1031395"/>
                  </a:lnTo>
                  <a:lnTo>
                    <a:pt x="2384655" y="1033056"/>
                  </a:lnTo>
                  <a:lnTo>
                    <a:pt x="2383438" y="1033562"/>
                  </a:lnTo>
                  <a:lnTo>
                    <a:pt x="2383090" y="1033707"/>
                  </a:lnTo>
                  <a:lnTo>
                    <a:pt x="2382742" y="1033851"/>
                  </a:lnTo>
                  <a:lnTo>
                    <a:pt x="2379786" y="1035079"/>
                  </a:lnTo>
                  <a:lnTo>
                    <a:pt x="2378221" y="1035730"/>
                  </a:lnTo>
                  <a:lnTo>
                    <a:pt x="2373352" y="1037753"/>
                  </a:lnTo>
                  <a:lnTo>
                    <a:pt x="2371091" y="1038692"/>
                  </a:lnTo>
                  <a:lnTo>
                    <a:pt x="2365179" y="1041150"/>
                  </a:lnTo>
                  <a:lnTo>
                    <a:pt x="2361701" y="1042595"/>
                  </a:lnTo>
                  <a:lnTo>
                    <a:pt x="2357179" y="1044475"/>
                  </a:lnTo>
                  <a:lnTo>
                    <a:pt x="2353528" y="1045993"/>
                  </a:lnTo>
                  <a:lnTo>
                    <a:pt x="2350223" y="1047367"/>
                  </a:lnTo>
                  <a:lnTo>
                    <a:pt x="2350050" y="1047439"/>
                  </a:lnTo>
                  <a:lnTo>
                    <a:pt x="2347963" y="1048307"/>
                  </a:lnTo>
                  <a:lnTo>
                    <a:pt x="2341703" y="1050910"/>
                  </a:lnTo>
                  <a:lnTo>
                    <a:pt x="2333182" y="1054454"/>
                  </a:lnTo>
                  <a:lnTo>
                    <a:pt x="2331269" y="1055250"/>
                  </a:lnTo>
                  <a:lnTo>
                    <a:pt x="2330399" y="1055612"/>
                  </a:lnTo>
                  <a:lnTo>
                    <a:pt x="2326747" y="1057131"/>
                  </a:lnTo>
                  <a:lnTo>
                    <a:pt x="2323965" y="1058289"/>
                  </a:lnTo>
                  <a:lnTo>
                    <a:pt x="2322922" y="1058723"/>
                  </a:lnTo>
                  <a:lnTo>
                    <a:pt x="2318400" y="1060604"/>
                  </a:lnTo>
                  <a:lnTo>
                    <a:pt x="2314922" y="1062052"/>
                  </a:lnTo>
                  <a:lnTo>
                    <a:pt x="2314401" y="1062269"/>
                  </a:lnTo>
                  <a:lnTo>
                    <a:pt x="2309879" y="1064150"/>
                  </a:lnTo>
                  <a:lnTo>
                    <a:pt x="2306054" y="1065743"/>
                  </a:lnTo>
                  <a:lnTo>
                    <a:pt x="2294924" y="1070376"/>
                  </a:lnTo>
                  <a:lnTo>
                    <a:pt x="2292663" y="1071318"/>
                  </a:lnTo>
                  <a:lnTo>
                    <a:pt x="2288838" y="1072911"/>
                  </a:lnTo>
                  <a:lnTo>
                    <a:pt x="2287447" y="1073490"/>
                  </a:lnTo>
                  <a:lnTo>
                    <a:pt x="2286055" y="1074070"/>
                  </a:lnTo>
                  <a:lnTo>
                    <a:pt x="2285534" y="1074287"/>
                  </a:lnTo>
                  <a:lnTo>
                    <a:pt x="2283273" y="1075229"/>
                  </a:lnTo>
                  <a:lnTo>
                    <a:pt x="2279099" y="1076967"/>
                  </a:lnTo>
                  <a:lnTo>
                    <a:pt x="2277360" y="1077691"/>
                  </a:lnTo>
                  <a:lnTo>
                    <a:pt x="2275448" y="1078488"/>
                  </a:lnTo>
                  <a:lnTo>
                    <a:pt x="2272839" y="1079575"/>
                  </a:lnTo>
                  <a:lnTo>
                    <a:pt x="2272491" y="1079720"/>
                  </a:lnTo>
                  <a:lnTo>
                    <a:pt x="2272144" y="1079865"/>
                  </a:lnTo>
                  <a:lnTo>
                    <a:pt x="2270231" y="1080662"/>
                  </a:lnTo>
                  <a:lnTo>
                    <a:pt x="2265014" y="1082836"/>
                  </a:lnTo>
                  <a:lnTo>
                    <a:pt x="2264666" y="1082981"/>
                  </a:lnTo>
                  <a:lnTo>
                    <a:pt x="2263101" y="1083633"/>
                  </a:lnTo>
                  <a:lnTo>
                    <a:pt x="2262927" y="1083705"/>
                  </a:lnTo>
                  <a:lnTo>
                    <a:pt x="2261536" y="1084285"/>
                  </a:lnTo>
                  <a:lnTo>
                    <a:pt x="2261014" y="1084502"/>
                  </a:lnTo>
                  <a:lnTo>
                    <a:pt x="2260666" y="1084647"/>
                  </a:lnTo>
                  <a:lnTo>
                    <a:pt x="2258927" y="1085372"/>
                  </a:lnTo>
                  <a:lnTo>
                    <a:pt x="2257362" y="1086024"/>
                  </a:lnTo>
                  <a:lnTo>
                    <a:pt x="2256319" y="1086459"/>
                  </a:lnTo>
                  <a:lnTo>
                    <a:pt x="2254232" y="1087329"/>
                  </a:lnTo>
                  <a:lnTo>
                    <a:pt x="2253710" y="1087547"/>
                  </a:lnTo>
                  <a:lnTo>
                    <a:pt x="2253537" y="1087619"/>
                  </a:lnTo>
                  <a:lnTo>
                    <a:pt x="2249885" y="1089141"/>
                  </a:lnTo>
                  <a:lnTo>
                    <a:pt x="2244494" y="1091389"/>
                  </a:lnTo>
                  <a:lnTo>
                    <a:pt x="2244320" y="1091461"/>
                  </a:lnTo>
                  <a:lnTo>
                    <a:pt x="2242755" y="1092114"/>
                  </a:lnTo>
                  <a:lnTo>
                    <a:pt x="2242581" y="1092186"/>
                  </a:lnTo>
                  <a:lnTo>
                    <a:pt x="2240668" y="1092984"/>
                  </a:lnTo>
                  <a:lnTo>
                    <a:pt x="2238755" y="1093782"/>
                  </a:lnTo>
                  <a:lnTo>
                    <a:pt x="2235103" y="1095305"/>
                  </a:lnTo>
                  <a:lnTo>
                    <a:pt x="2233191" y="1096102"/>
                  </a:lnTo>
                  <a:lnTo>
                    <a:pt x="2232843" y="1096247"/>
                  </a:lnTo>
                  <a:lnTo>
                    <a:pt x="2231104" y="1096973"/>
                  </a:lnTo>
                  <a:lnTo>
                    <a:pt x="2227626" y="1098423"/>
                  </a:lnTo>
                  <a:lnTo>
                    <a:pt x="2227452" y="1098496"/>
                  </a:lnTo>
                  <a:lnTo>
                    <a:pt x="2223974" y="1099947"/>
                  </a:lnTo>
                  <a:lnTo>
                    <a:pt x="2223452" y="1100164"/>
                  </a:lnTo>
                  <a:lnTo>
                    <a:pt x="2220496" y="1101398"/>
                  </a:lnTo>
                  <a:lnTo>
                    <a:pt x="2218757" y="1102123"/>
                  </a:lnTo>
                  <a:lnTo>
                    <a:pt x="2216670" y="1102994"/>
                  </a:lnTo>
                  <a:lnTo>
                    <a:pt x="2216149" y="1103212"/>
                  </a:lnTo>
                  <a:lnTo>
                    <a:pt x="2214757" y="1103792"/>
                  </a:lnTo>
                  <a:lnTo>
                    <a:pt x="2210758" y="1105461"/>
                  </a:lnTo>
                  <a:lnTo>
                    <a:pt x="2209540" y="1105969"/>
                  </a:lnTo>
                  <a:lnTo>
                    <a:pt x="2209193" y="1106114"/>
                  </a:lnTo>
                  <a:lnTo>
                    <a:pt x="2208845" y="1106259"/>
                  </a:lnTo>
                  <a:lnTo>
                    <a:pt x="2205889" y="1107493"/>
                  </a:lnTo>
                  <a:lnTo>
                    <a:pt x="2204324" y="1108146"/>
                  </a:lnTo>
                  <a:lnTo>
                    <a:pt x="2200150" y="1109888"/>
                  </a:lnTo>
                  <a:lnTo>
                    <a:pt x="2199454" y="1110179"/>
                  </a:lnTo>
                  <a:lnTo>
                    <a:pt x="2197194" y="1111123"/>
                  </a:lnTo>
                  <a:lnTo>
                    <a:pt x="2191281" y="1113591"/>
                  </a:lnTo>
                  <a:lnTo>
                    <a:pt x="2187803" y="1115043"/>
                  </a:lnTo>
                  <a:lnTo>
                    <a:pt x="2183282" y="1116931"/>
                  </a:lnTo>
                  <a:lnTo>
                    <a:pt x="2179630" y="1118456"/>
                  </a:lnTo>
                  <a:lnTo>
                    <a:pt x="2176326" y="1119837"/>
                  </a:lnTo>
                  <a:lnTo>
                    <a:pt x="2176152" y="1119909"/>
                  </a:lnTo>
                  <a:lnTo>
                    <a:pt x="2174065" y="1120781"/>
                  </a:lnTo>
                  <a:lnTo>
                    <a:pt x="2167805" y="1123396"/>
                  </a:lnTo>
                  <a:lnTo>
                    <a:pt x="2159284" y="1126957"/>
                  </a:lnTo>
                  <a:lnTo>
                    <a:pt x="2157371" y="1127756"/>
                  </a:lnTo>
                  <a:lnTo>
                    <a:pt x="2156502" y="1128119"/>
                  </a:lnTo>
                  <a:lnTo>
                    <a:pt x="2152850" y="1129646"/>
                  </a:lnTo>
                  <a:lnTo>
                    <a:pt x="2150068" y="1130809"/>
                  </a:lnTo>
                  <a:lnTo>
                    <a:pt x="2149024" y="1131245"/>
                  </a:lnTo>
                  <a:lnTo>
                    <a:pt x="2144503" y="1133135"/>
                  </a:lnTo>
                  <a:lnTo>
                    <a:pt x="2141025" y="1134589"/>
                  </a:lnTo>
                  <a:lnTo>
                    <a:pt x="2135982" y="1136698"/>
                  </a:lnTo>
                  <a:lnTo>
                    <a:pt x="2132156" y="1138297"/>
                  </a:lnTo>
                  <a:lnTo>
                    <a:pt x="2121027" y="1142953"/>
                  </a:lnTo>
                  <a:lnTo>
                    <a:pt x="2118766" y="1143898"/>
                  </a:lnTo>
                  <a:lnTo>
                    <a:pt x="2114940" y="1145499"/>
                  </a:lnTo>
                  <a:lnTo>
                    <a:pt x="2113549" y="1146081"/>
                  </a:lnTo>
                  <a:lnTo>
                    <a:pt x="2112158" y="1146663"/>
                  </a:lnTo>
                  <a:lnTo>
                    <a:pt x="2111636" y="1146881"/>
                  </a:lnTo>
                  <a:lnTo>
                    <a:pt x="2109376" y="1147827"/>
                  </a:lnTo>
                  <a:lnTo>
                    <a:pt x="2105202" y="1149574"/>
                  </a:lnTo>
                  <a:lnTo>
                    <a:pt x="2103463" y="1150302"/>
                  </a:lnTo>
                  <a:lnTo>
                    <a:pt x="2101550" y="1151102"/>
                  </a:lnTo>
                  <a:lnTo>
                    <a:pt x="2098942" y="1152194"/>
                  </a:lnTo>
                  <a:lnTo>
                    <a:pt x="2098594" y="1152340"/>
                  </a:lnTo>
                  <a:lnTo>
                    <a:pt x="2098246" y="1152485"/>
                  </a:lnTo>
                  <a:lnTo>
                    <a:pt x="2096333" y="1153286"/>
                  </a:lnTo>
                  <a:lnTo>
                    <a:pt x="2091116" y="1155470"/>
                  </a:lnTo>
                  <a:lnTo>
                    <a:pt x="2090769" y="1155616"/>
                  </a:lnTo>
                  <a:lnTo>
                    <a:pt x="2089203" y="1156271"/>
                  </a:lnTo>
                  <a:lnTo>
                    <a:pt x="2089030" y="1156344"/>
                  </a:lnTo>
                  <a:lnTo>
                    <a:pt x="2087638" y="1156926"/>
                  </a:lnTo>
                  <a:lnTo>
                    <a:pt x="2087117" y="1157145"/>
                  </a:lnTo>
                  <a:lnTo>
                    <a:pt x="2086769" y="1157290"/>
                  </a:lnTo>
                  <a:lnTo>
                    <a:pt x="2085030" y="1158019"/>
                  </a:lnTo>
                  <a:lnTo>
                    <a:pt x="2083465" y="1158674"/>
                  </a:lnTo>
                  <a:lnTo>
                    <a:pt x="2082421" y="1159111"/>
                  </a:lnTo>
                  <a:lnTo>
                    <a:pt x="2080335" y="1159985"/>
                  </a:lnTo>
                  <a:lnTo>
                    <a:pt x="2079813" y="1160203"/>
                  </a:lnTo>
                  <a:lnTo>
                    <a:pt x="2079639" y="1160276"/>
                  </a:lnTo>
                  <a:lnTo>
                    <a:pt x="2075987" y="1161806"/>
                  </a:lnTo>
                  <a:lnTo>
                    <a:pt x="2070596" y="1164064"/>
                  </a:lnTo>
                  <a:lnTo>
                    <a:pt x="2070423" y="1164137"/>
                  </a:lnTo>
                  <a:lnTo>
                    <a:pt x="2068857" y="1164792"/>
                  </a:lnTo>
                  <a:lnTo>
                    <a:pt x="2068684" y="1164865"/>
                  </a:lnTo>
                  <a:lnTo>
                    <a:pt x="2066771" y="1165666"/>
                  </a:lnTo>
                  <a:lnTo>
                    <a:pt x="2064858" y="1166468"/>
                  </a:lnTo>
                  <a:lnTo>
                    <a:pt x="2061206" y="1167998"/>
                  </a:lnTo>
                  <a:lnTo>
                    <a:pt x="2059293" y="1168800"/>
                  </a:lnTo>
                  <a:lnTo>
                    <a:pt x="2058945" y="1168945"/>
                  </a:lnTo>
                  <a:lnTo>
                    <a:pt x="2057206" y="1169674"/>
                  </a:lnTo>
                  <a:lnTo>
                    <a:pt x="2053728" y="1171132"/>
                  </a:lnTo>
                  <a:lnTo>
                    <a:pt x="2053554" y="1171205"/>
                  </a:lnTo>
                  <a:lnTo>
                    <a:pt x="2050077" y="1172662"/>
                  </a:lnTo>
                  <a:lnTo>
                    <a:pt x="2049555" y="1172881"/>
                  </a:lnTo>
                  <a:lnTo>
                    <a:pt x="2046599" y="1174120"/>
                  </a:lnTo>
                  <a:lnTo>
                    <a:pt x="2044860" y="1174849"/>
                  </a:lnTo>
                  <a:lnTo>
                    <a:pt x="2042773" y="1175724"/>
                  </a:lnTo>
                  <a:lnTo>
                    <a:pt x="2042251" y="1175943"/>
                  </a:lnTo>
                  <a:lnTo>
                    <a:pt x="2040860" y="1176526"/>
                  </a:lnTo>
                  <a:lnTo>
                    <a:pt x="2036860" y="1178203"/>
                  </a:lnTo>
                  <a:lnTo>
                    <a:pt x="2035643" y="1178713"/>
                  </a:lnTo>
                  <a:lnTo>
                    <a:pt x="2035295" y="1178859"/>
                  </a:lnTo>
                  <a:lnTo>
                    <a:pt x="2034947" y="1179005"/>
                  </a:lnTo>
                  <a:lnTo>
                    <a:pt x="2030426" y="1180901"/>
                  </a:lnTo>
                  <a:lnTo>
                    <a:pt x="2026253" y="1182651"/>
                  </a:lnTo>
                  <a:lnTo>
                    <a:pt x="2025557" y="1182943"/>
                  </a:lnTo>
                  <a:lnTo>
                    <a:pt x="2023296" y="1183891"/>
                  </a:lnTo>
                  <a:lnTo>
                    <a:pt x="2017384" y="1186372"/>
                  </a:lnTo>
                  <a:lnTo>
                    <a:pt x="2013906" y="1187831"/>
                  </a:lnTo>
                  <a:lnTo>
                    <a:pt x="2009385" y="1189728"/>
                  </a:lnTo>
                  <a:lnTo>
                    <a:pt x="2005733" y="1191261"/>
                  </a:lnTo>
                  <a:lnTo>
                    <a:pt x="2002429" y="1192647"/>
                  </a:lnTo>
                  <a:lnTo>
                    <a:pt x="2002255" y="1192720"/>
                  </a:lnTo>
                  <a:lnTo>
                    <a:pt x="2000168" y="1193596"/>
                  </a:lnTo>
                  <a:lnTo>
                    <a:pt x="1993908" y="1196224"/>
                  </a:lnTo>
                  <a:lnTo>
                    <a:pt x="1985387" y="1199802"/>
                  </a:lnTo>
                  <a:lnTo>
                    <a:pt x="1983474" y="1200605"/>
                  </a:lnTo>
                  <a:lnTo>
                    <a:pt x="1982604" y="1200970"/>
                  </a:lnTo>
                  <a:lnTo>
                    <a:pt x="1978952" y="1202504"/>
                  </a:lnTo>
                  <a:lnTo>
                    <a:pt x="1976170" y="1203673"/>
                  </a:lnTo>
                  <a:lnTo>
                    <a:pt x="1975127" y="1204111"/>
                  </a:lnTo>
                  <a:lnTo>
                    <a:pt x="1970605" y="1206010"/>
                  </a:lnTo>
                  <a:lnTo>
                    <a:pt x="1967127" y="1207471"/>
                  </a:lnTo>
                  <a:lnTo>
                    <a:pt x="1966606" y="1207690"/>
                  </a:lnTo>
                  <a:lnTo>
                    <a:pt x="1962084" y="1209590"/>
                  </a:lnTo>
                  <a:lnTo>
                    <a:pt x="1958259" y="1211198"/>
                  </a:lnTo>
                  <a:lnTo>
                    <a:pt x="1947129" y="1215875"/>
                  </a:lnTo>
                  <a:lnTo>
                    <a:pt x="1944869" y="1216826"/>
                  </a:lnTo>
                  <a:lnTo>
                    <a:pt x="1941043" y="1218434"/>
                  </a:lnTo>
                  <a:lnTo>
                    <a:pt x="1939652" y="1219019"/>
                  </a:lnTo>
                  <a:lnTo>
                    <a:pt x="1938260" y="1219604"/>
                  </a:lnTo>
                  <a:lnTo>
                    <a:pt x="1937739" y="1219823"/>
                  </a:lnTo>
                  <a:lnTo>
                    <a:pt x="1935478" y="1220774"/>
                  </a:lnTo>
                  <a:lnTo>
                    <a:pt x="1931305" y="1222529"/>
                  </a:lnTo>
                  <a:lnTo>
                    <a:pt x="1929566" y="1223261"/>
                  </a:lnTo>
                  <a:lnTo>
                    <a:pt x="1927653" y="1224065"/>
                  </a:lnTo>
                  <a:lnTo>
                    <a:pt x="1925044" y="1225162"/>
                  </a:lnTo>
                  <a:lnTo>
                    <a:pt x="1924696" y="1225309"/>
                  </a:lnTo>
                  <a:lnTo>
                    <a:pt x="1924349" y="1225455"/>
                  </a:lnTo>
                  <a:lnTo>
                    <a:pt x="1922436" y="1226260"/>
                  </a:lnTo>
                  <a:lnTo>
                    <a:pt x="1917219" y="1228454"/>
                  </a:lnTo>
                  <a:lnTo>
                    <a:pt x="1916871" y="1228601"/>
                  </a:lnTo>
                  <a:lnTo>
                    <a:pt x="1915306" y="1229259"/>
                  </a:lnTo>
                  <a:lnTo>
                    <a:pt x="1915132" y="1229332"/>
                  </a:lnTo>
                  <a:lnTo>
                    <a:pt x="1913741" y="1229918"/>
                  </a:lnTo>
                  <a:lnTo>
                    <a:pt x="1913219" y="1230137"/>
                  </a:lnTo>
                  <a:lnTo>
                    <a:pt x="1912871" y="1230283"/>
                  </a:lnTo>
                  <a:lnTo>
                    <a:pt x="1911132" y="1231015"/>
                  </a:lnTo>
                  <a:lnTo>
                    <a:pt x="1909567" y="1231674"/>
                  </a:lnTo>
                  <a:lnTo>
                    <a:pt x="1908524" y="1232113"/>
                  </a:lnTo>
                  <a:lnTo>
                    <a:pt x="1906437" y="1232991"/>
                  </a:lnTo>
                  <a:lnTo>
                    <a:pt x="1905916" y="1233211"/>
                  </a:lnTo>
                  <a:lnTo>
                    <a:pt x="1905742" y="1233284"/>
                  </a:lnTo>
                  <a:lnTo>
                    <a:pt x="1902090" y="1234821"/>
                  </a:lnTo>
                  <a:lnTo>
                    <a:pt x="1896699" y="1237090"/>
                  </a:lnTo>
                  <a:lnTo>
                    <a:pt x="1896525" y="1237163"/>
                  </a:lnTo>
                  <a:lnTo>
                    <a:pt x="1894960" y="1237822"/>
                  </a:lnTo>
                  <a:lnTo>
                    <a:pt x="1894786" y="1237895"/>
                  </a:lnTo>
                  <a:lnTo>
                    <a:pt x="1892873" y="1238701"/>
                  </a:lnTo>
                  <a:lnTo>
                    <a:pt x="1890960" y="1239506"/>
                  </a:lnTo>
                  <a:lnTo>
                    <a:pt x="1887308" y="1241044"/>
                  </a:lnTo>
                  <a:lnTo>
                    <a:pt x="1885396" y="1241849"/>
                  </a:lnTo>
                  <a:lnTo>
                    <a:pt x="1885048" y="1241996"/>
                  </a:lnTo>
                  <a:lnTo>
                    <a:pt x="1883309" y="1242728"/>
                  </a:lnTo>
                  <a:lnTo>
                    <a:pt x="1879831" y="1244193"/>
                  </a:lnTo>
                  <a:lnTo>
                    <a:pt x="1879657" y="1244266"/>
                  </a:lnTo>
                  <a:lnTo>
                    <a:pt x="1876179" y="1245731"/>
                  </a:lnTo>
                  <a:lnTo>
                    <a:pt x="1875657" y="1245951"/>
                  </a:lnTo>
                  <a:lnTo>
                    <a:pt x="1872701" y="1247196"/>
                  </a:lnTo>
                  <a:lnTo>
                    <a:pt x="1870962" y="1247929"/>
                  </a:lnTo>
                  <a:lnTo>
                    <a:pt x="1868875" y="1248808"/>
                  </a:lnTo>
                  <a:lnTo>
                    <a:pt x="1868354" y="1249028"/>
                  </a:lnTo>
                  <a:lnTo>
                    <a:pt x="1866962" y="1249614"/>
                  </a:lnTo>
                  <a:lnTo>
                    <a:pt x="1862963" y="1251299"/>
                  </a:lnTo>
                  <a:lnTo>
                    <a:pt x="1861746" y="1251812"/>
                  </a:lnTo>
                  <a:lnTo>
                    <a:pt x="1861398" y="1251959"/>
                  </a:lnTo>
                  <a:lnTo>
                    <a:pt x="1861050" y="1252105"/>
                  </a:lnTo>
                  <a:lnTo>
                    <a:pt x="1858094" y="1253351"/>
                  </a:lnTo>
                  <a:lnTo>
                    <a:pt x="1852355" y="1255770"/>
                  </a:lnTo>
                  <a:lnTo>
                    <a:pt x="1851660" y="1256063"/>
                  </a:lnTo>
                  <a:lnTo>
                    <a:pt x="1849399" y="1257016"/>
                  </a:lnTo>
                  <a:lnTo>
                    <a:pt x="1843486" y="1259509"/>
                  </a:lnTo>
                  <a:lnTo>
                    <a:pt x="1840008" y="1260975"/>
                  </a:lnTo>
                  <a:lnTo>
                    <a:pt x="1835487" y="1262882"/>
                  </a:lnTo>
                  <a:lnTo>
                    <a:pt x="1831835" y="1264422"/>
                  </a:lnTo>
                  <a:lnTo>
                    <a:pt x="1828531" y="1265815"/>
                  </a:lnTo>
                  <a:lnTo>
                    <a:pt x="1828357" y="1265889"/>
                  </a:lnTo>
                  <a:lnTo>
                    <a:pt x="1826270" y="1266769"/>
                  </a:lnTo>
                  <a:lnTo>
                    <a:pt x="1820010" y="1269410"/>
                  </a:lnTo>
                  <a:lnTo>
                    <a:pt x="1811489" y="1273005"/>
                  </a:lnTo>
                  <a:lnTo>
                    <a:pt x="1809576" y="1273813"/>
                  </a:lnTo>
                  <a:lnTo>
                    <a:pt x="1808707" y="1274180"/>
                  </a:lnTo>
                  <a:lnTo>
                    <a:pt x="1805055" y="1275721"/>
                  </a:lnTo>
                  <a:lnTo>
                    <a:pt x="1802273" y="1276895"/>
                  </a:lnTo>
                  <a:lnTo>
                    <a:pt x="1801229" y="1277336"/>
                  </a:lnTo>
                  <a:lnTo>
                    <a:pt x="1796708" y="1279245"/>
                  </a:lnTo>
                  <a:lnTo>
                    <a:pt x="1793230" y="1280713"/>
                  </a:lnTo>
                  <a:lnTo>
                    <a:pt x="1792708" y="1280933"/>
                  </a:lnTo>
                  <a:lnTo>
                    <a:pt x="1788187" y="1282843"/>
                  </a:lnTo>
                  <a:lnTo>
                    <a:pt x="1784361" y="1284458"/>
                  </a:lnTo>
                  <a:lnTo>
                    <a:pt x="1773232" y="1289159"/>
                  </a:lnTo>
                  <a:lnTo>
                    <a:pt x="1770971" y="1290115"/>
                  </a:lnTo>
                  <a:lnTo>
                    <a:pt x="1767145" y="1291731"/>
                  </a:lnTo>
                  <a:lnTo>
                    <a:pt x="1765754" y="1292319"/>
                  </a:lnTo>
                  <a:lnTo>
                    <a:pt x="1764363" y="1292907"/>
                  </a:lnTo>
                  <a:lnTo>
                    <a:pt x="1763841" y="1293127"/>
                  </a:lnTo>
                  <a:lnTo>
                    <a:pt x="1761581" y="1294083"/>
                  </a:lnTo>
                  <a:lnTo>
                    <a:pt x="1757407" y="1295846"/>
                  </a:lnTo>
                  <a:lnTo>
                    <a:pt x="1755668" y="1296582"/>
                  </a:lnTo>
                  <a:lnTo>
                    <a:pt x="1753755" y="1297390"/>
                  </a:lnTo>
                  <a:lnTo>
                    <a:pt x="1751147" y="1298493"/>
                  </a:lnTo>
                  <a:lnTo>
                    <a:pt x="1750799" y="1298640"/>
                  </a:lnTo>
                  <a:lnTo>
                    <a:pt x="1750451" y="1298787"/>
                  </a:lnTo>
                  <a:lnTo>
                    <a:pt x="1748538" y="1299596"/>
                  </a:lnTo>
                  <a:lnTo>
                    <a:pt x="1743321" y="1301801"/>
                  </a:lnTo>
                  <a:lnTo>
                    <a:pt x="1742974" y="1301948"/>
                  </a:lnTo>
                  <a:lnTo>
                    <a:pt x="1741409" y="1302610"/>
                  </a:lnTo>
                  <a:lnTo>
                    <a:pt x="1741235" y="1302684"/>
                  </a:lnTo>
                  <a:lnTo>
                    <a:pt x="1739843" y="1303272"/>
                  </a:lnTo>
                  <a:lnTo>
                    <a:pt x="1739322" y="1303493"/>
                  </a:lnTo>
                  <a:lnTo>
                    <a:pt x="1738974" y="1303640"/>
                  </a:lnTo>
                  <a:lnTo>
                    <a:pt x="1737235" y="1304375"/>
                  </a:lnTo>
                  <a:lnTo>
                    <a:pt x="1735670" y="1305037"/>
                  </a:lnTo>
                  <a:lnTo>
                    <a:pt x="1734627" y="1305478"/>
                  </a:lnTo>
                  <a:lnTo>
                    <a:pt x="1732540" y="1306361"/>
                  </a:lnTo>
                  <a:lnTo>
                    <a:pt x="1732018" y="1306582"/>
                  </a:lnTo>
                  <a:lnTo>
                    <a:pt x="1731844" y="1306655"/>
                  </a:lnTo>
                  <a:lnTo>
                    <a:pt x="1728192" y="1308200"/>
                  </a:lnTo>
                  <a:lnTo>
                    <a:pt x="1722802" y="1310481"/>
                  </a:lnTo>
                  <a:lnTo>
                    <a:pt x="1722628" y="1310554"/>
                  </a:lnTo>
                  <a:lnTo>
                    <a:pt x="1721063" y="1311216"/>
                  </a:lnTo>
                  <a:lnTo>
                    <a:pt x="1720889" y="1311290"/>
                  </a:lnTo>
                  <a:lnTo>
                    <a:pt x="1718976" y="1312099"/>
                  </a:lnTo>
                  <a:lnTo>
                    <a:pt x="1717063" y="1312909"/>
                  </a:lnTo>
                  <a:lnTo>
                    <a:pt x="1713411" y="1314454"/>
                  </a:lnTo>
                  <a:lnTo>
                    <a:pt x="1711498" y="1315264"/>
                  </a:lnTo>
                  <a:lnTo>
                    <a:pt x="1711150" y="1315411"/>
                  </a:lnTo>
                  <a:lnTo>
                    <a:pt x="1709411" y="1316147"/>
                  </a:lnTo>
                  <a:lnTo>
                    <a:pt x="1705933" y="1317619"/>
                  </a:lnTo>
                  <a:lnTo>
                    <a:pt x="1705760" y="1317693"/>
                  </a:lnTo>
                  <a:lnTo>
                    <a:pt x="1702282" y="1319165"/>
                  </a:lnTo>
                  <a:lnTo>
                    <a:pt x="1701760" y="1319386"/>
                  </a:lnTo>
                  <a:lnTo>
                    <a:pt x="1698804" y="1320637"/>
                  </a:lnTo>
                  <a:lnTo>
                    <a:pt x="1697065" y="1321374"/>
                  </a:lnTo>
                  <a:lnTo>
                    <a:pt x="1694978" y="1322257"/>
                  </a:lnTo>
                  <a:lnTo>
                    <a:pt x="1694456" y="1322478"/>
                  </a:lnTo>
                  <a:lnTo>
                    <a:pt x="1693065" y="1323067"/>
                  </a:lnTo>
                  <a:lnTo>
                    <a:pt x="1689065" y="1324761"/>
                  </a:lnTo>
                  <a:lnTo>
                    <a:pt x="1687848" y="1325277"/>
                  </a:lnTo>
                  <a:lnTo>
                    <a:pt x="1687500" y="1325424"/>
                  </a:lnTo>
                  <a:lnTo>
                    <a:pt x="1687153" y="1325571"/>
                  </a:lnTo>
                  <a:lnTo>
                    <a:pt x="1684196" y="1326823"/>
                  </a:lnTo>
                  <a:lnTo>
                    <a:pt x="1682631" y="1327486"/>
                  </a:lnTo>
                  <a:lnTo>
                    <a:pt x="1678458" y="1329254"/>
                  </a:lnTo>
                  <a:lnTo>
                    <a:pt x="1677762" y="1329549"/>
                  </a:lnTo>
                  <a:lnTo>
                    <a:pt x="1675501" y="1330507"/>
                  </a:lnTo>
                  <a:lnTo>
                    <a:pt x="1669589" y="1333012"/>
                  </a:lnTo>
                  <a:lnTo>
                    <a:pt x="1666111" y="1334486"/>
                  </a:lnTo>
                  <a:lnTo>
                    <a:pt x="1661590" y="1336402"/>
                  </a:lnTo>
                  <a:lnTo>
                    <a:pt x="1657938" y="1337950"/>
                  </a:lnTo>
                  <a:lnTo>
                    <a:pt x="1654634" y="1339350"/>
                  </a:lnTo>
                  <a:lnTo>
                    <a:pt x="1654460" y="1339424"/>
                  </a:lnTo>
                  <a:lnTo>
                    <a:pt x="1652373" y="1340309"/>
                  </a:lnTo>
                  <a:lnTo>
                    <a:pt x="1646113" y="1342963"/>
                  </a:lnTo>
                  <a:lnTo>
                    <a:pt x="1637592" y="1346577"/>
                  </a:lnTo>
                  <a:lnTo>
                    <a:pt x="1635679" y="1347388"/>
                  </a:lnTo>
                  <a:lnTo>
                    <a:pt x="1634809" y="1347757"/>
                  </a:lnTo>
                  <a:lnTo>
                    <a:pt x="1631158" y="1349306"/>
                  </a:lnTo>
                  <a:lnTo>
                    <a:pt x="1628375" y="1350486"/>
                  </a:lnTo>
                  <a:lnTo>
                    <a:pt x="1627332" y="1350929"/>
                  </a:lnTo>
                  <a:lnTo>
                    <a:pt x="1622810" y="1352847"/>
                  </a:lnTo>
                  <a:lnTo>
                    <a:pt x="1619333" y="1354323"/>
                  </a:lnTo>
                  <a:lnTo>
                    <a:pt x="1618811" y="1354545"/>
                  </a:lnTo>
                  <a:lnTo>
                    <a:pt x="1614290" y="1356463"/>
                  </a:lnTo>
                  <a:lnTo>
                    <a:pt x="1610464" y="1358087"/>
                  </a:lnTo>
                  <a:lnTo>
                    <a:pt x="1599334" y="1362812"/>
                  </a:lnTo>
                  <a:lnTo>
                    <a:pt x="1597074" y="1363772"/>
                  </a:lnTo>
                  <a:lnTo>
                    <a:pt x="1593248" y="1365397"/>
                  </a:lnTo>
                  <a:lnTo>
                    <a:pt x="1591857" y="1365987"/>
                  </a:lnTo>
                  <a:lnTo>
                    <a:pt x="1590466" y="1366578"/>
                  </a:lnTo>
                  <a:lnTo>
                    <a:pt x="1589944" y="1366800"/>
                  </a:lnTo>
                  <a:lnTo>
                    <a:pt x="1587683" y="1367760"/>
                  </a:lnTo>
                  <a:lnTo>
                    <a:pt x="1583510" y="1369533"/>
                  </a:lnTo>
                  <a:lnTo>
                    <a:pt x="1581771" y="1370271"/>
                  </a:lnTo>
                  <a:lnTo>
                    <a:pt x="1579858" y="1371084"/>
                  </a:lnTo>
                  <a:lnTo>
                    <a:pt x="1577249" y="1372192"/>
                  </a:lnTo>
                  <a:lnTo>
                    <a:pt x="1576902" y="1372340"/>
                  </a:lnTo>
                  <a:lnTo>
                    <a:pt x="1576554" y="1372488"/>
                  </a:lnTo>
                  <a:lnTo>
                    <a:pt x="1574641" y="1373301"/>
                  </a:lnTo>
                  <a:lnTo>
                    <a:pt x="1569424" y="1375518"/>
                  </a:lnTo>
                  <a:lnTo>
                    <a:pt x="1569076" y="1375665"/>
                  </a:lnTo>
                  <a:lnTo>
                    <a:pt x="1567511" y="1376330"/>
                  </a:lnTo>
                  <a:lnTo>
                    <a:pt x="1567337" y="1376404"/>
                  </a:lnTo>
                  <a:lnTo>
                    <a:pt x="1565946" y="1376996"/>
                  </a:lnTo>
                  <a:lnTo>
                    <a:pt x="1565424" y="1377217"/>
                  </a:lnTo>
                  <a:lnTo>
                    <a:pt x="1565077" y="1377365"/>
                  </a:lnTo>
                  <a:lnTo>
                    <a:pt x="1563338" y="1378104"/>
                  </a:lnTo>
                  <a:lnTo>
                    <a:pt x="1561772" y="1378770"/>
                  </a:lnTo>
                  <a:lnTo>
                    <a:pt x="1560729" y="1379213"/>
                  </a:lnTo>
                  <a:lnTo>
                    <a:pt x="1558642" y="1380100"/>
                  </a:lnTo>
                  <a:lnTo>
                    <a:pt x="1558121" y="1380322"/>
                  </a:lnTo>
                  <a:lnTo>
                    <a:pt x="1557947" y="1380396"/>
                  </a:lnTo>
                  <a:lnTo>
                    <a:pt x="1554295" y="1381948"/>
                  </a:lnTo>
                  <a:lnTo>
                    <a:pt x="1548904" y="1384240"/>
                  </a:lnTo>
                  <a:lnTo>
                    <a:pt x="1548730" y="1384314"/>
                  </a:lnTo>
                  <a:lnTo>
                    <a:pt x="1547165" y="1384980"/>
                  </a:lnTo>
                  <a:lnTo>
                    <a:pt x="1546991" y="1385054"/>
                  </a:lnTo>
                  <a:lnTo>
                    <a:pt x="1545078" y="1385867"/>
                  </a:lnTo>
                  <a:lnTo>
                    <a:pt x="1543165" y="1386681"/>
                  </a:lnTo>
                  <a:lnTo>
                    <a:pt x="1539514" y="1388234"/>
                  </a:lnTo>
                  <a:lnTo>
                    <a:pt x="1537601" y="1389048"/>
                  </a:lnTo>
                  <a:lnTo>
                    <a:pt x="1537253" y="1389196"/>
                  </a:lnTo>
                  <a:lnTo>
                    <a:pt x="1535514" y="1389935"/>
                  </a:lnTo>
                  <a:lnTo>
                    <a:pt x="1532036" y="1391415"/>
                  </a:lnTo>
                  <a:lnTo>
                    <a:pt x="1531862" y="1391489"/>
                  </a:lnTo>
                  <a:lnTo>
                    <a:pt x="1528384" y="1392968"/>
                  </a:lnTo>
                  <a:lnTo>
                    <a:pt x="1527862" y="1393190"/>
                  </a:lnTo>
                  <a:lnTo>
                    <a:pt x="1524906" y="1394448"/>
                  </a:lnTo>
                  <a:lnTo>
                    <a:pt x="1523167" y="1395188"/>
                  </a:lnTo>
                  <a:lnTo>
                    <a:pt x="1521080" y="1396076"/>
                  </a:lnTo>
                  <a:lnTo>
                    <a:pt x="1520559" y="1396298"/>
                  </a:lnTo>
                  <a:lnTo>
                    <a:pt x="1519168" y="1396890"/>
                  </a:lnTo>
                  <a:lnTo>
                    <a:pt x="1515168" y="1398593"/>
                  </a:lnTo>
                  <a:lnTo>
                    <a:pt x="1513951" y="1399111"/>
                  </a:lnTo>
                  <a:lnTo>
                    <a:pt x="1513603" y="1399259"/>
                  </a:lnTo>
                  <a:lnTo>
                    <a:pt x="1513255" y="1399407"/>
                  </a:lnTo>
                  <a:lnTo>
                    <a:pt x="1510299" y="1400665"/>
                  </a:lnTo>
                  <a:lnTo>
                    <a:pt x="1508734" y="1401331"/>
                  </a:lnTo>
                  <a:lnTo>
                    <a:pt x="1504560" y="1403108"/>
                  </a:lnTo>
                  <a:lnTo>
                    <a:pt x="1503865" y="1403404"/>
                  </a:lnTo>
                  <a:lnTo>
                    <a:pt x="1501604" y="1404367"/>
                  </a:lnTo>
                  <a:lnTo>
                    <a:pt x="1495691" y="1406885"/>
                  </a:lnTo>
                  <a:lnTo>
                    <a:pt x="1492213" y="1408366"/>
                  </a:lnTo>
                  <a:lnTo>
                    <a:pt x="1487692" y="1410292"/>
                  </a:lnTo>
                  <a:lnTo>
                    <a:pt x="1484040" y="1411847"/>
                  </a:lnTo>
                  <a:lnTo>
                    <a:pt x="1480736" y="1413255"/>
                  </a:lnTo>
                  <a:lnTo>
                    <a:pt x="1480562" y="1413329"/>
                  </a:lnTo>
                  <a:lnTo>
                    <a:pt x="1478476" y="1414218"/>
                  </a:lnTo>
                  <a:lnTo>
                    <a:pt x="1472215" y="1416886"/>
                  </a:lnTo>
                  <a:lnTo>
                    <a:pt x="1463694" y="1420517"/>
                  </a:lnTo>
                  <a:lnTo>
                    <a:pt x="1461781" y="1421333"/>
                  </a:lnTo>
                  <a:lnTo>
                    <a:pt x="1460912" y="1421703"/>
                  </a:lnTo>
                  <a:lnTo>
                    <a:pt x="1457260" y="1423260"/>
                  </a:lnTo>
                  <a:lnTo>
                    <a:pt x="1454478" y="1424447"/>
                  </a:lnTo>
                  <a:lnTo>
                    <a:pt x="1453434" y="1424891"/>
                  </a:lnTo>
                  <a:lnTo>
                    <a:pt x="1448913" y="1426819"/>
                  </a:lnTo>
                  <a:lnTo>
                    <a:pt x="1445435" y="1428302"/>
                  </a:lnTo>
                  <a:lnTo>
                    <a:pt x="1444913" y="1428525"/>
                  </a:lnTo>
                  <a:lnTo>
                    <a:pt x="1440392" y="1430453"/>
                  </a:lnTo>
                  <a:lnTo>
                    <a:pt x="1436566" y="1432085"/>
                  </a:lnTo>
                  <a:lnTo>
                    <a:pt x="1425437" y="1436834"/>
                  </a:lnTo>
                  <a:lnTo>
                    <a:pt x="1423176" y="1437798"/>
                  </a:lnTo>
                  <a:lnTo>
                    <a:pt x="1419350" y="1439431"/>
                  </a:lnTo>
                  <a:lnTo>
                    <a:pt x="1417959" y="1440025"/>
                  </a:lnTo>
                  <a:lnTo>
                    <a:pt x="1416568" y="1440618"/>
                  </a:lnTo>
                  <a:lnTo>
                    <a:pt x="1416046" y="1440841"/>
                  </a:lnTo>
                  <a:lnTo>
                    <a:pt x="1413786" y="1441806"/>
                  </a:lnTo>
                  <a:lnTo>
                    <a:pt x="1409612" y="1443588"/>
                  </a:lnTo>
                  <a:lnTo>
                    <a:pt x="1407873" y="1444330"/>
                  </a:lnTo>
                  <a:lnTo>
                    <a:pt x="1405960" y="1445147"/>
                  </a:lnTo>
                  <a:lnTo>
                    <a:pt x="1403352" y="1446260"/>
                  </a:lnTo>
                  <a:lnTo>
                    <a:pt x="1403004" y="1446409"/>
                  </a:lnTo>
                  <a:lnTo>
                    <a:pt x="1402656" y="1446557"/>
                  </a:lnTo>
                  <a:lnTo>
                    <a:pt x="1400743" y="1447374"/>
                  </a:lnTo>
                  <a:lnTo>
                    <a:pt x="1395527" y="1449602"/>
                  </a:lnTo>
                  <a:lnTo>
                    <a:pt x="1395179" y="1449751"/>
                  </a:lnTo>
                  <a:lnTo>
                    <a:pt x="1393614" y="1450419"/>
                  </a:lnTo>
                  <a:lnTo>
                    <a:pt x="1393440" y="1450493"/>
                  </a:lnTo>
                  <a:lnTo>
                    <a:pt x="1392049" y="1451087"/>
                  </a:lnTo>
                  <a:lnTo>
                    <a:pt x="1391527" y="1451310"/>
                  </a:lnTo>
                  <a:lnTo>
                    <a:pt x="1391179" y="1451459"/>
                  </a:lnTo>
                  <a:lnTo>
                    <a:pt x="1389440" y="1452202"/>
                  </a:lnTo>
                  <a:lnTo>
                    <a:pt x="1387875" y="1452870"/>
                  </a:lnTo>
                  <a:lnTo>
                    <a:pt x="1386832" y="1453316"/>
                  </a:lnTo>
                  <a:lnTo>
                    <a:pt x="1384745" y="1454207"/>
                  </a:lnTo>
                  <a:lnTo>
                    <a:pt x="1384223" y="1454430"/>
                  </a:lnTo>
                  <a:lnTo>
                    <a:pt x="1384049" y="1454504"/>
                  </a:lnTo>
                  <a:lnTo>
                    <a:pt x="1380397" y="1456065"/>
                  </a:lnTo>
                  <a:lnTo>
                    <a:pt x="1375007" y="1458368"/>
                  </a:lnTo>
                  <a:lnTo>
                    <a:pt x="1374833" y="1458442"/>
                  </a:lnTo>
                  <a:lnTo>
                    <a:pt x="1373268" y="1459111"/>
                  </a:lnTo>
                  <a:lnTo>
                    <a:pt x="1373094" y="1459185"/>
                  </a:lnTo>
                  <a:lnTo>
                    <a:pt x="1371181" y="1460003"/>
                  </a:lnTo>
                  <a:lnTo>
                    <a:pt x="1369268" y="1460820"/>
                  </a:lnTo>
                  <a:lnTo>
                    <a:pt x="1365616" y="1462381"/>
                  </a:lnTo>
                  <a:lnTo>
                    <a:pt x="1363703" y="1463199"/>
                  </a:lnTo>
                  <a:lnTo>
                    <a:pt x="1363355" y="1463347"/>
                  </a:lnTo>
                  <a:lnTo>
                    <a:pt x="1361617" y="1464091"/>
                  </a:lnTo>
                  <a:lnTo>
                    <a:pt x="1358139" y="1465578"/>
                  </a:lnTo>
                  <a:lnTo>
                    <a:pt x="1357965" y="1465652"/>
                  </a:lnTo>
                  <a:lnTo>
                    <a:pt x="1354487" y="1467139"/>
                  </a:lnTo>
                  <a:lnTo>
                    <a:pt x="1353965" y="1467362"/>
                  </a:lnTo>
                  <a:lnTo>
                    <a:pt x="1351009" y="1468626"/>
                  </a:lnTo>
                  <a:lnTo>
                    <a:pt x="1349270" y="1469370"/>
                  </a:lnTo>
                  <a:lnTo>
                    <a:pt x="1347183" y="1470262"/>
                  </a:lnTo>
                  <a:lnTo>
                    <a:pt x="1346661" y="1470485"/>
                  </a:lnTo>
                  <a:lnTo>
                    <a:pt x="1345270" y="1471080"/>
                  </a:lnTo>
                  <a:lnTo>
                    <a:pt x="1341271" y="1472791"/>
                  </a:lnTo>
                  <a:lnTo>
                    <a:pt x="1340053" y="1473311"/>
                  </a:lnTo>
                  <a:lnTo>
                    <a:pt x="1339705" y="1473460"/>
                  </a:lnTo>
                  <a:lnTo>
                    <a:pt x="1339358" y="1473609"/>
                  </a:lnTo>
                  <a:lnTo>
                    <a:pt x="1336401" y="1474873"/>
                  </a:lnTo>
                  <a:lnTo>
                    <a:pt x="1334836" y="1475543"/>
                  </a:lnTo>
                  <a:lnTo>
                    <a:pt x="1330663" y="1477328"/>
                  </a:lnTo>
                  <a:lnTo>
                    <a:pt x="1329967" y="1477626"/>
                  </a:lnTo>
                  <a:lnTo>
                    <a:pt x="1327707" y="1478593"/>
                  </a:lnTo>
                  <a:lnTo>
                    <a:pt x="1321794" y="1481123"/>
                  </a:lnTo>
                  <a:lnTo>
                    <a:pt x="1318316" y="1482612"/>
                  </a:lnTo>
                  <a:lnTo>
                    <a:pt x="1313795" y="1484547"/>
                  </a:lnTo>
                  <a:lnTo>
                    <a:pt x="1310143" y="1486110"/>
                  </a:lnTo>
                  <a:lnTo>
                    <a:pt x="1306839" y="1487525"/>
                  </a:lnTo>
                  <a:lnTo>
                    <a:pt x="1306665" y="1487599"/>
                  </a:lnTo>
                  <a:lnTo>
                    <a:pt x="1304578" y="1488492"/>
                  </a:lnTo>
                  <a:lnTo>
                    <a:pt x="1298318" y="1491173"/>
                  </a:lnTo>
                  <a:lnTo>
                    <a:pt x="1289797" y="1494822"/>
                  </a:lnTo>
                  <a:lnTo>
                    <a:pt x="1287884" y="1495641"/>
                  </a:lnTo>
                  <a:lnTo>
                    <a:pt x="1287015" y="1496014"/>
                  </a:lnTo>
                  <a:lnTo>
                    <a:pt x="1283363" y="1497578"/>
                  </a:lnTo>
                  <a:lnTo>
                    <a:pt x="1280580" y="1498770"/>
                  </a:lnTo>
                  <a:lnTo>
                    <a:pt x="1279537" y="1499217"/>
                  </a:lnTo>
                  <a:lnTo>
                    <a:pt x="1275016" y="1501154"/>
                  </a:lnTo>
                  <a:lnTo>
                    <a:pt x="1271538" y="1502645"/>
                  </a:lnTo>
                  <a:lnTo>
                    <a:pt x="1271016" y="1502868"/>
                  </a:lnTo>
                  <a:lnTo>
                    <a:pt x="1266495" y="1504806"/>
                  </a:lnTo>
                  <a:lnTo>
                    <a:pt x="1262669" y="1506446"/>
                  </a:lnTo>
                  <a:lnTo>
                    <a:pt x="1251539" y="1511217"/>
                  </a:lnTo>
                  <a:lnTo>
                    <a:pt x="1249279" y="1512186"/>
                  </a:lnTo>
                  <a:lnTo>
                    <a:pt x="1245453" y="1513827"/>
                  </a:lnTo>
                  <a:lnTo>
                    <a:pt x="1244062" y="1514423"/>
                  </a:lnTo>
                  <a:lnTo>
                    <a:pt x="1242671" y="1515020"/>
                  </a:lnTo>
                  <a:lnTo>
                    <a:pt x="1242149" y="1515244"/>
                  </a:lnTo>
                  <a:lnTo>
                    <a:pt x="1239888" y="1516213"/>
                  </a:lnTo>
                  <a:lnTo>
                    <a:pt x="1233976" y="1518749"/>
                  </a:lnTo>
                  <a:lnTo>
                    <a:pt x="1232063" y="1519570"/>
                  </a:lnTo>
                  <a:lnTo>
                    <a:pt x="1229454" y="1520689"/>
                  </a:lnTo>
                  <a:lnTo>
                    <a:pt x="1229107" y="1520838"/>
                  </a:lnTo>
                  <a:lnTo>
                    <a:pt x="1228759" y="1520987"/>
                  </a:lnTo>
                  <a:lnTo>
                    <a:pt x="1226846" y="1521808"/>
                  </a:lnTo>
                  <a:lnTo>
                    <a:pt x="1221629" y="1524046"/>
                  </a:lnTo>
                  <a:lnTo>
                    <a:pt x="1221281" y="1524196"/>
                  </a:lnTo>
                  <a:lnTo>
                    <a:pt x="1219716" y="1524867"/>
                  </a:lnTo>
                  <a:lnTo>
                    <a:pt x="1219542" y="1524942"/>
                  </a:lnTo>
                  <a:lnTo>
                    <a:pt x="1218151" y="1525539"/>
                  </a:lnTo>
                  <a:lnTo>
                    <a:pt x="1217629" y="1525763"/>
                  </a:lnTo>
                  <a:lnTo>
                    <a:pt x="1217282" y="1525912"/>
                  </a:lnTo>
                  <a:lnTo>
                    <a:pt x="1215543" y="1526658"/>
                  </a:lnTo>
                  <a:lnTo>
                    <a:pt x="1213978" y="1527330"/>
                  </a:lnTo>
                  <a:lnTo>
                    <a:pt x="1212934" y="1527778"/>
                  </a:lnTo>
                  <a:lnTo>
                    <a:pt x="1210847" y="1528674"/>
                  </a:lnTo>
                  <a:lnTo>
                    <a:pt x="1210326" y="1528897"/>
                  </a:lnTo>
                  <a:lnTo>
                    <a:pt x="1210152" y="1528972"/>
                  </a:lnTo>
                  <a:lnTo>
                    <a:pt x="1206500" y="1530540"/>
                  </a:lnTo>
                  <a:lnTo>
                    <a:pt x="1201109" y="1532854"/>
                  </a:lnTo>
                  <a:lnTo>
                    <a:pt x="1200935" y="1532929"/>
                  </a:lnTo>
                  <a:lnTo>
                    <a:pt x="1199370" y="1533601"/>
                  </a:lnTo>
                  <a:lnTo>
                    <a:pt x="1199196" y="1533675"/>
                  </a:lnTo>
                  <a:lnTo>
                    <a:pt x="1197283" y="1534497"/>
                  </a:lnTo>
                  <a:lnTo>
                    <a:pt x="1195371" y="1535318"/>
                  </a:lnTo>
                  <a:lnTo>
                    <a:pt x="1191719" y="1536886"/>
                  </a:lnTo>
                  <a:lnTo>
                    <a:pt x="1189806" y="1537708"/>
                  </a:lnTo>
                  <a:lnTo>
                    <a:pt x="1189458" y="1537857"/>
                  </a:lnTo>
                  <a:lnTo>
                    <a:pt x="1187719" y="1538604"/>
                  </a:lnTo>
                  <a:lnTo>
                    <a:pt x="1184241" y="1540098"/>
                  </a:lnTo>
                  <a:lnTo>
                    <a:pt x="1184067" y="1540172"/>
                  </a:lnTo>
                  <a:lnTo>
                    <a:pt x="1180589" y="1541666"/>
                  </a:lnTo>
                  <a:lnTo>
                    <a:pt x="1180068" y="1541890"/>
                  </a:lnTo>
                  <a:lnTo>
                    <a:pt x="1177111" y="1543160"/>
                  </a:lnTo>
                  <a:lnTo>
                    <a:pt x="1173286" y="1544804"/>
                  </a:lnTo>
                  <a:lnTo>
                    <a:pt x="1172764" y="1545028"/>
                  </a:lnTo>
                  <a:lnTo>
                    <a:pt x="1171373" y="1545626"/>
                  </a:lnTo>
                  <a:lnTo>
                    <a:pt x="1167373" y="1547345"/>
                  </a:lnTo>
                  <a:lnTo>
                    <a:pt x="1166156" y="1547868"/>
                  </a:lnTo>
                  <a:lnTo>
                    <a:pt x="1165808" y="1548017"/>
                  </a:lnTo>
                  <a:lnTo>
                    <a:pt x="1165460" y="1548167"/>
                  </a:lnTo>
                  <a:lnTo>
                    <a:pt x="1162504" y="1549437"/>
                  </a:lnTo>
                  <a:lnTo>
                    <a:pt x="1160939" y="1550110"/>
                  </a:lnTo>
                  <a:lnTo>
                    <a:pt x="1156765" y="1551904"/>
                  </a:lnTo>
                  <a:lnTo>
                    <a:pt x="1156070" y="1552203"/>
                  </a:lnTo>
                  <a:lnTo>
                    <a:pt x="1153809" y="1553174"/>
                  </a:lnTo>
                  <a:lnTo>
                    <a:pt x="1147897" y="1555716"/>
                  </a:lnTo>
                  <a:lnTo>
                    <a:pt x="1144419" y="1557211"/>
                  </a:lnTo>
                  <a:lnTo>
                    <a:pt x="1139897" y="1559156"/>
                  </a:lnTo>
                  <a:lnTo>
                    <a:pt x="1136245" y="1560726"/>
                  </a:lnTo>
                  <a:lnTo>
                    <a:pt x="1132941" y="1562147"/>
                  </a:lnTo>
                  <a:lnTo>
                    <a:pt x="1132767" y="1562222"/>
                  </a:lnTo>
                  <a:lnTo>
                    <a:pt x="1130681" y="1563119"/>
                  </a:lnTo>
                  <a:lnTo>
                    <a:pt x="1124420" y="1565812"/>
                  </a:lnTo>
                  <a:lnTo>
                    <a:pt x="1115899" y="1569478"/>
                  </a:lnTo>
                  <a:lnTo>
                    <a:pt x="1113987" y="1570302"/>
                  </a:lnTo>
                  <a:lnTo>
                    <a:pt x="1113117" y="1570676"/>
                  </a:lnTo>
                  <a:lnTo>
                    <a:pt x="1109465" y="1572247"/>
                  </a:lnTo>
                  <a:lnTo>
                    <a:pt x="1106683" y="1573445"/>
                  </a:lnTo>
                  <a:lnTo>
                    <a:pt x="1105639" y="1573894"/>
                  </a:lnTo>
                  <a:lnTo>
                    <a:pt x="1101118" y="1575840"/>
                  </a:lnTo>
                  <a:lnTo>
                    <a:pt x="1097640" y="1577337"/>
                  </a:lnTo>
                  <a:lnTo>
                    <a:pt x="1097118" y="1577562"/>
                  </a:lnTo>
                  <a:lnTo>
                    <a:pt x="1092597" y="1579508"/>
                  </a:lnTo>
                  <a:lnTo>
                    <a:pt x="1088771" y="1581155"/>
                  </a:lnTo>
                  <a:lnTo>
                    <a:pt x="1077642" y="1585948"/>
                  </a:lnTo>
                  <a:lnTo>
                    <a:pt x="1075381" y="1586922"/>
                  </a:lnTo>
                  <a:lnTo>
                    <a:pt x="1071556" y="1588570"/>
                  </a:lnTo>
                  <a:lnTo>
                    <a:pt x="1068773" y="1589769"/>
                  </a:lnTo>
                  <a:lnTo>
                    <a:pt x="1068252" y="1589993"/>
                  </a:lnTo>
                  <a:lnTo>
                    <a:pt x="1065991" y="1590967"/>
                  </a:lnTo>
                  <a:lnTo>
                    <a:pt x="1061817" y="1592766"/>
                  </a:lnTo>
                  <a:lnTo>
                    <a:pt x="1060078" y="1593515"/>
                  </a:lnTo>
                  <a:lnTo>
                    <a:pt x="1058165" y="1594339"/>
                  </a:lnTo>
                  <a:lnTo>
                    <a:pt x="1055557" y="1595463"/>
                  </a:lnTo>
                  <a:lnTo>
                    <a:pt x="1055209" y="1595613"/>
                  </a:lnTo>
                  <a:lnTo>
                    <a:pt x="1054861" y="1595763"/>
                  </a:lnTo>
                  <a:lnTo>
                    <a:pt x="1052949" y="1596587"/>
                  </a:lnTo>
                  <a:lnTo>
                    <a:pt x="1047732" y="1598836"/>
                  </a:lnTo>
                  <a:lnTo>
                    <a:pt x="1047384" y="1598986"/>
                  </a:lnTo>
                  <a:lnTo>
                    <a:pt x="1045819" y="1599660"/>
                  </a:lnTo>
                  <a:lnTo>
                    <a:pt x="1045645" y="1599735"/>
                  </a:lnTo>
                  <a:lnTo>
                    <a:pt x="1044254" y="1600335"/>
                  </a:lnTo>
                  <a:lnTo>
                    <a:pt x="1043732" y="1600560"/>
                  </a:lnTo>
                  <a:lnTo>
                    <a:pt x="1043384" y="1600710"/>
                  </a:lnTo>
                  <a:lnTo>
                    <a:pt x="1041645" y="1601460"/>
                  </a:lnTo>
                  <a:lnTo>
                    <a:pt x="1040080" y="1602134"/>
                  </a:lnTo>
                  <a:lnTo>
                    <a:pt x="1039037" y="1602584"/>
                  </a:lnTo>
                  <a:lnTo>
                    <a:pt x="1036950" y="1603484"/>
                  </a:lnTo>
                  <a:lnTo>
                    <a:pt x="1036428" y="1603709"/>
                  </a:lnTo>
                  <a:lnTo>
                    <a:pt x="1036254" y="1603784"/>
                  </a:lnTo>
                  <a:lnTo>
                    <a:pt x="1032603" y="1605358"/>
                  </a:lnTo>
                  <a:lnTo>
                    <a:pt x="1027212" y="1607683"/>
                  </a:lnTo>
                  <a:lnTo>
                    <a:pt x="1027038" y="1607758"/>
                  </a:lnTo>
                  <a:lnTo>
                    <a:pt x="1025473" y="1608433"/>
                  </a:lnTo>
                  <a:lnTo>
                    <a:pt x="1025299" y="1608508"/>
                  </a:lnTo>
                  <a:lnTo>
                    <a:pt x="1023386" y="1609333"/>
                  </a:lnTo>
                  <a:lnTo>
                    <a:pt x="1021473" y="1610158"/>
                  </a:lnTo>
                  <a:lnTo>
                    <a:pt x="1017821" y="1611733"/>
                  </a:lnTo>
                  <a:lnTo>
                    <a:pt x="1015908" y="1612558"/>
                  </a:lnTo>
                  <a:lnTo>
                    <a:pt x="1015561" y="1612708"/>
                  </a:lnTo>
                  <a:lnTo>
                    <a:pt x="1013822" y="1613458"/>
                  </a:lnTo>
                  <a:lnTo>
                    <a:pt x="1010344" y="1614959"/>
                  </a:lnTo>
                  <a:lnTo>
                    <a:pt x="1010170" y="1615034"/>
                  </a:lnTo>
                  <a:lnTo>
                    <a:pt x="1006692" y="1616534"/>
                  </a:lnTo>
                  <a:lnTo>
                    <a:pt x="1006170" y="1616760"/>
                  </a:lnTo>
                  <a:lnTo>
                    <a:pt x="1003214" y="1618035"/>
                  </a:lnTo>
                  <a:lnTo>
                    <a:pt x="1001475" y="1618786"/>
                  </a:lnTo>
                  <a:lnTo>
                    <a:pt x="999388" y="1619686"/>
                  </a:lnTo>
                  <a:lnTo>
                    <a:pt x="998866" y="1619911"/>
                  </a:lnTo>
                  <a:lnTo>
                    <a:pt x="997475" y="1620512"/>
                  </a:lnTo>
                  <a:lnTo>
                    <a:pt x="993476" y="1622238"/>
                  </a:lnTo>
                  <a:lnTo>
                    <a:pt x="992258" y="1622763"/>
                  </a:lnTo>
                  <a:lnTo>
                    <a:pt x="991911" y="1622913"/>
                  </a:lnTo>
                  <a:lnTo>
                    <a:pt x="991563" y="1623063"/>
                  </a:lnTo>
                  <a:lnTo>
                    <a:pt x="988606" y="1624339"/>
                  </a:lnTo>
                  <a:lnTo>
                    <a:pt x="987041" y="1625015"/>
                  </a:lnTo>
                  <a:lnTo>
                    <a:pt x="982868" y="1626817"/>
                  </a:lnTo>
                  <a:lnTo>
                    <a:pt x="982172" y="1627117"/>
                  </a:lnTo>
                  <a:lnTo>
                    <a:pt x="979912" y="1628093"/>
                  </a:lnTo>
                  <a:lnTo>
                    <a:pt x="973999" y="1630646"/>
                  </a:lnTo>
                  <a:lnTo>
                    <a:pt x="970521" y="1632148"/>
                  </a:lnTo>
                  <a:lnTo>
                    <a:pt x="966000" y="1634101"/>
                  </a:lnTo>
                  <a:lnTo>
                    <a:pt x="962348" y="1635678"/>
                  </a:lnTo>
                  <a:lnTo>
                    <a:pt x="959044" y="1637105"/>
                  </a:lnTo>
                  <a:lnTo>
                    <a:pt x="958870" y="1637180"/>
                  </a:lnTo>
                  <a:lnTo>
                    <a:pt x="956783" y="1638082"/>
                  </a:lnTo>
                  <a:lnTo>
                    <a:pt x="950523" y="1640786"/>
                  </a:lnTo>
                  <a:lnTo>
                    <a:pt x="942002" y="1644468"/>
                  </a:lnTo>
                  <a:lnTo>
                    <a:pt x="940089" y="1645295"/>
                  </a:lnTo>
                  <a:lnTo>
                    <a:pt x="939220" y="1645671"/>
                  </a:lnTo>
                  <a:lnTo>
                    <a:pt x="935568" y="1647249"/>
                  </a:lnTo>
                  <a:lnTo>
                    <a:pt x="932785" y="1648452"/>
                  </a:lnTo>
                  <a:lnTo>
                    <a:pt x="931742" y="1648903"/>
                  </a:lnTo>
                  <a:lnTo>
                    <a:pt x="927221" y="1650857"/>
                  </a:lnTo>
                  <a:lnTo>
                    <a:pt x="923743" y="1652361"/>
                  </a:lnTo>
                  <a:lnTo>
                    <a:pt x="923221" y="1652586"/>
                  </a:lnTo>
                  <a:lnTo>
                    <a:pt x="918700" y="1654541"/>
                  </a:lnTo>
                  <a:lnTo>
                    <a:pt x="914874" y="1656195"/>
                  </a:lnTo>
                  <a:lnTo>
                    <a:pt x="903745" y="1661009"/>
                  </a:lnTo>
                  <a:lnTo>
                    <a:pt x="901484" y="1661986"/>
                  </a:lnTo>
                  <a:lnTo>
                    <a:pt x="897658" y="1663641"/>
                  </a:lnTo>
                  <a:lnTo>
                    <a:pt x="896267" y="1664243"/>
                  </a:lnTo>
                  <a:lnTo>
                    <a:pt x="894876" y="1664845"/>
                  </a:lnTo>
                  <a:lnTo>
                    <a:pt x="894354" y="1665071"/>
                  </a:lnTo>
                  <a:lnTo>
                    <a:pt x="892093" y="1666049"/>
                  </a:lnTo>
                  <a:lnTo>
                    <a:pt x="887920" y="1667855"/>
                  </a:lnTo>
                  <a:lnTo>
                    <a:pt x="886181" y="1668607"/>
                  </a:lnTo>
                  <a:lnTo>
                    <a:pt x="884268" y="1669435"/>
                  </a:lnTo>
                  <a:lnTo>
                    <a:pt x="881660" y="1670564"/>
                  </a:lnTo>
                  <a:lnTo>
                    <a:pt x="881312" y="1670714"/>
                  </a:lnTo>
                  <a:lnTo>
                    <a:pt x="880964" y="1670865"/>
                  </a:lnTo>
                  <a:lnTo>
                    <a:pt x="879051" y="1671692"/>
                  </a:lnTo>
                  <a:lnTo>
                    <a:pt x="873834" y="1673950"/>
                  </a:lnTo>
                  <a:lnTo>
                    <a:pt x="873486" y="1674101"/>
                  </a:lnTo>
                  <a:lnTo>
                    <a:pt x="871921" y="1674778"/>
                  </a:lnTo>
                  <a:lnTo>
                    <a:pt x="871747" y="1674854"/>
                  </a:lnTo>
                  <a:lnTo>
                    <a:pt x="870356" y="1675456"/>
                  </a:lnTo>
                  <a:lnTo>
                    <a:pt x="869835" y="1675682"/>
                  </a:lnTo>
                  <a:lnTo>
                    <a:pt x="869487" y="1675832"/>
                  </a:lnTo>
                  <a:lnTo>
                    <a:pt x="867748" y="1676585"/>
                  </a:lnTo>
                  <a:lnTo>
                    <a:pt x="866183" y="1677263"/>
                  </a:lnTo>
                  <a:lnTo>
                    <a:pt x="865139" y="1677714"/>
                  </a:lnTo>
                  <a:lnTo>
                    <a:pt x="863053" y="1678618"/>
                  </a:lnTo>
                  <a:lnTo>
                    <a:pt x="862531" y="1678844"/>
                  </a:lnTo>
                  <a:lnTo>
                    <a:pt x="862357" y="1678919"/>
                  </a:lnTo>
                  <a:lnTo>
                    <a:pt x="858705" y="1680500"/>
                  </a:lnTo>
                  <a:lnTo>
                    <a:pt x="853314" y="1682834"/>
                  </a:lnTo>
                  <a:lnTo>
                    <a:pt x="853140" y="1682910"/>
                  </a:lnTo>
                  <a:lnTo>
                    <a:pt x="851575" y="1683587"/>
                  </a:lnTo>
                  <a:lnTo>
                    <a:pt x="851401" y="1683663"/>
                  </a:lnTo>
                  <a:lnTo>
                    <a:pt x="849489" y="1684491"/>
                  </a:lnTo>
                  <a:lnTo>
                    <a:pt x="847576" y="1685319"/>
                  </a:lnTo>
                  <a:lnTo>
                    <a:pt x="843924" y="1686901"/>
                  </a:lnTo>
                  <a:lnTo>
                    <a:pt x="842011" y="1687730"/>
                  </a:lnTo>
                  <a:lnTo>
                    <a:pt x="841663" y="1687880"/>
                  </a:lnTo>
                  <a:lnTo>
                    <a:pt x="839924" y="1688634"/>
                  </a:lnTo>
                  <a:lnTo>
                    <a:pt x="836446" y="1690140"/>
                  </a:lnTo>
                  <a:lnTo>
                    <a:pt x="836272" y="1690216"/>
                  </a:lnTo>
                  <a:lnTo>
                    <a:pt x="832794" y="1691722"/>
                  </a:lnTo>
                  <a:lnTo>
                    <a:pt x="832273" y="1691948"/>
                  </a:lnTo>
                  <a:lnTo>
                    <a:pt x="829316" y="1693229"/>
                  </a:lnTo>
                  <a:lnTo>
                    <a:pt x="827577" y="1693983"/>
                  </a:lnTo>
                  <a:lnTo>
                    <a:pt x="825491" y="1694887"/>
                  </a:lnTo>
                  <a:lnTo>
                    <a:pt x="824969" y="1695113"/>
                  </a:lnTo>
                  <a:lnTo>
                    <a:pt x="823578" y="1695716"/>
                  </a:lnTo>
                  <a:lnTo>
                    <a:pt x="819578" y="1697449"/>
                  </a:lnTo>
                  <a:lnTo>
                    <a:pt x="818361" y="1697977"/>
                  </a:lnTo>
                  <a:lnTo>
                    <a:pt x="818013" y="1698127"/>
                  </a:lnTo>
                  <a:lnTo>
                    <a:pt x="817665" y="1698278"/>
                  </a:lnTo>
                  <a:lnTo>
                    <a:pt x="814709" y="1699559"/>
                  </a:lnTo>
                  <a:lnTo>
                    <a:pt x="813144" y="1700238"/>
                  </a:lnTo>
                  <a:lnTo>
                    <a:pt x="808970" y="1702047"/>
                  </a:lnTo>
                  <a:lnTo>
                    <a:pt x="808275" y="1702348"/>
                  </a:lnTo>
                  <a:lnTo>
                    <a:pt x="806014" y="1703328"/>
                  </a:lnTo>
                  <a:lnTo>
                    <a:pt x="800102" y="1705891"/>
                  </a:lnTo>
                  <a:lnTo>
                    <a:pt x="796624" y="1707399"/>
                  </a:lnTo>
                  <a:lnTo>
                    <a:pt x="792102" y="1709360"/>
                  </a:lnTo>
                  <a:lnTo>
                    <a:pt x="788451" y="1710944"/>
                  </a:lnTo>
                  <a:lnTo>
                    <a:pt x="785146" y="1712376"/>
                  </a:lnTo>
                  <a:lnTo>
                    <a:pt x="784973" y="1712452"/>
                  </a:lnTo>
                  <a:lnTo>
                    <a:pt x="782886" y="1713357"/>
                  </a:lnTo>
                  <a:lnTo>
                    <a:pt x="776625" y="1716072"/>
                  </a:lnTo>
                  <a:lnTo>
                    <a:pt x="768105" y="1719769"/>
                  </a:lnTo>
                  <a:lnTo>
                    <a:pt x="766192" y="1720599"/>
                  </a:lnTo>
                  <a:lnTo>
                    <a:pt x="765322" y="1720976"/>
                  </a:lnTo>
                  <a:lnTo>
                    <a:pt x="761670" y="1722561"/>
                  </a:lnTo>
                  <a:lnTo>
                    <a:pt x="758888" y="1723768"/>
                  </a:lnTo>
                  <a:lnTo>
                    <a:pt x="757845" y="1724221"/>
                  </a:lnTo>
                  <a:lnTo>
                    <a:pt x="753323" y="1726183"/>
                  </a:lnTo>
                  <a:lnTo>
                    <a:pt x="749845" y="1727693"/>
                  </a:lnTo>
                  <a:lnTo>
                    <a:pt x="749324" y="1727919"/>
                  </a:lnTo>
                  <a:lnTo>
                    <a:pt x="744802" y="1729882"/>
                  </a:lnTo>
                  <a:lnTo>
                    <a:pt x="740977" y="1731542"/>
                  </a:lnTo>
                  <a:lnTo>
                    <a:pt x="729847" y="1736374"/>
                  </a:lnTo>
                  <a:lnTo>
                    <a:pt x="727586" y="1737356"/>
                  </a:lnTo>
                  <a:lnTo>
                    <a:pt x="723761" y="1739017"/>
                  </a:lnTo>
                  <a:lnTo>
                    <a:pt x="722369" y="1739622"/>
                  </a:lnTo>
                  <a:lnTo>
                    <a:pt x="720978" y="1740226"/>
                  </a:lnTo>
                  <a:lnTo>
                    <a:pt x="720457" y="1740452"/>
                  </a:lnTo>
                  <a:lnTo>
                    <a:pt x="718196" y="1741434"/>
                  </a:lnTo>
                  <a:lnTo>
                    <a:pt x="714022" y="1743247"/>
                  </a:lnTo>
                  <a:lnTo>
                    <a:pt x="712283" y="1744002"/>
                  </a:lnTo>
                  <a:lnTo>
                    <a:pt x="707762" y="1745966"/>
                  </a:lnTo>
                  <a:lnTo>
                    <a:pt x="707414" y="1746118"/>
                  </a:lnTo>
                  <a:lnTo>
                    <a:pt x="707067" y="1746269"/>
                  </a:lnTo>
                  <a:lnTo>
                    <a:pt x="705154" y="1747100"/>
                  </a:lnTo>
                  <a:lnTo>
                    <a:pt x="699937" y="1749366"/>
                  </a:lnTo>
                  <a:lnTo>
                    <a:pt x="699589" y="1749517"/>
                  </a:lnTo>
                  <a:lnTo>
                    <a:pt x="698024" y="1750197"/>
                  </a:lnTo>
                  <a:lnTo>
                    <a:pt x="697850" y="1750273"/>
                  </a:lnTo>
                  <a:lnTo>
                    <a:pt x="696459" y="1750878"/>
                  </a:lnTo>
                  <a:lnTo>
                    <a:pt x="695937" y="1751104"/>
                  </a:lnTo>
                  <a:lnTo>
                    <a:pt x="695589" y="1751255"/>
                  </a:lnTo>
                  <a:lnTo>
                    <a:pt x="693850" y="1752011"/>
                  </a:lnTo>
                  <a:lnTo>
                    <a:pt x="692285" y="1752691"/>
                  </a:lnTo>
                  <a:lnTo>
                    <a:pt x="691242" y="1753145"/>
                  </a:lnTo>
                  <a:lnTo>
                    <a:pt x="689155" y="1754051"/>
                  </a:lnTo>
                  <a:lnTo>
                    <a:pt x="688633" y="1754278"/>
                  </a:lnTo>
                  <a:lnTo>
                    <a:pt x="688459" y="1754354"/>
                  </a:lnTo>
                  <a:lnTo>
                    <a:pt x="684808" y="1755941"/>
                  </a:lnTo>
                  <a:lnTo>
                    <a:pt x="679417" y="1758284"/>
                  </a:lnTo>
                  <a:lnTo>
                    <a:pt x="679243" y="1758360"/>
                  </a:lnTo>
                  <a:lnTo>
                    <a:pt x="677678" y="1759040"/>
                  </a:lnTo>
                  <a:lnTo>
                    <a:pt x="677504" y="1759116"/>
                  </a:lnTo>
                  <a:lnTo>
                    <a:pt x="675591" y="1759947"/>
                  </a:lnTo>
                  <a:lnTo>
                    <a:pt x="673678" y="1760779"/>
                  </a:lnTo>
                  <a:lnTo>
                    <a:pt x="670026" y="1762366"/>
                  </a:lnTo>
                  <a:lnTo>
                    <a:pt x="668113" y="1763198"/>
                  </a:lnTo>
                  <a:lnTo>
                    <a:pt x="667766" y="1763349"/>
                  </a:lnTo>
                  <a:lnTo>
                    <a:pt x="666027" y="1764105"/>
                  </a:lnTo>
                  <a:lnTo>
                    <a:pt x="662549" y="1765618"/>
                  </a:lnTo>
                  <a:lnTo>
                    <a:pt x="662375" y="1765693"/>
                  </a:lnTo>
                  <a:lnTo>
                    <a:pt x="658897" y="1767206"/>
                  </a:lnTo>
                  <a:lnTo>
                    <a:pt x="658375" y="1767433"/>
                  </a:lnTo>
                  <a:lnTo>
                    <a:pt x="655419" y="1768718"/>
                  </a:lnTo>
                  <a:lnTo>
                    <a:pt x="653680" y="1769475"/>
                  </a:lnTo>
                  <a:lnTo>
                    <a:pt x="651593" y="1770382"/>
                  </a:lnTo>
                  <a:lnTo>
                    <a:pt x="651072" y="1770609"/>
                  </a:lnTo>
                  <a:lnTo>
                    <a:pt x="649680" y="1771214"/>
                  </a:lnTo>
                  <a:lnTo>
                    <a:pt x="645681" y="1772954"/>
                  </a:lnTo>
                  <a:lnTo>
                    <a:pt x="644463" y="1773483"/>
                  </a:lnTo>
                  <a:lnTo>
                    <a:pt x="644116" y="1773635"/>
                  </a:lnTo>
                  <a:lnTo>
                    <a:pt x="643768" y="1773786"/>
                  </a:lnTo>
                  <a:lnTo>
                    <a:pt x="640812" y="1775072"/>
                  </a:lnTo>
                  <a:lnTo>
                    <a:pt x="639247" y="1775753"/>
                  </a:lnTo>
                  <a:lnTo>
                    <a:pt x="635073" y="1777569"/>
                  </a:lnTo>
                  <a:lnTo>
                    <a:pt x="634377" y="1777871"/>
                  </a:lnTo>
                  <a:lnTo>
                    <a:pt x="632117" y="1778855"/>
                  </a:lnTo>
                  <a:lnTo>
                    <a:pt x="626204" y="1781427"/>
                  </a:lnTo>
                  <a:lnTo>
                    <a:pt x="622726" y="1782941"/>
                  </a:lnTo>
                  <a:lnTo>
                    <a:pt x="618205" y="1784909"/>
                  </a:lnTo>
                  <a:lnTo>
                    <a:pt x="614553" y="1786498"/>
                  </a:lnTo>
                  <a:lnTo>
                    <a:pt x="611249" y="1787936"/>
                  </a:lnTo>
                  <a:lnTo>
                    <a:pt x="611075" y="1788012"/>
                  </a:lnTo>
                  <a:lnTo>
                    <a:pt x="608988" y="1788920"/>
                  </a:lnTo>
                  <a:lnTo>
                    <a:pt x="602728" y="1791646"/>
                  </a:lnTo>
                  <a:lnTo>
                    <a:pt x="594207" y="1795356"/>
                  </a:lnTo>
                  <a:lnTo>
                    <a:pt x="592294" y="1796189"/>
                  </a:lnTo>
                  <a:lnTo>
                    <a:pt x="591425" y="1796567"/>
                  </a:lnTo>
                  <a:lnTo>
                    <a:pt x="587773" y="1798158"/>
                  </a:lnTo>
                  <a:lnTo>
                    <a:pt x="584991" y="1799369"/>
                  </a:lnTo>
                  <a:lnTo>
                    <a:pt x="583947" y="1799824"/>
                  </a:lnTo>
                  <a:lnTo>
                    <a:pt x="579426" y="1801793"/>
                  </a:lnTo>
                  <a:lnTo>
                    <a:pt x="575426" y="1803535"/>
                  </a:lnTo>
                  <a:lnTo>
                    <a:pt x="570905" y="1805505"/>
                  </a:lnTo>
                  <a:lnTo>
                    <a:pt x="567079" y="1807171"/>
                  </a:lnTo>
                  <a:lnTo>
                    <a:pt x="555950" y="1812021"/>
                  </a:lnTo>
                  <a:lnTo>
                    <a:pt x="553689" y="1813006"/>
                  </a:lnTo>
                  <a:lnTo>
                    <a:pt x="549863" y="1814673"/>
                  </a:lnTo>
                  <a:lnTo>
                    <a:pt x="548472" y="1815279"/>
                  </a:lnTo>
                  <a:lnTo>
                    <a:pt x="547081" y="1815886"/>
                  </a:lnTo>
                  <a:lnTo>
                    <a:pt x="546559" y="1816113"/>
                  </a:lnTo>
                  <a:lnTo>
                    <a:pt x="544299" y="1817098"/>
                  </a:lnTo>
                  <a:lnTo>
                    <a:pt x="540125" y="1818917"/>
                  </a:lnTo>
                  <a:lnTo>
                    <a:pt x="538386" y="1819675"/>
                  </a:lnTo>
                  <a:lnTo>
                    <a:pt x="536473" y="1820509"/>
                  </a:lnTo>
                  <a:lnTo>
                    <a:pt x="533865" y="1821646"/>
                  </a:lnTo>
                  <a:lnTo>
                    <a:pt x="533517" y="1821798"/>
                  </a:lnTo>
                  <a:lnTo>
                    <a:pt x="533169" y="1821950"/>
                  </a:lnTo>
                  <a:lnTo>
                    <a:pt x="531256" y="1822784"/>
                  </a:lnTo>
                  <a:lnTo>
                    <a:pt x="526039" y="1825058"/>
                  </a:lnTo>
                  <a:lnTo>
                    <a:pt x="525691" y="1825210"/>
                  </a:lnTo>
                  <a:lnTo>
                    <a:pt x="524126" y="1825892"/>
                  </a:lnTo>
                  <a:lnTo>
                    <a:pt x="523953" y="1825968"/>
                  </a:lnTo>
                  <a:lnTo>
                    <a:pt x="522561" y="1826575"/>
                  </a:lnTo>
                  <a:lnTo>
                    <a:pt x="522040" y="1826802"/>
                  </a:lnTo>
                  <a:lnTo>
                    <a:pt x="521692" y="1826954"/>
                  </a:lnTo>
                  <a:lnTo>
                    <a:pt x="519953" y="1827712"/>
                  </a:lnTo>
                  <a:lnTo>
                    <a:pt x="518388" y="1828395"/>
                  </a:lnTo>
                  <a:lnTo>
                    <a:pt x="517344" y="1828850"/>
                  </a:lnTo>
                  <a:lnTo>
                    <a:pt x="515258" y="1829760"/>
                  </a:lnTo>
                  <a:lnTo>
                    <a:pt x="514736" y="1829987"/>
                  </a:lnTo>
                  <a:lnTo>
                    <a:pt x="514562" y="1830063"/>
                  </a:lnTo>
                  <a:lnTo>
                    <a:pt x="510910" y="1831656"/>
                  </a:lnTo>
                  <a:lnTo>
                    <a:pt x="505519" y="1834007"/>
                  </a:lnTo>
                  <a:lnTo>
                    <a:pt x="505345" y="1834083"/>
                  </a:lnTo>
                  <a:lnTo>
                    <a:pt x="503780" y="1834765"/>
                  </a:lnTo>
                  <a:lnTo>
                    <a:pt x="501694" y="1835676"/>
                  </a:lnTo>
                  <a:lnTo>
                    <a:pt x="499781" y="1836510"/>
                  </a:lnTo>
                  <a:lnTo>
                    <a:pt x="496129" y="1838103"/>
                  </a:lnTo>
                  <a:lnTo>
                    <a:pt x="494216" y="1838938"/>
                  </a:lnTo>
                  <a:lnTo>
                    <a:pt x="493868" y="1839089"/>
                  </a:lnTo>
                  <a:lnTo>
                    <a:pt x="492129" y="1839848"/>
                  </a:lnTo>
                  <a:lnTo>
                    <a:pt x="488651" y="1841365"/>
                  </a:lnTo>
                  <a:lnTo>
                    <a:pt x="488477" y="1841441"/>
                  </a:lnTo>
                  <a:lnTo>
                    <a:pt x="484999" y="1842959"/>
                  </a:lnTo>
                  <a:lnTo>
                    <a:pt x="484478" y="1843186"/>
                  </a:lnTo>
                  <a:lnTo>
                    <a:pt x="481522" y="1844476"/>
                  </a:lnTo>
                  <a:lnTo>
                    <a:pt x="479783" y="1845235"/>
                  </a:lnTo>
                  <a:lnTo>
                    <a:pt x="477696" y="1846146"/>
                  </a:lnTo>
                  <a:lnTo>
                    <a:pt x="477174" y="1846374"/>
                  </a:lnTo>
                  <a:lnTo>
                    <a:pt x="471783" y="1848726"/>
                  </a:lnTo>
                  <a:lnTo>
                    <a:pt x="470566" y="1849258"/>
                  </a:lnTo>
                  <a:lnTo>
                    <a:pt x="470218" y="1849409"/>
                  </a:lnTo>
                  <a:lnTo>
                    <a:pt x="469870" y="1849561"/>
                  </a:lnTo>
                  <a:lnTo>
                    <a:pt x="466914" y="1850852"/>
                  </a:lnTo>
                  <a:lnTo>
                    <a:pt x="465349" y="1851535"/>
                  </a:lnTo>
                  <a:lnTo>
                    <a:pt x="461176" y="1853357"/>
                  </a:lnTo>
                  <a:lnTo>
                    <a:pt x="458219" y="1854647"/>
                  </a:lnTo>
                  <a:lnTo>
                    <a:pt x="452307" y="1857228"/>
                  </a:lnTo>
                  <a:lnTo>
                    <a:pt x="444307" y="1860721"/>
                  </a:lnTo>
                  <a:lnTo>
                    <a:pt x="440656" y="1862316"/>
                  </a:lnTo>
                  <a:lnTo>
                    <a:pt x="437352" y="1863759"/>
                  </a:lnTo>
                  <a:lnTo>
                    <a:pt x="437178" y="1863835"/>
                  </a:lnTo>
                  <a:lnTo>
                    <a:pt x="435091" y="1864746"/>
                  </a:lnTo>
                  <a:lnTo>
                    <a:pt x="428831" y="1867480"/>
                  </a:lnTo>
                  <a:lnTo>
                    <a:pt x="420310" y="1871202"/>
                  </a:lnTo>
                  <a:lnTo>
                    <a:pt x="418397" y="1872038"/>
                  </a:lnTo>
                  <a:lnTo>
                    <a:pt x="417527" y="1872418"/>
                  </a:lnTo>
                  <a:lnTo>
                    <a:pt x="413875" y="1874013"/>
                  </a:lnTo>
                  <a:lnTo>
                    <a:pt x="411093" y="1875229"/>
                  </a:lnTo>
                  <a:lnTo>
                    <a:pt x="410050" y="1875685"/>
                  </a:lnTo>
                  <a:lnTo>
                    <a:pt x="405528" y="1877661"/>
                  </a:lnTo>
                  <a:lnTo>
                    <a:pt x="402050" y="1879180"/>
                  </a:lnTo>
                  <a:lnTo>
                    <a:pt x="401529" y="1879408"/>
                  </a:lnTo>
                  <a:lnTo>
                    <a:pt x="397007" y="1881384"/>
                  </a:lnTo>
                  <a:lnTo>
                    <a:pt x="393182" y="1883056"/>
                  </a:lnTo>
                  <a:lnTo>
                    <a:pt x="382052" y="1887921"/>
                  </a:lnTo>
                  <a:lnTo>
                    <a:pt x="379792" y="1888909"/>
                  </a:lnTo>
                  <a:lnTo>
                    <a:pt x="374575" y="1891190"/>
                  </a:lnTo>
                  <a:lnTo>
                    <a:pt x="373183" y="1891798"/>
                  </a:lnTo>
                  <a:lnTo>
                    <a:pt x="372662" y="1892026"/>
                  </a:lnTo>
                  <a:lnTo>
                    <a:pt x="370401" y="1893015"/>
                  </a:lnTo>
                  <a:lnTo>
                    <a:pt x="366228" y="1894840"/>
                  </a:lnTo>
                  <a:lnTo>
                    <a:pt x="364489" y="1895600"/>
                  </a:lnTo>
                  <a:lnTo>
                    <a:pt x="362576" y="1896437"/>
                  </a:lnTo>
                  <a:lnTo>
                    <a:pt x="359619" y="1897729"/>
                  </a:lnTo>
                  <a:lnTo>
                    <a:pt x="352142" y="1901000"/>
                  </a:lnTo>
                  <a:lnTo>
                    <a:pt x="351794" y="1901152"/>
                  </a:lnTo>
                  <a:lnTo>
                    <a:pt x="350229" y="1901836"/>
                  </a:lnTo>
                  <a:lnTo>
                    <a:pt x="350055" y="1901912"/>
                  </a:lnTo>
                  <a:lnTo>
                    <a:pt x="348664" y="1902521"/>
                  </a:lnTo>
                  <a:lnTo>
                    <a:pt x="348142" y="1902749"/>
                  </a:lnTo>
                  <a:lnTo>
                    <a:pt x="347794" y="1902901"/>
                  </a:lnTo>
                  <a:lnTo>
                    <a:pt x="346055" y="1903662"/>
                  </a:lnTo>
                  <a:lnTo>
                    <a:pt x="344490" y="1904346"/>
                  </a:lnTo>
                  <a:lnTo>
                    <a:pt x="341360" y="1905716"/>
                  </a:lnTo>
                  <a:lnTo>
                    <a:pt x="340838" y="1905944"/>
                  </a:lnTo>
                  <a:lnTo>
                    <a:pt x="340665" y="1906020"/>
                  </a:lnTo>
                  <a:lnTo>
                    <a:pt x="337013" y="1907618"/>
                  </a:lnTo>
                  <a:lnTo>
                    <a:pt x="331622" y="1909976"/>
                  </a:lnTo>
                  <a:lnTo>
                    <a:pt x="331448" y="1910052"/>
                  </a:lnTo>
                  <a:lnTo>
                    <a:pt x="329709" y="1910813"/>
                  </a:lnTo>
                  <a:lnTo>
                    <a:pt x="325883" y="1912487"/>
                  </a:lnTo>
                  <a:lnTo>
                    <a:pt x="322231" y="1914085"/>
                  </a:lnTo>
                  <a:lnTo>
                    <a:pt x="320319" y="1914922"/>
                  </a:lnTo>
                  <a:lnTo>
                    <a:pt x="318232" y="1915835"/>
                  </a:lnTo>
                  <a:lnTo>
                    <a:pt x="314754" y="1917357"/>
                  </a:lnTo>
                  <a:lnTo>
                    <a:pt x="311102" y="1918955"/>
                  </a:lnTo>
                  <a:lnTo>
                    <a:pt x="310580" y="1919184"/>
                  </a:lnTo>
                  <a:lnTo>
                    <a:pt x="305885" y="1921239"/>
                  </a:lnTo>
                  <a:lnTo>
                    <a:pt x="303798" y="1922152"/>
                  </a:lnTo>
                  <a:lnTo>
                    <a:pt x="296669" y="1925273"/>
                  </a:lnTo>
                  <a:lnTo>
                    <a:pt x="296321" y="1925426"/>
                  </a:lnTo>
                  <a:lnTo>
                    <a:pt x="295973" y="1925578"/>
                  </a:lnTo>
                  <a:lnTo>
                    <a:pt x="293017" y="1926872"/>
                  </a:lnTo>
                  <a:lnTo>
                    <a:pt x="291452" y="1927557"/>
                  </a:lnTo>
                  <a:lnTo>
                    <a:pt x="287278" y="1929385"/>
                  </a:lnTo>
                  <a:lnTo>
                    <a:pt x="286582" y="1929689"/>
                  </a:lnTo>
                  <a:lnTo>
                    <a:pt x="278409" y="1933268"/>
                  </a:lnTo>
                  <a:lnTo>
                    <a:pt x="274931" y="1934791"/>
                  </a:lnTo>
                  <a:lnTo>
                    <a:pt x="270410" y="1936771"/>
                  </a:lnTo>
                  <a:lnTo>
                    <a:pt x="266758" y="1938371"/>
                  </a:lnTo>
                  <a:lnTo>
                    <a:pt x="263454" y="1939818"/>
                  </a:lnTo>
                  <a:lnTo>
                    <a:pt x="263280" y="1939894"/>
                  </a:lnTo>
                  <a:lnTo>
                    <a:pt x="243630" y="1948502"/>
                  </a:lnTo>
                  <a:lnTo>
                    <a:pt x="239978" y="1950102"/>
                  </a:lnTo>
                  <a:lnTo>
                    <a:pt x="237196" y="1951322"/>
                  </a:lnTo>
                  <a:lnTo>
                    <a:pt x="236152" y="1951779"/>
                  </a:lnTo>
                  <a:lnTo>
                    <a:pt x="231631" y="1953760"/>
                  </a:lnTo>
                  <a:lnTo>
                    <a:pt x="228153" y="1955284"/>
                  </a:lnTo>
                  <a:lnTo>
                    <a:pt x="223110" y="1957495"/>
                  </a:lnTo>
                  <a:lnTo>
                    <a:pt x="200677" y="1967328"/>
                  </a:lnTo>
                  <a:lnTo>
                    <a:pt x="199286" y="1967938"/>
                  </a:lnTo>
                  <a:lnTo>
                    <a:pt x="196504" y="1969158"/>
                  </a:lnTo>
                  <a:lnTo>
                    <a:pt x="178244" y="1977165"/>
                  </a:lnTo>
                  <a:lnTo>
                    <a:pt x="177897" y="1977318"/>
                  </a:lnTo>
                  <a:lnTo>
                    <a:pt x="173897" y="1979072"/>
                  </a:lnTo>
                  <a:lnTo>
                    <a:pt x="172158" y="1979835"/>
                  </a:lnTo>
                  <a:lnTo>
                    <a:pt x="169550" y="1980979"/>
                  </a:lnTo>
                  <a:lnTo>
                    <a:pt x="155812" y="1987006"/>
                  </a:lnTo>
                  <a:lnTo>
                    <a:pt x="151986" y="1988684"/>
                  </a:lnTo>
                  <a:lnTo>
                    <a:pt x="129901" y="1998376"/>
                  </a:lnTo>
                  <a:lnTo>
                    <a:pt x="112685" y="2005933"/>
                  </a:lnTo>
                  <a:lnTo>
                    <a:pt x="101034" y="2011048"/>
                  </a:lnTo>
                  <a:lnTo>
                    <a:pt x="87296" y="2017081"/>
                  </a:lnTo>
                  <a:lnTo>
                    <a:pt x="0" y="2055442"/>
                  </a:lnTo>
                  <a:close/>
                </a:path>
              </a:pathLst>
            </a:custGeom>
            <a:solidFill>
              <a:srgbClr val="619CFF">
                <a:alpha val="14901"/>
              </a:srgbClr>
            </a:solidFill>
          </p:spPr>
          <p:txBody>
            <a:bodyPr/>
            <a:lstStyle/>
            <a:p/>
          </p:txBody>
        </p:sp>
        <p:sp>
          <p:nvSpPr>
            <p:cNvPr id="14" name="pl13"/>
            <p:cNvSpPr/>
            <p:nvPr/>
          </p:nvSpPr>
          <p:spPr>
            <a:xfrm>
              <a:off x="3317373" y="2829916"/>
              <a:ext cx="4475424" cy="1916653"/>
            </a:xfrm>
            <a:custGeom>
              <a:avLst/>
              <a:pathLst>
                <a:path w="4475424" h="1916653">
                  <a:moveTo>
                    <a:pt x="0" y="1916653"/>
                  </a:moveTo>
                  <a:lnTo>
                    <a:pt x="87296" y="1881053"/>
                  </a:lnTo>
                  <a:lnTo>
                    <a:pt x="101034" y="1875447"/>
                  </a:lnTo>
                  <a:lnTo>
                    <a:pt x="112685" y="1870691"/>
                  </a:lnTo>
                  <a:lnTo>
                    <a:pt x="129901" y="1863662"/>
                  </a:lnTo>
                  <a:lnTo>
                    <a:pt x="151986" y="1854643"/>
                  </a:lnTo>
                  <a:lnTo>
                    <a:pt x="155812" y="1853080"/>
                  </a:lnTo>
                  <a:lnTo>
                    <a:pt x="169550" y="1847467"/>
                  </a:lnTo>
                  <a:lnTo>
                    <a:pt x="172158" y="1846401"/>
                  </a:lnTo>
                  <a:lnTo>
                    <a:pt x="173897" y="1845691"/>
                  </a:lnTo>
                  <a:lnTo>
                    <a:pt x="177897" y="1844057"/>
                  </a:lnTo>
                  <a:lnTo>
                    <a:pt x="178244" y="1843914"/>
                  </a:lnTo>
                  <a:lnTo>
                    <a:pt x="196504" y="1836452"/>
                  </a:lnTo>
                  <a:lnTo>
                    <a:pt x="199286" y="1835314"/>
                  </a:lnTo>
                  <a:lnTo>
                    <a:pt x="200677" y="1834746"/>
                  </a:lnTo>
                  <a:lnTo>
                    <a:pt x="223110" y="1825574"/>
                  </a:lnTo>
                  <a:lnTo>
                    <a:pt x="228153" y="1823511"/>
                  </a:lnTo>
                  <a:lnTo>
                    <a:pt x="231631" y="1822089"/>
                  </a:lnTo>
                  <a:lnTo>
                    <a:pt x="236152" y="1820239"/>
                  </a:lnTo>
                  <a:lnTo>
                    <a:pt x="237196" y="1819813"/>
                  </a:lnTo>
                  <a:lnTo>
                    <a:pt x="239978" y="1818674"/>
                  </a:lnTo>
                  <a:lnTo>
                    <a:pt x="243630" y="1817180"/>
                  </a:lnTo>
                  <a:lnTo>
                    <a:pt x="263280" y="1809140"/>
                  </a:lnTo>
                  <a:lnTo>
                    <a:pt x="263454" y="1809069"/>
                  </a:lnTo>
                  <a:lnTo>
                    <a:pt x="266758" y="1807717"/>
                  </a:lnTo>
                  <a:lnTo>
                    <a:pt x="270410" y="1806223"/>
                  </a:lnTo>
                  <a:lnTo>
                    <a:pt x="274931" y="1804372"/>
                  </a:lnTo>
                  <a:lnTo>
                    <a:pt x="278409" y="1802948"/>
                  </a:lnTo>
                  <a:lnTo>
                    <a:pt x="286582" y="1799603"/>
                  </a:lnTo>
                  <a:lnTo>
                    <a:pt x="287278" y="1799318"/>
                  </a:lnTo>
                  <a:lnTo>
                    <a:pt x="291452" y="1797609"/>
                  </a:lnTo>
                  <a:lnTo>
                    <a:pt x="293017" y="1796968"/>
                  </a:lnTo>
                  <a:lnTo>
                    <a:pt x="295973" y="1795758"/>
                  </a:lnTo>
                  <a:lnTo>
                    <a:pt x="296321" y="1795616"/>
                  </a:lnTo>
                  <a:lnTo>
                    <a:pt x="296669" y="1795473"/>
                  </a:lnTo>
                  <a:lnTo>
                    <a:pt x="303798" y="1792554"/>
                  </a:lnTo>
                  <a:lnTo>
                    <a:pt x="305885" y="1791699"/>
                  </a:lnTo>
                  <a:lnTo>
                    <a:pt x="310580" y="1789776"/>
                  </a:lnTo>
                  <a:lnTo>
                    <a:pt x="311102" y="1789562"/>
                  </a:lnTo>
                  <a:lnTo>
                    <a:pt x="314754" y="1788067"/>
                  </a:lnTo>
                  <a:lnTo>
                    <a:pt x="318232" y="1786642"/>
                  </a:lnTo>
                  <a:lnTo>
                    <a:pt x="320319" y="1785787"/>
                  </a:lnTo>
                  <a:lnTo>
                    <a:pt x="322231" y="1785004"/>
                  </a:lnTo>
                  <a:lnTo>
                    <a:pt x="325883" y="1783508"/>
                  </a:lnTo>
                  <a:lnTo>
                    <a:pt x="329709" y="1781940"/>
                  </a:lnTo>
                  <a:lnTo>
                    <a:pt x="331448" y="1781228"/>
                  </a:lnTo>
                  <a:lnTo>
                    <a:pt x="331622" y="1781157"/>
                  </a:lnTo>
                  <a:lnTo>
                    <a:pt x="337013" y="1778948"/>
                  </a:lnTo>
                  <a:lnTo>
                    <a:pt x="340665" y="1777451"/>
                  </a:lnTo>
                  <a:lnTo>
                    <a:pt x="340838" y="1777380"/>
                  </a:lnTo>
                  <a:lnTo>
                    <a:pt x="341360" y="1777166"/>
                  </a:lnTo>
                  <a:lnTo>
                    <a:pt x="344490" y="1775884"/>
                  </a:lnTo>
                  <a:lnTo>
                    <a:pt x="346055" y="1775242"/>
                  </a:lnTo>
                  <a:lnTo>
                    <a:pt x="347794" y="1774530"/>
                  </a:lnTo>
                  <a:lnTo>
                    <a:pt x="348142" y="1774387"/>
                  </a:lnTo>
                  <a:lnTo>
                    <a:pt x="348664" y="1774173"/>
                  </a:lnTo>
                  <a:lnTo>
                    <a:pt x="350055" y="1773603"/>
                  </a:lnTo>
                  <a:lnTo>
                    <a:pt x="350229" y="1773532"/>
                  </a:lnTo>
                  <a:lnTo>
                    <a:pt x="351794" y="1772890"/>
                  </a:lnTo>
                  <a:lnTo>
                    <a:pt x="352142" y="1772748"/>
                  </a:lnTo>
                  <a:lnTo>
                    <a:pt x="359619" y="1769683"/>
                  </a:lnTo>
                  <a:lnTo>
                    <a:pt x="362576" y="1768471"/>
                  </a:lnTo>
                  <a:lnTo>
                    <a:pt x="364489" y="1767687"/>
                  </a:lnTo>
                  <a:lnTo>
                    <a:pt x="366228" y="1766974"/>
                  </a:lnTo>
                  <a:lnTo>
                    <a:pt x="370401" y="1765263"/>
                  </a:lnTo>
                  <a:lnTo>
                    <a:pt x="372662" y="1764336"/>
                  </a:lnTo>
                  <a:lnTo>
                    <a:pt x="373183" y="1764122"/>
                  </a:lnTo>
                  <a:lnTo>
                    <a:pt x="374575" y="1763552"/>
                  </a:lnTo>
                  <a:lnTo>
                    <a:pt x="379792" y="1761412"/>
                  </a:lnTo>
                  <a:lnTo>
                    <a:pt x="382052" y="1760485"/>
                  </a:lnTo>
                  <a:lnTo>
                    <a:pt x="393182" y="1755921"/>
                  </a:lnTo>
                  <a:lnTo>
                    <a:pt x="397007" y="1754351"/>
                  </a:lnTo>
                  <a:lnTo>
                    <a:pt x="401529" y="1752497"/>
                  </a:lnTo>
                  <a:lnTo>
                    <a:pt x="402050" y="1752283"/>
                  </a:lnTo>
                  <a:lnTo>
                    <a:pt x="405528" y="1750856"/>
                  </a:lnTo>
                  <a:lnTo>
                    <a:pt x="410050" y="1749001"/>
                  </a:lnTo>
                  <a:lnTo>
                    <a:pt x="411093" y="1748573"/>
                  </a:lnTo>
                  <a:lnTo>
                    <a:pt x="413875" y="1747431"/>
                  </a:lnTo>
                  <a:lnTo>
                    <a:pt x="417527" y="1745933"/>
                  </a:lnTo>
                  <a:lnTo>
                    <a:pt x="418397" y="1745576"/>
                  </a:lnTo>
                  <a:lnTo>
                    <a:pt x="420310" y="1744791"/>
                  </a:lnTo>
                  <a:lnTo>
                    <a:pt x="428831" y="1741294"/>
                  </a:lnTo>
                  <a:lnTo>
                    <a:pt x="435091" y="1738724"/>
                  </a:lnTo>
                  <a:lnTo>
                    <a:pt x="437178" y="1737867"/>
                  </a:lnTo>
                  <a:lnTo>
                    <a:pt x="437352" y="1737796"/>
                  </a:lnTo>
                  <a:lnTo>
                    <a:pt x="440656" y="1736440"/>
                  </a:lnTo>
                  <a:lnTo>
                    <a:pt x="444307" y="1734940"/>
                  </a:lnTo>
                  <a:lnTo>
                    <a:pt x="452307" y="1731656"/>
                  </a:lnTo>
                  <a:lnTo>
                    <a:pt x="458219" y="1729228"/>
                  </a:lnTo>
                  <a:lnTo>
                    <a:pt x="461176" y="1728014"/>
                  </a:lnTo>
                  <a:lnTo>
                    <a:pt x="465349" y="1726299"/>
                  </a:lnTo>
                  <a:lnTo>
                    <a:pt x="466914" y="1725657"/>
                  </a:lnTo>
                  <a:lnTo>
                    <a:pt x="469870" y="1724442"/>
                  </a:lnTo>
                  <a:lnTo>
                    <a:pt x="470218" y="1724299"/>
                  </a:lnTo>
                  <a:lnTo>
                    <a:pt x="470566" y="1724157"/>
                  </a:lnTo>
                  <a:lnTo>
                    <a:pt x="471783" y="1723657"/>
                  </a:lnTo>
                  <a:lnTo>
                    <a:pt x="477174" y="1721442"/>
                  </a:lnTo>
                  <a:lnTo>
                    <a:pt x="477696" y="1721228"/>
                  </a:lnTo>
                  <a:lnTo>
                    <a:pt x="479783" y="1720370"/>
                  </a:lnTo>
                  <a:lnTo>
                    <a:pt x="481522" y="1719656"/>
                  </a:lnTo>
                  <a:lnTo>
                    <a:pt x="484478" y="1718441"/>
                  </a:lnTo>
                  <a:lnTo>
                    <a:pt x="484999" y="1718227"/>
                  </a:lnTo>
                  <a:lnTo>
                    <a:pt x="488477" y="1716798"/>
                  </a:lnTo>
                  <a:lnTo>
                    <a:pt x="488651" y="1716726"/>
                  </a:lnTo>
                  <a:lnTo>
                    <a:pt x="492129" y="1715297"/>
                  </a:lnTo>
                  <a:lnTo>
                    <a:pt x="493868" y="1714582"/>
                  </a:lnTo>
                  <a:lnTo>
                    <a:pt x="494216" y="1714439"/>
                  </a:lnTo>
                  <a:lnTo>
                    <a:pt x="496129" y="1713653"/>
                  </a:lnTo>
                  <a:lnTo>
                    <a:pt x="499781" y="1712152"/>
                  </a:lnTo>
                  <a:lnTo>
                    <a:pt x="501694" y="1711366"/>
                  </a:lnTo>
                  <a:lnTo>
                    <a:pt x="503780" y="1710508"/>
                  </a:lnTo>
                  <a:lnTo>
                    <a:pt x="505345" y="1709865"/>
                  </a:lnTo>
                  <a:lnTo>
                    <a:pt x="505519" y="1709794"/>
                  </a:lnTo>
                  <a:lnTo>
                    <a:pt x="510910" y="1707578"/>
                  </a:lnTo>
                  <a:lnTo>
                    <a:pt x="514562" y="1706076"/>
                  </a:lnTo>
                  <a:lnTo>
                    <a:pt x="514736" y="1706005"/>
                  </a:lnTo>
                  <a:lnTo>
                    <a:pt x="515258" y="1705790"/>
                  </a:lnTo>
                  <a:lnTo>
                    <a:pt x="517344" y="1704932"/>
                  </a:lnTo>
                  <a:lnTo>
                    <a:pt x="518388" y="1704503"/>
                  </a:lnTo>
                  <a:lnTo>
                    <a:pt x="519953" y="1703860"/>
                  </a:lnTo>
                  <a:lnTo>
                    <a:pt x="521692" y="1703145"/>
                  </a:lnTo>
                  <a:lnTo>
                    <a:pt x="522040" y="1703002"/>
                  </a:lnTo>
                  <a:lnTo>
                    <a:pt x="522561" y="1702787"/>
                  </a:lnTo>
                  <a:lnTo>
                    <a:pt x="523953" y="1702215"/>
                  </a:lnTo>
                  <a:lnTo>
                    <a:pt x="524126" y="1702144"/>
                  </a:lnTo>
                  <a:lnTo>
                    <a:pt x="525691" y="1701500"/>
                  </a:lnTo>
                  <a:lnTo>
                    <a:pt x="526039" y="1701357"/>
                  </a:lnTo>
                  <a:lnTo>
                    <a:pt x="531256" y="1699212"/>
                  </a:lnTo>
                  <a:lnTo>
                    <a:pt x="533169" y="1698425"/>
                  </a:lnTo>
                  <a:lnTo>
                    <a:pt x="533517" y="1698282"/>
                  </a:lnTo>
                  <a:lnTo>
                    <a:pt x="533865" y="1698139"/>
                  </a:lnTo>
                  <a:lnTo>
                    <a:pt x="536473" y="1697066"/>
                  </a:lnTo>
                  <a:lnTo>
                    <a:pt x="538386" y="1696279"/>
                  </a:lnTo>
                  <a:lnTo>
                    <a:pt x="540125" y="1695564"/>
                  </a:lnTo>
                  <a:lnTo>
                    <a:pt x="544299" y="1693847"/>
                  </a:lnTo>
                  <a:lnTo>
                    <a:pt x="546559" y="1692917"/>
                  </a:lnTo>
                  <a:lnTo>
                    <a:pt x="547081" y="1692702"/>
                  </a:lnTo>
                  <a:lnTo>
                    <a:pt x="548472" y="1692130"/>
                  </a:lnTo>
                  <a:lnTo>
                    <a:pt x="549863" y="1691558"/>
                  </a:lnTo>
                  <a:lnTo>
                    <a:pt x="553689" y="1689984"/>
                  </a:lnTo>
                  <a:lnTo>
                    <a:pt x="555950" y="1689053"/>
                  </a:lnTo>
                  <a:lnTo>
                    <a:pt x="567079" y="1684473"/>
                  </a:lnTo>
                  <a:lnTo>
                    <a:pt x="570905" y="1682899"/>
                  </a:lnTo>
                  <a:lnTo>
                    <a:pt x="575426" y="1681038"/>
                  </a:lnTo>
                  <a:lnTo>
                    <a:pt x="579426" y="1679391"/>
                  </a:lnTo>
                  <a:lnTo>
                    <a:pt x="583947" y="1677530"/>
                  </a:lnTo>
                  <a:lnTo>
                    <a:pt x="584991" y="1677100"/>
                  </a:lnTo>
                  <a:lnTo>
                    <a:pt x="587773" y="1675955"/>
                  </a:lnTo>
                  <a:lnTo>
                    <a:pt x="591425" y="1674451"/>
                  </a:lnTo>
                  <a:lnTo>
                    <a:pt x="592294" y="1674093"/>
                  </a:lnTo>
                  <a:lnTo>
                    <a:pt x="594207" y="1673305"/>
                  </a:lnTo>
                  <a:lnTo>
                    <a:pt x="602728" y="1669796"/>
                  </a:lnTo>
                  <a:lnTo>
                    <a:pt x="608988" y="1667217"/>
                  </a:lnTo>
                  <a:lnTo>
                    <a:pt x="611075" y="1666358"/>
                  </a:lnTo>
                  <a:lnTo>
                    <a:pt x="611249" y="1666286"/>
                  </a:lnTo>
                  <a:lnTo>
                    <a:pt x="614553" y="1664925"/>
                  </a:lnTo>
                  <a:lnTo>
                    <a:pt x="618205" y="1663420"/>
                  </a:lnTo>
                  <a:lnTo>
                    <a:pt x="622726" y="1661557"/>
                  </a:lnTo>
                  <a:lnTo>
                    <a:pt x="626204" y="1660124"/>
                  </a:lnTo>
                  <a:lnTo>
                    <a:pt x="632117" y="1657688"/>
                  </a:lnTo>
                  <a:lnTo>
                    <a:pt x="634377" y="1656756"/>
                  </a:lnTo>
                  <a:lnTo>
                    <a:pt x="635073" y="1656469"/>
                  </a:lnTo>
                  <a:lnTo>
                    <a:pt x="639247" y="1654749"/>
                  </a:lnTo>
                  <a:lnTo>
                    <a:pt x="640812" y="1654104"/>
                  </a:lnTo>
                  <a:lnTo>
                    <a:pt x="643768" y="1652885"/>
                  </a:lnTo>
                  <a:lnTo>
                    <a:pt x="644116" y="1652742"/>
                  </a:lnTo>
                  <a:lnTo>
                    <a:pt x="644463" y="1652599"/>
                  </a:lnTo>
                  <a:lnTo>
                    <a:pt x="645681" y="1652097"/>
                  </a:lnTo>
                  <a:lnTo>
                    <a:pt x="649680" y="1650448"/>
                  </a:lnTo>
                  <a:lnTo>
                    <a:pt x="651072" y="1649874"/>
                  </a:lnTo>
                  <a:lnTo>
                    <a:pt x="651593" y="1649659"/>
                  </a:lnTo>
                  <a:lnTo>
                    <a:pt x="653680" y="1648799"/>
                  </a:lnTo>
                  <a:lnTo>
                    <a:pt x="655419" y="1648082"/>
                  </a:lnTo>
                  <a:lnTo>
                    <a:pt x="658375" y="1646863"/>
                  </a:lnTo>
                  <a:lnTo>
                    <a:pt x="658897" y="1646648"/>
                  </a:lnTo>
                  <a:lnTo>
                    <a:pt x="662375" y="1645213"/>
                  </a:lnTo>
                  <a:lnTo>
                    <a:pt x="662549" y="1645142"/>
                  </a:lnTo>
                  <a:lnTo>
                    <a:pt x="666027" y="1643707"/>
                  </a:lnTo>
                  <a:lnTo>
                    <a:pt x="667766" y="1642990"/>
                  </a:lnTo>
                  <a:lnTo>
                    <a:pt x="668113" y="1642847"/>
                  </a:lnTo>
                  <a:lnTo>
                    <a:pt x="670026" y="1642058"/>
                  </a:lnTo>
                  <a:lnTo>
                    <a:pt x="673678" y="1640551"/>
                  </a:lnTo>
                  <a:lnTo>
                    <a:pt x="675591" y="1639762"/>
                  </a:lnTo>
                  <a:lnTo>
                    <a:pt x="677504" y="1638973"/>
                  </a:lnTo>
                  <a:lnTo>
                    <a:pt x="677678" y="1638901"/>
                  </a:lnTo>
                  <a:lnTo>
                    <a:pt x="679243" y="1638256"/>
                  </a:lnTo>
                  <a:lnTo>
                    <a:pt x="679417" y="1638184"/>
                  </a:lnTo>
                  <a:lnTo>
                    <a:pt x="684808" y="1635960"/>
                  </a:lnTo>
                  <a:lnTo>
                    <a:pt x="688459" y="1634453"/>
                  </a:lnTo>
                  <a:lnTo>
                    <a:pt x="688633" y="1634381"/>
                  </a:lnTo>
                  <a:lnTo>
                    <a:pt x="689155" y="1634166"/>
                  </a:lnTo>
                  <a:lnTo>
                    <a:pt x="691242" y="1633305"/>
                  </a:lnTo>
                  <a:lnTo>
                    <a:pt x="692285" y="1632874"/>
                  </a:lnTo>
                  <a:lnTo>
                    <a:pt x="693850" y="1632229"/>
                  </a:lnTo>
                  <a:lnTo>
                    <a:pt x="695589" y="1631511"/>
                  </a:lnTo>
                  <a:lnTo>
                    <a:pt x="695937" y="1631367"/>
                  </a:lnTo>
                  <a:lnTo>
                    <a:pt x="696459" y="1631152"/>
                  </a:lnTo>
                  <a:lnTo>
                    <a:pt x="697850" y="1630578"/>
                  </a:lnTo>
                  <a:lnTo>
                    <a:pt x="698024" y="1630506"/>
                  </a:lnTo>
                  <a:lnTo>
                    <a:pt x="699589" y="1629860"/>
                  </a:lnTo>
                  <a:lnTo>
                    <a:pt x="699937" y="1629717"/>
                  </a:lnTo>
                  <a:lnTo>
                    <a:pt x="705154" y="1627563"/>
                  </a:lnTo>
                  <a:lnTo>
                    <a:pt x="707067" y="1626774"/>
                  </a:lnTo>
                  <a:lnTo>
                    <a:pt x="707414" y="1626630"/>
                  </a:lnTo>
                  <a:lnTo>
                    <a:pt x="707762" y="1626486"/>
                  </a:lnTo>
                  <a:lnTo>
                    <a:pt x="712283" y="1624620"/>
                  </a:lnTo>
                  <a:lnTo>
                    <a:pt x="714022" y="1623902"/>
                  </a:lnTo>
                  <a:lnTo>
                    <a:pt x="718196" y="1622179"/>
                  </a:lnTo>
                  <a:lnTo>
                    <a:pt x="720457" y="1621245"/>
                  </a:lnTo>
                  <a:lnTo>
                    <a:pt x="720978" y="1621030"/>
                  </a:lnTo>
                  <a:lnTo>
                    <a:pt x="722369" y="1620455"/>
                  </a:lnTo>
                  <a:lnTo>
                    <a:pt x="723761" y="1619881"/>
                  </a:lnTo>
                  <a:lnTo>
                    <a:pt x="727586" y="1618301"/>
                  </a:lnTo>
                  <a:lnTo>
                    <a:pt x="729847" y="1617367"/>
                  </a:lnTo>
                  <a:lnTo>
                    <a:pt x="740977" y="1612770"/>
                  </a:lnTo>
                  <a:lnTo>
                    <a:pt x="744802" y="1611190"/>
                  </a:lnTo>
                  <a:lnTo>
                    <a:pt x="749324" y="1609322"/>
                  </a:lnTo>
                  <a:lnTo>
                    <a:pt x="749845" y="1609106"/>
                  </a:lnTo>
                  <a:lnTo>
                    <a:pt x="753323" y="1607669"/>
                  </a:lnTo>
                  <a:lnTo>
                    <a:pt x="757845" y="1605800"/>
                  </a:lnTo>
                  <a:lnTo>
                    <a:pt x="758888" y="1605369"/>
                  </a:lnTo>
                  <a:lnTo>
                    <a:pt x="761670" y="1604219"/>
                  </a:lnTo>
                  <a:lnTo>
                    <a:pt x="765322" y="1602710"/>
                  </a:lnTo>
                  <a:lnTo>
                    <a:pt x="766192" y="1602350"/>
                  </a:lnTo>
                  <a:lnTo>
                    <a:pt x="768105" y="1601560"/>
                  </a:lnTo>
                  <a:lnTo>
                    <a:pt x="776625" y="1598037"/>
                  </a:lnTo>
                  <a:lnTo>
                    <a:pt x="782886" y="1595449"/>
                  </a:lnTo>
                  <a:lnTo>
                    <a:pt x="784973" y="1594586"/>
                  </a:lnTo>
                  <a:lnTo>
                    <a:pt x="785146" y="1594514"/>
                  </a:lnTo>
                  <a:lnTo>
                    <a:pt x="788451" y="1593147"/>
                  </a:lnTo>
                  <a:lnTo>
                    <a:pt x="792102" y="1591637"/>
                  </a:lnTo>
                  <a:lnTo>
                    <a:pt x="796624" y="1589767"/>
                  </a:lnTo>
                  <a:lnTo>
                    <a:pt x="800102" y="1588328"/>
                  </a:lnTo>
                  <a:lnTo>
                    <a:pt x="806014" y="1585882"/>
                  </a:lnTo>
                  <a:lnTo>
                    <a:pt x="808275" y="1584947"/>
                  </a:lnTo>
                  <a:lnTo>
                    <a:pt x="808970" y="1584659"/>
                  </a:lnTo>
                  <a:lnTo>
                    <a:pt x="813144" y="1582932"/>
                  </a:lnTo>
                  <a:lnTo>
                    <a:pt x="814709" y="1582284"/>
                  </a:lnTo>
                  <a:lnTo>
                    <a:pt x="817665" y="1581061"/>
                  </a:lnTo>
                  <a:lnTo>
                    <a:pt x="818013" y="1580917"/>
                  </a:lnTo>
                  <a:lnTo>
                    <a:pt x="818361" y="1580773"/>
                  </a:lnTo>
                  <a:lnTo>
                    <a:pt x="819578" y="1580269"/>
                  </a:lnTo>
                  <a:lnTo>
                    <a:pt x="823578" y="1578614"/>
                  </a:lnTo>
                  <a:lnTo>
                    <a:pt x="824969" y="1578038"/>
                  </a:lnTo>
                  <a:lnTo>
                    <a:pt x="825491" y="1577822"/>
                  </a:lnTo>
                  <a:lnTo>
                    <a:pt x="827577" y="1576958"/>
                  </a:lnTo>
                  <a:lnTo>
                    <a:pt x="829316" y="1576239"/>
                  </a:lnTo>
                  <a:lnTo>
                    <a:pt x="832273" y="1575015"/>
                  </a:lnTo>
                  <a:lnTo>
                    <a:pt x="832794" y="1574799"/>
                  </a:lnTo>
                  <a:lnTo>
                    <a:pt x="836272" y="1573359"/>
                  </a:lnTo>
                  <a:lnTo>
                    <a:pt x="836446" y="1573287"/>
                  </a:lnTo>
                  <a:lnTo>
                    <a:pt x="839924" y="1571847"/>
                  </a:lnTo>
                  <a:lnTo>
                    <a:pt x="841663" y="1571127"/>
                  </a:lnTo>
                  <a:lnTo>
                    <a:pt x="842011" y="1570983"/>
                  </a:lnTo>
                  <a:lnTo>
                    <a:pt x="843924" y="1570191"/>
                  </a:lnTo>
                  <a:lnTo>
                    <a:pt x="847576" y="1568678"/>
                  </a:lnTo>
                  <a:lnTo>
                    <a:pt x="849489" y="1567886"/>
                  </a:lnTo>
                  <a:lnTo>
                    <a:pt x="851401" y="1567094"/>
                  </a:lnTo>
                  <a:lnTo>
                    <a:pt x="851575" y="1567022"/>
                  </a:lnTo>
                  <a:lnTo>
                    <a:pt x="853140" y="1566374"/>
                  </a:lnTo>
                  <a:lnTo>
                    <a:pt x="853314" y="1566302"/>
                  </a:lnTo>
                  <a:lnTo>
                    <a:pt x="858705" y="1564069"/>
                  </a:lnTo>
                  <a:lnTo>
                    <a:pt x="862357" y="1562556"/>
                  </a:lnTo>
                  <a:lnTo>
                    <a:pt x="862531" y="1562484"/>
                  </a:lnTo>
                  <a:lnTo>
                    <a:pt x="863053" y="1562268"/>
                  </a:lnTo>
                  <a:lnTo>
                    <a:pt x="865139" y="1561403"/>
                  </a:lnTo>
                  <a:lnTo>
                    <a:pt x="866183" y="1560971"/>
                  </a:lnTo>
                  <a:lnTo>
                    <a:pt x="867748" y="1560322"/>
                  </a:lnTo>
                  <a:lnTo>
                    <a:pt x="869487" y="1559602"/>
                  </a:lnTo>
                  <a:lnTo>
                    <a:pt x="869835" y="1559458"/>
                  </a:lnTo>
                  <a:lnTo>
                    <a:pt x="870356" y="1559241"/>
                  </a:lnTo>
                  <a:lnTo>
                    <a:pt x="871747" y="1558665"/>
                  </a:lnTo>
                  <a:lnTo>
                    <a:pt x="871921" y="1558593"/>
                  </a:lnTo>
                  <a:lnTo>
                    <a:pt x="873486" y="1557944"/>
                  </a:lnTo>
                  <a:lnTo>
                    <a:pt x="873834" y="1557800"/>
                  </a:lnTo>
                  <a:lnTo>
                    <a:pt x="879051" y="1555638"/>
                  </a:lnTo>
                  <a:lnTo>
                    <a:pt x="880964" y="1554845"/>
                  </a:lnTo>
                  <a:lnTo>
                    <a:pt x="881312" y="1554701"/>
                  </a:lnTo>
                  <a:lnTo>
                    <a:pt x="881660" y="1554557"/>
                  </a:lnTo>
                  <a:lnTo>
                    <a:pt x="884268" y="1553476"/>
                  </a:lnTo>
                  <a:lnTo>
                    <a:pt x="886181" y="1552683"/>
                  </a:lnTo>
                  <a:lnTo>
                    <a:pt x="887920" y="1551962"/>
                  </a:lnTo>
                  <a:lnTo>
                    <a:pt x="892093" y="1550232"/>
                  </a:lnTo>
                  <a:lnTo>
                    <a:pt x="894354" y="1549295"/>
                  </a:lnTo>
                  <a:lnTo>
                    <a:pt x="894876" y="1549078"/>
                  </a:lnTo>
                  <a:lnTo>
                    <a:pt x="896267" y="1548502"/>
                  </a:lnTo>
                  <a:lnTo>
                    <a:pt x="897658" y="1547925"/>
                  </a:lnTo>
                  <a:lnTo>
                    <a:pt x="901484" y="1546338"/>
                  </a:lnTo>
                  <a:lnTo>
                    <a:pt x="903745" y="1545401"/>
                  </a:lnTo>
                  <a:lnTo>
                    <a:pt x="914874" y="1540785"/>
                  </a:lnTo>
                  <a:lnTo>
                    <a:pt x="918700" y="1539198"/>
                  </a:lnTo>
                  <a:lnTo>
                    <a:pt x="923221" y="1537322"/>
                  </a:lnTo>
                  <a:lnTo>
                    <a:pt x="923743" y="1537106"/>
                  </a:lnTo>
                  <a:lnTo>
                    <a:pt x="927221" y="1535663"/>
                  </a:lnTo>
                  <a:lnTo>
                    <a:pt x="931742" y="1533786"/>
                  </a:lnTo>
                  <a:lnTo>
                    <a:pt x="932785" y="1533353"/>
                  </a:lnTo>
                  <a:lnTo>
                    <a:pt x="935568" y="1532199"/>
                  </a:lnTo>
                  <a:lnTo>
                    <a:pt x="939220" y="1530683"/>
                  </a:lnTo>
                  <a:lnTo>
                    <a:pt x="940089" y="1530322"/>
                  </a:lnTo>
                  <a:lnTo>
                    <a:pt x="942002" y="1529528"/>
                  </a:lnTo>
                  <a:lnTo>
                    <a:pt x="950523" y="1525991"/>
                  </a:lnTo>
                  <a:lnTo>
                    <a:pt x="956783" y="1523392"/>
                  </a:lnTo>
                  <a:lnTo>
                    <a:pt x="958870" y="1522525"/>
                  </a:lnTo>
                  <a:lnTo>
                    <a:pt x="959044" y="1522453"/>
                  </a:lnTo>
                  <a:lnTo>
                    <a:pt x="962348" y="1521081"/>
                  </a:lnTo>
                  <a:lnTo>
                    <a:pt x="966000" y="1519564"/>
                  </a:lnTo>
                  <a:lnTo>
                    <a:pt x="970521" y="1517686"/>
                  </a:lnTo>
                  <a:lnTo>
                    <a:pt x="973999" y="1516241"/>
                  </a:lnTo>
                  <a:lnTo>
                    <a:pt x="979912" y="1513785"/>
                  </a:lnTo>
                  <a:lnTo>
                    <a:pt x="982172" y="1512846"/>
                  </a:lnTo>
                  <a:lnTo>
                    <a:pt x="982868" y="1512557"/>
                  </a:lnTo>
                  <a:lnTo>
                    <a:pt x="987041" y="1510822"/>
                  </a:lnTo>
                  <a:lnTo>
                    <a:pt x="988606" y="1510172"/>
                  </a:lnTo>
                  <a:lnTo>
                    <a:pt x="991563" y="1508943"/>
                  </a:lnTo>
                  <a:lnTo>
                    <a:pt x="991911" y="1508799"/>
                  </a:lnTo>
                  <a:lnTo>
                    <a:pt x="992258" y="1508654"/>
                  </a:lnTo>
                  <a:lnTo>
                    <a:pt x="993476" y="1508148"/>
                  </a:lnTo>
                  <a:lnTo>
                    <a:pt x="997475" y="1506486"/>
                  </a:lnTo>
                  <a:lnTo>
                    <a:pt x="998866" y="1505908"/>
                  </a:lnTo>
                  <a:lnTo>
                    <a:pt x="999388" y="1505691"/>
                  </a:lnTo>
                  <a:lnTo>
                    <a:pt x="1001475" y="1504823"/>
                  </a:lnTo>
                  <a:lnTo>
                    <a:pt x="1003214" y="1504100"/>
                  </a:lnTo>
                  <a:lnTo>
                    <a:pt x="1006170" y="1502871"/>
                  </a:lnTo>
                  <a:lnTo>
                    <a:pt x="1006692" y="1502654"/>
                  </a:lnTo>
                  <a:lnTo>
                    <a:pt x="1010170" y="1501208"/>
                  </a:lnTo>
                  <a:lnTo>
                    <a:pt x="1010344" y="1501136"/>
                  </a:lnTo>
                  <a:lnTo>
                    <a:pt x="1013822" y="1499690"/>
                  </a:lnTo>
                  <a:lnTo>
                    <a:pt x="1015561" y="1498967"/>
                  </a:lnTo>
                  <a:lnTo>
                    <a:pt x="1015908" y="1498822"/>
                  </a:lnTo>
                  <a:lnTo>
                    <a:pt x="1017821" y="1498026"/>
                  </a:lnTo>
                  <a:lnTo>
                    <a:pt x="1021473" y="1496508"/>
                  </a:lnTo>
                  <a:lnTo>
                    <a:pt x="1023386" y="1495712"/>
                  </a:lnTo>
                  <a:lnTo>
                    <a:pt x="1025299" y="1494916"/>
                  </a:lnTo>
                  <a:lnTo>
                    <a:pt x="1025473" y="1494844"/>
                  </a:lnTo>
                  <a:lnTo>
                    <a:pt x="1027038" y="1494193"/>
                  </a:lnTo>
                  <a:lnTo>
                    <a:pt x="1027212" y="1494121"/>
                  </a:lnTo>
                  <a:lnTo>
                    <a:pt x="1032603" y="1491878"/>
                  </a:lnTo>
                  <a:lnTo>
                    <a:pt x="1036254" y="1490359"/>
                  </a:lnTo>
                  <a:lnTo>
                    <a:pt x="1036428" y="1490286"/>
                  </a:lnTo>
                  <a:lnTo>
                    <a:pt x="1036950" y="1490069"/>
                  </a:lnTo>
                  <a:lnTo>
                    <a:pt x="1039037" y="1489201"/>
                  </a:lnTo>
                  <a:lnTo>
                    <a:pt x="1040080" y="1488767"/>
                  </a:lnTo>
                  <a:lnTo>
                    <a:pt x="1041645" y="1488115"/>
                  </a:lnTo>
                  <a:lnTo>
                    <a:pt x="1043384" y="1487392"/>
                  </a:lnTo>
                  <a:lnTo>
                    <a:pt x="1043732" y="1487247"/>
                  </a:lnTo>
                  <a:lnTo>
                    <a:pt x="1044254" y="1487030"/>
                  </a:lnTo>
                  <a:lnTo>
                    <a:pt x="1045645" y="1486451"/>
                  </a:lnTo>
                  <a:lnTo>
                    <a:pt x="1045819" y="1486379"/>
                  </a:lnTo>
                  <a:lnTo>
                    <a:pt x="1047384" y="1485727"/>
                  </a:lnTo>
                  <a:lnTo>
                    <a:pt x="1047732" y="1485583"/>
                  </a:lnTo>
                  <a:lnTo>
                    <a:pt x="1052949" y="1483411"/>
                  </a:lnTo>
                  <a:lnTo>
                    <a:pt x="1054861" y="1482615"/>
                  </a:lnTo>
                  <a:lnTo>
                    <a:pt x="1055209" y="1482470"/>
                  </a:lnTo>
                  <a:lnTo>
                    <a:pt x="1055557" y="1482325"/>
                  </a:lnTo>
                  <a:lnTo>
                    <a:pt x="1058165" y="1481239"/>
                  </a:lnTo>
                  <a:lnTo>
                    <a:pt x="1060078" y="1480443"/>
                  </a:lnTo>
                  <a:lnTo>
                    <a:pt x="1061817" y="1479719"/>
                  </a:lnTo>
                  <a:lnTo>
                    <a:pt x="1065991" y="1477981"/>
                  </a:lnTo>
                  <a:lnTo>
                    <a:pt x="1068252" y="1477040"/>
                  </a:lnTo>
                  <a:lnTo>
                    <a:pt x="1068773" y="1476823"/>
                  </a:lnTo>
                  <a:lnTo>
                    <a:pt x="1071556" y="1475664"/>
                  </a:lnTo>
                  <a:lnTo>
                    <a:pt x="1075381" y="1474071"/>
                  </a:lnTo>
                  <a:lnTo>
                    <a:pt x="1077642" y="1473129"/>
                  </a:lnTo>
                  <a:lnTo>
                    <a:pt x="1088771" y="1468493"/>
                  </a:lnTo>
                  <a:lnTo>
                    <a:pt x="1092597" y="1466898"/>
                  </a:lnTo>
                  <a:lnTo>
                    <a:pt x="1097118" y="1465014"/>
                  </a:lnTo>
                  <a:lnTo>
                    <a:pt x="1097640" y="1464797"/>
                  </a:lnTo>
                  <a:lnTo>
                    <a:pt x="1101118" y="1463347"/>
                  </a:lnTo>
                  <a:lnTo>
                    <a:pt x="1105639" y="1461463"/>
                  </a:lnTo>
                  <a:lnTo>
                    <a:pt x="1106683" y="1461028"/>
                  </a:lnTo>
                  <a:lnTo>
                    <a:pt x="1109465" y="1459868"/>
                  </a:lnTo>
                  <a:lnTo>
                    <a:pt x="1113117" y="1458346"/>
                  </a:lnTo>
                  <a:lnTo>
                    <a:pt x="1113987" y="1457983"/>
                  </a:lnTo>
                  <a:lnTo>
                    <a:pt x="1115899" y="1457186"/>
                  </a:lnTo>
                  <a:lnTo>
                    <a:pt x="1124420" y="1453632"/>
                  </a:lnTo>
                  <a:lnTo>
                    <a:pt x="1130681" y="1451021"/>
                  </a:lnTo>
                  <a:lnTo>
                    <a:pt x="1132767" y="1450151"/>
                  </a:lnTo>
                  <a:lnTo>
                    <a:pt x="1132941" y="1450078"/>
                  </a:lnTo>
                  <a:lnTo>
                    <a:pt x="1136245" y="1448700"/>
                  </a:lnTo>
                  <a:lnTo>
                    <a:pt x="1139897" y="1447177"/>
                  </a:lnTo>
                  <a:lnTo>
                    <a:pt x="1144419" y="1445290"/>
                  </a:lnTo>
                  <a:lnTo>
                    <a:pt x="1147897" y="1443839"/>
                  </a:lnTo>
                  <a:lnTo>
                    <a:pt x="1153809" y="1441371"/>
                  </a:lnTo>
                  <a:lnTo>
                    <a:pt x="1156070" y="1440428"/>
                  </a:lnTo>
                  <a:lnTo>
                    <a:pt x="1156765" y="1440138"/>
                  </a:lnTo>
                  <a:lnTo>
                    <a:pt x="1160939" y="1438395"/>
                  </a:lnTo>
                  <a:lnTo>
                    <a:pt x="1162504" y="1437742"/>
                  </a:lnTo>
                  <a:lnTo>
                    <a:pt x="1165460" y="1436508"/>
                  </a:lnTo>
                  <a:lnTo>
                    <a:pt x="1165808" y="1436363"/>
                  </a:lnTo>
                  <a:lnTo>
                    <a:pt x="1166156" y="1436217"/>
                  </a:lnTo>
                  <a:lnTo>
                    <a:pt x="1167373" y="1435709"/>
                  </a:lnTo>
                  <a:lnTo>
                    <a:pt x="1171373" y="1434039"/>
                  </a:lnTo>
                  <a:lnTo>
                    <a:pt x="1172764" y="1433458"/>
                  </a:lnTo>
                  <a:lnTo>
                    <a:pt x="1173286" y="1433240"/>
                  </a:lnTo>
                  <a:lnTo>
                    <a:pt x="1177111" y="1431643"/>
                  </a:lnTo>
                  <a:lnTo>
                    <a:pt x="1180068" y="1430408"/>
                  </a:lnTo>
                  <a:lnTo>
                    <a:pt x="1180589" y="1430190"/>
                  </a:lnTo>
                  <a:lnTo>
                    <a:pt x="1184067" y="1428738"/>
                  </a:lnTo>
                  <a:lnTo>
                    <a:pt x="1184241" y="1428665"/>
                  </a:lnTo>
                  <a:lnTo>
                    <a:pt x="1187719" y="1427212"/>
                  </a:lnTo>
                  <a:lnTo>
                    <a:pt x="1189458" y="1426486"/>
                  </a:lnTo>
                  <a:lnTo>
                    <a:pt x="1189806" y="1426340"/>
                  </a:lnTo>
                  <a:lnTo>
                    <a:pt x="1191719" y="1425541"/>
                  </a:lnTo>
                  <a:lnTo>
                    <a:pt x="1195371" y="1424015"/>
                  </a:lnTo>
                  <a:lnTo>
                    <a:pt x="1197283" y="1423216"/>
                  </a:lnTo>
                  <a:lnTo>
                    <a:pt x="1199196" y="1422417"/>
                  </a:lnTo>
                  <a:lnTo>
                    <a:pt x="1199370" y="1422344"/>
                  </a:lnTo>
                  <a:lnTo>
                    <a:pt x="1200935" y="1421690"/>
                  </a:lnTo>
                  <a:lnTo>
                    <a:pt x="1201109" y="1421617"/>
                  </a:lnTo>
                  <a:lnTo>
                    <a:pt x="1206500" y="1419364"/>
                  </a:lnTo>
                  <a:lnTo>
                    <a:pt x="1210152" y="1417838"/>
                  </a:lnTo>
                  <a:lnTo>
                    <a:pt x="1210326" y="1417765"/>
                  </a:lnTo>
                  <a:lnTo>
                    <a:pt x="1210847" y="1417547"/>
                  </a:lnTo>
                  <a:lnTo>
                    <a:pt x="1212934" y="1416675"/>
                  </a:lnTo>
                  <a:lnTo>
                    <a:pt x="1213978" y="1416239"/>
                  </a:lnTo>
                  <a:lnTo>
                    <a:pt x="1215543" y="1415584"/>
                  </a:lnTo>
                  <a:lnTo>
                    <a:pt x="1217282" y="1414857"/>
                  </a:lnTo>
                  <a:lnTo>
                    <a:pt x="1217629" y="1414712"/>
                  </a:lnTo>
                  <a:lnTo>
                    <a:pt x="1218151" y="1414494"/>
                  </a:lnTo>
                  <a:lnTo>
                    <a:pt x="1219542" y="1413912"/>
                  </a:lnTo>
                  <a:lnTo>
                    <a:pt x="1219716" y="1413840"/>
                  </a:lnTo>
                  <a:lnTo>
                    <a:pt x="1221281" y="1413185"/>
                  </a:lnTo>
                  <a:lnTo>
                    <a:pt x="1221629" y="1413040"/>
                  </a:lnTo>
                  <a:lnTo>
                    <a:pt x="1226846" y="1410858"/>
                  </a:lnTo>
                  <a:lnTo>
                    <a:pt x="1228759" y="1410058"/>
                  </a:lnTo>
                  <a:lnTo>
                    <a:pt x="1229107" y="1409913"/>
                  </a:lnTo>
                  <a:lnTo>
                    <a:pt x="1229454" y="1409767"/>
                  </a:lnTo>
                  <a:lnTo>
                    <a:pt x="1232063" y="1408676"/>
                  </a:lnTo>
                  <a:lnTo>
                    <a:pt x="1233976" y="1407876"/>
                  </a:lnTo>
                  <a:lnTo>
                    <a:pt x="1239888" y="1405403"/>
                  </a:lnTo>
                  <a:lnTo>
                    <a:pt x="1242149" y="1404457"/>
                  </a:lnTo>
                  <a:lnTo>
                    <a:pt x="1242671" y="1404239"/>
                  </a:lnTo>
                  <a:lnTo>
                    <a:pt x="1244062" y="1403657"/>
                  </a:lnTo>
                  <a:lnTo>
                    <a:pt x="1245453" y="1403075"/>
                  </a:lnTo>
                  <a:lnTo>
                    <a:pt x="1249279" y="1401474"/>
                  </a:lnTo>
                  <a:lnTo>
                    <a:pt x="1251539" y="1400528"/>
                  </a:lnTo>
                  <a:lnTo>
                    <a:pt x="1262669" y="1395870"/>
                  </a:lnTo>
                  <a:lnTo>
                    <a:pt x="1266495" y="1394268"/>
                  </a:lnTo>
                  <a:lnTo>
                    <a:pt x="1271016" y="1392375"/>
                  </a:lnTo>
                  <a:lnTo>
                    <a:pt x="1271538" y="1392157"/>
                  </a:lnTo>
                  <a:lnTo>
                    <a:pt x="1275016" y="1390701"/>
                  </a:lnTo>
                  <a:lnTo>
                    <a:pt x="1279537" y="1388807"/>
                  </a:lnTo>
                  <a:lnTo>
                    <a:pt x="1280580" y="1388370"/>
                  </a:lnTo>
                  <a:lnTo>
                    <a:pt x="1283363" y="1387205"/>
                  </a:lnTo>
                  <a:lnTo>
                    <a:pt x="1287015" y="1385675"/>
                  </a:lnTo>
                  <a:lnTo>
                    <a:pt x="1287884" y="1385311"/>
                  </a:lnTo>
                  <a:lnTo>
                    <a:pt x="1289797" y="1384510"/>
                  </a:lnTo>
                  <a:lnTo>
                    <a:pt x="1298318" y="1380940"/>
                  </a:lnTo>
                  <a:lnTo>
                    <a:pt x="1304578" y="1378316"/>
                  </a:lnTo>
                  <a:lnTo>
                    <a:pt x="1306665" y="1377442"/>
                  </a:lnTo>
                  <a:lnTo>
                    <a:pt x="1306839" y="1377369"/>
                  </a:lnTo>
                  <a:lnTo>
                    <a:pt x="1310143" y="1375984"/>
                  </a:lnTo>
                  <a:lnTo>
                    <a:pt x="1313795" y="1374453"/>
                  </a:lnTo>
                  <a:lnTo>
                    <a:pt x="1318316" y="1372558"/>
                  </a:lnTo>
                  <a:lnTo>
                    <a:pt x="1321794" y="1371099"/>
                  </a:lnTo>
                  <a:lnTo>
                    <a:pt x="1327707" y="1368620"/>
                  </a:lnTo>
                  <a:lnTo>
                    <a:pt x="1329967" y="1367672"/>
                  </a:lnTo>
                  <a:lnTo>
                    <a:pt x="1330663" y="1367380"/>
                  </a:lnTo>
                  <a:lnTo>
                    <a:pt x="1334836" y="1365630"/>
                  </a:lnTo>
                  <a:lnTo>
                    <a:pt x="1336401" y="1364973"/>
                  </a:lnTo>
                  <a:lnTo>
                    <a:pt x="1339358" y="1363733"/>
                  </a:lnTo>
                  <a:lnTo>
                    <a:pt x="1339705" y="1363587"/>
                  </a:lnTo>
                  <a:lnTo>
                    <a:pt x="1340053" y="1363442"/>
                  </a:lnTo>
                  <a:lnTo>
                    <a:pt x="1341271" y="1362931"/>
                  </a:lnTo>
                  <a:lnTo>
                    <a:pt x="1345270" y="1361253"/>
                  </a:lnTo>
                  <a:lnTo>
                    <a:pt x="1346661" y="1360669"/>
                  </a:lnTo>
                  <a:lnTo>
                    <a:pt x="1347183" y="1360450"/>
                  </a:lnTo>
                  <a:lnTo>
                    <a:pt x="1349270" y="1359575"/>
                  </a:lnTo>
                  <a:lnTo>
                    <a:pt x="1351009" y="1358845"/>
                  </a:lnTo>
                  <a:lnTo>
                    <a:pt x="1353965" y="1357604"/>
                  </a:lnTo>
                  <a:lnTo>
                    <a:pt x="1354487" y="1357385"/>
                  </a:lnTo>
                  <a:lnTo>
                    <a:pt x="1357965" y="1355926"/>
                  </a:lnTo>
                  <a:lnTo>
                    <a:pt x="1358139" y="1355853"/>
                  </a:lnTo>
                  <a:lnTo>
                    <a:pt x="1361617" y="1354393"/>
                  </a:lnTo>
                  <a:lnTo>
                    <a:pt x="1363355" y="1353663"/>
                  </a:lnTo>
                  <a:lnTo>
                    <a:pt x="1363703" y="1353517"/>
                  </a:lnTo>
                  <a:lnTo>
                    <a:pt x="1365616" y="1352714"/>
                  </a:lnTo>
                  <a:lnTo>
                    <a:pt x="1369268" y="1351181"/>
                  </a:lnTo>
                  <a:lnTo>
                    <a:pt x="1371181" y="1350378"/>
                  </a:lnTo>
                  <a:lnTo>
                    <a:pt x="1373094" y="1349574"/>
                  </a:lnTo>
                  <a:lnTo>
                    <a:pt x="1373268" y="1349501"/>
                  </a:lnTo>
                  <a:lnTo>
                    <a:pt x="1374833" y="1348844"/>
                  </a:lnTo>
                  <a:lnTo>
                    <a:pt x="1375007" y="1348771"/>
                  </a:lnTo>
                  <a:lnTo>
                    <a:pt x="1380397" y="1346507"/>
                  </a:lnTo>
                  <a:lnTo>
                    <a:pt x="1384049" y="1344973"/>
                  </a:lnTo>
                  <a:lnTo>
                    <a:pt x="1384223" y="1344900"/>
                  </a:lnTo>
                  <a:lnTo>
                    <a:pt x="1384745" y="1344681"/>
                  </a:lnTo>
                  <a:lnTo>
                    <a:pt x="1386832" y="1343805"/>
                  </a:lnTo>
                  <a:lnTo>
                    <a:pt x="1387875" y="1343366"/>
                  </a:lnTo>
                  <a:lnTo>
                    <a:pt x="1389440" y="1342709"/>
                  </a:lnTo>
                  <a:lnTo>
                    <a:pt x="1391179" y="1341978"/>
                  </a:lnTo>
                  <a:lnTo>
                    <a:pt x="1391527" y="1341832"/>
                  </a:lnTo>
                  <a:lnTo>
                    <a:pt x="1392049" y="1341613"/>
                  </a:lnTo>
                  <a:lnTo>
                    <a:pt x="1393440" y="1341029"/>
                  </a:lnTo>
                  <a:lnTo>
                    <a:pt x="1393614" y="1340956"/>
                  </a:lnTo>
                  <a:lnTo>
                    <a:pt x="1395179" y="1340298"/>
                  </a:lnTo>
                  <a:lnTo>
                    <a:pt x="1395527" y="1340152"/>
                  </a:lnTo>
                  <a:lnTo>
                    <a:pt x="1400743" y="1337960"/>
                  </a:lnTo>
                  <a:lnTo>
                    <a:pt x="1402656" y="1337156"/>
                  </a:lnTo>
                  <a:lnTo>
                    <a:pt x="1403004" y="1337010"/>
                  </a:lnTo>
                  <a:lnTo>
                    <a:pt x="1403352" y="1336863"/>
                  </a:lnTo>
                  <a:lnTo>
                    <a:pt x="1405960" y="1335767"/>
                  </a:lnTo>
                  <a:lnTo>
                    <a:pt x="1407873" y="1334963"/>
                  </a:lnTo>
                  <a:lnTo>
                    <a:pt x="1409612" y="1334232"/>
                  </a:lnTo>
                  <a:lnTo>
                    <a:pt x="1413786" y="1332478"/>
                  </a:lnTo>
                  <a:lnTo>
                    <a:pt x="1416046" y="1331528"/>
                  </a:lnTo>
                  <a:lnTo>
                    <a:pt x="1416568" y="1331308"/>
                  </a:lnTo>
                  <a:lnTo>
                    <a:pt x="1417959" y="1330723"/>
                  </a:lnTo>
                  <a:lnTo>
                    <a:pt x="1419350" y="1330138"/>
                  </a:lnTo>
                  <a:lnTo>
                    <a:pt x="1423176" y="1328530"/>
                  </a:lnTo>
                  <a:lnTo>
                    <a:pt x="1425437" y="1327579"/>
                  </a:lnTo>
                  <a:lnTo>
                    <a:pt x="1436566" y="1322898"/>
                  </a:lnTo>
                  <a:lnTo>
                    <a:pt x="1440392" y="1321289"/>
                  </a:lnTo>
                  <a:lnTo>
                    <a:pt x="1444913" y="1319387"/>
                  </a:lnTo>
                  <a:lnTo>
                    <a:pt x="1445435" y="1319167"/>
                  </a:lnTo>
                  <a:lnTo>
                    <a:pt x="1448913" y="1317704"/>
                  </a:lnTo>
                  <a:lnTo>
                    <a:pt x="1453434" y="1315801"/>
                  </a:lnTo>
                  <a:lnTo>
                    <a:pt x="1454478" y="1315362"/>
                  </a:lnTo>
                  <a:lnTo>
                    <a:pt x="1457260" y="1314191"/>
                  </a:lnTo>
                  <a:lnTo>
                    <a:pt x="1460912" y="1312653"/>
                  </a:lnTo>
                  <a:lnTo>
                    <a:pt x="1461781" y="1312287"/>
                  </a:lnTo>
                  <a:lnTo>
                    <a:pt x="1463694" y="1311482"/>
                  </a:lnTo>
                  <a:lnTo>
                    <a:pt x="1472215" y="1307895"/>
                  </a:lnTo>
                  <a:lnTo>
                    <a:pt x="1478476" y="1305258"/>
                  </a:lnTo>
                  <a:lnTo>
                    <a:pt x="1480562" y="1304379"/>
                  </a:lnTo>
                  <a:lnTo>
                    <a:pt x="1480736" y="1304306"/>
                  </a:lnTo>
                  <a:lnTo>
                    <a:pt x="1484040" y="1302914"/>
                  </a:lnTo>
                  <a:lnTo>
                    <a:pt x="1487692" y="1301376"/>
                  </a:lnTo>
                  <a:lnTo>
                    <a:pt x="1492213" y="1299471"/>
                  </a:lnTo>
                  <a:lnTo>
                    <a:pt x="1495691" y="1298006"/>
                  </a:lnTo>
                  <a:lnTo>
                    <a:pt x="1501604" y="1295514"/>
                  </a:lnTo>
                  <a:lnTo>
                    <a:pt x="1503865" y="1294561"/>
                  </a:lnTo>
                  <a:lnTo>
                    <a:pt x="1504560" y="1294268"/>
                  </a:lnTo>
                  <a:lnTo>
                    <a:pt x="1508734" y="1292509"/>
                  </a:lnTo>
                  <a:lnTo>
                    <a:pt x="1510299" y="1291849"/>
                  </a:lnTo>
                  <a:lnTo>
                    <a:pt x="1513255" y="1290603"/>
                  </a:lnTo>
                  <a:lnTo>
                    <a:pt x="1513603" y="1290456"/>
                  </a:lnTo>
                  <a:lnTo>
                    <a:pt x="1513951" y="1290310"/>
                  </a:lnTo>
                  <a:lnTo>
                    <a:pt x="1515168" y="1289797"/>
                  </a:lnTo>
                  <a:lnTo>
                    <a:pt x="1519168" y="1288110"/>
                  </a:lnTo>
                  <a:lnTo>
                    <a:pt x="1520559" y="1287524"/>
                  </a:lnTo>
                  <a:lnTo>
                    <a:pt x="1521080" y="1287304"/>
                  </a:lnTo>
                  <a:lnTo>
                    <a:pt x="1523167" y="1286424"/>
                  </a:lnTo>
                  <a:lnTo>
                    <a:pt x="1524906" y="1285690"/>
                  </a:lnTo>
                  <a:lnTo>
                    <a:pt x="1527862" y="1284444"/>
                  </a:lnTo>
                  <a:lnTo>
                    <a:pt x="1528384" y="1284224"/>
                  </a:lnTo>
                  <a:lnTo>
                    <a:pt x="1531862" y="1282757"/>
                  </a:lnTo>
                  <a:lnTo>
                    <a:pt x="1532036" y="1282683"/>
                  </a:lnTo>
                  <a:lnTo>
                    <a:pt x="1535514" y="1281216"/>
                  </a:lnTo>
                  <a:lnTo>
                    <a:pt x="1537253" y="1280482"/>
                  </a:lnTo>
                  <a:lnTo>
                    <a:pt x="1537601" y="1280336"/>
                  </a:lnTo>
                  <a:lnTo>
                    <a:pt x="1539514" y="1279529"/>
                  </a:lnTo>
                  <a:lnTo>
                    <a:pt x="1543165" y="1277988"/>
                  </a:lnTo>
                  <a:lnTo>
                    <a:pt x="1545078" y="1277181"/>
                  </a:lnTo>
                  <a:lnTo>
                    <a:pt x="1546991" y="1276374"/>
                  </a:lnTo>
                  <a:lnTo>
                    <a:pt x="1547165" y="1276300"/>
                  </a:lnTo>
                  <a:lnTo>
                    <a:pt x="1548730" y="1275640"/>
                  </a:lnTo>
                  <a:lnTo>
                    <a:pt x="1548904" y="1275566"/>
                  </a:lnTo>
                  <a:lnTo>
                    <a:pt x="1554295" y="1273291"/>
                  </a:lnTo>
                  <a:lnTo>
                    <a:pt x="1557947" y="1271750"/>
                  </a:lnTo>
                  <a:lnTo>
                    <a:pt x="1558121" y="1271676"/>
                  </a:lnTo>
                  <a:lnTo>
                    <a:pt x="1558642" y="1271456"/>
                  </a:lnTo>
                  <a:lnTo>
                    <a:pt x="1560729" y="1270575"/>
                  </a:lnTo>
                  <a:lnTo>
                    <a:pt x="1561772" y="1270135"/>
                  </a:lnTo>
                  <a:lnTo>
                    <a:pt x="1563338" y="1269474"/>
                  </a:lnTo>
                  <a:lnTo>
                    <a:pt x="1565077" y="1268740"/>
                  </a:lnTo>
                  <a:lnTo>
                    <a:pt x="1565424" y="1268593"/>
                  </a:lnTo>
                  <a:lnTo>
                    <a:pt x="1565946" y="1268373"/>
                  </a:lnTo>
                  <a:lnTo>
                    <a:pt x="1567337" y="1267785"/>
                  </a:lnTo>
                  <a:lnTo>
                    <a:pt x="1567511" y="1267712"/>
                  </a:lnTo>
                  <a:lnTo>
                    <a:pt x="1569076" y="1267051"/>
                  </a:lnTo>
                  <a:lnTo>
                    <a:pt x="1569424" y="1266904"/>
                  </a:lnTo>
                  <a:lnTo>
                    <a:pt x="1574641" y="1264701"/>
                  </a:lnTo>
                  <a:lnTo>
                    <a:pt x="1576554" y="1263893"/>
                  </a:lnTo>
                  <a:lnTo>
                    <a:pt x="1576902" y="1263746"/>
                  </a:lnTo>
                  <a:lnTo>
                    <a:pt x="1577249" y="1263599"/>
                  </a:lnTo>
                  <a:lnTo>
                    <a:pt x="1579858" y="1262498"/>
                  </a:lnTo>
                  <a:lnTo>
                    <a:pt x="1581771" y="1261689"/>
                  </a:lnTo>
                  <a:lnTo>
                    <a:pt x="1583510" y="1260955"/>
                  </a:lnTo>
                  <a:lnTo>
                    <a:pt x="1587683" y="1259192"/>
                  </a:lnTo>
                  <a:lnTo>
                    <a:pt x="1589944" y="1258237"/>
                  </a:lnTo>
                  <a:lnTo>
                    <a:pt x="1590466" y="1258016"/>
                  </a:lnTo>
                  <a:lnTo>
                    <a:pt x="1591857" y="1257428"/>
                  </a:lnTo>
                  <a:lnTo>
                    <a:pt x="1593248" y="1256841"/>
                  </a:lnTo>
                  <a:lnTo>
                    <a:pt x="1597074" y="1255224"/>
                  </a:lnTo>
                  <a:lnTo>
                    <a:pt x="1599334" y="1254268"/>
                  </a:lnTo>
                  <a:lnTo>
                    <a:pt x="1610464" y="1249564"/>
                  </a:lnTo>
                  <a:lnTo>
                    <a:pt x="1614290" y="1247947"/>
                  </a:lnTo>
                  <a:lnTo>
                    <a:pt x="1618811" y="1246035"/>
                  </a:lnTo>
                  <a:lnTo>
                    <a:pt x="1619333" y="1245814"/>
                  </a:lnTo>
                  <a:lnTo>
                    <a:pt x="1622810" y="1244343"/>
                  </a:lnTo>
                  <a:lnTo>
                    <a:pt x="1627332" y="1242431"/>
                  </a:lnTo>
                  <a:lnTo>
                    <a:pt x="1628375" y="1241990"/>
                  </a:lnTo>
                  <a:lnTo>
                    <a:pt x="1631158" y="1240813"/>
                  </a:lnTo>
                  <a:lnTo>
                    <a:pt x="1634809" y="1239268"/>
                  </a:lnTo>
                  <a:lnTo>
                    <a:pt x="1635679" y="1238900"/>
                  </a:lnTo>
                  <a:lnTo>
                    <a:pt x="1637592" y="1238091"/>
                  </a:lnTo>
                  <a:lnTo>
                    <a:pt x="1646113" y="1234485"/>
                  </a:lnTo>
                  <a:lnTo>
                    <a:pt x="1652373" y="1231835"/>
                  </a:lnTo>
                  <a:lnTo>
                    <a:pt x="1654460" y="1230952"/>
                  </a:lnTo>
                  <a:lnTo>
                    <a:pt x="1654634" y="1230878"/>
                  </a:lnTo>
                  <a:lnTo>
                    <a:pt x="1657938" y="1229480"/>
                  </a:lnTo>
                  <a:lnTo>
                    <a:pt x="1661590" y="1227934"/>
                  </a:lnTo>
                  <a:lnTo>
                    <a:pt x="1666111" y="1226019"/>
                  </a:lnTo>
                  <a:lnTo>
                    <a:pt x="1669589" y="1224546"/>
                  </a:lnTo>
                  <a:lnTo>
                    <a:pt x="1675501" y="1222042"/>
                  </a:lnTo>
                  <a:lnTo>
                    <a:pt x="1677762" y="1221085"/>
                  </a:lnTo>
                  <a:lnTo>
                    <a:pt x="1678458" y="1220790"/>
                  </a:lnTo>
                  <a:lnTo>
                    <a:pt x="1682631" y="1219022"/>
                  </a:lnTo>
                  <a:lnTo>
                    <a:pt x="1684196" y="1218359"/>
                  </a:lnTo>
                  <a:lnTo>
                    <a:pt x="1687153" y="1217106"/>
                  </a:lnTo>
                  <a:lnTo>
                    <a:pt x="1687500" y="1216959"/>
                  </a:lnTo>
                  <a:lnTo>
                    <a:pt x="1687848" y="1216812"/>
                  </a:lnTo>
                  <a:lnTo>
                    <a:pt x="1689065" y="1216296"/>
                  </a:lnTo>
                  <a:lnTo>
                    <a:pt x="1693065" y="1214601"/>
                  </a:lnTo>
                  <a:lnTo>
                    <a:pt x="1694456" y="1214012"/>
                  </a:lnTo>
                  <a:lnTo>
                    <a:pt x="1694978" y="1213790"/>
                  </a:lnTo>
                  <a:lnTo>
                    <a:pt x="1697065" y="1212906"/>
                  </a:lnTo>
                  <a:lnTo>
                    <a:pt x="1698804" y="1212169"/>
                  </a:lnTo>
                  <a:lnTo>
                    <a:pt x="1701760" y="1210916"/>
                  </a:lnTo>
                  <a:lnTo>
                    <a:pt x="1702282" y="1210695"/>
                  </a:lnTo>
                  <a:lnTo>
                    <a:pt x="1705760" y="1209220"/>
                  </a:lnTo>
                  <a:lnTo>
                    <a:pt x="1705933" y="1209147"/>
                  </a:lnTo>
                  <a:lnTo>
                    <a:pt x="1709411" y="1207672"/>
                  </a:lnTo>
                  <a:lnTo>
                    <a:pt x="1711150" y="1206935"/>
                  </a:lnTo>
                  <a:lnTo>
                    <a:pt x="1711498" y="1206787"/>
                  </a:lnTo>
                  <a:lnTo>
                    <a:pt x="1713411" y="1205976"/>
                  </a:lnTo>
                  <a:lnTo>
                    <a:pt x="1717063" y="1204428"/>
                  </a:lnTo>
                  <a:lnTo>
                    <a:pt x="1718976" y="1203617"/>
                  </a:lnTo>
                  <a:lnTo>
                    <a:pt x="1720889" y="1202805"/>
                  </a:lnTo>
                  <a:lnTo>
                    <a:pt x="1721063" y="1202732"/>
                  </a:lnTo>
                  <a:lnTo>
                    <a:pt x="1722628" y="1202068"/>
                  </a:lnTo>
                  <a:lnTo>
                    <a:pt x="1722802" y="1201994"/>
                  </a:lnTo>
                  <a:lnTo>
                    <a:pt x="1728192" y="1199707"/>
                  </a:lnTo>
                  <a:lnTo>
                    <a:pt x="1731844" y="1198158"/>
                  </a:lnTo>
                  <a:lnTo>
                    <a:pt x="1732018" y="1198084"/>
                  </a:lnTo>
                  <a:lnTo>
                    <a:pt x="1732540" y="1197863"/>
                  </a:lnTo>
                  <a:lnTo>
                    <a:pt x="1734627" y="1196978"/>
                  </a:lnTo>
                  <a:lnTo>
                    <a:pt x="1735670" y="1196535"/>
                  </a:lnTo>
                  <a:lnTo>
                    <a:pt x="1737235" y="1195871"/>
                  </a:lnTo>
                  <a:lnTo>
                    <a:pt x="1738974" y="1195133"/>
                  </a:lnTo>
                  <a:lnTo>
                    <a:pt x="1739322" y="1194985"/>
                  </a:lnTo>
                  <a:lnTo>
                    <a:pt x="1739843" y="1194764"/>
                  </a:lnTo>
                  <a:lnTo>
                    <a:pt x="1741235" y="1194174"/>
                  </a:lnTo>
                  <a:lnTo>
                    <a:pt x="1741409" y="1194100"/>
                  </a:lnTo>
                  <a:lnTo>
                    <a:pt x="1742974" y="1193436"/>
                  </a:lnTo>
                  <a:lnTo>
                    <a:pt x="1743321" y="1193288"/>
                  </a:lnTo>
                  <a:lnTo>
                    <a:pt x="1748538" y="1191074"/>
                  </a:lnTo>
                  <a:lnTo>
                    <a:pt x="1750451" y="1190262"/>
                  </a:lnTo>
                  <a:lnTo>
                    <a:pt x="1750799" y="1190114"/>
                  </a:lnTo>
                  <a:lnTo>
                    <a:pt x="1751147" y="1189967"/>
                  </a:lnTo>
                  <a:lnTo>
                    <a:pt x="1753755" y="1188859"/>
                  </a:lnTo>
                  <a:lnTo>
                    <a:pt x="1755668" y="1188047"/>
                  </a:lnTo>
                  <a:lnTo>
                    <a:pt x="1757407" y="1187309"/>
                  </a:lnTo>
                  <a:lnTo>
                    <a:pt x="1761581" y="1185537"/>
                  </a:lnTo>
                  <a:lnTo>
                    <a:pt x="1763841" y="1184577"/>
                  </a:lnTo>
                  <a:lnTo>
                    <a:pt x="1764363" y="1184355"/>
                  </a:lnTo>
                  <a:lnTo>
                    <a:pt x="1765754" y="1183765"/>
                  </a:lnTo>
                  <a:lnTo>
                    <a:pt x="1767145" y="1183174"/>
                  </a:lnTo>
                  <a:lnTo>
                    <a:pt x="1770971" y="1181549"/>
                  </a:lnTo>
                  <a:lnTo>
                    <a:pt x="1773232" y="1180589"/>
                  </a:lnTo>
                  <a:lnTo>
                    <a:pt x="1784361" y="1175861"/>
                  </a:lnTo>
                  <a:lnTo>
                    <a:pt x="1788187" y="1174235"/>
                  </a:lnTo>
                  <a:lnTo>
                    <a:pt x="1792708" y="1172314"/>
                  </a:lnTo>
                  <a:lnTo>
                    <a:pt x="1793230" y="1172092"/>
                  </a:lnTo>
                  <a:lnTo>
                    <a:pt x="1796708" y="1170614"/>
                  </a:lnTo>
                  <a:lnTo>
                    <a:pt x="1801229" y="1168692"/>
                  </a:lnTo>
                  <a:lnTo>
                    <a:pt x="1802273" y="1168248"/>
                  </a:lnTo>
                  <a:lnTo>
                    <a:pt x="1805055" y="1167065"/>
                  </a:lnTo>
                  <a:lnTo>
                    <a:pt x="1808707" y="1165513"/>
                  </a:lnTo>
                  <a:lnTo>
                    <a:pt x="1809576" y="1165143"/>
                  </a:lnTo>
                  <a:lnTo>
                    <a:pt x="1811489" y="1164330"/>
                  </a:lnTo>
                  <a:lnTo>
                    <a:pt x="1820010" y="1160706"/>
                  </a:lnTo>
                  <a:lnTo>
                    <a:pt x="1826270" y="1158043"/>
                  </a:lnTo>
                  <a:lnTo>
                    <a:pt x="1828357" y="1157155"/>
                  </a:lnTo>
                  <a:lnTo>
                    <a:pt x="1828531" y="1157081"/>
                  </a:lnTo>
                  <a:lnTo>
                    <a:pt x="1831835" y="1155675"/>
                  </a:lnTo>
                  <a:lnTo>
                    <a:pt x="1835487" y="1154122"/>
                  </a:lnTo>
                  <a:lnTo>
                    <a:pt x="1840008" y="1152198"/>
                  </a:lnTo>
                  <a:lnTo>
                    <a:pt x="1843486" y="1150717"/>
                  </a:lnTo>
                  <a:lnTo>
                    <a:pt x="1849399" y="1148201"/>
                  </a:lnTo>
                  <a:lnTo>
                    <a:pt x="1851660" y="1147238"/>
                  </a:lnTo>
                  <a:lnTo>
                    <a:pt x="1852355" y="1146942"/>
                  </a:lnTo>
                  <a:lnTo>
                    <a:pt x="1858094" y="1144499"/>
                  </a:lnTo>
                  <a:lnTo>
                    <a:pt x="1861050" y="1143240"/>
                  </a:lnTo>
                  <a:lnTo>
                    <a:pt x="1861398" y="1143092"/>
                  </a:lnTo>
                  <a:lnTo>
                    <a:pt x="1861746" y="1142944"/>
                  </a:lnTo>
                  <a:lnTo>
                    <a:pt x="1862963" y="1142426"/>
                  </a:lnTo>
                  <a:lnTo>
                    <a:pt x="1866962" y="1140722"/>
                  </a:lnTo>
                  <a:lnTo>
                    <a:pt x="1868354" y="1140130"/>
                  </a:lnTo>
                  <a:lnTo>
                    <a:pt x="1868875" y="1139907"/>
                  </a:lnTo>
                  <a:lnTo>
                    <a:pt x="1870962" y="1139019"/>
                  </a:lnTo>
                  <a:lnTo>
                    <a:pt x="1872701" y="1138278"/>
                  </a:lnTo>
                  <a:lnTo>
                    <a:pt x="1875657" y="1137019"/>
                  </a:lnTo>
                  <a:lnTo>
                    <a:pt x="1876179" y="1136796"/>
                  </a:lnTo>
                  <a:lnTo>
                    <a:pt x="1879657" y="1135315"/>
                  </a:lnTo>
                  <a:lnTo>
                    <a:pt x="1879831" y="1135241"/>
                  </a:lnTo>
                  <a:lnTo>
                    <a:pt x="1883309" y="1133759"/>
                  </a:lnTo>
                  <a:lnTo>
                    <a:pt x="1885048" y="1133018"/>
                  </a:lnTo>
                  <a:lnTo>
                    <a:pt x="1885396" y="1132869"/>
                  </a:lnTo>
                  <a:lnTo>
                    <a:pt x="1887308" y="1132054"/>
                  </a:lnTo>
                  <a:lnTo>
                    <a:pt x="1890960" y="1130498"/>
                  </a:lnTo>
                  <a:lnTo>
                    <a:pt x="1892873" y="1129683"/>
                  </a:lnTo>
                  <a:lnTo>
                    <a:pt x="1894786" y="1128867"/>
                  </a:lnTo>
                  <a:lnTo>
                    <a:pt x="1894960" y="1128793"/>
                  </a:lnTo>
                  <a:lnTo>
                    <a:pt x="1896525" y="1128126"/>
                  </a:lnTo>
                  <a:lnTo>
                    <a:pt x="1896699" y="1128052"/>
                  </a:lnTo>
                  <a:lnTo>
                    <a:pt x="1902090" y="1125754"/>
                  </a:lnTo>
                  <a:lnTo>
                    <a:pt x="1905742" y="1124197"/>
                  </a:lnTo>
                  <a:lnTo>
                    <a:pt x="1905916" y="1124123"/>
                  </a:lnTo>
                  <a:lnTo>
                    <a:pt x="1906437" y="1123901"/>
                  </a:lnTo>
                  <a:lnTo>
                    <a:pt x="1908524" y="1123011"/>
                  </a:lnTo>
                  <a:lnTo>
                    <a:pt x="1909567" y="1122566"/>
                  </a:lnTo>
                  <a:lnTo>
                    <a:pt x="1911132" y="1121898"/>
                  </a:lnTo>
                  <a:lnTo>
                    <a:pt x="1912871" y="1121157"/>
                  </a:lnTo>
                  <a:lnTo>
                    <a:pt x="1913219" y="1121009"/>
                  </a:lnTo>
                  <a:lnTo>
                    <a:pt x="1913741" y="1120786"/>
                  </a:lnTo>
                  <a:lnTo>
                    <a:pt x="1915132" y="1120193"/>
                  </a:lnTo>
                  <a:lnTo>
                    <a:pt x="1915306" y="1120119"/>
                  </a:lnTo>
                  <a:lnTo>
                    <a:pt x="1916871" y="1119451"/>
                  </a:lnTo>
                  <a:lnTo>
                    <a:pt x="1917219" y="1119303"/>
                  </a:lnTo>
                  <a:lnTo>
                    <a:pt x="1922436" y="1117078"/>
                  </a:lnTo>
                  <a:lnTo>
                    <a:pt x="1924349" y="1116262"/>
                  </a:lnTo>
                  <a:lnTo>
                    <a:pt x="1924696" y="1116113"/>
                  </a:lnTo>
                  <a:lnTo>
                    <a:pt x="1925044" y="1115965"/>
                  </a:lnTo>
                  <a:lnTo>
                    <a:pt x="1927653" y="1114852"/>
                  </a:lnTo>
                  <a:lnTo>
                    <a:pt x="1929566" y="1114036"/>
                  </a:lnTo>
                  <a:lnTo>
                    <a:pt x="1931305" y="1113294"/>
                  </a:lnTo>
                  <a:lnTo>
                    <a:pt x="1935478" y="1111513"/>
                  </a:lnTo>
                  <a:lnTo>
                    <a:pt x="1937739" y="1110548"/>
                  </a:lnTo>
                  <a:lnTo>
                    <a:pt x="1938260" y="1110326"/>
                  </a:lnTo>
                  <a:lnTo>
                    <a:pt x="1939652" y="1109732"/>
                  </a:lnTo>
                  <a:lnTo>
                    <a:pt x="1941043" y="1109138"/>
                  </a:lnTo>
                  <a:lnTo>
                    <a:pt x="1944869" y="1107505"/>
                  </a:lnTo>
                  <a:lnTo>
                    <a:pt x="1947129" y="1106540"/>
                  </a:lnTo>
                  <a:lnTo>
                    <a:pt x="1958259" y="1101789"/>
                  </a:lnTo>
                  <a:lnTo>
                    <a:pt x="1962084" y="1100155"/>
                  </a:lnTo>
                  <a:lnTo>
                    <a:pt x="1966606" y="1098224"/>
                  </a:lnTo>
                  <a:lnTo>
                    <a:pt x="1967127" y="1098002"/>
                  </a:lnTo>
                  <a:lnTo>
                    <a:pt x="1970605" y="1096516"/>
                  </a:lnTo>
                  <a:lnTo>
                    <a:pt x="1975127" y="1094585"/>
                  </a:lnTo>
                  <a:lnTo>
                    <a:pt x="1976170" y="1094139"/>
                  </a:lnTo>
                  <a:lnTo>
                    <a:pt x="1978952" y="1092950"/>
                  </a:lnTo>
                  <a:lnTo>
                    <a:pt x="1982604" y="1091390"/>
                  </a:lnTo>
                  <a:lnTo>
                    <a:pt x="1983474" y="1091018"/>
                  </a:lnTo>
                  <a:lnTo>
                    <a:pt x="1985387" y="1090201"/>
                  </a:lnTo>
                  <a:lnTo>
                    <a:pt x="1993908" y="1086559"/>
                  </a:lnTo>
                  <a:lnTo>
                    <a:pt x="2000168" y="1083883"/>
                  </a:lnTo>
                  <a:lnTo>
                    <a:pt x="2002255" y="1082991"/>
                  </a:lnTo>
                  <a:lnTo>
                    <a:pt x="2002429" y="1082917"/>
                  </a:lnTo>
                  <a:lnTo>
                    <a:pt x="2005733" y="1081504"/>
                  </a:lnTo>
                  <a:lnTo>
                    <a:pt x="2009385" y="1079943"/>
                  </a:lnTo>
                  <a:lnTo>
                    <a:pt x="2013906" y="1078009"/>
                  </a:lnTo>
                  <a:lnTo>
                    <a:pt x="2017384" y="1076522"/>
                  </a:lnTo>
                  <a:lnTo>
                    <a:pt x="2023296" y="1073993"/>
                  </a:lnTo>
                  <a:lnTo>
                    <a:pt x="2025557" y="1073026"/>
                  </a:lnTo>
                  <a:lnTo>
                    <a:pt x="2026253" y="1072728"/>
                  </a:lnTo>
                  <a:lnTo>
                    <a:pt x="2030426" y="1070943"/>
                  </a:lnTo>
                  <a:lnTo>
                    <a:pt x="2034947" y="1069008"/>
                  </a:lnTo>
                  <a:lnTo>
                    <a:pt x="2035295" y="1068859"/>
                  </a:lnTo>
                  <a:lnTo>
                    <a:pt x="2035643" y="1068710"/>
                  </a:lnTo>
                  <a:lnTo>
                    <a:pt x="2036860" y="1068190"/>
                  </a:lnTo>
                  <a:lnTo>
                    <a:pt x="2040860" y="1066478"/>
                  </a:lnTo>
                  <a:lnTo>
                    <a:pt x="2042251" y="1065882"/>
                  </a:lnTo>
                  <a:lnTo>
                    <a:pt x="2042773" y="1065659"/>
                  </a:lnTo>
                  <a:lnTo>
                    <a:pt x="2044860" y="1064766"/>
                  </a:lnTo>
                  <a:lnTo>
                    <a:pt x="2046599" y="1064022"/>
                  </a:lnTo>
                  <a:lnTo>
                    <a:pt x="2049555" y="1062756"/>
                  </a:lnTo>
                  <a:lnTo>
                    <a:pt x="2050077" y="1062533"/>
                  </a:lnTo>
                  <a:lnTo>
                    <a:pt x="2053554" y="1061044"/>
                  </a:lnTo>
                  <a:lnTo>
                    <a:pt x="2053728" y="1060970"/>
                  </a:lnTo>
                  <a:lnTo>
                    <a:pt x="2057206" y="1059480"/>
                  </a:lnTo>
                  <a:lnTo>
                    <a:pt x="2058945" y="1058736"/>
                  </a:lnTo>
                  <a:lnTo>
                    <a:pt x="2059293" y="1058587"/>
                  </a:lnTo>
                  <a:lnTo>
                    <a:pt x="2061206" y="1057768"/>
                  </a:lnTo>
                  <a:lnTo>
                    <a:pt x="2064858" y="1056204"/>
                  </a:lnTo>
                  <a:lnTo>
                    <a:pt x="2066771" y="1055385"/>
                  </a:lnTo>
                  <a:lnTo>
                    <a:pt x="2068684" y="1054566"/>
                  </a:lnTo>
                  <a:lnTo>
                    <a:pt x="2068857" y="1054491"/>
                  </a:lnTo>
                  <a:lnTo>
                    <a:pt x="2070423" y="1053821"/>
                  </a:lnTo>
                  <a:lnTo>
                    <a:pt x="2070596" y="1053746"/>
                  </a:lnTo>
                  <a:lnTo>
                    <a:pt x="2075987" y="1051437"/>
                  </a:lnTo>
                  <a:lnTo>
                    <a:pt x="2079639" y="1049873"/>
                  </a:lnTo>
                  <a:lnTo>
                    <a:pt x="2079813" y="1049798"/>
                  </a:lnTo>
                  <a:lnTo>
                    <a:pt x="2080335" y="1049575"/>
                  </a:lnTo>
                  <a:lnTo>
                    <a:pt x="2082421" y="1048681"/>
                  </a:lnTo>
                  <a:lnTo>
                    <a:pt x="2083465" y="1048233"/>
                  </a:lnTo>
                  <a:lnTo>
                    <a:pt x="2085030" y="1047563"/>
                  </a:lnTo>
                  <a:lnTo>
                    <a:pt x="2086769" y="1046818"/>
                  </a:lnTo>
                  <a:lnTo>
                    <a:pt x="2087117" y="1046669"/>
                  </a:lnTo>
                  <a:lnTo>
                    <a:pt x="2087638" y="1046445"/>
                  </a:lnTo>
                  <a:lnTo>
                    <a:pt x="2089030" y="1045849"/>
                  </a:lnTo>
                  <a:lnTo>
                    <a:pt x="2089203" y="1045774"/>
                  </a:lnTo>
                  <a:lnTo>
                    <a:pt x="2090769" y="1045104"/>
                  </a:lnTo>
                  <a:lnTo>
                    <a:pt x="2091116" y="1044955"/>
                  </a:lnTo>
                  <a:lnTo>
                    <a:pt x="2096333" y="1042719"/>
                  </a:lnTo>
                  <a:lnTo>
                    <a:pt x="2098246" y="1041899"/>
                  </a:lnTo>
                  <a:lnTo>
                    <a:pt x="2098594" y="1041750"/>
                  </a:lnTo>
                  <a:lnTo>
                    <a:pt x="2098942" y="1041601"/>
                  </a:lnTo>
                  <a:lnTo>
                    <a:pt x="2101550" y="1040483"/>
                  </a:lnTo>
                  <a:lnTo>
                    <a:pt x="2103463" y="1039662"/>
                  </a:lnTo>
                  <a:lnTo>
                    <a:pt x="2105202" y="1038917"/>
                  </a:lnTo>
                  <a:lnTo>
                    <a:pt x="2109376" y="1037128"/>
                  </a:lnTo>
                  <a:lnTo>
                    <a:pt x="2111636" y="1036158"/>
                  </a:lnTo>
                  <a:lnTo>
                    <a:pt x="2112158" y="1035935"/>
                  </a:lnTo>
                  <a:lnTo>
                    <a:pt x="2113549" y="1035338"/>
                  </a:lnTo>
                  <a:lnTo>
                    <a:pt x="2114940" y="1034741"/>
                  </a:lnTo>
                  <a:lnTo>
                    <a:pt x="2118766" y="1033101"/>
                  </a:lnTo>
                  <a:lnTo>
                    <a:pt x="2121027" y="1032131"/>
                  </a:lnTo>
                  <a:lnTo>
                    <a:pt x="2132156" y="1027357"/>
                  </a:lnTo>
                  <a:lnTo>
                    <a:pt x="2135982" y="1025715"/>
                  </a:lnTo>
                  <a:lnTo>
                    <a:pt x="2141025" y="1023551"/>
                  </a:lnTo>
                  <a:lnTo>
                    <a:pt x="2144503" y="1022059"/>
                  </a:lnTo>
                  <a:lnTo>
                    <a:pt x="2149024" y="1020118"/>
                  </a:lnTo>
                  <a:lnTo>
                    <a:pt x="2150068" y="1019670"/>
                  </a:lnTo>
                  <a:lnTo>
                    <a:pt x="2152850" y="1018476"/>
                  </a:lnTo>
                  <a:lnTo>
                    <a:pt x="2156502" y="1016908"/>
                  </a:lnTo>
                  <a:lnTo>
                    <a:pt x="2157371" y="1016535"/>
                  </a:lnTo>
                  <a:lnTo>
                    <a:pt x="2159284" y="1015714"/>
                  </a:lnTo>
                  <a:lnTo>
                    <a:pt x="2167805" y="1012055"/>
                  </a:lnTo>
                  <a:lnTo>
                    <a:pt x="2174065" y="1009366"/>
                  </a:lnTo>
                  <a:lnTo>
                    <a:pt x="2176152" y="1008470"/>
                  </a:lnTo>
                  <a:lnTo>
                    <a:pt x="2176326" y="1008395"/>
                  </a:lnTo>
                  <a:lnTo>
                    <a:pt x="2179630" y="1006976"/>
                  </a:lnTo>
                  <a:lnTo>
                    <a:pt x="2183282" y="1005407"/>
                  </a:lnTo>
                  <a:lnTo>
                    <a:pt x="2187803" y="1003465"/>
                  </a:lnTo>
                  <a:lnTo>
                    <a:pt x="2191281" y="1001970"/>
                  </a:lnTo>
                  <a:lnTo>
                    <a:pt x="2197194" y="999430"/>
                  </a:lnTo>
                  <a:lnTo>
                    <a:pt x="2199454" y="998458"/>
                  </a:lnTo>
                  <a:lnTo>
                    <a:pt x="2200150" y="998159"/>
                  </a:lnTo>
                  <a:lnTo>
                    <a:pt x="2204324" y="996365"/>
                  </a:lnTo>
                  <a:lnTo>
                    <a:pt x="2205889" y="995692"/>
                  </a:lnTo>
                  <a:lnTo>
                    <a:pt x="2208845" y="994421"/>
                  </a:lnTo>
                  <a:lnTo>
                    <a:pt x="2209193" y="994272"/>
                  </a:lnTo>
                  <a:lnTo>
                    <a:pt x="2209540" y="994122"/>
                  </a:lnTo>
                  <a:lnTo>
                    <a:pt x="2210758" y="993599"/>
                  </a:lnTo>
                  <a:lnTo>
                    <a:pt x="2214757" y="991879"/>
                  </a:lnTo>
                  <a:lnTo>
                    <a:pt x="2216149" y="991281"/>
                  </a:lnTo>
                  <a:lnTo>
                    <a:pt x="2216670" y="991057"/>
                  </a:lnTo>
                  <a:lnTo>
                    <a:pt x="2218757" y="990160"/>
                  </a:lnTo>
                  <a:lnTo>
                    <a:pt x="2220496" y="989412"/>
                  </a:lnTo>
                  <a:lnTo>
                    <a:pt x="2223452" y="988141"/>
                  </a:lnTo>
                  <a:lnTo>
                    <a:pt x="2223974" y="987916"/>
                  </a:lnTo>
                  <a:lnTo>
                    <a:pt x="2227452" y="986420"/>
                  </a:lnTo>
                  <a:lnTo>
                    <a:pt x="2227626" y="986346"/>
                  </a:lnTo>
                  <a:lnTo>
                    <a:pt x="2231104" y="984850"/>
                  </a:lnTo>
                  <a:lnTo>
                    <a:pt x="2232843" y="984102"/>
                  </a:lnTo>
                  <a:lnTo>
                    <a:pt x="2233191" y="983952"/>
                  </a:lnTo>
                  <a:lnTo>
                    <a:pt x="2235103" y="983129"/>
                  </a:lnTo>
                  <a:lnTo>
                    <a:pt x="2238755" y="981558"/>
                  </a:lnTo>
                  <a:lnTo>
                    <a:pt x="2240668" y="980735"/>
                  </a:lnTo>
                  <a:lnTo>
                    <a:pt x="2242581" y="979912"/>
                  </a:lnTo>
                  <a:lnTo>
                    <a:pt x="2242755" y="979837"/>
                  </a:lnTo>
                  <a:lnTo>
                    <a:pt x="2244320" y="979164"/>
                  </a:lnTo>
                  <a:lnTo>
                    <a:pt x="2244494" y="979089"/>
                  </a:lnTo>
                  <a:lnTo>
                    <a:pt x="2249885" y="976769"/>
                  </a:lnTo>
                  <a:lnTo>
                    <a:pt x="2253537" y="975197"/>
                  </a:lnTo>
                  <a:lnTo>
                    <a:pt x="2253710" y="975123"/>
                  </a:lnTo>
                  <a:lnTo>
                    <a:pt x="2254232" y="974898"/>
                  </a:lnTo>
                  <a:lnTo>
                    <a:pt x="2256319" y="974000"/>
                  </a:lnTo>
                  <a:lnTo>
                    <a:pt x="2257362" y="973551"/>
                  </a:lnTo>
                  <a:lnTo>
                    <a:pt x="2258927" y="972877"/>
                  </a:lnTo>
                  <a:lnTo>
                    <a:pt x="2260666" y="972128"/>
                  </a:lnTo>
                  <a:lnTo>
                    <a:pt x="2261014" y="971979"/>
                  </a:lnTo>
                  <a:lnTo>
                    <a:pt x="2261536" y="971754"/>
                  </a:lnTo>
                  <a:lnTo>
                    <a:pt x="2262927" y="971155"/>
                  </a:lnTo>
                  <a:lnTo>
                    <a:pt x="2263101" y="971080"/>
                  </a:lnTo>
                  <a:lnTo>
                    <a:pt x="2264666" y="970407"/>
                  </a:lnTo>
                  <a:lnTo>
                    <a:pt x="2265014" y="970257"/>
                  </a:lnTo>
                  <a:lnTo>
                    <a:pt x="2270231" y="968011"/>
                  </a:lnTo>
                  <a:lnTo>
                    <a:pt x="2272144" y="967187"/>
                  </a:lnTo>
                  <a:lnTo>
                    <a:pt x="2272491" y="967037"/>
                  </a:lnTo>
                  <a:lnTo>
                    <a:pt x="2272839" y="966888"/>
                  </a:lnTo>
                  <a:lnTo>
                    <a:pt x="2275448" y="965764"/>
                  </a:lnTo>
                  <a:lnTo>
                    <a:pt x="2277360" y="964941"/>
                  </a:lnTo>
                  <a:lnTo>
                    <a:pt x="2279099" y="964192"/>
                  </a:lnTo>
                  <a:lnTo>
                    <a:pt x="2283273" y="962394"/>
                  </a:lnTo>
                  <a:lnTo>
                    <a:pt x="2285534" y="961420"/>
                  </a:lnTo>
                  <a:lnTo>
                    <a:pt x="2286055" y="961196"/>
                  </a:lnTo>
                  <a:lnTo>
                    <a:pt x="2287447" y="960596"/>
                  </a:lnTo>
                  <a:lnTo>
                    <a:pt x="2288838" y="959997"/>
                  </a:lnTo>
                  <a:lnTo>
                    <a:pt x="2292663" y="958349"/>
                  </a:lnTo>
                  <a:lnTo>
                    <a:pt x="2294924" y="957375"/>
                  </a:lnTo>
                  <a:lnTo>
                    <a:pt x="2306054" y="952579"/>
                  </a:lnTo>
                  <a:lnTo>
                    <a:pt x="2309879" y="950930"/>
                  </a:lnTo>
                  <a:lnTo>
                    <a:pt x="2314401" y="948981"/>
                  </a:lnTo>
                  <a:lnTo>
                    <a:pt x="2314922" y="948757"/>
                  </a:lnTo>
                  <a:lnTo>
                    <a:pt x="2318400" y="947257"/>
                  </a:lnTo>
                  <a:lnTo>
                    <a:pt x="2322922" y="945308"/>
                  </a:lnTo>
                  <a:lnTo>
                    <a:pt x="2323965" y="944858"/>
                  </a:lnTo>
                  <a:lnTo>
                    <a:pt x="2326747" y="943659"/>
                  </a:lnTo>
                  <a:lnTo>
                    <a:pt x="2330399" y="942084"/>
                  </a:lnTo>
                  <a:lnTo>
                    <a:pt x="2331269" y="941709"/>
                  </a:lnTo>
                  <a:lnTo>
                    <a:pt x="2333182" y="940884"/>
                  </a:lnTo>
                  <a:lnTo>
                    <a:pt x="2341703" y="937209"/>
                  </a:lnTo>
                  <a:lnTo>
                    <a:pt x="2347963" y="934508"/>
                  </a:lnTo>
                  <a:lnTo>
                    <a:pt x="2350050" y="933608"/>
                  </a:lnTo>
                  <a:lnTo>
                    <a:pt x="2350223" y="933533"/>
                  </a:lnTo>
                  <a:lnTo>
                    <a:pt x="2353528" y="932107"/>
                  </a:lnTo>
                  <a:lnTo>
                    <a:pt x="2357179" y="930532"/>
                  </a:lnTo>
                  <a:lnTo>
                    <a:pt x="2361701" y="928580"/>
                  </a:lnTo>
                  <a:lnTo>
                    <a:pt x="2365179" y="927079"/>
                  </a:lnTo>
                  <a:lnTo>
                    <a:pt x="2371091" y="924527"/>
                  </a:lnTo>
                  <a:lnTo>
                    <a:pt x="2373352" y="923552"/>
                  </a:lnTo>
                  <a:lnTo>
                    <a:pt x="2378221" y="921449"/>
                  </a:lnTo>
                  <a:lnTo>
                    <a:pt x="2379786" y="920774"/>
                  </a:lnTo>
                  <a:lnTo>
                    <a:pt x="2382742" y="919497"/>
                  </a:lnTo>
                  <a:lnTo>
                    <a:pt x="2383090" y="919347"/>
                  </a:lnTo>
                  <a:lnTo>
                    <a:pt x="2383438" y="919197"/>
                  </a:lnTo>
                  <a:lnTo>
                    <a:pt x="2384655" y="918671"/>
                  </a:lnTo>
                  <a:lnTo>
                    <a:pt x="2388655" y="916944"/>
                  </a:lnTo>
                  <a:lnTo>
                    <a:pt x="2390046" y="916343"/>
                  </a:lnTo>
                  <a:lnTo>
                    <a:pt x="2390568" y="916118"/>
                  </a:lnTo>
                  <a:lnTo>
                    <a:pt x="2392654" y="915217"/>
                  </a:lnTo>
                  <a:lnTo>
                    <a:pt x="2394393" y="914466"/>
                  </a:lnTo>
                  <a:lnTo>
                    <a:pt x="2397350" y="913189"/>
                  </a:lnTo>
                  <a:lnTo>
                    <a:pt x="2397871" y="912964"/>
                  </a:lnTo>
                  <a:lnTo>
                    <a:pt x="2401349" y="911461"/>
                  </a:lnTo>
                  <a:lnTo>
                    <a:pt x="2401523" y="911386"/>
                  </a:lnTo>
                  <a:lnTo>
                    <a:pt x="2405001" y="909884"/>
                  </a:lnTo>
                  <a:lnTo>
                    <a:pt x="2406740" y="909133"/>
                  </a:lnTo>
                  <a:lnTo>
                    <a:pt x="2407088" y="908982"/>
                  </a:lnTo>
                  <a:lnTo>
                    <a:pt x="2409001" y="908156"/>
                  </a:lnTo>
                  <a:lnTo>
                    <a:pt x="2412653" y="906578"/>
                  </a:lnTo>
                  <a:lnTo>
                    <a:pt x="2414566" y="905751"/>
                  </a:lnTo>
                  <a:lnTo>
                    <a:pt x="2416478" y="904925"/>
                  </a:lnTo>
                  <a:lnTo>
                    <a:pt x="2416652" y="904850"/>
                  </a:lnTo>
                  <a:lnTo>
                    <a:pt x="2418391" y="904098"/>
                  </a:lnTo>
                  <a:lnTo>
                    <a:pt x="2423782" y="901768"/>
                  </a:lnTo>
                  <a:lnTo>
                    <a:pt x="2427434" y="900190"/>
                  </a:lnTo>
                  <a:lnTo>
                    <a:pt x="2427608" y="900115"/>
                  </a:lnTo>
                  <a:lnTo>
                    <a:pt x="2428130" y="899889"/>
                  </a:lnTo>
                  <a:lnTo>
                    <a:pt x="2430216" y="898987"/>
                  </a:lnTo>
                  <a:lnTo>
                    <a:pt x="2431260" y="898536"/>
                  </a:lnTo>
                  <a:lnTo>
                    <a:pt x="2432825" y="897860"/>
                  </a:lnTo>
                  <a:lnTo>
                    <a:pt x="2434564" y="897108"/>
                  </a:lnTo>
                  <a:lnTo>
                    <a:pt x="2434912" y="896957"/>
                  </a:lnTo>
                  <a:lnTo>
                    <a:pt x="2435433" y="896732"/>
                  </a:lnTo>
                  <a:lnTo>
                    <a:pt x="2436824" y="896130"/>
                  </a:lnTo>
                  <a:lnTo>
                    <a:pt x="2436998" y="896055"/>
                  </a:lnTo>
                  <a:lnTo>
                    <a:pt x="2438563" y="895379"/>
                  </a:lnTo>
                  <a:lnTo>
                    <a:pt x="2438911" y="895228"/>
                  </a:lnTo>
                  <a:lnTo>
                    <a:pt x="2444128" y="892973"/>
                  </a:lnTo>
                  <a:lnTo>
                    <a:pt x="2446041" y="892145"/>
                  </a:lnTo>
                  <a:lnTo>
                    <a:pt x="2446389" y="891995"/>
                  </a:lnTo>
                  <a:lnTo>
                    <a:pt x="2446737" y="891845"/>
                  </a:lnTo>
                  <a:lnTo>
                    <a:pt x="2449345" y="890717"/>
                  </a:lnTo>
                  <a:lnTo>
                    <a:pt x="2451258" y="889889"/>
                  </a:lnTo>
                  <a:lnTo>
                    <a:pt x="2452997" y="889137"/>
                  </a:lnTo>
                  <a:lnTo>
                    <a:pt x="2457170" y="887332"/>
                  </a:lnTo>
                  <a:lnTo>
                    <a:pt x="2459431" y="886354"/>
                  </a:lnTo>
                  <a:lnTo>
                    <a:pt x="2459953" y="886128"/>
                  </a:lnTo>
                  <a:lnTo>
                    <a:pt x="2461344" y="885527"/>
                  </a:lnTo>
                  <a:lnTo>
                    <a:pt x="2462735" y="884925"/>
                  </a:lnTo>
                  <a:lnTo>
                    <a:pt x="2466561" y="883270"/>
                  </a:lnTo>
                  <a:lnTo>
                    <a:pt x="2468822" y="882292"/>
                  </a:lnTo>
                  <a:lnTo>
                    <a:pt x="2479951" y="877476"/>
                  </a:lnTo>
                  <a:lnTo>
                    <a:pt x="2483777" y="875820"/>
                  </a:lnTo>
                  <a:lnTo>
                    <a:pt x="2488298" y="873863"/>
                  </a:lnTo>
                  <a:lnTo>
                    <a:pt x="2488820" y="873637"/>
                  </a:lnTo>
                  <a:lnTo>
                    <a:pt x="2492298" y="872132"/>
                  </a:lnTo>
                  <a:lnTo>
                    <a:pt x="2496819" y="870174"/>
                  </a:lnTo>
                  <a:lnTo>
                    <a:pt x="2497862" y="869722"/>
                  </a:lnTo>
                  <a:lnTo>
                    <a:pt x="2500645" y="868518"/>
                  </a:lnTo>
                  <a:lnTo>
                    <a:pt x="2504297" y="866936"/>
                  </a:lnTo>
                  <a:lnTo>
                    <a:pt x="2505166" y="866560"/>
                  </a:lnTo>
                  <a:lnTo>
                    <a:pt x="2507079" y="865732"/>
                  </a:lnTo>
                  <a:lnTo>
                    <a:pt x="2515600" y="862041"/>
                  </a:lnTo>
                  <a:lnTo>
                    <a:pt x="2521860" y="859330"/>
                  </a:lnTo>
                  <a:lnTo>
                    <a:pt x="2523947" y="858426"/>
                  </a:lnTo>
                  <a:lnTo>
                    <a:pt x="2524121" y="858350"/>
                  </a:lnTo>
                  <a:lnTo>
                    <a:pt x="2527425" y="856919"/>
                  </a:lnTo>
                  <a:lnTo>
                    <a:pt x="2531077" y="855337"/>
                  </a:lnTo>
                  <a:lnTo>
                    <a:pt x="2535598" y="853377"/>
                  </a:lnTo>
                  <a:lnTo>
                    <a:pt x="2539076" y="851870"/>
                  </a:lnTo>
                  <a:lnTo>
                    <a:pt x="2544989" y="849308"/>
                  </a:lnTo>
                  <a:lnTo>
                    <a:pt x="2547249" y="848328"/>
                  </a:lnTo>
                  <a:lnTo>
                    <a:pt x="2547945" y="848027"/>
                  </a:lnTo>
                  <a:lnTo>
                    <a:pt x="2552118" y="846218"/>
                  </a:lnTo>
                  <a:lnTo>
                    <a:pt x="2553684" y="845539"/>
                  </a:lnTo>
                  <a:lnTo>
                    <a:pt x="2556640" y="844257"/>
                  </a:lnTo>
                  <a:lnTo>
                    <a:pt x="2556988" y="844107"/>
                  </a:lnTo>
                  <a:lnTo>
                    <a:pt x="2557335" y="843956"/>
                  </a:lnTo>
                  <a:lnTo>
                    <a:pt x="2558553" y="843428"/>
                  </a:lnTo>
                  <a:lnTo>
                    <a:pt x="2562552" y="841694"/>
                  </a:lnTo>
                  <a:lnTo>
                    <a:pt x="2563943" y="841091"/>
                  </a:lnTo>
                  <a:lnTo>
                    <a:pt x="2564465" y="840865"/>
                  </a:lnTo>
                  <a:lnTo>
                    <a:pt x="2566552" y="839960"/>
                  </a:lnTo>
                  <a:lnTo>
                    <a:pt x="2568291" y="839206"/>
                  </a:lnTo>
                  <a:lnTo>
                    <a:pt x="2571247" y="837924"/>
                  </a:lnTo>
                  <a:lnTo>
                    <a:pt x="2571769" y="837697"/>
                  </a:lnTo>
                  <a:lnTo>
                    <a:pt x="2575247" y="836189"/>
                  </a:lnTo>
                  <a:lnTo>
                    <a:pt x="2575421" y="836114"/>
                  </a:lnTo>
                  <a:lnTo>
                    <a:pt x="2578899" y="834605"/>
                  </a:lnTo>
                  <a:lnTo>
                    <a:pt x="2580638" y="833851"/>
                  </a:lnTo>
                  <a:lnTo>
                    <a:pt x="2580985" y="833700"/>
                  </a:lnTo>
                  <a:lnTo>
                    <a:pt x="2582898" y="832870"/>
                  </a:lnTo>
                  <a:lnTo>
                    <a:pt x="2586550" y="831286"/>
                  </a:lnTo>
                  <a:lnTo>
                    <a:pt x="2588463" y="830456"/>
                  </a:lnTo>
                  <a:lnTo>
                    <a:pt x="2590376" y="829626"/>
                  </a:lnTo>
                  <a:lnTo>
                    <a:pt x="2590550" y="829551"/>
                  </a:lnTo>
                  <a:lnTo>
                    <a:pt x="2592115" y="828872"/>
                  </a:lnTo>
                  <a:lnTo>
                    <a:pt x="2592289" y="828796"/>
                  </a:lnTo>
                  <a:lnTo>
                    <a:pt x="2597680" y="826457"/>
                  </a:lnTo>
                  <a:lnTo>
                    <a:pt x="2601331" y="824873"/>
                  </a:lnTo>
                  <a:lnTo>
                    <a:pt x="2601505" y="824797"/>
                  </a:lnTo>
                  <a:lnTo>
                    <a:pt x="2602027" y="824571"/>
                  </a:lnTo>
                  <a:lnTo>
                    <a:pt x="2604114" y="823665"/>
                  </a:lnTo>
                  <a:lnTo>
                    <a:pt x="2605157" y="823212"/>
                  </a:lnTo>
                  <a:lnTo>
                    <a:pt x="2606722" y="822533"/>
                  </a:lnTo>
                  <a:lnTo>
                    <a:pt x="2608461" y="821778"/>
                  </a:lnTo>
                  <a:lnTo>
                    <a:pt x="2608809" y="821628"/>
                  </a:lnTo>
                  <a:lnTo>
                    <a:pt x="2609331" y="821401"/>
                  </a:lnTo>
                  <a:lnTo>
                    <a:pt x="2610722" y="820797"/>
                  </a:lnTo>
                  <a:lnTo>
                    <a:pt x="2610896" y="820722"/>
                  </a:lnTo>
                  <a:lnTo>
                    <a:pt x="2612461" y="820042"/>
                  </a:lnTo>
                  <a:lnTo>
                    <a:pt x="2612809" y="819892"/>
                  </a:lnTo>
                  <a:lnTo>
                    <a:pt x="2618026" y="817627"/>
                  </a:lnTo>
                  <a:lnTo>
                    <a:pt x="2619938" y="816797"/>
                  </a:lnTo>
                  <a:lnTo>
                    <a:pt x="2620286" y="816646"/>
                  </a:lnTo>
                  <a:lnTo>
                    <a:pt x="2620634" y="816495"/>
                  </a:lnTo>
                  <a:lnTo>
                    <a:pt x="2623242" y="815362"/>
                  </a:lnTo>
                  <a:lnTo>
                    <a:pt x="2625155" y="814532"/>
                  </a:lnTo>
                  <a:lnTo>
                    <a:pt x="2626894" y="813777"/>
                  </a:lnTo>
                  <a:lnTo>
                    <a:pt x="2631068" y="811964"/>
                  </a:lnTo>
                  <a:lnTo>
                    <a:pt x="2633850" y="810756"/>
                  </a:lnTo>
                  <a:lnTo>
                    <a:pt x="2635241" y="810152"/>
                  </a:lnTo>
                  <a:lnTo>
                    <a:pt x="2636633" y="809548"/>
                  </a:lnTo>
                  <a:lnTo>
                    <a:pt x="2640458" y="807886"/>
                  </a:lnTo>
                  <a:lnTo>
                    <a:pt x="2642719" y="806904"/>
                  </a:lnTo>
                  <a:lnTo>
                    <a:pt x="2653848" y="802070"/>
                  </a:lnTo>
                  <a:lnTo>
                    <a:pt x="2657674" y="800408"/>
                  </a:lnTo>
                  <a:lnTo>
                    <a:pt x="2662196" y="798443"/>
                  </a:lnTo>
                  <a:lnTo>
                    <a:pt x="2662717" y="798216"/>
                  </a:lnTo>
                  <a:lnTo>
                    <a:pt x="2666195" y="796705"/>
                  </a:lnTo>
                  <a:lnTo>
                    <a:pt x="2670716" y="794740"/>
                  </a:lnTo>
                  <a:lnTo>
                    <a:pt x="2671760" y="794287"/>
                  </a:lnTo>
                  <a:lnTo>
                    <a:pt x="2674542" y="793078"/>
                  </a:lnTo>
                  <a:lnTo>
                    <a:pt x="2678194" y="791490"/>
                  </a:lnTo>
                  <a:lnTo>
                    <a:pt x="2679064" y="791112"/>
                  </a:lnTo>
                  <a:lnTo>
                    <a:pt x="2680976" y="790281"/>
                  </a:lnTo>
                  <a:lnTo>
                    <a:pt x="2689497" y="786577"/>
                  </a:lnTo>
                  <a:lnTo>
                    <a:pt x="2695758" y="783855"/>
                  </a:lnTo>
                  <a:lnTo>
                    <a:pt x="2697844" y="782947"/>
                  </a:lnTo>
                  <a:lnTo>
                    <a:pt x="2698018" y="782872"/>
                  </a:lnTo>
                  <a:lnTo>
                    <a:pt x="2701322" y="781435"/>
                  </a:lnTo>
                  <a:lnTo>
                    <a:pt x="2704974" y="779847"/>
                  </a:lnTo>
                  <a:lnTo>
                    <a:pt x="2709496" y="777880"/>
                  </a:lnTo>
                  <a:lnTo>
                    <a:pt x="2712974" y="776367"/>
                  </a:lnTo>
                  <a:lnTo>
                    <a:pt x="2718886" y="773796"/>
                  </a:lnTo>
                  <a:lnTo>
                    <a:pt x="2721147" y="772812"/>
                  </a:lnTo>
                  <a:lnTo>
                    <a:pt x="2721842" y="772509"/>
                  </a:lnTo>
                  <a:lnTo>
                    <a:pt x="2726016" y="770694"/>
                  </a:lnTo>
                  <a:lnTo>
                    <a:pt x="2727581" y="770013"/>
                  </a:lnTo>
                  <a:lnTo>
                    <a:pt x="2730537" y="768726"/>
                  </a:lnTo>
                  <a:lnTo>
                    <a:pt x="2730885" y="768575"/>
                  </a:lnTo>
                  <a:lnTo>
                    <a:pt x="2731233" y="768424"/>
                  </a:lnTo>
                  <a:lnTo>
                    <a:pt x="2732450" y="767894"/>
                  </a:lnTo>
                  <a:lnTo>
                    <a:pt x="2736450" y="766153"/>
                  </a:lnTo>
                  <a:lnTo>
                    <a:pt x="2737841" y="765548"/>
                  </a:lnTo>
                  <a:lnTo>
                    <a:pt x="2738363" y="765321"/>
                  </a:lnTo>
                  <a:lnTo>
                    <a:pt x="2740449" y="764413"/>
                  </a:lnTo>
                  <a:lnTo>
                    <a:pt x="2742188" y="763656"/>
                  </a:lnTo>
                  <a:lnTo>
                    <a:pt x="2745145" y="762369"/>
                  </a:lnTo>
                  <a:lnTo>
                    <a:pt x="2745666" y="762142"/>
                  </a:lnTo>
                  <a:lnTo>
                    <a:pt x="2749144" y="760628"/>
                  </a:lnTo>
                  <a:lnTo>
                    <a:pt x="2749318" y="760553"/>
                  </a:lnTo>
                  <a:lnTo>
                    <a:pt x="2752796" y="759039"/>
                  </a:lnTo>
                  <a:lnTo>
                    <a:pt x="2754535" y="758282"/>
                  </a:lnTo>
                  <a:lnTo>
                    <a:pt x="2754883" y="758130"/>
                  </a:lnTo>
                  <a:lnTo>
                    <a:pt x="2756796" y="757297"/>
                  </a:lnTo>
                  <a:lnTo>
                    <a:pt x="2760448" y="755708"/>
                  </a:lnTo>
                  <a:lnTo>
                    <a:pt x="2762360" y="754875"/>
                  </a:lnTo>
                  <a:lnTo>
                    <a:pt x="2764273" y="754042"/>
                  </a:lnTo>
                  <a:lnTo>
                    <a:pt x="2764447" y="753966"/>
                  </a:lnTo>
                  <a:lnTo>
                    <a:pt x="2766012" y="753285"/>
                  </a:lnTo>
                  <a:lnTo>
                    <a:pt x="2766186" y="753209"/>
                  </a:lnTo>
                  <a:lnTo>
                    <a:pt x="2771577" y="750861"/>
                  </a:lnTo>
                  <a:lnTo>
                    <a:pt x="2775229" y="749271"/>
                  </a:lnTo>
                  <a:lnTo>
                    <a:pt x="2775403" y="749195"/>
                  </a:lnTo>
                  <a:lnTo>
                    <a:pt x="2775924" y="748968"/>
                  </a:lnTo>
                  <a:lnTo>
                    <a:pt x="2778011" y="748059"/>
                  </a:lnTo>
                  <a:lnTo>
                    <a:pt x="2780620" y="746923"/>
                  </a:lnTo>
                  <a:lnTo>
                    <a:pt x="2782359" y="746166"/>
                  </a:lnTo>
                  <a:lnTo>
                    <a:pt x="2782706" y="746014"/>
                  </a:lnTo>
                  <a:lnTo>
                    <a:pt x="2783228" y="745787"/>
                  </a:lnTo>
                  <a:lnTo>
                    <a:pt x="2784619" y="745181"/>
                  </a:lnTo>
                  <a:lnTo>
                    <a:pt x="2784793" y="745105"/>
                  </a:lnTo>
                  <a:lnTo>
                    <a:pt x="2786358" y="744423"/>
                  </a:lnTo>
                  <a:lnTo>
                    <a:pt x="2786706" y="744272"/>
                  </a:lnTo>
                  <a:lnTo>
                    <a:pt x="2791923" y="741999"/>
                  </a:lnTo>
                  <a:lnTo>
                    <a:pt x="2793836" y="741166"/>
                  </a:lnTo>
                  <a:lnTo>
                    <a:pt x="2794184" y="741014"/>
                  </a:lnTo>
                  <a:lnTo>
                    <a:pt x="2794531" y="740863"/>
                  </a:lnTo>
                  <a:lnTo>
                    <a:pt x="2797140" y="739726"/>
                  </a:lnTo>
                  <a:lnTo>
                    <a:pt x="2799053" y="738893"/>
                  </a:lnTo>
                  <a:lnTo>
                    <a:pt x="2800792" y="738135"/>
                  </a:lnTo>
                  <a:lnTo>
                    <a:pt x="2804965" y="736316"/>
                  </a:lnTo>
                  <a:lnTo>
                    <a:pt x="2807226" y="735331"/>
                  </a:lnTo>
                  <a:lnTo>
                    <a:pt x="2807748" y="735104"/>
                  </a:lnTo>
                  <a:lnTo>
                    <a:pt x="2809139" y="734498"/>
                  </a:lnTo>
                  <a:lnTo>
                    <a:pt x="2810530" y="733891"/>
                  </a:lnTo>
                  <a:lnTo>
                    <a:pt x="2814356" y="732224"/>
                  </a:lnTo>
                  <a:lnTo>
                    <a:pt x="2816616" y="731239"/>
                  </a:lnTo>
                  <a:lnTo>
                    <a:pt x="2827746" y="726387"/>
                  </a:lnTo>
                  <a:lnTo>
                    <a:pt x="2831572" y="724719"/>
                  </a:lnTo>
                  <a:lnTo>
                    <a:pt x="2836093" y="722748"/>
                  </a:lnTo>
                  <a:lnTo>
                    <a:pt x="2836615" y="722520"/>
                  </a:lnTo>
                  <a:lnTo>
                    <a:pt x="2840093" y="721004"/>
                  </a:lnTo>
                  <a:lnTo>
                    <a:pt x="2844614" y="719032"/>
                  </a:lnTo>
                  <a:lnTo>
                    <a:pt x="2845657" y="718577"/>
                  </a:lnTo>
                  <a:lnTo>
                    <a:pt x="2848440" y="717364"/>
                  </a:lnTo>
                  <a:lnTo>
                    <a:pt x="2852092" y="715771"/>
                  </a:lnTo>
                  <a:lnTo>
                    <a:pt x="2852961" y="715392"/>
                  </a:lnTo>
                  <a:lnTo>
                    <a:pt x="2854874" y="714557"/>
                  </a:lnTo>
                  <a:lnTo>
                    <a:pt x="2863395" y="710840"/>
                  </a:lnTo>
                  <a:lnTo>
                    <a:pt x="2869655" y="708109"/>
                  </a:lnTo>
                  <a:lnTo>
                    <a:pt x="2871742" y="707199"/>
                  </a:lnTo>
                  <a:lnTo>
                    <a:pt x="2871916" y="707123"/>
                  </a:lnTo>
                  <a:lnTo>
                    <a:pt x="2875220" y="705681"/>
                  </a:lnTo>
                  <a:lnTo>
                    <a:pt x="2878872" y="704088"/>
                  </a:lnTo>
                  <a:lnTo>
                    <a:pt x="2883393" y="702115"/>
                  </a:lnTo>
                  <a:lnTo>
                    <a:pt x="2886871" y="700597"/>
                  </a:lnTo>
                  <a:lnTo>
                    <a:pt x="2892784" y="698016"/>
                  </a:lnTo>
                  <a:lnTo>
                    <a:pt x="2895044" y="697029"/>
                  </a:lnTo>
                  <a:lnTo>
                    <a:pt x="2895740" y="696726"/>
                  </a:lnTo>
                  <a:lnTo>
                    <a:pt x="2899913" y="694904"/>
                  </a:lnTo>
                  <a:lnTo>
                    <a:pt x="2901478" y="694221"/>
                  </a:lnTo>
                  <a:lnTo>
                    <a:pt x="2904435" y="692930"/>
                  </a:lnTo>
                  <a:lnTo>
                    <a:pt x="2904782" y="692778"/>
                  </a:lnTo>
                  <a:lnTo>
                    <a:pt x="2905130" y="692626"/>
                  </a:lnTo>
                  <a:lnTo>
                    <a:pt x="2906348" y="692095"/>
                  </a:lnTo>
                  <a:lnTo>
                    <a:pt x="2910347" y="690349"/>
                  </a:lnTo>
                  <a:lnTo>
                    <a:pt x="2911738" y="689741"/>
                  </a:lnTo>
                  <a:lnTo>
                    <a:pt x="2912260" y="689513"/>
                  </a:lnTo>
                  <a:lnTo>
                    <a:pt x="2914347" y="688602"/>
                  </a:lnTo>
                  <a:lnTo>
                    <a:pt x="2916086" y="687843"/>
                  </a:lnTo>
                  <a:lnTo>
                    <a:pt x="2919042" y="686552"/>
                  </a:lnTo>
                  <a:lnTo>
                    <a:pt x="2919564" y="686324"/>
                  </a:lnTo>
                  <a:lnTo>
                    <a:pt x="2923042" y="684805"/>
                  </a:lnTo>
                  <a:lnTo>
                    <a:pt x="2923216" y="684729"/>
                  </a:lnTo>
                  <a:lnTo>
                    <a:pt x="2926694" y="683210"/>
                  </a:lnTo>
                  <a:lnTo>
                    <a:pt x="2928433" y="682451"/>
                  </a:lnTo>
                  <a:lnTo>
                    <a:pt x="2928780" y="682299"/>
                  </a:lnTo>
                  <a:lnTo>
                    <a:pt x="2930693" y="681463"/>
                  </a:lnTo>
                  <a:lnTo>
                    <a:pt x="2934345" y="679868"/>
                  </a:lnTo>
                  <a:lnTo>
                    <a:pt x="2936258" y="679033"/>
                  </a:lnTo>
                  <a:lnTo>
                    <a:pt x="2938171" y="678197"/>
                  </a:lnTo>
                  <a:lnTo>
                    <a:pt x="2938345" y="678121"/>
                  </a:lnTo>
                  <a:lnTo>
                    <a:pt x="2940084" y="677361"/>
                  </a:lnTo>
                  <a:lnTo>
                    <a:pt x="2945474" y="675006"/>
                  </a:lnTo>
                  <a:lnTo>
                    <a:pt x="2949126" y="673411"/>
                  </a:lnTo>
                  <a:lnTo>
                    <a:pt x="2949300" y="673335"/>
                  </a:lnTo>
                  <a:lnTo>
                    <a:pt x="2949822" y="673107"/>
                  </a:lnTo>
                  <a:lnTo>
                    <a:pt x="2951909" y="672195"/>
                  </a:lnTo>
                  <a:lnTo>
                    <a:pt x="2952952" y="671739"/>
                  </a:lnTo>
                  <a:lnTo>
                    <a:pt x="2954517" y="671055"/>
                  </a:lnTo>
                  <a:lnTo>
                    <a:pt x="2956256" y="670295"/>
                  </a:lnTo>
                  <a:lnTo>
                    <a:pt x="2956604" y="670143"/>
                  </a:lnTo>
                  <a:lnTo>
                    <a:pt x="2957126" y="669915"/>
                  </a:lnTo>
                  <a:lnTo>
                    <a:pt x="2958517" y="669307"/>
                  </a:lnTo>
                  <a:lnTo>
                    <a:pt x="2958691" y="669231"/>
                  </a:lnTo>
                  <a:lnTo>
                    <a:pt x="2960256" y="668547"/>
                  </a:lnTo>
                  <a:lnTo>
                    <a:pt x="2960604" y="668395"/>
                  </a:lnTo>
                  <a:lnTo>
                    <a:pt x="2965820" y="666115"/>
                  </a:lnTo>
                  <a:lnTo>
                    <a:pt x="2967733" y="665279"/>
                  </a:lnTo>
                  <a:lnTo>
                    <a:pt x="2968081" y="665127"/>
                  </a:lnTo>
                  <a:lnTo>
                    <a:pt x="2968429" y="664975"/>
                  </a:lnTo>
                  <a:lnTo>
                    <a:pt x="2971037" y="663835"/>
                  </a:lnTo>
                  <a:lnTo>
                    <a:pt x="2972950" y="662999"/>
                  </a:lnTo>
                  <a:lnTo>
                    <a:pt x="2974689" y="662239"/>
                  </a:lnTo>
                  <a:lnTo>
                    <a:pt x="2978863" y="660415"/>
                  </a:lnTo>
                  <a:lnTo>
                    <a:pt x="2981123" y="659426"/>
                  </a:lnTo>
                  <a:lnTo>
                    <a:pt x="2981645" y="659198"/>
                  </a:lnTo>
                  <a:lnTo>
                    <a:pt x="2983036" y="658590"/>
                  </a:lnTo>
                  <a:lnTo>
                    <a:pt x="2984427" y="657982"/>
                  </a:lnTo>
                  <a:lnTo>
                    <a:pt x="2988253" y="656309"/>
                  </a:lnTo>
                  <a:lnTo>
                    <a:pt x="2990514" y="655321"/>
                  </a:lnTo>
                  <a:lnTo>
                    <a:pt x="3001643" y="650454"/>
                  </a:lnTo>
                  <a:lnTo>
                    <a:pt x="3005469" y="648781"/>
                  </a:lnTo>
                  <a:lnTo>
                    <a:pt x="3009990" y="646803"/>
                  </a:lnTo>
                  <a:lnTo>
                    <a:pt x="3010512" y="646575"/>
                  </a:lnTo>
                  <a:lnTo>
                    <a:pt x="3013990" y="645054"/>
                  </a:lnTo>
                  <a:lnTo>
                    <a:pt x="3019555" y="642620"/>
                  </a:lnTo>
                  <a:lnTo>
                    <a:pt x="3022337" y="641402"/>
                  </a:lnTo>
                  <a:lnTo>
                    <a:pt x="3025989" y="639805"/>
                  </a:lnTo>
                  <a:lnTo>
                    <a:pt x="3026858" y="639424"/>
                  </a:lnTo>
                  <a:lnTo>
                    <a:pt x="3028771" y="638587"/>
                  </a:lnTo>
                  <a:lnTo>
                    <a:pt x="3037292" y="634859"/>
                  </a:lnTo>
                  <a:lnTo>
                    <a:pt x="3043553" y="632119"/>
                  </a:lnTo>
                  <a:lnTo>
                    <a:pt x="3045639" y="631206"/>
                  </a:lnTo>
                  <a:lnTo>
                    <a:pt x="3045813" y="631130"/>
                  </a:lnTo>
                  <a:lnTo>
                    <a:pt x="3049117" y="629684"/>
                  </a:lnTo>
                  <a:lnTo>
                    <a:pt x="3052769" y="628086"/>
                  </a:lnTo>
                  <a:lnTo>
                    <a:pt x="3057291" y="626107"/>
                  </a:lnTo>
                  <a:lnTo>
                    <a:pt x="3060768" y="624584"/>
                  </a:lnTo>
                  <a:lnTo>
                    <a:pt x="3066681" y="621996"/>
                  </a:lnTo>
                  <a:lnTo>
                    <a:pt x="3068942" y="621006"/>
                  </a:lnTo>
                  <a:lnTo>
                    <a:pt x="3069637" y="620702"/>
                  </a:lnTo>
                  <a:lnTo>
                    <a:pt x="3073811" y="618874"/>
                  </a:lnTo>
                  <a:lnTo>
                    <a:pt x="3075376" y="618189"/>
                  </a:lnTo>
                  <a:lnTo>
                    <a:pt x="3078332" y="616894"/>
                  </a:lnTo>
                  <a:lnTo>
                    <a:pt x="3078680" y="616742"/>
                  </a:lnTo>
                  <a:lnTo>
                    <a:pt x="3079028" y="616590"/>
                  </a:lnTo>
                  <a:lnTo>
                    <a:pt x="3080245" y="616057"/>
                  </a:lnTo>
                  <a:lnTo>
                    <a:pt x="3084245" y="614305"/>
                  </a:lnTo>
                  <a:lnTo>
                    <a:pt x="3085636" y="613696"/>
                  </a:lnTo>
                  <a:lnTo>
                    <a:pt x="3086157" y="613468"/>
                  </a:lnTo>
                  <a:lnTo>
                    <a:pt x="3088244" y="612554"/>
                  </a:lnTo>
                  <a:lnTo>
                    <a:pt x="3089983" y="611792"/>
                  </a:lnTo>
                  <a:lnTo>
                    <a:pt x="3092939" y="610497"/>
                  </a:lnTo>
                  <a:lnTo>
                    <a:pt x="3093461" y="610269"/>
                  </a:lnTo>
                  <a:lnTo>
                    <a:pt x="3096939" y="608746"/>
                  </a:lnTo>
                  <a:lnTo>
                    <a:pt x="3097113" y="608669"/>
                  </a:lnTo>
                  <a:lnTo>
                    <a:pt x="3100591" y="607146"/>
                  </a:lnTo>
                  <a:lnTo>
                    <a:pt x="3102330" y="606384"/>
                  </a:lnTo>
                  <a:lnTo>
                    <a:pt x="3102678" y="606232"/>
                  </a:lnTo>
                  <a:lnTo>
                    <a:pt x="3104591" y="605394"/>
                  </a:lnTo>
                  <a:lnTo>
                    <a:pt x="3108242" y="603794"/>
                  </a:lnTo>
                  <a:lnTo>
                    <a:pt x="3110155" y="602956"/>
                  </a:lnTo>
                  <a:lnTo>
                    <a:pt x="3112068" y="602118"/>
                  </a:lnTo>
                  <a:lnTo>
                    <a:pt x="3112242" y="602042"/>
                  </a:lnTo>
                  <a:lnTo>
                    <a:pt x="3113807" y="601356"/>
                  </a:lnTo>
                  <a:lnTo>
                    <a:pt x="3113981" y="601280"/>
                  </a:lnTo>
                  <a:lnTo>
                    <a:pt x="3119372" y="598918"/>
                  </a:lnTo>
                  <a:lnTo>
                    <a:pt x="3123024" y="597318"/>
                  </a:lnTo>
                  <a:lnTo>
                    <a:pt x="3123198" y="597242"/>
                  </a:lnTo>
                  <a:lnTo>
                    <a:pt x="3123719" y="597013"/>
                  </a:lnTo>
                  <a:lnTo>
                    <a:pt x="3125806" y="596098"/>
                  </a:lnTo>
                  <a:lnTo>
                    <a:pt x="3126849" y="595641"/>
                  </a:lnTo>
                  <a:lnTo>
                    <a:pt x="3128415" y="594955"/>
                  </a:lnTo>
                  <a:lnTo>
                    <a:pt x="3130154" y="594193"/>
                  </a:lnTo>
                  <a:lnTo>
                    <a:pt x="3130501" y="594041"/>
                  </a:lnTo>
                  <a:lnTo>
                    <a:pt x="3131023" y="593812"/>
                  </a:lnTo>
                  <a:lnTo>
                    <a:pt x="3132414" y="593203"/>
                  </a:lnTo>
                  <a:lnTo>
                    <a:pt x="3132588" y="593126"/>
                  </a:lnTo>
                  <a:lnTo>
                    <a:pt x="3134153" y="592440"/>
                  </a:lnTo>
                  <a:lnTo>
                    <a:pt x="3134501" y="592288"/>
                  </a:lnTo>
                  <a:lnTo>
                    <a:pt x="3139718" y="590001"/>
                  </a:lnTo>
                  <a:lnTo>
                    <a:pt x="3141631" y="589163"/>
                  </a:lnTo>
                  <a:lnTo>
                    <a:pt x="3141979" y="589011"/>
                  </a:lnTo>
                  <a:lnTo>
                    <a:pt x="3142326" y="588858"/>
                  </a:lnTo>
                  <a:lnTo>
                    <a:pt x="3144935" y="587715"/>
                  </a:lnTo>
                  <a:lnTo>
                    <a:pt x="3146848" y="586876"/>
                  </a:lnTo>
                  <a:lnTo>
                    <a:pt x="3148587" y="586114"/>
                  </a:lnTo>
                  <a:lnTo>
                    <a:pt x="3152760" y="584284"/>
                  </a:lnTo>
                  <a:lnTo>
                    <a:pt x="3155021" y="583293"/>
                  </a:lnTo>
                  <a:lnTo>
                    <a:pt x="3155543" y="583065"/>
                  </a:lnTo>
                  <a:lnTo>
                    <a:pt x="3156934" y="582455"/>
                  </a:lnTo>
                  <a:lnTo>
                    <a:pt x="3158325" y="581845"/>
                  </a:lnTo>
                  <a:lnTo>
                    <a:pt x="3162151" y="580167"/>
                  </a:lnTo>
                  <a:lnTo>
                    <a:pt x="3164411" y="579176"/>
                  </a:lnTo>
                  <a:lnTo>
                    <a:pt x="3175541" y="574296"/>
                  </a:lnTo>
                  <a:lnTo>
                    <a:pt x="3179367" y="572618"/>
                  </a:lnTo>
                  <a:lnTo>
                    <a:pt x="3183888" y="570635"/>
                  </a:lnTo>
                  <a:lnTo>
                    <a:pt x="3184410" y="570406"/>
                  </a:lnTo>
                  <a:lnTo>
                    <a:pt x="3187888" y="568881"/>
                  </a:lnTo>
                  <a:lnTo>
                    <a:pt x="3192409" y="566897"/>
                  </a:lnTo>
                  <a:lnTo>
                    <a:pt x="3193452" y="566440"/>
                  </a:lnTo>
                  <a:lnTo>
                    <a:pt x="3196235" y="565219"/>
                  </a:lnTo>
                  <a:lnTo>
                    <a:pt x="3199886" y="563617"/>
                  </a:lnTo>
                  <a:lnTo>
                    <a:pt x="3200756" y="563236"/>
                  </a:lnTo>
                  <a:lnTo>
                    <a:pt x="3202669" y="562396"/>
                  </a:lnTo>
                  <a:lnTo>
                    <a:pt x="3211190" y="558658"/>
                  </a:lnTo>
                  <a:lnTo>
                    <a:pt x="3217450" y="555911"/>
                  </a:lnTo>
                  <a:lnTo>
                    <a:pt x="3219537" y="554995"/>
                  </a:lnTo>
                  <a:lnTo>
                    <a:pt x="3219711" y="554919"/>
                  </a:lnTo>
                  <a:lnTo>
                    <a:pt x="3223015" y="553469"/>
                  </a:lnTo>
                  <a:lnTo>
                    <a:pt x="3226667" y="551866"/>
                  </a:lnTo>
                  <a:lnTo>
                    <a:pt x="3231188" y="549882"/>
                  </a:lnTo>
                  <a:lnTo>
                    <a:pt x="3234666" y="548355"/>
                  </a:lnTo>
                  <a:lnTo>
                    <a:pt x="3240578" y="545760"/>
                  </a:lnTo>
                  <a:lnTo>
                    <a:pt x="3242839" y="544767"/>
                  </a:lnTo>
                  <a:lnTo>
                    <a:pt x="3243535" y="544462"/>
                  </a:lnTo>
                  <a:lnTo>
                    <a:pt x="3247708" y="542630"/>
                  </a:lnTo>
                  <a:lnTo>
                    <a:pt x="3249273" y="541943"/>
                  </a:lnTo>
                  <a:lnTo>
                    <a:pt x="3252230" y="540645"/>
                  </a:lnTo>
                  <a:lnTo>
                    <a:pt x="3252577" y="540492"/>
                  </a:lnTo>
                  <a:lnTo>
                    <a:pt x="3252925" y="540339"/>
                  </a:lnTo>
                  <a:lnTo>
                    <a:pt x="3254142" y="539805"/>
                  </a:lnTo>
                  <a:lnTo>
                    <a:pt x="3258142" y="538049"/>
                  </a:lnTo>
                  <a:lnTo>
                    <a:pt x="3259533" y="537438"/>
                  </a:lnTo>
                  <a:lnTo>
                    <a:pt x="3260055" y="537209"/>
                  </a:lnTo>
                  <a:lnTo>
                    <a:pt x="3262142" y="536293"/>
                  </a:lnTo>
                  <a:lnTo>
                    <a:pt x="3263881" y="535529"/>
                  </a:lnTo>
                  <a:lnTo>
                    <a:pt x="3266837" y="534231"/>
                  </a:lnTo>
                  <a:lnTo>
                    <a:pt x="3267359" y="534002"/>
                  </a:lnTo>
                  <a:lnTo>
                    <a:pt x="3270837" y="532474"/>
                  </a:lnTo>
                  <a:lnTo>
                    <a:pt x="3271010" y="532398"/>
                  </a:lnTo>
                  <a:lnTo>
                    <a:pt x="3274488" y="530871"/>
                  </a:lnTo>
                  <a:lnTo>
                    <a:pt x="3276227" y="530107"/>
                  </a:lnTo>
                  <a:lnTo>
                    <a:pt x="3276575" y="529954"/>
                  </a:lnTo>
                  <a:lnTo>
                    <a:pt x="3278488" y="529114"/>
                  </a:lnTo>
                  <a:lnTo>
                    <a:pt x="3282140" y="527510"/>
                  </a:lnTo>
                  <a:lnTo>
                    <a:pt x="3284053" y="526670"/>
                  </a:lnTo>
                  <a:lnTo>
                    <a:pt x="3285966" y="525830"/>
                  </a:lnTo>
                  <a:lnTo>
                    <a:pt x="3286140" y="525753"/>
                  </a:lnTo>
                  <a:lnTo>
                    <a:pt x="3287705" y="525066"/>
                  </a:lnTo>
                  <a:lnTo>
                    <a:pt x="3287879" y="524989"/>
                  </a:lnTo>
                  <a:lnTo>
                    <a:pt x="3293269" y="522621"/>
                  </a:lnTo>
                  <a:lnTo>
                    <a:pt x="3296921" y="521017"/>
                  </a:lnTo>
                  <a:lnTo>
                    <a:pt x="3297095" y="520941"/>
                  </a:lnTo>
                  <a:lnTo>
                    <a:pt x="3297617" y="520711"/>
                  </a:lnTo>
                  <a:lnTo>
                    <a:pt x="3299704" y="519795"/>
                  </a:lnTo>
                  <a:lnTo>
                    <a:pt x="3300747" y="519336"/>
                  </a:lnTo>
                  <a:lnTo>
                    <a:pt x="3302312" y="518649"/>
                  </a:lnTo>
                  <a:lnTo>
                    <a:pt x="3304051" y="517884"/>
                  </a:lnTo>
                  <a:lnTo>
                    <a:pt x="3304399" y="517732"/>
                  </a:lnTo>
                  <a:lnTo>
                    <a:pt x="3304920" y="517502"/>
                  </a:lnTo>
                  <a:lnTo>
                    <a:pt x="3306312" y="516891"/>
                  </a:lnTo>
                  <a:lnTo>
                    <a:pt x="3306486" y="516815"/>
                  </a:lnTo>
                  <a:lnTo>
                    <a:pt x="3308051" y="516127"/>
                  </a:lnTo>
                  <a:lnTo>
                    <a:pt x="3308398" y="515974"/>
                  </a:lnTo>
                  <a:lnTo>
                    <a:pt x="3313615" y="513682"/>
                  </a:lnTo>
                  <a:lnTo>
                    <a:pt x="3315528" y="512841"/>
                  </a:lnTo>
                  <a:lnTo>
                    <a:pt x="3315876" y="512689"/>
                  </a:lnTo>
                  <a:lnTo>
                    <a:pt x="3316224" y="512536"/>
                  </a:lnTo>
                  <a:lnTo>
                    <a:pt x="3318832" y="511389"/>
                  </a:lnTo>
                  <a:lnTo>
                    <a:pt x="3320745" y="510549"/>
                  </a:lnTo>
                  <a:lnTo>
                    <a:pt x="3322484" y="509785"/>
                  </a:lnTo>
                  <a:lnTo>
                    <a:pt x="3326658" y="507950"/>
                  </a:lnTo>
                  <a:lnTo>
                    <a:pt x="3328918" y="506957"/>
                  </a:lnTo>
                  <a:lnTo>
                    <a:pt x="3329440" y="506727"/>
                  </a:lnTo>
                  <a:lnTo>
                    <a:pt x="3330831" y="506116"/>
                  </a:lnTo>
                  <a:lnTo>
                    <a:pt x="3332222" y="505505"/>
                  </a:lnTo>
                  <a:lnTo>
                    <a:pt x="3336048" y="503823"/>
                  </a:lnTo>
                  <a:lnTo>
                    <a:pt x="3338309" y="502829"/>
                  </a:lnTo>
                  <a:lnTo>
                    <a:pt x="3349438" y="497937"/>
                  </a:lnTo>
                  <a:lnTo>
                    <a:pt x="3353264" y="496255"/>
                  </a:lnTo>
                  <a:lnTo>
                    <a:pt x="3357785" y="494267"/>
                  </a:lnTo>
                  <a:lnTo>
                    <a:pt x="3358307" y="494037"/>
                  </a:lnTo>
                  <a:lnTo>
                    <a:pt x="3361785" y="492508"/>
                  </a:lnTo>
                  <a:lnTo>
                    <a:pt x="3366306" y="490520"/>
                  </a:lnTo>
                  <a:lnTo>
                    <a:pt x="3367350" y="490061"/>
                  </a:lnTo>
                  <a:lnTo>
                    <a:pt x="3370132" y="488838"/>
                  </a:lnTo>
                  <a:lnTo>
                    <a:pt x="3373784" y="487232"/>
                  </a:lnTo>
                  <a:lnTo>
                    <a:pt x="3376566" y="486008"/>
                  </a:lnTo>
                  <a:lnTo>
                    <a:pt x="3385087" y="482260"/>
                  </a:lnTo>
                  <a:lnTo>
                    <a:pt x="3391348" y="479507"/>
                  </a:lnTo>
                  <a:lnTo>
                    <a:pt x="3393434" y="478589"/>
                  </a:lnTo>
                  <a:lnTo>
                    <a:pt x="3393608" y="478512"/>
                  </a:lnTo>
                  <a:lnTo>
                    <a:pt x="3396912" y="477059"/>
                  </a:lnTo>
                  <a:lnTo>
                    <a:pt x="3400564" y="475452"/>
                  </a:lnTo>
                  <a:lnTo>
                    <a:pt x="3405085" y="473463"/>
                  </a:lnTo>
                  <a:lnTo>
                    <a:pt x="3408563" y="471933"/>
                  </a:lnTo>
                  <a:lnTo>
                    <a:pt x="3414476" y="469332"/>
                  </a:lnTo>
                  <a:lnTo>
                    <a:pt x="3416737" y="468337"/>
                  </a:lnTo>
                  <a:lnTo>
                    <a:pt x="3417432" y="468031"/>
                  </a:lnTo>
                  <a:lnTo>
                    <a:pt x="3421606" y="466194"/>
                  </a:lnTo>
                  <a:lnTo>
                    <a:pt x="3423171" y="465505"/>
                  </a:lnTo>
                  <a:lnTo>
                    <a:pt x="3426127" y="464205"/>
                  </a:lnTo>
                  <a:lnTo>
                    <a:pt x="3426475" y="464051"/>
                  </a:lnTo>
                  <a:lnTo>
                    <a:pt x="3426823" y="463898"/>
                  </a:lnTo>
                  <a:lnTo>
                    <a:pt x="3428040" y="463363"/>
                  </a:lnTo>
                  <a:lnTo>
                    <a:pt x="3432040" y="461602"/>
                  </a:lnTo>
                  <a:lnTo>
                    <a:pt x="3433431" y="460990"/>
                  </a:lnTo>
                  <a:lnTo>
                    <a:pt x="3433952" y="460761"/>
                  </a:lnTo>
                  <a:lnTo>
                    <a:pt x="3436039" y="459842"/>
                  </a:lnTo>
                  <a:lnTo>
                    <a:pt x="3437778" y="459077"/>
                  </a:lnTo>
                  <a:lnTo>
                    <a:pt x="3440734" y="457776"/>
                  </a:lnTo>
                  <a:lnTo>
                    <a:pt x="3441256" y="457546"/>
                  </a:lnTo>
                  <a:lnTo>
                    <a:pt x="3444734" y="456015"/>
                  </a:lnTo>
                  <a:lnTo>
                    <a:pt x="3444908" y="455938"/>
                  </a:lnTo>
                  <a:lnTo>
                    <a:pt x="3448386" y="454408"/>
                  </a:lnTo>
                  <a:lnTo>
                    <a:pt x="3450125" y="453642"/>
                  </a:lnTo>
                  <a:lnTo>
                    <a:pt x="3450473" y="453489"/>
                  </a:lnTo>
                  <a:lnTo>
                    <a:pt x="3452386" y="452647"/>
                  </a:lnTo>
                  <a:lnTo>
                    <a:pt x="3456037" y="451039"/>
                  </a:lnTo>
                  <a:lnTo>
                    <a:pt x="3457950" y="450197"/>
                  </a:lnTo>
                  <a:lnTo>
                    <a:pt x="3459863" y="449355"/>
                  </a:lnTo>
                  <a:lnTo>
                    <a:pt x="3460037" y="449278"/>
                  </a:lnTo>
                  <a:lnTo>
                    <a:pt x="3461602" y="448589"/>
                  </a:lnTo>
                  <a:lnTo>
                    <a:pt x="3461776" y="448513"/>
                  </a:lnTo>
                  <a:lnTo>
                    <a:pt x="3467167" y="446139"/>
                  </a:lnTo>
                  <a:lnTo>
                    <a:pt x="3470819" y="444531"/>
                  </a:lnTo>
                  <a:lnTo>
                    <a:pt x="3470993" y="444455"/>
                  </a:lnTo>
                  <a:lnTo>
                    <a:pt x="3471514" y="444225"/>
                  </a:lnTo>
                  <a:lnTo>
                    <a:pt x="3473601" y="443306"/>
                  </a:lnTo>
                  <a:lnTo>
                    <a:pt x="3474644" y="442847"/>
                  </a:lnTo>
                  <a:lnTo>
                    <a:pt x="3476209" y="442157"/>
                  </a:lnTo>
                  <a:lnTo>
                    <a:pt x="3477948" y="441392"/>
                  </a:lnTo>
                  <a:lnTo>
                    <a:pt x="3478296" y="441239"/>
                  </a:lnTo>
                  <a:lnTo>
                    <a:pt x="3478818" y="441009"/>
                  </a:lnTo>
                  <a:lnTo>
                    <a:pt x="3480209" y="440396"/>
                  </a:lnTo>
                  <a:lnTo>
                    <a:pt x="3480383" y="440320"/>
                  </a:lnTo>
                  <a:lnTo>
                    <a:pt x="3481948" y="439630"/>
                  </a:lnTo>
                  <a:lnTo>
                    <a:pt x="3482296" y="439477"/>
                  </a:lnTo>
                  <a:lnTo>
                    <a:pt x="3487513" y="437180"/>
                  </a:lnTo>
                  <a:lnTo>
                    <a:pt x="3489426" y="436337"/>
                  </a:lnTo>
                  <a:lnTo>
                    <a:pt x="3489773" y="436184"/>
                  </a:lnTo>
                  <a:lnTo>
                    <a:pt x="3490121" y="436031"/>
                  </a:lnTo>
                  <a:lnTo>
                    <a:pt x="3492730" y="434882"/>
                  </a:lnTo>
                  <a:lnTo>
                    <a:pt x="3494643" y="434040"/>
                  </a:lnTo>
                  <a:lnTo>
                    <a:pt x="3496382" y="433274"/>
                  </a:lnTo>
                  <a:lnTo>
                    <a:pt x="3500555" y="431435"/>
                  </a:lnTo>
                  <a:lnTo>
                    <a:pt x="3502816" y="430439"/>
                  </a:lnTo>
                  <a:lnTo>
                    <a:pt x="3503337" y="430210"/>
                  </a:lnTo>
                  <a:lnTo>
                    <a:pt x="3504729" y="429597"/>
                  </a:lnTo>
                  <a:lnTo>
                    <a:pt x="3506120" y="428984"/>
                  </a:lnTo>
                  <a:lnTo>
                    <a:pt x="3509946" y="427299"/>
                  </a:lnTo>
                  <a:lnTo>
                    <a:pt x="3512206" y="426303"/>
                  </a:lnTo>
                  <a:lnTo>
                    <a:pt x="3523336" y="421399"/>
                  </a:lnTo>
                  <a:lnTo>
                    <a:pt x="3527161" y="419714"/>
                  </a:lnTo>
                  <a:lnTo>
                    <a:pt x="3531683" y="417722"/>
                  </a:lnTo>
                  <a:lnTo>
                    <a:pt x="3532204" y="417492"/>
                  </a:lnTo>
                  <a:lnTo>
                    <a:pt x="3535682" y="415959"/>
                  </a:lnTo>
                  <a:lnTo>
                    <a:pt x="3540204" y="413967"/>
                  </a:lnTo>
                  <a:lnTo>
                    <a:pt x="3541247" y="413507"/>
                  </a:lnTo>
                  <a:lnTo>
                    <a:pt x="3544029" y="412281"/>
                  </a:lnTo>
                  <a:lnTo>
                    <a:pt x="3547681" y="410671"/>
                  </a:lnTo>
                  <a:lnTo>
                    <a:pt x="3548551" y="410288"/>
                  </a:lnTo>
                  <a:lnTo>
                    <a:pt x="3550464" y="409445"/>
                  </a:lnTo>
                  <a:lnTo>
                    <a:pt x="3558985" y="405689"/>
                  </a:lnTo>
                  <a:lnTo>
                    <a:pt x="3565245" y="402930"/>
                  </a:lnTo>
                  <a:lnTo>
                    <a:pt x="3567332" y="402010"/>
                  </a:lnTo>
                  <a:lnTo>
                    <a:pt x="3567506" y="401933"/>
                  </a:lnTo>
                  <a:lnTo>
                    <a:pt x="3570810" y="400477"/>
                  </a:lnTo>
                  <a:lnTo>
                    <a:pt x="3574462" y="398867"/>
                  </a:lnTo>
                  <a:lnTo>
                    <a:pt x="3578983" y="396873"/>
                  </a:lnTo>
                  <a:lnTo>
                    <a:pt x="3582461" y="395340"/>
                  </a:lnTo>
                  <a:lnTo>
                    <a:pt x="3588373" y="392733"/>
                  </a:lnTo>
                  <a:lnTo>
                    <a:pt x="3590634" y="391736"/>
                  </a:lnTo>
                  <a:lnTo>
                    <a:pt x="3591330" y="391429"/>
                  </a:lnTo>
                  <a:lnTo>
                    <a:pt x="3595503" y="389589"/>
                  </a:lnTo>
                  <a:lnTo>
                    <a:pt x="3597068" y="388899"/>
                  </a:lnTo>
                  <a:lnTo>
                    <a:pt x="3600024" y="387595"/>
                  </a:lnTo>
                  <a:lnTo>
                    <a:pt x="3600372" y="387442"/>
                  </a:lnTo>
                  <a:lnTo>
                    <a:pt x="3600720" y="387289"/>
                  </a:lnTo>
                  <a:lnTo>
                    <a:pt x="3601937" y="386752"/>
                  </a:lnTo>
                  <a:lnTo>
                    <a:pt x="3605937" y="384988"/>
                  </a:lnTo>
                  <a:lnTo>
                    <a:pt x="3607328" y="384374"/>
                  </a:lnTo>
                  <a:lnTo>
                    <a:pt x="3607850" y="384144"/>
                  </a:lnTo>
                  <a:lnTo>
                    <a:pt x="3609937" y="383224"/>
                  </a:lnTo>
                  <a:lnTo>
                    <a:pt x="3611676" y="382457"/>
                  </a:lnTo>
                  <a:lnTo>
                    <a:pt x="3614632" y="381153"/>
                  </a:lnTo>
                  <a:lnTo>
                    <a:pt x="3615154" y="380923"/>
                  </a:lnTo>
                  <a:lnTo>
                    <a:pt x="3618631" y="379389"/>
                  </a:lnTo>
                  <a:lnTo>
                    <a:pt x="3618805" y="379312"/>
                  </a:lnTo>
                  <a:lnTo>
                    <a:pt x="3622283" y="377778"/>
                  </a:lnTo>
                  <a:lnTo>
                    <a:pt x="3624022" y="377011"/>
                  </a:lnTo>
                  <a:lnTo>
                    <a:pt x="3624370" y="376858"/>
                  </a:lnTo>
                  <a:lnTo>
                    <a:pt x="3626283" y="376014"/>
                  </a:lnTo>
                  <a:lnTo>
                    <a:pt x="3629935" y="374403"/>
                  </a:lnTo>
                  <a:lnTo>
                    <a:pt x="3631848" y="373559"/>
                  </a:lnTo>
                  <a:lnTo>
                    <a:pt x="3633761" y="372715"/>
                  </a:lnTo>
                  <a:lnTo>
                    <a:pt x="3633934" y="372639"/>
                  </a:lnTo>
                  <a:lnTo>
                    <a:pt x="3635500" y="371948"/>
                  </a:lnTo>
                  <a:lnTo>
                    <a:pt x="3635673" y="371871"/>
                  </a:lnTo>
                  <a:lnTo>
                    <a:pt x="3641064" y="369493"/>
                  </a:lnTo>
                  <a:lnTo>
                    <a:pt x="3644716" y="367882"/>
                  </a:lnTo>
                  <a:lnTo>
                    <a:pt x="3644890" y="367805"/>
                  </a:lnTo>
                  <a:lnTo>
                    <a:pt x="3645412" y="367575"/>
                  </a:lnTo>
                  <a:lnTo>
                    <a:pt x="3647498" y="366654"/>
                  </a:lnTo>
                  <a:lnTo>
                    <a:pt x="3648542" y="366194"/>
                  </a:lnTo>
                  <a:lnTo>
                    <a:pt x="3650107" y="365503"/>
                  </a:lnTo>
                  <a:lnTo>
                    <a:pt x="3651846" y="364736"/>
                  </a:lnTo>
                  <a:lnTo>
                    <a:pt x="3652194" y="364583"/>
                  </a:lnTo>
                  <a:lnTo>
                    <a:pt x="3652715" y="364352"/>
                  </a:lnTo>
                  <a:lnTo>
                    <a:pt x="3654107" y="363739"/>
                  </a:lnTo>
                  <a:lnTo>
                    <a:pt x="3654280" y="363662"/>
                  </a:lnTo>
                  <a:lnTo>
                    <a:pt x="3655846" y="362971"/>
                  </a:lnTo>
                  <a:lnTo>
                    <a:pt x="3656193" y="362818"/>
                  </a:lnTo>
                  <a:lnTo>
                    <a:pt x="3661410" y="360516"/>
                  </a:lnTo>
                  <a:lnTo>
                    <a:pt x="3663323" y="359671"/>
                  </a:lnTo>
                  <a:lnTo>
                    <a:pt x="3663671" y="359518"/>
                  </a:lnTo>
                  <a:lnTo>
                    <a:pt x="3664019" y="359365"/>
                  </a:lnTo>
                  <a:lnTo>
                    <a:pt x="3666627" y="358213"/>
                  </a:lnTo>
                  <a:lnTo>
                    <a:pt x="3668540" y="357369"/>
                  </a:lnTo>
                  <a:lnTo>
                    <a:pt x="3670279" y="356602"/>
                  </a:lnTo>
                  <a:lnTo>
                    <a:pt x="3674453" y="354760"/>
                  </a:lnTo>
                  <a:lnTo>
                    <a:pt x="3676713" y="353762"/>
                  </a:lnTo>
                  <a:lnTo>
                    <a:pt x="3677235" y="353532"/>
                  </a:lnTo>
                  <a:lnTo>
                    <a:pt x="3678626" y="352918"/>
                  </a:lnTo>
                  <a:lnTo>
                    <a:pt x="3680017" y="352304"/>
                  </a:lnTo>
                  <a:lnTo>
                    <a:pt x="3683843" y="350615"/>
                  </a:lnTo>
                  <a:lnTo>
                    <a:pt x="3686104" y="349617"/>
                  </a:lnTo>
                  <a:lnTo>
                    <a:pt x="3697233" y="344704"/>
                  </a:lnTo>
                  <a:lnTo>
                    <a:pt x="3701059" y="343016"/>
                  </a:lnTo>
                  <a:lnTo>
                    <a:pt x="3705580" y="341019"/>
                  </a:lnTo>
                  <a:lnTo>
                    <a:pt x="3706102" y="340789"/>
                  </a:lnTo>
                  <a:lnTo>
                    <a:pt x="3709580" y="339254"/>
                  </a:lnTo>
                  <a:lnTo>
                    <a:pt x="3714101" y="337257"/>
                  </a:lnTo>
                  <a:lnTo>
                    <a:pt x="3715145" y="336797"/>
                  </a:lnTo>
                  <a:lnTo>
                    <a:pt x="3717927" y="335568"/>
                  </a:lnTo>
                  <a:lnTo>
                    <a:pt x="3721579" y="333956"/>
                  </a:lnTo>
                  <a:lnTo>
                    <a:pt x="3722448" y="333572"/>
                  </a:lnTo>
                  <a:lnTo>
                    <a:pt x="3724361" y="332727"/>
                  </a:lnTo>
                  <a:lnTo>
                    <a:pt x="3732882" y="328964"/>
                  </a:lnTo>
                  <a:lnTo>
                    <a:pt x="3739142" y="326199"/>
                  </a:lnTo>
                  <a:lnTo>
                    <a:pt x="3741403" y="325201"/>
                  </a:lnTo>
                  <a:lnTo>
                    <a:pt x="3744707" y="323742"/>
                  </a:lnTo>
                  <a:lnTo>
                    <a:pt x="3748359" y="322129"/>
                  </a:lnTo>
                  <a:lnTo>
                    <a:pt x="3752880" y="320132"/>
                  </a:lnTo>
                  <a:lnTo>
                    <a:pt x="3756358" y="318596"/>
                  </a:lnTo>
                  <a:lnTo>
                    <a:pt x="3762271" y="315984"/>
                  </a:lnTo>
                  <a:lnTo>
                    <a:pt x="3764531" y="314985"/>
                  </a:lnTo>
                  <a:lnTo>
                    <a:pt x="3765227" y="314678"/>
                  </a:lnTo>
                  <a:lnTo>
                    <a:pt x="3769401" y="312834"/>
                  </a:lnTo>
                  <a:lnTo>
                    <a:pt x="3770966" y="312143"/>
                  </a:lnTo>
                  <a:lnTo>
                    <a:pt x="3773922" y="310837"/>
                  </a:lnTo>
                  <a:lnTo>
                    <a:pt x="3774270" y="310683"/>
                  </a:lnTo>
                  <a:lnTo>
                    <a:pt x="3774617" y="310529"/>
                  </a:lnTo>
                  <a:lnTo>
                    <a:pt x="3775835" y="309992"/>
                  </a:lnTo>
                  <a:lnTo>
                    <a:pt x="3779834" y="308224"/>
                  </a:lnTo>
                  <a:lnTo>
                    <a:pt x="3781226" y="307610"/>
                  </a:lnTo>
                  <a:lnTo>
                    <a:pt x="3781747" y="307379"/>
                  </a:lnTo>
                  <a:lnTo>
                    <a:pt x="3783834" y="306457"/>
                  </a:lnTo>
                  <a:lnTo>
                    <a:pt x="3785573" y="305689"/>
                  </a:lnTo>
                  <a:lnTo>
                    <a:pt x="3788529" y="304383"/>
                  </a:lnTo>
                  <a:lnTo>
                    <a:pt x="3789051" y="304152"/>
                  </a:lnTo>
                  <a:lnTo>
                    <a:pt x="3792529" y="302615"/>
                  </a:lnTo>
                  <a:lnTo>
                    <a:pt x="3792703" y="302539"/>
                  </a:lnTo>
                  <a:lnTo>
                    <a:pt x="3796181" y="301002"/>
                  </a:lnTo>
                  <a:lnTo>
                    <a:pt x="3797920" y="300233"/>
                  </a:lnTo>
                  <a:lnTo>
                    <a:pt x="3798268" y="300080"/>
                  </a:lnTo>
                  <a:lnTo>
                    <a:pt x="3800180" y="299234"/>
                  </a:lnTo>
                  <a:lnTo>
                    <a:pt x="3803832" y="297620"/>
                  </a:lnTo>
                  <a:lnTo>
                    <a:pt x="3805745" y="296775"/>
                  </a:lnTo>
                  <a:lnTo>
                    <a:pt x="3807658" y="295930"/>
                  </a:lnTo>
                  <a:lnTo>
                    <a:pt x="3807832" y="295853"/>
                  </a:lnTo>
                  <a:lnTo>
                    <a:pt x="3809397" y="295161"/>
                  </a:lnTo>
                  <a:lnTo>
                    <a:pt x="3809571" y="295084"/>
                  </a:lnTo>
                  <a:lnTo>
                    <a:pt x="3814962" y="292702"/>
                  </a:lnTo>
                  <a:lnTo>
                    <a:pt x="3818614" y="291088"/>
                  </a:lnTo>
                  <a:lnTo>
                    <a:pt x="3818787" y="291011"/>
                  </a:lnTo>
                  <a:lnTo>
                    <a:pt x="3819309" y="290780"/>
                  </a:lnTo>
                  <a:lnTo>
                    <a:pt x="3821396" y="289858"/>
                  </a:lnTo>
                  <a:lnTo>
                    <a:pt x="3822439" y="289397"/>
                  </a:lnTo>
                  <a:lnTo>
                    <a:pt x="3824004" y="288705"/>
                  </a:lnTo>
                  <a:lnTo>
                    <a:pt x="3825743" y="287936"/>
                  </a:lnTo>
                  <a:lnTo>
                    <a:pt x="3826091" y="287783"/>
                  </a:lnTo>
                  <a:lnTo>
                    <a:pt x="3826613" y="287552"/>
                  </a:lnTo>
                  <a:lnTo>
                    <a:pt x="3828004" y="286937"/>
                  </a:lnTo>
                  <a:lnTo>
                    <a:pt x="3828178" y="286860"/>
                  </a:lnTo>
                  <a:lnTo>
                    <a:pt x="3829743" y="286168"/>
                  </a:lnTo>
                  <a:lnTo>
                    <a:pt x="3830091" y="286015"/>
                  </a:lnTo>
                  <a:lnTo>
                    <a:pt x="3835308" y="283708"/>
                  </a:lnTo>
                  <a:lnTo>
                    <a:pt x="3837221" y="282863"/>
                  </a:lnTo>
                  <a:lnTo>
                    <a:pt x="3837568" y="282709"/>
                  </a:lnTo>
                  <a:lnTo>
                    <a:pt x="3837916" y="282555"/>
                  </a:lnTo>
                  <a:lnTo>
                    <a:pt x="3840525" y="281402"/>
                  </a:lnTo>
                  <a:lnTo>
                    <a:pt x="3842437" y="280557"/>
                  </a:lnTo>
                  <a:lnTo>
                    <a:pt x="3844176" y="279788"/>
                  </a:lnTo>
                  <a:lnTo>
                    <a:pt x="3848350" y="277943"/>
                  </a:lnTo>
                  <a:lnTo>
                    <a:pt x="3850611" y="276943"/>
                  </a:lnTo>
                  <a:lnTo>
                    <a:pt x="3851132" y="276712"/>
                  </a:lnTo>
                  <a:lnTo>
                    <a:pt x="3852524" y="276097"/>
                  </a:lnTo>
                  <a:lnTo>
                    <a:pt x="3853915" y="275482"/>
                  </a:lnTo>
                  <a:lnTo>
                    <a:pt x="3857740" y="273791"/>
                  </a:lnTo>
                  <a:lnTo>
                    <a:pt x="3860001" y="272791"/>
                  </a:lnTo>
                  <a:lnTo>
                    <a:pt x="3871131" y="267870"/>
                  </a:lnTo>
                  <a:lnTo>
                    <a:pt x="3874956" y="266178"/>
                  </a:lnTo>
                  <a:lnTo>
                    <a:pt x="3879478" y="264179"/>
                  </a:lnTo>
                  <a:lnTo>
                    <a:pt x="3879999" y="263948"/>
                  </a:lnTo>
                  <a:lnTo>
                    <a:pt x="3883477" y="262410"/>
                  </a:lnTo>
                  <a:lnTo>
                    <a:pt x="3887999" y="260410"/>
                  </a:lnTo>
                  <a:lnTo>
                    <a:pt x="3889042" y="259949"/>
                  </a:lnTo>
                  <a:lnTo>
                    <a:pt x="3891824" y="258718"/>
                  </a:lnTo>
                  <a:lnTo>
                    <a:pt x="3895476" y="257103"/>
                  </a:lnTo>
                  <a:lnTo>
                    <a:pt x="3896346" y="256718"/>
                  </a:lnTo>
                  <a:lnTo>
                    <a:pt x="3898259" y="255872"/>
                  </a:lnTo>
                  <a:lnTo>
                    <a:pt x="3913040" y="249334"/>
                  </a:lnTo>
                  <a:lnTo>
                    <a:pt x="3915127" y="248411"/>
                  </a:lnTo>
                  <a:lnTo>
                    <a:pt x="3915301" y="248334"/>
                  </a:lnTo>
                  <a:lnTo>
                    <a:pt x="3918605" y="246872"/>
                  </a:lnTo>
                  <a:lnTo>
                    <a:pt x="3922256" y="245256"/>
                  </a:lnTo>
                  <a:lnTo>
                    <a:pt x="3926778" y="243256"/>
                  </a:lnTo>
                  <a:lnTo>
                    <a:pt x="3930256" y="241717"/>
                  </a:lnTo>
                  <a:lnTo>
                    <a:pt x="3936168" y="239101"/>
                  </a:lnTo>
                  <a:lnTo>
                    <a:pt x="3938429" y="238101"/>
                  </a:lnTo>
                  <a:lnTo>
                    <a:pt x="3939124" y="237793"/>
                  </a:lnTo>
                  <a:lnTo>
                    <a:pt x="3943298" y="235947"/>
                  </a:lnTo>
                  <a:lnTo>
                    <a:pt x="3944863" y="235254"/>
                  </a:lnTo>
                  <a:lnTo>
                    <a:pt x="3947819" y="233946"/>
                  </a:lnTo>
                  <a:lnTo>
                    <a:pt x="3948167" y="233792"/>
                  </a:lnTo>
                  <a:lnTo>
                    <a:pt x="3948515" y="233638"/>
                  </a:lnTo>
                  <a:lnTo>
                    <a:pt x="3949732" y="233099"/>
                  </a:lnTo>
                  <a:lnTo>
                    <a:pt x="3953732" y="231329"/>
                  </a:lnTo>
                  <a:lnTo>
                    <a:pt x="3955123" y="230714"/>
                  </a:lnTo>
                  <a:lnTo>
                    <a:pt x="3955645" y="230483"/>
                  </a:lnTo>
                  <a:lnTo>
                    <a:pt x="3957731" y="229559"/>
                  </a:lnTo>
                  <a:lnTo>
                    <a:pt x="3959470" y="228790"/>
                  </a:lnTo>
                  <a:lnTo>
                    <a:pt x="3962427" y="227482"/>
                  </a:lnTo>
                  <a:lnTo>
                    <a:pt x="3962948" y="227251"/>
                  </a:lnTo>
                  <a:lnTo>
                    <a:pt x="3966426" y="225711"/>
                  </a:lnTo>
                  <a:lnTo>
                    <a:pt x="3966600" y="225634"/>
                  </a:lnTo>
                  <a:lnTo>
                    <a:pt x="3970078" y="224095"/>
                  </a:lnTo>
                  <a:lnTo>
                    <a:pt x="3971817" y="223325"/>
                  </a:lnTo>
                  <a:lnTo>
                    <a:pt x="3972165" y="223172"/>
                  </a:lnTo>
                  <a:lnTo>
                    <a:pt x="3974078" y="222325"/>
                  </a:lnTo>
                  <a:lnTo>
                    <a:pt x="3977730" y="220709"/>
                  </a:lnTo>
                  <a:lnTo>
                    <a:pt x="3979643" y="219862"/>
                  </a:lnTo>
                  <a:lnTo>
                    <a:pt x="3981555" y="219015"/>
                  </a:lnTo>
                  <a:lnTo>
                    <a:pt x="3981729" y="218938"/>
                  </a:lnTo>
                  <a:lnTo>
                    <a:pt x="3983294" y="218245"/>
                  </a:lnTo>
                  <a:lnTo>
                    <a:pt x="3983468" y="218168"/>
                  </a:lnTo>
                  <a:lnTo>
                    <a:pt x="3988859" y="215782"/>
                  </a:lnTo>
                  <a:lnTo>
                    <a:pt x="3992511" y="214166"/>
                  </a:lnTo>
                  <a:lnTo>
                    <a:pt x="3992685" y="214089"/>
                  </a:lnTo>
                  <a:lnTo>
                    <a:pt x="3993207" y="213858"/>
                  </a:lnTo>
                  <a:lnTo>
                    <a:pt x="3995293" y="212934"/>
                  </a:lnTo>
                  <a:lnTo>
                    <a:pt x="3996337" y="212472"/>
                  </a:lnTo>
                  <a:lnTo>
                    <a:pt x="3997902" y="211779"/>
                  </a:lnTo>
                  <a:lnTo>
                    <a:pt x="3999989" y="210855"/>
                  </a:lnTo>
                  <a:lnTo>
                    <a:pt x="4000510" y="210624"/>
                  </a:lnTo>
                  <a:lnTo>
                    <a:pt x="4001901" y="210008"/>
                  </a:lnTo>
                  <a:lnTo>
                    <a:pt x="4003640" y="209239"/>
                  </a:lnTo>
                  <a:lnTo>
                    <a:pt x="4003988" y="209085"/>
                  </a:lnTo>
                  <a:lnTo>
                    <a:pt x="4009205" y="206775"/>
                  </a:lnTo>
                  <a:lnTo>
                    <a:pt x="4011118" y="205928"/>
                  </a:lnTo>
                  <a:lnTo>
                    <a:pt x="4011466" y="205774"/>
                  </a:lnTo>
                  <a:lnTo>
                    <a:pt x="4011814" y="205620"/>
                  </a:lnTo>
                  <a:lnTo>
                    <a:pt x="4014422" y="204465"/>
                  </a:lnTo>
                  <a:lnTo>
                    <a:pt x="4016335" y="203618"/>
                  </a:lnTo>
                  <a:lnTo>
                    <a:pt x="4018074" y="202848"/>
                  </a:lnTo>
                  <a:lnTo>
                    <a:pt x="4022247" y="201000"/>
                  </a:lnTo>
                  <a:lnTo>
                    <a:pt x="4024508" y="199999"/>
                  </a:lnTo>
                  <a:lnTo>
                    <a:pt x="4025030" y="199768"/>
                  </a:lnTo>
                  <a:lnTo>
                    <a:pt x="4026421" y="199152"/>
                  </a:lnTo>
                  <a:lnTo>
                    <a:pt x="4027812" y="198536"/>
                  </a:lnTo>
                  <a:lnTo>
                    <a:pt x="4031638" y="196842"/>
                  </a:lnTo>
                  <a:lnTo>
                    <a:pt x="4033899" y="195841"/>
                  </a:lnTo>
                  <a:lnTo>
                    <a:pt x="4045028" y="190912"/>
                  </a:lnTo>
                  <a:lnTo>
                    <a:pt x="4048854" y="189218"/>
                  </a:lnTo>
                  <a:lnTo>
                    <a:pt x="4053375" y="187215"/>
                  </a:lnTo>
                  <a:lnTo>
                    <a:pt x="4053897" y="186984"/>
                  </a:lnTo>
                  <a:lnTo>
                    <a:pt x="4057375" y="185444"/>
                  </a:lnTo>
                  <a:lnTo>
                    <a:pt x="4061896" y="183441"/>
                  </a:lnTo>
                  <a:lnTo>
                    <a:pt x="4062939" y="182979"/>
                  </a:lnTo>
                  <a:lnTo>
                    <a:pt x="4065722" y="181747"/>
                  </a:lnTo>
                  <a:lnTo>
                    <a:pt x="4069374" y="180129"/>
                  </a:lnTo>
                  <a:lnTo>
                    <a:pt x="4070243" y="179744"/>
                  </a:lnTo>
                  <a:lnTo>
                    <a:pt x="4072156" y="178897"/>
                  </a:lnTo>
                  <a:lnTo>
                    <a:pt x="4080677" y="175122"/>
                  </a:lnTo>
                  <a:lnTo>
                    <a:pt x="4089024" y="171424"/>
                  </a:lnTo>
                  <a:lnTo>
                    <a:pt x="4089198" y="171347"/>
                  </a:lnTo>
                  <a:lnTo>
                    <a:pt x="4092502" y="169883"/>
                  </a:lnTo>
                  <a:lnTo>
                    <a:pt x="4096154" y="168265"/>
                  </a:lnTo>
                  <a:lnTo>
                    <a:pt x="4104153" y="164721"/>
                  </a:lnTo>
                  <a:lnTo>
                    <a:pt x="4110066" y="162101"/>
                  </a:lnTo>
                  <a:lnTo>
                    <a:pt x="4113022" y="160791"/>
                  </a:lnTo>
                  <a:lnTo>
                    <a:pt x="4117195" y="158942"/>
                  </a:lnTo>
                  <a:lnTo>
                    <a:pt x="4118761" y="158248"/>
                  </a:lnTo>
                  <a:lnTo>
                    <a:pt x="4121717" y="156938"/>
                  </a:lnTo>
                  <a:lnTo>
                    <a:pt x="4122065" y="156784"/>
                  </a:lnTo>
                  <a:lnTo>
                    <a:pt x="4122412" y="156630"/>
                  </a:lnTo>
                  <a:lnTo>
                    <a:pt x="4123630" y="156091"/>
                  </a:lnTo>
                  <a:lnTo>
                    <a:pt x="4127629" y="154318"/>
                  </a:lnTo>
                  <a:lnTo>
                    <a:pt x="4129020" y="153702"/>
                  </a:lnTo>
                  <a:lnTo>
                    <a:pt x="4131629" y="152546"/>
                  </a:lnTo>
                  <a:lnTo>
                    <a:pt x="4133368" y="151775"/>
                  </a:lnTo>
                  <a:lnTo>
                    <a:pt x="4136324" y="150465"/>
                  </a:lnTo>
                  <a:lnTo>
                    <a:pt x="4136846" y="150234"/>
                  </a:lnTo>
                  <a:lnTo>
                    <a:pt x="4140324" y="148692"/>
                  </a:lnTo>
                  <a:lnTo>
                    <a:pt x="4140498" y="148615"/>
                  </a:lnTo>
                  <a:lnTo>
                    <a:pt x="4143976" y="147074"/>
                  </a:lnTo>
                  <a:lnTo>
                    <a:pt x="4146062" y="146149"/>
                  </a:lnTo>
                  <a:lnTo>
                    <a:pt x="4147975" y="145301"/>
                  </a:lnTo>
                  <a:lnTo>
                    <a:pt x="4153540" y="142835"/>
                  </a:lnTo>
                  <a:lnTo>
                    <a:pt x="4155627" y="141910"/>
                  </a:lnTo>
                  <a:lnTo>
                    <a:pt x="4157192" y="141216"/>
                  </a:lnTo>
                  <a:lnTo>
                    <a:pt x="4157366" y="141139"/>
                  </a:lnTo>
                  <a:lnTo>
                    <a:pt x="4162757" y="138749"/>
                  </a:lnTo>
                  <a:lnTo>
                    <a:pt x="4166408" y="137130"/>
                  </a:lnTo>
                  <a:lnTo>
                    <a:pt x="4166582" y="137053"/>
                  </a:lnTo>
                  <a:lnTo>
                    <a:pt x="4167104" y="136822"/>
                  </a:lnTo>
                  <a:lnTo>
                    <a:pt x="4170234" y="135434"/>
                  </a:lnTo>
                  <a:lnTo>
                    <a:pt x="4173886" y="133816"/>
                  </a:lnTo>
                  <a:lnTo>
                    <a:pt x="4174408" y="133584"/>
                  </a:lnTo>
                  <a:lnTo>
                    <a:pt x="4175799" y="132968"/>
                  </a:lnTo>
                  <a:lnTo>
                    <a:pt x="4175973" y="132890"/>
                  </a:lnTo>
                  <a:lnTo>
                    <a:pt x="4183103" y="129730"/>
                  </a:lnTo>
                  <a:lnTo>
                    <a:pt x="4185015" y="128881"/>
                  </a:lnTo>
                  <a:lnTo>
                    <a:pt x="4185363" y="128727"/>
                  </a:lnTo>
                  <a:lnTo>
                    <a:pt x="4185711" y="128573"/>
                  </a:lnTo>
                  <a:lnTo>
                    <a:pt x="4188320" y="127417"/>
                  </a:lnTo>
                  <a:lnTo>
                    <a:pt x="4190232" y="126568"/>
                  </a:lnTo>
                  <a:lnTo>
                    <a:pt x="4191971" y="125797"/>
                  </a:lnTo>
                  <a:lnTo>
                    <a:pt x="4198406" y="122945"/>
                  </a:lnTo>
                  <a:lnTo>
                    <a:pt x="4201710" y="121480"/>
                  </a:lnTo>
                  <a:lnTo>
                    <a:pt x="4205535" y="119783"/>
                  </a:lnTo>
                  <a:lnTo>
                    <a:pt x="4207796" y="118781"/>
                  </a:lnTo>
                  <a:lnTo>
                    <a:pt x="4218925" y="113846"/>
                  </a:lnTo>
                  <a:lnTo>
                    <a:pt x="4222751" y="112149"/>
                  </a:lnTo>
                  <a:lnTo>
                    <a:pt x="4227273" y="110144"/>
                  </a:lnTo>
                  <a:lnTo>
                    <a:pt x="4244141" y="102663"/>
                  </a:lnTo>
                  <a:lnTo>
                    <a:pt x="4246053" y="101814"/>
                  </a:lnTo>
                  <a:lnTo>
                    <a:pt x="4254574" y="98035"/>
                  </a:lnTo>
                  <a:lnTo>
                    <a:pt x="4283963" y="84997"/>
                  </a:lnTo>
                  <a:lnTo>
                    <a:pt x="4297527" y="78979"/>
                  </a:lnTo>
                  <a:lnTo>
                    <a:pt x="4301527" y="77204"/>
                  </a:lnTo>
                  <a:lnTo>
                    <a:pt x="4302918" y="76587"/>
                  </a:lnTo>
                  <a:lnTo>
                    <a:pt x="4307265" y="74658"/>
                  </a:lnTo>
                  <a:lnTo>
                    <a:pt x="4314221" y="71571"/>
                  </a:lnTo>
                  <a:lnTo>
                    <a:pt x="4319612" y="69179"/>
                  </a:lnTo>
                  <a:lnTo>
                    <a:pt x="4321873" y="68176"/>
                  </a:lnTo>
                  <a:lnTo>
                    <a:pt x="4327437" y="65706"/>
                  </a:lnTo>
                  <a:lnTo>
                    <a:pt x="4329524" y="64780"/>
                  </a:lnTo>
                  <a:lnTo>
                    <a:pt x="4357000" y="52585"/>
                  </a:lnTo>
                  <a:lnTo>
                    <a:pt x="4358913" y="51736"/>
                  </a:lnTo>
                  <a:lnTo>
                    <a:pt x="4359608" y="51428"/>
                  </a:lnTo>
                  <a:lnTo>
                    <a:pt x="4375607" y="44326"/>
                  </a:lnTo>
                  <a:lnTo>
                    <a:pt x="447542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" name="pl14"/>
            <p:cNvSpPr/>
            <p:nvPr/>
          </p:nvSpPr>
          <p:spPr>
            <a:xfrm>
              <a:off x="3317373" y="3010269"/>
              <a:ext cx="4475424" cy="1875089"/>
            </a:xfrm>
            <a:custGeom>
              <a:avLst/>
              <a:pathLst>
                <a:path w="4475424" h="1875089">
                  <a:moveTo>
                    <a:pt x="4475424" y="0"/>
                  </a:moveTo>
                  <a:lnTo>
                    <a:pt x="4375607" y="40242"/>
                  </a:lnTo>
                  <a:lnTo>
                    <a:pt x="4359608" y="46695"/>
                  </a:lnTo>
                  <a:lnTo>
                    <a:pt x="4358913" y="46975"/>
                  </a:lnTo>
                  <a:lnTo>
                    <a:pt x="4357000" y="47747"/>
                  </a:lnTo>
                  <a:lnTo>
                    <a:pt x="4329524" y="58831"/>
                  </a:lnTo>
                  <a:lnTo>
                    <a:pt x="4327437" y="59672"/>
                  </a:lnTo>
                  <a:lnTo>
                    <a:pt x="4321873" y="61917"/>
                  </a:lnTo>
                  <a:lnTo>
                    <a:pt x="4319612" y="62830"/>
                  </a:lnTo>
                  <a:lnTo>
                    <a:pt x="4314221" y="65005"/>
                  </a:lnTo>
                  <a:lnTo>
                    <a:pt x="4307265" y="67811"/>
                  </a:lnTo>
                  <a:lnTo>
                    <a:pt x="4302918" y="69566"/>
                  </a:lnTo>
                  <a:lnTo>
                    <a:pt x="4301527" y="70127"/>
                  </a:lnTo>
                  <a:lnTo>
                    <a:pt x="4297527" y="71741"/>
                  </a:lnTo>
                  <a:lnTo>
                    <a:pt x="4283963" y="77215"/>
                  </a:lnTo>
                  <a:lnTo>
                    <a:pt x="4254574" y="89076"/>
                  </a:lnTo>
                  <a:lnTo>
                    <a:pt x="4246053" y="92516"/>
                  </a:lnTo>
                  <a:lnTo>
                    <a:pt x="4244141" y="93288"/>
                  </a:lnTo>
                  <a:lnTo>
                    <a:pt x="4227273" y="100098"/>
                  </a:lnTo>
                  <a:lnTo>
                    <a:pt x="4222751" y="101924"/>
                  </a:lnTo>
                  <a:lnTo>
                    <a:pt x="4218925" y="103469"/>
                  </a:lnTo>
                  <a:lnTo>
                    <a:pt x="4207796" y="107963"/>
                  </a:lnTo>
                  <a:lnTo>
                    <a:pt x="4205535" y="108875"/>
                  </a:lnTo>
                  <a:lnTo>
                    <a:pt x="4201710" y="110420"/>
                  </a:lnTo>
                  <a:lnTo>
                    <a:pt x="4198406" y="111755"/>
                  </a:lnTo>
                  <a:lnTo>
                    <a:pt x="4191971" y="114353"/>
                  </a:lnTo>
                  <a:lnTo>
                    <a:pt x="4190232" y="115055"/>
                  </a:lnTo>
                  <a:lnTo>
                    <a:pt x="4188320" y="115828"/>
                  </a:lnTo>
                  <a:lnTo>
                    <a:pt x="4185711" y="116882"/>
                  </a:lnTo>
                  <a:lnTo>
                    <a:pt x="4185363" y="117022"/>
                  </a:lnTo>
                  <a:lnTo>
                    <a:pt x="4185015" y="117162"/>
                  </a:lnTo>
                  <a:lnTo>
                    <a:pt x="4183103" y="117935"/>
                  </a:lnTo>
                  <a:lnTo>
                    <a:pt x="4175973" y="120815"/>
                  </a:lnTo>
                  <a:lnTo>
                    <a:pt x="4175799" y="120885"/>
                  </a:lnTo>
                  <a:lnTo>
                    <a:pt x="4174408" y="121447"/>
                  </a:lnTo>
                  <a:lnTo>
                    <a:pt x="4173886" y="121658"/>
                  </a:lnTo>
                  <a:lnTo>
                    <a:pt x="4170234" y="123133"/>
                  </a:lnTo>
                  <a:lnTo>
                    <a:pt x="4167104" y="124397"/>
                  </a:lnTo>
                  <a:lnTo>
                    <a:pt x="4166582" y="124608"/>
                  </a:lnTo>
                  <a:lnTo>
                    <a:pt x="4166408" y="124678"/>
                  </a:lnTo>
                  <a:lnTo>
                    <a:pt x="4162757" y="126153"/>
                  </a:lnTo>
                  <a:lnTo>
                    <a:pt x="4157366" y="128331"/>
                  </a:lnTo>
                  <a:lnTo>
                    <a:pt x="4157192" y="128401"/>
                  </a:lnTo>
                  <a:lnTo>
                    <a:pt x="4155627" y="129033"/>
                  </a:lnTo>
                  <a:lnTo>
                    <a:pt x="4153540" y="129876"/>
                  </a:lnTo>
                  <a:lnTo>
                    <a:pt x="4147975" y="132125"/>
                  </a:lnTo>
                  <a:lnTo>
                    <a:pt x="4146062" y="132897"/>
                  </a:lnTo>
                  <a:lnTo>
                    <a:pt x="4143976" y="133741"/>
                  </a:lnTo>
                  <a:lnTo>
                    <a:pt x="4140498" y="135146"/>
                  </a:lnTo>
                  <a:lnTo>
                    <a:pt x="4140324" y="135216"/>
                  </a:lnTo>
                  <a:lnTo>
                    <a:pt x="4136846" y="136621"/>
                  </a:lnTo>
                  <a:lnTo>
                    <a:pt x="4136324" y="136832"/>
                  </a:lnTo>
                  <a:lnTo>
                    <a:pt x="4133368" y="138026"/>
                  </a:lnTo>
                  <a:lnTo>
                    <a:pt x="4131629" y="138729"/>
                  </a:lnTo>
                  <a:lnTo>
                    <a:pt x="4129020" y="139783"/>
                  </a:lnTo>
                  <a:lnTo>
                    <a:pt x="4127629" y="140345"/>
                  </a:lnTo>
                  <a:lnTo>
                    <a:pt x="4123630" y="141961"/>
                  </a:lnTo>
                  <a:lnTo>
                    <a:pt x="4122412" y="142453"/>
                  </a:lnTo>
                  <a:lnTo>
                    <a:pt x="4122065" y="142594"/>
                  </a:lnTo>
                  <a:lnTo>
                    <a:pt x="4121717" y="142734"/>
                  </a:lnTo>
                  <a:lnTo>
                    <a:pt x="4118761" y="143929"/>
                  </a:lnTo>
                  <a:lnTo>
                    <a:pt x="4117195" y="144561"/>
                  </a:lnTo>
                  <a:lnTo>
                    <a:pt x="4113022" y="146248"/>
                  </a:lnTo>
                  <a:lnTo>
                    <a:pt x="4110066" y="147443"/>
                  </a:lnTo>
                  <a:lnTo>
                    <a:pt x="4104153" y="149832"/>
                  </a:lnTo>
                  <a:lnTo>
                    <a:pt x="4096154" y="153065"/>
                  </a:lnTo>
                  <a:lnTo>
                    <a:pt x="4092502" y="154541"/>
                  </a:lnTo>
                  <a:lnTo>
                    <a:pt x="4089198" y="155877"/>
                  </a:lnTo>
                  <a:lnTo>
                    <a:pt x="4089024" y="155947"/>
                  </a:lnTo>
                  <a:lnTo>
                    <a:pt x="4080677" y="159321"/>
                  </a:lnTo>
                  <a:lnTo>
                    <a:pt x="4072156" y="162766"/>
                  </a:lnTo>
                  <a:lnTo>
                    <a:pt x="4070243" y="163539"/>
                  </a:lnTo>
                  <a:lnTo>
                    <a:pt x="4069374" y="163891"/>
                  </a:lnTo>
                  <a:lnTo>
                    <a:pt x="4065722" y="165367"/>
                  </a:lnTo>
                  <a:lnTo>
                    <a:pt x="4062939" y="166492"/>
                  </a:lnTo>
                  <a:lnTo>
                    <a:pt x="4061896" y="166914"/>
                  </a:lnTo>
                  <a:lnTo>
                    <a:pt x="4057375" y="168742"/>
                  </a:lnTo>
                  <a:lnTo>
                    <a:pt x="4053897" y="170148"/>
                  </a:lnTo>
                  <a:lnTo>
                    <a:pt x="4053375" y="170359"/>
                  </a:lnTo>
                  <a:lnTo>
                    <a:pt x="4048854" y="172187"/>
                  </a:lnTo>
                  <a:lnTo>
                    <a:pt x="4045028" y="173734"/>
                  </a:lnTo>
                  <a:lnTo>
                    <a:pt x="4033899" y="178235"/>
                  </a:lnTo>
                  <a:lnTo>
                    <a:pt x="4031638" y="179149"/>
                  </a:lnTo>
                  <a:lnTo>
                    <a:pt x="4027812" y="180696"/>
                  </a:lnTo>
                  <a:lnTo>
                    <a:pt x="4026421" y="181259"/>
                  </a:lnTo>
                  <a:lnTo>
                    <a:pt x="4025030" y="181821"/>
                  </a:lnTo>
                  <a:lnTo>
                    <a:pt x="4024508" y="182032"/>
                  </a:lnTo>
                  <a:lnTo>
                    <a:pt x="4022247" y="182947"/>
                  </a:lnTo>
                  <a:lnTo>
                    <a:pt x="4018074" y="184635"/>
                  </a:lnTo>
                  <a:lnTo>
                    <a:pt x="4016335" y="185338"/>
                  </a:lnTo>
                  <a:lnTo>
                    <a:pt x="4014422" y="186112"/>
                  </a:lnTo>
                  <a:lnTo>
                    <a:pt x="4011814" y="187167"/>
                  </a:lnTo>
                  <a:lnTo>
                    <a:pt x="4011466" y="187308"/>
                  </a:lnTo>
                  <a:lnTo>
                    <a:pt x="4011118" y="187448"/>
                  </a:lnTo>
                  <a:lnTo>
                    <a:pt x="4009205" y="188222"/>
                  </a:lnTo>
                  <a:lnTo>
                    <a:pt x="4003988" y="190332"/>
                  </a:lnTo>
                  <a:lnTo>
                    <a:pt x="4003640" y="190473"/>
                  </a:lnTo>
                  <a:lnTo>
                    <a:pt x="4001901" y="191176"/>
                  </a:lnTo>
                  <a:lnTo>
                    <a:pt x="4000510" y="191739"/>
                  </a:lnTo>
                  <a:lnTo>
                    <a:pt x="3999989" y="191950"/>
                  </a:lnTo>
                  <a:lnTo>
                    <a:pt x="3997902" y="192794"/>
                  </a:lnTo>
                  <a:lnTo>
                    <a:pt x="3996337" y="193427"/>
                  </a:lnTo>
                  <a:lnTo>
                    <a:pt x="3995293" y="193850"/>
                  </a:lnTo>
                  <a:lnTo>
                    <a:pt x="3993207" y="194694"/>
                  </a:lnTo>
                  <a:lnTo>
                    <a:pt x="3992685" y="194905"/>
                  </a:lnTo>
                  <a:lnTo>
                    <a:pt x="3992511" y="194975"/>
                  </a:lnTo>
                  <a:lnTo>
                    <a:pt x="3988859" y="196453"/>
                  </a:lnTo>
                  <a:lnTo>
                    <a:pt x="3983468" y="198634"/>
                  </a:lnTo>
                  <a:lnTo>
                    <a:pt x="3983294" y="198704"/>
                  </a:lnTo>
                  <a:lnTo>
                    <a:pt x="3981729" y="199337"/>
                  </a:lnTo>
                  <a:lnTo>
                    <a:pt x="3981555" y="199408"/>
                  </a:lnTo>
                  <a:lnTo>
                    <a:pt x="3979643" y="200181"/>
                  </a:lnTo>
                  <a:lnTo>
                    <a:pt x="3977730" y="200955"/>
                  </a:lnTo>
                  <a:lnTo>
                    <a:pt x="3974078" y="202433"/>
                  </a:lnTo>
                  <a:lnTo>
                    <a:pt x="3972165" y="203207"/>
                  </a:lnTo>
                  <a:lnTo>
                    <a:pt x="3971817" y="203348"/>
                  </a:lnTo>
                  <a:lnTo>
                    <a:pt x="3970078" y="204051"/>
                  </a:lnTo>
                  <a:lnTo>
                    <a:pt x="3966600" y="205459"/>
                  </a:lnTo>
                  <a:lnTo>
                    <a:pt x="3966426" y="205529"/>
                  </a:lnTo>
                  <a:lnTo>
                    <a:pt x="3962948" y="206937"/>
                  </a:lnTo>
                  <a:lnTo>
                    <a:pt x="3962427" y="207148"/>
                  </a:lnTo>
                  <a:lnTo>
                    <a:pt x="3959470" y="208344"/>
                  </a:lnTo>
                  <a:lnTo>
                    <a:pt x="3957731" y="209048"/>
                  </a:lnTo>
                  <a:lnTo>
                    <a:pt x="3955645" y="209892"/>
                  </a:lnTo>
                  <a:lnTo>
                    <a:pt x="3955123" y="210103"/>
                  </a:lnTo>
                  <a:lnTo>
                    <a:pt x="3953732" y="210666"/>
                  </a:lnTo>
                  <a:lnTo>
                    <a:pt x="3949732" y="212285"/>
                  </a:lnTo>
                  <a:lnTo>
                    <a:pt x="3948515" y="212778"/>
                  </a:lnTo>
                  <a:lnTo>
                    <a:pt x="3948167" y="212918"/>
                  </a:lnTo>
                  <a:lnTo>
                    <a:pt x="3947819" y="213059"/>
                  </a:lnTo>
                  <a:lnTo>
                    <a:pt x="3944863" y="214256"/>
                  </a:lnTo>
                  <a:lnTo>
                    <a:pt x="3943298" y="214889"/>
                  </a:lnTo>
                  <a:lnTo>
                    <a:pt x="3939124" y="216578"/>
                  </a:lnTo>
                  <a:lnTo>
                    <a:pt x="3938429" y="216860"/>
                  </a:lnTo>
                  <a:lnTo>
                    <a:pt x="3936168" y="217775"/>
                  </a:lnTo>
                  <a:lnTo>
                    <a:pt x="3930256" y="220168"/>
                  </a:lnTo>
                  <a:lnTo>
                    <a:pt x="3926778" y="221576"/>
                  </a:lnTo>
                  <a:lnTo>
                    <a:pt x="3922256" y="223406"/>
                  </a:lnTo>
                  <a:lnTo>
                    <a:pt x="3918605" y="224885"/>
                  </a:lnTo>
                  <a:lnTo>
                    <a:pt x="3915301" y="226222"/>
                  </a:lnTo>
                  <a:lnTo>
                    <a:pt x="3915127" y="226293"/>
                  </a:lnTo>
                  <a:lnTo>
                    <a:pt x="3913040" y="227138"/>
                  </a:lnTo>
                  <a:lnTo>
                    <a:pt x="3898259" y="233123"/>
                  </a:lnTo>
                  <a:lnTo>
                    <a:pt x="3896346" y="233897"/>
                  </a:lnTo>
                  <a:lnTo>
                    <a:pt x="3895476" y="234249"/>
                  </a:lnTo>
                  <a:lnTo>
                    <a:pt x="3891824" y="235728"/>
                  </a:lnTo>
                  <a:lnTo>
                    <a:pt x="3889042" y="236855"/>
                  </a:lnTo>
                  <a:lnTo>
                    <a:pt x="3887999" y="237277"/>
                  </a:lnTo>
                  <a:lnTo>
                    <a:pt x="3883477" y="239108"/>
                  </a:lnTo>
                  <a:lnTo>
                    <a:pt x="3879999" y="240517"/>
                  </a:lnTo>
                  <a:lnTo>
                    <a:pt x="3879478" y="240728"/>
                  </a:lnTo>
                  <a:lnTo>
                    <a:pt x="3874956" y="242559"/>
                  </a:lnTo>
                  <a:lnTo>
                    <a:pt x="3871131" y="244109"/>
                  </a:lnTo>
                  <a:lnTo>
                    <a:pt x="3860001" y="248617"/>
                  </a:lnTo>
                  <a:lnTo>
                    <a:pt x="3857740" y="249532"/>
                  </a:lnTo>
                  <a:lnTo>
                    <a:pt x="3853915" y="251082"/>
                  </a:lnTo>
                  <a:lnTo>
                    <a:pt x="3852524" y="251646"/>
                  </a:lnTo>
                  <a:lnTo>
                    <a:pt x="3851132" y="252209"/>
                  </a:lnTo>
                  <a:lnTo>
                    <a:pt x="3850611" y="252421"/>
                  </a:lnTo>
                  <a:lnTo>
                    <a:pt x="3848350" y="253337"/>
                  </a:lnTo>
                  <a:lnTo>
                    <a:pt x="3844176" y="255027"/>
                  </a:lnTo>
                  <a:lnTo>
                    <a:pt x="3842437" y="255732"/>
                  </a:lnTo>
                  <a:lnTo>
                    <a:pt x="3840525" y="256507"/>
                  </a:lnTo>
                  <a:lnTo>
                    <a:pt x="3837916" y="257564"/>
                  </a:lnTo>
                  <a:lnTo>
                    <a:pt x="3837568" y="257705"/>
                  </a:lnTo>
                  <a:lnTo>
                    <a:pt x="3837221" y="257846"/>
                  </a:lnTo>
                  <a:lnTo>
                    <a:pt x="3835308" y="258621"/>
                  </a:lnTo>
                  <a:lnTo>
                    <a:pt x="3830091" y="260734"/>
                  </a:lnTo>
                  <a:lnTo>
                    <a:pt x="3829743" y="260875"/>
                  </a:lnTo>
                  <a:lnTo>
                    <a:pt x="3828178" y="261510"/>
                  </a:lnTo>
                  <a:lnTo>
                    <a:pt x="3828004" y="261580"/>
                  </a:lnTo>
                  <a:lnTo>
                    <a:pt x="3826613" y="262144"/>
                  </a:lnTo>
                  <a:lnTo>
                    <a:pt x="3826091" y="262355"/>
                  </a:lnTo>
                  <a:lnTo>
                    <a:pt x="3825743" y="262496"/>
                  </a:lnTo>
                  <a:lnTo>
                    <a:pt x="3824004" y="263201"/>
                  </a:lnTo>
                  <a:lnTo>
                    <a:pt x="3822439" y="263835"/>
                  </a:lnTo>
                  <a:lnTo>
                    <a:pt x="3821396" y="264258"/>
                  </a:lnTo>
                  <a:lnTo>
                    <a:pt x="3819309" y="265103"/>
                  </a:lnTo>
                  <a:lnTo>
                    <a:pt x="3818787" y="265315"/>
                  </a:lnTo>
                  <a:lnTo>
                    <a:pt x="3818614" y="265385"/>
                  </a:lnTo>
                  <a:lnTo>
                    <a:pt x="3814962" y="266865"/>
                  </a:lnTo>
                  <a:lnTo>
                    <a:pt x="3809571" y="269050"/>
                  </a:lnTo>
                  <a:lnTo>
                    <a:pt x="3809397" y="269120"/>
                  </a:lnTo>
                  <a:lnTo>
                    <a:pt x="3807832" y="269755"/>
                  </a:lnTo>
                  <a:lnTo>
                    <a:pt x="3807658" y="269825"/>
                  </a:lnTo>
                  <a:lnTo>
                    <a:pt x="3805745" y="270601"/>
                  </a:lnTo>
                  <a:lnTo>
                    <a:pt x="3803832" y="271376"/>
                  </a:lnTo>
                  <a:lnTo>
                    <a:pt x="3800180" y="272856"/>
                  </a:lnTo>
                  <a:lnTo>
                    <a:pt x="3798268" y="273631"/>
                  </a:lnTo>
                  <a:lnTo>
                    <a:pt x="3797920" y="273772"/>
                  </a:lnTo>
                  <a:lnTo>
                    <a:pt x="3796181" y="274477"/>
                  </a:lnTo>
                  <a:lnTo>
                    <a:pt x="3792703" y="275887"/>
                  </a:lnTo>
                  <a:lnTo>
                    <a:pt x="3792529" y="275957"/>
                  </a:lnTo>
                  <a:lnTo>
                    <a:pt x="3789051" y="277367"/>
                  </a:lnTo>
                  <a:lnTo>
                    <a:pt x="3788529" y="277579"/>
                  </a:lnTo>
                  <a:lnTo>
                    <a:pt x="3785573" y="278777"/>
                  </a:lnTo>
                  <a:lnTo>
                    <a:pt x="3783834" y="279482"/>
                  </a:lnTo>
                  <a:lnTo>
                    <a:pt x="3781747" y="280328"/>
                  </a:lnTo>
                  <a:lnTo>
                    <a:pt x="3781226" y="280540"/>
                  </a:lnTo>
                  <a:lnTo>
                    <a:pt x="3779834" y="281104"/>
                  </a:lnTo>
                  <a:lnTo>
                    <a:pt x="3775835" y="282725"/>
                  </a:lnTo>
                  <a:lnTo>
                    <a:pt x="3774617" y="283219"/>
                  </a:lnTo>
                  <a:lnTo>
                    <a:pt x="3774270" y="283360"/>
                  </a:lnTo>
                  <a:lnTo>
                    <a:pt x="3773922" y="283501"/>
                  </a:lnTo>
                  <a:lnTo>
                    <a:pt x="3770966" y="284699"/>
                  </a:lnTo>
                  <a:lnTo>
                    <a:pt x="3769401" y="285334"/>
                  </a:lnTo>
                  <a:lnTo>
                    <a:pt x="3765227" y="287026"/>
                  </a:lnTo>
                  <a:lnTo>
                    <a:pt x="3764531" y="287308"/>
                  </a:lnTo>
                  <a:lnTo>
                    <a:pt x="3762271" y="288225"/>
                  </a:lnTo>
                  <a:lnTo>
                    <a:pt x="3756358" y="290622"/>
                  </a:lnTo>
                  <a:lnTo>
                    <a:pt x="3752880" y="292033"/>
                  </a:lnTo>
                  <a:lnTo>
                    <a:pt x="3748359" y="293866"/>
                  </a:lnTo>
                  <a:lnTo>
                    <a:pt x="3744707" y="295347"/>
                  </a:lnTo>
                  <a:lnTo>
                    <a:pt x="3741403" y="296687"/>
                  </a:lnTo>
                  <a:lnTo>
                    <a:pt x="3739142" y="297604"/>
                  </a:lnTo>
                  <a:lnTo>
                    <a:pt x="3732882" y="300144"/>
                  </a:lnTo>
                  <a:lnTo>
                    <a:pt x="3724361" y="303600"/>
                  </a:lnTo>
                  <a:lnTo>
                    <a:pt x="3722448" y="304376"/>
                  </a:lnTo>
                  <a:lnTo>
                    <a:pt x="3721579" y="304729"/>
                  </a:lnTo>
                  <a:lnTo>
                    <a:pt x="3717927" y="306210"/>
                  </a:lnTo>
                  <a:lnTo>
                    <a:pt x="3715145" y="307339"/>
                  </a:lnTo>
                  <a:lnTo>
                    <a:pt x="3714101" y="307762"/>
                  </a:lnTo>
                  <a:lnTo>
                    <a:pt x="3709580" y="309597"/>
                  </a:lnTo>
                  <a:lnTo>
                    <a:pt x="3706102" y="311008"/>
                  </a:lnTo>
                  <a:lnTo>
                    <a:pt x="3705580" y="311220"/>
                  </a:lnTo>
                  <a:lnTo>
                    <a:pt x="3701059" y="313054"/>
                  </a:lnTo>
                  <a:lnTo>
                    <a:pt x="3697233" y="314606"/>
                  </a:lnTo>
                  <a:lnTo>
                    <a:pt x="3686104" y="319123"/>
                  </a:lnTo>
                  <a:lnTo>
                    <a:pt x="3683843" y="320040"/>
                  </a:lnTo>
                  <a:lnTo>
                    <a:pt x="3680017" y="321593"/>
                  </a:lnTo>
                  <a:lnTo>
                    <a:pt x="3678626" y="322158"/>
                  </a:lnTo>
                  <a:lnTo>
                    <a:pt x="3677235" y="322722"/>
                  </a:lnTo>
                  <a:lnTo>
                    <a:pt x="3676713" y="322934"/>
                  </a:lnTo>
                  <a:lnTo>
                    <a:pt x="3674453" y="323852"/>
                  </a:lnTo>
                  <a:lnTo>
                    <a:pt x="3670279" y="325546"/>
                  </a:lnTo>
                  <a:lnTo>
                    <a:pt x="3668540" y="326252"/>
                  </a:lnTo>
                  <a:lnTo>
                    <a:pt x="3666627" y="327028"/>
                  </a:lnTo>
                  <a:lnTo>
                    <a:pt x="3664019" y="328087"/>
                  </a:lnTo>
                  <a:lnTo>
                    <a:pt x="3663671" y="328228"/>
                  </a:lnTo>
                  <a:lnTo>
                    <a:pt x="3663323" y="328369"/>
                  </a:lnTo>
                  <a:lnTo>
                    <a:pt x="3661410" y="329146"/>
                  </a:lnTo>
                  <a:lnTo>
                    <a:pt x="3656193" y="331264"/>
                  </a:lnTo>
                  <a:lnTo>
                    <a:pt x="3655846" y="331405"/>
                  </a:lnTo>
                  <a:lnTo>
                    <a:pt x="3654280" y="332040"/>
                  </a:lnTo>
                  <a:lnTo>
                    <a:pt x="3654107" y="332111"/>
                  </a:lnTo>
                  <a:lnTo>
                    <a:pt x="3652715" y="332676"/>
                  </a:lnTo>
                  <a:lnTo>
                    <a:pt x="3652194" y="332887"/>
                  </a:lnTo>
                  <a:lnTo>
                    <a:pt x="3651846" y="333029"/>
                  </a:lnTo>
                  <a:lnTo>
                    <a:pt x="3650107" y="333735"/>
                  </a:lnTo>
                  <a:lnTo>
                    <a:pt x="3648542" y="334370"/>
                  </a:lnTo>
                  <a:lnTo>
                    <a:pt x="3647498" y="334794"/>
                  </a:lnTo>
                  <a:lnTo>
                    <a:pt x="3645412" y="335641"/>
                  </a:lnTo>
                  <a:lnTo>
                    <a:pt x="3644890" y="335853"/>
                  </a:lnTo>
                  <a:lnTo>
                    <a:pt x="3644716" y="335923"/>
                  </a:lnTo>
                  <a:lnTo>
                    <a:pt x="3641064" y="337406"/>
                  </a:lnTo>
                  <a:lnTo>
                    <a:pt x="3635673" y="339595"/>
                  </a:lnTo>
                  <a:lnTo>
                    <a:pt x="3635500" y="339666"/>
                  </a:lnTo>
                  <a:lnTo>
                    <a:pt x="3633934" y="340301"/>
                  </a:lnTo>
                  <a:lnTo>
                    <a:pt x="3633761" y="340372"/>
                  </a:lnTo>
                  <a:lnTo>
                    <a:pt x="3631848" y="341149"/>
                  </a:lnTo>
                  <a:lnTo>
                    <a:pt x="3629935" y="341926"/>
                  </a:lnTo>
                  <a:lnTo>
                    <a:pt x="3626283" y="343409"/>
                  </a:lnTo>
                  <a:lnTo>
                    <a:pt x="3624370" y="344185"/>
                  </a:lnTo>
                  <a:lnTo>
                    <a:pt x="3624022" y="344327"/>
                  </a:lnTo>
                  <a:lnTo>
                    <a:pt x="3622283" y="345033"/>
                  </a:lnTo>
                  <a:lnTo>
                    <a:pt x="3618805" y="346446"/>
                  </a:lnTo>
                  <a:lnTo>
                    <a:pt x="3618631" y="346516"/>
                  </a:lnTo>
                  <a:lnTo>
                    <a:pt x="3615154" y="347929"/>
                  </a:lnTo>
                  <a:lnTo>
                    <a:pt x="3614632" y="348141"/>
                  </a:lnTo>
                  <a:lnTo>
                    <a:pt x="3611676" y="349341"/>
                  </a:lnTo>
                  <a:lnTo>
                    <a:pt x="3609937" y="350048"/>
                  </a:lnTo>
                  <a:lnTo>
                    <a:pt x="3607850" y="350895"/>
                  </a:lnTo>
                  <a:lnTo>
                    <a:pt x="3607328" y="351107"/>
                  </a:lnTo>
                  <a:lnTo>
                    <a:pt x="3605937" y="351673"/>
                  </a:lnTo>
                  <a:lnTo>
                    <a:pt x="3601937" y="353297"/>
                  </a:lnTo>
                  <a:lnTo>
                    <a:pt x="3600720" y="353792"/>
                  </a:lnTo>
                  <a:lnTo>
                    <a:pt x="3600372" y="353933"/>
                  </a:lnTo>
                  <a:lnTo>
                    <a:pt x="3600024" y="354074"/>
                  </a:lnTo>
                  <a:lnTo>
                    <a:pt x="3597068" y="355275"/>
                  </a:lnTo>
                  <a:lnTo>
                    <a:pt x="3595503" y="355911"/>
                  </a:lnTo>
                  <a:lnTo>
                    <a:pt x="3591330" y="357607"/>
                  </a:lnTo>
                  <a:lnTo>
                    <a:pt x="3590634" y="357889"/>
                  </a:lnTo>
                  <a:lnTo>
                    <a:pt x="3588373" y="358808"/>
                  </a:lnTo>
                  <a:lnTo>
                    <a:pt x="3582461" y="361210"/>
                  </a:lnTo>
                  <a:lnTo>
                    <a:pt x="3578983" y="362624"/>
                  </a:lnTo>
                  <a:lnTo>
                    <a:pt x="3574462" y="364461"/>
                  </a:lnTo>
                  <a:lnTo>
                    <a:pt x="3570810" y="365945"/>
                  </a:lnTo>
                  <a:lnTo>
                    <a:pt x="3567506" y="367288"/>
                  </a:lnTo>
                  <a:lnTo>
                    <a:pt x="3567332" y="367358"/>
                  </a:lnTo>
                  <a:lnTo>
                    <a:pt x="3565245" y="368206"/>
                  </a:lnTo>
                  <a:lnTo>
                    <a:pt x="3558985" y="370751"/>
                  </a:lnTo>
                  <a:lnTo>
                    <a:pt x="3550464" y="374214"/>
                  </a:lnTo>
                  <a:lnTo>
                    <a:pt x="3548551" y="374992"/>
                  </a:lnTo>
                  <a:lnTo>
                    <a:pt x="3547681" y="375345"/>
                  </a:lnTo>
                  <a:lnTo>
                    <a:pt x="3544029" y="376830"/>
                  </a:lnTo>
                  <a:lnTo>
                    <a:pt x="3541247" y="377961"/>
                  </a:lnTo>
                  <a:lnTo>
                    <a:pt x="3540204" y="378385"/>
                  </a:lnTo>
                  <a:lnTo>
                    <a:pt x="3535682" y="380223"/>
                  </a:lnTo>
                  <a:lnTo>
                    <a:pt x="3532204" y="381638"/>
                  </a:lnTo>
                  <a:lnTo>
                    <a:pt x="3531683" y="381850"/>
                  </a:lnTo>
                  <a:lnTo>
                    <a:pt x="3527161" y="383688"/>
                  </a:lnTo>
                  <a:lnTo>
                    <a:pt x="3523336" y="385244"/>
                  </a:lnTo>
                  <a:lnTo>
                    <a:pt x="3512206" y="389770"/>
                  </a:lnTo>
                  <a:lnTo>
                    <a:pt x="3509946" y="390689"/>
                  </a:lnTo>
                  <a:lnTo>
                    <a:pt x="3506120" y="392245"/>
                  </a:lnTo>
                  <a:lnTo>
                    <a:pt x="3504729" y="392811"/>
                  </a:lnTo>
                  <a:lnTo>
                    <a:pt x="3503337" y="393377"/>
                  </a:lnTo>
                  <a:lnTo>
                    <a:pt x="3502816" y="393589"/>
                  </a:lnTo>
                  <a:lnTo>
                    <a:pt x="3500555" y="394508"/>
                  </a:lnTo>
                  <a:lnTo>
                    <a:pt x="3496382" y="396206"/>
                  </a:lnTo>
                  <a:lnTo>
                    <a:pt x="3494643" y="396913"/>
                  </a:lnTo>
                  <a:lnTo>
                    <a:pt x="3492730" y="397692"/>
                  </a:lnTo>
                  <a:lnTo>
                    <a:pt x="3490121" y="398753"/>
                  </a:lnTo>
                  <a:lnTo>
                    <a:pt x="3489773" y="398894"/>
                  </a:lnTo>
                  <a:lnTo>
                    <a:pt x="3489426" y="399036"/>
                  </a:lnTo>
                  <a:lnTo>
                    <a:pt x="3487513" y="399814"/>
                  </a:lnTo>
                  <a:lnTo>
                    <a:pt x="3482296" y="401936"/>
                  </a:lnTo>
                  <a:lnTo>
                    <a:pt x="3481948" y="402078"/>
                  </a:lnTo>
                  <a:lnTo>
                    <a:pt x="3480383" y="402715"/>
                  </a:lnTo>
                  <a:lnTo>
                    <a:pt x="3480209" y="402785"/>
                  </a:lnTo>
                  <a:lnTo>
                    <a:pt x="3478818" y="403351"/>
                  </a:lnTo>
                  <a:lnTo>
                    <a:pt x="3478296" y="403564"/>
                  </a:lnTo>
                  <a:lnTo>
                    <a:pt x="3477948" y="403705"/>
                  </a:lnTo>
                  <a:lnTo>
                    <a:pt x="3476209" y="404413"/>
                  </a:lnTo>
                  <a:lnTo>
                    <a:pt x="3474644" y="405050"/>
                  </a:lnTo>
                  <a:lnTo>
                    <a:pt x="3473601" y="405474"/>
                  </a:lnTo>
                  <a:lnTo>
                    <a:pt x="3471514" y="406323"/>
                  </a:lnTo>
                  <a:lnTo>
                    <a:pt x="3470993" y="406536"/>
                  </a:lnTo>
                  <a:lnTo>
                    <a:pt x="3470819" y="406606"/>
                  </a:lnTo>
                  <a:lnTo>
                    <a:pt x="3467167" y="408092"/>
                  </a:lnTo>
                  <a:lnTo>
                    <a:pt x="3461776" y="410286"/>
                  </a:lnTo>
                  <a:lnTo>
                    <a:pt x="3461602" y="410357"/>
                  </a:lnTo>
                  <a:lnTo>
                    <a:pt x="3460037" y="410994"/>
                  </a:lnTo>
                  <a:lnTo>
                    <a:pt x="3459863" y="411065"/>
                  </a:lnTo>
                  <a:lnTo>
                    <a:pt x="3457950" y="411843"/>
                  </a:lnTo>
                  <a:lnTo>
                    <a:pt x="3456037" y="412622"/>
                  </a:lnTo>
                  <a:lnTo>
                    <a:pt x="3452386" y="414108"/>
                  </a:lnTo>
                  <a:lnTo>
                    <a:pt x="3450473" y="414886"/>
                  </a:lnTo>
                  <a:lnTo>
                    <a:pt x="3450125" y="415028"/>
                  </a:lnTo>
                  <a:lnTo>
                    <a:pt x="3448386" y="415736"/>
                  </a:lnTo>
                  <a:lnTo>
                    <a:pt x="3444908" y="417152"/>
                  </a:lnTo>
                  <a:lnTo>
                    <a:pt x="3444734" y="417222"/>
                  </a:lnTo>
                  <a:lnTo>
                    <a:pt x="3441256" y="418638"/>
                  </a:lnTo>
                  <a:lnTo>
                    <a:pt x="3440734" y="418850"/>
                  </a:lnTo>
                  <a:lnTo>
                    <a:pt x="3437778" y="420054"/>
                  </a:lnTo>
                  <a:lnTo>
                    <a:pt x="3436039" y="420762"/>
                  </a:lnTo>
                  <a:lnTo>
                    <a:pt x="3433952" y="421611"/>
                  </a:lnTo>
                  <a:lnTo>
                    <a:pt x="3433431" y="421824"/>
                  </a:lnTo>
                  <a:lnTo>
                    <a:pt x="3432040" y="422390"/>
                  </a:lnTo>
                  <a:lnTo>
                    <a:pt x="3428040" y="424019"/>
                  </a:lnTo>
                  <a:lnTo>
                    <a:pt x="3426823" y="424514"/>
                  </a:lnTo>
                  <a:lnTo>
                    <a:pt x="3426475" y="424656"/>
                  </a:lnTo>
                  <a:lnTo>
                    <a:pt x="3426127" y="424797"/>
                  </a:lnTo>
                  <a:lnTo>
                    <a:pt x="3423171" y="426001"/>
                  </a:lnTo>
                  <a:lnTo>
                    <a:pt x="3421606" y="426638"/>
                  </a:lnTo>
                  <a:lnTo>
                    <a:pt x="3417432" y="428338"/>
                  </a:lnTo>
                  <a:lnTo>
                    <a:pt x="3416737" y="428621"/>
                  </a:lnTo>
                  <a:lnTo>
                    <a:pt x="3414476" y="429542"/>
                  </a:lnTo>
                  <a:lnTo>
                    <a:pt x="3408563" y="431950"/>
                  </a:lnTo>
                  <a:lnTo>
                    <a:pt x="3405085" y="433366"/>
                  </a:lnTo>
                  <a:lnTo>
                    <a:pt x="3400564" y="435207"/>
                  </a:lnTo>
                  <a:lnTo>
                    <a:pt x="3396912" y="436695"/>
                  </a:lnTo>
                  <a:lnTo>
                    <a:pt x="3393608" y="438041"/>
                  </a:lnTo>
                  <a:lnTo>
                    <a:pt x="3393434" y="438112"/>
                  </a:lnTo>
                  <a:lnTo>
                    <a:pt x="3391348" y="438962"/>
                  </a:lnTo>
                  <a:lnTo>
                    <a:pt x="3385087" y="441512"/>
                  </a:lnTo>
                  <a:lnTo>
                    <a:pt x="3376566" y="444984"/>
                  </a:lnTo>
                  <a:lnTo>
                    <a:pt x="3373784" y="446117"/>
                  </a:lnTo>
                  <a:lnTo>
                    <a:pt x="3370132" y="447605"/>
                  </a:lnTo>
                  <a:lnTo>
                    <a:pt x="3367350" y="448739"/>
                  </a:lnTo>
                  <a:lnTo>
                    <a:pt x="3366306" y="449164"/>
                  </a:lnTo>
                  <a:lnTo>
                    <a:pt x="3361785" y="451007"/>
                  </a:lnTo>
                  <a:lnTo>
                    <a:pt x="3358307" y="452424"/>
                  </a:lnTo>
                  <a:lnTo>
                    <a:pt x="3357785" y="452637"/>
                  </a:lnTo>
                  <a:lnTo>
                    <a:pt x="3353264" y="454479"/>
                  </a:lnTo>
                  <a:lnTo>
                    <a:pt x="3349438" y="456039"/>
                  </a:lnTo>
                  <a:lnTo>
                    <a:pt x="3338309" y="460575"/>
                  </a:lnTo>
                  <a:lnTo>
                    <a:pt x="3336048" y="461497"/>
                  </a:lnTo>
                  <a:lnTo>
                    <a:pt x="3332222" y="463057"/>
                  </a:lnTo>
                  <a:lnTo>
                    <a:pt x="3330831" y="463624"/>
                  </a:lnTo>
                  <a:lnTo>
                    <a:pt x="3329440" y="464191"/>
                  </a:lnTo>
                  <a:lnTo>
                    <a:pt x="3328918" y="464404"/>
                  </a:lnTo>
                  <a:lnTo>
                    <a:pt x="3326658" y="465326"/>
                  </a:lnTo>
                  <a:lnTo>
                    <a:pt x="3322484" y="467027"/>
                  </a:lnTo>
                  <a:lnTo>
                    <a:pt x="3320745" y="467736"/>
                  </a:lnTo>
                  <a:lnTo>
                    <a:pt x="3318832" y="468517"/>
                  </a:lnTo>
                  <a:lnTo>
                    <a:pt x="3316224" y="469580"/>
                  </a:lnTo>
                  <a:lnTo>
                    <a:pt x="3315876" y="469722"/>
                  </a:lnTo>
                  <a:lnTo>
                    <a:pt x="3315528" y="469864"/>
                  </a:lnTo>
                  <a:lnTo>
                    <a:pt x="3313615" y="470644"/>
                  </a:lnTo>
                  <a:lnTo>
                    <a:pt x="3308398" y="472772"/>
                  </a:lnTo>
                  <a:lnTo>
                    <a:pt x="3308051" y="472913"/>
                  </a:lnTo>
                  <a:lnTo>
                    <a:pt x="3306486" y="473552"/>
                  </a:lnTo>
                  <a:lnTo>
                    <a:pt x="3306312" y="473623"/>
                  </a:lnTo>
                  <a:lnTo>
                    <a:pt x="3304920" y="474190"/>
                  </a:lnTo>
                  <a:lnTo>
                    <a:pt x="3304399" y="474403"/>
                  </a:lnTo>
                  <a:lnTo>
                    <a:pt x="3304051" y="474545"/>
                  </a:lnTo>
                  <a:lnTo>
                    <a:pt x="3302312" y="475254"/>
                  </a:lnTo>
                  <a:lnTo>
                    <a:pt x="3300747" y="475892"/>
                  </a:lnTo>
                  <a:lnTo>
                    <a:pt x="3299704" y="476318"/>
                  </a:lnTo>
                  <a:lnTo>
                    <a:pt x="3297617" y="477169"/>
                  </a:lnTo>
                  <a:lnTo>
                    <a:pt x="3297095" y="477382"/>
                  </a:lnTo>
                  <a:lnTo>
                    <a:pt x="3296921" y="477453"/>
                  </a:lnTo>
                  <a:lnTo>
                    <a:pt x="3293269" y="478943"/>
                  </a:lnTo>
                  <a:lnTo>
                    <a:pt x="3287879" y="481142"/>
                  </a:lnTo>
                  <a:lnTo>
                    <a:pt x="3287705" y="481213"/>
                  </a:lnTo>
                  <a:lnTo>
                    <a:pt x="3286140" y="481851"/>
                  </a:lnTo>
                  <a:lnTo>
                    <a:pt x="3285966" y="481922"/>
                  </a:lnTo>
                  <a:lnTo>
                    <a:pt x="3284053" y="482703"/>
                  </a:lnTo>
                  <a:lnTo>
                    <a:pt x="3282140" y="483483"/>
                  </a:lnTo>
                  <a:lnTo>
                    <a:pt x="3278488" y="484973"/>
                  </a:lnTo>
                  <a:lnTo>
                    <a:pt x="3276575" y="485754"/>
                  </a:lnTo>
                  <a:lnTo>
                    <a:pt x="3276227" y="485896"/>
                  </a:lnTo>
                  <a:lnTo>
                    <a:pt x="3274488" y="486605"/>
                  </a:lnTo>
                  <a:lnTo>
                    <a:pt x="3271010" y="488024"/>
                  </a:lnTo>
                  <a:lnTo>
                    <a:pt x="3270837" y="488095"/>
                  </a:lnTo>
                  <a:lnTo>
                    <a:pt x="3267359" y="489515"/>
                  </a:lnTo>
                  <a:lnTo>
                    <a:pt x="3266837" y="489728"/>
                  </a:lnTo>
                  <a:lnTo>
                    <a:pt x="3263881" y="490934"/>
                  </a:lnTo>
                  <a:lnTo>
                    <a:pt x="3262142" y="491644"/>
                  </a:lnTo>
                  <a:lnTo>
                    <a:pt x="3260055" y="492495"/>
                  </a:lnTo>
                  <a:lnTo>
                    <a:pt x="3259533" y="492708"/>
                  </a:lnTo>
                  <a:lnTo>
                    <a:pt x="3258142" y="493276"/>
                  </a:lnTo>
                  <a:lnTo>
                    <a:pt x="3254142" y="494909"/>
                  </a:lnTo>
                  <a:lnTo>
                    <a:pt x="3252925" y="495406"/>
                  </a:lnTo>
                  <a:lnTo>
                    <a:pt x="3252577" y="495547"/>
                  </a:lnTo>
                  <a:lnTo>
                    <a:pt x="3252230" y="495689"/>
                  </a:lnTo>
                  <a:lnTo>
                    <a:pt x="3249273" y="496896"/>
                  </a:lnTo>
                  <a:lnTo>
                    <a:pt x="3247708" y="497535"/>
                  </a:lnTo>
                  <a:lnTo>
                    <a:pt x="3243535" y="499239"/>
                  </a:lnTo>
                  <a:lnTo>
                    <a:pt x="3242839" y="499523"/>
                  </a:lnTo>
                  <a:lnTo>
                    <a:pt x="3240578" y="500446"/>
                  </a:lnTo>
                  <a:lnTo>
                    <a:pt x="3234666" y="502860"/>
                  </a:lnTo>
                  <a:lnTo>
                    <a:pt x="3231188" y="504280"/>
                  </a:lnTo>
                  <a:lnTo>
                    <a:pt x="3226667" y="506126"/>
                  </a:lnTo>
                  <a:lnTo>
                    <a:pt x="3223015" y="507617"/>
                  </a:lnTo>
                  <a:lnTo>
                    <a:pt x="3219711" y="508967"/>
                  </a:lnTo>
                  <a:lnTo>
                    <a:pt x="3219537" y="509038"/>
                  </a:lnTo>
                  <a:lnTo>
                    <a:pt x="3217450" y="509890"/>
                  </a:lnTo>
                  <a:lnTo>
                    <a:pt x="3211190" y="512447"/>
                  </a:lnTo>
                  <a:lnTo>
                    <a:pt x="3202669" y="515928"/>
                  </a:lnTo>
                  <a:lnTo>
                    <a:pt x="3200756" y="516709"/>
                  </a:lnTo>
                  <a:lnTo>
                    <a:pt x="3199886" y="517064"/>
                  </a:lnTo>
                  <a:lnTo>
                    <a:pt x="3196235" y="518556"/>
                  </a:lnTo>
                  <a:lnTo>
                    <a:pt x="3193452" y="519693"/>
                  </a:lnTo>
                  <a:lnTo>
                    <a:pt x="3192409" y="520119"/>
                  </a:lnTo>
                  <a:lnTo>
                    <a:pt x="3187888" y="521967"/>
                  </a:lnTo>
                  <a:lnTo>
                    <a:pt x="3184410" y="523388"/>
                  </a:lnTo>
                  <a:lnTo>
                    <a:pt x="3183888" y="523601"/>
                  </a:lnTo>
                  <a:lnTo>
                    <a:pt x="3179367" y="525449"/>
                  </a:lnTo>
                  <a:lnTo>
                    <a:pt x="3175541" y="527012"/>
                  </a:lnTo>
                  <a:lnTo>
                    <a:pt x="3164411" y="531561"/>
                  </a:lnTo>
                  <a:lnTo>
                    <a:pt x="3162151" y="532485"/>
                  </a:lnTo>
                  <a:lnTo>
                    <a:pt x="3158325" y="534049"/>
                  </a:lnTo>
                  <a:lnTo>
                    <a:pt x="3156934" y="534618"/>
                  </a:lnTo>
                  <a:lnTo>
                    <a:pt x="3155543" y="535186"/>
                  </a:lnTo>
                  <a:lnTo>
                    <a:pt x="3155021" y="535400"/>
                  </a:lnTo>
                  <a:lnTo>
                    <a:pt x="3152760" y="536324"/>
                  </a:lnTo>
                  <a:lnTo>
                    <a:pt x="3148587" y="538030"/>
                  </a:lnTo>
                  <a:lnTo>
                    <a:pt x="3146848" y="538741"/>
                  </a:lnTo>
                  <a:lnTo>
                    <a:pt x="3144935" y="539523"/>
                  </a:lnTo>
                  <a:lnTo>
                    <a:pt x="3142326" y="540590"/>
                  </a:lnTo>
                  <a:lnTo>
                    <a:pt x="3141979" y="540732"/>
                  </a:lnTo>
                  <a:lnTo>
                    <a:pt x="3141631" y="540874"/>
                  </a:lnTo>
                  <a:lnTo>
                    <a:pt x="3139718" y="541657"/>
                  </a:lnTo>
                  <a:lnTo>
                    <a:pt x="3134501" y="543790"/>
                  </a:lnTo>
                  <a:lnTo>
                    <a:pt x="3134153" y="543932"/>
                  </a:lnTo>
                  <a:lnTo>
                    <a:pt x="3132588" y="544572"/>
                  </a:lnTo>
                  <a:lnTo>
                    <a:pt x="3132414" y="544644"/>
                  </a:lnTo>
                  <a:lnTo>
                    <a:pt x="3131023" y="545213"/>
                  </a:lnTo>
                  <a:lnTo>
                    <a:pt x="3130501" y="545426"/>
                  </a:lnTo>
                  <a:lnTo>
                    <a:pt x="3130154" y="545568"/>
                  </a:lnTo>
                  <a:lnTo>
                    <a:pt x="3128415" y="546279"/>
                  </a:lnTo>
                  <a:lnTo>
                    <a:pt x="3126849" y="546920"/>
                  </a:lnTo>
                  <a:lnTo>
                    <a:pt x="3125806" y="547346"/>
                  </a:lnTo>
                  <a:lnTo>
                    <a:pt x="3123719" y="548200"/>
                  </a:lnTo>
                  <a:lnTo>
                    <a:pt x="3123198" y="548413"/>
                  </a:lnTo>
                  <a:lnTo>
                    <a:pt x="3123024" y="548484"/>
                  </a:lnTo>
                  <a:lnTo>
                    <a:pt x="3119372" y="549978"/>
                  </a:lnTo>
                  <a:lnTo>
                    <a:pt x="3113981" y="552183"/>
                  </a:lnTo>
                  <a:lnTo>
                    <a:pt x="3113807" y="552255"/>
                  </a:lnTo>
                  <a:lnTo>
                    <a:pt x="3112242" y="552895"/>
                  </a:lnTo>
                  <a:lnTo>
                    <a:pt x="3112068" y="552966"/>
                  </a:lnTo>
                  <a:lnTo>
                    <a:pt x="3110155" y="553749"/>
                  </a:lnTo>
                  <a:lnTo>
                    <a:pt x="3108242" y="554531"/>
                  </a:lnTo>
                  <a:lnTo>
                    <a:pt x="3104591" y="556025"/>
                  </a:lnTo>
                  <a:lnTo>
                    <a:pt x="3102678" y="556808"/>
                  </a:lnTo>
                  <a:lnTo>
                    <a:pt x="3102330" y="556950"/>
                  </a:lnTo>
                  <a:lnTo>
                    <a:pt x="3100591" y="557662"/>
                  </a:lnTo>
                  <a:lnTo>
                    <a:pt x="3097113" y="559085"/>
                  </a:lnTo>
                  <a:lnTo>
                    <a:pt x="3096939" y="559156"/>
                  </a:lnTo>
                  <a:lnTo>
                    <a:pt x="3093461" y="560580"/>
                  </a:lnTo>
                  <a:lnTo>
                    <a:pt x="3092939" y="560793"/>
                  </a:lnTo>
                  <a:lnTo>
                    <a:pt x="3089983" y="562003"/>
                  </a:lnTo>
                  <a:lnTo>
                    <a:pt x="3088244" y="562715"/>
                  </a:lnTo>
                  <a:lnTo>
                    <a:pt x="3086157" y="563569"/>
                  </a:lnTo>
                  <a:lnTo>
                    <a:pt x="3085636" y="563782"/>
                  </a:lnTo>
                  <a:lnTo>
                    <a:pt x="3084245" y="564352"/>
                  </a:lnTo>
                  <a:lnTo>
                    <a:pt x="3080245" y="565989"/>
                  </a:lnTo>
                  <a:lnTo>
                    <a:pt x="3079028" y="566487"/>
                  </a:lnTo>
                  <a:lnTo>
                    <a:pt x="3078680" y="566630"/>
                  </a:lnTo>
                  <a:lnTo>
                    <a:pt x="3078332" y="566772"/>
                  </a:lnTo>
                  <a:lnTo>
                    <a:pt x="3075376" y="567982"/>
                  </a:lnTo>
                  <a:lnTo>
                    <a:pt x="3073811" y="568623"/>
                  </a:lnTo>
                  <a:lnTo>
                    <a:pt x="3069637" y="570332"/>
                  </a:lnTo>
                  <a:lnTo>
                    <a:pt x="3068942" y="570616"/>
                  </a:lnTo>
                  <a:lnTo>
                    <a:pt x="3066681" y="571542"/>
                  </a:lnTo>
                  <a:lnTo>
                    <a:pt x="3060768" y="573963"/>
                  </a:lnTo>
                  <a:lnTo>
                    <a:pt x="3057291" y="575387"/>
                  </a:lnTo>
                  <a:lnTo>
                    <a:pt x="3052769" y="577239"/>
                  </a:lnTo>
                  <a:lnTo>
                    <a:pt x="3049117" y="578734"/>
                  </a:lnTo>
                  <a:lnTo>
                    <a:pt x="3045813" y="580088"/>
                  </a:lnTo>
                  <a:lnTo>
                    <a:pt x="3045639" y="580159"/>
                  </a:lnTo>
                  <a:lnTo>
                    <a:pt x="3043553" y="581013"/>
                  </a:lnTo>
                  <a:lnTo>
                    <a:pt x="3037292" y="583578"/>
                  </a:lnTo>
                  <a:lnTo>
                    <a:pt x="3028771" y="587069"/>
                  </a:lnTo>
                  <a:lnTo>
                    <a:pt x="3026858" y="587852"/>
                  </a:lnTo>
                  <a:lnTo>
                    <a:pt x="3025989" y="588209"/>
                  </a:lnTo>
                  <a:lnTo>
                    <a:pt x="3022337" y="589705"/>
                  </a:lnTo>
                  <a:lnTo>
                    <a:pt x="3019555" y="590845"/>
                  </a:lnTo>
                  <a:lnTo>
                    <a:pt x="3013990" y="593126"/>
                  </a:lnTo>
                  <a:lnTo>
                    <a:pt x="3010512" y="594551"/>
                  </a:lnTo>
                  <a:lnTo>
                    <a:pt x="3009990" y="594765"/>
                  </a:lnTo>
                  <a:lnTo>
                    <a:pt x="3005469" y="596618"/>
                  </a:lnTo>
                  <a:lnTo>
                    <a:pt x="3001643" y="598186"/>
                  </a:lnTo>
                  <a:lnTo>
                    <a:pt x="2990514" y="602749"/>
                  </a:lnTo>
                  <a:lnTo>
                    <a:pt x="2988253" y="603675"/>
                  </a:lnTo>
                  <a:lnTo>
                    <a:pt x="2984427" y="605244"/>
                  </a:lnTo>
                  <a:lnTo>
                    <a:pt x="2983036" y="605815"/>
                  </a:lnTo>
                  <a:lnTo>
                    <a:pt x="2981645" y="606385"/>
                  </a:lnTo>
                  <a:lnTo>
                    <a:pt x="2981123" y="606599"/>
                  </a:lnTo>
                  <a:lnTo>
                    <a:pt x="2978863" y="607526"/>
                  </a:lnTo>
                  <a:lnTo>
                    <a:pt x="2974689" y="609238"/>
                  </a:lnTo>
                  <a:lnTo>
                    <a:pt x="2972950" y="609951"/>
                  </a:lnTo>
                  <a:lnTo>
                    <a:pt x="2971037" y="610735"/>
                  </a:lnTo>
                  <a:lnTo>
                    <a:pt x="2968429" y="611805"/>
                  </a:lnTo>
                  <a:lnTo>
                    <a:pt x="2968081" y="611948"/>
                  </a:lnTo>
                  <a:lnTo>
                    <a:pt x="2967733" y="612090"/>
                  </a:lnTo>
                  <a:lnTo>
                    <a:pt x="2965820" y="612875"/>
                  </a:lnTo>
                  <a:lnTo>
                    <a:pt x="2960604" y="615015"/>
                  </a:lnTo>
                  <a:lnTo>
                    <a:pt x="2960256" y="615158"/>
                  </a:lnTo>
                  <a:lnTo>
                    <a:pt x="2958691" y="615800"/>
                  </a:lnTo>
                  <a:lnTo>
                    <a:pt x="2958517" y="615871"/>
                  </a:lnTo>
                  <a:lnTo>
                    <a:pt x="2957126" y="616442"/>
                  </a:lnTo>
                  <a:lnTo>
                    <a:pt x="2956604" y="616656"/>
                  </a:lnTo>
                  <a:lnTo>
                    <a:pt x="2956256" y="616798"/>
                  </a:lnTo>
                  <a:lnTo>
                    <a:pt x="2954517" y="617512"/>
                  </a:lnTo>
                  <a:lnTo>
                    <a:pt x="2952952" y="618154"/>
                  </a:lnTo>
                  <a:lnTo>
                    <a:pt x="2951909" y="618582"/>
                  </a:lnTo>
                  <a:lnTo>
                    <a:pt x="2949822" y="619438"/>
                  </a:lnTo>
                  <a:lnTo>
                    <a:pt x="2949300" y="619652"/>
                  </a:lnTo>
                  <a:lnTo>
                    <a:pt x="2949126" y="619724"/>
                  </a:lnTo>
                  <a:lnTo>
                    <a:pt x="2945474" y="621222"/>
                  </a:lnTo>
                  <a:lnTo>
                    <a:pt x="2940084" y="623434"/>
                  </a:lnTo>
                  <a:lnTo>
                    <a:pt x="2938345" y="624148"/>
                  </a:lnTo>
                  <a:lnTo>
                    <a:pt x="2938171" y="624219"/>
                  </a:lnTo>
                  <a:lnTo>
                    <a:pt x="2936258" y="625004"/>
                  </a:lnTo>
                  <a:lnTo>
                    <a:pt x="2934345" y="625789"/>
                  </a:lnTo>
                  <a:lnTo>
                    <a:pt x="2930693" y="627288"/>
                  </a:lnTo>
                  <a:lnTo>
                    <a:pt x="2928780" y="628073"/>
                  </a:lnTo>
                  <a:lnTo>
                    <a:pt x="2928433" y="628216"/>
                  </a:lnTo>
                  <a:lnTo>
                    <a:pt x="2926694" y="628930"/>
                  </a:lnTo>
                  <a:lnTo>
                    <a:pt x="2923216" y="630358"/>
                  </a:lnTo>
                  <a:lnTo>
                    <a:pt x="2923042" y="630429"/>
                  </a:lnTo>
                  <a:lnTo>
                    <a:pt x="2919564" y="631857"/>
                  </a:lnTo>
                  <a:lnTo>
                    <a:pt x="2919042" y="632071"/>
                  </a:lnTo>
                  <a:lnTo>
                    <a:pt x="2916086" y="633285"/>
                  </a:lnTo>
                  <a:lnTo>
                    <a:pt x="2914347" y="633999"/>
                  </a:lnTo>
                  <a:lnTo>
                    <a:pt x="2912260" y="634855"/>
                  </a:lnTo>
                  <a:lnTo>
                    <a:pt x="2911738" y="635070"/>
                  </a:lnTo>
                  <a:lnTo>
                    <a:pt x="2910347" y="635641"/>
                  </a:lnTo>
                  <a:lnTo>
                    <a:pt x="2906348" y="637283"/>
                  </a:lnTo>
                  <a:lnTo>
                    <a:pt x="2905130" y="637783"/>
                  </a:lnTo>
                  <a:lnTo>
                    <a:pt x="2904782" y="637926"/>
                  </a:lnTo>
                  <a:lnTo>
                    <a:pt x="2904435" y="638069"/>
                  </a:lnTo>
                  <a:lnTo>
                    <a:pt x="2901478" y="639283"/>
                  </a:lnTo>
                  <a:lnTo>
                    <a:pt x="2899913" y="639926"/>
                  </a:lnTo>
                  <a:lnTo>
                    <a:pt x="2895740" y="641640"/>
                  </a:lnTo>
                  <a:lnTo>
                    <a:pt x="2895044" y="641925"/>
                  </a:lnTo>
                  <a:lnTo>
                    <a:pt x="2892784" y="642854"/>
                  </a:lnTo>
                  <a:lnTo>
                    <a:pt x="2886871" y="645283"/>
                  </a:lnTo>
                  <a:lnTo>
                    <a:pt x="2883393" y="646711"/>
                  </a:lnTo>
                  <a:lnTo>
                    <a:pt x="2878872" y="648569"/>
                  </a:lnTo>
                  <a:lnTo>
                    <a:pt x="2875220" y="650069"/>
                  </a:lnTo>
                  <a:lnTo>
                    <a:pt x="2871916" y="651427"/>
                  </a:lnTo>
                  <a:lnTo>
                    <a:pt x="2871742" y="651498"/>
                  </a:lnTo>
                  <a:lnTo>
                    <a:pt x="2869655" y="652356"/>
                  </a:lnTo>
                  <a:lnTo>
                    <a:pt x="2863395" y="654929"/>
                  </a:lnTo>
                  <a:lnTo>
                    <a:pt x="2854874" y="658431"/>
                  </a:lnTo>
                  <a:lnTo>
                    <a:pt x="2852961" y="659217"/>
                  </a:lnTo>
                  <a:lnTo>
                    <a:pt x="2852092" y="659575"/>
                  </a:lnTo>
                  <a:lnTo>
                    <a:pt x="2848440" y="661076"/>
                  </a:lnTo>
                  <a:lnTo>
                    <a:pt x="2845657" y="662220"/>
                  </a:lnTo>
                  <a:lnTo>
                    <a:pt x="2844614" y="662649"/>
                  </a:lnTo>
                  <a:lnTo>
                    <a:pt x="2840093" y="664508"/>
                  </a:lnTo>
                  <a:lnTo>
                    <a:pt x="2836615" y="665938"/>
                  </a:lnTo>
                  <a:lnTo>
                    <a:pt x="2836093" y="666152"/>
                  </a:lnTo>
                  <a:lnTo>
                    <a:pt x="2831572" y="668012"/>
                  </a:lnTo>
                  <a:lnTo>
                    <a:pt x="2827746" y="669585"/>
                  </a:lnTo>
                  <a:lnTo>
                    <a:pt x="2816616" y="674163"/>
                  </a:lnTo>
                  <a:lnTo>
                    <a:pt x="2814356" y="675093"/>
                  </a:lnTo>
                  <a:lnTo>
                    <a:pt x="2810530" y="676667"/>
                  </a:lnTo>
                  <a:lnTo>
                    <a:pt x="2809139" y="677239"/>
                  </a:lnTo>
                  <a:lnTo>
                    <a:pt x="2807748" y="677812"/>
                  </a:lnTo>
                  <a:lnTo>
                    <a:pt x="2807226" y="678026"/>
                  </a:lnTo>
                  <a:lnTo>
                    <a:pt x="2804965" y="678956"/>
                  </a:lnTo>
                  <a:lnTo>
                    <a:pt x="2800792" y="680674"/>
                  </a:lnTo>
                  <a:lnTo>
                    <a:pt x="2799053" y="681389"/>
                  </a:lnTo>
                  <a:lnTo>
                    <a:pt x="2797140" y="682177"/>
                  </a:lnTo>
                  <a:lnTo>
                    <a:pt x="2794531" y="683250"/>
                  </a:lnTo>
                  <a:lnTo>
                    <a:pt x="2794184" y="683393"/>
                  </a:lnTo>
                  <a:lnTo>
                    <a:pt x="2793836" y="683536"/>
                  </a:lnTo>
                  <a:lnTo>
                    <a:pt x="2791923" y="684324"/>
                  </a:lnTo>
                  <a:lnTo>
                    <a:pt x="2786706" y="686471"/>
                  </a:lnTo>
                  <a:lnTo>
                    <a:pt x="2786358" y="686614"/>
                  </a:lnTo>
                  <a:lnTo>
                    <a:pt x="2784793" y="687258"/>
                  </a:lnTo>
                  <a:lnTo>
                    <a:pt x="2784619" y="687330"/>
                  </a:lnTo>
                  <a:lnTo>
                    <a:pt x="2783228" y="687902"/>
                  </a:lnTo>
                  <a:lnTo>
                    <a:pt x="2782706" y="688117"/>
                  </a:lnTo>
                  <a:lnTo>
                    <a:pt x="2782359" y="688260"/>
                  </a:lnTo>
                  <a:lnTo>
                    <a:pt x="2780620" y="688976"/>
                  </a:lnTo>
                  <a:lnTo>
                    <a:pt x="2778011" y="690050"/>
                  </a:lnTo>
                  <a:lnTo>
                    <a:pt x="2775924" y="690909"/>
                  </a:lnTo>
                  <a:lnTo>
                    <a:pt x="2775403" y="691124"/>
                  </a:lnTo>
                  <a:lnTo>
                    <a:pt x="2775229" y="691196"/>
                  </a:lnTo>
                  <a:lnTo>
                    <a:pt x="2771577" y="692699"/>
                  </a:lnTo>
                  <a:lnTo>
                    <a:pt x="2766186" y="694919"/>
                  </a:lnTo>
                  <a:lnTo>
                    <a:pt x="2766012" y="694991"/>
                  </a:lnTo>
                  <a:lnTo>
                    <a:pt x="2764447" y="695635"/>
                  </a:lnTo>
                  <a:lnTo>
                    <a:pt x="2764273" y="695707"/>
                  </a:lnTo>
                  <a:lnTo>
                    <a:pt x="2762360" y="696495"/>
                  </a:lnTo>
                  <a:lnTo>
                    <a:pt x="2760448" y="697282"/>
                  </a:lnTo>
                  <a:lnTo>
                    <a:pt x="2756796" y="698786"/>
                  </a:lnTo>
                  <a:lnTo>
                    <a:pt x="2754883" y="699574"/>
                  </a:lnTo>
                  <a:lnTo>
                    <a:pt x="2754535" y="699718"/>
                  </a:lnTo>
                  <a:lnTo>
                    <a:pt x="2752796" y="700434"/>
                  </a:lnTo>
                  <a:lnTo>
                    <a:pt x="2749318" y="701866"/>
                  </a:lnTo>
                  <a:lnTo>
                    <a:pt x="2749144" y="701938"/>
                  </a:lnTo>
                  <a:lnTo>
                    <a:pt x="2745666" y="703371"/>
                  </a:lnTo>
                  <a:lnTo>
                    <a:pt x="2745145" y="703586"/>
                  </a:lnTo>
                  <a:lnTo>
                    <a:pt x="2742188" y="704804"/>
                  </a:lnTo>
                  <a:lnTo>
                    <a:pt x="2740449" y="705520"/>
                  </a:lnTo>
                  <a:lnTo>
                    <a:pt x="2738363" y="706380"/>
                  </a:lnTo>
                  <a:lnTo>
                    <a:pt x="2737841" y="706595"/>
                  </a:lnTo>
                  <a:lnTo>
                    <a:pt x="2736450" y="707168"/>
                  </a:lnTo>
                  <a:lnTo>
                    <a:pt x="2732450" y="708816"/>
                  </a:lnTo>
                  <a:lnTo>
                    <a:pt x="2731233" y="709318"/>
                  </a:lnTo>
                  <a:lnTo>
                    <a:pt x="2730885" y="709461"/>
                  </a:lnTo>
                  <a:lnTo>
                    <a:pt x="2730537" y="709605"/>
                  </a:lnTo>
                  <a:lnTo>
                    <a:pt x="2727581" y="710823"/>
                  </a:lnTo>
                  <a:lnTo>
                    <a:pt x="2726016" y="711468"/>
                  </a:lnTo>
                  <a:lnTo>
                    <a:pt x="2721842" y="713188"/>
                  </a:lnTo>
                  <a:lnTo>
                    <a:pt x="2721147" y="713475"/>
                  </a:lnTo>
                  <a:lnTo>
                    <a:pt x="2718886" y="714407"/>
                  </a:lnTo>
                  <a:lnTo>
                    <a:pt x="2712974" y="716844"/>
                  </a:lnTo>
                  <a:lnTo>
                    <a:pt x="2709496" y="718278"/>
                  </a:lnTo>
                  <a:lnTo>
                    <a:pt x="2704974" y="720142"/>
                  </a:lnTo>
                  <a:lnTo>
                    <a:pt x="2701322" y="721648"/>
                  </a:lnTo>
                  <a:lnTo>
                    <a:pt x="2698018" y="723011"/>
                  </a:lnTo>
                  <a:lnTo>
                    <a:pt x="2697844" y="723082"/>
                  </a:lnTo>
                  <a:lnTo>
                    <a:pt x="2695758" y="723943"/>
                  </a:lnTo>
                  <a:lnTo>
                    <a:pt x="2689497" y="726525"/>
                  </a:lnTo>
                  <a:lnTo>
                    <a:pt x="2680976" y="730040"/>
                  </a:lnTo>
                  <a:lnTo>
                    <a:pt x="2679064" y="730829"/>
                  </a:lnTo>
                  <a:lnTo>
                    <a:pt x="2678194" y="731188"/>
                  </a:lnTo>
                  <a:lnTo>
                    <a:pt x="2674542" y="732694"/>
                  </a:lnTo>
                  <a:lnTo>
                    <a:pt x="2671760" y="733842"/>
                  </a:lnTo>
                  <a:lnTo>
                    <a:pt x="2670716" y="734273"/>
                  </a:lnTo>
                  <a:lnTo>
                    <a:pt x="2666195" y="736139"/>
                  </a:lnTo>
                  <a:lnTo>
                    <a:pt x="2662717" y="737574"/>
                  </a:lnTo>
                  <a:lnTo>
                    <a:pt x="2662196" y="737789"/>
                  </a:lnTo>
                  <a:lnTo>
                    <a:pt x="2657674" y="739656"/>
                  </a:lnTo>
                  <a:lnTo>
                    <a:pt x="2653848" y="741235"/>
                  </a:lnTo>
                  <a:lnTo>
                    <a:pt x="2642719" y="745829"/>
                  </a:lnTo>
                  <a:lnTo>
                    <a:pt x="2640458" y="746763"/>
                  </a:lnTo>
                  <a:lnTo>
                    <a:pt x="2636633" y="748343"/>
                  </a:lnTo>
                  <a:lnTo>
                    <a:pt x="2635241" y="748917"/>
                  </a:lnTo>
                  <a:lnTo>
                    <a:pt x="2633850" y="749492"/>
                  </a:lnTo>
                  <a:lnTo>
                    <a:pt x="2631068" y="750641"/>
                  </a:lnTo>
                  <a:lnTo>
                    <a:pt x="2626894" y="752365"/>
                  </a:lnTo>
                  <a:lnTo>
                    <a:pt x="2625155" y="753083"/>
                  </a:lnTo>
                  <a:lnTo>
                    <a:pt x="2623242" y="753873"/>
                  </a:lnTo>
                  <a:lnTo>
                    <a:pt x="2620634" y="754951"/>
                  </a:lnTo>
                  <a:lnTo>
                    <a:pt x="2620286" y="755094"/>
                  </a:lnTo>
                  <a:lnTo>
                    <a:pt x="2619938" y="755238"/>
                  </a:lnTo>
                  <a:lnTo>
                    <a:pt x="2618026" y="756028"/>
                  </a:lnTo>
                  <a:lnTo>
                    <a:pt x="2612809" y="758183"/>
                  </a:lnTo>
                  <a:lnTo>
                    <a:pt x="2612461" y="758327"/>
                  </a:lnTo>
                  <a:lnTo>
                    <a:pt x="2610896" y="758974"/>
                  </a:lnTo>
                  <a:lnTo>
                    <a:pt x="2610722" y="759046"/>
                  </a:lnTo>
                  <a:lnTo>
                    <a:pt x="2609331" y="759621"/>
                  </a:lnTo>
                  <a:lnTo>
                    <a:pt x="2608809" y="759836"/>
                  </a:lnTo>
                  <a:lnTo>
                    <a:pt x="2608461" y="759980"/>
                  </a:lnTo>
                  <a:lnTo>
                    <a:pt x="2606722" y="760698"/>
                  </a:lnTo>
                  <a:lnTo>
                    <a:pt x="2605157" y="761345"/>
                  </a:lnTo>
                  <a:lnTo>
                    <a:pt x="2604114" y="761776"/>
                  </a:lnTo>
                  <a:lnTo>
                    <a:pt x="2602027" y="762639"/>
                  </a:lnTo>
                  <a:lnTo>
                    <a:pt x="2601505" y="762854"/>
                  </a:lnTo>
                  <a:lnTo>
                    <a:pt x="2601331" y="762926"/>
                  </a:lnTo>
                  <a:lnTo>
                    <a:pt x="2597680" y="764435"/>
                  </a:lnTo>
                  <a:lnTo>
                    <a:pt x="2592289" y="766664"/>
                  </a:lnTo>
                  <a:lnTo>
                    <a:pt x="2592115" y="766736"/>
                  </a:lnTo>
                  <a:lnTo>
                    <a:pt x="2590550" y="767383"/>
                  </a:lnTo>
                  <a:lnTo>
                    <a:pt x="2590376" y="767454"/>
                  </a:lnTo>
                  <a:lnTo>
                    <a:pt x="2588463" y="768245"/>
                  </a:lnTo>
                  <a:lnTo>
                    <a:pt x="2586550" y="769036"/>
                  </a:lnTo>
                  <a:lnTo>
                    <a:pt x="2582898" y="770546"/>
                  </a:lnTo>
                  <a:lnTo>
                    <a:pt x="2580985" y="771337"/>
                  </a:lnTo>
                  <a:lnTo>
                    <a:pt x="2580638" y="771481"/>
                  </a:lnTo>
                  <a:lnTo>
                    <a:pt x="2578899" y="772200"/>
                  </a:lnTo>
                  <a:lnTo>
                    <a:pt x="2575421" y="773638"/>
                  </a:lnTo>
                  <a:lnTo>
                    <a:pt x="2575247" y="773710"/>
                  </a:lnTo>
                  <a:lnTo>
                    <a:pt x="2571769" y="775148"/>
                  </a:lnTo>
                  <a:lnTo>
                    <a:pt x="2571247" y="775364"/>
                  </a:lnTo>
                  <a:lnTo>
                    <a:pt x="2568291" y="776586"/>
                  </a:lnTo>
                  <a:lnTo>
                    <a:pt x="2566552" y="777306"/>
                  </a:lnTo>
                  <a:lnTo>
                    <a:pt x="2564465" y="778169"/>
                  </a:lnTo>
                  <a:lnTo>
                    <a:pt x="2563943" y="778385"/>
                  </a:lnTo>
                  <a:lnTo>
                    <a:pt x="2562552" y="778960"/>
                  </a:lnTo>
                  <a:lnTo>
                    <a:pt x="2558553" y="780614"/>
                  </a:lnTo>
                  <a:lnTo>
                    <a:pt x="2557335" y="781118"/>
                  </a:lnTo>
                  <a:lnTo>
                    <a:pt x="2556988" y="781262"/>
                  </a:lnTo>
                  <a:lnTo>
                    <a:pt x="2556640" y="781406"/>
                  </a:lnTo>
                  <a:lnTo>
                    <a:pt x="2553684" y="782629"/>
                  </a:lnTo>
                  <a:lnTo>
                    <a:pt x="2552118" y="783276"/>
                  </a:lnTo>
                  <a:lnTo>
                    <a:pt x="2547945" y="785003"/>
                  </a:lnTo>
                  <a:lnTo>
                    <a:pt x="2547249" y="785291"/>
                  </a:lnTo>
                  <a:lnTo>
                    <a:pt x="2544989" y="786227"/>
                  </a:lnTo>
                  <a:lnTo>
                    <a:pt x="2539076" y="788674"/>
                  </a:lnTo>
                  <a:lnTo>
                    <a:pt x="2535598" y="790113"/>
                  </a:lnTo>
                  <a:lnTo>
                    <a:pt x="2531077" y="791985"/>
                  </a:lnTo>
                  <a:lnTo>
                    <a:pt x="2527425" y="793496"/>
                  </a:lnTo>
                  <a:lnTo>
                    <a:pt x="2524121" y="794864"/>
                  </a:lnTo>
                  <a:lnTo>
                    <a:pt x="2523947" y="794936"/>
                  </a:lnTo>
                  <a:lnTo>
                    <a:pt x="2521860" y="795800"/>
                  </a:lnTo>
                  <a:lnTo>
                    <a:pt x="2515600" y="798392"/>
                  </a:lnTo>
                  <a:lnTo>
                    <a:pt x="2507079" y="801921"/>
                  </a:lnTo>
                  <a:lnTo>
                    <a:pt x="2505166" y="802714"/>
                  </a:lnTo>
                  <a:lnTo>
                    <a:pt x="2504297" y="803074"/>
                  </a:lnTo>
                  <a:lnTo>
                    <a:pt x="2500645" y="804587"/>
                  </a:lnTo>
                  <a:lnTo>
                    <a:pt x="2497862" y="805739"/>
                  </a:lnTo>
                  <a:lnTo>
                    <a:pt x="2496819" y="806171"/>
                  </a:lnTo>
                  <a:lnTo>
                    <a:pt x="2492298" y="808045"/>
                  </a:lnTo>
                  <a:lnTo>
                    <a:pt x="2488820" y="809486"/>
                  </a:lnTo>
                  <a:lnTo>
                    <a:pt x="2488298" y="809702"/>
                  </a:lnTo>
                  <a:lnTo>
                    <a:pt x="2483777" y="811576"/>
                  </a:lnTo>
                  <a:lnTo>
                    <a:pt x="2479951" y="813161"/>
                  </a:lnTo>
                  <a:lnTo>
                    <a:pt x="2468822" y="817775"/>
                  </a:lnTo>
                  <a:lnTo>
                    <a:pt x="2466561" y="818712"/>
                  </a:lnTo>
                  <a:lnTo>
                    <a:pt x="2462735" y="820298"/>
                  </a:lnTo>
                  <a:lnTo>
                    <a:pt x="2461344" y="820875"/>
                  </a:lnTo>
                  <a:lnTo>
                    <a:pt x="2459953" y="821452"/>
                  </a:lnTo>
                  <a:lnTo>
                    <a:pt x="2459431" y="821668"/>
                  </a:lnTo>
                  <a:lnTo>
                    <a:pt x="2457170" y="822605"/>
                  </a:lnTo>
                  <a:lnTo>
                    <a:pt x="2452997" y="824336"/>
                  </a:lnTo>
                  <a:lnTo>
                    <a:pt x="2451258" y="825057"/>
                  </a:lnTo>
                  <a:lnTo>
                    <a:pt x="2449345" y="825851"/>
                  </a:lnTo>
                  <a:lnTo>
                    <a:pt x="2446737" y="826933"/>
                  </a:lnTo>
                  <a:lnTo>
                    <a:pt x="2446389" y="827077"/>
                  </a:lnTo>
                  <a:lnTo>
                    <a:pt x="2446041" y="827221"/>
                  </a:lnTo>
                  <a:lnTo>
                    <a:pt x="2444128" y="828015"/>
                  </a:lnTo>
                  <a:lnTo>
                    <a:pt x="2438911" y="830179"/>
                  </a:lnTo>
                  <a:lnTo>
                    <a:pt x="2438563" y="830323"/>
                  </a:lnTo>
                  <a:lnTo>
                    <a:pt x="2436998" y="830973"/>
                  </a:lnTo>
                  <a:lnTo>
                    <a:pt x="2436824" y="831045"/>
                  </a:lnTo>
                  <a:lnTo>
                    <a:pt x="2435433" y="831622"/>
                  </a:lnTo>
                  <a:lnTo>
                    <a:pt x="2434912" y="831838"/>
                  </a:lnTo>
                  <a:lnTo>
                    <a:pt x="2434564" y="831983"/>
                  </a:lnTo>
                  <a:lnTo>
                    <a:pt x="2432825" y="832704"/>
                  </a:lnTo>
                  <a:lnTo>
                    <a:pt x="2431260" y="833354"/>
                  </a:lnTo>
                  <a:lnTo>
                    <a:pt x="2430216" y="833787"/>
                  </a:lnTo>
                  <a:lnTo>
                    <a:pt x="2428130" y="834653"/>
                  </a:lnTo>
                  <a:lnTo>
                    <a:pt x="2427608" y="834869"/>
                  </a:lnTo>
                  <a:lnTo>
                    <a:pt x="2427434" y="834941"/>
                  </a:lnTo>
                  <a:lnTo>
                    <a:pt x="2423782" y="836457"/>
                  </a:lnTo>
                  <a:lnTo>
                    <a:pt x="2418391" y="838694"/>
                  </a:lnTo>
                  <a:lnTo>
                    <a:pt x="2416652" y="839416"/>
                  </a:lnTo>
                  <a:lnTo>
                    <a:pt x="2416478" y="839488"/>
                  </a:lnTo>
                  <a:lnTo>
                    <a:pt x="2414566" y="840282"/>
                  </a:lnTo>
                  <a:lnTo>
                    <a:pt x="2412653" y="841076"/>
                  </a:lnTo>
                  <a:lnTo>
                    <a:pt x="2409001" y="842593"/>
                  </a:lnTo>
                  <a:lnTo>
                    <a:pt x="2407088" y="843387"/>
                  </a:lnTo>
                  <a:lnTo>
                    <a:pt x="2406740" y="843531"/>
                  </a:lnTo>
                  <a:lnTo>
                    <a:pt x="2405001" y="844253"/>
                  </a:lnTo>
                  <a:lnTo>
                    <a:pt x="2401523" y="845697"/>
                  </a:lnTo>
                  <a:lnTo>
                    <a:pt x="2401349" y="845770"/>
                  </a:lnTo>
                  <a:lnTo>
                    <a:pt x="2397871" y="847214"/>
                  </a:lnTo>
                  <a:lnTo>
                    <a:pt x="2397350" y="847431"/>
                  </a:lnTo>
                  <a:lnTo>
                    <a:pt x="2394393" y="848658"/>
                  </a:lnTo>
                  <a:lnTo>
                    <a:pt x="2392654" y="849381"/>
                  </a:lnTo>
                  <a:lnTo>
                    <a:pt x="2390568" y="850247"/>
                  </a:lnTo>
                  <a:lnTo>
                    <a:pt x="2390046" y="850464"/>
                  </a:lnTo>
                  <a:lnTo>
                    <a:pt x="2388655" y="851042"/>
                  </a:lnTo>
                  <a:lnTo>
                    <a:pt x="2384655" y="852704"/>
                  </a:lnTo>
                  <a:lnTo>
                    <a:pt x="2383438" y="853209"/>
                  </a:lnTo>
                  <a:lnTo>
                    <a:pt x="2383090" y="853354"/>
                  </a:lnTo>
                  <a:lnTo>
                    <a:pt x="2382742" y="853498"/>
                  </a:lnTo>
                  <a:lnTo>
                    <a:pt x="2379786" y="854726"/>
                  </a:lnTo>
                  <a:lnTo>
                    <a:pt x="2378221" y="855377"/>
                  </a:lnTo>
                  <a:lnTo>
                    <a:pt x="2373352" y="857400"/>
                  </a:lnTo>
                  <a:lnTo>
                    <a:pt x="2371091" y="858339"/>
                  </a:lnTo>
                  <a:lnTo>
                    <a:pt x="2365179" y="860797"/>
                  </a:lnTo>
                  <a:lnTo>
                    <a:pt x="2361701" y="862242"/>
                  </a:lnTo>
                  <a:lnTo>
                    <a:pt x="2357179" y="864122"/>
                  </a:lnTo>
                  <a:lnTo>
                    <a:pt x="2353528" y="865640"/>
                  </a:lnTo>
                  <a:lnTo>
                    <a:pt x="2350223" y="867014"/>
                  </a:lnTo>
                  <a:lnTo>
                    <a:pt x="2350050" y="867086"/>
                  </a:lnTo>
                  <a:lnTo>
                    <a:pt x="2347963" y="867954"/>
                  </a:lnTo>
                  <a:lnTo>
                    <a:pt x="2341703" y="870557"/>
                  </a:lnTo>
                  <a:lnTo>
                    <a:pt x="2333182" y="874101"/>
                  </a:lnTo>
                  <a:lnTo>
                    <a:pt x="2331269" y="874897"/>
                  </a:lnTo>
                  <a:lnTo>
                    <a:pt x="2330399" y="875259"/>
                  </a:lnTo>
                  <a:lnTo>
                    <a:pt x="2326747" y="876778"/>
                  </a:lnTo>
                  <a:lnTo>
                    <a:pt x="2323965" y="877936"/>
                  </a:lnTo>
                  <a:lnTo>
                    <a:pt x="2322922" y="878370"/>
                  </a:lnTo>
                  <a:lnTo>
                    <a:pt x="2318400" y="880251"/>
                  </a:lnTo>
                  <a:lnTo>
                    <a:pt x="2314922" y="881699"/>
                  </a:lnTo>
                  <a:lnTo>
                    <a:pt x="2314401" y="881916"/>
                  </a:lnTo>
                  <a:lnTo>
                    <a:pt x="2309879" y="883797"/>
                  </a:lnTo>
                  <a:lnTo>
                    <a:pt x="2306054" y="885390"/>
                  </a:lnTo>
                  <a:lnTo>
                    <a:pt x="2294924" y="890023"/>
                  </a:lnTo>
                  <a:lnTo>
                    <a:pt x="2292663" y="890965"/>
                  </a:lnTo>
                  <a:lnTo>
                    <a:pt x="2288838" y="892558"/>
                  </a:lnTo>
                  <a:lnTo>
                    <a:pt x="2287447" y="893137"/>
                  </a:lnTo>
                  <a:lnTo>
                    <a:pt x="2286055" y="893717"/>
                  </a:lnTo>
                  <a:lnTo>
                    <a:pt x="2285534" y="893934"/>
                  </a:lnTo>
                  <a:lnTo>
                    <a:pt x="2283273" y="894876"/>
                  </a:lnTo>
                  <a:lnTo>
                    <a:pt x="2279099" y="896614"/>
                  </a:lnTo>
                  <a:lnTo>
                    <a:pt x="2277360" y="897338"/>
                  </a:lnTo>
                  <a:lnTo>
                    <a:pt x="2275448" y="898135"/>
                  </a:lnTo>
                  <a:lnTo>
                    <a:pt x="2272839" y="899222"/>
                  </a:lnTo>
                  <a:lnTo>
                    <a:pt x="2272491" y="899367"/>
                  </a:lnTo>
                  <a:lnTo>
                    <a:pt x="2272144" y="899512"/>
                  </a:lnTo>
                  <a:lnTo>
                    <a:pt x="2270231" y="900309"/>
                  </a:lnTo>
                  <a:lnTo>
                    <a:pt x="2265014" y="902483"/>
                  </a:lnTo>
                  <a:lnTo>
                    <a:pt x="2264666" y="902628"/>
                  </a:lnTo>
                  <a:lnTo>
                    <a:pt x="2263101" y="903280"/>
                  </a:lnTo>
                  <a:lnTo>
                    <a:pt x="2262927" y="903352"/>
                  </a:lnTo>
                  <a:lnTo>
                    <a:pt x="2261536" y="903932"/>
                  </a:lnTo>
                  <a:lnTo>
                    <a:pt x="2261014" y="904149"/>
                  </a:lnTo>
                  <a:lnTo>
                    <a:pt x="2260666" y="904294"/>
                  </a:lnTo>
                  <a:lnTo>
                    <a:pt x="2258927" y="905019"/>
                  </a:lnTo>
                  <a:lnTo>
                    <a:pt x="2257362" y="905671"/>
                  </a:lnTo>
                  <a:lnTo>
                    <a:pt x="2256319" y="906106"/>
                  </a:lnTo>
                  <a:lnTo>
                    <a:pt x="2254232" y="906976"/>
                  </a:lnTo>
                  <a:lnTo>
                    <a:pt x="2253710" y="907194"/>
                  </a:lnTo>
                  <a:lnTo>
                    <a:pt x="2253537" y="907266"/>
                  </a:lnTo>
                  <a:lnTo>
                    <a:pt x="2249885" y="908788"/>
                  </a:lnTo>
                  <a:lnTo>
                    <a:pt x="2244494" y="911036"/>
                  </a:lnTo>
                  <a:lnTo>
                    <a:pt x="2244320" y="911108"/>
                  </a:lnTo>
                  <a:lnTo>
                    <a:pt x="2242755" y="911761"/>
                  </a:lnTo>
                  <a:lnTo>
                    <a:pt x="2242581" y="911833"/>
                  </a:lnTo>
                  <a:lnTo>
                    <a:pt x="2240668" y="912631"/>
                  </a:lnTo>
                  <a:lnTo>
                    <a:pt x="2238755" y="913429"/>
                  </a:lnTo>
                  <a:lnTo>
                    <a:pt x="2235103" y="914952"/>
                  </a:lnTo>
                  <a:lnTo>
                    <a:pt x="2233191" y="915749"/>
                  </a:lnTo>
                  <a:lnTo>
                    <a:pt x="2232843" y="915894"/>
                  </a:lnTo>
                  <a:lnTo>
                    <a:pt x="2231104" y="916620"/>
                  </a:lnTo>
                  <a:lnTo>
                    <a:pt x="2227626" y="918070"/>
                  </a:lnTo>
                  <a:lnTo>
                    <a:pt x="2227452" y="918143"/>
                  </a:lnTo>
                  <a:lnTo>
                    <a:pt x="2223974" y="919594"/>
                  </a:lnTo>
                  <a:lnTo>
                    <a:pt x="2223452" y="919811"/>
                  </a:lnTo>
                  <a:lnTo>
                    <a:pt x="2220496" y="921045"/>
                  </a:lnTo>
                  <a:lnTo>
                    <a:pt x="2218757" y="921770"/>
                  </a:lnTo>
                  <a:lnTo>
                    <a:pt x="2216670" y="922641"/>
                  </a:lnTo>
                  <a:lnTo>
                    <a:pt x="2216149" y="922859"/>
                  </a:lnTo>
                  <a:lnTo>
                    <a:pt x="2214757" y="923439"/>
                  </a:lnTo>
                  <a:lnTo>
                    <a:pt x="2210758" y="925108"/>
                  </a:lnTo>
                  <a:lnTo>
                    <a:pt x="2209540" y="925616"/>
                  </a:lnTo>
                  <a:lnTo>
                    <a:pt x="2209193" y="925761"/>
                  </a:lnTo>
                  <a:lnTo>
                    <a:pt x="2208845" y="925906"/>
                  </a:lnTo>
                  <a:lnTo>
                    <a:pt x="2205889" y="927140"/>
                  </a:lnTo>
                  <a:lnTo>
                    <a:pt x="2204324" y="927793"/>
                  </a:lnTo>
                  <a:lnTo>
                    <a:pt x="2200150" y="929535"/>
                  </a:lnTo>
                  <a:lnTo>
                    <a:pt x="2199454" y="929826"/>
                  </a:lnTo>
                  <a:lnTo>
                    <a:pt x="2197194" y="930770"/>
                  </a:lnTo>
                  <a:lnTo>
                    <a:pt x="2191281" y="933238"/>
                  </a:lnTo>
                  <a:lnTo>
                    <a:pt x="2187803" y="934690"/>
                  </a:lnTo>
                  <a:lnTo>
                    <a:pt x="2183282" y="936578"/>
                  </a:lnTo>
                  <a:lnTo>
                    <a:pt x="2179630" y="938104"/>
                  </a:lnTo>
                  <a:lnTo>
                    <a:pt x="2176326" y="939484"/>
                  </a:lnTo>
                  <a:lnTo>
                    <a:pt x="2176152" y="939556"/>
                  </a:lnTo>
                  <a:lnTo>
                    <a:pt x="2174065" y="940428"/>
                  </a:lnTo>
                  <a:lnTo>
                    <a:pt x="2167805" y="943043"/>
                  </a:lnTo>
                  <a:lnTo>
                    <a:pt x="2159284" y="946604"/>
                  </a:lnTo>
                  <a:lnTo>
                    <a:pt x="2157371" y="947403"/>
                  </a:lnTo>
                  <a:lnTo>
                    <a:pt x="2156502" y="947766"/>
                  </a:lnTo>
                  <a:lnTo>
                    <a:pt x="2152850" y="949293"/>
                  </a:lnTo>
                  <a:lnTo>
                    <a:pt x="2150068" y="950456"/>
                  </a:lnTo>
                  <a:lnTo>
                    <a:pt x="2149024" y="950892"/>
                  </a:lnTo>
                  <a:lnTo>
                    <a:pt x="2144503" y="952782"/>
                  </a:lnTo>
                  <a:lnTo>
                    <a:pt x="2141025" y="954236"/>
                  </a:lnTo>
                  <a:lnTo>
                    <a:pt x="2135982" y="956345"/>
                  </a:lnTo>
                  <a:lnTo>
                    <a:pt x="2132156" y="957944"/>
                  </a:lnTo>
                  <a:lnTo>
                    <a:pt x="2121027" y="962600"/>
                  </a:lnTo>
                  <a:lnTo>
                    <a:pt x="2118766" y="963545"/>
                  </a:lnTo>
                  <a:lnTo>
                    <a:pt x="2114940" y="965146"/>
                  </a:lnTo>
                  <a:lnTo>
                    <a:pt x="2113549" y="965728"/>
                  </a:lnTo>
                  <a:lnTo>
                    <a:pt x="2112158" y="966310"/>
                  </a:lnTo>
                  <a:lnTo>
                    <a:pt x="2111636" y="966528"/>
                  </a:lnTo>
                  <a:lnTo>
                    <a:pt x="2109376" y="967474"/>
                  </a:lnTo>
                  <a:lnTo>
                    <a:pt x="2105202" y="969221"/>
                  </a:lnTo>
                  <a:lnTo>
                    <a:pt x="2103463" y="969949"/>
                  </a:lnTo>
                  <a:lnTo>
                    <a:pt x="2101550" y="970749"/>
                  </a:lnTo>
                  <a:lnTo>
                    <a:pt x="2098942" y="971841"/>
                  </a:lnTo>
                  <a:lnTo>
                    <a:pt x="2098594" y="971987"/>
                  </a:lnTo>
                  <a:lnTo>
                    <a:pt x="2098246" y="972132"/>
                  </a:lnTo>
                  <a:lnTo>
                    <a:pt x="2096333" y="972933"/>
                  </a:lnTo>
                  <a:lnTo>
                    <a:pt x="2091116" y="975117"/>
                  </a:lnTo>
                  <a:lnTo>
                    <a:pt x="2090769" y="975263"/>
                  </a:lnTo>
                  <a:lnTo>
                    <a:pt x="2089203" y="975918"/>
                  </a:lnTo>
                  <a:lnTo>
                    <a:pt x="2089030" y="975991"/>
                  </a:lnTo>
                  <a:lnTo>
                    <a:pt x="2087638" y="976573"/>
                  </a:lnTo>
                  <a:lnTo>
                    <a:pt x="2087117" y="976792"/>
                  </a:lnTo>
                  <a:lnTo>
                    <a:pt x="2086769" y="976937"/>
                  </a:lnTo>
                  <a:lnTo>
                    <a:pt x="2085030" y="977666"/>
                  </a:lnTo>
                  <a:lnTo>
                    <a:pt x="2083465" y="978321"/>
                  </a:lnTo>
                  <a:lnTo>
                    <a:pt x="2082421" y="978758"/>
                  </a:lnTo>
                  <a:lnTo>
                    <a:pt x="2080335" y="979632"/>
                  </a:lnTo>
                  <a:lnTo>
                    <a:pt x="2079813" y="979850"/>
                  </a:lnTo>
                  <a:lnTo>
                    <a:pt x="2079639" y="979923"/>
                  </a:lnTo>
                  <a:lnTo>
                    <a:pt x="2075987" y="981453"/>
                  </a:lnTo>
                  <a:lnTo>
                    <a:pt x="2070596" y="983711"/>
                  </a:lnTo>
                  <a:lnTo>
                    <a:pt x="2070423" y="983784"/>
                  </a:lnTo>
                  <a:lnTo>
                    <a:pt x="2068857" y="984439"/>
                  </a:lnTo>
                  <a:lnTo>
                    <a:pt x="2068684" y="984512"/>
                  </a:lnTo>
                  <a:lnTo>
                    <a:pt x="2066771" y="985314"/>
                  </a:lnTo>
                  <a:lnTo>
                    <a:pt x="2064858" y="986115"/>
                  </a:lnTo>
                  <a:lnTo>
                    <a:pt x="2061206" y="987645"/>
                  </a:lnTo>
                  <a:lnTo>
                    <a:pt x="2059293" y="988447"/>
                  </a:lnTo>
                  <a:lnTo>
                    <a:pt x="2058945" y="988592"/>
                  </a:lnTo>
                  <a:lnTo>
                    <a:pt x="2057206" y="989321"/>
                  </a:lnTo>
                  <a:lnTo>
                    <a:pt x="2053728" y="990779"/>
                  </a:lnTo>
                  <a:lnTo>
                    <a:pt x="2053554" y="990852"/>
                  </a:lnTo>
                  <a:lnTo>
                    <a:pt x="2050077" y="992309"/>
                  </a:lnTo>
                  <a:lnTo>
                    <a:pt x="2049555" y="992528"/>
                  </a:lnTo>
                  <a:lnTo>
                    <a:pt x="2046599" y="993767"/>
                  </a:lnTo>
                  <a:lnTo>
                    <a:pt x="2044860" y="994496"/>
                  </a:lnTo>
                  <a:lnTo>
                    <a:pt x="2042773" y="995371"/>
                  </a:lnTo>
                  <a:lnTo>
                    <a:pt x="2042251" y="995590"/>
                  </a:lnTo>
                  <a:lnTo>
                    <a:pt x="2040860" y="996173"/>
                  </a:lnTo>
                  <a:lnTo>
                    <a:pt x="2036860" y="997850"/>
                  </a:lnTo>
                  <a:lnTo>
                    <a:pt x="2035643" y="998360"/>
                  </a:lnTo>
                  <a:lnTo>
                    <a:pt x="2035295" y="998506"/>
                  </a:lnTo>
                  <a:lnTo>
                    <a:pt x="2034947" y="998652"/>
                  </a:lnTo>
                  <a:lnTo>
                    <a:pt x="2030426" y="1000548"/>
                  </a:lnTo>
                  <a:lnTo>
                    <a:pt x="2026253" y="1002299"/>
                  </a:lnTo>
                  <a:lnTo>
                    <a:pt x="2025557" y="1002590"/>
                  </a:lnTo>
                  <a:lnTo>
                    <a:pt x="2023296" y="1003539"/>
                  </a:lnTo>
                  <a:lnTo>
                    <a:pt x="2017384" y="1006019"/>
                  </a:lnTo>
                  <a:lnTo>
                    <a:pt x="2013906" y="1007478"/>
                  </a:lnTo>
                  <a:lnTo>
                    <a:pt x="2009385" y="1009375"/>
                  </a:lnTo>
                  <a:lnTo>
                    <a:pt x="2005733" y="1010908"/>
                  </a:lnTo>
                  <a:lnTo>
                    <a:pt x="2002429" y="1012294"/>
                  </a:lnTo>
                  <a:lnTo>
                    <a:pt x="2002255" y="1012367"/>
                  </a:lnTo>
                  <a:lnTo>
                    <a:pt x="2000168" y="1013243"/>
                  </a:lnTo>
                  <a:lnTo>
                    <a:pt x="1993908" y="1015871"/>
                  </a:lnTo>
                  <a:lnTo>
                    <a:pt x="1985387" y="1019449"/>
                  </a:lnTo>
                  <a:lnTo>
                    <a:pt x="1983474" y="1020252"/>
                  </a:lnTo>
                  <a:lnTo>
                    <a:pt x="1982604" y="1020617"/>
                  </a:lnTo>
                  <a:lnTo>
                    <a:pt x="1978952" y="1022151"/>
                  </a:lnTo>
                  <a:lnTo>
                    <a:pt x="1976170" y="1023320"/>
                  </a:lnTo>
                  <a:lnTo>
                    <a:pt x="1975127" y="1023758"/>
                  </a:lnTo>
                  <a:lnTo>
                    <a:pt x="1970605" y="1025657"/>
                  </a:lnTo>
                  <a:lnTo>
                    <a:pt x="1967127" y="1027118"/>
                  </a:lnTo>
                  <a:lnTo>
                    <a:pt x="1966606" y="1027337"/>
                  </a:lnTo>
                  <a:lnTo>
                    <a:pt x="1962084" y="1029237"/>
                  </a:lnTo>
                  <a:lnTo>
                    <a:pt x="1958259" y="1030845"/>
                  </a:lnTo>
                  <a:lnTo>
                    <a:pt x="1947129" y="1035522"/>
                  </a:lnTo>
                  <a:lnTo>
                    <a:pt x="1944869" y="1036473"/>
                  </a:lnTo>
                  <a:lnTo>
                    <a:pt x="1941043" y="1038081"/>
                  </a:lnTo>
                  <a:lnTo>
                    <a:pt x="1939652" y="1038666"/>
                  </a:lnTo>
                  <a:lnTo>
                    <a:pt x="1938260" y="1039251"/>
                  </a:lnTo>
                  <a:lnTo>
                    <a:pt x="1937739" y="1039470"/>
                  </a:lnTo>
                  <a:lnTo>
                    <a:pt x="1935478" y="1040421"/>
                  </a:lnTo>
                  <a:lnTo>
                    <a:pt x="1931305" y="1042176"/>
                  </a:lnTo>
                  <a:lnTo>
                    <a:pt x="1929566" y="1042908"/>
                  </a:lnTo>
                  <a:lnTo>
                    <a:pt x="1927653" y="1043712"/>
                  </a:lnTo>
                  <a:lnTo>
                    <a:pt x="1925044" y="1044809"/>
                  </a:lnTo>
                  <a:lnTo>
                    <a:pt x="1924696" y="1044956"/>
                  </a:lnTo>
                  <a:lnTo>
                    <a:pt x="1924349" y="1045102"/>
                  </a:lnTo>
                  <a:lnTo>
                    <a:pt x="1922436" y="1045907"/>
                  </a:lnTo>
                  <a:lnTo>
                    <a:pt x="1917219" y="1048101"/>
                  </a:lnTo>
                  <a:lnTo>
                    <a:pt x="1916871" y="1048248"/>
                  </a:lnTo>
                  <a:lnTo>
                    <a:pt x="1915306" y="1048906"/>
                  </a:lnTo>
                  <a:lnTo>
                    <a:pt x="1915132" y="1048979"/>
                  </a:lnTo>
                  <a:lnTo>
                    <a:pt x="1913741" y="1049565"/>
                  </a:lnTo>
                  <a:lnTo>
                    <a:pt x="1913219" y="1049784"/>
                  </a:lnTo>
                  <a:lnTo>
                    <a:pt x="1912871" y="1049931"/>
                  </a:lnTo>
                  <a:lnTo>
                    <a:pt x="1911132" y="1050662"/>
                  </a:lnTo>
                  <a:lnTo>
                    <a:pt x="1909567" y="1051321"/>
                  </a:lnTo>
                  <a:lnTo>
                    <a:pt x="1908524" y="1051760"/>
                  </a:lnTo>
                  <a:lnTo>
                    <a:pt x="1906437" y="1052638"/>
                  </a:lnTo>
                  <a:lnTo>
                    <a:pt x="1905916" y="1052858"/>
                  </a:lnTo>
                  <a:lnTo>
                    <a:pt x="1905742" y="1052931"/>
                  </a:lnTo>
                  <a:lnTo>
                    <a:pt x="1902090" y="1054468"/>
                  </a:lnTo>
                  <a:lnTo>
                    <a:pt x="1896699" y="1056737"/>
                  </a:lnTo>
                  <a:lnTo>
                    <a:pt x="1896525" y="1056810"/>
                  </a:lnTo>
                  <a:lnTo>
                    <a:pt x="1894960" y="1057469"/>
                  </a:lnTo>
                  <a:lnTo>
                    <a:pt x="1894786" y="1057542"/>
                  </a:lnTo>
                  <a:lnTo>
                    <a:pt x="1892873" y="1058348"/>
                  </a:lnTo>
                  <a:lnTo>
                    <a:pt x="1890960" y="1059153"/>
                  </a:lnTo>
                  <a:lnTo>
                    <a:pt x="1887308" y="1060691"/>
                  </a:lnTo>
                  <a:lnTo>
                    <a:pt x="1885396" y="1061496"/>
                  </a:lnTo>
                  <a:lnTo>
                    <a:pt x="1885048" y="1061643"/>
                  </a:lnTo>
                  <a:lnTo>
                    <a:pt x="1883309" y="1062375"/>
                  </a:lnTo>
                  <a:lnTo>
                    <a:pt x="1879831" y="1063840"/>
                  </a:lnTo>
                  <a:lnTo>
                    <a:pt x="1879657" y="1063913"/>
                  </a:lnTo>
                  <a:lnTo>
                    <a:pt x="1876179" y="1065378"/>
                  </a:lnTo>
                  <a:lnTo>
                    <a:pt x="1875657" y="1065598"/>
                  </a:lnTo>
                  <a:lnTo>
                    <a:pt x="1872701" y="1066843"/>
                  </a:lnTo>
                  <a:lnTo>
                    <a:pt x="1870962" y="1067576"/>
                  </a:lnTo>
                  <a:lnTo>
                    <a:pt x="1868875" y="1068455"/>
                  </a:lnTo>
                  <a:lnTo>
                    <a:pt x="1868354" y="1068675"/>
                  </a:lnTo>
                  <a:lnTo>
                    <a:pt x="1866962" y="1069261"/>
                  </a:lnTo>
                  <a:lnTo>
                    <a:pt x="1862963" y="1070946"/>
                  </a:lnTo>
                  <a:lnTo>
                    <a:pt x="1861746" y="1071459"/>
                  </a:lnTo>
                  <a:lnTo>
                    <a:pt x="1861398" y="1071606"/>
                  </a:lnTo>
                  <a:lnTo>
                    <a:pt x="1861050" y="1071752"/>
                  </a:lnTo>
                  <a:lnTo>
                    <a:pt x="1858094" y="1072998"/>
                  </a:lnTo>
                  <a:lnTo>
                    <a:pt x="1852355" y="1075417"/>
                  </a:lnTo>
                  <a:lnTo>
                    <a:pt x="1851660" y="1075710"/>
                  </a:lnTo>
                  <a:lnTo>
                    <a:pt x="1849399" y="1076663"/>
                  </a:lnTo>
                  <a:lnTo>
                    <a:pt x="1843486" y="1079156"/>
                  </a:lnTo>
                  <a:lnTo>
                    <a:pt x="1840008" y="1080622"/>
                  </a:lnTo>
                  <a:lnTo>
                    <a:pt x="1835487" y="1082529"/>
                  </a:lnTo>
                  <a:lnTo>
                    <a:pt x="1831835" y="1084069"/>
                  </a:lnTo>
                  <a:lnTo>
                    <a:pt x="1828531" y="1085462"/>
                  </a:lnTo>
                  <a:lnTo>
                    <a:pt x="1828357" y="1085536"/>
                  </a:lnTo>
                  <a:lnTo>
                    <a:pt x="1826270" y="1086416"/>
                  </a:lnTo>
                  <a:lnTo>
                    <a:pt x="1820010" y="1089057"/>
                  </a:lnTo>
                  <a:lnTo>
                    <a:pt x="1811489" y="1092652"/>
                  </a:lnTo>
                  <a:lnTo>
                    <a:pt x="1809576" y="1093460"/>
                  </a:lnTo>
                  <a:lnTo>
                    <a:pt x="1808707" y="1093827"/>
                  </a:lnTo>
                  <a:lnTo>
                    <a:pt x="1805055" y="1095368"/>
                  </a:lnTo>
                  <a:lnTo>
                    <a:pt x="1802273" y="1096542"/>
                  </a:lnTo>
                  <a:lnTo>
                    <a:pt x="1801229" y="1096983"/>
                  </a:lnTo>
                  <a:lnTo>
                    <a:pt x="1796708" y="1098892"/>
                  </a:lnTo>
                  <a:lnTo>
                    <a:pt x="1793230" y="1100360"/>
                  </a:lnTo>
                  <a:lnTo>
                    <a:pt x="1792708" y="1100580"/>
                  </a:lnTo>
                  <a:lnTo>
                    <a:pt x="1788187" y="1102490"/>
                  </a:lnTo>
                  <a:lnTo>
                    <a:pt x="1784361" y="1104105"/>
                  </a:lnTo>
                  <a:lnTo>
                    <a:pt x="1773232" y="1108806"/>
                  </a:lnTo>
                  <a:lnTo>
                    <a:pt x="1770971" y="1109762"/>
                  </a:lnTo>
                  <a:lnTo>
                    <a:pt x="1767145" y="1111378"/>
                  </a:lnTo>
                  <a:lnTo>
                    <a:pt x="1765754" y="1111966"/>
                  </a:lnTo>
                  <a:lnTo>
                    <a:pt x="1764363" y="1112554"/>
                  </a:lnTo>
                  <a:lnTo>
                    <a:pt x="1763841" y="1112774"/>
                  </a:lnTo>
                  <a:lnTo>
                    <a:pt x="1761581" y="1113730"/>
                  </a:lnTo>
                  <a:lnTo>
                    <a:pt x="1757407" y="1115494"/>
                  </a:lnTo>
                  <a:lnTo>
                    <a:pt x="1755668" y="1116229"/>
                  </a:lnTo>
                  <a:lnTo>
                    <a:pt x="1753755" y="1117037"/>
                  </a:lnTo>
                  <a:lnTo>
                    <a:pt x="1751147" y="1118140"/>
                  </a:lnTo>
                  <a:lnTo>
                    <a:pt x="1750799" y="1118287"/>
                  </a:lnTo>
                  <a:lnTo>
                    <a:pt x="1750451" y="1118434"/>
                  </a:lnTo>
                  <a:lnTo>
                    <a:pt x="1748538" y="1119243"/>
                  </a:lnTo>
                  <a:lnTo>
                    <a:pt x="1743321" y="1121448"/>
                  </a:lnTo>
                  <a:lnTo>
                    <a:pt x="1742974" y="1121595"/>
                  </a:lnTo>
                  <a:lnTo>
                    <a:pt x="1741409" y="1122257"/>
                  </a:lnTo>
                  <a:lnTo>
                    <a:pt x="1741235" y="1122331"/>
                  </a:lnTo>
                  <a:lnTo>
                    <a:pt x="1739843" y="1122919"/>
                  </a:lnTo>
                  <a:lnTo>
                    <a:pt x="1739322" y="1123140"/>
                  </a:lnTo>
                  <a:lnTo>
                    <a:pt x="1738974" y="1123287"/>
                  </a:lnTo>
                  <a:lnTo>
                    <a:pt x="1737235" y="1124022"/>
                  </a:lnTo>
                  <a:lnTo>
                    <a:pt x="1735670" y="1124684"/>
                  </a:lnTo>
                  <a:lnTo>
                    <a:pt x="1734627" y="1125125"/>
                  </a:lnTo>
                  <a:lnTo>
                    <a:pt x="1732540" y="1126008"/>
                  </a:lnTo>
                  <a:lnTo>
                    <a:pt x="1732018" y="1126229"/>
                  </a:lnTo>
                  <a:lnTo>
                    <a:pt x="1731844" y="1126302"/>
                  </a:lnTo>
                  <a:lnTo>
                    <a:pt x="1728192" y="1127847"/>
                  </a:lnTo>
                  <a:lnTo>
                    <a:pt x="1722802" y="1130128"/>
                  </a:lnTo>
                  <a:lnTo>
                    <a:pt x="1722628" y="1130201"/>
                  </a:lnTo>
                  <a:lnTo>
                    <a:pt x="1721063" y="1130863"/>
                  </a:lnTo>
                  <a:lnTo>
                    <a:pt x="1720889" y="1130937"/>
                  </a:lnTo>
                  <a:lnTo>
                    <a:pt x="1718976" y="1131746"/>
                  </a:lnTo>
                  <a:lnTo>
                    <a:pt x="1717063" y="1132556"/>
                  </a:lnTo>
                  <a:lnTo>
                    <a:pt x="1713411" y="1134101"/>
                  </a:lnTo>
                  <a:lnTo>
                    <a:pt x="1711498" y="1134911"/>
                  </a:lnTo>
                  <a:lnTo>
                    <a:pt x="1711150" y="1135058"/>
                  </a:lnTo>
                  <a:lnTo>
                    <a:pt x="1709411" y="1135794"/>
                  </a:lnTo>
                  <a:lnTo>
                    <a:pt x="1705933" y="1137266"/>
                  </a:lnTo>
                  <a:lnTo>
                    <a:pt x="1705760" y="1137340"/>
                  </a:lnTo>
                  <a:lnTo>
                    <a:pt x="1702282" y="1138812"/>
                  </a:lnTo>
                  <a:lnTo>
                    <a:pt x="1701760" y="1139033"/>
                  </a:lnTo>
                  <a:lnTo>
                    <a:pt x="1698804" y="1140284"/>
                  </a:lnTo>
                  <a:lnTo>
                    <a:pt x="1697065" y="1141021"/>
                  </a:lnTo>
                  <a:lnTo>
                    <a:pt x="1694978" y="1141904"/>
                  </a:lnTo>
                  <a:lnTo>
                    <a:pt x="1694456" y="1142125"/>
                  </a:lnTo>
                  <a:lnTo>
                    <a:pt x="1693065" y="1142714"/>
                  </a:lnTo>
                  <a:lnTo>
                    <a:pt x="1689065" y="1144408"/>
                  </a:lnTo>
                  <a:lnTo>
                    <a:pt x="1687848" y="1144924"/>
                  </a:lnTo>
                  <a:lnTo>
                    <a:pt x="1687500" y="1145071"/>
                  </a:lnTo>
                  <a:lnTo>
                    <a:pt x="1687153" y="1145218"/>
                  </a:lnTo>
                  <a:lnTo>
                    <a:pt x="1684196" y="1146470"/>
                  </a:lnTo>
                  <a:lnTo>
                    <a:pt x="1682631" y="1147133"/>
                  </a:lnTo>
                  <a:lnTo>
                    <a:pt x="1678458" y="1148901"/>
                  </a:lnTo>
                  <a:lnTo>
                    <a:pt x="1677762" y="1149196"/>
                  </a:lnTo>
                  <a:lnTo>
                    <a:pt x="1675501" y="1150154"/>
                  </a:lnTo>
                  <a:lnTo>
                    <a:pt x="1669589" y="1152659"/>
                  </a:lnTo>
                  <a:lnTo>
                    <a:pt x="1666111" y="1154133"/>
                  </a:lnTo>
                  <a:lnTo>
                    <a:pt x="1661590" y="1156049"/>
                  </a:lnTo>
                  <a:lnTo>
                    <a:pt x="1657938" y="1157597"/>
                  </a:lnTo>
                  <a:lnTo>
                    <a:pt x="1654634" y="1158997"/>
                  </a:lnTo>
                  <a:lnTo>
                    <a:pt x="1654460" y="1159071"/>
                  </a:lnTo>
                  <a:lnTo>
                    <a:pt x="1652373" y="1159956"/>
                  </a:lnTo>
                  <a:lnTo>
                    <a:pt x="1646113" y="1162610"/>
                  </a:lnTo>
                  <a:lnTo>
                    <a:pt x="1637592" y="1166224"/>
                  </a:lnTo>
                  <a:lnTo>
                    <a:pt x="1635679" y="1167035"/>
                  </a:lnTo>
                  <a:lnTo>
                    <a:pt x="1634809" y="1167404"/>
                  </a:lnTo>
                  <a:lnTo>
                    <a:pt x="1631158" y="1168953"/>
                  </a:lnTo>
                  <a:lnTo>
                    <a:pt x="1628375" y="1170133"/>
                  </a:lnTo>
                  <a:lnTo>
                    <a:pt x="1627332" y="1170576"/>
                  </a:lnTo>
                  <a:lnTo>
                    <a:pt x="1622810" y="1172494"/>
                  </a:lnTo>
                  <a:lnTo>
                    <a:pt x="1619333" y="1173970"/>
                  </a:lnTo>
                  <a:lnTo>
                    <a:pt x="1618811" y="1174192"/>
                  </a:lnTo>
                  <a:lnTo>
                    <a:pt x="1614290" y="1176110"/>
                  </a:lnTo>
                  <a:lnTo>
                    <a:pt x="1610464" y="1177734"/>
                  </a:lnTo>
                  <a:lnTo>
                    <a:pt x="1599334" y="1182459"/>
                  </a:lnTo>
                  <a:lnTo>
                    <a:pt x="1597074" y="1183419"/>
                  </a:lnTo>
                  <a:lnTo>
                    <a:pt x="1593248" y="1185044"/>
                  </a:lnTo>
                  <a:lnTo>
                    <a:pt x="1591857" y="1185634"/>
                  </a:lnTo>
                  <a:lnTo>
                    <a:pt x="1590466" y="1186225"/>
                  </a:lnTo>
                  <a:lnTo>
                    <a:pt x="1589944" y="1186447"/>
                  </a:lnTo>
                  <a:lnTo>
                    <a:pt x="1587683" y="1187407"/>
                  </a:lnTo>
                  <a:lnTo>
                    <a:pt x="1583510" y="1189180"/>
                  </a:lnTo>
                  <a:lnTo>
                    <a:pt x="1581771" y="1189919"/>
                  </a:lnTo>
                  <a:lnTo>
                    <a:pt x="1579858" y="1190731"/>
                  </a:lnTo>
                  <a:lnTo>
                    <a:pt x="1577249" y="1191839"/>
                  </a:lnTo>
                  <a:lnTo>
                    <a:pt x="1576902" y="1191987"/>
                  </a:lnTo>
                  <a:lnTo>
                    <a:pt x="1576554" y="1192135"/>
                  </a:lnTo>
                  <a:lnTo>
                    <a:pt x="1574641" y="1192948"/>
                  </a:lnTo>
                  <a:lnTo>
                    <a:pt x="1569424" y="1195165"/>
                  </a:lnTo>
                  <a:lnTo>
                    <a:pt x="1569076" y="1195312"/>
                  </a:lnTo>
                  <a:lnTo>
                    <a:pt x="1567511" y="1195978"/>
                  </a:lnTo>
                  <a:lnTo>
                    <a:pt x="1567337" y="1196051"/>
                  </a:lnTo>
                  <a:lnTo>
                    <a:pt x="1565946" y="1196643"/>
                  </a:lnTo>
                  <a:lnTo>
                    <a:pt x="1565424" y="1196864"/>
                  </a:lnTo>
                  <a:lnTo>
                    <a:pt x="1565077" y="1197012"/>
                  </a:lnTo>
                  <a:lnTo>
                    <a:pt x="1563338" y="1197751"/>
                  </a:lnTo>
                  <a:lnTo>
                    <a:pt x="1561772" y="1198417"/>
                  </a:lnTo>
                  <a:lnTo>
                    <a:pt x="1560729" y="1198860"/>
                  </a:lnTo>
                  <a:lnTo>
                    <a:pt x="1558642" y="1199747"/>
                  </a:lnTo>
                  <a:lnTo>
                    <a:pt x="1558121" y="1199969"/>
                  </a:lnTo>
                  <a:lnTo>
                    <a:pt x="1557947" y="1200043"/>
                  </a:lnTo>
                  <a:lnTo>
                    <a:pt x="1554295" y="1201595"/>
                  </a:lnTo>
                  <a:lnTo>
                    <a:pt x="1548904" y="1203888"/>
                  </a:lnTo>
                  <a:lnTo>
                    <a:pt x="1548730" y="1203961"/>
                  </a:lnTo>
                  <a:lnTo>
                    <a:pt x="1547165" y="1204627"/>
                  </a:lnTo>
                  <a:lnTo>
                    <a:pt x="1546991" y="1204701"/>
                  </a:lnTo>
                  <a:lnTo>
                    <a:pt x="1545078" y="1205514"/>
                  </a:lnTo>
                  <a:lnTo>
                    <a:pt x="1543165" y="1206328"/>
                  </a:lnTo>
                  <a:lnTo>
                    <a:pt x="1539514" y="1207881"/>
                  </a:lnTo>
                  <a:lnTo>
                    <a:pt x="1537601" y="1208695"/>
                  </a:lnTo>
                  <a:lnTo>
                    <a:pt x="1537253" y="1208843"/>
                  </a:lnTo>
                  <a:lnTo>
                    <a:pt x="1535514" y="1209582"/>
                  </a:lnTo>
                  <a:lnTo>
                    <a:pt x="1532036" y="1211062"/>
                  </a:lnTo>
                  <a:lnTo>
                    <a:pt x="1531862" y="1211136"/>
                  </a:lnTo>
                  <a:lnTo>
                    <a:pt x="1528384" y="1212616"/>
                  </a:lnTo>
                  <a:lnTo>
                    <a:pt x="1527862" y="1212838"/>
                  </a:lnTo>
                  <a:lnTo>
                    <a:pt x="1524906" y="1214095"/>
                  </a:lnTo>
                  <a:lnTo>
                    <a:pt x="1523167" y="1214835"/>
                  </a:lnTo>
                  <a:lnTo>
                    <a:pt x="1521080" y="1215723"/>
                  </a:lnTo>
                  <a:lnTo>
                    <a:pt x="1520559" y="1215945"/>
                  </a:lnTo>
                  <a:lnTo>
                    <a:pt x="1519168" y="1216537"/>
                  </a:lnTo>
                  <a:lnTo>
                    <a:pt x="1515168" y="1218240"/>
                  </a:lnTo>
                  <a:lnTo>
                    <a:pt x="1513951" y="1218758"/>
                  </a:lnTo>
                  <a:lnTo>
                    <a:pt x="1513603" y="1218906"/>
                  </a:lnTo>
                  <a:lnTo>
                    <a:pt x="1513255" y="1219054"/>
                  </a:lnTo>
                  <a:lnTo>
                    <a:pt x="1510299" y="1220312"/>
                  </a:lnTo>
                  <a:lnTo>
                    <a:pt x="1508734" y="1220979"/>
                  </a:lnTo>
                  <a:lnTo>
                    <a:pt x="1504560" y="1222755"/>
                  </a:lnTo>
                  <a:lnTo>
                    <a:pt x="1503865" y="1223052"/>
                  </a:lnTo>
                  <a:lnTo>
                    <a:pt x="1501604" y="1224014"/>
                  </a:lnTo>
                  <a:lnTo>
                    <a:pt x="1495691" y="1226532"/>
                  </a:lnTo>
                  <a:lnTo>
                    <a:pt x="1492213" y="1228013"/>
                  </a:lnTo>
                  <a:lnTo>
                    <a:pt x="1487692" y="1229939"/>
                  </a:lnTo>
                  <a:lnTo>
                    <a:pt x="1484040" y="1231494"/>
                  </a:lnTo>
                  <a:lnTo>
                    <a:pt x="1480736" y="1232902"/>
                  </a:lnTo>
                  <a:lnTo>
                    <a:pt x="1480562" y="1232976"/>
                  </a:lnTo>
                  <a:lnTo>
                    <a:pt x="1478476" y="1233865"/>
                  </a:lnTo>
                  <a:lnTo>
                    <a:pt x="1472215" y="1236533"/>
                  </a:lnTo>
                  <a:lnTo>
                    <a:pt x="1463694" y="1240164"/>
                  </a:lnTo>
                  <a:lnTo>
                    <a:pt x="1461781" y="1240980"/>
                  </a:lnTo>
                  <a:lnTo>
                    <a:pt x="1460912" y="1241351"/>
                  </a:lnTo>
                  <a:lnTo>
                    <a:pt x="1457260" y="1242907"/>
                  </a:lnTo>
                  <a:lnTo>
                    <a:pt x="1454478" y="1244094"/>
                  </a:lnTo>
                  <a:lnTo>
                    <a:pt x="1453434" y="1244538"/>
                  </a:lnTo>
                  <a:lnTo>
                    <a:pt x="1448913" y="1246466"/>
                  </a:lnTo>
                  <a:lnTo>
                    <a:pt x="1445435" y="1247950"/>
                  </a:lnTo>
                  <a:lnTo>
                    <a:pt x="1444913" y="1248172"/>
                  </a:lnTo>
                  <a:lnTo>
                    <a:pt x="1440392" y="1250100"/>
                  </a:lnTo>
                  <a:lnTo>
                    <a:pt x="1436566" y="1251732"/>
                  </a:lnTo>
                  <a:lnTo>
                    <a:pt x="1425437" y="1256481"/>
                  </a:lnTo>
                  <a:lnTo>
                    <a:pt x="1423176" y="1257445"/>
                  </a:lnTo>
                  <a:lnTo>
                    <a:pt x="1419350" y="1259078"/>
                  </a:lnTo>
                  <a:lnTo>
                    <a:pt x="1417959" y="1259672"/>
                  </a:lnTo>
                  <a:lnTo>
                    <a:pt x="1416568" y="1260265"/>
                  </a:lnTo>
                  <a:lnTo>
                    <a:pt x="1416046" y="1260488"/>
                  </a:lnTo>
                  <a:lnTo>
                    <a:pt x="1413786" y="1261453"/>
                  </a:lnTo>
                  <a:lnTo>
                    <a:pt x="1409612" y="1263235"/>
                  </a:lnTo>
                  <a:lnTo>
                    <a:pt x="1407873" y="1263977"/>
                  </a:lnTo>
                  <a:lnTo>
                    <a:pt x="1405960" y="1264794"/>
                  </a:lnTo>
                  <a:lnTo>
                    <a:pt x="1403352" y="1265907"/>
                  </a:lnTo>
                  <a:lnTo>
                    <a:pt x="1403004" y="1266056"/>
                  </a:lnTo>
                  <a:lnTo>
                    <a:pt x="1402656" y="1266204"/>
                  </a:lnTo>
                  <a:lnTo>
                    <a:pt x="1400743" y="1267021"/>
                  </a:lnTo>
                  <a:lnTo>
                    <a:pt x="1395527" y="1269249"/>
                  </a:lnTo>
                  <a:lnTo>
                    <a:pt x="1395179" y="1269398"/>
                  </a:lnTo>
                  <a:lnTo>
                    <a:pt x="1393614" y="1270066"/>
                  </a:lnTo>
                  <a:lnTo>
                    <a:pt x="1393440" y="1270140"/>
                  </a:lnTo>
                  <a:lnTo>
                    <a:pt x="1392049" y="1270734"/>
                  </a:lnTo>
                  <a:lnTo>
                    <a:pt x="1391527" y="1270957"/>
                  </a:lnTo>
                  <a:lnTo>
                    <a:pt x="1391179" y="1271106"/>
                  </a:lnTo>
                  <a:lnTo>
                    <a:pt x="1389440" y="1271849"/>
                  </a:lnTo>
                  <a:lnTo>
                    <a:pt x="1387875" y="1272517"/>
                  </a:lnTo>
                  <a:lnTo>
                    <a:pt x="1386832" y="1272963"/>
                  </a:lnTo>
                  <a:lnTo>
                    <a:pt x="1384745" y="1273854"/>
                  </a:lnTo>
                  <a:lnTo>
                    <a:pt x="1384223" y="1274077"/>
                  </a:lnTo>
                  <a:lnTo>
                    <a:pt x="1384049" y="1274151"/>
                  </a:lnTo>
                  <a:lnTo>
                    <a:pt x="1380397" y="1275712"/>
                  </a:lnTo>
                  <a:lnTo>
                    <a:pt x="1375007" y="1278015"/>
                  </a:lnTo>
                  <a:lnTo>
                    <a:pt x="1374833" y="1278089"/>
                  </a:lnTo>
                  <a:lnTo>
                    <a:pt x="1373268" y="1278758"/>
                  </a:lnTo>
                  <a:lnTo>
                    <a:pt x="1373094" y="1278832"/>
                  </a:lnTo>
                  <a:lnTo>
                    <a:pt x="1371181" y="1279650"/>
                  </a:lnTo>
                  <a:lnTo>
                    <a:pt x="1369268" y="1280467"/>
                  </a:lnTo>
                  <a:lnTo>
                    <a:pt x="1365616" y="1282028"/>
                  </a:lnTo>
                  <a:lnTo>
                    <a:pt x="1363703" y="1282846"/>
                  </a:lnTo>
                  <a:lnTo>
                    <a:pt x="1363355" y="1282995"/>
                  </a:lnTo>
                  <a:lnTo>
                    <a:pt x="1361617" y="1283738"/>
                  </a:lnTo>
                  <a:lnTo>
                    <a:pt x="1358139" y="1285225"/>
                  </a:lnTo>
                  <a:lnTo>
                    <a:pt x="1357965" y="1285299"/>
                  </a:lnTo>
                  <a:lnTo>
                    <a:pt x="1354487" y="1286786"/>
                  </a:lnTo>
                  <a:lnTo>
                    <a:pt x="1353965" y="1287009"/>
                  </a:lnTo>
                  <a:lnTo>
                    <a:pt x="1351009" y="1288273"/>
                  </a:lnTo>
                  <a:lnTo>
                    <a:pt x="1349270" y="1289017"/>
                  </a:lnTo>
                  <a:lnTo>
                    <a:pt x="1347183" y="1289909"/>
                  </a:lnTo>
                  <a:lnTo>
                    <a:pt x="1346661" y="1290132"/>
                  </a:lnTo>
                  <a:lnTo>
                    <a:pt x="1345270" y="1290727"/>
                  </a:lnTo>
                  <a:lnTo>
                    <a:pt x="1341271" y="1292438"/>
                  </a:lnTo>
                  <a:lnTo>
                    <a:pt x="1340053" y="1292958"/>
                  </a:lnTo>
                  <a:lnTo>
                    <a:pt x="1339705" y="1293107"/>
                  </a:lnTo>
                  <a:lnTo>
                    <a:pt x="1339358" y="1293256"/>
                  </a:lnTo>
                  <a:lnTo>
                    <a:pt x="1336401" y="1294520"/>
                  </a:lnTo>
                  <a:lnTo>
                    <a:pt x="1334836" y="1295190"/>
                  </a:lnTo>
                  <a:lnTo>
                    <a:pt x="1330663" y="1296975"/>
                  </a:lnTo>
                  <a:lnTo>
                    <a:pt x="1329967" y="1297273"/>
                  </a:lnTo>
                  <a:lnTo>
                    <a:pt x="1327707" y="1298240"/>
                  </a:lnTo>
                  <a:lnTo>
                    <a:pt x="1321794" y="1300770"/>
                  </a:lnTo>
                  <a:lnTo>
                    <a:pt x="1318316" y="1302259"/>
                  </a:lnTo>
                  <a:lnTo>
                    <a:pt x="1313795" y="1304194"/>
                  </a:lnTo>
                  <a:lnTo>
                    <a:pt x="1310143" y="1305757"/>
                  </a:lnTo>
                  <a:lnTo>
                    <a:pt x="1306839" y="1307172"/>
                  </a:lnTo>
                  <a:lnTo>
                    <a:pt x="1306665" y="1307246"/>
                  </a:lnTo>
                  <a:lnTo>
                    <a:pt x="1304578" y="1308139"/>
                  </a:lnTo>
                  <a:lnTo>
                    <a:pt x="1298318" y="1310820"/>
                  </a:lnTo>
                  <a:lnTo>
                    <a:pt x="1289797" y="1314469"/>
                  </a:lnTo>
                  <a:lnTo>
                    <a:pt x="1287884" y="1315289"/>
                  </a:lnTo>
                  <a:lnTo>
                    <a:pt x="1287015" y="1315661"/>
                  </a:lnTo>
                  <a:lnTo>
                    <a:pt x="1283363" y="1317225"/>
                  </a:lnTo>
                  <a:lnTo>
                    <a:pt x="1280580" y="1318417"/>
                  </a:lnTo>
                  <a:lnTo>
                    <a:pt x="1279537" y="1318864"/>
                  </a:lnTo>
                  <a:lnTo>
                    <a:pt x="1275016" y="1320802"/>
                  </a:lnTo>
                  <a:lnTo>
                    <a:pt x="1271538" y="1322292"/>
                  </a:lnTo>
                  <a:lnTo>
                    <a:pt x="1271016" y="1322515"/>
                  </a:lnTo>
                  <a:lnTo>
                    <a:pt x="1266495" y="1324453"/>
                  </a:lnTo>
                  <a:lnTo>
                    <a:pt x="1262669" y="1326093"/>
                  </a:lnTo>
                  <a:lnTo>
                    <a:pt x="1251539" y="1330864"/>
                  </a:lnTo>
                  <a:lnTo>
                    <a:pt x="1249279" y="1331833"/>
                  </a:lnTo>
                  <a:lnTo>
                    <a:pt x="1245453" y="1333474"/>
                  </a:lnTo>
                  <a:lnTo>
                    <a:pt x="1244062" y="1334070"/>
                  </a:lnTo>
                  <a:lnTo>
                    <a:pt x="1242671" y="1334667"/>
                  </a:lnTo>
                  <a:lnTo>
                    <a:pt x="1242149" y="1334891"/>
                  </a:lnTo>
                  <a:lnTo>
                    <a:pt x="1239888" y="1335860"/>
                  </a:lnTo>
                  <a:lnTo>
                    <a:pt x="1233976" y="1338396"/>
                  </a:lnTo>
                  <a:lnTo>
                    <a:pt x="1232063" y="1339217"/>
                  </a:lnTo>
                  <a:lnTo>
                    <a:pt x="1229454" y="1340336"/>
                  </a:lnTo>
                  <a:lnTo>
                    <a:pt x="1229107" y="1340485"/>
                  </a:lnTo>
                  <a:lnTo>
                    <a:pt x="1228759" y="1340634"/>
                  </a:lnTo>
                  <a:lnTo>
                    <a:pt x="1226846" y="1341455"/>
                  </a:lnTo>
                  <a:lnTo>
                    <a:pt x="1221629" y="1343693"/>
                  </a:lnTo>
                  <a:lnTo>
                    <a:pt x="1221281" y="1343843"/>
                  </a:lnTo>
                  <a:lnTo>
                    <a:pt x="1219716" y="1344514"/>
                  </a:lnTo>
                  <a:lnTo>
                    <a:pt x="1219542" y="1344589"/>
                  </a:lnTo>
                  <a:lnTo>
                    <a:pt x="1218151" y="1345186"/>
                  </a:lnTo>
                  <a:lnTo>
                    <a:pt x="1217629" y="1345410"/>
                  </a:lnTo>
                  <a:lnTo>
                    <a:pt x="1217282" y="1345559"/>
                  </a:lnTo>
                  <a:lnTo>
                    <a:pt x="1215543" y="1346305"/>
                  </a:lnTo>
                  <a:lnTo>
                    <a:pt x="1213978" y="1346977"/>
                  </a:lnTo>
                  <a:lnTo>
                    <a:pt x="1212934" y="1347425"/>
                  </a:lnTo>
                  <a:lnTo>
                    <a:pt x="1210847" y="1348321"/>
                  </a:lnTo>
                  <a:lnTo>
                    <a:pt x="1210326" y="1348545"/>
                  </a:lnTo>
                  <a:lnTo>
                    <a:pt x="1210152" y="1348619"/>
                  </a:lnTo>
                  <a:lnTo>
                    <a:pt x="1206500" y="1350187"/>
                  </a:lnTo>
                  <a:lnTo>
                    <a:pt x="1201109" y="1352501"/>
                  </a:lnTo>
                  <a:lnTo>
                    <a:pt x="1200935" y="1352576"/>
                  </a:lnTo>
                  <a:lnTo>
                    <a:pt x="1199370" y="1353248"/>
                  </a:lnTo>
                  <a:lnTo>
                    <a:pt x="1199196" y="1353322"/>
                  </a:lnTo>
                  <a:lnTo>
                    <a:pt x="1197283" y="1354144"/>
                  </a:lnTo>
                  <a:lnTo>
                    <a:pt x="1195371" y="1354965"/>
                  </a:lnTo>
                  <a:lnTo>
                    <a:pt x="1191719" y="1356533"/>
                  </a:lnTo>
                  <a:lnTo>
                    <a:pt x="1189806" y="1357355"/>
                  </a:lnTo>
                  <a:lnTo>
                    <a:pt x="1189458" y="1357504"/>
                  </a:lnTo>
                  <a:lnTo>
                    <a:pt x="1187719" y="1358251"/>
                  </a:lnTo>
                  <a:lnTo>
                    <a:pt x="1184241" y="1359745"/>
                  </a:lnTo>
                  <a:lnTo>
                    <a:pt x="1184067" y="1359819"/>
                  </a:lnTo>
                  <a:lnTo>
                    <a:pt x="1180589" y="1361313"/>
                  </a:lnTo>
                  <a:lnTo>
                    <a:pt x="1180068" y="1361537"/>
                  </a:lnTo>
                  <a:lnTo>
                    <a:pt x="1177111" y="1362807"/>
                  </a:lnTo>
                  <a:lnTo>
                    <a:pt x="1173286" y="1364451"/>
                  </a:lnTo>
                  <a:lnTo>
                    <a:pt x="1172764" y="1364675"/>
                  </a:lnTo>
                  <a:lnTo>
                    <a:pt x="1171373" y="1365273"/>
                  </a:lnTo>
                  <a:lnTo>
                    <a:pt x="1167373" y="1366992"/>
                  </a:lnTo>
                  <a:lnTo>
                    <a:pt x="1166156" y="1367515"/>
                  </a:lnTo>
                  <a:lnTo>
                    <a:pt x="1165808" y="1367664"/>
                  </a:lnTo>
                  <a:lnTo>
                    <a:pt x="1165460" y="1367814"/>
                  </a:lnTo>
                  <a:lnTo>
                    <a:pt x="1162504" y="1369084"/>
                  </a:lnTo>
                  <a:lnTo>
                    <a:pt x="1160939" y="1369757"/>
                  </a:lnTo>
                  <a:lnTo>
                    <a:pt x="1156765" y="1371551"/>
                  </a:lnTo>
                  <a:lnTo>
                    <a:pt x="1156070" y="1371850"/>
                  </a:lnTo>
                  <a:lnTo>
                    <a:pt x="1153809" y="1372821"/>
                  </a:lnTo>
                  <a:lnTo>
                    <a:pt x="1147897" y="1375363"/>
                  </a:lnTo>
                  <a:lnTo>
                    <a:pt x="1144419" y="1376858"/>
                  </a:lnTo>
                  <a:lnTo>
                    <a:pt x="1139897" y="1378803"/>
                  </a:lnTo>
                  <a:lnTo>
                    <a:pt x="1136245" y="1380373"/>
                  </a:lnTo>
                  <a:lnTo>
                    <a:pt x="1132941" y="1381794"/>
                  </a:lnTo>
                  <a:lnTo>
                    <a:pt x="1132767" y="1381869"/>
                  </a:lnTo>
                  <a:lnTo>
                    <a:pt x="1130681" y="1382766"/>
                  </a:lnTo>
                  <a:lnTo>
                    <a:pt x="1124420" y="1385459"/>
                  </a:lnTo>
                  <a:lnTo>
                    <a:pt x="1115899" y="1389126"/>
                  </a:lnTo>
                  <a:lnTo>
                    <a:pt x="1113987" y="1389949"/>
                  </a:lnTo>
                  <a:lnTo>
                    <a:pt x="1113117" y="1390323"/>
                  </a:lnTo>
                  <a:lnTo>
                    <a:pt x="1109465" y="1391894"/>
                  </a:lnTo>
                  <a:lnTo>
                    <a:pt x="1106683" y="1393092"/>
                  </a:lnTo>
                  <a:lnTo>
                    <a:pt x="1105639" y="1393541"/>
                  </a:lnTo>
                  <a:lnTo>
                    <a:pt x="1101118" y="1395487"/>
                  </a:lnTo>
                  <a:lnTo>
                    <a:pt x="1097640" y="1396984"/>
                  </a:lnTo>
                  <a:lnTo>
                    <a:pt x="1097118" y="1397209"/>
                  </a:lnTo>
                  <a:lnTo>
                    <a:pt x="1092597" y="1399155"/>
                  </a:lnTo>
                  <a:lnTo>
                    <a:pt x="1088771" y="1400803"/>
                  </a:lnTo>
                  <a:lnTo>
                    <a:pt x="1077642" y="1405595"/>
                  </a:lnTo>
                  <a:lnTo>
                    <a:pt x="1075381" y="1406569"/>
                  </a:lnTo>
                  <a:lnTo>
                    <a:pt x="1071556" y="1408217"/>
                  </a:lnTo>
                  <a:lnTo>
                    <a:pt x="1068773" y="1409416"/>
                  </a:lnTo>
                  <a:lnTo>
                    <a:pt x="1068252" y="1409640"/>
                  </a:lnTo>
                  <a:lnTo>
                    <a:pt x="1065991" y="1410614"/>
                  </a:lnTo>
                  <a:lnTo>
                    <a:pt x="1061817" y="1412413"/>
                  </a:lnTo>
                  <a:lnTo>
                    <a:pt x="1060078" y="1413162"/>
                  </a:lnTo>
                  <a:lnTo>
                    <a:pt x="1058165" y="1413986"/>
                  </a:lnTo>
                  <a:lnTo>
                    <a:pt x="1055557" y="1415110"/>
                  </a:lnTo>
                  <a:lnTo>
                    <a:pt x="1055209" y="1415260"/>
                  </a:lnTo>
                  <a:lnTo>
                    <a:pt x="1054861" y="1415410"/>
                  </a:lnTo>
                  <a:lnTo>
                    <a:pt x="1052949" y="1416234"/>
                  </a:lnTo>
                  <a:lnTo>
                    <a:pt x="1047732" y="1418483"/>
                  </a:lnTo>
                  <a:lnTo>
                    <a:pt x="1047384" y="1418633"/>
                  </a:lnTo>
                  <a:lnTo>
                    <a:pt x="1045819" y="1419307"/>
                  </a:lnTo>
                  <a:lnTo>
                    <a:pt x="1045645" y="1419382"/>
                  </a:lnTo>
                  <a:lnTo>
                    <a:pt x="1044254" y="1419982"/>
                  </a:lnTo>
                  <a:lnTo>
                    <a:pt x="1043732" y="1420207"/>
                  </a:lnTo>
                  <a:lnTo>
                    <a:pt x="1043384" y="1420357"/>
                  </a:lnTo>
                  <a:lnTo>
                    <a:pt x="1041645" y="1421107"/>
                  </a:lnTo>
                  <a:lnTo>
                    <a:pt x="1040080" y="1421781"/>
                  </a:lnTo>
                  <a:lnTo>
                    <a:pt x="1039037" y="1422231"/>
                  </a:lnTo>
                  <a:lnTo>
                    <a:pt x="1036950" y="1423131"/>
                  </a:lnTo>
                  <a:lnTo>
                    <a:pt x="1036428" y="1423356"/>
                  </a:lnTo>
                  <a:lnTo>
                    <a:pt x="1036254" y="1423431"/>
                  </a:lnTo>
                  <a:lnTo>
                    <a:pt x="1032603" y="1425005"/>
                  </a:lnTo>
                  <a:lnTo>
                    <a:pt x="1027212" y="1427330"/>
                  </a:lnTo>
                  <a:lnTo>
                    <a:pt x="1027038" y="1427405"/>
                  </a:lnTo>
                  <a:lnTo>
                    <a:pt x="1025473" y="1428080"/>
                  </a:lnTo>
                  <a:lnTo>
                    <a:pt x="1025299" y="1428155"/>
                  </a:lnTo>
                  <a:lnTo>
                    <a:pt x="1023386" y="1428980"/>
                  </a:lnTo>
                  <a:lnTo>
                    <a:pt x="1021473" y="1429805"/>
                  </a:lnTo>
                  <a:lnTo>
                    <a:pt x="1017821" y="1431380"/>
                  </a:lnTo>
                  <a:lnTo>
                    <a:pt x="1015908" y="1432205"/>
                  </a:lnTo>
                  <a:lnTo>
                    <a:pt x="1015561" y="1432355"/>
                  </a:lnTo>
                  <a:lnTo>
                    <a:pt x="1013822" y="1433105"/>
                  </a:lnTo>
                  <a:lnTo>
                    <a:pt x="1010344" y="1434606"/>
                  </a:lnTo>
                  <a:lnTo>
                    <a:pt x="1010170" y="1434681"/>
                  </a:lnTo>
                  <a:lnTo>
                    <a:pt x="1006692" y="1436181"/>
                  </a:lnTo>
                  <a:lnTo>
                    <a:pt x="1006170" y="1436407"/>
                  </a:lnTo>
                  <a:lnTo>
                    <a:pt x="1003214" y="1437682"/>
                  </a:lnTo>
                  <a:lnTo>
                    <a:pt x="1001475" y="1438433"/>
                  </a:lnTo>
                  <a:lnTo>
                    <a:pt x="999388" y="1439333"/>
                  </a:lnTo>
                  <a:lnTo>
                    <a:pt x="998866" y="1439558"/>
                  </a:lnTo>
                  <a:lnTo>
                    <a:pt x="997475" y="1440159"/>
                  </a:lnTo>
                  <a:lnTo>
                    <a:pt x="993476" y="1441885"/>
                  </a:lnTo>
                  <a:lnTo>
                    <a:pt x="992258" y="1442410"/>
                  </a:lnTo>
                  <a:lnTo>
                    <a:pt x="991911" y="1442560"/>
                  </a:lnTo>
                  <a:lnTo>
                    <a:pt x="991563" y="1442710"/>
                  </a:lnTo>
                  <a:lnTo>
                    <a:pt x="988606" y="1443987"/>
                  </a:lnTo>
                  <a:lnTo>
                    <a:pt x="987041" y="1444662"/>
                  </a:lnTo>
                  <a:lnTo>
                    <a:pt x="982868" y="1446464"/>
                  </a:lnTo>
                  <a:lnTo>
                    <a:pt x="982172" y="1446764"/>
                  </a:lnTo>
                  <a:lnTo>
                    <a:pt x="979912" y="1447740"/>
                  </a:lnTo>
                  <a:lnTo>
                    <a:pt x="973999" y="1450293"/>
                  </a:lnTo>
                  <a:lnTo>
                    <a:pt x="970521" y="1451795"/>
                  </a:lnTo>
                  <a:lnTo>
                    <a:pt x="966000" y="1453748"/>
                  </a:lnTo>
                  <a:lnTo>
                    <a:pt x="962348" y="1455325"/>
                  </a:lnTo>
                  <a:lnTo>
                    <a:pt x="959044" y="1456752"/>
                  </a:lnTo>
                  <a:lnTo>
                    <a:pt x="958870" y="1456827"/>
                  </a:lnTo>
                  <a:lnTo>
                    <a:pt x="956783" y="1457729"/>
                  </a:lnTo>
                  <a:lnTo>
                    <a:pt x="950523" y="1460433"/>
                  </a:lnTo>
                  <a:lnTo>
                    <a:pt x="942002" y="1464115"/>
                  </a:lnTo>
                  <a:lnTo>
                    <a:pt x="940089" y="1464942"/>
                  </a:lnTo>
                  <a:lnTo>
                    <a:pt x="939220" y="1465318"/>
                  </a:lnTo>
                  <a:lnTo>
                    <a:pt x="935568" y="1466896"/>
                  </a:lnTo>
                  <a:lnTo>
                    <a:pt x="932785" y="1468099"/>
                  </a:lnTo>
                  <a:lnTo>
                    <a:pt x="931742" y="1468550"/>
                  </a:lnTo>
                  <a:lnTo>
                    <a:pt x="927221" y="1470504"/>
                  </a:lnTo>
                  <a:lnTo>
                    <a:pt x="923743" y="1472008"/>
                  </a:lnTo>
                  <a:lnTo>
                    <a:pt x="923221" y="1472233"/>
                  </a:lnTo>
                  <a:lnTo>
                    <a:pt x="918700" y="1474188"/>
                  </a:lnTo>
                  <a:lnTo>
                    <a:pt x="914874" y="1475842"/>
                  </a:lnTo>
                  <a:lnTo>
                    <a:pt x="903745" y="1480656"/>
                  </a:lnTo>
                  <a:lnTo>
                    <a:pt x="901484" y="1481633"/>
                  </a:lnTo>
                  <a:lnTo>
                    <a:pt x="897658" y="1483288"/>
                  </a:lnTo>
                  <a:lnTo>
                    <a:pt x="896267" y="1483890"/>
                  </a:lnTo>
                  <a:lnTo>
                    <a:pt x="894876" y="1484492"/>
                  </a:lnTo>
                  <a:lnTo>
                    <a:pt x="894354" y="1484718"/>
                  </a:lnTo>
                  <a:lnTo>
                    <a:pt x="892093" y="1485696"/>
                  </a:lnTo>
                  <a:lnTo>
                    <a:pt x="887920" y="1487502"/>
                  </a:lnTo>
                  <a:lnTo>
                    <a:pt x="886181" y="1488254"/>
                  </a:lnTo>
                  <a:lnTo>
                    <a:pt x="884268" y="1489082"/>
                  </a:lnTo>
                  <a:lnTo>
                    <a:pt x="881660" y="1490211"/>
                  </a:lnTo>
                  <a:lnTo>
                    <a:pt x="881312" y="1490361"/>
                  </a:lnTo>
                  <a:lnTo>
                    <a:pt x="880964" y="1490512"/>
                  </a:lnTo>
                  <a:lnTo>
                    <a:pt x="879051" y="1491340"/>
                  </a:lnTo>
                  <a:lnTo>
                    <a:pt x="873834" y="1493597"/>
                  </a:lnTo>
                  <a:lnTo>
                    <a:pt x="873486" y="1493748"/>
                  </a:lnTo>
                  <a:lnTo>
                    <a:pt x="871921" y="1494425"/>
                  </a:lnTo>
                  <a:lnTo>
                    <a:pt x="871747" y="1494501"/>
                  </a:lnTo>
                  <a:lnTo>
                    <a:pt x="870356" y="1495103"/>
                  </a:lnTo>
                  <a:lnTo>
                    <a:pt x="869835" y="1495329"/>
                  </a:lnTo>
                  <a:lnTo>
                    <a:pt x="869487" y="1495479"/>
                  </a:lnTo>
                  <a:lnTo>
                    <a:pt x="867748" y="1496232"/>
                  </a:lnTo>
                  <a:lnTo>
                    <a:pt x="866183" y="1496910"/>
                  </a:lnTo>
                  <a:lnTo>
                    <a:pt x="865139" y="1497361"/>
                  </a:lnTo>
                  <a:lnTo>
                    <a:pt x="863053" y="1498265"/>
                  </a:lnTo>
                  <a:lnTo>
                    <a:pt x="862531" y="1498491"/>
                  </a:lnTo>
                  <a:lnTo>
                    <a:pt x="862357" y="1498566"/>
                  </a:lnTo>
                  <a:lnTo>
                    <a:pt x="858705" y="1500147"/>
                  </a:lnTo>
                  <a:lnTo>
                    <a:pt x="853314" y="1502481"/>
                  </a:lnTo>
                  <a:lnTo>
                    <a:pt x="853140" y="1502557"/>
                  </a:lnTo>
                  <a:lnTo>
                    <a:pt x="851575" y="1503234"/>
                  </a:lnTo>
                  <a:lnTo>
                    <a:pt x="851401" y="1503310"/>
                  </a:lnTo>
                  <a:lnTo>
                    <a:pt x="849489" y="1504138"/>
                  </a:lnTo>
                  <a:lnTo>
                    <a:pt x="847576" y="1504967"/>
                  </a:lnTo>
                  <a:lnTo>
                    <a:pt x="843924" y="1506548"/>
                  </a:lnTo>
                  <a:lnTo>
                    <a:pt x="842011" y="1507377"/>
                  </a:lnTo>
                  <a:lnTo>
                    <a:pt x="841663" y="1507527"/>
                  </a:lnTo>
                  <a:lnTo>
                    <a:pt x="839924" y="1508281"/>
                  </a:lnTo>
                  <a:lnTo>
                    <a:pt x="836446" y="1509787"/>
                  </a:lnTo>
                  <a:lnTo>
                    <a:pt x="836272" y="1509863"/>
                  </a:lnTo>
                  <a:lnTo>
                    <a:pt x="832794" y="1511369"/>
                  </a:lnTo>
                  <a:lnTo>
                    <a:pt x="832273" y="1511595"/>
                  </a:lnTo>
                  <a:lnTo>
                    <a:pt x="829316" y="1512876"/>
                  </a:lnTo>
                  <a:lnTo>
                    <a:pt x="827577" y="1513630"/>
                  </a:lnTo>
                  <a:lnTo>
                    <a:pt x="825491" y="1514534"/>
                  </a:lnTo>
                  <a:lnTo>
                    <a:pt x="824969" y="1514760"/>
                  </a:lnTo>
                  <a:lnTo>
                    <a:pt x="823578" y="1515363"/>
                  </a:lnTo>
                  <a:lnTo>
                    <a:pt x="819578" y="1517096"/>
                  </a:lnTo>
                  <a:lnTo>
                    <a:pt x="818361" y="1517624"/>
                  </a:lnTo>
                  <a:lnTo>
                    <a:pt x="818013" y="1517774"/>
                  </a:lnTo>
                  <a:lnTo>
                    <a:pt x="817665" y="1517925"/>
                  </a:lnTo>
                  <a:lnTo>
                    <a:pt x="814709" y="1519206"/>
                  </a:lnTo>
                  <a:lnTo>
                    <a:pt x="813144" y="1519885"/>
                  </a:lnTo>
                  <a:lnTo>
                    <a:pt x="808970" y="1521694"/>
                  </a:lnTo>
                  <a:lnTo>
                    <a:pt x="808275" y="1521995"/>
                  </a:lnTo>
                  <a:lnTo>
                    <a:pt x="806014" y="1522975"/>
                  </a:lnTo>
                  <a:lnTo>
                    <a:pt x="800102" y="1525538"/>
                  </a:lnTo>
                  <a:lnTo>
                    <a:pt x="796624" y="1527046"/>
                  </a:lnTo>
                  <a:lnTo>
                    <a:pt x="792102" y="1529007"/>
                  </a:lnTo>
                  <a:lnTo>
                    <a:pt x="788451" y="1530591"/>
                  </a:lnTo>
                  <a:lnTo>
                    <a:pt x="785146" y="1532023"/>
                  </a:lnTo>
                  <a:lnTo>
                    <a:pt x="784973" y="1532099"/>
                  </a:lnTo>
                  <a:lnTo>
                    <a:pt x="782886" y="1533004"/>
                  </a:lnTo>
                  <a:lnTo>
                    <a:pt x="776625" y="1535719"/>
                  </a:lnTo>
                  <a:lnTo>
                    <a:pt x="768105" y="1539416"/>
                  </a:lnTo>
                  <a:lnTo>
                    <a:pt x="766192" y="1540246"/>
                  </a:lnTo>
                  <a:lnTo>
                    <a:pt x="765322" y="1540623"/>
                  </a:lnTo>
                  <a:lnTo>
                    <a:pt x="761670" y="1542208"/>
                  </a:lnTo>
                  <a:lnTo>
                    <a:pt x="758888" y="1543415"/>
                  </a:lnTo>
                  <a:lnTo>
                    <a:pt x="757845" y="1543868"/>
                  </a:lnTo>
                  <a:lnTo>
                    <a:pt x="753323" y="1545830"/>
                  </a:lnTo>
                  <a:lnTo>
                    <a:pt x="749845" y="1547340"/>
                  </a:lnTo>
                  <a:lnTo>
                    <a:pt x="749324" y="1547566"/>
                  </a:lnTo>
                  <a:lnTo>
                    <a:pt x="744802" y="1549529"/>
                  </a:lnTo>
                  <a:lnTo>
                    <a:pt x="740977" y="1551189"/>
                  </a:lnTo>
                  <a:lnTo>
                    <a:pt x="729847" y="1556021"/>
                  </a:lnTo>
                  <a:lnTo>
                    <a:pt x="727586" y="1557003"/>
                  </a:lnTo>
                  <a:lnTo>
                    <a:pt x="723761" y="1558665"/>
                  </a:lnTo>
                  <a:lnTo>
                    <a:pt x="722369" y="1559269"/>
                  </a:lnTo>
                  <a:lnTo>
                    <a:pt x="720978" y="1559873"/>
                  </a:lnTo>
                  <a:lnTo>
                    <a:pt x="720457" y="1560099"/>
                  </a:lnTo>
                  <a:lnTo>
                    <a:pt x="718196" y="1561081"/>
                  </a:lnTo>
                  <a:lnTo>
                    <a:pt x="714022" y="1562894"/>
                  </a:lnTo>
                  <a:lnTo>
                    <a:pt x="712283" y="1563649"/>
                  </a:lnTo>
                  <a:lnTo>
                    <a:pt x="707762" y="1565614"/>
                  </a:lnTo>
                  <a:lnTo>
                    <a:pt x="707414" y="1565765"/>
                  </a:lnTo>
                  <a:lnTo>
                    <a:pt x="707067" y="1565916"/>
                  </a:lnTo>
                  <a:lnTo>
                    <a:pt x="705154" y="1566747"/>
                  </a:lnTo>
                  <a:lnTo>
                    <a:pt x="699937" y="1569013"/>
                  </a:lnTo>
                  <a:lnTo>
                    <a:pt x="699589" y="1569165"/>
                  </a:lnTo>
                  <a:lnTo>
                    <a:pt x="698024" y="1569845"/>
                  </a:lnTo>
                  <a:lnTo>
                    <a:pt x="697850" y="1569920"/>
                  </a:lnTo>
                  <a:lnTo>
                    <a:pt x="696459" y="1570525"/>
                  </a:lnTo>
                  <a:lnTo>
                    <a:pt x="695937" y="1570751"/>
                  </a:lnTo>
                  <a:lnTo>
                    <a:pt x="695589" y="1570902"/>
                  </a:lnTo>
                  <a:lnTo>
                    <a:pt x="693850" y="1571658"/>
                  </a:lnTo>
                  <a:lnTo>
                    <a:pt x="692285" y="1572338"/>
                  </a:lnTo>
                  <a:lnTo>
                    <a:pt x="691242" y="1572792"/>
                  </a:lnTo>
                  <a:lnTo>
                    <a:pt x="689155" y="1573699"/>
                  </a:lnTo>
                  <a:lnTo>
                    <a:pt x="688633" y="1573925"/>
                  </a:lnTo>
                  <a:lnTo>
                    <a:pt x="688459" y="1574001"/>
                  </a:lnTo>
                  <a:lnTo>
                    <a:pt x="684808" y="1575588"/>
                  </a:lnTo>
                  <a:lnTo>
                    <a:pt x="679417" y="1577931"/>
                  </a:lnTo>
                  <a:lnTo>
                    <a:pt x="679243" y="1578007"/>
                  </a:lnTo>
                  <a:lnTo>
                    <a:pt x="677678" y="1578687"/>
                  </a:lnTo>
                  <a:lnTo>
                    <a:pt x="677504" y="1578763"/>
                  </a:lnTo>
                  <a:lnTo>
                    <a:pt x="675591" y="1579594"/>
                  </a:lnTo>
                  <a:lnTo>
                    <a:pt x="673678" y="1580426"/>
                  </a:lnTo>
                  <a:lnTo>
                    <a:pt x="670026" y="1582013"/>
                  </a:lnTo>
                  <a:lnTo>
                    <a:pt x="668113" y="1582845"/>
                  </a:lnTo>
                  <a:lnTo>
                    <a:pt x="667766" y="1582996"/>
                  </a:lnTo>
                  <a:lnTo>
                    <a:pt x="666027" y="1583752"/>
                  </a:lnTo>
                  <a:lnTo>
                    <a:pt x="662549" y="1585265"/>
                  </a:lnTo>
                  <a:lnTo>
                    <a:pt x="662375" y="1585340"/>
                  </a:lnTo>
                  <a:lnTo>
                    <a:pt x="658897" y="1586853"/>
                  </a:lnTo>
                  <a:lnTo>
                    <a:pt x="658375" y="1587080"/>
                  </a:lnTo>
                  <a:lnTo>
                    <a:pt x="655419" y="1588365"/>
                  </a:lnTo>
                  <a:lnTo>
                    <a:pt x="653680" y="1589122"/>
                  </a:lnTo>
                  <a:lnTo>
                    <a:pt x="651593" y="1590029"/>
                  </a:lnTo>
                  <a:lnTo>
                    <a:pt x="651072" y="1590256"/>
                  </a:lnTo>
                  <a:lnTo>
                    <a:pt x="649680" y="1590861"/>
                  </a:lnTo>
                  <a:lnTo>
                    <a:pt x="645681" y="1592601"/>
                  </a:lnTo>
                  <a:lnTo>
                    <a:pt x="644463" y="1593130"/>
                  </a:lnTo>
                  <a:lnTo>
                    <a:pt x="644116" y="1593282"/>
                  </a:lnTo>
                  <a:lnTo>
                    <a:pt x="643768" y="1593433"/>
                  </a:lnTo>
                  <a:lnTo>
                    <a:pt x="640812" y="1594719"/>
                  </a:lnTo>
                  <a:lnTo>
                    <a:pt x="639247" y="1595400"/>
                  </a:lnTo>
                  <a:lnTo>
                    <a:pt x="635073" y="1597216"/>
                  </a:lnTo>
                  <a:lnTo>
                    <a:pt x="634377" y="1597518"/>
                  </a:lnTo>
                  <a:lnTo>
                    <a:pt x="632117" y="1598502"/>
                  </a:lnTo>
                  <a:lnTo>
                    <a:pt x="626204" y="1601075"/>
                  </a:lnTo>
                  <a:lnTo>
                    <a:pt x="622726" y="1602588"/>
                  </a:lnTo>
                  <a:lnTo>
                    <a:pt x="618205" y="1604556"/>
                  </a:lnTo>
                  <a:lnTo>
                    <a:pt x="614553" y="1606145"/>
                  </a:lnTo>
                  <a:lnTo>
                    <a:pt x="611249" y="1607583"/>
                  </a:lnTo>
                  <a:lnTo>
                    <a:pt x="611075" y="1607659"/>
                  </a:lnTo>
                  <a:lnTo>
                    <a:pt x="608988" y="1608567"/>
                  </a:lnTo>
                  <a:lnTo>
                    <a:pt x="602728" y="1611293"/>
                  </a:lnTo>
                  <a:lnTo>
                    <a:pt x="594207" y="1615003"/>
                  </a:lnTo>
                  <a:lnTo>
                    <a:pt x="592294" y="1615836"/>
                  </a:lnTo>
                  <a:lnTo>
                    <a:pt x="591425" y="1616214"/>
                  </a:lnTo>
                  <a:lnTo>
                    <a:pt x="587773" y="1617805"/>
                  </a:lnTo>
                  <a:lnTo>
                    <a:pt x="584991" y="1619016"/>
                  </a:lnTo>
                  <a:lnTo>
                    <a:pt x="583947" y="1619471"/>
                  </a:lnTo>
                  <a:lnTo>
                    <a:pt x="579426" y="1621440"/>
                  </a:lnTo>
                  <a:lnTo>
                    <a:pt x="575426" y="1623182"/>
                  </a:lnTo>
                  <a:lnTo>
                    <a:pt x="570905" y="1625152"/>
                  </a:lnTo>
                  <a:lnTo>
                    <a:pt x="567079" y="1626818"/>
                  </a:lnTo>
                  <a:lnTo>
                    <a:pt x="555950" y="1631668"/>
                  </a:lnTo>
                  <a:lnTo>
                    <a:pt x="553689" y="1632653"/>
                  </a:lnTo>
                  <a:lnTo>
                    <a:pt x="549863" y="1634320"/>
                  </a:lnTo>
                  <a:lnTo>
                    <a:pt x="548472" y="1634926"/>
                  </a:lnTo>
                  <a:lnTo>
                    <a:pt x="547081" y="1635533"/>
                  </a:lnTo>
                  <a:lnTo>
                    <a:pt x="546559" y="1635760"/>
                  </a:lnTo>
                  <a:lnTo>
                    <a:pt x="544299" y="1636745"/>
                  </a:lnTo>
                  <a:lnTo>
                    <a:pt x="540125" y="1638565"/>
                  </a:lnTo>
                  <a:lnTo>
                    <a:pt x="538386" y="1639323"/>
                  </a:lnTo>
                  <a:lnTo>
                    <a:pt x="536473" y="1640156"/>
                  </a:lnTo>
                  <a:lnTo>
                    <a:pt x="533865" y="1641294"/>
                  </a:lnTo>
                  <a:lnTo>
                    <a:pt x="533517" y="1641445"/>
                  </a:lnTo>
                  <a:lnTo>
                    <a:pt x="533169" y="1641597"/>
                  </a:lnTo>
                  <a:lnTo>
                    <a:pt x="531256" y="1642431"/>
                  </a:lnTo>
                  <a:lnTo>
                    <a:pt x="526039" y="1644705"/>
                  </a:lnTo>
                  <a:lnTo>
                    <a:pt x="525691" y="1644857"/>
                  </a:lnTo>
                  <a:lnTo>
                    <a:pt x="524126" y="1645539"/>
                  </a:lnTo>
                  <a:lnTo>
                    <a:pt x="523953" y="1645615"/>
                  </a:lnTo>
                  <a:lnTo>
                    <a:pt x="522561" y="1646222"/>
                  </a:lnTo>
                  <a:lnTo>
                    <a:pt x="522040" y="1646449"/>
                  </a:lnTo>
                  <a:lnTo>
                    <a:pt x="521692" y="1646601"/>
                  </a:lnTo>
                  <a:lnTo>
                    <a:pt x="519953" y="1647359"/>
                  </a:lnTo>
                  <a:lnTo>
                    <a:pt x="518388" y="1648042"/>
                  </a:lnTo>
                  <a:lnTo>
                    <a:pt x="517344" y="1648497"/>
                  </a:lnTo>
                  <a:lnTo>
                    <a:pt x="515258" y="1649407"/>
                  </a:lnTo>
                  <a:lnTo>
                    <a:pt x="514736" y="1649634"/>
                  </a:lnTo>
                  <a:lnTo>
                    <a:pt x="514562" y="1649710"/>
                  </a:lnTo>
                  <a:lnTo>
                    <a:pt x="510910" y="1651303"/>
                  </a:lnTo>
                  <a:lnTo>
                    <a:pt x="505519" y="1653654"/>
                  </a:lnTo>
                  <a:lnTo>
                    <a:pt x="505345" y="1653730"/>
                  </a:lnTo>
                  <a:lnTo>
                    <a:pt x="503780" y="1654412"/>
                  </a:lnTo>
                  <a:lnTo>
                    <a:pt x="501694" y="1655323"/>
                  </a:lnTo>
                  <a:lnTo>
                    <a:pt x="499781" y="1656157"/>
                  </a:lnTo>
                  <a:lnTo>
                    <a:pt x="496129" y="1657750"/>
                  </a:lnTo>
                  <a:lnTo>
                    <a:pt x="494216" y="1658585"/>
                  </a:lnTo>
                  <a:lnTo>
                    <a:pt x="493868" y="1658736"/>
                  </a:lnTo>
                  <a:lnTo>
                    <a:pt x="492129" y="1659495"/>
                  </a:lnTo>
                  <a:lnTo>
                    <a:pt x="488651" y="1661012"/>
                  </a:lnTo>
                  <a:lnTo>
                    <a:pt x="488477" y="1661088"/>
                  </a:lnTo>
                  <a:lnTo>
                    <a:pt x="484999" y="1662606"/>
                  </a:lnTo>
                  <a:lnTo>
                    <a:pt x="484478" y="1662833"/>
                  </a:lnTo>
                  <a:lnTo>
                    <a:pt x="481522" y="1664123"/>
                  </a:lnTo>
                  <a:lnTo>
                    <a:pt x="479783" y="1664882"/>
                  </a:lnTo>
                  <a:lnTo>
                    <a:pt x="477696" y="1665793"/>
                  </a:lnTo>
                  <a:lnTo>
                    <a:pt x="477174" y="1666021"/>
                  </a:lnTo>
                  <a:lnTo>
                    <a:pt x="471783" y="1668373"/>
                  </a:lnTo>
                  <a:lnTo>
                    <a:pt x="470566" y="1668905"/>
                  </a:lnTo>
                  <a:lnTo>
                    <a:pt x="470218" y="1669056"/>
                  </a:lnTo>
                  <a:lnTo>
                    <a:pt x="469870" y="1669208"/>
                  </a:lnTo>
                  <a:lnTo>
                    <a:pt x="466914" y="1670499"/>
                  </a:lnTo>
                  <a:lnTo>
                    <a:pt x="465349" y="1671182"/>
                  </a:lnTo>
                  <a:lnTo>
                    <a:pt x="461176" y="1673004"/>
                  </a:lnTo>
                  <a:lnTo>
                    <a:pt x="458219" y="1674294"/>
                  </a:lnTo>
                  <a:lnTo>
                    <a:pt x="452307" y="1676875"/>
                  </a:lnTo>
                  <a:lnTo>
                    <a:pt x="444307" y="1680368"/>
                  </a:lnTo>
                  <a:lnTo>
                    <a:pt x="440656" y="1681963"/>
                  </a:lnTo>
                  <a:lnTo>
                    <a:pt x="437352" y="1683406"/>
                  </a:lnTo>
                  <a:lnTo>
                    <a:pt x="437178" y="1683482"/>
                  </a:lnTo>
                  <a:lnTo>
                    <a:pt x="435091" y="1684393"/>
                  </a:lnTo>
                  <a:lnTo>
                    <a:pt x="428831" y="1687127"/>
                  </a:lnTo>
                  <a:lnTo>
                    <a:pt x="420310" y="1690850"/>
                  </a:lnTo>
                  <a:lnTo>
                    <a:pt x="418397" y="1691685"/>
                  </a:lnTo>
                  <a:lnTo>
                    <a:pt x="417527" y="1692065"/>
                  </a:lnTo>
                  <a:lnTo>
                    <a:pt x="413875" y="1693661"/>
                  </a:lnTo>
                  <a:lnTo>
                    <a:pt x="411093" y="1694876"/>
                  </a:lnTo>
                  <a:lnTo>
                    <a:pt x="410050" y="1695332"/>
                  </a:lnTo>
                  <a:lnTo>
                    <a:pt x="405528" y="1697308"/>
                  </a:lnTo>
                  <a:lnTo>
                    <a:pt x="402050" y="1698827"/>
                  </a:lnTo>
                  <a:lnTo>
                    <a:pt x="401529" y="1699055"/>
                  </a:lnTo>
                  <a:lnTo>
                    <a:pt x="397007" y="1701031"/>
                  </a:lnTo>
                  <a:lnTo>
                    <a:pt x="393182" y="1702703"/>
                  </a:lnTo>
                  <a:lnTo>
                    <a:pt x="382052" y="1707568"/>
                  </a:lnTo>
                  <a:lnTo>
                    <a:pt x="379792" y="1708556"/>
                  </a:lnTo>
                  <a:lnTo>
                    <a:pt x="374575" y="1710837"/>
                  </a:lnTo>
                  <a:lnTo>
                    <a:pt x="373183" y="1711445"/>
                  </a:lnTo>
                  <a:lnTo>
                    <a:pt x="372662" y="1711673"/>
                  </a:lnTo>
                  <a:lnTo>
                    <a:pt x="370401" y="1712662"/>
                  </a:lnTo>
                  <a:lnTo>
                    <a:pt x="366228" y="1714487"/>
                  </a:lnTo>
                  <a:lnTo>
                    <a:pt x="364489" y="1715247"/>
                  </a:lnTo>
                  <a:lnTo>
                    <a:pt x="362576" y="1716084"/>
                  </a:lnTo>
                  <a:lnTo>
                    <a:pt x="359619" y="1717376"/>
                  </a:lnTo>
                  <a:lnTo>
                    <a:pt x="352142" y="1720647"/>
                  </a:lnTo>
                  <a:lnTo>
                    <a:pt x="351794" y="1720799"/>
                  </a:lnTo>
                  <a:lnTo>
                    <a:pt x="350229" y="1721483"/>
                  </a:lnTo>
                  <a:lnTo>
                    <a:pt x="350055" y="1721559"/>
                  </a:lnTo>
                  <a:lnTo>
                    <a:pt x="348664" y="1722168"/>
                  </a:lnTo>
                  <a:lnTo>
                    <a:pt x="348142" y="1722396"/>
                  </a:lnTo>
                  <a:lnTo>
                    <a:pt x="347794" y="1722548"/>
                  </a:lnTo>
                  <a:lnTo>
                    <a:pt x="346055" y="1723309"/>
                  </a:lnTo>
                  <a:lnTo>
                    <a:pt x="344490" y="1723993"/>
                  </a:lnTo>
                  <a:lnTo>
                    <a:pt x="341360" y="1725363"/>
                  </a:lnTo>
                  <a:lnTo>
                    <a:pt x="340838" y="1725591"/>
                  </a:lnTo>
                  <a:lnTo>
                    <a:pt x="340665" y="1725667"/>
                  </a:lnTo>
                  <a:lnTo>
                    <a:pt x="337013" y="1727265"/>
                  </a:lnTo>
                  <a:lnTo>
                    <a:pt x="331622" y="1729623"/>
                  </a:lnTo>
                  <a:lnTo>
                    <a:pt x="331448" y="1729699"/>
                  </a:lnTo>
                  <a:lnTo>
                    <a:pt x="329709" y="1730460"/>
                  </a:lnTo>
                  <a:lnTo>
                    <a:pt x="325883" y="1732134"/>
                  </a:lnTo>
                  <a:lnTo>
                    <a:pt x="322231" y="1733732"/>
                  </a:lnTo>
                  <a:lnTo>
                    <a:pt x="320319" y="1734569"/>
                  </a:lnTo>
                  <a:lnTo>
                    <a:pt x="318232" y="1735482"/>
                  </a:lnTo>
                  <a:lnTo>
                    <a:pt x="314754" y="1737004"/>
                  </a:lnTo>
                  <a:lnTo>
                    <a:pt x="311102" y="1738603"/>
                  </a:lnTo>
                  <a:lnTo>
                    <a:pt x="310580" y="1738831"/>
                  </a:lnTo>
                  <a:lnTo>
                    <a:pt x="305885" y="1740886"/>
                  </a:lnTo>
                  <a:lnTo>
                    <a:pt x="303798" y="1741799"/>
                  </a:lnTo>
                  <a:lnTo>
                    <a:pt x="296669" y="1744920"/>
                  </a:lnTo>
                  <a:lnTo>
                    <a:pt x="296321" y="1745073"/>
                  </a:lnTo>
                  <a:lnTo>
                    <a:pt x="295973" y="1745225"/>
                  </a:lnTo>
                  <a:lnTo>
                    <a:pt x="293017" y="1746519"/>
                  </a:lnTo>
                  <a:lnTo>
                    <a:pt x="291452" y="1747204"/>
                  </a:lnTo>
                  <a:lnTo>
                    <a:pt x="287278" y="1749032"/>
                  </a:lnTo>
                  <a:lnTo>
                    <a:pt x="286582" y="1749336"/>
                  </a:lnTo>
                  <a:lnTo>
                    <a:pt x="278409" y="1752915"/>
                  </a:lnTo>
                  <a:lnTo>
                    <a:pt x="274931" y="1754438"/>
                  </a:lnTo>
                  <a:lnTo>
                    <a:pt x="270410" y="1756418"/>
                  </a:lnTo>
                  <a:lnTo>
                    <a:pt x="266758" y="1758018"/>
                  </a:lnTo>
                  <a:lnTo>
                    <a:pt x="263454" y="1759465"/>
                  </a:lnTo>
                  <a:lnTo>
                    <a:pt x="263280" y="1759541"/>
                  </a:lnTo>
                  <a:lnTo>
                    <a:pt x="243630" y="1768149"/>
                  </a:lnTo>
                  <a:lnTo>
                    <a:pt x="239978" y="1769749"/>
                  </a:lnTo>
                  <a:lnTo>
                    <a:pt x="237196" y="1770969"/>
                  </a:lnTo>
                  <a:lnTo>
                    <a:pt x="236152" y="1771426"/>
                  </a:lnTo>
                  <a:lnTo>
                    <a:pt x="231631" y="1773407"/>
                  </a:lnTo>
                  <a:lnTo>
                    <a:pt x="228153" y="1774931"/>
                  </a:lnTo>
                  <a:lnTo>
                    <a:pt x="223110" y="1777142"/>
                  </a:lnTo>
                  <a:lnTo>
                    <a:pt x="200677" y="1786975"/>
                  </a:lnTo>
                  <a:lnTo>
                    <a:pt x="199286" y="1787585"/>
                  </a:lnTo>
                  <a:lnTo>
                    <a:pt x="196504" y="1788805"/>
                  </a:lnTo>
                  <a:lnTo>
                    <a:pt x="178244" y="1796812"/>
                  </a:lnTo>
                  <a:lnTo>
                    <a:pt x="177897" y="1796965"/>
                  </a:lnTo>
                  <a:lnTo>
                    <a:pt x="173897" y="1798719"/>
                  </a:lnTo>
                  <a:lnTo>
                    <a:pt x="172158" y="1799482"/>
                  </a:lnTo>
                  <a:lnTo>
                    <a:pt x="169550" y="1800626"/>
                  </a:lnTo>
                  <a:lnTo>
                    <a:pt x="155812" y="1806653"/>
                  </a:lnTo>
                  <a:lnTo>
                    <a:pt x="151986" y="1808331"/>
                  </a:lnTo>
                  <a:lnTo>
                    <a:pt x="129901" y="1818023"/>
                  </a:lnTo>
                  <a:lnTo>
                    <a:pt x="112685" y="1825580"/>
                  </a:lnTo>
                  <a:lnTo>
                    <a:pt x="101034" y="1830695"/>
                  </a:lnTo>
                  <a:lnTo>
                    <a:pt x="87296" y="1836728"/>
                  </a:lnTo>
                  <a:lnTo>
                    <a:pt x="0" y="187508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" name="pl15"/>
            <p:cNvSpPr/>
            <p:nvPr/>
          </p:nvSpPr>
          <p:spPr>
            <a:xfrm>
              <a:off x="3317373" y="2945871"/>
              <a:ext cx="4475424" cy="1980126"/>
            </a:xfrm>
            <a:custGeom>
              <a:avLst/>
              <a:pathLst>
                <a:path w="4475424" h="1980126">
                  <a:moveTo>
                    <a:pt x="0" y="1980126"/>
                  </a:moveTo>
                  <a:lnTo>
                    <a:pt x="87296" y="1941502"/>
                  </a:lnTo>
                  <a:lnTo>
                    <a:pt x="101034" y="1935424"/>
                  </a:lnTo>
                  <a:lnTo>
                    <a:pt x="112685" y="1930269"/>
                  </a:lnTo>
                  <a:lnTo>
                    <a:pt x="129901" y="1922652"/>
                  </a:lnTo>
                  <a:lnTo>
                    <a:pt x="151986" y="1912880"/>
                  </a:lnTo>
                  <a:lnTo>
                    <a:pt x="155812" y="1911188"/>
                  </a:lnTo>
                  <a:lnTo>
                    <a:pt x="169550" y="1905109"/>
                  </a:lnTo>
                  <a:lnTo>
                    <a:pt x="172158" y="1903955"/>
                  </a:lnTo>
                  <a:lnTo>
                    <a:pt x="173897" y="1903186"/>
                  </a:lnTo>
                  <a:lnTo>
                    <a:pt x="177897" y="1901416"/>
                  </a:lnTo>
                  <a:lnTo>
                    <a:pt x="178244" y="1901262"/>
                  </a:lnTo>
                  <a:lnTo>
                    <a:pt x="196504" y="1893184"/>
                  </a:lnTo>
                  <a:lnTo>
                    <a:pt x="199286" y="1891953"/>
                  </a:lnTo>
                  <a:lnTo>
                    <a:pt x="200677" y="1891337"/>
                  </a:lnTo>
                  <a:lnTo>
                    <a:pt x="223110" y="1881412"/>
                  </a:lnTo>
                  <a:lnTo>
                    <a:pt x="228153" y="1879181"/>
                  </a:lnTo>
                  <a:lnTo>
                    <a:pt x="231631" y="1877642"/>
                  </a:lnTo>
                  <a:lnTo>
                    <a:pt x="236152" y="1875641"/>
                  </a:lnTo>
                  <a:lnTo>
                    <a:pt x="237196" y="1875180"/>
                  </a:lnTo>
                  <a:lnTo>
                    <a:pt x="239978" y="1873949"/>
                  </a:lnTo>
                  <a:lnTo>
                    <a:pt x="243630" y="1872333"/>
                  </a:lnTo>
                  <a:lnTo>
                    <a:pt x="263280" y="1863639"/>
                  </a:lnTo>
                  <a:lnTo>
                    <a:pt x="263454" y="1863562"/>
                  </a:lnTo>
                  <a:lnTo>
                    <a:pt x="266758" y="1862100"/>
                  </a:lnTo>
                  <a:lnTo>
                    <a:pt x="270410" y="1860484"/>
                  </a:lnTo>
                  <a:lnTo>
                    <a:pt x="274931" y="1858484"/>
                  </a:lnTo>
                  <a:lnTo>
                    <a:pt x="278409" y="1856945"/>
                  </a:lnTo>
                  <a:lnTo>
                    <a:pt x="286582" y="1853329"/>
                  </a:lnTo>
                  <a:lnTo>
                    <a:pt x="287278" y="1853021"/>
                  </a:lnTo>
                  <a:lnTo>
                    <a:pt x="291452" y="1851174"/>
                  </a:lnTo>
                  <a:lnTo>
                    <a:pt x="293017" y="1850482"/>
                  </a:lnTo>
                  <a:lnTo>
                    <a:pt x="295973" y="1849174"/>
                  </a:lnTo>
                  <a:lnTo>
                    <a:pt x="296321" y="1849020"/>
                  </a:lnTo>
                  <a:lnTo>
                    <a:pt x="296669" y="1848866"/>
                  </a:lnTo>
                  <a:lnTo>
                    <a:pt x="303798" y="1845712"/>
                  </a:lnTo>
                  <a:lnTo>
                    <a:pt x="305885" y="1844788"/>
                  </a:lnTo>
                  <a:lnTo>
                    <a:pt x="310580" y="1842711"/>
                  </a:lnTo>
                  <a:lnTo>
                    <a:pt x="311102" y="1842480"/>
                  </a:lnTo>
                  <a:lnTo>
                    <a:pt x="314754" y="1840865"/>
                  </a:lnTo>
                  <a:lnTo>
                    <a:pt x="318232" y="1839326"/>
                  </a:lnTo>
                  <a:lnTo>
                    <a:pt x="320319" y="1838402"/>
                  </a:lnTo>
                  <a:lnTo>
                    <a:pt x="322231" y="1837556"/>
                  </a:lnTo>
                  <a:lnTo>
                    <a:pt x="325883" y="1835940"/>
                  </a:lnTo>
                  <a:lnTo>
                    <a:pt x="329709" y="1834248"/>
                  </a:lnTo>
                  <a:lnTo>
                    <a:pt x="331448" y="1833478"/>
                  </a:lnTo>
                  <a:lnTo>
                    <a:pt x="331622" y="1833401"/>
                  </a:lnTo>
                  <a:lnTo>
                    <a:pt x="337013" y="1831016"/>
                  </a:lnTo>
                  <a:lnTo>
                    <a:pt x="340665" y="1829400"/>
                  </a:lnTo>
                  <a:lnTo>
                    <a:pt x="340838" y="1829324"/>
                  </a:lnTo>
                  <a:lnTo>
                    <a:pt x="341360" y="1829093"/>
                  </a:lnTo>
                  <a:lnTo>
                    <a:pt x="344490" y="1827708"/>
                  </a:lnTo>
                  <a:lnTo>
                    <a:pt x="346055" y="1827015"/>
                  </a:lnTo>
                  <a:lnTo>
                    <a:pt x="347794" y="1826246"/>
                  </a:lnTo>
                  <a:lnTo>
                    <a:pt x="348142" y="1826092"/>
                  </a:lnTo>
                  <a:lnTo>
                    <a:pt x="348664" y="1825861"/>
                  </a:lnTo>
                  <a:lnTo>
                    <a:pt x="350055" y="1825246"/>
                  </a:lnTo>
                  <a:lnTo>
                    <a:pt x="350229" y="1825169"/>
                  </a:lnTo>
                  <a:lnTo>
                    <a:pt x="351794" y="1824476"/>
                  </a:lnTo>
                  <a:lnTo>
                    <a:pt x="352142" y="1824322"/>
                  </a:lnTo>
                  <a:lnTo>
                    <a:pt x="359619" y="1821014"/>
                  </a:lnTo>
                  <a:lnTo>
                    <a:pt x="362576" y="1819706"/>
                  </a:lnTo>
                  <a:lnTo>
                    <a:pt x="364489" y="1818860"/>
                  </a:lnTo>
                  <a:lnTo>
                    <a:pt x="366228" y="1818090"/>
                  </a:lnTo>
                  <a:lnTo>
                    <a:pt x="370401" y="1816244"/>
                  </a:lnTo>
                  <a:lnTo>
                    <a:pt x="372662" y="1815244"/>
                  </a:lnTo>
                  <a:lnTo>
                    <a:pt x="373183" y="1815013"/>
                  </a:lnTo>
                  <a:lnTo>
                    <a:pt x="374575" y="1814397"/>
                  </a:lnTo>
                  <a:lnTo>
                    <a:pt x="379792" y="1812089"/>
                  </a:lnTo>
                  <a:lnTo>
                    <a:pt x="382052" y="1811089"/>
                  </a:lnTo>
                  <a:lnTo>
                    <a:pt x="393182" y="1806165"/>
                  </a:lnTo>
                  <a:lnTo>
                    <a:pt x="397007" y="1804472"/>
                  </a:lnTo>
                  <a:lnTo>
                    <a:pt x="401529" y="1802472"/>
                  </a:lnTo>
                  <a:lnTo>
                    <a:pt x="402050" y="1802241"/>
                  </a:lnTo>
                  <a:lnTo>
                    <a:pt x="405528" y="1800702"/>
                  </a:lnTo>
                  <a:lnTo>
                    <a:pt x="410050" y="1798701"/>
                  </a:lnTo>
                  <a:lnTo>
                    <a:pt x="411093" y="1798240"/>
                  </a:lnTo>
                  <a:lnTo>
                    <a:pt x="413875" y="1797009"/>
                  </a:lnTo>
                  <a:lnTo>
                    <a:pt x="417527" y="1795393"/>
                  </a:lnTo>
                  <a:lnTo>
                    <a:pt x="418397" y="1795008"/>
                  </a:lnTo>
                  <a:lnTo>
                    <a:pt x="420310" y="1794162"/>
                  </a:lnTo>
                  <a:lnTo>
                    <a:pt x="428831" y="1790392"/>
                  </a:lnTo>
                  <a:lnTo>
                    <a:pt x="435091" y="1787622"/>
                  </a:lnTo>
                  <a:lnTo>
                    <a:pt x="437178" y="1786699"/>
                  </a:lnTo>
                  <a:lnTo>
                    <a:pt x="437352" y="1786622"/>
                  </a:lnTo>
                  <a:lnTo>
                    <a:pt x="440656" y="1785160"/>
                  </a:lnTo>
                  <a:lnTo>
                    <a:pt x="444307" y="1783544"/>
                  </a:lnTo>
                  <a:lnTo>
                    <a:pt x="452307" y="1780005"/>
                  </a:lnTo>
                  <a:lnTo>
                    <a:pt x="458219" y="1777389"/>
                  </a:lnTo>
                  <a:lnTo>
                    <a:pt x="461176" y="1776081"/>
                  </a:lnTo>
                  <a:lnTo>
                    <a:pt x="465349" y="1774235"/>
                  </a:lnTo>
                  <a:lnTo>
                    <a:pt x="466914" y="1773542"/>
                  </a:lnTo>
                  <a:lnTo>
                    <a:pt x="469870" y="1772234"/>
                  </a:lnTo>
                  <a:lnTo>
                    <a:pt x="470218" y="1772080"/>
                  </a:lnTo>
                  <a:lnTo>
                    <a:pt x="470566" y="1771926"/>
                  </a:lnTo>
                  <a:lnTo>
                    <a:pt x="471783" y="1771388"/>
                  </a:lnTo>
                  <a:lnTo>
                    <a:pt x="477174" y="1769003"/>
                  </a:lnTo>
                  <a:lnTo>
                    <a:pt x="477696" y="1768772"/>
                  </a:lnTo>
                  <a:lnTo>
                    <a:pt x="479783" y="1767849"/>
                  </a:lnTo>
                  <a:lnTo>
                    <a:pt x="481522" y="1767079"/>
                  </a:lnTo>
                  <a:lnTo>
                    <a:pt x="484478" y="1765771"/>
                  </a:lnTo>
                  <a:lnTo>
                    <a:pt x="484999" y="1765540"/>
                  </a:lnTo>
                  <a:lnTo>
                    <a:pt x="488477" y="1764002"/>
                  </a:lnTo>
                  <a:lnTo>
                    <a:pt x="488651" y="1763925"/>
                  </a:lnTo>
                  <a:lnTo>
                    <a:pt x="492129" y="1762386"/>
                  </a:lnTo>
                  <a:lnTo>
                    <a:pt x="493868" y="1761616"/>
                  </a:lnTo>
                  <a:lnTo>
                    <a:pt x="494216" y="1761463"/>
                  </a:lnTo>
                  <a:lnTo>
                    <a:pt x="496129" y="1760616"/>
                  </a:lnTo>
                  <a:lnTo>
                    <a:pt x="499781" y="1759000"/>
                  </a:lnTo>
                  <a:lnTo>
                    <a:pt x="501694" y="1758154"/>
                  </a:lnTo>
                  <a:lnTo>
                    <a:pt x="503780" y="1757231"/>
                  </a:lnTo>
                  <a:lnTo>
                    <a:pt x="505345" y="1756538"/>
                  </a:lnTo>
                  <a:lnTo>
                    <a:pt x="505519" y="1756461"/>
                  </a:lnTo>
                  <a:lnTo>
                    <a:pt x="510910" y="1754076"/>
                  </a:lnTo>
                  <a:lnTo>
                    <a:pt x="514562" y="1752461"/>
                  </a:lnTo>
                  <a:lnTo>
                    <a:pt x="514736" y="1752384"/>
                  </a:lnTo>
                  <a:lnTo>
                    <a:pt x="515258" y="1752153"/>
                  </a:lnTo>
                  <a:lnTo>
                    <a:pt x="517344" y="1751230"/>
                  </a:lnTo>
                  <a:lnTo>
                    <a:pt x="518388" y="1750768"/>
                  </a:lnTo>
                  <a:lnTo>
                    <a:pt x="519953" y="1750075"/>
                  </a:lnTo>
                  <a:lnTo>
                    <a:pt x="521692" y="1749306"/>
                  </a:lnTo>
                  <a:lnTo>
                    <a:pt x="522040" y="1749152"/>
                  </a:lnTo>
                  <a:lnTo>
                    <a:pt x="522561" y="1748921"/>
                  </a:lnTo>
                  <a:lnTo>
                    <a:pt x="523953" y="1748306"/>
                  </a:lnTo>
                  <a:lnTo>
                    <a:pt x="524126" y="1748229"/>
                  </a:lnTo>
                  <a:lnTo>
                    <a:pt x="525691" y="1747536"/>
                  </a:lnTo>
                  <a:lnTo>
                    <a:pt x="526039" y="1747383"/>
                  </a:lnTo>
                  <a:lnTo>
                    <a:pt x="531256" y="1745074"/>
                  </a:lnTo>
                  <a:lnTo>
                    <a:pt x="533169" y="1744228"/>
                  </a:lnTo>
                  <a:lnTo>
                    <a:pt x="533517" y="1744074"/>
                  </a:lnTo>
                  <a:lnTo>
                    <a:pt x="533865" y="1743920"/>
                  </a:lnTo>
                  <a:lnTo>
                    <a:pt x="536473" y="1742766"/>
                  </a:lnTo>
                  <a:lnTo>
                    <a:pt x="538386" y="1741920"/>
                  </a:lnTo>
                  <a:lnTo>
                    <a:pt x="540125" y="1741150"/>
                  </a:lnTo>
                  <a:lnTo>
                    <a:pt x="544299" y="1739304"/>
                  </a:lnTo>
                  <a:lnTo>
                    <a:pt x="546559" y="1738304"/>
                  </a:lnTo>
                  <a:lnTo>
                    <a:pt x="547081" y="1738073"/>
                  </a:lnTo>
                  <a:lnTo>
                    <a:pt x="548472" y="1737457"/>
                  </a:lnTo>
                  <a:lnTo>
                    <a:pt x="549863" y="1736842"/>
                  </a:lnTo>
                  <a:lnTo>
                    <a:pt x="553689" y="1735149"/>
                  </a:lnTo>
                  <a:lnTo>
                    <a:pt x="555950" y="1734149"/>
                  </a:lnTo>
                  <a:lnTo>
                    <a:pt x="567079" y="1729225"/>
                  </a:lnTo>
                  <a:lnTo>
                    <a:pt x="570905" y="1727532"/>
                  </a:lnTo>
                  <a:lnTo>
                    <a:pt x="575426" y="1725532"/>
                  </a:lnTo>
                  <a:lnTo>
                    <a:pt x="579426" y="1723762"/>
                  </a:lnTo>
                  <a:lnTo>
                    <a:pt x="583947" y="1721762"/>
                  </a:lnTo>
                  <a:lnTo>
                    <a:pt x="584991" y="1721300"/>
                  </a:lnTo>
                  <a:lnTo>
                    <a:pt x="587773" y="1720069"/>
                  </a:lnTo>
                  <a:lnTo>
                    <a:pt x="591425" y="1718453"/>
                  </a:lnTo>
                  <a:lnTo>
                    <a:pt x="592294" y="1718068"/>
                  </a:lnTo>
                  <a:lnTo>
                    <a:pt x="594207" y="1717222"/>
                  </a:lnTo>
                  <a:lnTo>
                    <a:pt x="602728" y="1713452"/>
                  </a:lnTo>
                  <a:lnTo>
                    <a:pt x="608988" y="1710682"/>
                  </a:lnTo>
                  <a:lnTo>
                    <a:pt x="611075" y="1709759"/>
                  </a:lnTo>
                  <a:lnTo>
                    <a:pt x="611249" y="1709682"/>
                  </a:lnTo>
                  <a:lnTo>
                    <a:pt x="614553" y="1708220"/>
                  </a:lnTo>
                  <a:lnTo>
                    <a:pt x="618205" y="1706604"/>
                  </a:lnTo>
                  <a:lnTo>
                    <a:pt x="622726" y="1704604"/>
                  </a:lnTo>
                  <a:lnTo>
                    <a:pt x="626204" y="1703065"/>
                  </a:lnTo>
                  <a:lnTo>
                    <a:pt x="632117" y="1700449"/>
                  </a:lnTo>
                  <a:lnTo>
                    <a:pt x="634377" y="1699449"/>
                  </a:lnTo>
                  <a:lnTo>
                    <a:pt x="635073" y="1699141"/>
                  </a:lnTo>
                  <a:lnTo>
                    <a:pt x="639247" y="1697295"/>
                  </a:lnTo>
                  <a:lnTo>
                    <a:pt x="640812" y="1696602"/>
                  </a:lnTo>
                  <a:lnTo>
                    <a:pt x="643768" y="1695294"/>
                  </a:lnTo>
                  <a:lnTo>
                    <a:pt x="644116" y="1695140"/>
                  </a:lnTo>
                  <a:lnTo>
                    <a:pt x="644463" y="1694986"/>
                  </a:lnTo>
                  <a:lnTo>
                    <a:pt x="645681" y="1694448"/>
                  </a:lnTo>
                  <a:lnTo>
                    <a:pt x="649680" y="1692678"/>
                  </a:lnTo>
                  <a:lnTo>
                    <a:pt x="651072" y="1692063"/>
                  </a:lnTo>
                  <a:lnTo>
                    <a:pt x="651593" y="1691832"/>
                  </a:lnTo>
                  <a:lnTo>
                    <a:pt x="653680" y="1690909"/>
                  </a:lnTo>
                  <a:lnTo>
                    <a:pt x="655419" y="1690139"/>
                  </a:lnTo>
                  <a:lnTo>
                    <a:pt x="658375" y="1688831"/>
                  </a:lnTo>
                  <a:lnTo>
                    <a:pt x="658897" y="1688600"/>
                  </a:lnTo>
                  <a:lnTo>
                    <a:pt x="662375" y="1687062"/>
                  </a:lnTo>
                  <a:lnTo>
                    <a:pt x="662549" y="1686985"/>
                  </a:lnTo>
                  <a:lnTo>
                    <a:pt x="666027" y="1685446"/>
                  </a:lnTo>
                  <a:lnTo>
                    <a:pt x="667766" y="1684676"/>
                  </a:lnTo>
                  <a:lnTo>
                    <a:pt x="668113" y="1684523"/>
                  </a:lnTo>
                  <a:lnTo>
                    <a:pt x="670026" y="1683676"/>
                  </a:lnTo>
                  <a:lnTo>
                    <a:pt x="673678" y="1682061"/>
                  </a:lnTo>
                  <a:lnTo>
                    <a:pt x="675591" y="1681214"/>
                  </a:lnTo>
                  <a:lnTo>
                    <a:pt x="677504" y="1680368"/>
                  </a:lnTo>
                  <a:lnTo>
                    <a:pt x="677678" y="1680291"/>
                  </a:lnTo>
                  <a:lnTo>
                    <a:pt x="679243" y="1679598"/>
                  </a:lnTo>
                  <a:lnTo>
                    <a:pt x="679417" y="1679521"/>
                  </a:lnTo>
                  <a:lnTo>
                    <a:pt x="684808" y="1677136"/>
                  </a:lnTo>
                  <a:lnTo>
                    <a:pt x="688459" y="1675521"/>
                  </a:lnTo>
                  <a:lnTo>
                    <a:pt x="688633" y="1675444"/>
                  </a:lnTo>
                  <a:lnTo>
                    <a:pt x="689155" y="1675213"/>
                  </a:lnTo>
                  <a:lnTo>
                    <a:pt x="691242" y="1674290"/>
                  </a:lnTo>
                  <a:lnTo>
                    <a:pt x="692285" y="1673828"/>
                  </a:lnTo>
                  <a:lnTo>
                    <a:pt x="693850" y="1673135"/>
                  </a:lnTo>
                  <a:lnTo>
                    <a:pt x="695589" y="1672366"/>
                  </a:lnTo>
                  <a:lnTo>
                    <a:pt x="695937" y="1672212"/>
                  </a:lnTo>
                  <a:lnTo>
                    <a:pt x="696459" y="1671981"/>
                  </a:lnTo>
                  <a:lnTo>
                    <a:pt x="697850" y="1671366"/>
                  </a:lnTo>
                  <a:lnTo>
                    <a:pt x="698024" y="1671289"/>
                  </a:lnTo>
                  <a:lnTo>
                    <a:pt x="699589" y="1670596"/>
                  </a:lnTo>
                  <a:lnTo>
                    <a:pt x="699937" y="1670443"/>
                  </a:lnTo>
                  <a:lnTo>
                    <a:pt x="705154" y="1668134"/>
                  </a:lnTo>
                  <a:lnTo>
                    <a:pt x="707067" y="1667288"/>
                  </a:lnTo>
                  <a:lnTo>
                    <a:pt x="707414" y="1667134"/>
                  </a:lnTo>
                  <a:lnTo>
                    <a:pt x="707762" y="1666980"/>
                  </a:lnTo>
                  <a:lnTo>
                    <a:pt x="712283" y="1664980"/>
                  </a:lnTo>
                  <a:lnTo>
                    <a:pt x="714022" y="1664210"/>
                  </a:lnTo>
                  <a:lnTo>
                    <a:pt x="718196" y="1662364"/>
                  </a:lnTo>
                  <a:lnTo>
                    <a:pt x="720457" y="1661364"/>
                  </a:lnTo>
                  <a:lnTo>
                    <a:pt x="720978" y="1661133"/>
                  </a:lnTo>
                  <a:lnTo>
                    <a:pt x="722369" y="1660517"/>
                  </a:lnTo>
                  <a:lnTo>
                    <a:pt x="723761" y="1659902"/>
                  </a:lnTo>
                  <a:lnTo>
                    <a:pt x="727586" y="1658209"/>
                  </a:lnTo>
                  <a:lnTo>
                    <a:pt x="729847" y="1657209"/>
                  </a:lnTo>
                  <a:lnTo>
                    <a:pt x="740977" y="1652285"/>
                  </a:lnTo>
                  <a:lnTo>
                    <a:pt x="744802" y="1650592"/>
                  </a:lnTo>
                  <a:lnTo>
                    <a:pt x="749324" y="1648592"/>
                  </a:lnTo>
                  <a:lnTo>
                    <a:pt x="749845" y="1648361"/>
                  </a:lnTo>
                  <a:lnTo>
                    <a:pt x="753323" y="1646822"/>
                  </a:lnTo>
                  <a:lnTo>
                    <a:pt x="757845" y="1644822"/>
                  </a:lnTo>
                  <a:lnTo>
                    <a:pt x="758888" y="1644360"/>
                  </a:lnTo>
                  <a:lnTo>
                    <a:pt x="761670" y="1643129"/>
                  </a:lnTo>
                  <a:lnTo>
                    <a:pt x="765322" y="1641513"/>
                  </a:lnTo>
                  <a:lnTo>
                    <a:pt x="766192" y="1641128"/>
                  </a:lnTo>
                  <a:lnTo>
                    <a:pt x="768105" y="1640282"/>
                  </a:lnTo>
                  <a:lnTo>
                    <a:pt x="776625" y="1636512"/>
                  </a:lnTo>
                  <a:lnTo>
                    <a:pt x="782886" y="1633742"/>
                  </a:lnTo>
                  <a:lnTo>
                    <a:pt x="784973" y="1632819"/>
                  </a:lnTo>
                  <a:lnTo>
                    <a:pt x="785146" y="1632742"/>
                  </a:lnTo>
                  <a:lnTo>
                    <a:pt x="788451" y="1631280"/>
                  </a:lnTo>
                  <a:lnTo>
                    <a:pt x="792102" y="1629664"/>
                  </a:lnTo>
                  <a:lnTo>
                    <a:pt x="796624" y="1627664"/>
                  </a:lnTo>
                  <a:lnTo>
                    <a:pt x="800102" y="1626125"/>
                  </a:lnTo>
                  <a:lnTo>
                    <a:pt x="806014" y="1623509"/>
                  </a:lnTo>
                  <a:lnTo>
                    <a:pt x="808275" y="1622509"/>
                  </a:lnTo>
                  <a:lnTo>
                    <a:pt x="808970" y="1622201"/>
                  </a:lnTo>
                  <a:lnTo>
                    <a:pt x="813144" y="1620355"/>
                  </a:lnTo>
                  <a:lnTo>
                    <a:pt x="814709" y="1619662"/>
                  </a:lnTo>
                  <a:lnTo>
                    <a:pt x="817665" y="1618354"/>
                  </a:lnTo>
                  <a:lnTo>
                    <a:pt x="818013" y="1618200"/>
                  </a:lnTo>
                  <a:lnTo>
                    <a:pt x="818361" y="1618046"/>
                  </a:lnTo>
                  <a:lnTo>
                    <a:pt x="819578" y="1617508"/>
                  </a:lnTo>
                  <a:lnTo>
                    <a:pt x="823578" y="1615738"/>
                  </a:lnTo>
                  <a:lnTo>
                    <a:pt x="824969" y="1615123"/>
                  </a:lnTo>
                  <a:lnTo>
                    <a:pt x="825491" y="1614892"/>
                  </a:lnTo>
                  <a:lnTo>
                    <a:pt x="827577" y="1613969"/>
                  </a:lnTo>
                  <a:lnTo>
                    <a:pt x="829316" y="1613199"/>
                  </a:lnTo>
                  <a:lnTo>
                    <a:pt x="832273" y="1611891"/>
                  </a:lnTo>
                  <a:lnTo>
                    <a:pt x="832794" y="1611660"/>
                  </a:lnTo>
                  <a:lnTo>
                    <a:pt x="836272" y="1610122"/>
                  </a:lnTo>
                  <a:lnTo>
                    <a:pt x="836446" y="1610045"/>
                  </a:lnTo>
                  <a:lnTo>
                    <a:pt x="839924" y="1608506"/>
                  </a:lnTo>
                  <a:lnTo>
                    <a:pt x="841663" y="1607737"/>
                  </a:lnTo>
                  <a:lnTo>
                    <a:pt x="842011" y="1607583"/>
                  </a:lnTo>
                  <a:lnTo>
                    <a:pt x="843924" y="1606736"/>
                  </a:lnTo>
                  <a:lnTo>
                    <a:pt x="847576" y="1605121"/>
                  </a:lnTo>
                  <a:lnTo>
                    <a:pt x="849489" y="1604274"/>
                  </a:lnTo>
                  <a:lnTo>
                    <a:pt x="851401" y="1603428"/>
                  </a:lnTo>
                  <a:lnTo>
                    <a:pt x="851575" y="1603351"/>
                  </a:lnTo>
                  <a:lnTo>
                    <a:pt x="853140" y="1602658"/>
                  </a:lnTo>
                  <a:lnTo>
                    <a:pt x="853314" y="1602582"/>
                  </a:lnTo>
                  <a:lnTo>
                    <a:pt x="858705" y="1600196"/>
                  </a:lnTo>
                  <a:lnTo>
                    <a:pt x="862357" y="1598581"/>
                  </a:lnTo>
                  <a:lnTo>
                    <a:pt x="862531" y="1598504"/>
                  </a:lnTo>
                  <a:lnTo>
                    <a:pt x="863053" y="1598273"/>
                  </a:lnTo>
                  <a:lnTo>
                    <a:pt x="865139" y="1597350"/>
                  </a:lnTo>
                  <a:lnTo>
                    <a:pt x="866183" y="1596888"/>
                  </a:lnTo>
                  <a:lnTo>
                    <a:pt x="867748" y="1596196"/>
                  </a:lnTo>
                  <a:lnTo>
                    <a:pt x="869487" y="1595426"/>
                  </a:lnTo>
                  <a:lnTo>
                    <a:pt x="869835" y="1595272"/>
                  </a:lnTo>
                  <a:lnTo>
                    <a:pt x="870356" y="1595041"/>
                  </a:lnTo>
                  <a:lnTo>
                    <a:pt x="871747" y="1594426"/>
                  </a:lnTo>
                  <a:lnTo>
                    <a:pt x="871921" y="1594349"/>
                  </a:lnTo>
                  <a:lnTo>
                    <a:pt x="873486" y="1593657"/>
                  </a:lnTo>
                  <a:lnTo>
                    <a:pt x="873834" y="1593503"/>
                  </a:lnTo>
                  <a:lnTo>
                    <a:pt x="879051" y="1591194"/>
                  </a:lnTo>
                  <a:lnTo>
                    <a:pt x="880964" y="1590348"/>
                  </a:lnTo>
                  <a:lnTo>
                    <a:pt x="881312" y="1590194"/>
                  </a:lnTo>
                  <a:lnTo>
                    <a:pt x="881660" y="1590040"/>
                  </a:lnTo>
                  <a:lnTo>
                    <a:pt x="884268" y="1588886"/>
                  </a:lnTo>
                  <a:lnTo>
                    <a:pt x="886181" y="1588040"/>
                  </a:lnTo>
                  <a:lnTo>
                    <a:pt x="887920" y="1587270"/>
                  </a:lnTo>
                  <a:lnTo>
                    <a:pt x="892093" y="1585424"/>
                  </a:lnTo>
                  <a:lnTo>
                    <a:pt x="894354" y="1584424"/>
                  </a:lnTo>
                  <a:lnTo>
                    <a:pt x="894876" y="1584193"/>
                  </a:lnTo>
                  <a:lnTo>
                    <a:pt x="896267" y="1583577"/>
                  </a:lnTo>
                  <a:lnTo>
                    <a:pt x="897658" y="1582962"/>
                  </a:lnTo>
                  <a:lnTo>
                    <a:pt x="901484" y="1581269"/>
                  </a:lnTo>
                  <a:lnTo>
                    <a:pt x="903745" y="1580269"/>
                  </a:lnTo>
                  <a:lnTo>
                    <a:pt x="914874" y="1575345"/>
                  </a:lnTo>
                  <a:lnTo>
                    <a:pt x="918700" y="1573652"/>
                  </a:lnTo>
                  <a:lnTo>
                    <a:pt x="923221" y="1571652"/>
                  </a:lnTo>
                  <a:lnTo>
                    <a:pt x="923743" y="1571421"/>
                  </a:lnTo>
                  <a:lnTo>
                    <a:pt x="927221" y="1569882"/>
                  </a:lnTo>
                  <a:lnTo>
                    <a:pt x="931742" y="1567882"/>
                  </a:lnTo>
                  <a:lnTo>
                    <a:pt x="932785" y="1567420"/>
                  </a:lnTo>
                  <a:lnTo>
                    <a:pt x="935568" y="1566189"/>
                  </a:lnTo>
                  <a:lnTo>
                    <a:pt x="939220" y="1564573"/>
                  </a:lnTo>
                  <a:lnTo>
                    <a:pt x="940089" y="1564189"/>
                  </a:lnTo>
                  <a:lnTo>
                    <a:pt x="942002" y="1563342"/>
                  </a:lnTo>
                  <a:lnTo>
                    <a:pt x="950523" y="1559572"/>
                  </a:lnTo>
                  <a:lnTo>
                    <a:pt x="956783" y="1556802"/>
                  </a:lnTo>
                  <a:lnTo>
                    <a:pt x="958870" y="1555879"/>
                  </a:lnTo>
                  <a:lnTo>
                    <a:pt x="959044" y="1555802"/>
                  </a:lnTo>
                  <a:lnTo>
                    <a:pt x="962348" y="1554340"/>
                  </a:lnTo>
                  <a:lnTo>
                    <a:pt x="966000" y="1552724"/>
                  </a:lnTo>
                  <a:lnTo>
                    <a:pt x="970521" y="1550724"/>
                  </a:lnTo>
                  <a:lnTo>
                    <a:pt x="973999" y="1549185"/>
                  </a:lnTo>
                  <a:lnTo>
                    <a:pt x="979912" y="1546569"/>
                  </a:lnTo>
                  <a:lnTo>
                    <a:pt x="982172" y="1545569"/>
                  </a:lnTo>
                  <a:lnTo>
                    <a:pt x="982868" y="1545261"/>
                  </a:lnTo>
                  <a:lnTo>
                    <a:pt x="987041" y="1543415"/>
                  </a:lnTo>
                  <a:lnTo>
                    <a:pt x="988606" y="1542722"/>
                  </a:lnTo>
                  <a:lnTo>
                    <a:pt x="991563" y="1541414"/>
                  </a:lnTo>
                  <a:lnTo>
                    <a:pt x="991911" y="1541260"/>
                  </a:lnTo>
                  <a:lnTo>
                    <a:pt x="992258" y="1541107"/>
                  </a:lnTo>
                  <a:lnTo>
                    <a:pt x="993476" y="1540568"/>
                  </a:lnTo>
                  <a:lnTo>
                    <a:pt x="997475" y="1538798"/>
                  </a:lnTo>
                  <a:lnTo>
                    <a:pt x="998866" y="1538183"/>
                  </a:lnTo>
                  <a:lnTo>
                    <a:pt x="999388" y="1537952"/>
                  </a:lnTo>
                  <a:lnTo>
                    <a:pt x="1001475" y="1537029"/>
                  </a:lnTo>
                  <a:lnTo>
                    <a:pt x="1003214" y="1536259"/>
                  </a:lnTo>
                  <a:lnTo>
                    <a:pt x="1006170" y="1534951"/>
                  </a:lnTo>
                  <a:lnTo>
                    <a:pt x="1006692" y="1534721"/>
                  </a:lnTo>
                  <a:lnTo>
                    <a:pt x="1010170" y="1533182"/>
                  </a:lnTo>
                  <a:lnTo>
                    <a:pt x="1010344" y="1533105"/>
                  </a:lnTo>
                  <a:lnTo>
                    <a:pt x="1013822" y="1531566"/>
                  </a:lnTo>
                  <a:lnTo>
                    <a:pt x="1015561" y="1530797"/>
                  </a:lnTo>
                  <a:lnTo>
                    <a:pt x="1015908" y="1530643"/>
                  </a:lnTo>
                  <a:lnTo>
                    <a:pt x="1017821" y="1529796"/>
                  </a:lnTo>
                  <a:lnTo>
                    <a:pt x="1021473" y="1528181"/>
                  </a:lnTo>
                  <a:lnTo>
                    <a:pt x="1023386" y="1527334"/>
                  </a:lnTo>
                  <a:lnTo>
                    <a:pt x="1025299" y="1526488"/>
                  </a:lnTo>
                  <a:lnTo>
                    <a:pt x="1025473" y="1526411"/>
                  </a:lnTo>
                  <a:lnTo>
                    <a:pt x="1027038" y="1525719"/>
                  </a:lnTo>
                  <a:lnTo>
                    <a:pt x="1027212" y="1525642"/>
                  </a:lnTo>
                  <a:lnTo>
                    <a:pt x="1032603" y="1523256"/>
                  </a:lnTo>
                  <a:lnTo>
                    <a:pt x="1036254" y="1521641"/>
                  </a:lnTo>
                  <a:lnTo>
                    <a:pt x="1036428" y="1521564"/>
                  </a:lnTo>
                  <a:lnTo>
                    <a:pt x="1036950" y="1521333"/>
                  </a:lnTo>
                  <a:lnTo>
                    <a:pt x="1039037" y="1520410"/>
                  </a:lnTo>
                  <a:lnTo>
                    <a:pt x="1040080" y="1519948"/>
                  </a:lnTo>
                  <a:lnTo>
                    <a:pt x="1041645" y="1519256"/>
                  </a:lnTo>
                  <a:lnTo>
                    <a:pt x="1043384" y="1518486"/>
                  </a:lnTo>
                  <a:lnTo>
                    <a:pt x="1043732" y="1518332"/>
                  </a:lnTo>
                  <a:lnTo>
                    <a:pt x="1044254" y="1518101"/>
                  </a:lnTo>
                  <a:lnTo>
                    <a:pt x="1045645" y="1517486"/>
                  </a:lnTo>
                  <a:lnTo>
                    <a:pt x="1045819" y="1517409"/>
                  </a:lnTo>
                  <a:lnTo>
                    <a:pt x="1047384" y="1516717"/>
                  </a:lnTo>
                  <a:lnTo>
                    <a:pt x="1047732" y="1516563"/>
                  </a:lnTo>
                  <a:lnTo>
                    <a:pt x="1052949" y="1514254"/>
                  </a:lnTo>
                  <a:lnTo>
                    <a:pt x="1054861" y="1513408"/>
                  </a:lnTo>
                  <a:lnTo>
                    <a:pt x="1055209" y="1513254"/>
                  </a:lnTo>
                  <a:lnTo>
                    <a:pt x="1055557" y="1513100"/>
                  </a:lnTo>
                  <a:lnTo>
                    <a:pt x="1058165" y="1511946"/>
                  </a:lnTo>
                  <a:lnTo>
                    <a:pt x="1060078" y="1511100"/>
                  </a:lnTo>
                  <a:lnTo>
                    <a:pt x="1061817" y="1510331"/>
                  </a:lnTo>
                  <a:lnTo>
                    <a:pt x="1065991" y="1508484"/>
                  </a:lnTo>
                  <a:lnTo>
                    <a:pt x="1068252" y="1507484"/>
                  </a:lnTo>
                  <a:lnTo>
                    <a:pt x="1068773" y="1507253"/>
                  </a:lnTo>
                  <a:lnTo>
                    <a:pt x="1071556" y="1506022"/>
                  </a:lnTo>
                  <a:lnTo>
                    <a:pt x="1075381" y="1504329"/>
                  </a:lnTo>
                  <a:lnTo>
                    <a:pt x="1077642" y="1503329"/>
                  </a:lnTo>
                  <a:lnTo>
                    <a:pt x="1088771" y="1498405"/>
                  </a:lnTo>
                  <a:lnTo>
                    <a:pt x="1092597" y="1496712"/>
                  </a:lnTo>
                  <a:lnTo>
                    <a:pt x="1097118" y="1494712"/>
                  </a:lnTo>
                  <a:lnTo>
                    <a:pt x="1097640" y="1494481"/>
                  </a:lnTo>
                  <a:lnTo>
                    <a:pt x="1101118" y="1492942"/>
                  </a:lnTo>
                  <a:lnTo>
                    <a:pt x="1105639" y="1490942"/>
                  </a:lnTo>
                  <a:lnTo>
                    <a:pt x="1106683" y="1490480"/>
                  </a:lnTo>
                  <a:lnTo>
                    <a:pt x="1109465" y="1489249"/>
                  </a:lnTo>
                  <a:lnTo>
                    <a:pt x="1113117" y="1487633"/>
                  </a:lnTo>
                  <a:lnTo>
                    <a:pt x="1113987" y="1487249"/>
                  </a:lnTo>
                  <a:lnTo>
                    <a:pt x="1115899" y="1486402"/>
                  </a:lnTo>
                  <a:lnTo>
                    <a:pt x="1124420" y="1482632"/>
                  </a:lnTo>
                  <a:lnTo>
                    <a:pt x="1130681" y="1479862"/>
                  </a:lnTo>
                  <a:lnTo>
                    <a:pt x="1132767" y="1478939"/>
                  </a:lnTo>
                  <a:lnTo>
                    <a:pt x="1132941" y="1478862"/>
                  </a:lnTo>
                  <a:lnTo>
                    <a:pt x="1136245" y="1477400"/>
                  </a:lnTo>
                  <a:lnTo>
                    <a:pt x="1139897" y="1475785"/>
                  </a:lnTo>
                  <a:lnTo>
                    <a:pt x="1144419" y="1473784"/>
                  </a:lnTo>
                  <a:lnTo>
                    <a:pt x="1147897" y="1472245"/>
                  </a:lnTo>
                  <a:lnTo>
                    <a:pt x="1153809" y="1469629"/>
                  </a:lnTo>
                  <a:lnTo>
                    <a:pt x="1156070" y="1468629"/>
                  </a:lnTo>
                  <a:lnTo>
                    <a:pt x="1156765" y="1468321"/>
                  </a:lnTo>
                  <a:lnTo>
                    <a:pt x="1160939" y="1466475"/>
                  </a:lnTo>
                  <a:lnTo>
                    <a:pt x="1162504" y="1465782"/>
                  </a:lnTo>
                  <a:lnTo>
                    <a:pt x="1165460" y="1464474"/>
                  </a:lnTo>
                  <a:lnTo>
                    <a:pt x="1165808" y="1464320"/>
                  </a:lnTo>
                  <a:lnTo>
                    <a:pt x="1166156" y="1464167"/>
                  </a:lnTo>
                  <a:lnTo>
                    <a:pt x="1167373" y="1463628"/>
                  </a:lnTo>
                  <a:lnTo>
                    <a:pt x="1171373" y="1461858"/>
                  </a:lnTo>
                  <a:lnTo>
                    <a:pt x="1172764" y="1461243"/>
                  </a:lnTo>
                  <a:lnTo>
                    <a:pt x="1173286" y="1461012"/>
                  </a:lnTo>
                  <a:lnTo>
                    <a:pt x="1177111" y="1459319"/>
                  </a:lnTo>
                  <a:lnTo>
                    <a:pt x="1180068" y="1458011"/>
                  </a:lnTo>
                  <a:lnTo>
                    <a:pt x="1180589" y="1457781"/>
                  </a:lnTo>
                  <a:lnTo>
                    <a:pt x="1184067" y="1456242"/>
                  </a:lnTo>
                  <a:lnTo>
                    <a:pt x="1184241" y="1456165"/>
                  </a:lnTo>
                  <a:lnTo>
                    <a:pt x="1187719" y="1454626"/>
                  </a:lnTo>
                  <a:lnTo>
                    <a:pt x="1189458" y="1453857"/>
                  </a:lnTo>
                  <a:lnTo>
                    <a:pt x="1189806" y="1453703"/>
                  </a:lnTo>
                  <a:lnTo>
                    <a:pt x="1191719" y="1452856"/>
                  </a:lnTo>
                  <a:lnTo>
                    <a:pt x="1195371" y="1451241"/>
                  </a:lnTo>
                  <a:lnTo>
                    <a:pt x="1197283" y="1450394"/>
                  </a:lnTo>
                  <a:lnTo>
                    <a:pt x="1199196" y="1449548"/>
                  </a:lnTo>
                  <a:lnTo>
                    <a:pt x="1199370" y="1449471"/>
                  </a:lnTo>
                  <a:lnTo>
                    <a:pt x="1200935" y="1448779"/>
                  </a:lnTo>
                  <a:lnTo>
                    <a:pt x="1201109" y="1448702"/>
                  </a:lnTo>
                  <a:lnTo>
                    <a:pt x="1206500" y="1446317"/>
                  </a:lnTo>
                  <a:lnTo>
                    <a:pt x="1210152" y="1444701"/>
                  </a:lnTo>
                  <a:lnTo>
                    <a:pt x="1210326" y="1444624"/>
                  </a:lnTo>
                  <a:lnTo>
                    <a:pt x="1210847" y="1444393"/>
                  </a:lnTo>
                  <a:lnTo>
                    <a:pt x="1212934" y="1443470"/>
                  </a:lnTo>
                  <a:lnTo>
                    <a:pt x="1213978" y="1443008"/>
                  </a:lnTo>
                  <a:lnTo>
                    <a:pt x="1215543" y="1442316"/>
                  </a:lnTo>
                  <a:lnTo>
                    <a:pt x="1217282" y="1441546"/>
                  </a:lnTo>
                  <a:lnTo>
                    <a:pt x="1217629" y="1441392"/>
                  </a:lnTo>
                  <a:lnTo>
                    <a:pt x="1218151" y="1441162"/>
                  </a:lnTo>
                  <a:lnTo>
                    <a:pt x="1219542" y="1440546"/>
                  </a:lnTo>
                  <a:lnTo>
                    <a:pt x="1219716" y="1440469"/>
                  </a:lnTo>
                  <a:lnTo>
                    <a:pt x="1221281" y="1439777"/>
                  </a:lnTo>
                  <a:lnTo>
                    <a:pt x="1221629" y="1439623"/>
                  </a:lnTo>
                  <a:lnTo>
                    <a:pt x="1226846" y="1437315"/>
                  </a:lnTo>
                  <a:lnTo>
                    <a:pt x="1228759" y="1436468"/>
                  </a:lnTo>
                  <a:lnTo>
                    <a:pt x="1229107" y="1436314"/>
                  </a:lnTo>
                  <a:lnTo>
                    <a:pt x="1229454" y="1436160"/>
                  </a:lnTo>
                  <a:lnTo>
                    <a:pt x="1232063" y="1435006"/>
                  </a:lnTo>
                  <a:lnTo>
                    <a:pt x="1233976" y="1434160"/>
                  </a:lnTo>
                  <a:lnTo>
                    <a:pt x="1239888" y="1431544"/>
                  </a:lnTo>
                  <a:lnTo>
                    <a:pt x="1242149" y="1430544"/>
                  </a:lnTo>
                  <a:lnTo>
                    <a:pt x="1242671" y="1430313"/>
                  </a:lnTo>
                  <a:lnTo>
                    <a:pt x="1244062" y="1429697"/>
                  </a:lnTo>
                  <a:lnTo>
                    <a:pt x="1245453" y="1429082"/>
                  </a:lnTo>
                  <a:lnTo>
                    <a:pt x="1249279" y="1427389"/>
                  </a:lnTo>
                  <a:lnTo>
                    <a:pt x="1251539" y="1426389"/>
                  </a:lnTo>
                  <a:lnTo>
                    <a:pt x="1262669" y="1421465"/>
                  </a:lnTo>
                  <a:lnTo>
                    <a:pt x="1266495" y="1419772"/>
                  </a:lnTo>
                  <a:lnTo>
                    <a:pt x="1271016" y="1417772"/>
                  </a:lnTo>
                  <a:lnTo>
                    <a:pt x="1271538" y="1417541"/>
                  </a:lnTo>
                  <a:lnTo>
                    <a:pt x="1275016" y="1416002"/>
                  </a:lnTo>
                  <a:lnTo>
                    <a:pt x="1279537" y="1414002"/>
                  </a:lnTo>
                  <a:lnTo>
                    <a:pt x="1280580" y="1413540"/>
                  </a:lnTo>
                  <a:lnTo>
                    <a:pt x="1283363" y="1412309"/>
                  </a:lnTo>
                  <a:lnTo>
                    <a:pt x="1287015" y="1410693"/>
                  </a:lnTo>
                  <a:lnTo>
                    <a:pt x="1287884" y="1410309"/>
                  </a:lnTo>
                  <a:lnTo>
                    <a:pt x="1289797" y="1409462"/>
                  </a:lnTo>
                  <a:lnTo>
                    <a:pt x="1298318" y="1405692"/>
                  </a:lnTo>
                  <a:lnTo>
                    <a:pt x="1304578" y="1402922"/>
                  </a:lnTo>
                  <a:lnTo>
                    <a:pt x="1306665" y="1401999"/>
                  </a:lnTo>
                  <a:lnTo>
                    <a:pt x="1306839" y="1401922"/>
                  </a:lnTo>
                  <a:lnTo>
                    <a:pt x="1310143" y="1400460"/>
                  </a:lnTo>
                  <a:lnTo>
                    <a:pt x="1313795" y="1398845"/>
                  </a:lnTo>
                  <a:lnTo>
                    <a:pt x="1318316" y="1396844"/>
                  </a:lnTo>
                  <a:lnTo>
                    <a:pt x="1321794" y="1395305"/>
                  </a:lnTo>
                  <a:lnTo>
                    <a:pt x="1327707" y="1392689"/>
                  </a:lnTo>
                  <a:lnTo>
                    <a:pt x="1329967" y="1391689"/>
                  </a:lnTo>
                  <a:lnTo>
                    <a:pt x="1330663" y="1391381"/>
                  </a:lnTo>
                  <a:lnTo>
                    <a:pt x="1334836" y="1389535"/>
                  </a:lnTo>
                  <a:lnTo>
                    <a:pt x="1336401" y="1388842"/>
                  </a:lnTo>
                  <a:lnTo>
                    <a:pt x="1339358" y="1387534"/>
                  </a:lnTo>
                  <a:lnTo>
                    <a:pt x="1339705" y="1387381"/>
                  </a:lnTo>
                  <a:lnTo>
                    <a:pt x="1340053" y="1387227"/>
                  </a:lnTo>
                  <a:lnTo>
                    <a:pt x="1341271" y="1386688"/>
                  </a:lnTo>
                  <a:lnTo>
                    <a:pt x="1345270" y="1384918"/>
                  </a:lnTo>
                  <a:lnTo>
                    <a:pt x="1346661" y="1384303"/>
                  </a:lnTo>
                  <a:lnTo>
                    <a:pt x="1347183" y="1384072"/>
                  </a:lnTo>
                  <a:lnTo>
                    <a:pt x="1349270" y="1383149"/>
                  </a:lnTo>
                  <a:lnTo>
                    <a:pt x="1351009" y="1382379"/>
                  </a:lnTo>
                  <a:lnTo>
                    <a:pt x="1353965" y="1381071"/>
                  </a:lnTo>
                  <a:lnTo>
                    <a:pt x="1354487" y="1380841"/>
                  </a:lnTo>
                  <a:lnTo>
                    <a:pt x="1357965" y="1379302"/>
                  </a:lnTo>
                  <a:lnTo>
                    <a:pt x="1358139" y="1379225"/>
                  </a:lnTo>
                  <a:lnTo>
                    <a:pt x="1361617" y="1377686"/>
                  </a:lnTo>
                  <a:lnTo>
                    <a:pt x="1363355" y="1376917"/>
                  </a:lnTo>
                  <a:lnTo>
                    <a:pt x="1363703" y="1376763"/>
                  </a:lnTo>
                  <a:lnTo>
                    <a:pt x="1365616" y="1375916"/>
                  </a:lnTo>
                  <a:lnTo>
                    <a:pt x="1369268" y="1374301"/>
                  </a:lnTo>
                  <a:lnTo>
                    <a:pt x="1371181" y="1373454"/>
                  </a:lnTo>
                  <a:lnTo>
                    <a:pt x="1373094" y="1372608"/>
                  </a:lnTo>
                  <a:lnTo>
                    <a:pt x="1373268" y="1372531"/>
                  </a:lnTo>
                  <a:lnTo>
                    <a:pt x="1374833" y="1371839"/>
                  </a:lnTo>
                  <a:lnTo>
                    <a:pt x="1375007" y="1371762"/>
                  </a:lnTo>
                  <a:lnTo>
                    <a:pt x="1380397" y="1369377"/>
                  </a:lnTo>
                  <a:lnTo>
                    <a:pt x="1384049" y="1367761"/>
                  </a:lnTo>
                  <a:lnTo>
                    <a:pt x="1384223" y="1367684"/>
                  </a:lnTo>
                  <a:lnTo>
                    <a:pt x="1384745" y="1367453"/>
                  </a:lnTo>
                  <a:lnTo>
                    <a:pt x="1386832" y="1366530"/>
                  </a:lnTo>
                  <a:lnTo>
                    <a:pt x="1387875" y="1366068"/>
                  </a:lnTo>
                  <a:lnTo>
                    <a:pt x="1389440" y="1365376"/>
                  </a:lnTo>
                  <a:lnTo>
                    <a:pt x="1391179" y="1364606"/>
                  </a:lnTo>
                  <a:lnTo>
                    <a:pt x="1391527" y="1364452"/>
                  </a:lnTo>
                  <a:lnTo>
                    <a:pt x="1392049" y="1364222"/>
                  </a:lnTo>
                  <a:lnTo>
                    <a:pt x="1393440" y="1363606"/>
                  </a:lnTo>
                  <a:lnTo>
                    <a:pt x="1393614" y="1363529"/>
                  </a:lnTo>
                  <a:lnTo>
                    <a:pt x="1395179" y="1362837"/>
                  </a:lnTo>
                  <a:lnTo>
                    <a:pt x="1395527" y="1362683"/>
                  </a:lnTo>
                  <a:lnTo>
                    <a:pt x="1400743" y="1360375"/>
                  </a:lnTo>
                  <a:lnTo>
                    <a:pt x="1402656" y="1359528"/>
                  </a:lnTo>
                  <a:lnTo>
                    <a:pt x="1403004" y="1359374"/>
                  </a:lnTo>
                  <a:lnTo>
                    <a:pt x="1403352" y="1359221"/>
                  </a:lnTo>
                  <a:lnTo>
                    <a:pt x="1405960" y="1358066"/>
                  </a:lnTo>
                  <a:lnTo>
                    <a:pt x="1407873" y="1357220"/>
                  </a:lnTo>
                  <a:lnTo>
                    <a:pt x="1409612" y="1356451"/>
                  </a:lnTo>
                  <a:lnTo>
                    <a:pt x="1413786" y="1354604"/>
                  </a:lnTo>
                  <a:lnTo>
                    <a:pt x="1416046" y="1353604"/>
                  </a:lnTo>
                  <a:lnTo>
                    <a:pt x="1416568" y="1353373"/>
                  </a:lnTo>
                  <a:lnTo>
                    <a:pt x="1417959" y="1352758"/>
                  </a:lnTo>
                  <a:lnTo>
                    <a:pt x="1419350" y="1352142"/>
                  </a:lnTo>
                  <a:lnTo>
                    <a:pt x="1423176" y="1350449"/>
                  </a:lnTo>
                  <a:lnTo>
                    <a:pt x="1425437" y="1349449"/>
                  </a:lnTo>
                  <a:lnTo>
                    <a:pt x="1436566" y="1344525"/>
                  </a:lnTo>
                  <a:lnTo>
                    <a:pt x="1440392" y="1342832"/>
                  </a:lnTo>
                  <a:lnTo>
                    <a:pt x="1444913" y="1340832"/>
                  </a:lnTo>
                  <a:lnTo>
                    <a:pt x="1445435" y="1340601"/>
                  </a:lnTo>
                  <a:lnTo>
                    <a:pt x="1448913" y="1339062"/>
                  </a:lnTo>
                  <a:lnTo>
                    <a:pt x="1453434" y="1337062"/>
                  </a:lnTo>
                  <a:lnTo>
                    <a:pt x="1454478" y="1336600"/>
                  </a:lnTo>
                  <a:lnTo>
                    <a:pt x="1457260" y="1335369"/>
                  </a:lnTo>
                  <a:lnTo>
                    <a:pt x="1460912" y="1333753"/>
                  </a:lnTo>
                  <a:lnTo>
                    <a:pt x="1461781" y="1333369"/>
                  </a:lnTo>
                  <a:lnTo>
                    <a:pt x="1463694" y="1332522"/>
                  </a:lnTo>
                  <a:lnTo>
                    <a:pt x="1472215" y="1328752"/>
                  </a:lnTo>
                  <a:lnTo>
                    <a:pt x="1478476" y="1325982"/>
                  </a:lnTo>
                  <a:lnTo>
                    <a:pt x="1480562" y="1325059"/>
                  </a:lnTo>
                  <a:lnTo>
                    <a:pt x="1480736" y="1324982"/>
                  </a:lnTo>
                  <a:lnTo>
                    <a:pt x="1484040" y="1323520"/>
                  </a:lnTo>
                  <a:lnTo>
                    <a:pt x="1487692" y="1321905"/>
                  </a:lnTo>
                  <a:lnTo>
                    <a:pt x="1492213" y="1319904"/>
                  </a:lnTo>
                  <a:lnTo>
                    <a:pt x="1495691" y="1318365"/>
                  </a:lnTo>
                  <a:lnTo>
                    <a:pt x="1501604" y="1315749"/>
                  </a:lnTo>
                  <a:lnTo>
                    <a:pt x="1503865" y="1314749"/>
                  </a:lnTo>
                  <a:lnTo>
                    <a:pt x="1504560" y="1314441"/>
                  </a:lnTo>
                  <a:lnTo>
                    <a:pt x="1508734" y="1312595"/>
                  </a:lnTo>
                  <a:lnTo>
                    <a:pt x="1510299" y="1311902"/>
                  </a:lnTo>
                  <a:lnTo>
                    <a:pt x="1513255" y="1310594"/>
                  </a:lnTo>
                  <a:lnTo>
                    <a:pt x="1513603" y="1310441"/>
                  </a:lnTo>
                  <a:lnTo>
                    <a:pt x="1513951" y="1310287"/>
                  </a:lnTo>
                  <a:lnTo>
                    <a:pt x="1515168" y="1309748"/>
                  </a:lnTo>
                  <a:lnTo>
                    <a:pt x="1519168" y="1307979"/>
                  </a:lnTo>
                  <a:lnTo>
                    <a:pt x="1520559" y="1307363"/>
                  </a:lnTo>
                  <a:lnTo>
                    <a:pt x="1521080" y="1307132"/>
                  </a:lnTo>
                  <a:lnTo>
                    <a:pt x="1523167" y="1306209"/>
                  </a:lnTo>
                  <a:lnTo>
                    <a:pt x="1524906" y="1305439"/>
                  </a:lnTo>
                  <a:lnTo>
                    <a:pt x="1527862" y="1304132"/>
                  </a:lnTo>
                  <a:lnTo>
                    <a:pt x="1528384" y="1303901"/>
                  </a:lnTo>
                  <a:lnTo>
                    <a:pt x="1531862" y="1302362"/>
                  </a:lnTo>
                  <a:lnTo>
                    <a:pt x="1532036" y="1302285"/>
                  </a:lnTo>
                  <a:lnTo>
                    <a:pt x="1535514" y="1300746"/>
                  </a:lnTo>
                  <a:lnTo>
                    <a:pt x="1537253" y="1299977"/>
                  </a:lnTo>
                  <a:lnTo>
                    <a:pt x="1537601" y="1299823"/>
                  </a:lnTo>
                  <a:lnTo>
                    <a:pt x="1539514" y="1298977"/>
                  </a:lnTo>
                  <a:lnTo>
                    <a:pt x="1543165" y="1297361"/>
                  </a:lnTo>
                  <a:lnTo>
                    <a:pt x="1545078" y="1296514"/>
                  </a:lnTo>
                  <a:lnTo>
                    <a:pt x="1546991" y="1295668"/>
                  </a:lnTo>
                  <a:lnTo>
                    <a:pt x="1547165" y="1295591"/>
                  </a:lnTo>
                  <a:lnTo>
                    <a:pt x="1548730" y="1294899"/>
                  </a:lnTo>
                  <a:lnTo>
                    <a:pt x="1548904" y="1294822"/>
                  </a:lnTo>
                  <a:lnTo>
                    <a:pt x="1554295" y="1292437"/>
                  </a:lnTo>
                  <a:lnTo>
                    <a:pt x="1557947" y="1290821"/>
                  </a:lnTo>
                  <a:lnTo>
                    <a:pt x="1558121" y="1290744"/>
                  </a:lnTo>
                  <a:lnTo>
                    <a:pt x="1558642" y="1290513"/>
                  </a:lnTo>
                  <a:lnTo>
                    <a:pt x="1560729" y="1289590"/>
                  </a:lnTo>
                  <a:lnTo>
                    <a:pt x="1561772" y="1289128"/>
                  </a:lnTo>
                  <a:lnTo>
                    <a:pt x="1563338" y="1288436"/>
                  </a:lnTo>
                  <a:lnTo>
                    <a:pt x="1565077" y="1287666"/>
                  </a:lnTo>
                  <a:lnTo>
                    <a:pt x="1565424" y="1287512"/>
                  </a:lnTo>
                  <a:lnTo>
                    <a:pt x="1565946" y="1287282"/>
                  </a:lnTo>
                  <a:lnTo>
                    <a:pt x="1567337" y="1286666"/>
                  </a:lnTo>
                  <a:lnTo>
                    <a:pt x="1567511" y="1286589"/>
                  </a:lnTo>
                  <a:lnTo>
                    <a:pt x="1569076" y="1285897"/>
                  </a:lnTo>
                  <a:lnTo>
                    <a:pt x="1569424" y="1285743"/>
                  </a:lnTo>
                  <a:lnTo>
                    <a:pt x="1574641" y="1283435"/>
                  </a:lnTo>
                  <a:lnTo>
                    <a:pt x="1576554" y="1282588"/>
                  </a:lnTo>
                  <a:lnTo>
                    <a:pt x="1576902" y="1282434"/>
                  </a:lnTo>
                  <a:lnTo>
                    <a:pt x="1577249" y="1282281"/>
                  </a:lnTo>
                  <a:lnTo>
                    <a:pt x="1579858" y="1281126"/>
                  </a:lnTo>
                  <a:lnTo>
                    <a:pt x="1581771" y="1280280"/>
                  </a:lnTo>
                  <a:lnTo>
                    <a:pt x="1583510" y="1279511"/>
                  </a:lnTo>
                  <a:lnTo>
                    <a:pt x="1587683" y="1277664"/>
                  </a:lnTo>
                  <a:lnTo>
                    <a:pt x="1589944" y="1276664"/>
                  </a:lnTo>
                  <a:lnTo>
                    <a:pt x="1590466" y="1276433"/>
                  </a:lnTo>
                  <a:lnTo>
                    <a:pt x="1591857" y="1275818"/>
                  </a:lnTo>
                  <a:lnTo>
                    <a:pt x="1593248" y="1275202"/>
                  </a:lnTo>
                  <a:lnTo>
                    <a:pt x="1597074" y="1273509"/>
                  </a:lnTo>
                  <a:lnTo>
                    <a:pt x="1599334" y="1272509"/>
                  </a:lnTo>
                  <a:lnTo>
                    <a:pt x="1610464" y="1267585"/>
                  </a:lnTo>
                  <a:lnTo>
                    <a:pt x="1614290" y="1265892"/>
                  </a:lnTo>
                  <a:lnTo>
                    <a:pt x="1618811" y="1263892"/>
                  </a:lnTo>
                  <a:lnTo>
                    <a:pt x="1619333" y="1263661"/>
                  </a:lnTo>
                  <a:lnTo>
                    <a:pt x="1622810" y="1262122"/>
                  </a:lnTo>
                  <a:lnTo>
                    <a:pt x="1627332" y="1260122"/>
                  </a:lnTo>
                  <a:lnTo>
                    <a:pt x="1628375" y="1259660"/>
                  </a:lnTo>
                  <a:lnTo>
                    <a:pt x="1631158" y="1258429"/>
                  </a:lnTo>
                  <a:lnTo>
                    <a:pt x="1634809" y="1256813"/>
                  </a:lnTo>
                  <a:lnTo>
                    <a:pt x="1635679" y="1256429"/>
                  </a:lnTo>
                  <a:lnTo>
                    <a:pt x="1637592" y="1255582"/>
                  </a:lnTo>
                  <a:lnTo>
                    <a:pt x="1646113" y="1251812"/>
                  </a:lnTo>
                  <a:lnTo>
                    <a:pt x="1652373" y="1249043"/>
                  </a:lnTo>
                  <a:lnTo>
                    <a:pt x="1654460" y="1248119"/>
                  </a:lnTo>
                  <a:lnTo>
                    <a:pt x="1654634" y="1248042"/>
                  </a:lnTo>
                  <a:lnTo>
                    <a:pt x="1657938" y="1246580"/>
                  </a:lnTo>
                  <a:lnTo>
                    <a:pt x="1661590" y="1244965"/>
                  </a:lnTo>
                  <a:lnTo>
                    <a:pt x="1666111" y="1242964"/>
                  </a:lnTo>
                  <a:lnTo>
                    <a:pt x="1669589" y="1241425"/>
                  </a:lnTo>
                  <a:lnTo>
                    <a:pt x="1675501" y="1238810"/>
                  </a:lnTo>
                  <a:lnTo>
                    <a:pt x="1677762" y="1237809"/>
                  </a:lnTo>
                  <a:lnTo>
                    <a:pt x="1678458" y="1237502"/>
                  </a:lnTo>
                  <a:lnTo>
                    <a:pt x="1682631" y="1235655"/>
                  </a:lnTo>
                  <a:lnTo>
                    <a:pt x="1684196" y="1234963"/>
                  </a:lnTo>
                  <a:lnTo>
                    <a:pt x="1687153" y="1233655"/>
                  </a:lnTo>
                  <a:lnTo>
                    <a:pt x="1687500" y="1233501"/>
                  </a:lnTo>
                  <a:lnTo>
                    <a:pt x="1687848" y="1233347"/>
                  </a:lnTo>
                  <a:lnTo>
                    <a:pt x="1689065" y="1232808"/>
                  </a:lnTo>
                  <a:lnTo>
                    <a:pt x="1693065" y="1231039"/>
                  </a:lnTo>
                  <a:lnTo>
                    <a:pt x="1694456" y="1230423"/>
                  </a:lnTo>
                  <a:lnTo>
                    <a:pt x="1694978" y="1230192"/>
                  </a:lnTo>
                  <a:lnTo>
                    <a:pt x="1697065" y="1229269"/>
                  </a:lnTo>
                  <a:lnTo>
                    <a:pt x="1698804" y="1228500"/>
                  </a:lnTo>
                  <a:lnTo>
                    <a:pt x="1701760" y="1227192"/>
                  </a:lnTo>
                  <a:lnTo>
                    <a:pt x="1702282" y="1226961"/>
                  </a:lnTo>
                  <a:lnTo>
                    <a:pt x="1705760" y="1225422"/>
                  </a:lnTo>
                  <a:lnTo>
                    <a:pt x="1705933" y="1225345"/>
                  </a:lnTo>
                  <a:lnTo>
                    <a:pt x="1709411" y="1223806"/>
                  </a:lnTo>
                  <a:lnTo>
                    <a:pt x="1711150" y="1223037"/>
                  </a:lnTo>
                  <a:lnTo>
                    <a:pt x="1711498" y="1222883"/>
                  </a:lnTo>
                  <a:lnTo>
                    <a:pt x="1713411" y="1222037"/>
                  </a:lnTo>
                  <a:lnTo>
                    <a:pt x="1717063" y="1220421"/>
                  </a:lnTo>
                  <a:lnTo>
                    <a:pt x="1718976" y="1219575"/>
                  </a:lnTo>
                  <a:lnTo>
                    <a:pt x="1720889" y="1218728"/>
                  </a:lnTo>
                  <a:lnTo>
                    <a:pt x="1721063" y="1218651"/>
                  </a:lnTo>
                  <a:lnTo>
                    <a:pt x="1722628" y="1217959"/>
                  </a:lnTo>
                  <a:lnTo>
                    <a:pt x="1722802" y="1217882"/>
                  </a:lnTo>
                  <a:lnTo>
                    <a:pt x="1728192" y="1215497"/>
                  </a:lnTo>
                  <a:lnTo>
                    <a:pt x="1731844" y="1213881"/>
                  </a:lnTo>
                  <a:lnTo>
                    <a:pt x="1732018" y="1213804"/>
                  </a:lnTo>
                  <a:lnTo>
                    <a:pt x="1732540" y="1213573"/>
                  </a:lnTo>
                  <a:lnTo>
                    <a:pt x="1734627" y="1212650"/>
                  </a:lnTo>
                  <a:lnTo>
                    <a:pt x="1735670" y="1212188"/>
                  </a:lnTo>
                  <a:lnTo>
                    <a:pt x="1737235" y="1211496"/>
                  </a:lnTo>
                  <a:lnTo>
                    <a:pt x="1738974" y="1210726"/>
                  </a:lnTo>
                  <a:lnTo>
                    <a:pt x="1739322" y="1210573"/>
                  </a:lnTo>
                  <a:lnTo>
                    <a:pt x="1739843" y="1210342"/>
                  </a:lnTo>
                  <a:lnTo>
                    <a:pt x="1741235" y="1209726"/>
                  </a:lnTo>
                  <a:lnTo>
                    <a:pt x="1741409" y="1209649"/>
                  </a:lnTo>
                  <a:lnTo>
                    <a:pt x="1742974" y="1208957"/>
                  </a:lnTo>
                  <a:lnTo>
                    <a:pt x="1743321" y="1208803"/>
                  </a:lnTo>
                  <a:lnTo>
                    <a:pt x="1748538" y="1206495"/>
                  </a:lnTo>
                  <a:lnTo>
                    <a:pt x="1750451" y="1205648"/>
                  </a:lnTo>
                  <a:lnTo>
                    <a:pt x="1750799" y="1205495"/>
                  </a:lnTo>
                  <a:lnTo>
                    <a:pt x="1751147" y="1205341"/>
                  </a:lnTo>
                  <a:lnTo>
                    <a:pt x="1753755" y="1204187"/>
                  </a:lnTo>
                  <a:lnTo>
                    <a:pt x="1755668" y="1203340"/>
                  </a:lnTo>
                  <a:lnTo>
                    <a:pt x="1757407" y="1202571"/>
                  </a:lnTo>
                  <a:lnTo>
                    <a:pt x="1761581" y="1200724"/>
                  </a:lnTo>
                  <a:lnTo>
                    <a:pt x="1763841" y="1199724"/>
                  </a:lnTo>
                  <a:lnTo>
                    <a:pt x="1764363" y="1199493"/>
                  </a:lnTo>
                  <a:lnTo>
                    <a:pt x="1765754" y="1198878"/>
                  </a:lnTo>
                  <a:lnTo>
                    <a:pt x="1767145" y="1198262"/>
                  </a:lnTo>
                  <a:lnTo>
                    <a:pt x="1770971" y="1196569"/>
                  </a:lnTo>
                  <a:lnTo>
                    <a:pt x="1773232" y="1195569"/>
                  </a:lnTo>
                  <a:lnTo>
                    <a:pt x="1784361" y="1190645"/>
                  </a:lnTo>
                  <a:lnTo>
                    <a:pt x="1788187" y="1188952"/>
                  </a:lnTo>
                  <a:lnTo>
                    <a:pt x="1792708" y="1186952"/>
                  </a:lnTo>
                  <a:lnTo>
                    <a:pt x="1793230" y="1186721"/>
                  </a:lnTo>
                  <a:lnTo>
                    <a:pt x="1796708" y="1185182"/>
                  </a:lnTo>
                  <a:lnTo>
                    <a:pt x="1801229" y="1183182"/>
                  </a:lnTo>
                  <a:lnTo>
                    <a:pt x="1802273" y="1182720"/>
                  </a:lnTo>
                  <a:lnTo>
                    <a:pt x="1805055" y="1181489"/>
                  </a:lnTo>
                  <a:lnTo>
                    <a:pt x="1808707" y="1179874"/>
                  </a:lnTo>
                  <a:lnTo>
                    <a:pt x="1809576" y="1179489"/>
                  </a:lnTo>
                  <a:lnTo>
                    <a:pt x="1811489" y="1178642"/>
                  </a:lnTo>
                  <a:lnTo>
                    <a:pt x="1820010" y="1174872"/>
                  </a:lnTo>
                  <a:lnTo>
                    <a:pt x="1826270" y="1172103"/>
                  </a:lnTo>
                  <a:lnTo>
                    <a:pt x="1828357" y="1171179"/>
                  </a:lnTo>
                  <a:lnTo>
                    <a:pt x="1828531" y="1171102"/>
                  </a:lnTo>
                  <a:lnTo>
                    <a:pt x="1831835" y="1169640"/>
                  </a:lnTo>
                  <a:lnTo>
                    <a:pt x="1835487" y="1168025"/>
                  </a:lnTo>
                  <a:lnTo>
                    <a:pt x="1840008" y="1166024"/>
                  </a:lnTo>
                  <a:lnTo>
                    <a:pt x="1843486" y="1164486"/>
                  </a:lnTo>
                  <a:lnTo>
                    <a:pt x="1849399" y="1161870"/>
                  </a:lnTo>
                  <a:lnTo>
                    <a:pt x="1851660" y="1160869"/>
                  </a:lnTo>
                  <a:lnTo>
                    <a:pt x="1852355" y="1160562"/>
                  </a:lnTo>
                  <a:lnTo>
                    <a:pt x="1858094" y="1158023"/>
                  </a:lnTo>
                  <a:lnTo>
                    <a:pt x="1861050" y="1156715"/>
                  </a:lnTo>
                  <a:lnTo>
                    <a:pt x="1861398" y="1156561"/>
                  </a:lnTo>
                  <a:lnTo>
                    <a:pt x="1861746" y="1156407"/>
                  </a:lnTo>
                  <a:lnTo>
                    <a:pt x="1862963" y="1155868"/>
                  </a:lnTo>
                  <a:lnTo>
                    <a:pt x="1866962" y="1154099"/>
                  </a:lnTo>
                  <a:lnTo>
                    <a:pt x="1868354" y="1153483"/>
                  </a:lnTo>
                  <a:lnTo>
                    <a:pt x="1868875" y="1153252"/>
                  </a:lnTo>
                  <a:lnTo>
                    <a:pt x="1870962" y="1152329"/>
                  </a:lnTo>
                  <a:lnTo>
                    <a:pt x="1872701" y="1151560"/>
                  </a:lnTo>
                  <a:lnTo>
                    <a:pt x="1875657" y="1150252"/>
                  </a:lnTo>
                  <a:lnTo>
                    <a:pt x="1876179" y="1150021"/>
                  </a:lnTo>
                  <a:lnTo>
                    <a:pt x="1879657" y="1148482"/>
                  </a:lnTo>
                  <a:lnTo>
                    <a:pt x="1879831" y="1148405"/>
                  </a:lnTo>
                  <a:lnTo>
                    <a:pt x="1883309" y="1146866"/>
                  </a:lnTo>
                  <a:lnTo>
                    <a:pt x="1885048" y="1146097"/>
                  </a:lnTo>
                  <a:lnTo>
                    <a:pt x="1885396" y="1145943"/>
                  </a:lnTo>
                  <a:lnTo>
                    <a:pt x="1887308" y="1145097"/>
                  </a:lnTo>
                  <a:lnTo>
                    <a:pt x="1890960" y="1143481"/>
                  </a:lnTo>
                  <a:lnTo>
                    <a:pt x="1892873" y="1142635"/>
                  </a:lnTo>
                  <a:lnTo>
                    <a:pt x="1894786" y="1141788"/>
                  </a:lnTo>
                  <a:lnTo>
                    <a:pt x="1894960" y="1141711"/>
                  </a:lnTo>
                  <a:lnTo>
                    <a:pt x="1896525" y="1141019"/>
                  </a:lnTo>
                  <a:lnTo>
                    <a:pt x="1896699" y="1140942"/>
                  </a:lnTo>
                  <a:lnTo>
                    <a:pt x="1902090" y="1138557"/>
                  </a:lnTo>
                  <a:lnTo>
                    <a:pt x="1905742" y="1136941"/>
                  </a:lnTo>
                  <a:lnTo>
                    <a:pt x="1905916" y="1136864"/>
                  </a:lnTo>
                  <a:lnTo>
                    <a:pt x="1906437" y="1136633"/>
                  </a:lnTo>
                  <a:lnTo>
                    <a:pt x="1908524" y="1135710"/>
                  </a:lnTo>
                  <a:lnTo>
                    <a:pt x="1909567" y="1135248"/>
                  </a:lnTo>
                  <a:lnTo>
                    <a:pt x="1911132" y="1134556"/>
                  </a:lnTo>
                  <a:lnTo>
                    <a:pt x="1912871" y="1133786"/>
                  </a:lnTo>
                  <a:lnTo>
                    <a:pt x="1913219" y="1133633"/>
                  </a:lnTo>
                  <a:lnTo>
                    <a:pt x="1913741" y="1133402"/>
                  </a:lnTo>
                  <a:lnTo>
                    <a:pt x="1915132" y="1132786"/>
                  </a:lnTo>
                  <a:lnTo>
                    <a:pt x="1915306" y="1132709"/>
                  </a:lnTo>
                  <a:lnTo>
                    <a:pt x="1916871" y="1132017"/>
                  </a:lnTo>
                  <a:lnTo>
                    <a:pt x="1917219" y="1131863"/>
                  </a:lnTo>
                  <a:lnTo>
                    <a:pt x="1922436" y="1129555"/>
                  </a:lnTo>
                  <a:lnTo>
                    <a:pt x="1924349" y="1128708"/>
                  </a:lnTo>
                  <a:lnTo>
                    <a:pt x="1924696" y="1128555"/>
                  </a:lnTo>
                  <a:lnTo>
                    <a:pt x="1925044" y="1128401"/>
                  </a:lnTo>
                  <a:lnTo>
                    <a:pt x="1927653" y="1127247"/>
                  </a:lnTo>
                  <a:lnTo>
                    <a:pt x="1929566" y="1126400"/>
                  </a:lnTo>
                  <a:lnTo>
                    <a:pt x="1931305" y="1125631"/>
                  </a:lnTo>
                  <a:lnTo>
                    <a:pt x="1935478" y="1123784"/>
                  </a:lnTo>
                  <a:lnTo>
                    <a:pt x="1937739" y="1122784"/>
                  </a:lnTo>
                  <a:lnTo>
                    <a:pt x="1938260" y="1122553"/>
                  </a:lnTo>
                  <a:lnTo>
                    <a:pt x="1939652" y="1121938"/>
                  </a:lnTo>
                  <a:lnTo>
                    <a:pt x="1941043" y="1121322"/>
                  </a:lnTo>
                  <a:lnTo>
                    <a:pt x="1944869" y="1119630"/>
                  </a:lnTo>
                  <a:lnTo>
                    <a:pt x="1947129" y="1118629"/>
                  </a:lnTo>
                  <a:lnTo>
                    <a:pt x="1958259" y="1113705"/>
                  </a:lnTo>
                  <a:lnTo>
                    <a:pt x="1962084" y="1112012"/>
                  </a:lnTo>
                  <a:lnTo>
                    <a:pt x="1966606" y="1110012"/>
                  </a:lnTo>
                  <a:lnTo>
                    <a:pt x="1967127" y="1109781"/>
                  </a:lnTo>
                  <a:lnTo>
                    <a:pt x="1970605" y="1108242"/>
                  </a:lnTo>
                  <a:lnTo>
                    <a:pt x="1975127" y="1106242"/>
                  </a:lnTo>
                  <a:lnTo>
                    <a:pt x="1976170" y="1105780"/>
                  </a:lnTo>
                  <a:lnTo>
                    <a:pt x="1978952" y="1104549"/>
                  </a:lnTo>
                  <a:lnTo>
                    <a:pt x="1982604" y="1102934"/>
                  </a:lnTo>
                  <a:lnTo>
                    <a:pt x="1983474" y="1102549"/>
                  </a:lnTo>
                  <a:lnTo>
                    <a:pt x="1985387" y="1101703"/>
                  </a:lnTo>
                  <a:lnTo>
                    <a:pt x="1993908" y="1097932"/>
                  </a:lnTo>
                  <a:lnTo>
                    <a:pt x="2000168" y="1095163"/>
                  </a:lnTo>
                  <a:lnTo>
                    <a:pt x="2002255" y="1094239"/>
                  </a:lnTo>
                  <a:lnTo>
                    <a:pt x="2002429" y="1094162"/>
                  </a:lnTo>
                  <a:lnTo>
                    <a:pt x="2005733" y="1092701"/>
                  </a:lnTo>
                  <a:lnTo>
                    <a:pt x="2009385" y="1091085"/>
                  </a:lnTo>
                  <a:lnTo>
                    <a:pt x="2013906" y="1089084"/>
                  </a:lnTo>
                  <a:lnTo>
                    <a:pt x="2017384" y="1087546"/>
                  </a:lnTo>
                  <a:lnTo>
                    <a:pt x="2023296" y="1084930"/>
                  </a:lnTo>
                  <a:lnTo>
                    <a:pt x="2025557" y="1083929"/>
                  </a:lnTo>
                  <a:lnTo>
                    <a:pt x="2026253" y="1083622"/>
                  </a:lnTo>
                  <a:lnTo>
                    <a:pt x="2030426" y="1081775"/>
                  </a:lnTo>
                  <a:lnTo>
                    <a:pt x="2034947" y="1079775"/>
                  </a:lnTo>
                  <a:lnTo>
                    <a:pt x="2035295" y="1079621"/>
                  </a:lnTo>
                  <a:lnTo>
                    <a:pt x="2035643" y="1079467"/>
                  </a:lnTo>
                  <a:lnTo>
                    <a:pt x="2036860" y="1078928"/>
                  </a:lnTo>
                  <a:lnTo>
                    <a:pt x="2040860" y="1077159"/>
                  </a:lnTo>
                  <a:lnTo>
                    <a:pt x="2042251" y="1076543"/>
                  </a:lnTo>
                  <a:lnTo>
                    <a:pt x="2042773" y="1076312"/>
                  </a:lnTo>
                  <a:lnTo>
                    <a:pt x="2044860" y="1075389"/>
                  </a:lnTo>
                  <a:lnTo>
                    <a:pt x="2046599" y="1074620"/>
                  </a:lnTo>
                  <a:lnTo>
                    <a:pt x="2049555" y="1073312"/>
                  </a:lnTo>
                  <a:lnTo>
                    <a:pt x="2050077" y="1073081"/>
                  </a:lnTo>
                  <a:lnTo>
                    <a:pt x="2053554" y="1071542"/>
                  </a:lnTo>
                  <a:lnTo>
                    <a:pt x="2053728" y="1071465"/>
                  </a:lnTo>
                  <a:lnTo>
                    <a:pt x="2057206" y="1069926"/>
                  </a:lnTo>
                  <a:lnTo>
                    <a:pt x="2058945" y="1069157"/>
                  </a:lnTo>
                  <a:lnTo>
                    <a:pt x="2059293" y="1069003"/>
                  </a:lnTo>
                  <a:lnTo>
                    <a:pt x="2061206" y="1068157"/>
                  </a:lnTo>
                  <a:lnTo>
                    <a:pt x="2064858" y="1066541"/>
                  </a:lnTo>
                  <a:lnTo>
                    <a:pt x="2066771" y="1065695"/>
                  </a:lnTo>
                  <a:lnTo>
                    <a:pt x="2068684" y="1064848"/>
                  </a:lnTo>
                  <a:lnTo>
                    <a:pt x="2068857" y="1064771"/>
                  </a:lnTo>
                  <a:lnTo>
                    <a:pt x="2070423" y="1064079"/>
                  </a:lnTo>
                  <a:lnTo>
                    <a:pt x="2070596" y="1064002"/>
                  </a:lnTo>
                  <a:lnTo>
                    <a:pt x="2075987" y="1061617"/>
                  </a:lnTo>
                  <a:lnTo>
                    <a:pt x="2079639" y="1060001"/>
                  </a:lnTo>
                  <a:lnTo>
                    <a:pt x="2079813" y="1059924"/>
                  </a:lnTo>
                  <a:lnTo>
                    <a:pt x="2080335" y="1059693"/>
                  </a:lnTo>
                  <a:lnTo>
                    <a:pt x="2082421" y="1058770"/>
                  </a:lnTo>
                  <a:lnTo>
                    <a:pt x="2083465" y="1058308"/>
                  </a:lnTo>
                  <a:lnTo>
                    <a:pt x="2085030" y="1057616"/>
                  </a:lnTo>
                  <a:lnTo>
                    <a:pt x="2086769" y="1056847"/>
                  </a:lnTo>
                  <a:lnTo>
                    <a:pt x="2087117" y="1056693"/>
                  </a:lnTo>
                  <a:lnTo>
                    <a:pt x="2087638" y="1056462"/>
                  </a:lnTo>
                  <a:lnTo>
                    <a:pt x="2089030" y="1055846"/>
                  </a:lnTo>
                  <a:lnTo>
                    <a:pt x="2089203" y="1055769"/>
                  </a:lnTo>
                  <a:lnTo>
                    <a:pt x="2090769" y="1055077"/>
                  </a:lnTo>
                  <a:lnTo>
                    <a:pt x="2091116" y="1054923"/>
                  </a:lnTo>
                  <a:lnTo>
                    <a:pt x="2096333" y="1052615"/>
                  </a:lnTo>
                  <a:lnTo>
                    <a:pt x="2098246" y="1051769"/>
                  </a:lnTo>
                  <a:lnTo>
                    <a:pt x="2098594" y="1051615"/>
                  </a:lnTo>
                  <a:lnTo>
                    <a:pt x="2098942" y="1051461"/>
                  </a:lnTo>
                  <a:lnTo>
                    <a:pt x="2101550" y="1050307"/>
                  </a:lnTo>
                  <a:lnTo>
                    <a:pt x="2103463" y="1049460"/>
                  </a:lnTo>
                  <a:lnTo>
                    <a:pt x="2105202" y="1048691"/>
                  </a:lnTo>
                  <a:lnTo>
                    <a:pt x="2109376" y="1046844"/>
                  </a:lnTo>
                  <a:lnTo>
                    <a:pt x="2111636" y="1045844"/>
                  </a:lnTo>
                  <a:lnTo>
                    <a:pt x="2112158" y="1045613"/>
                  </a:lnTo>
                  <a:lnTo>
                    <a:pt x="2113549" y="1044998"/>
                  </a:lnTo>
                  <a:lnTo>
                    <a:pt x="2114940" y="1044382"/>
                  </a:lnTo>
                  <a:lnTo>
                    <a:pt x="2118766" y="1042690"/>
                  </a:lnTo>
                  <a:lnTo>
                    <a:pt x="2121027" y="1041689"/>
                  </a:lnTo>
                  <a:lnTo>
                    <a:pt x="2132156" y="1036765"/>
                  </a:lnTo>
                  <a:lnTo>
                    <a:pt x="2135982" y="1035073"/>
                  </a:lnTo>
                  <a:lnTo>
                    <a:pt x="2141025" y="1032841"/>
                  </a:lnTo>
                  <a:lnTo>
                    <a:pt x="2144503" y="1031302"/>
                  </a:lnTo>
                  <a:lnTo>
                    <a:pt x="2149024" y="1029302"/>
                  </a:lnTo>
                  <a:lnTo>
                    <a:pt x="2150068" y="1028840"/>
                  </a:lnTo>
                  <a:lnTo>
                    <a:pt x="2152850" y="1027609"/>
                  </a:lnTo>
                  <a:lnTo>
                    <a:pt x="2156502" y="1025994"/>
                  </a:lnTo>
                  <a:lnTo>
                    <a:pt x="2157371" y="1025609"/>
                  </a:lnTo>
                  <a:lnTo>
                    <a:pt x="2159284" y="1024763"/>
                  </a:lnTo>
                  <a:lnTo>
                    <a:pt x="2167805" y="1020993"/>
                  </a:lnTo>
                  <a:lnTo>
                    <a:pt x="2174065" y="1018223"/>
                  </a:lnTo>
                  <a:lnTo>
                    <a:pt x="2176152" y="1017299"/>
                  </a:lnTo>
                  <a:lnTo>
                    <a:pt x="2176326" y="1017222"/>
                  </a:lnTo>
                  <a:lnTo>
                    <a:pt x="2179630" y="1015761"/>
                  </a:lnTo>
                  <a:lnTo>
                    <a:pt x="2183282" y="1014145"/>
                  </a:lnTo>
                  <a:lnTo>
                    <a:pt x="2187803" y="1012144"/>
                  </a:lnTo>
                  <a:lnTo>
                    <a:pt x="2191281" y="1010606"/>
                  </a:lnTo>
                  <a:lnTo>
                    <a:pt x="2197194" y="1007990"/>
                  </a:lnTo>
                  <a:lnTo>
                    <a:pt x="2199454" y="1006989"/>
                  </a:lnTo>
                  <a:lnTo>
                    <a:pt x="2200150" y="1006682"/>
                  </a:lnTo>
                  <a:lnTo>
                    <a:pt x="2204324" y="1004835"/>
                  </a:lnTo>
                  <a:lnTo>
                    <a:pt x="2205889" y="1004143"/>
                  </a:lnTo>
                  <a:lnTo>
                    <a:pt x="2208845" y="1002835"/>
                  </a:lnTo>
                  <a:lnTo>
                    <a:pt x="2209193" y="1002681"/>
                  </a:lnTo>
                  <a:lnTo>
                    <a:pt x="2209540" y="1002527"/>
                  </a:lnTo>
                  <a:lnTo>
                    <a:pt x="2210758" y="1001988"/>
                  </a:lnTo>
                  <a:lnTo>
                    <a:pt x="2214757" y="1000219"/>
                  </a:lnTo>
                  <a:lnTo>
                    <a:pt x="2216149" y="999603"/>
                  </a:lnTo>
                  <a:lnTo>
                    <a:pt x="2216670" y="999372"/>
                  </a:lnTo>
                  <a:lnTo>
                    <a:pt x="2218757" y="998449"/>
                  </a:lnTo>
                  <a:lnTo>
                    <a:pt x="2220496" y="997680"/>
                  </a:lnTo>
                  <a:lnTo>
                    <a:pt x="2223452" y="996372"/>
                  </a:lnTo>
                  <a:lnTo>
                    <a:pt x="2223974" y="996141"/>
                  </a:lnTo>
                  <a:lnTo>
                    <a:pt x="2227452" y="994602"/>
                  </a:lnTo>
                  <a:lnTo>
                    <a:pt x="2227626" y="994525"/>
                  </a:lnTo>
                  <a:lnTo>
                    <a:pt x="2231104" y="992986"/>
                  </a:lnTo>
                  <a:lnTo>
                    <a:pt x="2232843" y="992217"/>
                  </a:lnTo>
                  <a:lnTo>
                    <a:pt x="2233191" y="992063"/>
                  </a:lnTo>
                  <a:lnTo>
                    <a:pt x="2235103" y="991217"/>
                  </a:lnTo>
                  <a:lnTo>
                    <a:pt x="2238755" y="989601"/>
                  </a:lnTo>
                  <a:lnTo>
                    <a:pt x="2240668" y="988755"/>
                  </a:lnTo>
                  <a:lnTo>
                    <a:pt x="2242581" y="987908"/>
                  </a:lnTo>
                  <a:lnTo>
                    <a:pt x="2242755" y="987831"/>
                  </a:lnTo>
                  <a:lnTo>
                    <a:pt x="2244320" y="987139"/>
                  </a:lnTo>
                  <a:lnTo>
                    <a:pt x="2244494" y="987062"/>
                  </a:lnTo>
                  <a:lnTo>
                    <a:pt x="2249885" y="984677"/>
                  </a:lnTo>
                  <a:lnTo>
                    <a:pt x="2253537" y="983061"/>
                  </a:lnTo>
                  <a:lnTo>
                    <a:pt x="2253710" y="982984"/>
                  </a:lnTo>
                  <a:lnTo>
                    <a:pt x="2254232" y="982753"/>
                  </a:lnTo>
                  <a:lnTo>
                    <a:pt x="2256319" y="981830"/>
                  </a:lnTo>
                  <a:lnTo>
                    <a:pt x="2257362" y="981368"/>
                  </a:lnTo>
                  <a:lnTo>
                    <a:pt x="2258927" y="980676"/>
                  </a:lnTo>
                  <a:lnTo>
                    <a:pt x="2260666" y="979907"/>
                  </a:lnTo>
                  <a:lnTo>
                    <a:pt x="2261014" y="979753"/>
                  </a:lnTo>
                  <a:lnTo>
                    <a:pt x="2261536" y="979522"/>
                  </a:lnTo>
                  <a:lnTo>
                    <a:pt x="2262927" y="978906"/>
                  </a:lnTo>
                  <a:lnTo>
                    <a:pt x="2263101" y="978829"/>
                  </a:lnTo>
                  <a:lnTo>
                    <a:pt x="2264666" y="978137"/>
                  </a:lnTo>
                  <a:lnTo>
                    <a:pt x="2265014" y="977983"/>
                  </a:lnTo>
                  <a:lnTo>
                    <a:pt x="2270231" y="975675"/>
                  </a:lnTo>
                  <a:lnTo>
                    <a:pt x="2272144" y="974829"/>
                  </a:lnTo>
                  <a:lnTo>
                    <a:pt x="2272491" y="974675"/>
                  </a:lnTo>
                  <a:lnTo>
                    <a:pt x="2272839" y="974521"/>
                  </a:lnTo>
                  <a:lnTo>
                    <a:pt x="2275448" y="973367"/>
                  </a:lnTo>
                  <a:lnTo>
                    <a:pt x="2277360" y="972520"/>
                  </a:lnTo>
                  <a:lnTo>
                    <a:pt x="2279099" y="971751"/>
                  </a:lnTo>
                  <a:lnTo>
                    <a:pt x="2283273" y="969904"/>
                  </a:lnTo>
                  <a:lnTo>
                    <a:pt x="2285534" y="968904"/>
                  </a:lnTo>
                  <a:lnTo>
                    <a:pt x="2286055" y="968673"/>
                  </a:lnTo>
                  <a:lnTo>
                    <a:pt x="2287447" y="968058"/>
                  </a:lnTo>
                  <a:lnTo>
                    <a:pt x="2288838" y="967442"/>
                  </a:lnTo>
                  <a:lnTo>
                    <a:pt x="2292663" y="965750"/>
                  </a:lnTo>
                  <a:lnTo>
                    <a:pt x="2294924" y="964749"/>
                  </a:lnTo>
                  <a:lnTo>
                    <a:pt x="2306054" y="959825"/>
                  </a:lnTo>
                  <a:lnTo>
                    <a:pt x="2309879" y="958133"/>
                  </a:lnTo>
                  <a:lnTo>
                    <a:pt x="2314401" y="956132"/>
                  </a:lnTo>
                  <a:lnTo>
                    <a:pt x="2314922" y="955901"/>
                  </a:lnTo>
                  <a:lnTo>
                    <a:pt x="2318400" y="954363"/>
                  </a:lnTo>
                  <a:lnTo>
                    <a:pt x="2322922" y="952362"/>
                  </a:lnTo>
                  <a:lnTo>
                    <a:pt x="2323965" y="951900"/>
                  </a:lnTo>
                  <a:lnTo>
                    <a:pt x="2326747" y="950669"/>
                  </a:lnTo>
                  <a:lnTo>
                    <a:pt x="2330399" y="949054"/>
                  </a:lnTo>
                  <a:lnTo>
                    <a:pt x="2331269" y="948669"/>
                  </a:lnTo>
                  <a:lnTo>
                    <a:pt x="2333182" y="947823"/>
                  </a:lnTo>
                  <a:lnTo>
                    <a:pt x="2341703" y="944053"/>
                  </a:lnTo>
                  <a:lnTo>
                    <a:pt x="2347963" y="941283"/>
                  </a:lnTo>
                  <a:lnTo>
                    <a:pt x="2350050" y="940359"/>
                  </a:lnTo>
                  <a:lnTo>
                    <a:pt x="2350223" y="940283"/>
                  </a:lnTo>
                  <a:lnTo>
                    <a:pt x="2353528" y="938821"/>
                  </a:lnTo>
                  <a:lnTo>
                    <a:pt x="2357179" y="937205"/>
                  </a:lnTo>
                  <a:lnTo>
                    <a:pt x="2361701" y="935204"/>
                  </a:lnTo>
                  <a:lnTo>
                    <a:pt x="2365179" y="933666"/>
                  </a:lnTo>
                  <a:lnTo>
                    <a:pt x="2371091" y="931050"/>
                  </a:lnTo>
                  <a:lnTo>
                    <a:pt x="2373352" y="930050"/>
                  </a:lnTo>
                  <a:lnTo>
                    <a:pt x="2378221" y="927895"/>
                  </a:lnTo>
                  <a:lnTo>
                    <a:pt x="2379786" y="927203"/>
                  </a:lnTo>
                  <a:lnTo>
                    <a:pt x="2382742" y="925895"/>
                  </a:lnTo>
                  <a:lnTo>
                    <a:pt x="2383090" y="925741"/>
                  </a:lnTo>
                  <a:lnTo>
                    <a:pt x="2383438" y="925587"/>
                  </a:lnTo>
                  <a:lnTo>
                    <a:pt x="2384655" y="925048"/>
                  </a:lnTo>
                  <a:lnTo>
                    <a:pt x="2388655" y="923279"/>
                  </a:lnTo>
                  <a:lnTo>
                    <a:pt x="2390046" y="922663"/>
                  </a:lnTo>
                  <a:lnTo>
                    <a:pt x="2390568" y="922432"/>
                  </a:lnTo>
                  <a:lnTo>
                    <a:pt x="2392654" y="921509"/>
                  </a:lnTo>
                  <a:lnTo>
                    <a:pt x="2394393" y="920740"/>
                  </a:lnTo>
                  <a:lnTo>
                    <a:pt x="2397350" y="919432"/>
                  </a:lnTo>
                  <a:lnTo>
                    <a:pt x="2397871" y="919201"/>
                  </a:lnTo>
                  <a:lnTo>
                    <a:pt x="2401349" y="917662"/>
                  </a:lnTo>
                  <a:lnTo>
                    <a:pt x="2401523" y="917585"/>
                  </a:lnTo>
                  <a:lnTo>
                    <a:pt x="2405001" y="916046"/>
                  </a:lnTo>
                  <a:lnTo>
                    <a:pt x="2406740" y="915277"/>
                  </a:lnTo>
                  <a:lnTo>
                    <a:pt x="2407088" y="915123"/>
                  </a:lnTo>
                  <a:lnTo>
                    <a:pt x="2409001" y="914277"/>
                  </a:lnTo>
                  <a:lnTo>
                    <a:pt x="2412653" y="912661"/>
                  </a:lnTo>
                  <a:lnTo>
                    <a:pt x="2414566" y="911815"/>
                  </a:lnTo>
                  <a:lnTo>
                    <a:pt x="2416478" y="910968"/>
                  </a:lnTo>
                  <a:lnTo>
                    <a:pt x="2416652" y="910891"/>
                  </a:lnTo>
                  <a:lnTo>
                    <a:pt x="2418391" y="910122"/>
                  </a:lnTo>
                  <a:lnTo>
                    <a:pt x="2423782" y="907737"/>
                  </a:lnTo>
                  <a:lnTo>
                    <a:pt x="2427434" y="906121"/>
                  </a:lnTo>
                  <a:lnTo>
                    <a:pt x="2427608" y="906044"/>
                  </a:lnTo>
                  <a:lnTo>
                    <a:pt x="2428130" y="905813"/>
                  </a:lnTo>
                  <a:lnTo>
                    <a:pt x="2430216" y="904890"/>
                  </a:lnTo>
                  <a:lnTo>
                    <a:pt x="2431260" y="904429"/>
                  </a:lnTo>
                  <a:lnTo>
                    <a:pt x="2432825" y="903736"/>
                  </a:lnTo>
                  <a:lnTo>
                    <a:pt x="2434564" y="902967"/>
                  </a:lnTo>
                  <a:lnTo>
                    <a:pt x="2434912" y="902813"/>
                  </a:lnTo>
                  <a:lnTo>
                    <a:pt x="2435433" y="902582"/>
                  </a:lnTo>
                  <a:lnTo>
                    <a:pt x="2436824" y="901966"/>
                  </a:lnTo>
                  <a:lnTo>
                    <a:pt x="2436998" y="901889"/>
                  </a:lnTo>
                  <a:lnTo>
                    <a:pt x="2438563" y="901197"/>
                  </a:lnTo>
                  <a:lnTo>
                    <a:pt x="2438911" y="901043"/>
                  </a:lnTo>
                  <a:lnTo>
                    <a:pt x="2444128" y="898735"/>
                  </a:lnTo>
                  <a:lnTo>
                    <a:pt x="2446041" y="897889"/>
                  </a:lnTo>
                  <a:lnTo>
                    <a:pt x="2446389" y="897735"/>
                  </a:lnTo>
                  <a:lnTo>
                    <a:pt x="2446737" y="897581"/>
                  </a:lnTo>
                  <a:lnTo>
                    <a:pt x="2449345" y="896427"/>
                  </a:lnTo>
                  <a:lnTo>
                    <a:pt x="2451258" y="895580"/>
                  </a:lnTo>
                  <a:lnTo>
                    <a:pt x="2452997" y="894811"/>
                  </a:lnTo>
                  <a:lnTo>
                    <a:pt x="2457170" y="892964"/>
                  </a:lnTo>
                  <a:lnTo>
                    <a:pt x="2459431" y="891964"/>
                  </a:lnTo>
                  <a:lnTo>
                    <a:pt x="2459953" y="891733"/>
                  </a:lnTo>
                  <a:lnTo>
                    <a:pt x="2461344" y="891118"/>
                  </a:lnTo>
                  <a:lnTo>
                    <a:pt x="2462735" y="890502"/>
                  </a:lnTo>
                  <a:lnTo>
                    <a:pt x="2466561" y="888810"/>
                  </a:lnTo>
                  <a:lnTo>
                    <a:pt x="2468822" y="887809"/>
                  </a:lnTo>
                  <a:lnTo>
                    <a:pt x="2479951" y="882885"/>
                  </a:lnTo>
                  <a:lnTo>
                    <a:pt x="2483777" y="881193"/>
                  </a:lnTo>
                  <a:lnTo>
                    <a:pt x="2488298" y="879192"/>
                  </a:lnTo>
                  <a:lnTo>
                    <a:pt x="2488820" y="878961"/>
                  </a:lnTo>
                  <a:lnTo>
                    <a:pt x="2492298" y="877423"/>
                  </a:lnTo>
                  <a:lnTo>
                    <a:pt x="2496819" y="875422"/>
                  </a:lnTo>
                  <a:lnTo>
                    <a:pt x="2497862" y="874961"/>
                  </a:lnTo>
                  <a:lnTo>
                    <a:pt x="2500645" y="873729"/>
                  </a:lnTo>
                  <a:lnTo>
                    <a:pt x="2504297" y="872114"/>
                  </a:lnTo>
                  <a:lnTo>
                    <a:pt x="2505166" y="871729"/>
                  </a:lnTo>
                  <a:lnTo>
                    <a:pt x="2507079" y="870883"/>
                  </a:lnTo>
                  <a:lnTo>
                    <a:pt x="2515600" y="867113"/>
                  </a:lnTo>
                  <a:lnTo>
                    <a:pt x="2521860" y="864343"/>
                  </a:lnTo>
                  <a:lnTo>
                    <a:pt x="2523947" y="863420"/>
                  </a:lnTo>
                  <a:lnTo>
                    <a:pt x="2524121" y="863343"/>
                  </a:lnTo>
                  <a:lnTo>
                    <a:pt x="2527425" y="861881"/>
                  </a:lnTo>
                  <a:lnTo>
                    <a:pt x="2531077" y="860265"/>
                  </a:lnTo>
                  <a:lnTo>
                    <a:pt x="2535598" y="858265"/>
                  </a:lnTo>
                  <a:lnTo>
                    <a:pt x="2539076" y="856726"/>
                  </a:lnTo>
                  <a:lnTo>
                    <a:pt x="2544989" y="854110"/>
                  </a:lnTo>
                  <a:lnTo>
                    <a:pt x="2547249" y="853110"/>
                  </a:lnTo>
                  <a:lnTo>
                    <a:pt x="2547945" y="852802"/>
                  </a:lnTo>
                  <a:lnTo>
                    <a:pt x="2552118" y="850955"/>
                  </a:lnTo>
                  <a:lnTo>
                    <a:pt x="2553684" y="850263"/>
                  </a:lnTo>
                  <a:lnTo>
                    <a:pt x="2556640" y="848955"/>
                  </a:lnTo>
                  <a:lnTo>
                    <a:pt x="2556988" y="848801"/>
                  </a:lnTo>
                  <a:lnTo>
                    <a:pt x="2557335" y="848647"/>
                  </a:lnTo>
                  <a:lnTo>
                    <a:pt x="2558553" y="848108"/>
                  </a:lnTo>
                  <a:lnTo>
                    <a:pt x="2562552" y="846339"/>
                  </a:lnTo>
                  <a:lnTo>
                    <a:pt x="2563943" y="845723"/>
                  </a:lnTo>
                  <a:lnTo>
                    <a:pt x="2564465" y="845493"/>
                  </a:lnTo>
                  <a:lnTo>
                    <a:pt x="2566552" y="844569"/>
                  </a:lnTo>
                  <a:lnTo>
                    <a:pt x="2568291" y="843800"/>
                  </a:lnTo>
                  <a:lnTo>
                    <a:pt x="2571247" y="842492"/>
                  </a:lnTo>
                  <a:lnTo>
                    <a:pt x="2571769" y="842261"/>
                  </a:lnTo>
                  <a:lnTo>
                    <a:pt x="2575247" y="840722"/>
                  </a:lnTo>
                  <a:lnTo>
                    <a:pt x="2575421" y="840645"/>
                  </a:lnTo>
                  <a:lnTo>
                    <a:pt x="2578899" y="839107"/>
                  </a:lnTo>
                  <a:lnTo>
                    <a:pt x="2580638" y="838337"/>
                  </a:lnTo>
                  <a:lnTo>
                    <a:pt x="2580985" y="838183"/>
                  </a:lnTo>
                  <a:lnTo>
                    <a:pt x="2582898" y="837337"/>
                  </a:lnTo>
                  <a:lnTo>
                    <a:pt x="2586550" y="835721"/>
                  </a:lnTo>
                  <a:lnTo>
                    <a:pt x="2588463" y="834875"/>
                  </a:lnTo>
                  <a:lnTo>
                    <a:pt x="2590376" y="834028"/>
                  </a:lnTo>
                  <a:lnTo>
                    <a:pt x="2590550" y="833952"/>
                  </a:lnTo>
                  <a:lnTo>
                    <a:pt x="2592115" y="833259"/>
                  </a:lnTo>
                  <a:lnTo>
                    <a:pt x="2592289" y="833182"/>
                  </a:lnTo>
                  <a:lnTo>
                    <a:pt x="2597680" y="830797"/>
                  </a:lnTo>
                  <a:lnTo>
                    <a:pt x="2601331" y="829181"/>
                  </a:lnTo>
                  <a:lnTo>
                    <a:pt x="2601505" y="829104"/>
                  </a:lnTo>
                  <a:lnTo>
                    <a:pt x="2602027" y="828873"/>
                  </a:lnTo>
                  <a:lnTo>
                    <a:pt x="2604114" y="827950"/>
                  </a:lnTo>
                  <a:lnTo>
                    <a:pt x="2605157" y="827489"/>
                  </a:lnTo>
                  <a:lnTo>
                    <a:pt x="2606722" y="826796"/>
                  </a:lnTo>
                  <a:lnTo>
                    <a:pt x="2608461" y="826027"/>
                  </a:lnTo>
                  <a:lnTo>
                    <a:pt x="2608809" y="825873"/>
                  </a:lnTo>
                  <a:lnTo>
                    <a:pt x="2609331" y="825642"/>
                  </a:lnTo>
                  <a:lnTo>
                    <a:pt x="2610722" y="825026"/>
                  </a:lnTo>
                  <a:lnTo>
                    <a:pt x="2610896" y="824950"/>
                  </a:lnTo>
                  <a:lnTo>
                    <a:pt x="2612461" y="824257"/>
                  </a:lnTo>
                  <a:lnTo>
                    <a:pt x="2612809" y="824103"/>
                  </a:lnTo>
                  <a:lnTo>
                    <a:pt x="2618026" y="821795"/>
                  </a:lnTo>
                  <a:lnTo>
                    <a:pt x="2619938" y="820949"/>
                  </a:lnTo>
                  <a:lnTo>
                    <a:pt x="2620286" y="820795"/>
                  </a:lnTo>
                  <a:lnTo>
                    <a:pt x="2620634" y="820641"/>
                  </a:lnTo>
                  <a:lnTo>
                    <a:pt x="2623242" y="819487"/>
                  </a:lnTo>
                  <a:lnTo>
                    <a:pt x="2625155" y="818640"/>
                  </a:lnTo>
                  <a:lnTo>
                    <a:pt x="2626894" y="817871"/>
                  </a:lnTo>
                  <a:lnTo>
                    <a:pt x="2631068" y="816025"/>
                  </a:lnTo>
                  <a:lnTo>
                    <a:pt x="2633850" y="814793"/>
                  </a:lnTo>
                  <a:lnTo>
                    <a:pt x="2635241" y="814178"/>
                  </a:lnTo>
                  <a:lnTo>
                    <a:pt x="2636633" y="813562"/>
                  </a:lnTo>
                  <a:lnTo>
                    <a:pt x="2640458" y="811870"/>
                  </a:lnTo>
                  <a:lnTo>
                    <a:pt x="2642719" y="810870"/>
                  </a:lnTo>
                  <a:lnTo>
                    <a:pt x="2653848" y="805945"/>
                  </a:lnTo>
                  <a:lnTo>
                    <a:pt x="2657674" y="804253"/>
                  </a:lnTo>
                  <a:lnTo>
                    <a:pt x="2662196" y="802252"/>
                  </a:lnTo>
                  <a:lnTo>
                    <a:pt x="2662717" y="802021"/>
                  </a:lnTo>
                  <a:lnTo>
                    <a:pt x="2666195" y="800483"/>
                  </a:lnTo>
                  <a:lnTo>
                    <a:pt x="2670716" y="798482"/>
                  </a:lnTo>
                  <a:lnTo>
                    <a:pt x="2671760" y="798021"/>
                  </a:lnTo>
                  <a:lnTo>
                    <a:pt x="2674542" y="796790"/>
                  </a:lnTo>
                  <a:lnTo>
                    <a:pt x="2678194" y="795174"/>
                  </a:lnTo>
                  <a:lnTo>
                    <a:pt x="2679064" y="794789"/>
                  </a:lnTo>
                  <a:lnTo>
                    <a:pt x="2680976" y="793943"/>
                  </a:lnTo>
                  <a:lnTo>
                    <a:pt x="2689497" y="790173"/>
                  </a:lnTo>
                  <a:lnTo>
                    <a:pt x="2695758" y="787403"/>
                  </a:lnTo>
                  <a:lnTo>
                    <a:pt x="2697844" y="786480"/>
                  </a:lnTo>
                  <a:lnTo>
                    <a:pt x="2698018" y="786403"/>
                  </a:lnTo>
                  <a:lnTo>
                    <a:pt x="2701322" y="784941"/>
                  </a:lnTo>
                  <a:lnTo>
                    <a:pt x="2704974" y="783325"/>
                  </a:lnTo>
                  <a:lnTo>
                    <a:pt x="2709496" y="781325"/>
                  </a:lnTo>
                  <a:lnTo>
                    <a:pt x="2712974" y="779786"/>
                  </a:lnTo>
                  <a:lnTo>
                    <a:pt x="2718886" y="777170"/>
                  </a:lnTo>
                  <a:lnTo>
                    <a:pt x="2721147" y="776170"/>
                  </a:lnTo>
                  <a:lnTo>
                    <a:pt x="2721842" y="775862"/>
                  </a:lnTo>
                  <a:lnTo>
                    <a:pt x="2726016" y="774015"/>
                  </a:lnTo>
                  <a:lnTo>
                    <a:pt x="2727581" y="773323"/>
                  </a:lnTo>
                  <a:lnTo>
                    <a:pt x="2730537" y="772015"/>
                  </a:lnTo>
                  <a:lnTo>
                    <a:pt x="2730885" y="771861"/>
                  </a:lnTo>
                  <a:lnTo>
                    <a:pt x="2731233" y="771707"/>
                  </a:lnTo>
                  <a:lnTo>
                    <a:pt x="2732450" y="771169"/>
                  </a:lnTo>
                  <a:lnTo>
                    <a:pt x="2736450" y="769399"/>
                  </a:lnTo>
                  <a:lnTo>
                    <a:pt x="2737841" y="768783"/>
                  </a:lnTo>
                  <a:lnTo>
                    <a:pt x="2738363" y="768553"/>
                  </a:lnTo>
                  <a:lnTo>
                    <a:pt x="2740449" y="767629"/>
                  </a:lnTo>
                  <a:lnTo>
                    <a:pt x="2742188" y="766860"/>
                  </a:lnTo>
                  <a:lnTo>
                    <a:pt x="2745145" y="765552"/>
                  </a:lnTo>
                  <a:lnTo>
                    <a:pt x="2745666" y="765321"/>
                  </a:lnTo>
                  <a:lnTo>
                    <a:pt x="2749144" y="763782"/>
                  </a:lnTo>
                  <a:lnTo>
                    <a:pt x="2749318" y="763705"/>
                  </a:lnTo>
                  <a:lnTo>
                    <a:pt x="2752796" y="762167"/>
                  </a:lnTo>
                  <a:lnTo>
                    <a:pt x="2754535" y="761397"/>
                  </a:lnTo>
                  <a:lnTo>
                    <a:pt x="2754883" y="761243"/>
                  </a:lnTo>
                  <a:lnTo>
                    <a:pt x="2756796" y="760397"/>
                  </a:lnTo>
                  <a:lnTo>
                    <a:pt x="2760448" y="758781"/>
                  </a:lnTo>
                  <a:lnTo>
                    <a:pt x="2762360" y="757935"/>
                  </a:lnTo>
                  <a:lnTo>
                    <a:pt x="2764273" y="757089"/>
                  </a:lnTo>
                  <a:lnTo>
                    <a:pt x="2764447" y="757012"/>
                  </a:lnTo>
                  <a:lnTo>
                    <a:pt x="2766012" y="756319"/>
                  </a:lnTo>
                  <a:lnTo>
                    <a:pt x="2766186" y="756242"/>
                  </a:lnTo>
                  <a:lnTo>
                    <a:pt x="2771577" y="753857"/>
                  </a:lnTo>
                  <a:lnTo>
                    <a:pt x="2775229" y="752241"/>
                  </a:lnTo>
                  <a:lnTo>
                    <a:pt x="2775403" y="752164"/>
                  </a:lnTo>
                  <a:lnTo>
                    <a:pt x="2775924" y="751934"/>
                  </a:lnTo>
                  <a:lnTo>
                    <a:pt x="2778011" y="751010"/>
                  </a:lnTo>
                  <a:lnTo>
                    <a:pt x="2780620" y="749856"/>
                  </a:lnTo>
                  <a:lnTo>
                    <a:pt x="2782359" y="749087"/>
                  </a:lnTo>
                  <a:lnTo>
                    <a:pt x="2782706" y="748933"/>
                  </a:lnTo>
                  <a:lnTo>
                    <a:pt x="2783228" y="748702"/>
                  </a:lnTo>
                  <a:lnTo>
                    <a:pt x="2784619" y="748087"/>
                  </a:lnTo>
                  <a:lnTo>
                    <a:pt x="2784793" y="748010"/>
                  </a:lnTo>
                  <a:lnTo>
                    <a:pt x="2786358" y="747317"/>
                  </a:lnTo>
                  <a:lnTo>
                    <a:pt x="2786706" y="747163"/>
                  </a:lnTo>
                  <a:lnTo>
                    <a:pt x="2791923" y="744855"/>
                  </a:lnTo>
                  <a:lnTo>
                    <a:pt x="2793836" y="744009"/>
                  </a:lnTo>
                  <a:lnTo>
                    <a:pt x="2794184" y="743855"/>
                  </a:lnTo>
                  <a:lnTo>
                    <a:pt x="2794531" y="743701"/>
                  </a:lnTo>
                  <a:lnTo>
                    <a:pt x="2797140" y="742547"/>
                  </a:lnTo>
                  <a:lnTo>
                    <a:pt x="2799053" y="741701"/>
                  </a:lnTo>
                  <a:lnTo>
                    <a:pt x="2800792" y="740931"/>
                  </a:lnTo>
                  <a:lnTo>
                    <a:pt x="2804965" y="739085"/>
                  </a:lnTo>
                  <a:lnTo>
                    <a:pt x="2807226" y="738084"/>
                  </a:lnTo>
                  <a:lnTo>
                    <a:pt x="2807748" y="737854"/>
                  </a:lnTo>
                  <a:lnTo>
                    <a:pt x="2809139" y="737238"/>
                  </a:lnTo>
                  <a:lnTo>
                    <a:pt x="2810530" y="736623"/>
                  </a:lnTo>
                  <a:lnTo>
                    <a:pt x="2814356" y="734930"/>
                  </a:lnTo>
                  <a:lnTo>
                    <a:pt x="2816616" y="733930"/>
                  </a:lnTo>
                  <a:lnTo>
                    <a:pt x="2827746" y="729005"/>
                  </a:lnTo>
                  <a:lnTo>
                    <a:pt x="2831572" y="727313"/>
                  </a:lnTo>
                  <a:lnTo>
                    <a:pt x="2836093" y="725312"/>
                  </a:lnTo>
                  <a:lnTo>
                    <a:pt x="2836615" y="725082"/>
                  </a:lnTo>
                  <a:lnTo>
                    <a:pt x="2840093" y="723543"/>
                  </a:lnTo>
                  <a:lnTo>
                    <a:pt x="2844614" y="721542"/>
                  </a:lnTo>
                  <a:lnTo>
                    <a:pt x="2845657" y="721081"/>
                  </a:lnTo>
                  <a:lnTo>
                    <a:pt x="2848440" y="719850"/>
                  </a:lnTo>
                  <a:lnTo>
                    <a:pt x="2852092" y="718234"/>
                  </a:lnTo>
                  <a:lnTo>
                    <a:pt x="2852961" y="717849"/>
                  </a:lnTo>
                  <a:lnTo>
                    <a:pt x="2854874" y="717003"/>
                  </a:lnTo>
                  <a:lnTo>
                    <a:pt x="2863395" y="713233"/>
                  </a:lnTo>
                  <a:lnTo>
                    <a:pt x="2869655" y="710463"/>
                  </a:lnTo>
                  <a:lnTo>
                    <a:pt x="2871742" y="709540"/>
                  </a:lnTo>
                  <a:lnTo>
                    <a:pt x="2871916" y="709463"/>
                  </a:lnTo>
                  <a:lnTo>
                    <a:pt x="2875220" y="708001"/>
                  </a:lnTo>
                  <a:lnTo>
                    <a:pt x="2878872" y="706385"/>
                  </a:lnTo>
                  <a:lnTo>
                    <a:pt x="2883393" y="704385"/>
                  </a:lnTo>
                  <a:lnTo>
                    <a:pt x="2886871" y="702846"/>
                  </a:lnTo>
                  <a:lnTo>
                    <a:pt x="2892784" y="700230"/>
                  </a:lnTo>
                  <a:lnTo>
                    <a:pt x="2895044" y="699230"/>
                  </a:lnTo>
                  <a:lnTo>
                    <a:pt x="2895740" y="698922"/>
                  </a:lnTo>
                  <a:lnTo>
                    <a:pt x="2899913" y="697075"/>
                  </a:lnTo>
                  <a:lnTo>
                    <a:pt x="2901478" y="696383"/>
                  </a:lnTo>
                  <a:lnTo>
                    <a:pt x="2904435" y="695075"/>
                  </a:lnTo>
                  <a:lnTo>
                    <a:pt x="2904782" y="694921"/>
                  </a:lnTo>
                  <a:lnTo>
                    <a:pt x="2905130" y="694767"/>
                  </a:lnTo>
                  <a:lnTo>
                    <a:pt x="2906348" y="694229"/>
                  </a:lnTo>
                  <a:lnTo>
                    <a:pt x="2910347" y="692459"/>
                  </a:lnTo>
                  <a:lnTo>
                    <a:pt x="2911738" y="691843"/>
                  </a:lnTo>
                  <a:lnTo>
                    <a:pt x="2912260" y="691613"/>
                  </a:lnTo>
                  <a:lnTo>
                    <a:pt x="2914347" y="690689"/>
                  </a:lnTo>
                  <a:lnTo>
                    <a:pt x="2916086" y="689920"/>
                  </a:lnTo>
                  <a:lnTo>
                    <a:pt x="2919042" y="688612"/>
                  </a:lnTo>
                  <a:lnTo>
                    <a:pt x="2919564" y="688381"/>
                  </a:lnTo>
                  <a:lnTo>
                    <a:pt x="2923042" y="686842"/>
                  </a:lnTo>
                  <a:lnTo>
                    <a:pt x="2923216" y="686765"/>
                  </a:lnTo>
                  <a:lnTo>
                    <a:pt x="2926694" y="685227"/>
                  </a:lnTo>
                  <a:lnTo>
                    <a:pt x="2928433" y="684457"/>
                  </a:lnTo>
                  <a:lnTo>
                    <a:pt x="2928780" y="684303"/>
                  </a:lnTo>
                  <a:lnTo>
                    <a:pt x="2930693" y="683457"/>
                  </a:lnTo>
                  <a:lnTo>
                    <a:pt x="2934345" y="681841"/>
                  </a:lnTo>
                  <a:lnTo>
                    <a:pt x="2936258" y="680995"/>
                  </a:lnTo>
                  <a:lnTo>
                    <a:pt x="2938171" y="680149"/>
                  </a:lnTo>
                  <a:lnTo>
                    <a:pt x="2938345" y="680072"/>
                  </a:lnTo>
                  <a:lnTo>
                    <a:pt x="2940084" y="679302"/>
                  </a:lnTo>
                  <a:lnTo>
                    <a:pt x="2945474" y="676917"/>
                  </a:lnTo>
                  <a:lnTo>
                    <a:pt x="2949126" y="675301"/>
                  </a:lnTo>
                  <a:lnTo>
                    <a:pt x="2949300" y="675224"/>
                  </a:lnTo>
                  <a:lnTo>
                    <a:pt x="2949822" y="674994"/>
                  </a:lnTo>
                  <a:lnTo>
                    <a:pt x="2951909" y="674070"/>
                  </a:lnTo>
                  <a:lnTo>
                    <a:pt x="2952952" y="673609"/>
                  </a:lnTo>
                  <a:lnTo>
                    <a:pt x="2954517" y="672916"/>
                  </a:lnTo>
                  <a:lnTo>
                    <a:pt x="2956256" y="672147"/>
                  </a:lnTo>
                  <a:lnTo>
                    <a:pt x="2956604" y="671993"/>
                  </a:lnTo>
                  <a:lnTo>
                    <a:pt x="2957126" y="671762"/>
                  </a:lnTo>
                  <a:lnTo>
                    <a:pt x="2958517" y="671147"/>
                  </a:lnTo>
                  <a:lnTo>
                    <a:pt x="2958691" y="671070"/>
                  </a:lnTo>
                  <a:lnTo>
                    <a:pt x="2960256" y="670377"/>
                  </a:lnTo>
                  <a:lnTo>
                    <a:pt x="2960604" y="670223"/>
                  </a:lnTo>
                  <a:lnTo>
                    <a:pt x="2965820" y="667915"/>
                  </a:lnTo>
                  <a:lnTo>
                    <a:pt x="2967733" y="667069"/>
                  </a:lnTo>
                  <a:lnTo>
                    <a:pt x="2968081" y="666915"/>
                  </a:lnTo>
                  <a:lnTo>
                    <a:pt x="2968429" y="666761"/>
                  </a:lnTo>
                  <a:lnTo>
                    <a:pt x="2971037" y="665607"/>
                  </a:lnTo>
                  <a:lnTo>
                    <a:pt x="2972950" y="664761"/>
                  </a:lnTo>
                  <a:lnTo>
                    <a:pt x="2974689" y="663991"/>
                  </a:lnTo>
                  <a:lnTo>
                    <a:pt x="2978863" y="662145"/>
                  </a:lnTo>
                  <a:lnTo>
                    <a:pt x="2981123" y="661144"/>
                  </a:lnTo>
                  <a:lnTo>
                    <a:pt x="2981645" y="660914"/>
                  </a:lnTo>
                  <a:lnTo>
                    <a:pt x="2983036" y="660298"/>
                  </a:lnTo>
                  <a:lnTo>
                    <a:pt x="2984427" y="659683"/>
                  </a:lnTo>
                  <a:lnTo>
                    <a:pt x="2988253" y="657990"/>
                  </a:lnTo>
                  <a:lnTo>
                    <a:pt x="2990514" y="656990"/>
                  </a:lnTo>
                  <a:lnTo>
                    <a:pt x="3001643" y="652066"/>
                  </a:lnTo>
                  <a:lnTo>
                    <a:pt x="3005469" y="650373"/>
                  </a:lnTo>
                  <a:lnTo>
                    <a:pt x="3009990" y="648372"/>
                  </a:lnTo>
                  <a:lnTo>
                    <a:pt x="3010512" y="648142"/>
                  </a:lnTo>
                  <a:lnTo>
                    <a:pt x="3013990" y="646603"/>
                  </a:lnTo>
                  <a:lnTo>
                    <a:pt x="3019555" y="644141"/>
                  </a:lnTo>
                  <a:lnTo>
                    <a:pt x="3022337" y="642910"/>
                  </a:lnTo>
                  <a:lnTo>
                    <a:pt x="3025989" y="641294"/>
                  </a:lnTo>
                  <a:lnTo>
                    <a:pt x="3026858" y="640909"/>
                  </a:lnTo>
                  <a:lnTo>
                    <a:pt x="3028771" y="640063"/>
                  </a:lnTo>
                  <a:lnTo>
                    <a:pt x="3037292" y="636293"/>
                  </a:lnTo>
                  <a:lnTo>
                    <a:pt x="3043553" y="633523"/>
                  </a:lnTo>
                  <a:lnTo>
                    <a:pt x="3045639" y="632600"/>
                  </a:lnTo>
                  <a:lnTo>
                    <a:pt x="3045813" y="632523"/>
                  </a:lnTo>
                  <a:lnTo>
                    <a:pt x="3049117" y="631061"/>
                  </a:lnTo>
                  <a:lnTo>
                    <a:pt x="3052769" y="629445"/>
                  </a:lnTo>
                  <a:lnTo>
                    <a:pt x="3057291" y="627445"/>
                  </a:lnTo>
                  <a:lnTo>
                    <a:pt x="3060768" y="625906"/>
                  </a:lnTo>
                  <a:lnTo>
                    <a:pt x="3066681" y="623290"/>
                  </a:lnTo>
                  <a:lnTo>
                    <a:pt x="3068942" y="622290"/>
                  </a:lnTo>
                  <a:lnTo>
                    <a:pt x="3069637" y="621982"/>
                  </a:lnTo>
                  <a:lnTo>
                    <a:pt x="3073811" y="620135"/>
                  </a:lnTo>
                  <a:lnTo>
                    <a:pt x="3075376" y="619443"/>
                  </a:lnTo>
                  <a:lnTo>
                    <a:pt x="3078332" y="618135"/>
                  </a:lnTo>
                  <a:lnTo>
                    <a:pt x="3078680" y="617981"/>
                  </a:lnTo>
                  <a:lnTo>
                    <a:pt x="3079028" y="617827"/>
                  </a:lnTo>
                  <a:lnTo>
                    <a:pt x="3080245" y="617289"/>
                  </a:lnTo>
                  <a:lnTo>
                    <a:pt x="3084245" y="615519"/>
                  </a:lnTo>
                  <a:lnTo>
                    <a:pt x="3085636" y="614904"/>
                  </a:lnTo>
                  <a:lnTo>
                    <a:pt x="3086157" y="614673"/>
                  </a:lnTo>
                  <a:lnTo>
                    <a:pt x="3088244" y="613749"/>
                  </a:lnTo>
                  <a:lnTo>
                    <a:pt x="3089983" y="612980"/>
                  </a:lnTo>
                  <a:lnTo>
                    <a:pt x="3092939" y="611672"/>
                  </a:lnTo>
                  <a:lnTo>
                    <a:pt x="3093461" y="611441"/>
                  </a:lnTo>
                  <a:lnTo>
                    <a:pt x="3096939" y="609902"/>
                  </a:lnTo>
                  <a:lnTo>
                    <a:pt x="3097113" y="609825"/>
                  </a:lnTo>
                  <a:lnTo>
                    <a:pt x="3100591" y="608287"/>
                  </a:lnTo>
                  <a:lnTo>
                    <a:pt x="3102330" y="607517"/>
                  </a:lnTo>
                  <a:lnTo>
                    <a:pt x="3102678" y="607363"/>
                  </a:lnTo>
                  <a:lnTo>
                    <a:pt x="3104591" y="606517"/>
                  </a:lnTo>
                  <a:lnTo>
                    <a:pt x="3108242" y="604901"/>
                  </a:lnTo>
                  <a:lnTo>
                    <a:pt x="3110155" y="604055"/>
                  </a:lnTo>
                  <a:lnTo>
                    <a:pt x="3112068" y="603209"/>
                  </a:lnTo>
                  <a:lnTo>
                    <a:pt x="3112242" y="603132"/>
                  </a:lnTo>
                  <a:lnTo>
                    <a:pt x="3113807" y="602439"/>
                  </a:lnTo>
                  <a:lnTo>
                    <a:pt x="3113981" y="602362"/>
                  </a:lnTo>
                  <a:lnTo>
                    <a:pt x="3119372" y="599977"/>
                  </a:lnTo>
                  <a:lnTo>
                    <a:pt x="3123024" y="598361"/>
                  </a:lnTo>
                  <a:lnTo>
                    <a:pt x="3123198" y="598284"/>
                  </a:lnTo>
                  <a:lnTo>
                    <a:pt x="3123719" y="598054"/>
                  </a:lnTo>
                  <a:lnTo>
                    <a:pt x="3125806" y="597130"/>
                  </a:lnTo>
                  <a:lnTo>
                    <a:pt x="3126849" y="596669"/>
                  </a:lnTo>
                  <a:lnTo>
                    <a:pt x="3128415" y="595976"/>
                  </a:lnTo>
                  <a:lnTo>
                    <a:pt x="3130154" y="595207"/>
                  </a:lnTo>
                  <a:lnTo>
                    <a:pt x="3130501" y="595053"/>
                  </a:lnTo>
                  <a:lnTo>
                    <a:pt x="3131023" y="594822"/>
                  </a:lnTo>
                  <a:lnTo>
                    <a:pt x="3132414" y="594207"/>
                  </a:lnTo>
                  <a:lnTo>
                    <a:pt x="3132588" y="594130"/>
                  </a:lnTo>
                  <a:lnTo>
                    <a:pt x="3134153" y="593437"/>
                  </a:lnTo>
                  <a:lnTo>
                    <a:pt x="3134501" y="593283"/>
                  </a:lnTo>
                  <a:lnTo>
                    <a:pt x="3139718" y="590975"/>
                  </a:lnTo>
                  <a:lnTo>
                    <a:pt x="3141631" y="590129"/>
                  </a:lnTo>
                  <a:lnTo>
                    <a:pt x="3141979" y="589975"/>
                  </a:lnTo>
                  <a:lnTo>
                    <a:pt x="3142326" y="589821"/>
                  </a:lnTo>
                  <a:lnTo>
                    <a:pt x="3144935" y="588667"/>
                  </a:lnTo>
                  <a:lnTo>
                    <a:pt x="3146848" y="587821"/>
                  </a:lnTo>
                  <a:lnTo>
                    <a:pt x="3148587" y="587051"/>
                  </a:lnTo>
                  <a:lnTo>
                    <a:pt x="3152760" y="585205"/>
                  </a:lnTo>
                  <a:lnTo>
                    <a:pt x="3155021" y="584204"/>
                  </a:lnTo>
                  <a:lnTo>
                    <a:pt x="3155543" y="583974"/>
                  </a:lnTo>
                  <a:lnTo>
                    <a:pt x="3156934" y="583358"/>
                  </a:lnTo>
                  <a:lnTo>
                    <a:pt x="3158325" y="582743"/>
                  </a:lnTo>
                  <a:lnTo>
                    <a:pt x="3162151" y="581050"/>
                  </a:lnTo>
                  <a:lnTo>
                    <a:pt x="3164411" y="580050"/>
                  </a:lnTo>
                  <a:lnTo>
                    <a:pt x="3175541" y="575126"/>
                  </a:lnTo>
                  <a:lnTo>
                    <a:pt x="3179367" y="573433"/>
                  </a:lnTo>
                  <a:lnTo>
                    <a:pt x="3183888" y="571432"/>
                  </a:lnTo>
                  <a:lnTo>
                    <a:pt x="3184410" y="571202"/>
                  </a:lnTo>
                  <a:lnTo>
                    <a:pt x="3187888" y="569663"/>
                  </a:lnTo>
                  <a:lnTo>
                    <a:pt x="3192409" y="567662"/>
                  </a:lnTo>
                  <a:lnTo>
                    <a:pt x="3193452" y="567201"/>
                  </a:lnTo>
                  <a:lnTo>
                    <a:pt x="3196235" y="565970"/>
                  </a:lnTo>
                  <a:lnTo>
                    <a:pt x="3199886" y="564354"/>
                  </a:lnTo>
                  <a:lnTo>
                    <a:pt x="3200756" y="563969"/>
                  </a:lnTo>
                  <a:lnTo>
                    <a:pt x="3202669" y="563123"/>
                  </a:lnTo>
                  <a:lnTo>
                    <a:pt x="3211190" y="559353"/>
                  </a:lnTo>
                  <a:lnTo>
                    <a:pt x="3217450" y="556583"/>
                  </a:lnTo>
                  <a:lnTo>
                    <a:pt x="3219537" y="555660"/>
                  </a:lnTo>
                  <a:lnTo>
                    <a:pt x="3219711" y="555583"/>
                  </a:lnTo>
                  <a:lnTo>
                    <a:pt x="3223015" y="554121"/>
                  </a:lnTo>
                  <a:lnTo>
                    <a:pt x="3226667" y="552505"/>
                  </a:lnTo>
                  <a:lnTo>
                    <a:pt x="3231188" y="550505"/>
                  </a:lnTo>
                  <a:lnTo>
                    <a:pt x="3234666" y="548966"/>
                  </a:lnTo>
                  <a:lnTo>
                    <a:pt x="3240578" y="546350"/>
                  </a:lnTo>
                  <a:lnTo>
                    <a:pt x="3242839" y="545350"/>
                  </a:lnTo>
                  <a:lnTo>
                    <a:pt x="3243535" y="545042"/>
                  </a:lnTo>
                  <a:lnTo>
                    <a:pt x="3247708" y="543195"/>
                  </a:lnTo>
                  <a:lnTo>
                    <a:pt x="3249273" y="542503"/>
                  </a:lnTo>
                  <a:lnTo>
                    <a:pt x="3252230" y="541195"/>
                  </a:lnTo>
                  <a:lnTo>
                    <a:pt x="3252577" y="541041"/>
                  </a:lnTo>
                  <a:lnTo>
                    <a:pt x="3252925" y="540887"/>
                  </a:lnTo>
                  <a:lnTo>
                    <a:pt x="3254142" y="540349"/>
                  </a:lnTo>
                  <a:lnTo>
                    <a:pt x="3258142" y="538579"/>
                  </a:lnTo>
                  <a:lnTo>
                    <a:pt x="3259533" y="537964"/>
                  </a:lnTo>
                  <a:lnTo>
                    <a:pt x="3260055" y="537733"/>
                  </a:lnTo>
                  <a:lnTo>
                    <a:pt x="3262142" y="536809"/>
                  </a:lnTo>
                  <a:lnTo>
                    <a:pt x="3263881" y="536040"/>
                  </a:lnTo>
                  <a:lnTo>
                    <a:pt x="3266837" y="534732"/>
                  </a:lnTo>
                  <a:lnTo>
                    <a:pt x="3267359" y="534501"/>
                  </a:lnTo>
                  <a:lnTo>
                    <a:pt x="3270837" y="532962"/>
                  </a:lnTo>
                  <a:lnTo>
                    <a:pt x="3271010" y="532886"/>
                  </a:lnTo>
                  <a:lnTo>
                    <a:pt x="3274488" y="531347"/>
                  </a:lnTo>
                  <a:lnTo>
                    <a:pt x="3276227" y="530577"/>
                  </a:lnTo>
                  <a:lnTo>
                    <a:pt x="3276575" y="530423"/>
                  </a:lnTo>
                  <a:lnTo>
                    <a:pt x="3278488" y="529577"/>
                  </a:lnTo>
                  <a:lnTo>
                    <a:pt x="3282140" y="527961"/>
                  </a:lnTo>
                  <a:lnTo>
                    <a:pt x="3284053" y="527115"/>
                  </a:lnTo>
                  <a:lnTo>
                    <a:pt x="3285966" y="526269"/>
                  </a:lnTo>
                  <a:lnTo>
                    <a:pt x="3286140" y="526192"/>
                  </a:lnTo>
                  <a:lnTo>
                    <a:pt x="3287705" y="525499"/>
                  </a:lnTo>
                  <a:lnTo>
                    <a:pt x="3287879" y="525422"/>
                  </a:lnTo>
                  <a:lnTo>
                    <a:pt x="3293269" y="523037"/>
                  </a:lnTo>
                  <a:lnTo>
                    <a:pt x="3296921" y="521421"/>
                  </a:lnTo>
                  <a:lnTo>
                    <a:pt x="3297095" y="521345"/>
                  </a:lnTo>
                  <a:lnTo>
                    <a:pt x="3297617" y="521114"/>
                  </a:lnTo>
                  <a:lnTo>
                    <a:pt x="3299704" y="520190"/>
                  </a:lnTo>
                  <a:lnTo>
                    <a:pt x="3300747" y="519729"/>
                  </a:lnTo>
                  <a:lnTo>
                    <a:pt x="3302312" y="519036"/>
                  </a:lnTo>
                  <a:lnTo>
                    <a:pt x="3304051" y="518267"/>
                  </a:lnTo>
                  <a:lnTo>
                    <a:pt x="3304399" y="518113"/>
                  </a:lnTo>
                  <a:lnTo>
                    <a:pt x="3304920" y="517882"/>
                  </a:lnTo>
                  <a:lnTo>
                    <a:pt x="3306312" y="517267"/>
                  </a:lnTo>
                  <a:lnTo>
                    <a:pt x="3306486" y="517190"/>
                  </a:lnTo>
                  <a:lnTo>
                    <a:pt x="3308051" y="516497"/>
                  </a:lnTo>
                  <a:lnTo>
                    <a:pt x="3308398" y="516343"/>
                  </a:lnTo>
                  <a:lnTo>
                    <a:pt x="3313615" y="514035"/>
                  </a:lnTo>
                  <a:lnTo>
                    <a:pt x="3315528" y="513189"/>
                  </a:lnTo>
                  <a:lnTo>
                    <a:pt x="3315876" y="513035"/>
                  </a:lnTo>
                  <a:lnTo>
                    <a:pt x="3316224" y="512881"/>
                  </a:lnTo>
                  <a:lnTo>
                    <a:pt x="3318832" y="511727"/>
                  </a:lnTo>
                  <a:lnTo>
                    <a:pt x="3320745" y="510881"/>
                  </a:lnTo>
                  <a:lnTo>
                    <a:pt x="3322484" y="510111"/>
                  </a:lnTo>
                  <a:lnTo>
                    <a:pt x="3326658" y="508265"/>
                  </a:lnTo>
                  <a:lnTo>
                    <a:pt x="3328918" y="507265"/>
                  </a:lnTo>
                  <a:lnTo>
                    <a:pt x="3329440" y="507034"/>
                  </a:lnTo>
                  <a:lnTo>
                    <a:pt x="3330831" y="506418"/>
                  </a:lnTo>
                  <a:lnTo>
                    <a:pt x="3332222" y="505803"/>
                  </a:lnTo>
                  <a:lnTo>
                    <a:pt x="3336048" y="504110"/>
                  </a:lnTo>
                  <a:lnTo>
                    <a:pt x="3338309" y="503110"/>
                  </a:lnTo>
                  <a:lnTo>
                    <a:pt x="3349438" y="498186"/>
                  </a:lnTo>
                  <a:lnTo>
                    <a:pt x="3353264" y="496493"/>
                  </a:lnTo>
                  <a:lnTo>
                    <a:pt x="3357785" y="494493"/>
                  </a:lnTo>
                  <a:lnTo>
                    <a:pt x="3358307" y="494262"/>
                  </a:lnTo>
                  <a:lnTo>
                    <a:pt x="3361785" y="492723"/>
                  </a:lnTo>
                  <a:lnTo>
                    <a:pt x="3366306" y="490722"/>
                  </a:lnTo>
                  <a:lnTo>
                    <a:pt x="3367350" y="490261"/>
                  </a:lnTo>
                  <a:lnTo>
                    <a:pt x="3370132" y="489030"/>
                  </a:lnTo>
                  <a:lnTo>
                    <a:pt x="3373784" y="487414"/>
                  </a:lnTo>
                  <a:lnTo>
                    <a:pt x="3376566" y="486183"/>
                  </a:lnTo>
                  <a:lnTo>
                    <a:pt x="3385087" y="482413"/>
                  </a:lnTo>
                  <a:lnTo>
                    <a:pt x="3391348" y="479643"/>
                  </a:lnTo>
                  <a:lnTo>
                    <a:pt x="3393434" y="478720"/>
                  </a:lnTo>
                  <a:lnTo>
                    <a:pt x="3393608" y="478643"/>
                  </a:lnTo>
                  <a:lnTo>
                    <a:pt x="3396912" y="477181"/>
                  </a:lnTo>
                  <a:lnTo>
                    <a:pt x="3400564" y="475565"/>
                  </a:lnTo>
                  <a:lnTo>
                    <a:pt x="3405085" y="473565"/>
                  </a:lnTo>
                  <a:lnTo>
                    <a:pt x="3408563" y="472026"/>
                  </a:lnTo>
                  <a:lnTo>
                    <a:pt x="3414476" y="469410"/>
                  </a:lnTo>
                  <a:lnTo>
                    <a:pt x="3416737" y="468410"/>
                  </a:lnTo>
                  <a:lnTo>
                    <a:pt x="3417432" y="468102"/>
                  </a:lnTo>
                  <a:lnTo>
                    <a:pt x="3421606" y="466256"/>
                  </a:lnTo>
                  <a:lnTo>
                    <a:pt x="3423171" y="465563"/>
                  </a:lnTo>
                  <a:lnTo>
                    <a:pt x="3426127" y="464255"/>
                  </a:lnTo>
                  <a:lnTo>
                    <a:pt x="3426475" y="464101"/>
                  </a:lnTo>
                  <a:lnTo>
                    <a:pt x="3426823" y="463947"/>
                  </a:lnTo>
                  <a:lnTo>
                    <a:pt x="3428040" y="463409"/>
                  </a:lnTo>
                  <a:lnTo>
                    <a:pt x="3432040" y="461639"/>
                  </a:lnTo>
                  <a:lnTo>
                    <a:pt x="3433431" y="461024"/>
                  </a:lnTo>
                  <a:lnTo>
                    <a:pt x="3433952" y="460793"/>
                  </a:lnTo>
                  <a:lnTo>
                    <a:pt x="3436039" y="459870"/>
                  </a:lnTo>
                  <a:lnTo>
                    <a:pt x="3437778" y="459100"/>
                  </a:lnTo>
                  <a:lnTo>
                    <a:pt x="3440734" y="457792"/>
                  </a:lnTo>
                  <a:lnTo>
                    <a:pt x="3441256" y="457561"/>
                  </a:lnTo>
                  <a:lnTo>
                    <a:pt x="3444734" y="456023"/>
                  </a:lnTo>
                  <a:lnTo>
                    <a:pt x="3444908" y="455946"/>
                  </a:lnTo>
                  <a:lnTo>
                    <a:pt x="3448386" y="454407"/>
                  </a:lnTo>
                  <a:lnTo>
                    <a:pt x="3450125" y="453637"/>
                  </a:lnTo>
                  <a:lnTo>
                    <a:pt x="3450473" y="453484"/>
                  </a:lnTo>
                  <a:lnTo>
                    <a:pt x="3452386" y="452637"/>
                  </a:lnTo>
                  <a:lnTo>
                    <a:pt x="3456037" y="451021"/>
                  </a:lnTo>
                  <a:lnTo>
                    <a:pt x="3457950" y="450175"/>
                  </a:lnTo>
                  <a:lnTo>
                    <a:pt x="3459863" y="449329"/>
                  </a:lnTo>
                  <a:lnTo>
                    <a:pt x="3460037" y="449252"/>
                  </a:lnTo>
                  <a:lnTo>
                    <a:pt x="3461602" y="448559"/>
                  </a:lnTo>
                  <a:lnTo>
                    <a:pt x="3461776" y="448482"/>
                  </a:lnTo>
                  <a:lnTo>
                    <a:pt x="3467167" y="446097"/>
                  </a:lnTo>
                  <a:lnTo>
                    <a:pt x="3470819" y="444482"/>
                  </a:lnTo>
                  <a:lnTo>
                    <a:pt x="3470993" y="444405"/>
                  </a:lnTo>
                  <a:lnTo>
                    <a:pt x="3471514" y="444174"/>
                  </a:lnTo>
                  <a:lnTo>
                    <a:pt x="3473601" y="443251"/>
                  </a:lnTo>
                  <a:lnTo>
                    <a:pt x="3474644" y="442789"/>
                  </a:lnTo>
                  <a:lnTo>
                    <a:pt x="3476209" y="442096"/>
                  </a:lnTo>
                  <a:lnTo>
                    <a:pt x="3477948" y="441327"/>
                  </a:lnTo>
                  <a:lnTo>
                    <a:pt x="3478296" y="441173"/>
                  </a:lnTo>
                  <a:lnTo>
                    <a:pt x="3478818" y="440942"/>
                  </a:lnTo>
                  <a:lnTo>
                    <a:pt x="3480209" y="440327"/>
                  </a:lnTo>
                  <a:lnTo>
                    <a:pt x="3480383" y="440250"/>
                  </a:lnTo>
                  <a:lnTo>
                    <a:pt x="3481948" y="439557"/>
                  </a:lnTo>
                  <a:lnTo>
                    <a:pt x="3482296" y="439404"/>
                  </a:lnTo>
                  <a:lnTo>
                    <a:pt x="3487513" y="437095"/>
                  </a:lnTo>
                  <a:lnTo>
                    <a:pt x="3489426" y="436249"/>
                  </a:lnTo>
                  <a:lnTo>
                    <a:pt x="3489773" y="436095"/>
                  </a:lnTo>
                  <a:lnTo>
                    <a:pt x="3490121" y="435941"/>
                  </a:lnTo>
                  <a:lnTo>
                    <a:pt x="3492730" y="434787"/>
                  </a:lnTo>
                  <a:lnTo>
                    <a:pt x="3494643" y="433941"/>
                  </a:lnTo>
                  <a:lnTo>
                    <a:pt x="3496382" y="433171"/>
                  </a:lnTo>
                  <a:lnTo>
                    <a:pt x="3500555" y="431325"/>
                  </a:lnTo>
                  <a:lnTo>
                    <a:pt x="3502816" y="430325"/>
                  </a:lnTo>
                  <a:lnTo>
                    <a:pt x="3503337" y="430094"/>
                  </a:lnTo>
                  <a:lnTo>
                    <a:pt x="3504729" y="429478"/>
                  </a:lnTo>
                  <a:lnTo>
                    <a:pt x="3506120" y="428863"/>
                  </a:lnTo>
                  <a:lnTo>
                    <a:pt x="3509946" y="427170"/>
                  </a:lnTo>
                  <a:lnTo>
                    <a:pt x="3512206" y="426170"/>
                  </a:lnTo>
                  <a:lnTo>
                    <a:pt x="3523336" y="421246"/>
                  </a:lnTo>
                  <a:lnTo>
                    <a:pt x="3527161" y="419553"/>
                  </a:lnTo>
                  <a:lnTo>
                    <a:pt x="3531683" y="417553"/>
                  </a:lnTo>
                  <a:lnTo>
                    <a:pt x="3532204" y="417322"/>
                  </a:lnTo>
                  <a:lnTo>
                    <a:pt x="3535682" y="415783"/>
                  </a:lnTo>
                  <a:lnTo>
                    <a:pt x="3540204" y="413783"/>
                  </a:lnTo>
                  <a:lnTo>
                    <a:pt x="3541247" y="413321"/>
                  </a:lnTo>
                  <a:lnTo>
                    <a:pt x="3544029" y="412090"/>
                  </a:lnTo>
                  <a:lnTo>
                    <a:pt x="3547681" y="410474"/>
                  </a:lnTo>
                  <a:lnTo>
                    <a:pt x="3548551" y="410089"/>
                  </a:lnTo>
                  <a:lnTo>
                    <a:pt x="3550464" y="409243"/>
                  </a:lnTo>
                  <a:lnTo>
                    <a:pt x="3558985" y="405473"/>
                  </a:lnTo>
                  <a:lnTo>
                    <a:pt x="3565245" y="402703"/>
                  </a:lnTo>
                  <a:lnTo>
                    <a:pt x="3567332" y="401780"/>
                  </a:lnTo>
                  <a:lnTo>
                    <a:pt x="3567506" y="401703"/>
                  </a:lnTo>
                  <a:lnTo>
                    <a:pt x="3570810" y="400241"/>
                  </a:lnTo>
                  <a:lnTo>
                    <a:pt x="3574462" y="398625"/>
                  </a:lnTo>
                  <a:lnTo>
                    <a:pt x="3578983" y="396625"/>
                  </a:lnTo>
                  <a:lnTo>
                    <a:pt x="3582461" y="395086"/>
                  </a:lnTo>
                  <a:lnTo>
                    <a:pt x="3588373" y="392470"/>
                  </a:lnTo>
                  <a:lnTo>
                    <a:pt x="3590634" y="391470"/>
                  </a:lnTo>
                  <a:lnTo>
                    <a:pt x="3591330" y="391162"/>
                  </a:lnTo>
                  <a:lnTo>
                    <a:pt x="3595503" y="389316"/>
                  </a:lnTo>
                  <a:lnTo>
                    <a:pt x="3597068" y="388623"/>
                  </a:lnTo>
                  <a:lnTo>
                    <a:pt x="3600024" y="387315"/>
                  </a:lnTo>
                  <a:lnTo>
                    <a:pt x="3600372" y="387161"/>
                  </a:lnTo>
                  <a:lnTo>
                    <a:pt x="3600720" y="387007"/>
                  </a:lnTo>
                  <a:lnTo>
                    <a:pt x="3601937" y="386469"/>
                  </a:lnTo>
                  <a:lnTo>
                    <a:pt x="3605937" y="384699"/>
                  </a:lnTo>
                  <a:lnTo>
                    <a:pt x="3607328" y="384084"/>
                  </a:lnTo>
                  <a:lnTo>
                    <a:pt x="3607850" y="383853"/>
                  </a:lnTo>
                  <a:lnTo>
                    <a:pt x="3609937" y="382930"/>
                  </a:lnTo>
                  <a:lnTo>
                    <a:pt x="3611676" y="382160"/>
                  </a:lnTo>
                  <a:lnTo>
                    <a:pt x="3614632" y="380852"/>
                  </a:lnTo>
                  <a:lnTo>
                    <a:pt x="3615154" y="380621"/>
                  </a:lnTo>
                  <a:lnTo>
                    <a:pt x="3618631" y="379083"/>
                  </a:lnTo>
                  <a:lnTo>
                    <a:pt x="3618805" y="379006"/>
                  </a:lnTo>
                  <a:lnTo>
                    <a:pt x="3622283" y="377467"/>
                  </a:lnTo>
                  <a:lnTo>
                    <a:pt x="3624022" y="376697"/>
                  </a:lnTo>
                  <a:lnTo>
                    <a:pt x="3624370" y="376544"/>
                  </a:lnTo>
                  <a:lnTo>
                    <a:pt x="3626283" y="375697"/>
                  </a:lnTo>
                  <a:lnTo>
                    <a:pt x="3629935" y="374081"/>
                  </a:lnTo>
                  <a:lnTo>
                    <a:pt x="3631848" y="373235"/>
                  </a:lnTo>
                  <a:lnTo>
                    <a:pt x="3633761" y="372389"/>
                  </a:lnTo>
                  <a:lnTo>
                    <a:pt x="3633934" y="372312"/>
                  </a:lnTo>
                  <a:lnTo>
                    <a:pt x="3635500" y="371619"/>
                  </a:lnTo>
                  <a:lnTo>
                    <a:pt x="3635673" y="371542"/>
                  </a:lnTo>
                  <a:lnTo>
                    <a:pt x="3641064" y="369157"/>
                  </a:lnTo>
                  <a:lnTo>
                    <a:pt x="3644716" y="367542"/>
                  </a:lnTo>
                  <a:lnTo>
                    <a:pt x="3644890" y="367465"/>
                  </a:lnTo>
                  <a:lnTo>
                    <a:pt x="3645412" y="367234"/>
                  </a:lnTo>
                  <a:lnTo>
                    <a:pt x="3647498" y="366311"/>
                  </a:lnTo>
                  <a:lnTo>
                    <a:pt x="3648542" y="365849"/>
                  </a:lnTo>
                  <a:lnTo>
                    <a:pt x="3650107" y="365156"/>
                  </a:lnTo>
                  <a:lnTo>
                    <a:pt x="3651846" y="364387"/>
                  </a:lnTo>
                  <a:lnTo>
                    <a:pt x="3652194" y="364233"/>
                  </a:lnTo>
                  <a:lnTo>
                    <a:pt x="3652715" y="364002"/>
                  </a:lnTo>
                  <a:lnTo>
                    <a:pt x="3654107" y="363387"/>
                  </a:lnTo>
                  <a:lnTo>
                    <a:pt x="3654280" y="363310"/>
                  </a:lnTo>
                  <a:lnTo>
                    <a:pt x="3655846" y="362617"/>
                  </a:lnTo>
                  <a:lnTo>
                    <a:pt x="3656193" y="362464"/>
                  </a:lnTo>
                  <a:lnTo>
                    <a:pt x="3661410" y="360155"/>
                  </a:lnTo>
                  <a:lnTo>
                    <a:pt x="3663323" y="359309"/>
                  </a:lnTo>
                  <a:lnTo>
                    <a:pt x="3663671" y="359155"/>
                  </a:lnTo>
                  <a:lnTo>
                    <a:pt x="3664019" y="359001"/>
                  </a:lnTo>
                  <a:lnTo>
                    <a:pt x="3666627" y="357847"/>
                  </a:lnTo>
                  <a:lnTo>
                    <a:pt x="3668540" y="357001"/>
                  </a:lnTo>
                  <a:lnTo>
                    <a:pt x="3670279" y="356231"/>
                  </a:lnTo>
                  <a:lnTo>
                    <a:pt x="3674453" y="354385"/>
                  </a:lnTo>
                  <a:lnTo>
                    <a:pt x="3676713" y="353385"/>
                  </a:lnTo>
                  <a:lnTo>
                    <a:pt x="3677235" y="353154"/>
                  </a:lnTo>
                  <a:lnTo>
                    <a:pt x="3678626" y="352538"/>
                  </a:lnTo>
                  <a:lnTo>
                    <a:pt x="3680017" y="351923"/>
                  </a:lnTo>
                  <a:lnTo>
                    <a:pt x="3683843" y="350230"/>
                  </a:lnTo>
                  <a:lnTo>
                    <a:pt x="3686104" y="349230"/>
                  </a:lnTo>
                  <a:lnTo>
                    <a:pt x="3697233" y="344306"/>
                  </a:lnTo>
                  <a:lnTo>
                    <a:pt x="3701059" y="342613"/>
                  </a:lnTo>
                  <a:lnTo>
                    <a:pt x="3705580" y="340613"/>
                  </a:lnTo>
                  <a:lnTo>
                    <a:pt x="3706102" y="340382"/>
                  </a:lnTo>
                  <a:lnTo>
                    <a:pt x="3709580" y="338843"/>
                  </a:lnTo>
                  <a:lnTo>
                    <a:pt x="3714101" y="336843"/>
                  </a:lnTo>
                  <a:lnTo>
                    <a:pt x="3715145" y="336381"/>
                  </a:lnTo>
                  <a:lnTo>
                    <a:pt x="3717927" y="335150"/>
                  </a:lnTo>
                  <a:lnTo>
                    <a:pt x="3721579" y="333534"/>
                  </a:lnTo>
                  <a:lnTo>
                    <a:pt x="3722448" y="333149"/>
                  </a:lnTo>
                  <a:lnTo>
                    <a:pt x="3724361" y="332303"/>
                  </a:lnTo>
                  <a:lnTo>
                    <a:pt x="3732882" y="328533"/>
                  </a:lnTo>
                  <a:lnTo>
                    <a:pt x="3739142" y="325763"/>
                  </a:lnTo>
                  <a:lnTo>
                    <a:pt x="3741403" y="324763"/>
                  </a:lnTo>
                  <a:lnTo>
                    <a:pt x="3744707" y="323301"/>
                  </a:lnTo>
                  <a:lnTo>
                    <a:pt x="3748359" y="321685"/>
                  </a:lnTo>
                  <a:lnTo>
                    <a:pt x="3752880" y="319685"/>
                  </a:lnTo>
                  <a:lnTo>
                    <a:pt x="3756358" y="318146"/>
                  </a:lnTo>
                  <a:lnTo>
                    <a:pt x="3762271" y="315530"/>
                  </a:lnTo>
                  <a:lnTo>
                    <a:pt x="3764531" y="314530"/>
                  </a:lnTo>
                  <a:lnTo>
                    <a:pt x="3765227" y="314222"/>
                  </a:lnTo>
                  <a:lnTo>
                    <a:pt x="3769401" y="312376"/>
                  </a:lnTo>
                  <a:lnTo>
                    <a:pt x="3770966" y="311683"/>
                  </a:lnTo>
                  <a:lnTo>
                    <a:pt x="3773922" y="310375"/>
                  </a:lnTo>
                  <a:lnTo>
                    <a:pt x="3774270" y="310221"/>
                  </a:lnTo>
                  <a:lnTo>
                    <a:pt x="3774617" y="310067"/>
                  </a:lnTo>
                  <a:lnTo>
                    <a:pt x="3775835" y="309529"/>
                  </a:lnTo>
                  <a:lnTo>
                    <a:pt x="3779834" y="307759"/>
                  </a:lnTo>
                  <a:lnTo>
                    <a:pt x="3781226" y="307144"/>
                  </a:lnTo>
                  <a:lnTo>
                    <a:pt x="3781747" y="306913"/>
                  </a:lnTo>
                  <a:lnTo>
                    <a:pt x="3783834" y="305990"/>
                  </a:lnTo>
                  <a:lnTo>
                    <a:pt x="3785573" y="305220"/>
                  </a:lnTo>
                  <a:lnTo>
                    <a:pt x="3788529" y="303912"/>
                  </a:lnTo>
                  <a:lnTo>
                    <a:pt x="3789051" y="303681"/>
                  </a:lnTo>
                  <a:lnTo>
                    <a:pt x="3792529" y="302143"/>
                  </a:lnTo>
                  <a:lnTo>
                    <a:pt x="3792703" y="302066"/>
                  </a:lnTo>
                  <a:lnTo>
                    <a:pt x="3796181" y="300527"/>
                  </a:lnTo>
                  <a:lnTo>
                    <a:pt x="3797920" y="299758"/>
                  </a:lnTo>
                  <a:lnTo>
                    <a:pt x="3798268" y="299604"/>
                  </a:lnTo>
                  <a:lnTo>
                    <a:pt x="3800180" y="298757"/>
                  </a:lnTo>
                  <a:lnTo>
                    <a:pt x="3803832" y="297142"/>
                  </a:lnTo>
                  <a:lnTo>
                    <a:pt x="3805745" y="296295"/>
                  </a:lnTo>
                  <a:lnTo>
                    <a:pt x="3807658" y="295449"/>
                  </a:lnTo>
                  <a:lnTo>
                    <a:pt x="3807832" y="295372"/>
                  </a:lnTo>
                  <a:lnTo>
                    <a:pt x="3809397" y="294679"/>
                  </a:lnTo>
                  <a:lnTo>
                    <a:pt x="3809571" y="294603"/>
                  </a:lnTo>
                  <a:lnTo>
                    <a:pt x="3814962" y="292217"/>
                  </a:lnTo>
                  <a:lnTo>
                    <a:pt x="3818614" y="290602"/>
                  </a:lnTo>
                  <a:lnTo>
                    <a:pt x="3818787" y="290525"/>
                  </a:lnTo>
                  <a:lnTo>
                    <a:pt x="3819309" y="290294"/>
                  </a:lnTo>
                  <a:lnTo>
                    <a:pt x="3821396" y="289371"/>
                  </a:lnTo>
                  <a:lnTo>
                    <a:pt x="3822439" y="288909"/>
                  </a:lnTo>
                  <a:lnTo>
                    <a:pt x="3824004" y="288217"/>
                  </a:lnTo>
                  <a:lnTo>
                    <a:pt x="3825743" y="287447"/>
                  </a:lnTo>
                  <a:lnTo>
                    <a:pt x="3826091" y="287293"/>
                  </a:lnTo>
                  <a:lnTo>
                    <a:pt x="3826613" y="287062"/>
                  </a:lnTo>
                  <a:lnTo>
                    <a:pt x="3828004" y="286447"/>
                  </a:lnTo>
                  <a:lnTo>
                    <a:pt x="3828178" y="286370"/>
                  </a:lnTo>
                  <a:lnTo>
                    <a:pt x="3829743" y="285678"/>
                  </a:lnTo>
                  <a:lnTo>
                    <a:pt x="3830091" y="285524"/>
                  </a:lnTo>
                  <a:lnTo>
                    <a:pt x="3835308" y="283215"/>
                  </a:lnTo>
                  <a:lnTo>
                    <a:pt x="3837221" y="282369"/>
                  </a:lnTo>
                  <a:lnTo>
                    <a:pt x="3837568" y="282215"/>
                  </a:lnTo>
                  <a:lnTo>
                    <a:pt x="3837916" y="282061"/>
                  </a:lnTo>
                  <a:lnTo>
                    <a:pt x="3840525" y="280907"/>
                  </a:lnTo>
                  <a:lnTo>
                    <a:pt x="3842437" y="280061"/>
                  </a:lnTo>
                  <a:lnTo>
                    <a:pt x="3844176" y="279291"/>
                  </a:lnTo>
                  <a:lnTo>
                    <a:pt x="3848350" y="277445"/>
                  </a:lnTo>
                  <a:lnTo>
                    <a:pt x="3850611" y="276445"/>
                  </a:lnTo>
                  <a:lnTo>
                    <a:pt x="3851132" y="276214"/>
                  </a:lnTo>
                  <a:lnTo>
                    <a:pt x="3852524" y="275598"/>
                  </a:lnTo>
                  <a:lnTo>
                    <a:pt x="3853915" y="274983"/>
                  </a:lnTo>
                  <a:lnTo>
                    <a:pt x="3857740" y="273290"/>
                  </a:lnTo>
                  <a:lnTo>
                    <a:pt x="3860001" y="272290"/>
                  </a:lnTo>
                  <a:lnTo>
                    <a:pt x="3871131" y="267366"/>
                  </a:lnTo>
                  <a:lnTo>
                    <a:pt x="3874956" y="265673"/>
                  </a:lnTo>
                  <a:lnTo>
                    <a:pt x="3879478" y="263673"/>
                  </a:lnTo>
                  <a:lnTo>
                    <a:pt x="3879999" y="263442"/>
                  </a:lnTo>
                  <a:lnTo>
                    <a:pt x="3883477" y="261903"/>
                  </a:lnTo>
                  <a:lnTo>
                    <a:pt x="3887999" y="259903"/>
                  </a:lnTo>
                  <a:lnTo>
                    <a:pt x="3889042" y="259441"/>
                  </a:lnTo>
                  <a:lnTo>
                    <a:pt x="3891824" y="258210"/>
                  </a:lnTo>
                  <a:lnTo>
                    <a:pt x="3895476" y="256594"/>
                  </a:lnTo>
                  <a:lnTo>
                    <a:pt x="3896346" y="256210"/>
                  </a:lnTo>
                  <a:lnTo>
                    <a:pt x="3898259" y="255363"/>
                  </a:lnTo>
                  <a:lnTo>
                    <a:pt x="3913040" y="248823"/>
                  </a:lnTo>
                  <a:lnTo>
                    <a:pt x="3915127" y="247900"/>
                  </a:lnTo>
                  <a:lnTo>
                    <a:pt x="3915301" y="247823"/>
                  </a:lnTo>
                  <a:lnTo>
                    <a:pt x="3918605" y="246361"/>
                  </a:lnTo>
                  <a:lnTo>
                    <a:pt x="3922256" y="244745"/>
                  </a:lnTo>
                  <a:lnTo>
                    <a:pt x="3926778" y="242745"/>
                  </a:lnTo>
                  <a:lnTo>
                    <a:pt x="3930256" y="241206"/>
                  </a:lnTo>
                  <a:lnTo>
                    <a:pt x="3936168" y="238590"/>
                  </a:lnTo>
                  <a:lnTo>
                    <a:pt x="3938429" y="237590"/>
                  </a:lnTo>
                  <a:lnTo>
                    <a:pt x="3939124" y="237282"/>
                  </a:lnTo>
                  <a:lnTo>
                    <a:pt x="3943298" y="235436"/>
                  </a:lnTo>
                  <a:lnTo>
                    <a:pt x="3944863" y="234743"/>
                  </a:lnTo>
                  <a:lnTo>
                    <a:pt x="3947819" y="233435"/>
                  </a:lnTo>
                  <a:lnTo>
                    <a:pt x="3948167" y="233281"/>
                  </a:lnTo>
                  <a:lnTo>
                    <a:pt x="3948515" y="233128"/>
                  </a:lnTo>
                  <a:lnTo>
                    <a:pt x="3949732" y="232589"/>
                  </a:lnTo>
                  <a:lnTo>
                    <a:pt x="3953732" y="230819"/>
                  </a:lnTo>
                  <a:lnTo>
                    <a:pt x="3955123" y="230204"/>
                  </a:lnTo>
                  <a:lnTo>
                    <a:pt x="3955645" y="229973"/>
                  </a:lnTo>
                  <a:lnTo>
                    <a:pt x="3957731" y="229050"/>
                  </a:lnTo>
                  <a:lnTo>
                    <a:pt x="3959470" y="228280"/>
                  </a:lnTo>
                  <a:lnTo>
                    <a:pt x="3962427" y="226972"/>
                  </a:lnTo>
                  <a:lnTo>
                    <a:pt x="3962948" y="226742"/>
                  </a:lnTo>
                  <a:lnTo>
                    <a:pt x="3966426" y="225203"/>
                  </a:lnTo>
                  <a:lnTo>
                    <a:pt x="3966600" y="225126"/>
                  </a:lnTo>
                  <a:lnTo>
                    <a:pt x="3970078" y="223587"/>
                  </a:lnTo>
                  <a:lnTo>
                    <a:pt x="3971817" y="222818"/>
                  </a:lnTo>
                  <a:lnTo>
                    <a:pt x="3972165" y="222664"/>
                  </a:lnTo>
                  <a:lnTo>
                    <a:pt x="3974078" y="221817"/>
                  </a:lnTo>
                  <a:lnTo>
                    <a:pt x="3977730" y="220202"/>
                  </a:lnTo>
                  <a:lnTo>
                    <a:pt x="3979643" y="219355"/>
                  </a:lnTo>
                  <a:lnTo>
                    <a:pt x="3981555" y="218509"/>
                  </a:lnTo>
                  <a:lnTo>
                    <a:pt x="3981729" y="218432"/>
                  </a:lnTo>
                  <a:lnTo>
                    <a:pt x="3983294" y="217740"/>
                  </a:lnTo>
                  <a:lnTo>
                    <a:pt x="3983468" y="217663"/>
                  </a:lnTo>
                  <a:lnTo>
                    <a:pt x="3988859" y="215277"/>
                  </a:lnTo>
                  <a:lnTo>
                    <a:pt x="3992511" y="213662"/>
                  </a:lnTo>
                  <a:lnTo>
                    <a:pt x="3992685" y="213585"/>
                  </a:lnTo>
                  <a:lnTo>
                    <a:pt x="3993207" y="213354"/>
                  </a:lnTo>
                  <a:lnTo>
                    <a:pt x="3995293" y="212431"/>
                  </a:lnTo>
                  <a:lnTo>
                    <a:pt x="3996337" y="211969"/>
                  </a:lnTo>
                  <a:lnTo>
                    <a:pt x="3997902" y="211277"/>
                  </a:lnTo>
                  <a:lnTo>
                    <a:pt x="3999989" y="210353"/>
                  </a:lnTo>
                  <a:lnTo>
                    <a:pt x="4000510" y="210122"/>
                  </a:lnTo>
                  <a:lnTo>
                    <a:pt x="4001901" y="209507"/>
                  </a:lnTo>
                  <a:lnTo>
                    <a:pt x="4003640" y="208738"/>
                  </a:lnTo>
                  <a:lnTo>
                    <a:pt x="4003988" y="208584"/>
                  </a:lnTo>
                  <a:lnTo>
                    <a:pt x="4009205" y="206275"/>
                  </a:lnTo>
                  <a:lnTo>
                    <a:pt x="4011118" y="205429"/>
                  </a:lnTo>
                  <a:lnTo>
                    <a:pt x="4011466" y="205275"/>
                  </a:lnTo>
                  <a:lnTo>
                    <a:pt x="4011814" y="205121"/>
                  </a:lnTo>
                  <a:lnTo>
                    <a:pt x="4014422" y="203967"/>
                  </a:lnTo>
                  <a:lnTo>
                    <a:pt x="4016335" y="203121"/>
                  </a:lnTo>
                  <a:lnTo>
                    <a:pt x="4018074" y="202352"/>
                  </a:lnTo>
                  <a:lnTo>
                    <a:pt x="4022247" y="200505"/>
                  </a:lnTo>
                  <a:lnTo>
                    <a:pt x="4024508" y="199505"/>
                  </a:lnTo>
                  <a:lnTo>
                    <a:pt x="4025030" y="199274"/>
                  </a:lnTo>
                  <a:lnTo>
                    <a:pt x="4026421" y="198658"/>
                  </a:lnTo>
                  <a:lnTo>
                    <a:pt x="4027812" y="198043"/>
                  </a:lnTo>
                  <a:lnTo>
                    <a:pt x="4031638" y="196350"/>
                  </a:lnTo>
                  <a:lnTo>
                    <a:pt x="4033899" y="195350"/>
                  </a:lnTo>
                  <a:lnTo>
                    <a:pt x="4045028" y="190426"/>
                  </a:lnTo>
                  <a:lnTo>
                    <a:pt x="4048854" y="188733"/>
                  </a:lnTo>
                  <a:lnTo>
                    <a:pt x="4053375" y="186733"/>
                  </a:lnTo>
                  <a:lnTo>
                    <a:pt x="4053897" y="186502"/>
                  </a:lnTo>
                  <a:lnTo>
                    <a:pt x="4057375" y="184963"/>
                  </a:lnTo>
                  <a:lnTo>
                    <a:pt x="4061896" y="182963"/>
                  </a:lnTo>
                  <a:lnTo>
                    <a:pt x="4062939" y="182501"/>
                  </a:lnTo>
                  <a:lnTo>
                    <a:pt x="4065722" y="181270"/>
                  </a:lnTo>
                  <a:lnTo>
                    <a:pt x="4069374" y="179654"/>
                  </a:lnTo>
                  <a:lnTo>
                    <a:pt x="4070243" y="179270"/>
                  </a:lnTo>
                  <a:lnTo>
                    <a:pt x="4072156" y="178423"/>
                  </a:lnTo>
                  <a:lnTo>
                    <a:pt x="4080677" y="174653"/>
                  </a:lnTo>
                  <a:lnTo>
                    <a:pt x="4089024" y="170960"/>
                  </a:lnTo>
                  <a:lnTo>
                    <a:pt x="4089198" y="170883"/>
                  </a:lnTo>
                  <a:lnTo>
                    <a:pt x="4092502" y="169421"/>
                  </a:lnTo>
                  <a:lnTo>
                    <a:pt x="4096154" y="167806"/>
                  </a:lnTo>
                  <a:lnTo>
                    <a:pt x="4104153" y="164266"/>
                  </a:lnTo>
                  <a:lnTo>
                    <a:pt x="4110066" y="161650"/>
                  </a:lnTo>
                  <a:lnTo>
                    <a:pt x="4113022" y="160342"/>
                  </a:lnTo>
                  <a:lnTo>
                    <a:pt x="4117195" y="158496"/>
                  </a:lnTo>
                  <a:lnTo>
                    <a:pt x="4118761" y="157803"/>
                  </a:lnTo>
                  <a:lnTo>
                    <a:pt x="4121717" y="156495"/>
                  </a:lnTo>
                  <a:lnTo>
                    <a:pt x="4122065" y="156341"/>
                  </a:lnTo>
                  <a:lnTo>
                    <a:pt x="4122412" y="156188"/>
                  </a:lnTo>
                  <a:lnTo>
                    <a:pt x="4123630" y="155649"/>
                  </a:lnTo>
                  <a:lnTo>
                    <a:pt x="4127629" y="153879"/>
                  </a:lnTo>
                  <a:lnTo>
                    <a:pt x="4129020" y="153264"/>
                  </a:lnTo>
                  <a:lnTo>
                    <a:pt x="4131629" y="152110"/>
                  </a:lnTo>
                  <a:lnTo>
                    <a:pt x="4133368" y="151340"/>
                  </a:lnTo>
                  <a:lnTo>
                    <a:pt x="4136324" y="150032"/>
                  </a:lnTo>
                  <a:lnTo>
                    <a:pt x="4136846" y="149802"/>
                  </a:lnTo>
                  <a:lnTo>
                    <a:pt x="4140324" y="148263"/>
                  </a:lnTo>
                  <a:lnTo>
                    <a:pt x="4140498" y="148186"/>
                  </a:lnTo>
                  <a:lnTo>
                    <a:pt x="4143976" y="146647"/>
                  </a:lnTo>
                  <a:lnTo>
                    <a:pt x="4146062" y="145724"/>
                  </a:lnTo>
                  <a:lnTo>
                    <a:pt x="4147975" y="144877"/>
                  </a:lnTo>
                  <a:lnTo>
                    <a:pt x="4153540" y="142415"/>
                  </a:lnTo>
                  <a:lnTo>
                    <a:pt x="4155627" y="141492"/>
                  </a:lnTo>
                  <a:lnTo>
                    <a:pt x="4157192" y="140800"/>
                  </a:lnTo>
                  <a:lnTo>
                    <a:pt x="4157366" y="140723"/>
                  </a:lnTo>
                  <a:lnTo>
                    <a:pt x="4162757" y="138338"/>
                  </a:lnTo>
                  <a:lnTo>
                    <a:pt x="4166408" y="136722"/>
                  </a:lnTo>
                  <a:lnTo>
                    <a:pt x="4166582" y="136645"/>
                  </a:lnTo>
                  <a:lnTo>
                    <a:pt x="4167104" y="136414"/>
                  </a:lnTo>
                  <a:lnTo>
                    <a:pt x="4170234" y="135029"/>
                  </a:lnTo>
                  <a:lnTo>
                    <a:pt x="4173886" y="133413"/>
                  </a:lnTo>
                  <a:lnTo>
                    <a:pt x="4174408" y="133183"/>
                  </a:lnTo>
                  <a:lnTo>
                    <a:pt x="4175799" y="132567"/>
                  </a:lnTo>
                  <a:lnTo>
                    <a:pt x="4175973" y="132490"/>
                  </a:lnTo>
                  <a:lnTo>
                    <a:pt x="4183103" y="129336"/>
                  </a:lnTo>
                  <a:lnTo>
                    <a:pt x="4185015" y="128489"/>
                  </a:lnTo>
                  <a:lnTo>
                    <a:pt x="4185363" y="128335"/>
                  </a:lnTo>
                  <a:lnTo>
                    <a:pt x="4185711" y="128181"/>
                  </a:lnTo>
                  <a:lnTo>
                    <a:pt x="4188320" y="127027"/>
                  </a:lnTo>
                  <a:lnTo>
                    <a:pt x="4190232" y="126181"/>
                  </a:lnTo>
                  <a:lnTo>
                    <a:pt x="4191971" y="125412"/>
                  </a:lnTo>
                  <a:lnTo>
                    <a:pt x="4198406" y="122565"/>
                  </a:lnTo>
                  <a:lnTo>
                    <a:pt x="4201710" y="121103"/>
                  </a:lnTo>
                  <a:lnTo>
                    <a:pt x="4205535" y="119410"/>
                  </a:lnTo>
                  <a:lnTo>
                    <a:pt x="4207796" y="118410"/>
                  </a:lnTo>
                  <a:lnTo>
                    <a:pt x="4218925" y="113486"/>
                  </a:lnTo>
                  <a:lnTo>
                    <a:pt x="4222751" y="111793"/>
                  </a:lnTo>
                  <a:lnTo>
                    <a:pt x="4227273" y="109793"/>
                  </a:lnTo>
                  <a:lnTo>
                    <a:pt x="4244141" y="102330"/>
                  </a:lnTo>
                  <a:lnTo>
                    <a:pt x="4246053" y="101483"/>
                  </a:lnTo>
                  <a:lnTo>
                    <a:pt x="4254574" y="97713"/>
                  </a:lnTo>
                  <a:lnTo>
                    <a:pt x="4283963" y="84710"/>
                  </a:lnTo>
                  <a:lnTo>
                    <a:pt x="4297527" y="78709"/>
                  </a:lnTo>
                  <a:lnTo>
                    <a:pt x="4301527" y="76939"/>
                  </a:lnTo>
                  <a:lnTo>
                    <a:pt x="4302918" y="76324"/>
                  </a:lnTo>
                  <a:lnTo>
                    <a:pt x="4307265" y="74400"/>
                  </a:lnTo>
                  <a:lnTo>
                    <a:pt x="4314221" y="71323"/>
                  </a:lnTo>
                  <a:lnTo>
                    <a:pt x="4319612" y="68938"/>
                  </a:lnTo>
                  <a:lnTo>
                    <a:pt x="4321873" y="67937"/>
                  </a:lnTo>
                  <a:lnTo>
                    <a:pt x="4327437" y="65475"/>
                  </a:lnTo>
                  <a:lnTo>
                    <a:pt x="4329524" y="64552"/>
                  </a:lnTo>
                  <a:lnTo>
                    <a:pt x="4357000" y="52396"/>
                  </a:lnTo>
                  <a:lnTo>
                    <a:pt x="4358913" y="51549"/>
                  </a:lnTo>
                  <a:lnTo>
                    <a:pt x="4359608" y="51242"/>
                  </a:lnTo>
                  <a:lnTo>
                    <a:pt x="4375607" y="44163"/>
                  </a:lnTo>
                  <a:lnTo>
                    <a:pt x="4475424" y="0"/>
                  </a:lnTo>
                </a:path>
              </a:pathLst>
            </a:custGeom>
            <a:ln w="32521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6"/>
            <p:cNvSpPr/>
            <p:nvPr/>
          </p:nvSpPr>
          <p:spPr>
            <a:xfrm>
              <a:off x="3317373" y="2840025"/>
              <a:ext cx="4475424" cy="1781924"/>
            </a:xfrm>
            <a:custGeom>
              <a:avLst/>
              <a:pathLst>
                <a:path w="4475424" h="1781924">
                  <a:moveTo>
                    <a:pt x="0" y="1781924"/>
                  </a:moveTo>
                  <a:lnTo>
                    <a:pt x="87296" y="1747167"/>
                  </a:lnTo>
                  <a:lnTo>
                    <a:pt x="101034" y="1741697"/>
                  </a:lnTo>
                  <a:lnTo>
                    <a:pt x="112685" y="1737058"/>
                  </a:lnTo>
                  <a:lnTo>
                    <a:pt x="129901" y="1730203"/>
                  </a:lnTo>
                  <a:lnTo>
                    <a:pt x="151986" y="1721410"/>
                  </a:lnTo>
                  <a:lnTo>
                    <a:pt x="155812" y="1719887"/>
                  </a:lnTo>
                  <a:lnTo>
                    <a:pt x="169550" y="1714417"/>
                  </a:lnTo>
                  <a:lnTo>
                    <a:pt x="172158" y="1713378"/>
                  </a:lnTo>
                  <a:lnTo>
                    <a:pt x="173897" y="1712686"/>
                  </a:lnTo>
                  <a:lnTo>
                    <a:pt x="177897" y="1711093"/>
                  </a:lnTo>
                  <a:lnTo>
                    <a:pt x="178244" y="1710955"/>
                  </a:lnTo>
                  <a:lnTo>
                    <a:pt x="196504" y="1703685"/>
                  </a:lnTo>
                  <a:lnTo>
                    <a:pt x="199286" y="1702577"/>
                  </a:lnTo>
                  <a:lnTo>
                    <a:pt x="200677" y="1702023"/>
                  </a:lnTo>
                  <a:lnTo>
                    <a:pt x="223110" y="1693091"/>
                  </a:lnTo>
                  <a:lnTo>
                    <a:pt x="228153" y="1691083"/>
                  </a:lnTo>
                  <a:lnTo>
                    <a:pt x="231631" y="1689699"/>
                  </a:lnTo>
                  <a:lnTo>
                    <a:pt x="236152" y="1687898"/>
                  </a:lnTo>
                  <a:lnTo>
                    <a:pt x="237196" y="1687483"/>
                  </a:lnTo>
                  <a:lnTo>
                    <a:pt x="239978" y="1686375"/>
                  </a:lnTo>
                  <a:lnTo>
                    <a:pt x="243630" y="1684921"/>
                  </a:lnTo>
                  <a:lnTo>
                    <a:pt x="263280" y="1677097"/>
                  </a:lnTo>
                  <a:lnTo>
                    <a:pt x="263454" y="1677028"/>
                  </a:lnTo>
                  <a:lnTo>
                    <a:pt x="266758" y="1675712"/>
                  </a:lnTo>
                  <a:lnTo>
                    <a:pt x="270410" y="1674258"/>
                  </a:lnTo>
                  <a:lnTo>
                    <a:pt x="274931" y="1672458"/>
                  </a:lnTo>
                  <a:lnTo>
                    <a:pt x="278409" y="1671073"/>
                  </a:lnTo>
                  <a:lnTo>
                    <a:pt x="286582" y="1667819"/>
                  </a:lnTo>
                  <a:lnTo>
                    <a:pt x="287278" y="1667542"/>
                  </a:lnTo>
                  <a:lnTo>
                    <a:pt x="291452" y="1665881"/>
                  </a:lnTo>
                  <a:lnTo>
                    <a:pt x="293017" y="1665257"/>
                  </a:lnTo>
                  <a:lnTo>
                    <a:pt x="295973" y="1664080"/>
                  </a:lnTo>
                  <a:lnTo>
                    <a:pt x="296321" y="1663942"/>
                  </a:lnTo>
                  <a:lnTo>
                    <a:pt x="296669" y="1663803"/>
                  </a:lnTo>
                  <a:lnTo>
                    <a:pt x="303798" y="1660965"/>
                  </a:lnTo>
                  <a:lnTo>
                    <a:pt x="305885" y="1660134"/>
                  </a:lnTo>
                  <a:lnTo>
                    <a:pt x="310580" y="1658264"/>
                  </a:lnTo>
                  <a:lnTo>
                    <a:pt x="311102" y="1658057"/>
                  </a:lnTo>
                  <a:lnTo>
                    <a:pt x="314754" y="1656603"/>
                  </a:lnTo>
                  <a:lnTo>
                    <a:pt x="318232" y="1655218"/>
                  </a:lnTo>
                  <a:lnTo>
                    <a:pt x="320319" y="1654387"/>
                  </a:lnTo>
                  <a:lnTo>
                    <a:pt x="322231" y="1653625"/>
                  </a:lnTo>
                  <a:lnTo>
                    <a:pt x="325883" y="1652171"/>
                  </a:lnTo>
                  <a:lnTo>
                    <a:pt x="329709" y="1650648"/>
                  </a:lnTo>
                  <a:lnTo>
                    <a:pt x="331448" y="1649956"/>
                  </a:lnTo>
                  <a:lnTo>
                    <a:pt x="331622" y="1649886"/>
                  </a:lnTo>
                  <a:lnTo>
                    <a:pt x="337013" y="1647740"/>
                  </a:lnTo>
                  <a:lnTo>
                    <a:pt x="340665" y="1646286"/>
                  </a:lnTo>
                  <a:lnTo>
                    <a:pt x="340838" y="1646217"/>
                  </a:lnTo>
                  <a:lnTo>
                    <a:pt x="341360" y="1646009"/>
                  </a:lnTo>
                  <a:lnTo>
                    <a:pt x="344490" y="1644763"/>
                  </a:lnTo>
                  <a:lnTo>
                    <a:pt x="346055" y="1644140"/>
                  </a:lnTo>
                  <a:lnTo>
                    <a:pt x="347794" y="1643447"/>
                  </a:lnTo>
                  <a:lnTo>
                    <a:pt x="348142" y="1643309"/>
                  </a:lnTo>
                  <a:lnTo>
                    <a:pt x="348664" y="1643101"/>
                  </a:lnTo>
                  <a:lnTo>
                    <a:pt x="350055" y="1642547"/>
                  </a:lnTo>
                  <a:lnTo>
                    <a:pt x="350229" y="1642478"/>
                  </a:lnTo>
                  <a:lnTo>
                    <a:pt x="351794" y="1641855"/>
                  </a:lnTo>
                  <a:lnTo>
                    <a:pt x="352142" y="1641716"/>
                  </a:lnTo>
                  <a:lnTo>
                    <a:pt x="359619" y="1638739"/>
                  </a:lnTo>
                  <a:lnTo>
                    <a:pt x="362576" y="1637562"/>
                  </a:lnTo>
                  <a:lnTo>
                    <a:pt x="364489" y="1636800"/>
                  </a:lnTo>
                  <a:lnTo>
                    <a:pt x="366228" y="1636108"/>
                  </a:lnTo>
                  <a:lnTo>
                    <a:pt x="370401" y="1634446"/>
                  </a:lnTo>
                  <a:lnTo>
                    <a:pt x="372662" y="1633546"/>
                  </a:lnTo>
                  <a:lnTo>
                    <a:pt x="373183" y="1633338"/>
                  </a:lnTo>
                  <a:lnTo>
                    <a:pt x="374575" y="1632785"/>
                  </a:lnTo>
                  <a:lnTo>
                    <a:pt x="379792" y="1630707"/>
                  </a:lnTo>
                  <a:lnTo>
                    <a:pt x="382052" y="1629807"/>
                  </a:lnTo>
                  <a:lnTo>
                    <a:pt x="393182" y="1625376"/>
                  </a:lnTo>
                  <a:lnTo>
                    <a:pt x="397007" y="1623853"/>
                  </a:lnTo>
                  <a:lnTo>
                    <a:pt x="401529" y="1622053"/>
                  </a:lnTo>
                  <a:lnTo>
                    <a:pt x="402050" y="1621845"/>
                  </a:lnTo>
                  <a:lnTo>
                    <a:pt x="405528" y="1620460"/>
                  </a:lnTo>
                  <a:lnTo>
                    <a:pt x="410050" y="1618660"/>
                  </a:lnTo>
                  <a:lnTo>
                    <a:pt x="411093" y="1618244"/>
                  </a:lnTo>
                  <a:lnTo>
                    <a:pt x="413875" y="1617137"/>
                  </a:lnTo>
                  <a:lnTo>
                    <a:pt x="417527" y="1615683"/>
                  </a:lnTo>
                  <a:lnTo>
                    <a:pt x="418397" y="1615336"/>
                  </a:lnTo>
                  <a:lnTo>
                    <a:pt x="420310" y="1614575"/>
                  </a:lnTo>
                  <a:lnTo>
                    <a:pt x="428831" y="1611182"/>
                  </a:lnTo>
                  <a:lnTo>
                    <a:pt x="435091" y="1608689"/>
                  </a:lnTo>
                  <a:lnTo>
                    <a:pt x="437178" y="1607859"/>
                  </a:lnTo>
                  <a:lnTo>
                    <a:pt x="437352" y="1607789"/>
                  </a:lnTo>
                  <a:lnTo>
                    <a:pt x="440656" y="1606474"/>
                  </a:lnTo>
                  <a:lnTo>
                    <a:pt x="444307" y="1605020"/>
                  </a:lnTo>
                  <a:lnTo>
                    <a:pt x="452307" y="1601835"/>
                  </a:lnTo>
                  <a:lnTo>
                    <a:pt x="458219" y="1599481"/>
                  </a:lnTo>
                  <a:lnTo>
                    <a:pt x="461176" y="1598304"/>
                  </a:lnTo>
                  <a:lnTo>
                    <a:pt x="465349" y="1596642"/>
                  </a:lnTo>
                  <a:lnTo>
                    <a:pt x="466914" y="1596019"/>
                  </a:lnTo>
                  <a:lnTo>
                    <a:pt x="469870" y="1594842"/>
                  </a:lnTo>
                  <a:lnTo>
                    <a:pt x="470218" y="1594703"/>
                  </a:lnTo>
                  <a:lnTo>
                    <a:pt x="470566" y="1594565"/>
                  </a:lnTo>
                  <a:lnTo>
                    <a:pt x="471783" y="1594080"/>
                  </a:lnTo>
                  <a:lnTo>
                    <a:pt x="477174" y="1591934"/>
                  </a:lnTo>
                  <a:lnTo>
                    <a:pt x="477696" y="1591726"/>
                  </a:lnTo>
                  <a:lnTo>
                    <a:pt x="479783" y="1590895"/>
                  </a:lnTo>
                  <a:lnTo>
                    <a:pt x="481522" y="1590203"/>
                  </a:lnTo>
                  <a:lnTo>
                    <a:pt x="484478" y="1589026"/>
                  </a:lnTo>
                  <a:lnTo>
                    <a:pt x="484999" y="1588818"/>
                  </a:lnTo>
                  <a:lnTo>
                    <a:pt x="488477" y="1587433"/>
                  </a:lnTo>
                  <a:lnTo>
                    <a:pt x="488651" y="1587364"/>
                  </a:lnTo>
                  <a:lnTo>
                    <a:pt x="492129" y="1585979"/>
                  </a:lnTo>
                  <a:lnTo>
                    <a:pt x="493868" y="1585287"/>
                  </a:lnTo>
                  <a:lnTo>
                    <a:pt x="494216" y="1585148"/>
                  </a:lnTo>
                  <a:lnTo>
                    <a:pt x="496129" y="1584387"/>
                  </a:lnTo>
                  <a:lnTo>
                    <a:pt x="499781" y="1582933"/>
                  </a:lnTo>
                  <a:lnTo>
                    <a:pt x="501694" y="1582171"/>
                  </a:lnTo>
                  <a:lnTo>
                    <a:pt x="503780" y="1581340"/>
                  </a:lnTo>
                  <a:lnTo>
                    <a:pt x="505345" y="1580717"/>
                  </a:lnTo>
                  <a:lnTo>
                    <a:pt x="505519" y="1580648"/>
                  </a:lnTo>
                  <a:lnTo>
                    <a:pt x="510910" y="1578501"/>
                  </a:lnTo>
                  <a:lnTo>
                    <a:pt x="514562" y="1577047"/>
                  </a:lnTo>
                  <a:lnTo>
                    <a:pt x="514736" y="1576978"/>
                  </a:lnTo>
                  <a:lnTo>
                    <a:pt x="515258" y="1576770"/>
                  </a:lnTo>
                  <a:lnTo>
                    <a:pt x="517344" y="1575940"/>
                  </a:lnTo>
                  <a:lnTo>
                    <a:pt x="518388" y="1575524"/>
                  </a:lnTo>
                  <a:lnTo>
                    <a:pt x="519953" y="1574901"/>
                  </a:lnTo>
                  <a:lnTo>
                    <a:pt x="521692" y="1574209"/>
                  </a:lnTo>
                  <a:lnTo>
                    <a:pt x="522040" y="1574070"/>
                  </a:lnTo>
                  <a:lnTo>
                    <a:pt x="522561" y="1573862"/>
                  </a:lnTo>
                  <a:lnTo>
                    <a:pt x="523953" y="1573309"/>
                  </a:lnTo>
                  <a:lnTo>
                    <a:pt x="524126" y="1573239"/>
                  </a:lnTo>
                  <a:lnTo>
                    <a:pt x="525691" y="1572616"/>
                  </a:lnTo>
                  <a:lnTo>
                    <a:pt x="526039" y="1572478"/>
                  </a:lnTo>
                  <a:lnTo>
                    <a:pt x="531256" y="1570401"/>
                  </a:lnTo>
                  <a:lnTo>
                    <a:pt x="533169" y="1569639"/>
                  </a:lnTo>
                  <a:lnTo>
                    <a:pt x="533517" y="1569500"/>
                  </a:lnTo>
                  <a:lnTo>
                    <a:pt x="533865" y="1569362"/>
                  </a:lnTo>
                  <a:lnTo>
                    <a:pt x="536473" y="1568323"/>
                  </a:lnTo>
                  <a:lnTo>
                    <a:pt x="538386" y="1567562"/>
                  </a:lnTo>
                  <a:lnTo>
                    <a:pt x="540125" y="1566869"/>
                  </a:lnTo>
                  <a:lnTo>
                    <a:pt x="544299" y="1565208"/>
                  </a:lnTo>
                  <a:lnTo>
                    <a:pt x="546559" y="1564308"/>
                  </a:lnTo>
                  <a:lnTo>
                    <a:pt x="547081" y="1564100"/>
                  </a:lnTo>
                  <a:lnTo>
                    <a:pt x="548472" y="1563546"/>
                  </a:lnTo>
                  <a:lnTo>
                    <a:pt x="549863" y="1562992"/>
                  </a:lnTo>
                  <a:lnTo>
                    <a:pt x="553689" y="1561469"/>
                  </a:lnTo>
                  <a:lnTo>
                    <a:pt x="555950" y="1560569"/>
                  </a:lnTo>
                  <a:lnTo>
                    <a:pt x="567079" y="1556137"/>
                  </a:lnTo>
                  <a:lnTo>
                    <a:pt x="570905" y="1554614"/>
                  </a:lnTo>
                  <a:lnTo>
                    <a:pt x="575426" y="1552814"/>
                  </a:lnTo>
                  <a:lnTo>
                    <a:pt x="579426" y="1551221"/>
                  </a:lnTo>
                  <a:lnTo>
                    <a:pt x="583947" y="1549421"/>
                  </a:lnTo>
                  <a:lnTo>
                    <a:pt x="584991" y="1549006"/>
                  </a:lnTo>
                  <a:lnTo>
                    <a:pt x="587773" y="1547898"/>
                  </a:lnTo>
                  <a:lnTo>
                    <a:pt x="591425" y="1546444"/>
                  </a:lnTo>
                  <a:lnTo>
                    <a:pt x="592294" y="1546098"/>
                  </a:lnTo>
                  <a:lnTo>
                    <a:pt x="594207" y="1545336"/>
                  </a:lnTo>
                  <a:lnTo>
                    <a:pt x="602728" y="1541943"/>
                  </a:lnTo>
                  <a:lnTo>
                    <a:pt x="608988" y="1539451"/>
                  </a:lnTo>
                  <a:lnTo>
                    <a:pt x="611075" y="1538620"/>
                  </a:lnTo>
                  <a:lnTo>
                    <a:pt x="611249" y="1538551"/>
                  </a:lnTo>
                  <a:lnTo>
                    <a:pt x="614553" y="1537235"/>
                  </a:lnTo>
                  <a:lnTo>
                    <a:pt x="618205" y="1535781"/>
                  </a:lnTo>
                  <a:lnTo>
                    <a:pt x="622726" y="1533981"/>
                  </a:lnTo>
                  <a:lnTo>
                    <a:pt x="626204" y="1532596"/>
                  </a:lnTo>
                  <a:lnTo>
                    <a:pt x="632117" y="1530242"/>
                  </a:lnTo>
                  <a:lnTo>
                    <a:pt x="634377" y="1529342"/>
                  </a:lnTo>
                  <a:lnTo>
                    <a:pt x="635073" y="1529065"/>
                  </a:lnTo>
                  <a:lnTo>
                    <a:pt x="639247" y="1527403"/>
                  </a:lnTo>
                  <a:lnTo>
                    <a:pt x="640812" y="1526780"/>
                  </a:lnTo>
                  <a:lnTo>
                    <a:pt x="643768" y="1525603"/>
                  </a:lnTo>
                  <a:lnTo>
                    <a:pt x="644116" y="1525465"/>
                  </a:lnTo>
                  <a:lnTo>
                    <a:pt x="644463" y="1525326"/>
                  </a:lnTo>
                  <a:lnTo>
                    <a:pt x="645681" y="1524842"/>
                  </a:lnTo>
                  <a:lnTo>
                    <a:pt x="649680" y="1523249"/>
                  </a:lnTo>
                  <a:lnTo>
                    <a:pt x="651072" y="1522695"/>
                  </a:lnTo>
                  <a:lnTo>
                    <a:pt x="651593" y="1522487"/>
                  </a:lnTo>
                  <a:lnTo>
                    <a:pt x="653680" y="1521657"/>
                  </a:lnTo>
                  <a:lnTo>
                    <a:pt x="655419" y="1520964"/>
                  </a:lnTo>
                  <a:lnTo>
                    <a:pt x="658375" y="1519787"/>
                  </a:lnTo>
                  <a:lnTo>
                    <a:pt x="658897" y="1519579"/>
                  </a:lnTo>
                  <a:lnTo>
                    <a:pt x="662375" y="1518195"/>
                  </a:lnTo>
                  <a:lnTo>
                    <a:pt x="662549" y="1518125"/>
                  </a:lnTo>
                  <a:lnTo>
                    <a:pt x="666027" y="1516741"/>
                  </a:lnTo>
                  <a:lnTo>
                    <a:pt x="667766" y="1516048"/>
                  </a:lnTo>
                  <a:lnTo>
                    <a:pt x="668113" y="1515910"/>
                  </a:lnTo>
                  <a:lnTo>
                    <a:pt x="670026" y="1515148"/>
                  </a:lnTo>
                  <a:lnTo>
                    <a:pt x="673678" y="1513694"/>
                  </a:lnTo>
                  <a:lnTo>
                    <a:pt x="675591" y="1512932"/>
                  </a:lnTo>
                  <a:lnTo>
                    <a:pt x="677504" y="1512171"/>
                  </a:lnTo>
                  <a:lnTo>
                    <a:pt x="677678" y="1512102"/>
                  </a:lnTo>
                  <a:lnTo>
                    <a:pt x="679243" y="1511478"/>
                  </a:lnTo>
                  <a:lnTo>
                    <a:pt x="679417" y="1511409"/>
                  </a:lnTo>
                  <a:lnTo>
                    <a:pt x="684808" y="1509263"/>
                  </a:lnTo>
                  <a:lnTo>
                    <a:pt x="688459" y="1507809"/>
                  </a:lnTo>
                  <a:lnTo>
                    <a:pt x="688633" y="1507740"/>
                  </a:lnTo>
                  <a:lnTo>
                    <a:pt x="689155" y="1507532"/>
                  </a:lnTo>
                  <a:lnTo>
                    <a:pt x="691242" y="1506701"/>
                  </a:lnTo>
                  <a:lnTo>
                    <a:pt x="692285" y="1506286"/>
                  </a:lnTo>
                  <a:lnTo>
                    <a:pt x="693850" y="1505662"/>
                  </a:lnTo>
                  <a:lnTo>
                    <a:pt x="695589" y="1504970"/>
                  </a:lnTo>
                  <a:lnTo>
                    <a:pt x="695937" y="1504832"/>
                  </a:lnTo>
                  <a:lnTo>
                    <a:pt x="696459" y="1504624"/>
                  </a:lnTo>
                  <a:lnTo>
                    <a:pt x="697850" y="1504070"/>
                  </a:lnTo>
                  <a:lnTo>
                    <a:pt x="698024" y="1504001"/>
                  </a:lnTo>
                  <a:lnTo>
                    <a:pt x="699589" y="1503378"/>
                  </a:lnTo>
                  <a:lnTo>
                    <a:pt x="699937" y="1503239"/>
                  </a:lnTo>
                  <a:lnTo>
                    <a:pt x="705154" y="1501162"/>
                  </a:lnTo>
                  <a:lnTo>
                    <a:pt x="707067" y="1500400"/>
                  </a:lnTo>
                  <a:lnTo>
                    <a:pt x="707414" y="1500262"/>
                  </a:lnTo>
                  <a:lnTo>
                    <a:pt x="707762" y="1500123"/>
                  </a:lnTo>
                  <a:lnTo>
                    <a:pt x="712283" y="1498323"/>
                  </a:lnTo>
                  <a:lnTo>
                    <a:pt x="714022" y="1497631"/>
                  </a:lnTo>
                  <a:lnTo>
                    <a:pt x="718196" y="1495969"/>
                  </a:lnTo>
                  <a:lnTo>
                    <a:pt x="720457" y="1495069"/>
                  </a:lnTo>
                  <a:lnTo>
                    <a:pt x="720978" y="1494861"/>
                  </a:lnTo>
                  <a:lnTo>
                    <a:pt x="722369" y="1494307"/>
                  </a:lnTo>
                  <a:lnTo>
                    <a:pt x="723761" y="1493753"/>
                  </a:lnTo>
                  <a:lnTo>
                    <a:pt x="727586" y="1492230"/>
                  </a:lnTo>
                  <a:lnTo>
                    <a:pt x="729847" y="1491330"/>
                  </a:lnTo>
                  <a:lnTo>
                    <a:pt x="740977" y="1486899"/>
                  </a:lnTo>
                  <a:lnTo>
                    <a:pt x="744802" y="1485375"/>
                  </a:lnTo>
                  <a:lnTo>
                    <a:pt x="749324" y="1483575"/>
                  </a:lnTo>
                  <a:lnTo>
                    <a:pt x="749845" y="1483368"/>
                  </a:lnTo>
                  <a:lnTo>
                    <a:pt x="753323" y="1481983"/>
                  </a:lnTo>
                  <a:lnTo>
                    <a:pt x="757845" y="1480183"/>
                  </a:lnTo>
                  <a:lnTo>
                    <a:pt x="758888" y="1479767"/>
                  </a:lnTo>
                  <a:lnTo>
                    <a:pt x="761670" y="1478659"/>
                  </a:lnTo>
                  <a:lnTo>
                    <a:pt x="765322" y="1477205"/>
                  </a:lnTo>
                  <a:lnTo>
                    <a:pt x="766192" y="1476859"/>
                  </a:lnTo>
                  <a:lnTo>
                    <a:pt x="768105" y="1476098"/>
                  </a:lnTo>
                  <a:lnTo>
                    <a:pt x="776625" y="1472705"/>
                  </a:lnTo>
                  <a:lnTo>
                    <a:pt x="782886" y="1470212"/>
                  </a:lnTo>
                  <a:lnTo>
                    <a:pt x="784973" y="1469381"/>
                  </a:lnTo>
                  <a:lnTo>
                    <a:pt x="785146" y="1469312"/>
                  </a:lnTo>
                  <a:lnTo>
                    <a:pt x="788451" y="1467997"/>
                  </a:lnTo>
                  <a:lnTo>
                    <a:pt x="792102" y="1466543"/>
                  </a:lnTo>
                  <a:lnTo>
                    <a:pt x="796624" y="1464742"/>
                  </a:lnTo>
                  <a:lnTo>
                    <a:pt x="800102" y="1463358"/>
                  </a:lnTo>
                  <a:lnTo>
                    <a:pt x="806014" y="1461004"/>
                  </a:lnTo>
                  <a:lnTo>
                    <a:pt x="808275" y="1460103"/>
                  </a:lnTo>
                  <a:lnTo>
                    <a:pt x="808970" y="1459826"/>
                  </a:lnTo>
                  <a:lnTo>
                    <a:pt x="813144" y="1458165"/>
                  </a:lnTo>
                  <a:lnTo>
                    <a:pt x="814709" y="1457542"/>
                  </a:lnTo>
                  <a:lnTo>
                    <a:pt x="817665" y="1456365"/>
                  </a:lnTo>
                  <a:lnTo>
                    <a:pt x="818013" y="1456226"/>
                  </a:lnTo>
                  <a:lnTo>
                    <a:pt x="818361" y="1456088"/>
                  </a:lnTo>
                  <a:lnTo>
                    <a:pt x="819578" y="1455603"/>
                  </a:lnTo>
                  <a:lnTo>
                    <a:pt x="823578" y="1454010"/>
                  </a:lnTo>
                  <a:lnTo>
                    <a:pt x="824969" y="1453456"/>
                  </a:lnTo>
                  <a:lnTo>
                    <a:pt x="825491" y="1453249"/>
                  </a:lnTo>
                  <a:lnTo>
                    <a:pt x="827577" y="1452418"/>
                  </a:lnTo>
                  <a:lnTo>
                    <a:pt x="829316" y="1451726"/>
                  </a:lnTo>
                  <a:lnTo>
                    <a:pt x="832273" y="1450548"/>
                  </a:lnTo>
                  <a:lnTo>
                    <a:pt x="832794" y="1450341"/>
                  </a:lnTo>
                  <a:lnTo>
                    <a:pt x="836272" y="1448956"/>
                  </a:lnTo>
                  <a:lnTo>
                    <a:pt x="836446" y="1448887"/>
                  </a:lnTo>
                  <a:lnTo>
                    <a:pt x="839924" y="1447502"/>
                  </a:lnTo>
                  <a:lnTo>
                    <a:pt x="841663" y="1446810"/>
                  </a:lnTo>
                  <a:lnTo>
                    <a:pt x="842011" y="1446671"/>
                  </a:lnTo>
                  <a:lnTo>
                    <a:pt x="843924" y="1445909"/>
                  </a:lnTo>
                  <a:lnTo>
                    <a:pt x="847576" y="1444455"/>
                  </a:lnTo>
                  <a:lnTo>
                    <a:pt x="849489" y="1443694"/>
                  </a:lnTo>
                  <a:lnTo>
                    <a:pt x="851401" y="1442932"/>
                  </a:lnTo>
                  <a:lnTo>
                    <a:pt x="851575" y="1442863"/>
                  </a:lnTo>
                  <a:lnTo>
                    <a:pt x="853140" y="1442240"/>
                  </a:lnTo>
                  <a:lnTo>
                    <a:pt x="853314" y="1442171"/>
                  </a:lnTo>
                  <a:lnTo>
                    <a:pt x="858705" y="1440024"/>
                  </a:lnTo>
                  <a:lnTo>
                    <a:pt x="862357" y="1438570"/>
                  </a:lnTo>
                  <a:lnTo>
                    <a:pt x="862531" y="1438501"/>
                  </a:lnTo>
                  <a:lnTo>
                    <a:pt x="863053" y="1438293"/>
                  </a:lnTo>
                  <a:lnTo>
                    <a:pt x="865139" y="1437462"/>
                  </a:lnTo>
                  <a:lnTo>
                    <a:pt x="866183" y="1437047"/>
                  </a:lnTo>
                  <a:lnTo>
                    <a:pt x="867748" y="1436424"/>
                  </a:lnTo>
                  <a:lnTo>
                    <a:pt x="869487" y="1435731"/>
                  </a:lnTo>
                  <a:lnTo>
                    <a:pt x="869835" y="1435593"/>
                  </a:lnTo>
                  <a:lnTo>
                    <a:pt x="870356" y="1435385"/>
                  </a:lnTo>
                  <a:lnTo>
                    <a:pt x="871747" y="1434831"/>
                  </a:lnTo>
                  <a:lnTo>
                    <a:pt x="871921" y="1434762"/>
                  </a:lnTo>
                  <a:lnTo>
                    <a:pt x="873486" y="1434139"/>
                  </a:lnTo>
                  <a:lnTo>
                    <a:pt x="873834" y="1434000"/>
                  </a:lnTo>
                  <a:lnTo>
                    <a:pt x="879051" y="1431923"/>
                  </a:lnTo>
                  <a:lnTo>
                    <a:pt x="880964" y="1431162"/>
                  </a:lnTo>
                  <a:lnTo>
                    <a:pt x="881312" y="1431023"/>
                  </a:lnTo>
                  <a:lnTo>
                    <a:pt x="881660" y="1430885"/>
                  </a:lnTo>
                  <a:lnTo>
                    <a:pt x="884268" y="1429846"/>
                  </a:lnTo>
                  <a:lnTo>
                    <a:pt x="886181" y="1429085"/>
                  </a:lnTo>
                  <a:lnTo>
                    <a:pt x="887920" y="1428392"/>
                  </a:lnTo>
                  <a:lnTo>
                    <a:pt x="892093" y="1426730"/>
                  </a:lnTo>
                  <a:lnTo>
                    <a:pt x="894354" y="1425830"/>
                  </a:lnTo>
                  <a:lnTo>
                    <a:pt x="894876" y="1425623"/>
                  </a:lnTo>
                  <a:lnTo>
                    <a:pt x="896267" y="1425069"/>
                  </a:lnTo>
                  <a:lnTo>
                    <a:pt x="897658" y="1424515"/>
                  </a:lnTo>
                  <a:lnTo>
                    <a:pt x="901484" y="1422992"/>
                  </a:lnTo>
                  <a:lnTo>
                    <a:pt x="903745" y="1422091"/>
                  </a:lnTo>
                  <a:lnTo>
                    <a:pt x="914874" y="1417660"/>
                  </a:lnTo>
                  <a:lnTo>
                    <a:pt x="918700" y="1416137"/>
                  </a:lnTo>
                  <a:lnTo>
                    <a:pt x="923221" y="1414337"/>
                  </a:lnTo>
                  <a:lnTo>
                    <a:pt x="923743" y="1414129"/>
                  </a:lnTo>
                  <a:lnTo>
                    <a:pt x="927221" y="1412744"/>
                  </a:lnTo>
                  <a:lnTo>
                    <a:pt x="931742" y="1410944"/>
                  </a:lnTo>
                  <a:lnTo>
                    <a:pt x="932785" y="1410529"/>
                  </a:lnTo>
                  <a:lnTo>
                    <a:pt x="935568" y="1409421"/>
                  </a:lnTo>
                  <a:lnTo>
                    <a:pt x="939220" y="1407967"/>
                  </a:lnTo>
                  <a:lnTo>
                    <a:pt x="940089" y="1407621"/>
                  </a:lnTo>
                  <a:lnTo>
                    <a:pt x="942002" y="1406859"/>
                  </a:lnTo>
                  <a:lnTo>
                    <a:pt x="950523" y="1403466"/>
                  </a:lnTo>
                  <a:lnTo>
                    <a:pt x="956783" y="1400974"/>
                  </a:lnTo>
                  <a:lnTo>
                    <a:pt x="958870" y="1400143"/>
                  </a:lnTo>
                  <a:lnTo>
                    <a:pt x="959044" y="1400074"/>
                  </a:lnTo>
                  <a:lnTo>
                    <a:pt x="962348" y="1398758"/>
                  </a:lnTo>
                  <a:lnTo>
                    <a:pt x="966000" y="1397304"/>
                  </a:lnTo>
                  <a:lnTo>
                    <a:pt x="970521" y="1395504"/>
                  </a:lnTo>
                  <a:lnTo>
                    <a:pt x="973999" y="1394119"/>
                  </a:lnTo>
                  <a:lnTo>
                    <a:pt x="979912" y="1391765"/>
                  </a:lnTo>
                  <a:lnTo>
                    <a:pt x="982172" y="1390865"/>
                  </a:lnTo>
                  <a:lnTo>
                    <a:pt x="982868" y="1390588"/>
                  </a:lnTo>
                  <a:lnTo>
                    <a:pt x="987041" y="1388926"/>
                  </a:lnTo>
                  <a:lnTo>
                    <a:pt x="988606" y="1388303"/>
                  </a:lnTo>
                  <a:lnTo>
                    <a:pt x="991563" y="1387126"/>
                  </a:lnTo>
                  <a:lnTo>
                    <a:pt x="991911" y="1386987"/>
                  </a:lnTo>
                  <a:lnTo>
                    <a:pt x="992258" y="1386849"/>
                  </a:lnTo>
                  <a:lnTo>
                    <a:pt x="993476" y="1386364"/>
                  </a:lnTo>
                  <a:lnTo>
                    <a:pt x="997475" y="1384772"/>
                  </a:lnTo>
                  <a:lnTo>
                    <a:pt x="998866" y="1384218"/>
                  </a:lnTo>
                  <a:lnTo>
                    <a:pt x="999388" y="1384010"/>
                  </a:lnTo>
                  <a:lnTo>
                    <a:pt x="1001475" y="1383179"/>
                  </a:lnTo>
                  <a:lnTo>
                    <a:pt x="1003214" y="1382487"/>
                  </a:lnTo>
                  <a:lnTo>
                    <a:pt x="1006170" y="1381310"/>
                  </a:lnTo>
                  <a:lnTo>
                    <a:pt x="1006692" y="1381102"/>
                  </a:lnTo>
                  <a:lnTo>
                    <a:pt x="1010170" y="1379717"/>
                  </a:lnTo>
                  <a:lnTo>
                    <a:pt x="1010344" y="1379648"/>
                  </a:lnTo>
                  <a:lnTo>
                    <a:pt x="1013822" y="1378263"/>
                  </a:lnTo>
                  <a:lnTo>
                    <a:pt x="1015561" y="1377571"/>
                  </a:lnTo>
                  <a:lnTo>
                    <a:pt x="1015908" y="1377432"/>
                  </a:lnTo>
                  <a:lnTo>
                    <a:pt x="1017821" y="1376671"/>
                  </a:lnTo>
                  <a:lnTo>
                    <a:pt x="1021473" y="1375217"/>
                  </a:lnTo>
                  <a:lnTo>
                    <a:pt x="1023386" y="1374455"/>
                  </a:lnTo>
                  <a:lnTo>
                    <a:pt x="1025299" y="1373694"/>
                  </a:lnTo>
                  <a:lnTo>
                    <a:pt x="1025473" y="1373624"/>
                  </a:lnTo>
                  <a:lnTo>
                    <a:pt x="1027038" y="1373001"/>
                  </a:lnTo>
                  <a:lnTo>
                    <a:pt x="1027212" y="1372932"/>
                  </a:lnTo>
                  <a:lnTo>
                    <a:pt x="1032603" y="1370786"/>
                  </a:lnTo>
                  <a:lnTo>
                    <a:pt x="1036254" y="1369332"/>
                  </a:lnTo>
                  <a:lnTo>
                    <a:pt x="1036428" y="1369262"/>
                  </a:lnTo>
                  <a:lnTo>
                    <a:pt x="1036950" y="1369055"/>
                  </a:lnTo>
                  <a:lnTo>
                    <a:pt x="1039037" y="1368224"/>
                  </a:lnTo>
                  <a:lnTo>
                    <a:pt x="1040080" y="1367808"/>
                  </a:lnTo>
                  <a:lnTo>
                    <a:pt x="1041645" y="1367185"/>
                  </a:lnTo>
                  <a:lnTo>
                    <a:pt x="1043384" y="1366493"/>
                  </a:lnTo>
                  <a:lnTo>
                    <a:pt x="1043732" y="1366354"/>
                  </a:lnTo>
                  <a:lnTo>
                    <a:pt x="1044254" y="1366147"/>
                  </a:lnTo>
                  <a:lnTo>
                    <a:pt x="1045645" y="1365593"/>
                  </a:lnTo>
                  <a:lnTo>
                    <a:pt x="1045819" y="1365523"/>
                  </a:lnTo>
                  <a:lnTo>
                    <a:pt x="1047384" y="1364900"/>
                  </a:lnTo>
                  <a:lnTo>
                    <a:pt x="1047732" y="1364762"/>
                  </a:lnTo>
                  <a:lnTo>
                    <a:pt x="1052949" y="1362685"/>
                  </a:lnTo>
                  <a:lnTo>
                    <a:pt x="1054861" y="1361923"/>
                  </a:lnTo>
                  <a:lnTo>
                    <a:pt x="1055209" y="1361785"/>
                  </a:lnTo>
                  <a:lnTo>
                    <a:pt x="1055557" y="1361646"/>
                  </a:lnTo>
                  <a:lnTo>
                    <a:pt x="1058165" y="1360608"/>
                  </a:lnTo>
                  <a:lnTo>
                    <a:pt x="1060078" y="1359846"/>
                  </a:lnTo>
                  <a:lnTo>
                    <a:pt x="1061817" y="1359154"/>
                  </a:lnTo>
                  <a:lnTo>
                    <a:pt x="1065991" y="1357492"/>
                  </a:lnTo>
                  <a:lnTo>
                    <a:pt x="1068252" y="1356592"/>
                  </a:lnTo>
                  <a:lnTo>
                    <a:pt x="1068773" y="1356384"/>
                  </a:lnTo>
                  <a:lnTo>
                    <a:pt x="1071556" y="1355276"/>
                  </a:lnTo>
                  <a:lnTo>
                    <a:pt x="1075381" y="1353753"/>
                  </a:lnTo>
                  <a:lnTo>
                    <a:pt x="1077642" y="1352853"/>
                  </a:lnTo>
                  <a:lnTo>
                    <a:pt x="1088771" y="1348422"/>
                  </a:lnTo>
                  <a:lnTo>
                    <a:pt x="1092597" y="1346898"/>
                  </a:lnTo>
                  <a:lnTo>
                    <a:pt x="1097118" y="1345098"/>
                  </a:lnTo>
                  <a:lnTo>
                    <a:pt x="1097640" y="1344890"/>
                  </a:lnTo>
                  <a:lnTo>
                    <a:pt x="1101118" y="1343506"/>
                  </a:lnTo>
                  <a:lnTo>
                    <a:pt x="1105639" y="1341705"/>
                  </a:lnTo>
                  <a:lnTo>
                    <a:pt x="1106683" y="1341290"/>
                  </a:lnTo>
                  <a:lnTo>
                    <a:pt x="1109465" y="1340182"/>
                  </a:lnTo>
                  <a:lnTo>
                    <a:pt x="1113117" y="1338728"/>
                  </a:lnTo>
                  <a:lnTo>
                    <a:pt x="1113987" y="1338382"/>
                  </a:lnTo>
                  <a:lnTo>
                    <a:pt x="1115899" y="1337620"/>
                  </a:lnTo>
                  <a:lnTo>
                    <a:pt x="1124420" y="1334228"/>
                  </a:lnTo>
                  <a:lnTo>
                    <a:pt x="1130681" y="1331735"/>
                  </a:lnTo>
                  <a:lnTo>
                    <a:pt x="1132767" y="1330904"/>
                  </a:lnTo>
                  <a:lnTo>
                    <a:pt x="1132941" y="1330835"/>
                  </a:lnTo>
                  <a:lnTo>
                    <a:pt x="1136245" y="1329519"/>
                  </a:lnTo>
                  <a:lnTo>
                    <a:pt x="1139897" y="1328065"/>
                  </a:lnTo>
                  <a:lnTo>
                    <a:pt x="1144419" y="1326265"/>
                  </a:lnTo>
                  <a:lnTo>
                    <a:pt x="1147897" y="1324880"/>
                  </a:lnTo>
                  <a:lnTo>
                    <a:pt x="1153809" y="1322526"/>
                  </a:lnTo>
                  <a:lnTo>
                    <a:pt x="1156070" y="1321626"/>
                  </a:lnTo>
                  <a:lnTo>
                    <a:pt x="1156765" y="1321349"/>
                  </a:lnTo>
                  <a:lnTo>
                    <a:pt x="1160939" y="1319687"/>
                  </a:lnTo>
                  <a:lnTo>
                    <a:pt x="1162504" y="1319064"/>
                  </a:lnTo>
                  <a:lnTo>
                    <a:pt x="1165460" y="1317887"/>
                  </a:lnTo>
                  <a:lnTo>
                    <a:pt x="1165808" y="1317749"/>
                  </a:lnTo>
                  <a:lnTo>
                    <a:pt x="1166156" y="1317610"/>
                  </a:lnTo>
                  <a:lnTo>
                    <a:pt x="1167373" y="1317126"/>
                  </a:lnTo>
                  <a:lnTo>
                    <a:pt x="1171373" y="1315533"/>
                  </a:lnTo>
                  <a:lnTo>
                    <a:pt x="1172764" y="1314979"/>
                  </a:lnTo>
                  <a:lnTo>
                    <a:pt x="1173286" y="1314772"/>
                  </a:lnTo>
                  <a:lnTo>
                    <a:pt x="1177111" y="1313248"/>
                  </a:lnTo>
                  <a:lnTo>
                    <a:pt x="1180068" y="1312071"/>
                  </a:lnTo>
                  <a:lnTo>
                    <a:pt x="1180589" y="1311864"/>
                  </a:lnTo>
                  <a:lnTo>
                    <a:pt x="1184067" y="1310479"/>
                  </a:lnTo>
                  <a:lnTo>
                    <a:pt x="1184241" y="1310410"/>
                  </a:lnTo>
                  <a:lnTo>
                    <a:pt x="1187719" y="1309025"/>
                  </a:lnTo>
                  <a:lnTo>
                    <a:pt x="1189458" y="1308332"/>
                  </a:lnTo>
                  <a:lnTo>
                    <a:pt x="1189806" y="1308194"/>
                  </a:lnTo>
                  <a:lnTo>
                    <a:pt x="1191719" y="1307432"/>
                  </a:lnTo>
                  <a:lnTo>
                    <a:pt x="1195371" y="1305978"/>
                  </a:lnTo>
                  <a:lnTo>
                    <a:pt x="1197283" y="1305217"/>
                  </a:lnTo>
                  <a:lnTo>
                    <a:pt x="1199196" y="1304455"/>
                  </a:lnTo>
                  <a:lnTo>
                    <a:pt x="1199370" y="1304386"/>
                  </a:lnTo>
                  <a:lnTo>
                    <a:pt x="1200935" y="1303763"/>
                  </a:lnTo>
                  <a:lnTo>
                    <a:pt x="1201109" y="1303693"/>
                  </a:lnTo>
                  <a:lnTo>
                    <a:pt x="1206500" y="1301547"/>
                  </a:lnTo>
                  <a:lnTo>
                    <a:pt x="1210152" y="1300093"/>
                  </a:lnTo>
                  <a:lnTo>
                    <a:pt x="1210326" y="1300024"/>
                  </a:lnTo>
                  <a:lnTo>
                    <a:pt x="1210847" y="1299816"/>
                  </a:lnTo>
                  <a:lnTo>
                    <a:pt x="1212934" y="1298985"/>
                  </a:lnTo>
                  <a:lnTo>
                    <a:pt x="1213978" y="1298570"/>
                  </a:lnTo>
                  <a:lnTo>
                    <a:pt x="1215543" y="1297947"/>
                  </a:lnTo>
                  <a:lnTo>
                    <a:pt x="1217282" y="1297254"/>
                  </a:lnTo>
                  <a:lnTo>
                    <a:pt x="1217629" y="1297116"/>
                  </a:lnTo>
                  <a:lnTo>
                    <a:pt x="1218151" y="1296908"/>
                  </a:lnTo>
                  <a:lnTo>
                    <a:pt x="1219542" y="1296354"/>
                  </a:lnTo>
                  <a:lnTo>
                    <a:pt x="1219716" y="1296285"/>
                  </a:lnTo>
                  <a:lnTo>
                    <a:pt x="1221281" y="1295662"/>
                  </a:lnTo>
                  <a:lnTo>
                    <a:pt x="1221629" y="1295523"/>
                  </a:lnTo>
                  <a:lnTo>
                    <a:pt x="1226846" y="1293446"/>
                  </a:lnTo>
                  <a:lnTo>
                    <a:pt x="1228759" y="1292684"/>
                  </a:lnTo>
                  <a:lnTo>
                    <a:pt x="1229107" y="1292546"/>
                  </a:lnTo>
                  <a:lnTo>
                    <a:pt x="1229454" y="1292407"/>
                  </a:lnTo>
                  <a:lnTo>
                    <a:pt x="1232063" y="1291369"/>
                  </a:lnTo>
                  <a:lnTo>
                    <a:pt x="1233976" y="1290607"/>
                  </a:lnTo>
                  <a:lnTo>
                    <a:pt x="1239888" y="1288253"/>
                  </a:lnTo>
                  <a:lnTo>
                    <a:pt x="1242149" y="1287353"/>
                  </a:lnTo>
                  <a:lnTo>
                    <a:pt x="1242671" y="1287145"/>
                  </a:lnTo>
                  <a:lnTo>
                    <a:pt x="1244062" y="1286591"/>
                  </a:lnTo>
                  <a:lnTo>
                    <a:pt x="1245453" y="1286038"/>
                  </a:lnTo>
                  <a:lnTo>
                    <a:pt x="1249279" y="1284514"/>
                  </a:lnTo>
                  <a:lnTo>
                    <a:pt x="1251539" y="1283614"/>
                  </a:lnTo>
                  <a:lnTo>
                    <a:pt x="1262669" y="1279183"/>
                  </a:lnTo>
                  <a:lnTo>
                    <a:pt x="1266495" y="1277660"/>
                  </a:lnTo>
                  <a:lnTo>
                    <a:pt x="1271016" y="1275859"/>
                  </a:lnTo>
                  <a:lnTo>
                    <a:pt x="1271538" y="1275652"/>
                  </a:lnTo>
                  <a:lnTo>
                    <a:pt x="1275016" y="1274267"/>
                  </a:lnTo>
                  <a:lnTo>
                    <a:pt x="1279537" y="1272467"/>
                  </a:lnTo>
                  <a:lnTo>
                    <a:pt x="1280580" y="1272051"/>
                  </a:lnTo>
                  <a:lnTo>
                    <a:pt x="1283363" y="1270944"/>
                  </a:lnTo>
                  <a:lnTo>
                    <a:pt x="1287015" y="1269489"/>
                  </a:lnTo>
                  <a:lnTo>
                    <a:pt x="1287884" y="1269143"/>
                  </a:lnTo>
                  <a:lnTo>
                    <a:pt x="1289797" y="1268382"/>
                  </a:lnTo>
                  <a:lnTo>
                    <a:pt x="1298318" y="1264989"/>
                  </a:lnTo>
                  <a:lnTo>
                    <a:pt x="1304578" y="1262496"/>
                  </a:lnTo>
                  <a:lnTo>
                    <a:pt x="1306665" y="1261666"/>
                  </a:lnTo>
                  <a:lnTo>
                    <a:pt x="1306839" y="1261596"/>
                  </a:lnTo>
                  <a:lnTo>
                    <a:pt x="1310143" y="1260281"/>
                  </a:lnTo>
                  <a:lnTo>
                    <a:pt x="1313795" y="1258827"/>
                  </a:lnTo>
                  <a:lnTo>
                    <a:pt x="1318316" y="1257027"/>
                  </a:lnTo>
                  <a:lnTo>
                    <a:pt x="1321794" y="1255642"/>
                  </a:lnTo>
                  <a:lnTo>
                    <a:pt x="1327707" y="1253288"/>
                  </a:lnTo>
                  <a:lnTo>
                    <a:pt x="1329967" y="1252388"/>
                  </a:lnTo>
                  <a:lnTo>
                    <a:pt x="1330663" y="1252111"/>
                  </a:lnTo>
                  <a:lnTo>
                    <a:pt x="1334836" y="1250449"/>
                  </a:lnTo>
                  <a:lnTo>
                    <a:pt x="1336401" y="1249826"/>
                  </a:lnTo>
                  <a:lnTo>
                    <a:pt x="1339358" y="1248649"/>
                  </a:lnTo>
                  <a:lnTo>
                    <a:pt x="1339705" y="1248510"/>
                  </a:lnTo>
                  <a:lnTo>
                    <a:pt x="1340053" y="1248372"/>
                  </a:lnTo>
                  <a:lnTo>
                    <a:pt x="1341271" y="1247887"/>
                  </a:lnTo>
                  <a:lnTo>
                    <a:pt x="1345270" y="1246295"/>
                  </a:lnTo>
                  <a:lnTo>
                    <a:pt x="1346661" y="1245741"/>
                  </a:lnTo>
                  <a:lnTo>
                    <a:pt x="1347183" y="1245533"/>
                  </a:lnTo>
                  <a:lnTo>
                    <a:pt x="1349270" y="1244702"/>
                  </a:lnTo>
                  <a:lnTo>
                    <a:pt x="1351009" y="1244010"/>
                  </a:lnTo>
                  <a:lnTo>
                    <a:pt x="1353965" y="1242833"/>
                  </a:lnTo>
                  <a:lnTo>
                    <a:pt x="1354487" y="1242625"/>
                  </a:lnTo>
                  <a:lnTo>
                    <a:pt x="1357965" y="1241240"/>
                  </a:lnTo>
                  <a:lnTo>
                    <a:pt x="1358139" y="1241171"/>
                  </a:lnTo>
                  <a:lnTo>
                    <a:pt x="1361617" y="1239786"/>
                  </a:lnTo>
                  <a:lnTo>
                    <a:pt x="1363355" y="1239094"/>
                  </a:lnTo>
                  <a:lnTo>
                    <a:pt x="1363703" y="1238955"/>
                  </a:lnTo>
                  <a:lnTo>
                    <a:pt x="1365616" y="1238194"/>
                  </a:lnTo>
                  <a:lnTo>
                    <a:pt x="1369268" y="1236740"/>
                  </a:lnTo>
                  <a:lnTo>
                    <a:pt x="1371181" y="1235978"/>
                  </a:lnTo>
                  <a:lnTo>
                    <a:pt x="1373094" y="1235216"/>
                  </a:lnTo>
                  <a:lnTo>
                    <a:pt x="1373268" y="1235147"/>
                  </a:lnTo>
                  <a:lnTo>
                    <a:pt x="1374833" y="1234524"/>
                  </a:lnTo>
                  <a:lnTo>
                    <a:pt x="1375007" y="1234455"/>
                  </a:lnTo>
                  <a:lnTo>
                    <a:pt x="1380397" y="1232308"/>
                  </a:lnTo>
                  <a:lnTo>
                    <a:pt x="1384049" y="1230854"/>
                  </a:lnTo>
                  <a:lnTo>
                    <a:pt x="1384223" y="1230785"/>
                  </a:lnTo>
                  <a:lnTo>
                    <a:pt x="1384745" y="1230577"/>
                  </a:lnTo>
                  <a:lnTo>
                    <a:pt x="1386832" y="1229747"/>
                  </a:lnTo>
                  <a:lnTo>
                    <a:pt x="1387875" y="1229331"/>
                  </a:lnTo>
                  <a:lnTo>
                    <a:pt x="1389440" y="1228708"/>
                  </a:lnTo>
                  <a:lnTo>
                    <a:pt x="1391179" y="1228016"/>
                  </a:lnTo>
                  <a:lnTo>
                    <a:pt x="1391527" y="1227877"/>
                  </a:lnTo>
                  <a:lnTo>
                    <a:pt x="1392049" y="1227669"/>
                  </a:lnTo>
                  <a:lnTo>
                    <a:pt x="1393440" y="1227115"/>
                  </a:lnTo>
                  <a:lnTo>
                    <a:pt x="1393614" y="1227046"/>
                  </a:lnTo>
                  <a:lnTo>
                    <a:pt x="1395179" y="1226423"/>
                  </a:lnTo>
                  <a:lnTo>
                    <a:pt x="1395527" y="1226285"/>
                  </a:lnTo>
                  <a:lnTo>
                    <a:pt x="1400743" y="1224207"/>
                  </a:lnTo>
                  <a:lnTo>
                    <a:pt x="1402656" y="1223446"/>
                  </a:lnTo>
                  <a:lnTo>
                    <a:pt x="1403004" y="1223307"/>
                  </a:lnTo>
                  <a:lnTo>
                    <a:pt x="1403352" y="1223169"/>
                  </a:lnTo>
                  <a:lnTo>
                    <a:pt x="1405960" y="1222130"/>
                  </a:lnTo>
                  <a:lnTo>
                    <a:pt x="1407873" y="1221369"/>
                  </a:lnTo>
                  <a:lnTo>
                    <a:pt x="1409612" y="1220676"/>
                  </a:lnTo>
                  <a:lnTo>
                    <a:pt x="1413786" y="1219015"/>
                  </a:lnTo>
                  <a:lnTo>
                    <a:pt x="1416046" y="1218114"/>
                  </a:lnTo>
                  <a:lnTo>
                    <a:pt x="1416568" y="1217907"/>
                  </a:lnTo>
                  <a:lnTo>
                    <a:pt x="1417959" y="1217353"/>
                  </a:lnTo>
                  <a:lnTo>
                    <a:pt x="1419350" y="1216799"/>
                  </a:lnTo>
                  <a:lnTo>
                    <a:pt x="1423176" y="1215276"/>
                  </a:lnTo>
                  <a:lnTo>
                    <a:pt x="1425437" y="1214376"/>
                  </a:lnTo>
                  <a:lnTo>
                    <a:pt x="1436566" y="1209944"/>
                  </a:lnTo>
                  <a:lnTo>
                    <a:pt x="1440392" y="1208421"/>
                  </a:lnTo>
                  <a:lnTo>
                    <a:pt x="1444913" y="1206621"/>
                  </a:lnTo>
                  <a:lnTo>
                    <a:pt x="1445435" y="1206413"/>
                  </a:lnTo>
                  <a:lnTo>
                    <a:pt x="1448913" y="1205028"/>
                  </a:lnTo>
                  <a:lnTo>
                    <a:pt x="1453434" y="1203228"/>
                  </a:lnTo>
                  <a:lnTo>
                    <a:pt x="1454478" y="1202813"/>
                  </a:lnTo>
                  <a:lnTo>
                    <a:pt x="1457260" y="1201705"/>
                  </a:lnTo>
                  <a:lnTo>
                    <a:pt x="1460912" y="1200251"/>
                  </a:lnTo>
                  <a:lnTo>
                    <a:pt x="1461781" y="1199905"/>
                  </a:lnTo>
                  <a:lnTo>
                    <a:pt x="1463694" y="1199143"/>
                  </a:lnTo>
                  <a:lnTo>
                    <a:pt x="1472215" y="1195750"/>
                  </a:lnTo>
                  <a:lnTo>
                    <a:pt x="1478476" y="1193258"/>
                  </a:lnTo>
                  <a:lnTo>
                    <a:pt x="1480562" y="1192427"/>
                  </a:lnTo>
                  <a:lnTo>
                    <a:pt x="1480736" y="1192358"/>
                  </a:lnTo>
                  <a:lnTo>
                    <a:pt x="1484040" y="1191042"/>
                  </a:lnTo>
                  <a:lnTo>
                    <a:pt x="1487692" y="1189588"/>
                  </a:lnTo>
                  <a:lnTo>
                    <a:pt x="1492213" y="1187788"/>
                  </a:lnTo>
                  <a:lnTo>
                    <a:pt x="1495691" y="1186403"/>
                  </a:lnTo>
                  <a:lnTo>
                    <a:pt x="1501604" y="1184049"/>
                  </a:lnTo>
                  <a:lnTo>
                    <a:pt x="1503865" y="1183149"/>
                  </a:lnTo>
                  <a:lnTo>
                    <a:pt x="1504560" y="1182872"/>
                  </a:lnTo>
                  <a:lnTo>
                    <a:pt x="1508734" y="1181210"/>
                  </a:lnTo>
                  <a:lnTo>
                    <a:pt x="1510299" y="1180587"/>
                  </a:lnTo>
                  <a:lnTo>
                    <a:pt x="1513255" y="1179410"/>
                  </a:lnTo>
                  <a:lnTo>
                    <a:pt x="1513603" y="1179272"/>
                  </a:lnTo>
                  <a:lnTo>
                    <a:pt x="1513951" y="1179133"/>
                  </a:lnTo>
                  <a:lnTo>
                    <a:pt x="1515168" y="1178648"/>
                  </a:lnTo>
                  <a:lnTo>
                    <a:pt x="1519168" y="1177056"/>
                  </a:lnTo>
                  <a:lnTo>
                    <a:pt x="1520559" y="1176502"/>
                  </a:lnTo>
                  <a:lnTo>
                    <a:pt x="1521080" y="1176294"/>
                  </a:lnTo>
                  <a:lnTo>
                    <a:pt x="1523167" y="1175463"/>
                  </a:lnTo>
                  <a:lnTo>
                    <a:pt x="1524906" y="1174771"/>
                  </a:lnTo>
                  <a:lnTo>
                    <a:pt x="1527862" y="1173594"/>
                  </a:lnTo>
                  <a:lnTo>
                    <a:pt x="1528384" y="1173386"/>
                  </a:lnTo>
                  <a:lnTo>
                    <a:pt x="1531862" y="1172002"/>
                  </a:lnTo>
                  <a:lnTo>
                    <a:pt x="1532036" y="1171932"/>
                  </a:lnTo>
                  <a:lnTo>
                    <a:pt x="1535514" y="1170548"/>
                  </a:lnTo>
                  <a:lnTo>
                    <a:pt x="1537253" y="1169855"/>
                  </a:lnTo>
                  <a:lnTo>
                    <a:pt x="1537601" y="1169717"/>
                  </a:lnTo>
                  <a:lnTo>
                    <a:pt x="1539514" y="1168955"/>
                  </a:lnTo>
                  <a:lnTo>
                    <a:pt x="1543165" y="1167501"/>
                  </a:lnTo>
                  <a:lnTo>
                    <a:pt x="1545078" y="1166739"/>
                  </a:lnTo>
                  <a:lnTo>
                    <a:pt x="1546991" y="1165978"/>
                  </a:lnTo>
                  <a:lnTo>
                    <a:pt x="1547165" y="1165909"/>
                  </a:lnTo>
                  <a:lnTo>
                    <a:pt x="1548730" y="1165285"/>
                  </a:lnTo>
                  <a:lnTo>
                    <a:pt x="1548904" y="1165216"/>
                  </a:lnTo>
                  <a:lnTo>
                    <a:pt x="1554295" y="1163070"/>
                  </a:lnTo>
                  <a:lnTo>
                    <a:pt x="1557947" y="1161616"/>
                  </a:lnTo>
                  <a:lnTo>
                    <a:pt x="1558121" y="1161546"/>
                  </a:lnTo>
                  <a:lnTo>
                    <a:pt x="1558642" y="1161339"/>
                  </a:lnTo>
                  <a:lnTo>
                    <a:pt x="1560729" y="1160508"/>
                  </a:lnTo>
                  <a:lnTo>
                    <a:pt x="1561772" y="1160092"/>
                  </a:lnTo>
                  <a:lnTo>
                    <a:pt x="1563338" y="1159469"/>
                  </a:lnTo>
                  <a:lnTo>
                    <a:pt x="1565077" y="1158777"/>
                  </a:lnTo>
                  <a:lnTo>
                    <a:pt x="1565424" y="1158638"/>
                  </a:lnTo>
                  <a:lnTo>
                    <a:pt x="1565946" y="1158431"/>
                  </a:lnTo>
                  <a:lnTo>
                    <a:pt x="1567337" y="1157877"/>
                  </a:lnTo>
                  <a:lnTo>
                    <a:pt x="1567511" y="1157808"/>
                  </a:lnTo>
                  <a:lnTo>
                    <a:pt x="1569076" y="1157184"/>
                  </a:lnTo>
                  <a:lnTo>
                    <a:pt x="1569424" y="1157046"/>
                  </a:lnTo>
                  <a:lnTo>
                    <a:pt x="1574641" y="1154969"/>
                  </a:lnTo>
                  <a:lnTo>
                    <a:pt x="1576554" y="1154207"/>
                  </a:lnTo>
                  <a:lnTo>
                    <a:pt x="1576902" y="1154069"/>
                  </a:lnTo>
                  <a:lnTo>
                    <a:pt x="1577249" y="1153930"/>
                  </a:lnTo>
                  <a:lnTo>
                    <a:pt x="1579858" y="1152892"/>
                  </a:lnTo>
                  <a:lnTo>
                    <a:pt x="1581771" y="1152130"/>
                  </a:lnTo>
                  <a:lnTo>
                    <a:pt x="1583510" y="1151438"/>
                  </a:lnTo>
                  <a:lnTo>
                    <a:pt x="1587683" y="1149776"/>
                  </a:lnTo>
                  <a:lnTo>
                    <a:pt x="1589944" y="1148876"/>
                  </a:lnTo>
                  <a:lnTo>
                    <a:pt x="1590466" y="1148668"/>
                  </a:lnTo>
                  <a:lnTo>
                    <a:pt x="1591857" y="1148114"/>
                  </a:lnTo>
                  <a:lnTo>
                    <a:pt x="1593248" y="1147560"/>
                  </a:lnTo>
                  <a:lnTo>
                    <a:pt x="1597074" y="1146037"/>
                  </a:lnTo>
                  <a:lnTo>
                    <a:pt x="1599334" y="1145137"/>
                  </a:lnTo>
                  <a:lnTo>
                    <a:pt x="1610464" y="1140706"/>
                  </a:lnTo>
                  <a:lnTo>
                    <a:pt x="1614290" y="1139182"/>
                  </a:lnTo>
                  <a:lnTo>
                    <a:pt x="1618811" y="1137382"/>
                  </a:lnTo>
                  <a:lnTo>
                    <a:pt x="1619333" y="1137175"/>
                  </a:lnTo>
                  <a:lnTo>
                    <a:pt x="1622810" y="1135790"/>
                  </a:lnTo>
                  <a:lnTo>
                    <a:pt x="1627332" y="1133990"/>
                  </a:lnTo>
                  <a:lnTo>
                    <a:pt x="1628375" y="1133574"/>
                  </a:lnTo>
                  <a:lnTo>
                    <a:pt x="1631158" y="1132466"/>
                  </a:lnTo>
                  <a:lnTo>
                    <a:pt x="1634809" y="1131012"/>
                  </a:lnTo>
                  <a:lnTo>
                    <a:pt x="1635679" y="1130666"/>
                  </a:lnTo>
                  <a:lnTo>
                    <a:pt x="1637592" y="1129904"/>
                  </a:lnTo>
                  <a:lnTo>
                    <a:pt x="1646113" y="1126512"/>
                  </a:lnTo>
                  <a:lnTo>
                    <a:pt x="1652373" y="1124019"/>
                  </a:lnTo>
                  <a:lnTo>
                    <a:pt x="1654460" y="1123188"/>
                  </a:lnTo>
                  <a:lnTo>
                    <a:pt x="1654634" y="1123119"/>
                  </a:lnTo>
                  <a:lnTo>
                    <a:pt x="1657938" y="1121804"/>
                  </a:lnTo>
                  <a:lnTo>
                    <a:pt x="1661590" y="1120350"/>
                  </a:lnTo>
                  <a:lnTo>
                    <a:pt x="1666111" y="1118549"/>
                  </a:lnTo>
                  <a:lnTo>
                    <a:pt x="1669589" y="1117165"/>
                  </a:lnTo>
                  <a:lnTo>
                    <a:pt x="1675501" y="1114810"/>
                  </a:lnTo>
                  <a:lnTo>
                    <a:pt x="1677762" y="1113910"/>
                  </a:lnTo>
                  <a:lnTo>
                    <a:pt x="1678458" y="1113633"/>
                  </a:lnTo>
                  <a:lnTo>
                    <a:pt x="1682631" y="1111972"/>
                  </a:lnTo>
                  <a:lnTo>
                    <a:pt x="1684196" y="1111349"/>
                  </a:lnTo>
                  <a:lnTo>
                    <a:pt x="1687153" y="1110171"/>
                  </a:lnTo>
                  <a:lnTo>
                    <a:pt x="1687500" y="1110033"/>
                  </a:lnTo>
                  <a:lnTo>
                    <a:pt x="1687848" y="1109894"/>
                  </a:lnTo>
                  <a:lnTo>
                    <a:pt x="1689065" y="1109410"/>
                  </a:lnTo>
                  <a:lnTo>
                    <a:pt x="1693065" y="1107817"/>
                  </a:lnTo>
                  <a:lnTo>
                    <a:pt x="1694456" y="1107263"/>
                  </a:lnTo>
                  <a:lnTo>
                    <a:pt x="1694978" y="1107056"/>
                  </a:lnTo>
                  <a:lnTo>
                    <a:pt x="1697065" y="1106225"/>
                  </a:lnTo>
                  <a:lnTo>
                    <a:pt x="1698804" y="1105532"/>
                  </a:lnTo>
                  <a:lnTo>
                    <a:pt x="1701760" y="1104355"/>
                  </a:lnTo>
                  <a:lnTo>
                    <a:pt x="1702282" y="1104148"/>
                  </a:lnTo>
                  <a:lnTo>
                    <a:pt x="1705760" y="1102763"/>
                  </a:lnTo>
                  <a:lnTo>
                    <a:pt x="1705933" y="1102694"/>
                  </a:lnTo>
                  <a:lnTo>
                    <a:pt x="1709411" y="1101309"/>
                  </a:lnTo>
                  <a:lnTo>
                    <a:pt x="1711150" y="1100617"/>
                  </a:lnTo>
                  <a:lnTo>
                    <a:pt x="1711498" y="1100478"/>
                  </a:lnTo>
                  <a:lnTo>
                    <a:pt x="1713411" y="1099716"/>
                  </a:lnTo>
                  <a:lnTo>
                    <a:pt x="1717063" y="1098262"/>
                  </a:lnTo>
                  <a:lnTo>
                    <a:pt x="1718976" y="1097501"/>
                  </a:lnTo>
                  <a:lnTo>
                    <a:pt x="1720889" y="1096739"/>
                  </a:lnTo>
                  <a:lnTo>
                    <a:pt x="1721063" y="1096670"/>
                  </a:lnTo>
                  <a:lnTo>
                    <a:pt x="1722628" y="1096047"/>
                  </a:lnTo>
                  <a:lnTo>
                    <a:pt x="1722802" y="1095978"/>
                  </a:lnTo>
                  <a:lnTo>
                    <a:pt x="1728192" y="1093831"/>
                  </a:lnTo>
                  <a:lnTo>
                    <a:pt x="1731844" y="1092377"/>
                  </a:lnTo>
                  <a:lnTo>
                    <a:pt x="1732018" y="1092308"/>
                  </a:lnTo>
                  <a:lnTo>
                    <a:pt x="1732540" y="1092100"/>
                  </a:lnTo>
                  <a:lnTo>
                    <a:pt x="1734627" y="1091269"/>
                  </a:lnTo>
                  <a:lnTo>
                    <a:pt x="1735670" y="1090854"/>
                  </a:lnTo>
                  <a:lnTo>
                    <a:pt x="1737235" y="1090231"/>
                  </a:lnTo>
                  <a:lnTo>
                    <a:pt x="1738974" y="1089538"/>
                  </a:lnTo>
                  <a:lnTo>
                    <a:pt x="1739322" y="1089400"/>
                  </a:lnTo>
                  <a:lnTo>
                    <a:pt x="1739843" y="1089192"/>
                  </a:lnTo>
                  <a:lnTo>
                    <a:pt x="1741235" y="1088638"/>
                  </a:lnTo>
                  <a:lnTo>
                    <a:pt x="1741409" y="1088569"/>
                  </a:lnTo>
                  <a:lnTo>
                    <a:pt x="1742974" y="1087946"/>
                  </a:lnTo>
                  <a:lnTo>
                    <a:pt x="1743321" y="1087807"/>
                  </a:lnTo>
                  <a:lnTo>
                    <a:pt x="1748538" y="1085730"/>
                  </a:lnTo>
                  <a:lnTo>
                    <a:pt x="1750451" y="1084969"/>
                  </a:lnTo>
                  <a:lnTo>
                    <a:pt x="1750799" y="1084830"/>
                  </a:lnTo>
                  <a:lnTo>
                    <a:pt x="1751147" y="1084692"/>
                  </a:lnTo>
                  <a:lnTo>
                    <a:pt x="1753755" y="1083653"/>
                  </a:lnTo>
                  <a:lnTo>
                    <a:pt x="1755668" y="1082891"/>
                  </a:lnTo>
                  <a:lnTo>
                    <a:pt x="1757407" y="1082199"/>
                  </a:lnTo>
                  <a:lnTo>
                    <a:pt x="1761581" y="1080537"/>
                  </a:lnTo>
                  <a:lnTo>
                    <a:pt x="1763841" y="1079637"/>
                  </a:lnTo>
                  <a:lnTo>
                    <a:pt x="1764363" y="1079430"/>
                  </a:lnTo>
                  <a:lnTo>
                    <a:pt x="1765754" y="1078876"/>
                  </a:lnTo>
                  <a:lnTo>
                    <a:pt x="1767145" y="1078322"/>
                  </a:lnTo>
                  <a:lnTo>
                    <a:pt x="1770971" y="1076798"/>
                  </a:lnTo>
                  <a:lnTo>
                    <a:pt x="1773232" y="1075898"/>
                  </a:lnTo>
                  <a:lnTo>
                    <a:pt x="1784361" y="1071467"/>
                  </a:lnTo>
                  <a:lnTo>
                    <a:pt x="1788187" y="1069944"/>
                  </a:lnTo>
                  <a:lnTo>
                    <a:pt x="1792708" y="1068144"/>
                  </a:lnTo>
                  <a:lnTo>
                    <a:pt x="1793230" y="1067936"/>
                  </a:lnTo>
                  <a:lnTo>
                    <a:pt x="1796708" y="1066551"/>
                  </a:lnTo>
                  <a:lnTo>
                    <a:pt x="1801229" y="1064751"/>
                  </a:lnTo>
                  <a:lnTo>
                    <a:pt x="1802273" y="1064335"/>
                  </a:lnTo>
                  <a:lnTo>
                    <a:pt x="1805055" y="1063228"/>
                  </a:lnTo>
                  <a:lnTo>
                    <a:pt x="1808707" y="1061774"/>
                  </a:lnTo>
                  <a:lnTo>
                    <a:pt x="1809576" y="1061427"/>
                  </a:lnTo>
                  <a:lnTo>
                    <a:pt x="1811489" y="1060666"/>
                  </a:lnTo>
                  <a:lnTo>
                    <a:pt x="1820010" y="1057273"/>
                  </a:lnTo>
                  <a:lnTo>
                    <a:pt x="1826270" y="1054781"/>
                  </a:lnTo>
                  <a:lnTo>
                    <a:pt x="1828357" y="1053950"/>
                  </a:lnTo>
                  <a:lnTo>
                    <a:pt x="1828531" y="1053880"/>
                  </a:lnTo>
                  <a:lnTo>
                    <a:pt x="1831835" y="1052565"/>
                  </a:lnTo>
                  <a:lnTo>
                    <a:pt x="1835487" y="1051111"/>
                  </a:lnTo>
                  <a:lnTo>
                    <a:pt x="1840008" y="1049311"/>
                  </a:lnTo>
                  <a:lnTo>
                    <a:pt x="1843486" y="1047926"/>
                  </a:lnTo>
                  <a:lnTo>
                    <a:pt x="1849399" y="1045572"/>
                  </a:lnTo>
                  <a:lnTo>
                    <a:pt x="1851660" y="1044672"/>
                  </a:lnTo>
                  <a:lnTo>
                    <a:pt x="1852355" y="1044395"/>
                  </a:lnTo>
                  <a:lnTo>
                    <a:pt x="1858094" y="1042110"/>
                  </a:lnTo>
                  <a:lnTo>
                    <a:pt x="1861050" y="1040933"/>
                  </a:lnTo>
                  <a:lnTo>
                    <a:pt x="1861398" y="1040794"/>
                  </a:lnTo>
                  <a:lnTo>
                    <a:pt x="1861746" y="1040656"/>
                  </a:lnTo>
                  <a:lnTo>
                    <a:pt x="1862963" y="1040171"/>
                  </a:lnTo>
                  <a:lnTo>
                    <a:pt x="1866962" y="1038579"/>
                  </a:lnTo>
                  <a:lnTo>
                    <a:pt x="1868354" y="1038025"/>
                  </a:lnTo>
                  <a:lnTo>
                    <a:pt x="1868875" y="1037817"/>
                  </a:lnTo>
                  <a:lnTo>
                    <a:pt x="1870962" y="1036986"/>
                  </a:lnTo>
                  <a:lnTo>
                    <a:pt x="1872701" y="1036294"/>
                  </a:lnTo>
                  <a:lnTo>
                    <a:pt x="1875657" y="1035117"/>
                  </a:lnTo>
                  <a:lnTo>
                    <a:pt x="1876179" y="1034909"/>
                  </a:lnTo>
                  <a:lnTo>
                    <a:pt x="1879657" y="1033524"/>
                  </a:lnTo>
                  <a:lnTo>
                    <a:pt x="1879831" y="1033455"/>
                  </a:lnTo>
                  <a:lnTo>
                    <a:pt x="1883309" y="1032070"/>
                  </a:lnTo>
                  <a:lnTo>
                    <a:pt x="1885048" y="1031378"/>
                  </a:lnTo>
                  <a:lnTo>
                    <a:pt x="1885396" y="1031239"/>
                  </a:lnTo>
                  <a:lnTo>
                    <a:pt x="1887308" y="1030478"/>
                  </a:lnTo>
                  <a:lnTo>
                    <a:pt x="1890960" y="1029024"/>
                  </a:lnTo>
                  <a:lnTo>
                    <a:pt x="1892873" y="1028262"/>
                  </a:lnTo>
                  <a:lnTo>
                    <a:pt x="1894786" y="1027501"/>
                  </a:lnTo>
                  <a:lnTo>
                    <a:pt x="1894960" y="1027431"/>
                  </a:lnTo>
                  <a:lnTo>
                    <a:pt x="1896525" y="1026808"/>
                  </a:lnTo>
                  <a:lnTo>
                    <a:pt x="1896699" y="1026739"/>
                  </a:lnTo>
                  <a:lnTo>
                    <a:pt x="1902090" y="1024593"/>
                  </a:lnTo>
                  <a:lnTo>
                    <a:pt x="1905742" y="1023139"/>
                  </a:lnTo>
                  <a:lnTo>
                    <a:pt x="1905916" y="1023069"/>
                  </a:lnTo>
                  <a:lnTo>
                    <a:pt x="1906437" y="1022862"/>
                  </a:lnTo>
                  <a:lnTo>
                    <a:pt x="1908524" y="1022031"/>
                  </a:lnTo>
                  <a:lnTo>
                    <a:pt x="1909567" y="1021615"/>
                  </a:lnTo>
                  <a:lnTo>
                    <a:pt x="1911132" y="1020992"/>
                  </a:lnTo>
                  <a:lnTo>
                    <a:pt x="1912871" y="1020300"/>
                  </a:lnTo>
                  <a:lnTo>
                    <a:pt x="1913219" y="1020161"/>
                  </a:lnTo>
                  <a:lnTo>
                    <a:pt x="1913741" y="1019954"/>
                  </a:lnTo>
                  <a:lnTo>
                    <a:pt x="1915132" y="1019400"/>
                  </a:lnTo>
                  <a:lnTo>
                    <a:pt x="1915306" y="1019330"/>
                  </a:lnTo>
                  <a:lnTo>
                    <a:pt x="1916871" y="1018707"/>
                  </a:lnTo>
                  <a:lnTo>
                    <a:pt x="1917219" y="1018569"/>
                  </a:lnTo>
                  <a:lnTo>
                    <a:pt x="1922436" y="1016492"/>
                  </a:lnTo>
                  <a:lnTo>
                    <a:pt x="1924349" y="1015730"/>
                  </a:lnTo>
                  <a:lnTo>
                    <a:pt x="1924696" y="1015591"/>
                  </a:lnTo>
                  <a:lnTo>
                    <a:pt x="1925044" y="1015453"/>
                  </a:lnTo>
                  <a:lnTo>
                    <a:pt x="1927653" y="1014414"/>
                  </a:lnTo>
                  <a:lnTo>
                    <a:pt x="1929566" y="1013653"/>
                  </a:lnTo>
                  <a:lnTo>
                    <a:pt x="1931305" y="1012960"/>
                  </a:lnTo>
                  <a:lnTo>
                    <a:pt x="1935478" y="1011299"/>
                  </a:lnTo>
                  <a:lnTo>
                    <a:pt x="1937739" y="1010399"/>
                  </a:lnTo>
                  <a:lnTo>
                    <a:pt x="1938260" y="1010191"/>
                  </a:lnTo>
                  <a:lnTo>
                    <a:pt x="1939652" y="1009637"/>
                  </a:lnTo>
                  <a:lnTo>
                    <a:pt x="1941043" y="1009083"/>
                  </a:lnTo>
                  <a:lnTo>
                    <a:pt x="1944869" y="1007560"/>
                  </a:lnTo>
                  <a:lnTo>
                    <a:pt x="1947129" y="1006660"/>
                  </a:lnTo>
                  <a:lnTo>
                    <a:pt x="1958259" y="1002228"/>
                  </a:lnTo>
                  <a:lnTo>
                    <a:pt x="1962084" y="1000705"/>
                  </a:lnTo>
                  <a:lnTo>
                    <a:pt x="1966606" y="998905"/>
                  </a:lnTo>
                  <a:lnTo>
                    <a:pt x="1967127" y="998697"/>
                  </a:lnTo>
                  <a:lnTo>
                    <a:pt x="1970605" y="997313"/>
                  </a:lnTo>
                  <a:lnTo>
                    <a:pt x="1975127" y="995512"/>
                  </a:lnTo>
                  <a:lnTo>
                    <a:pt x="1976170" y="995097"/>
                  </a:lnTo>
                  <a:lnTo>
                    <a:pt x="1978952" y="993989"/>
                  </a:lnTo>
                  <a:lnTo>
                    <a:pt x="1982604" y="992535"/>
                  </a:lnTo>
                  <a:lnTo>
                    <a:pt x="1983474" y="992189"/>
                  </a:lnTo>
                  <a:lnTo>
                    <a:pt x="1985387" y="991427"/>
                  </a:lnTo>
                  <a:lnTo>
                    <a:pt x="1993908" y="988035"/>
                  </a:lnTo>
                  <a:lnTo>
                    <a:pt x="2000168" y="985542"/>
                  </a:lnTo>
                  <a:lnTo>
                    <a:pt x="2002255" y="984711"/>
                  </a:lnTo>
                  <a:lnTo>
                    <a:pt x="2002429" y="984642"/>
                  </a:lnTo>
                  <a:lnTo>
                    <a:pt x="2005733" y="983326"/>
                  </a:lnTo>
                  <a:lnTo>
                    <a:pt x="2009385" y="981872"/>
                  </a:lnTo>
                  <a:lnTo>
                    <a:pt x="2013906" y="980072"/>
                  </a:lnTo>
                  <a:lnTo>
                    <a:pt x="2017384" y="978687"/>
                  </a:lnTo>
                  <a:lnTo>
                    <a:pt x="2023296" y="976333"/>
                  </a:lnTo>
                  <a:lnTo>
                    <a:pt x="2025557" y="975433"/>
                  </a:lnTo>
                  <a:lnTo>
                    <a:pt x="2026253" y="975156"/>
                  </a:lnTo>
                  <a:lnTo>
                    <a:pt x="2030426" y="973494"/>
                  </a:lnTo>
                  <a:lnTo>
                    <a:pt x="2034947" y="971694"/>
                  </a:lnTo>
                  <a:lnTo>
                    <a:pt x="2035295" y="971556"/>
                  </a:lnTo>
                  <a:lnTo>
                    <a:pt x="2035643" y="971417"/>
                  </a:lnTo>
                  <a:lnTo>
                    <a:pt x="2036860" y="970933"/>
                  </a:lnTo>
                  <a:lnTo>
                    <a:pt x="2040860" y="969340"/>
                  </a:lnTo>
                  <a:lnTo>
                    <a:pt x="2042251" y="968786"/>
                  </a:lnTo>
                  <a:lnTo>
                    <a:pt x="2042773" y="968578"/>
                  </a:lnTo>
                  <a:lnTo>
                    <a:pt x="2044860" y="967748"/>
                  </a:lnTo>
                  <a:lnTo>
                    <a:pt x="2046599" y="967055"/>
                  </a:lnTo>
                  <a:lnTo>
                    <a:pt x="2049555" y="965878"/>
                  </a:lnTo>
                  <a:lnTo>
                    <a:pt x="2050077" y="965670"/>
                  </a:lnTo>
                  <a:lnTo>
                    <a:pt x="2053554" y="964286"/>
                  </a:lnTo>
                  <a:lnTo>
                    <a:pt x="2053728" y="964216"/>
                  </a:lnTo>
                  <a:lnTo>
                    <a:pt x="2057206" y="962832"/>
                  </a:lnTo>
                  <a:lnTo>
                    <a:pt x="2058945" y="962139"/>
                  </a:lnTo>
                  <a:lnTo>
                    <a:pt x="2059293" y="962001"/>
                  </a:lnTo>
                  <a:lnTo>
                    <a:pt x="2061206" y="961239"/>
                  </a:lnTo>
                  <a:lnTo>
                    <a:pt x="2064858" y="959785"/>
                  </a:lnTo>
                  <a:lnTo>
                    <a:pt x="2066771" y="959024"/>
                  </a:lnTo>
                  <a:lnTo>
                    <a:pt x="2068684" y="958262"/>
                  </a:lnTo>
                  <a:lnTo>
                    <a:pt x="2068857" y="958193"/>
                  </a:lnTo>
                  <a:lnTo>
                    <a:pt x="2070423" y="957570"/>
                  </a:lnTo>
                  <a:lnTo>
                    <a:pt x="2070596" y="957500"/>
                  </a:lnTo>
                  <a:lnTo>
                    <a:pt x="2075987" y="955354"/>
                  </a:lnTo>
                  <a:lnTo>
                    <a:pt x="2079639" y="953900"/>
                  </a:lnTo>
                  <a:lnTo>
                    <a:pt x="2079813" y="953831"/>
                  </a:lnTo>
                  <a:lnTo>
                    <a:pt x="2080335" y="953623"/>
                  </a:lnTo>
                  <a:lnTo>
                    <a:pt x="2082421" y="952792"/>
                  </a:lnTo>
                  <a:lnTo>
                    <a:pt x="2083465" y="952377"/>
                  </a:lnTo>
                  <a:lnTo>
                    <a:pt x="2085030" y="951753"/>
                  </a:lnTo>
                  <a:lnTo>
                    <a:pt x="2086769" y="951061"/>
                  </a:lnTo>
                  <a:lnTo>
                    <a:pt x="2087117" y="950923"/>
                  </a:lnTo>
                  <a:lnTo>
                    <a:pt x="2087638" y="950715"/>
                  </a:lnTo>
                  <a:lnTo>
                    <a:pt x="2089030" y="950161"/>
                  </a:lnTo>
                  <a:lnTo>
                    <a:pt x="2089203" y="950092"/>
                  </a:lnTo>
                  <a:lnTo>
                    <a:pt x="2090769" y="949469"/>
                  </a:lnTo>
                  <a:lnTo>
                    <a:pt x="2091116" y="949330"/>
                  </a:lnTo>
                  <a:lnTo>
                    <a:pt x="2096333" y="947253"/>
                  </a:lnTo>
                  <a:lnTo>
                    <a:pt x="2098246" y="946491"/>
                  </a:lnTo>
                  <a:lnTo>
                    <a:pt x="2098594" y="946353"/>
                  </a:lnTo>
                  <a:lnTo>
                    <a:pt x="2098942" y="946214"/>
                  </a:lnTo>
                  <a:lnTo>
                    <a:pt x="2101550" y="945176"/>
                  </a:lnTo>
                  <a:lnTo>
                    <a:pt x="2103463" y="944414"/>
                  </a:lnTo>
                  <a:lnTo>
                    <a:pt x="2105202" y="943722"/>
                  </a:lnTo>
                  <a:lnTo>
                    <a:pt x="2109376" y="942060"/>
                  </a:lnTo>
                  <a:lnTo>
                    <a:pt x="2111636" y="941160"/>
                  </a:lnTo>
                  <a:lnTo>
                    <a:pt x="2112158" y="940952"/>
                  </a:lnTo>
                  <a:lnTo>
                    <a:pt x="2113549" y="940398"/>
                  </a:lnTo>
                  <a:lnTo>
                    <a:pt x="2114940" y="939844"/>
                  </a:lnTo>
                  <a:lnTo>
                    <a:pt x="2118766" y="938321"/>
                  </a:lnTo>
                  <a:lnTo>
                    <a:pt x="2121027" y="937421"/>
                  </a:lnTo>
                  <a:lnTo>
                    <a:pt x="2132156" y="932990"/>
                  </a:lnTo>
                  <a:lnTo>
                    <a:pt x="2135982" y="931467"/>
                  </a:lnTo>
                  <a:lnTo>
                    <a:pt x="2141025" y="929459"/>
                  </a:lnTo>
                  <a:lnTo>
                    <a:pt x="2144503" y="928074"/>
                  </a:lnTo>
                  <a:lnTo>
                    <a:pt x="2149024" y="926274"/>
                  </a:lnTo>
                  <a:lnTo>
                    <a:pt x="2150068" y="925858"/>
                  </a:lnTo>
                  <a:lnTo>
                    <a:pt x="2152850" y="924750"/>
                  </a:lnTo>
                  <a:lnTo>
                    <a:pt x="2156502" y="923296"/>
                  </a:lnTo>
                  <a:lnTo>
                    <a:pt x="2157371" y="922950"/>
                  </a:lnTo>
                  <a:lnTo>
                    <a:pt x="2159284" y="922189"/>
                  </a:lnTo>
                  <a:lnTo>
                    <a:pt x="2167805" y="918796"/>
                  </a:lnTo>
                  <a:lnTo>
                    <a:pt x="2174065" y="916303"/>
                  </a:lnTo>
                  <a:lnTo>
                    <a:pt x="2176152" y="915472"/>
                  </a:lnTo>
                  <a:lnTo>
                    <a:pt x="2176326" y="915403"/>
                  </a:lnTo>
                  <a:lnTo>
                    <a:pt x="2179630" y="914088"/>
                  </a:lnTo>
                  <a:lnTo>
                    <a:pt x="2183282" y="912634"/>
                  </a:lnTo>
                  <a:lnTo>
                    <a:pt x="2187803" y="910833"/>
                  </a:lnTo>
                  <a:lnTo>
                    <a:pt x="2191281" y="909449"/>
                  </a:lnTo>
                  <a:lnTo>
                    <a:pt x="2197194" y="907095"/>
                  </a:lnTo>
                  <a:lnTo>
                    <a:pt x="2199454" y="906194"/>
                  </a:lnTo>
                  <a:lnTo>
                    <a:pt x="2200150" y="905918"/>
                  </a:lnTo>
                  <a:lnTo>
                    <a:pt x="2204324" y="904256"/>
                  </a:lnTo>
                  <a:lnTo>
                    <a:pt x="2205889" y="903633"/>
                  </a:lnTo>
                  <a:lnTo>
                    <a:pt x="2208845" y="902456"/>
                  </a:lnTo>
                  <a:lnTo>
                    <a:pt x="2209193" y="902317"/>
                  </a:lnTo>
                  <a:lnTo>
                    <a:pt x="2209540" y="902179"/>
                  </a:lnTo>
                  <a:lnTo>
                    <a:pt x="2210758" y="901694"/>
                  </a:lnTo>
                  <a:lnTo>
                    <a:pt x="2214757" y="900101"/>
                  </a:lnTo>
                  <a:lnTo>
                    <a:pt x="2216149" y="899548"/>
                  </a:lnTo>
                  <a:lnTo>
                    <a:pt x="2216670" y="899340"/>
                  </a:lnTo>
                  <a:lnTo>
                    <a:pt x="2218757" y="898509"/>
                  </a:lnTo>
                  <a:lnTo>
                    <a:pt x="2220496" y="897817"/>
                  </a:lnTo>
                  <a:lnTo>
                    <a:pt x="2223452" y="896640"/>
                  </a:lnTo>
                  <a:lnTo>
                    <a:pt x="2223974" y="896432"/>
                  </a:lnTo>
                  <a:lnTo>
                    <a:pt x="2227452" y="895047"/>
                  </a:lnTo>
                  <a:lnTo>
                    <a:pt x="2227626" y="894978"/>
                  </a:lnTo>
                  <a:lnTo>
                    <a:pt x="2231104" y="893593"/>
                  </a:lnTo>
                  <a:lnTo>
                    <a:pt x="2232843" y="892901"/>
                  </a:lnTo>
                  <a:lnTo>
                    <a:pt x="2233191" y="892762"/>
                  </a:lnTo>
                  <a:lnTo>
                    <a:pt x="2235103" y="892001"/>
                  </a:lnTo>
                  <a:lnTo>
                    <a:pt x="2238755" y="890547"/>
                  </a:lnTo>
                  <a:lnTo>
                    <a:pt x="2240668" y="889785"/>
                  </a:lnTo>
                  <a:lnTo>
                    <a:pt x="2242581" y="889023"/>
                  </a:lnTo>
                  <a:lnTo>
                    <a:pt x="2242755" y="888954"/>
                  </a:lnTo>
                  <a:lnTo>
                    <a:pt x="2244320" y="888331"/>
                  </a:lnTo>
                  <a:lnTo>
                    <a:pt x="2244494" y="888262"/>
                  </a:lnTo>
                  <a:lnTo>
                    <a:pt x="2249885" y="886115"/>
                  </a:lnTo>
                  <a:lnTo>
                    <a:pt x="2253537" y="884661"/>
                  </a:lnTo>
                  <a:lnTo>
                    <a:pt x="2253710" y="884592"/>
                  </a:lnTo>
                  <a:lnTo>
                    <a:pt x="2254232" y="884384"/>
                  </a:lnTo>
                  <a:lnTo>
                    <a:pt x="2256319" y="883553"/>
                  </a:lnTo>
                  <a:lnTo>
                    <a:pt x="2257362" y="883138"/>
                  </a:lnTo>
                  <a:lnTo>
                    <a:pt x="2258927" y="882515"/>
                  </a:lnTo>
                  <a:lnTo>
                    <a:pt x="2260666" y="881822"/>
                  </a:lnTo>
                  <a:lnTo>
                    <a:pt x="2261014" y="881684"/>
                  </a:lnTo>
                  <a:lnTo>
                    <a:pt x="2261536" y="881476"/>
                  </a:lnTo>
                  <a:lnTo>
                    <a:pt x="2262927" y="880922"/>
                  </a:lnTo>
                  <a:lnTo>
                    <a:pt x="2263101" y="880853"/>
                  </a:lnTo>
                  <a:lnTo>
                    <a:pt x="2264666" y="880230"/>
                  </a:lnTo>
                  <a:lnTo>
                    <a:pt x="2265014" y="880092"/>
                  </a:lnTo>
                  <a:lnTo>
                    <a:pt x="2270231" y="878014"/>
                  </a:lnTo>
                  <a:lnTo>
                    <a:pt x="2272144" y="877253"/>
                  </a:lnTo>
                  <a:lnTo>
                    <a:pt x="2272491" y="877114"/>
                  </a:lnTo>
                  <a:lnTo>
                    <a:pt x="2272839" y="876976"/>
                  </a:lnTo>
                  <a:lnTo>
                    <a:pt x="2275448" y="875937"/>
                  </a:lnTo>
                  <a:lnTo>
                    <a:pt x="2277360" y="875176"/>
                  </a:lnTo>
                  <a:lnTo>
                    <a:pt x="2279099" y="874483"/>
                  </a:lnTo>
                  <a:lnTo>
                    <a:pt x="2283273" y="872821"/>
                  </a:lnTo>
                  <a:lnTo>
                    <a:pt x="2285534" y="871921"/>
                  </a:lnTo>
                  <a:lnTo>
                    <a:pt x="2286055" y="871714"/>
                  </a:lnTo>
                  <a:lnTo>
                    <a:pt x="2287447" y="871160"/>
                  </a:lnTo>
                  <a:lnTo>
                    <a:pt x="2288838" y="870606"/>
                  </a:lnTo>
                  <a:lnTo>
                    <a:pt x="2292663" y="869083"/>
                  </a:lnTo>
                  <a:lnTo>
                    <a:pt x="2294924" y="868182"/>
                  </a:lnTo>
                  <a:lnTo>
                    <a:pt x="2306054" y="863751"/>
                  </a:lnTo>
                  <a:lnTo>
                    <a:pt x="2309879" y="862228"/>
                  </a:lnTo>
                  <a:lnTo>
                    <a:pt x="2314401" y="860428"/>
                  </a:lnTo>
                  <a:lnTo>
                    <a:pt x="2314922" y="860220"/>
                  </a:lnTo>
                  <a:lnTo>
                    <a:pt x="2318400" y="858835"/>
                  </a:lnTo>
                  <a:lnTo>
                    <a:pt x="2322922" y="857035"/>
                  </a:lnTo>
                  <a:lnTo>
                    <a:pt x="2323965" y="856620"/>
                  </a:lnTo>
                  <a:lnTo>
                    <a:pt x="2326747" y="855512"/>
                  </a:lnTo>
                  <a:lnTo>
                    <a:pt x="2330399" y="854058"/>
                  </a:lnTo>
                  <a:lnTo>
                    <a:pt x="2331269" y="853712"/>
                  </a:lnTo>
                  <a:lnTo>
                    <a:pt x="2333182" y="852950"/>
                  </a:lnTo>
                  <a:lnTo>
                    <a:pt x="2341703" y="849557"/>
                  </a:lnTo>
                  <a:lnTo>
                    <a:pt x="2347963" y="847065"/>
                  </a:lnTo>
                  <a:lnTo>
                    <a:pt x="2350050" y="846234"/>
                  </a:lnTo>
                  <a:lnTo>
                    <a:pt x="2350223" y="846165"/>
                  </a:lnTo>
                  <a:lnTo>
                    <a:pt x="2353528" y="844849"/>
                  </a:lnTo>
                  <a:lnTo>
                    <a:pt x="2357179" y="843395"/>
                  </a:lnTo>
                  <a:lnTo>
                    <a:pt x="2361701" y="841595"/>
                  </a:lnTo>
                  <a:lnTo>
                    <a:pt x="2365179" y="840210"/>
                  </a:lnTo>
                  <a:lnTo>
                    <a:pt x="2371091" y="837856"/>
                  </a:lnTo>
                  <a:lnTo>
                    <a:pt x="2373352" y="836956"/>
                  </a:lnTo>
                  <a:lnTo>
                    <a:pt x="2378221" y="835017"/>
                  </a:lnTo>
                  <a:lnTo>
                    <a:pt x="2379786" y="834394"/>
                  </a:lnTo>
                  <a:lnTo>
                    <a:pt x="2382742" y="833217"/>
                  </a:lnTo>
                  <a:lnTo>
                    <a:pt x="2383090" y="833079"/>
                  </a:lnTo>
                  <a:lnTo>
                    <a:pt x="2383438" y="832940"/>
                  </a:lnTo>
                  <a:lnTo>
                    <a:pt x="2384655" y="832455"/>
                  </a:lnTo>
                  <a:lnTo>
                    <a:pt x="2388655" y="830863"/>
                  </a:lnTo>
                  <a:lnTo>
                    <a:pt x="2390046" y="830309"/>
                  </a:lnTo>
                  <a:lnTo>
                    <a:pt x="2390568" y="830101"/>
                  </a:lnTo>
                  <a:lnTo>
                    <a:pt x="2392654" y="829270"/>
                  </a:lnTo>
                  <a:lnTo>
                    <a:pt x="2394393" y="828578"/>
                  </a:lnTo>
                  <a:lnTo>
                    <a:pt x="2397350" y="827401"/>
                  </a:lnTo>
                  <a:lnTo>
                    <a:pt x="2397871" y="827193"/>
                  </a:lnTo>
                  <a:lnTo>
                    <a:pt x="2401349" y="825808"/>
                  </a:lnTo>
                  <a:lnTo>
                    <a:pt x="2401523" y="825739"/>
                  </a:lnTo>
                  <a:lnTo>
                    <a:pt x="2405001" y="824354"/>
                  </a:lnTo>
                  <a:lnTo>
                    <a:pt x="2406740" y="823662"/>
                  </a:lnTo>
                  <a:lnTo>
                    <a:pt x="2407088" y="823524"/>
                  </a:lnTo>
                  <a:lnTo>
                    <a:pt x="2409001" y="822762"/>
                  </a:lnTo>
                  <a:lnTo>
                    <a:pt x="2412653" y="821308"/>
                  </a:lnTo>
                  <a:lnTo>
                    <a:pt x="2414566" y="820546"/>
                  </a:lnTo>
                  <a:lnTo>
                    <a:pt x="2416478" y="819785"/>
                  </a:lnTo>
                  <a:lnTo>
                    <a:pt x="2416652" y="819715"/>
                  </a:lnTo>
                  <a:lnTo>
                    <a:pt x="2418391" y="819023"/>
                  </a:lnTo>
                  <a:lnTo>
                    <a:pt x="2423782" y="816877"/>
                  </a:lnTo>
                  <a:lnTo>
                    <a:pt x="2427434" y="815423"/>
                  </a:lnTo>
                  <a:lnTo>
                    <a:pt x="2427608" y="815353"/>
                  </a:lnTo>
                  <a:lnTo>
                    <a:pt x="2428130" y="815146"/>
                  </a:lnTo>
                  <a:lnTo>
                    <a:pt x="2430216" y="814315"/>
                  </a:lnTo>
                  <a:lnTo>
                    <a:pt x="2431260" y="813899"/>
                  </a:lnTo>
                  <a:lnTo>
                    <a:pt x="2432825" y="813276"/>
                  </a:lnTo>
                  <a:lnTo>
                    <a:pt x="2434564" y="812584"/>
                  </a:lnTo>
                  <a:lnTo>
                    <a:pt x="2434912" y="812445"/>
                  </a:lnTo>
                  <a:lnTo>
                    <a:pt x="2435433" y="812238"/>
                  </a:lnTo>
                  <a:lnTo>
                    <a:pt x="2436824" y="811684"/>
                  </a:lnTo>
                  <a:lnTo>
                    <a:pt x="2436998" y="811615"/>
                  </a:lnTo>
                  <a:lnTo>
                    <a:pt x="2438563" y="810991"/>
                  </a:lnTo>
                  <a:lnTo>
                    <a:pt x="2438911" y="810853"/>
                  </a:lnTo>
                  <a:lnTo>
                    <a:pt x="2444128" y="808776"/>
                  </a:lnTo>
                  <a:lnTo>
                    <a:pt x="2446041" y="808014"/>
                  </a:lnTo>
                  <a:lnTo>
                    <a:pt x="2446389" y="807876"/>
                  </a:lnTo>
                  <a:lnTo>
                    <a:pt x="2446737" y="807737"/>
                  </a:lnTo>
                  <a:lnTo>
                    <a:pt x="2449345" y="806699"/>
                  </a:lnTo>
                  <a:lnTo>
                    <a:pt x="2451258" y="805937"/>
                  </a:lnTo>
                  <a:lnTo>
                    <a:pt x="2452997" y="805245"/>
                  </a:lnTo>
                  <a:lnTo>
                    <a:pt x="2457170" y="803583"/>
                  </a:lnTo>
                  <a:lnTo>
                    <a:pt x="2459431" y="802683"/>
                  </a:lnTo>
                  <a:lnTo>
                    <a:pt x="2459953" y="802475"/>
                  </a:lnTo>
                  <a:lnTo>
                    <a:pt x="2461344" y="801921"/>
                  </a:lnTo>
                  <a:lnTo>
                    <a:pt x="2462735" y="801367"/>
                  </a:lnTo>
                  <a:lnTo>
                    <a:pt x="2466561" y="799844"/>
                  </a:lnTo>
                  <a:lnTo>
                    <a:pt x="2468822" y="798944"/>
                  </a:lnTo>
                  <a:lnTo>
                    <a:pt x="2479951" y="794513"/>
                  </a:lnTo>
                  <a:lnTo>
                    <a:pt x="2483777" y="792989"/>
                  </a:lnTo>
                  <a:lnTo>
                    <a:pt x="2488298" y="791189"/>
                  </a:lnTo>
                  <a:lnTo>
                    <a:pt x="2488820" y="790981"/>
                  </a:lnTo>
                  <a:lnTo>
                    <a:pt x="2492298" y="789597"/>
                  </a:lnTo>
                  <a:lnTo>
                    <a:pt x="2496819" y="787796"/>
                  </a:lnTo>
                  <a:lnTo>
                    <a:pt x="2497862" y="787381"/>
                  </a:lnTo>
                  <a:lnTo>
                    <a:pt x="2500645" y="786273"/>
                  </a:lnTo>
                  <a:lnTo>
                    <a:pt x="2504297" y="784819"/>
                  </a:lnTo>
                  <a:lnTo>
                    <a:pt x="2505166" y="784473"/>
                  </a:lnTo>
                  <a:lnTo>
                    <a:pt x="2507079" y="783711"/>
                  </a:lnTo>
                  <a:lnTo>
                    <a:pt x="2515600" y="780319"/>
                  </a:lnTo>
                  <a:lnTo>
                    <a:pt x="2521860" y="777826"/>
                  </a:lnTo>
                  <a:lnTo>
                    <a:pt x="2523947" y="776995"/>
                  </a:lnTo>
                  <a:lnTo>
                    <a:pt x="2524121" y="776926"/>
                  </a:lnTo>
                  <a:lnTo>
                    <a:pt x="2527425" y="775610"/>
                  </a:lnTo>
                  <a:lnTo>
                    <a:pt x="2531077" y="774156"/>
                  </a:lnTo>
                  <a:lnTo>
                    <a:pt x="2535598" y="772356"/>
                  </a:lnTo>
                  <a:lnTo>
                    <a:pt x="2539076" y="770971"/>
                  </a:lnTo>
                  <a:lnTo>
                    <a:pt x="2544989" y="768617"/>
                  </a:lnTo>
                  <a:lnTo>
                    <a:pt x="2547249" y="767717"/>
                  </a:lnTo>
                  <a:lnTo>
                    <a:pt x="2547945" y="767440"/>
                  </a:lnTo>
                  <a:lnTo>
                    <a:pt x="2552118" y="765779"/>
                  </a:lnTo>
                  <a:lnTo>
                    <a:pt x="2553684" y="765155"/>
                  </a:lnTo>
                  <a:lnTo>
                    <a:pt x="2556640" y="763978"/>
                  </a:lnTo>
                  <a:lnTo>
                    <a:pt x="2556988" y="763840"/>
                  </a:lnTo>
                  <a:lnTo>
                    <a:pt x="2557335" y="763701"/>
                  </a:lnTo>
                  <a:lnTo>
                    <a:pt x="2558553" y="763217"/>
                  </a:lnTo>
                  <a:lnTo>
                    <a:pt x="2562552" y="761624"/>
                  </a:lnTo>
                  <a:lnTo>
                    <a:pt x="2563943" y="761070"/>
                  </a:lnTo>
                  <a:lnTo>
                    <a:pt x="2564465" y="760863"/>
                  </a:lnTo>
                  <a:lnTo>
                    <a:pt x="2566552" y="760032"/>
                  </a:lnTo>
                  <a:lnTo>
                    <a:pt x="2568291" y="759339"/>
                  </a:lnTo>
                  <a:lnTo>
                    <a:pt x="2571247" y="758162"/>
                  </a:lnTo>
                  <a:lnTo>
                    <a:pt x="2571769" y="757955"/>
                  </a:lnTo>
                  <a:lnTo>
                    <a:pt x="2575247" y="756570"/>
                  </a:lnTo>
                  <a:lnTo>
                    <a:pt x="2575421" y="756501"/>
                  </a:lnTo>
                  <a:lnTo>
                    <a:pt x="2578899" y="755116"/>
                  </a:lnTo>
                  <a:lnTo>
                    <a:pt x="2580638" y="754423"/>
                  </a:lnTo>
                  <a:lnTo>
                    <a:pt x="2580985" y="754285"/>
                  </a:lnTo>
                  <a:lnTo>
                    <a:pt x="2582898" y="753523"/>
                  </a:lnTo>
                  <a:lnTo>
                    <a:pt x="2586550" y="752069"/>
                  </a:lnTo>
                  <a:lnTo>
                    <a:pt x="2588463" y="751308"/>
                  </a:lnTo>
                  <a:lnTo>
                    <a:pt x="2590376" y="750546"/>
                  </a:lnTo>
                  <a:lnTo>
                    <a:pt x="2590550" y="750477"/>
                  </a:lnTo>
                  <a:lnTo>
                    <a:pt x="2592115" y="749854"/>
                  </a:lnTo>
                  <a:lnTo>
                    <a:pt x="2592289" y="749784"/>
                  </a:lnTo>
                  <a:lnTo>
                    <a:pt x="2597680" y="747638"/>
                  </a:lnTo>
                  <a:lnTo>
                    <a:pt x="2601331" y="746184"/>
                  </a:lnTo>
                  <a:lnTo>
                    <a:pt x="2601505" y="746115"/>
                  </a:lnTo>
                  <a:lnTo>
                    <a:pt x="2602027" y="745907"/>
                  </a:lnTo>
                  <a:lnTo>
                    <a:pt x="2604114" y="745076"/>
                  </a:lnTo>
                  <a:lnTo>
                    <a:pt x="2605157" y="744661"/>
                  </a:lnTo>
                  <a:lnTo>
                    <a:pt x="2606722" y="744038"/>
                  </a:lnTo>
                  <a:lnTo>
                    <a:pt x="2608461" y="743345"/>
                  </a:lnTo>
                  <a:lnTo>
                    <a:pt x="2608809" y="743207"/>
                  </a:lnTo>
                  <a:lnTo>
                    <a:pt x="2609331" y="742999"/>
                  </a:lnTo>
                  <a:lnTo>
                    <a:pt x="2610722" y="742445"/>
                  </a:lnTo>
                  <a:lnTo>
                    <a:pt x="2610896" y="742376"/>
                  </a:lnTo>
                  <a:lnTo>
                    <a:pt x="2612461" y="741753"/>
                  </a:lnTo>
                  <a:lnTo>
                    <a:pt x="2612809" y="741614"/>
                  </a:lnTo>
                  <a:lnTo>
                    <a:pt x="2618026" y="739537"/>
                  </a:lnTo>
                  <a:lnTo>
                    <a:pt x="2619938" y="738776"/>
                  </a:lnTo>
                  <a:lnTo>
                    <a:pt x="2620286" y="738637"/>
                  </a:lnTo>
                  <a:lnTo>
                    <a:pt x="2620634" y="738499"/>
                  </a:lnTo>
                  <a:lnTo>
                    <a:pt x="2623242" y="737460"/>
                  </a:lnTo>
                  <a:lnTo>
                    <a:pt x="2625155" y="736698"/>
                  </a:lnTo>
                  <a:lnTo>
                    <a:pt x="2626894" y="736006"/>
                  </a:lnTo>
                  <a:lnTo>
                    <a:pt x="2631068" y="734344"/>
                  </a:lnTo>
                  <a:lnTo>
                    <a:pt x="2633850" y="733236"/>
                  </a:lnTo>
                  <a:lnTo>
                    <a:pt x="2635241" y="732683"/>
                  </a:lnTo>
                  <a:lnTo>
                    <a:pt x="2636633" y="732129"/>
                  </a:lnTo>
                  <a:lnTo>
                    <a:pt x="2640458" y="730605"/>
                  </a:lnTo>
                  <a:lnTo>
                    <a:pt x="2642719" y="729705"/>
                  </a:lnTo>
                  <a:lnTo>
                    <a:pt x="2653848" y="725274"/>
                  </a:lnTo>
                  <a:lnTo>
                    <a:pt x="2657674" y="723751"/>
                  </a:lnTo>
                  <a:lnTo>
                    <a:pt x="2662196" y="721951"/>
                  </a:lnTo>
                  <a:lnTo>
                    <a:pt x="2662717" y="721743"/>
                  </a:lnTo>
                  <a:lnTo>
                    <a:pt x="2666195" y="720358"/>
                  </a:lnTo>
                  <a:lnTo>
                    <a:pt x="2670716" y="718558"/>
                  </a:lnTo>
                  <a:lnTo>
                    <a:pt x="2671760" y="718142"/>
                  </a:lnTo>
                  <a:lnTo>
                    <a:pt x="2674542" y="717035"/>
                  </a:lnTo>
                  <a:lnTo>
                    <a:pt x="2678194" y="715581"/>
                  </a:lnTo>
                  <a:lnTo>
                    <a:pt x="2679064" y="715234"/>
                  </a:lnTo>
                  <a:lnTo>
                    <a:pt x="2680976" y="714473"/>
                  </a:lnTo>
                  <a:lnTo>
                    <a:pt x="2689497" y="711080"/>
                  </a:lnTo>
                  <a:lnTo>
                    <a:pt x="2695758" y="708587"/>
                  </a:lnTo>
                  <a:lnTo>
                    <a:pt x="2697844" y="707757"/>
                  </a:lnTo>
                  <a:lnTo>
                    <a:pt x="2698018" y="707687"/>
                  </a:lnTo>
                  <a:lnTo>
                    <a:pt x="2701322" y="706372"/>
                  </a:lnTo>
                  <a:lnTo>
                    <a:pt x="2704974" y="704918"/>
                  </a:lnTo>
                  <a:lnTo>
                    <a:pt x="2709496" y="703118"/>
                  </a:lnTo>
                  <a:lnTo>
                    <a:pt x="2712974" y="701733"/>
                  </a:lnTo>
                  <a:lnTo>
                    <a:pt x="2718886" y="699379"/>
                  </a:lnTo>
                  <a:lnTo>
                    <a:pt x="2721147" y="698479"/>
                  </a:lnTo>
                  <a:lnTo>
                    <a:pt x="2721842" y="698202"/>
                  </a:lnTo>
                  <a:lnTo>
                    <a:pt x="2726016" y="696540"/>
                  </a:lnTo>
                  <a:lnTo>
                    <a:pt x="2727581" y="695917"/>
                  </a:lnTo>
                  <a:lnTo>
                    <a:pt x="2730537" y="694740"/>
                  </a:lnTo>
                  <a:lnTo>
                    <a:pt x="2730885" y="694601"/>
                  </a:lnTo>
                  <a:lnTo>
                    <a:pt x="2731233" y="694463"/>
                  </a:lnTo>
                  <a:lnTo>
                    <a:pt x="2732450" y="693978"/>
                  </a:lnTo>
                  <a:lnTo>
                    <a:pt x="2736450" y="692386"/>
                  </a:lnTo>
                  <a:lnTo>
                    <a:pt x="2737841" y="691832"/>
                  </a:lnTo>
                  <a:lnTo>
                    <a:pt x="2738363" y="691624"/>
                  </a:lnTo>
                  <a:lnTo>
                    <a:pt x="2740449" y="690793"/>
                  </a:lnTo>
                  <a:lnTo>
                    <a:pt x="2742188" y="690101"/>
                  </a:lnTo>
                  <a:lnTo>
                    <a:pt x="2745145" y="688924"/>
                  </a:lnTo>
                  <a:lnTo>
                    <a:pt x="2745666" y="688716"/>
                  </a:lnTo>
                  <a:lnTo>
                    <a:pt x="2749144" y="687331"/>
                  </a:lnTo>
                  <a:lnTo>
                    <a:pt x="2749318" y="687262"/>
                  </a:lnTo>
                  <a:lnTo>
                    <a:pt x="2752796" y="685877"/>
                  </a:lnTo>
                  <a:lnTo>
                    <a:pt x="2754535" y="685185"/>
                  </a:lnTo>
                  <a:lnTo>
                    <a:pt x="2754883" y="685046"/>
                  </a:lnTo>
                  <a:lnTo>
                    <a:pt x="2756796" y="684285"/>
                  </a:lnTo>
                  <a:lnTo>
                    <a:pt x="2760448" y="682831"/>
                  </a:lnTo>
                  <a:lnTo>
                    <a:pt x="2762360" y="682069"/>
                  </a:lnTo>
                  <a:lnTo>
                    <a:pt x="2764273" y="681307"/>
                  </a:lnTo>
                  <a:lnTo>
                    <a:pt x="2764447" y="681238"/>
                  </a:lnTo>
                  <a:lnTo>
                    <a:pt x="2766012" y="680615"/>
                  </a:lnTo>
                  <a:lnTo>
                    <a:pt x="2766186" y="680546"/>
                  </a:lnTo>
                  <a:lnTo>
                    <a:pt x="2771577" y="678399"/>
                  </a:lnTo>
                  <a:lnTo>
                    <a:pt x="2775229" y="676945"/>
                  </a:lnTo>
                  <a:lnTo>
                    <a:pt x="2775403" y="676876"/>
                  </a:lnTo>
                  <a:lnTo>
                    <a:pt x="2775924" y="676668"/>
                  </a:lnTo>
                  <a:lnTo>
                    <a:pt x="2778011" y="675838"/>
                  </a:lnTo>
                  <a:lnTo>
                    <a:pt x="2780620" y="674799"/>
                  </a:lnTo>
                  <a:lnTo>
                    <a:pt x="2782359" y="674107"/>
                  </a:lnTo>
                  <a:lnTo>
                    <a:pt x="2782706" y="673968"/>
                  </a:lnTo>
                  <a:lnTo>
                    <a:pt x="2783228" y="673760"/>
                  </a:lnTo>
                  <a:lnTo>
                    <a:pt x="2784619" y="673207"/>
                  </a:lnTo>
                  <a:lnTo>
                    <a:pt x="2784793" y="673137"/>
                  </a:lnTo>
                  <a:lnTo>
                    <a:pt x="2786358" y="672514"/>
                  </a:lnTo>
                  <a:lnTo>
                    <a:pt x="2786706" y="672376"/>
                  </a:lnTo>
                  <a:lnTo>
                    <a:pt x="2791923" y="670299"/>
                  </a:lnTo>
                  <a:lnTo>
                    <a:pt x="2793836" y="669537"/>
                  </a:lnTo>
                  <a:lnTo>
                    <a:pt x="2794184" y="669398"/>
                  </a:lnTo>
                  <a:lnTo>
                    <a:pt x="2794531" y="669260"/>
                  </a:lnTo>
                  <a:lnTo>
                    <a:pt x="2797140" y="668221"/>
                  </a:lnTo>
                  <a:lnTo>
                    <a:pt x="2799053" y="667460"/>
                  </a:lnTo>
                  <a:lnTo>
                    <a:pt x="2800792" y="666767"/>
                  </a:lnTo>
                  <a:lnTo>
                    <a:pt x="2804965" y="665106"/>
                  </a:lnTo>
                  <a:lnTo>
                    <a:pt x="2807226" y="664206"/>
                  </a:lnTo>
                  <a:lnTo>
                    <a:pt x="2807748" y="663998"/>
                  </a:lnTo>
                  <a:lnTo>
                    <a:pt x="2809139" y="663444"/>
                  </a:lnTo>
                  <a:lnTo>
                    <a:pt x="2810530" y="662890"/>
                  </a:lnTo>
                  <a:lnTo>
                    <a:pt x="2814356" y="661367"/>
                  </a:lnTo>
                  <a:lnTo>
                    <a:pt x="2816616" y="660467"/>
                  </a:lnTo>
                  <a:lnTo>
                    <a:pt x="2827746" y="656035"/>
                  </a:lnTo>
                  <a:lnTo>
                    <a:pt x="2831572" y="654512"/>
                  </a:lnTo>
                  <a:lnTo>
                    <a:pt x="2836093" y="652712"/>
                  </a:lnTo>
                  <a:lnTo>
                    <a:pt x="2836615" y="652504"/>
                  </a:lnTo>
                  <a:lnTo>
                    <a:pt x="2840093" y="651119"/>
                  </a:lnTo>
                  <a:lnTo>
                    <a:pt x="2844614" y="649319"/>
                  </a:lnTo>
                  <a:lnTo>
                    <a:pt x="2845657" y="648904"/>
                  </a:lnTo>
                  <a:lnTo>
                    <a:pt x="2848440" y="647796"/>
                  </a:lnTo>
                  <a:lnTo>
                    <a:pt x="2852092" y="646342"/>
                  </a:lnTo>
                  <a:lnTo>
                    <a:pt x="2852961" y="645996"/>
                  </a:lnTo>
                  <a:lnTo>
                    <a:pt x="2854874" y="645234"/>
                  </a:lnTo>
                  <a:lnTo>
                    <a:pt x="2863395" y="641841"/>
                  </a:lnTo>
                  <a:lnTo>
                    <a:pt x="2869655" y="639349"/>
                  </a:lnTo>
                  <a:lnTo>
                    <a:pt x="2871742" y="638518"/>
                  </a:lnTo>
                  <a:lnTo>
                    <a:pt x="2871916" y="638449"/>
                  </a:lnTo>
                  <a:lnTo>
                    <a:pt x="2875220" y="637133"/>
                  </a:lnTo>
                  <a:lnTo>
                    <a:pt x="2878872" y="635679"/>
                  </a:lnTo>
                  <a:lnTo>
                    <a:pt x="2883393" y="633879"/>
                  </a:lnTo>
                  <a:lnTo>
                    <a:pt x="2886871" y="632494"/>
                  </a:lnTo>
                  <a:lnTo>
                    <a:pt x="2892784" y="630140"/>
                  </a:lnTo>
                  <a:lnTo>
                    <a:pt x="2895044" y="629240"/>
                  </a:lnTo>
                  <a:lnTo>
                    <a:pt x="2895740" y="628963"/>
                  </a:lnTo>
                  <a:lnTo>
                    <a:pt x="2899913" y="627301"/>
                  </a:lnTo>
                  <a:lnTo>
                    <a:pt x="2901478" y="626678"/>
                  </a:lnTo>
                  <a:lnTo>
                    <a:pt x="2904435" y="625501"/>
                  </a:lnTo>
                  <a:lnTo>
                    <a:pt x="2904782" y="625363"/>
                  </a:lnTo>
                  <a:lnTo>
                    <a:pt x="2905130" y="625224"/>
                  </a:lnTo>
                  <a:lnTo>
                    <a:pt x="2906348" y="624740"/>
                  </a:lnTo>
                  <a:lnTo>
                    <a:pt x="2910347" y="623147"/>
                  </a:lnTo>
                  <a:lnTo>
                    <a:pt x="2911738" y="622593"/>
                  </a:lnTo>
                  <a:lnTo>
                    <a:pt x="2912260" y="622385"/>
                  </a:lnTo>
                  <a:lnTo>
                    <a:pt x="2914347" y="621555"/>
                  </a:lnTo>
                  <a:lnTo>
                    <a:pt x="2916086" y="620862"/>
                  </a:lnTo>
                  <a:lnTo>
                    <a:pt x="2919042" y="619685"/>
                  </a:lnTo>
                  <a:lnTo>
                    <a:pt x="2919564" y="619477"/>
                  </a:lnTo>
                  <a:lnTo>
                    <a:pt x="2923042" y="618093"/>
                  </a:lnTo>
                  <a:lnTo>
                    <a:pt x="2923216" y="618023"/>
                  </a:lnTo>
                  <a:lnTo>
                    <a:pt x="2926694" y="616639"/>
                  </a:lnTo>
                  <a:lnTo>
                    <a:pt x="2928433" y="615946"/>
                  </a:lnTo>
                  <a:lnTo>
                    <a:pt x="2928780" y="615808"/>
                  </a:lnTo>
                  <a:lnTo>
                    <a:pt x="2930693" y="615046"/>
                  </a:lnTo>
                  <a:lnTo>
                    <a:pt x="2934345" y="613592"/>
                  </a:lnTo>
                  <a:lnTo>
                    <a:pt x="2936258" y="612830"/>
                  </a:lnTo>
                  <a:lnTo>
                    <a:pt x="2938171" y="612069"/>
                  </a:lnTo>
                  <a:lnTo>
                    <a:pt x="2938345" y="612000"/>
                  </a:lnTo>
                  <a:lnTo>
                    <a:pt x="2940084" y="611307"/>
                  </a:lnTo>
                  <a:lnTo>
                    <a:pt x="2945474" y="609161"/>
                  </a:lnTo>
                  <a:lnTo>
                    <a:pt x="2949126" y="607707"/>
                  </a:lnTo>
                  <a:lnTo>
                    <a:pt x="2949300" y="607638"/>
                  </a:lnTo>
                  <a:lnTo>
                    <a:pt x="2949822" y="607430"/>
                  </a:lnTo>
                  <a:lnTo>
                    <a:pt x="2951909" y="606599"/>
                  </a:lnTo>
                  <a:lnTo>
                    <a:pt x="2952952" y="606184"/>
                  </a:lnTo>
                  <a:lnTo>
                    <a:pt x="2954517" y="605560"/>
                  </a:lnTo>
                  <a:lnTo>
                    <a:pt x="2956256" y="604868"/>
                  </a:lnTo>
                  <a:lnTo>
                    <a:pt x="2956604" y="604730"/>
                  </a:lnTo>
                  <a:lnTo>
                    <a:pt x="2957126" y="604522"/>
                  </a:lnTo>
                  <a:lnTo>
                    <a:pt x="2958517" y="603968"/>
                  </a:lnTo>
                  <a:lnTo>
                    <a:pt x="2958691" y="603899"/>
                  </a:lnTo>
                  <a:lnTo>
                    <a:pt x="2960256" y="603276"/>
                  </a:lnTo>
                  <a:lnTo>
                    <a:pt x="2960604" y="603137"/>
                  </a:lnTo>
                  <a:lnTo>
                    <a:pt x="2965820" y="601060"/>
                  </a:lnTo>
                  <a:lnTo>
                    <a:pt x="2967733" y="600298"/>
                  </a:lnTo>
                  <a:lnTo>
                    <a:pt x="2968081" y="600160"/>
                  </a:lnTo>
                  <a:lnTo>
                    <a:pt x="2968429" y="600021"/>
                  </a:lnTo>
                  <a:lnTo>
                    <a:pt x="2971037" y="598983"/>
                  </a:lnTo>
                  <a:lnTo>
                    <a:pt x="2972950" y="598221"/>
                  </a:lnTo>
                  <a:lnTo>
                    <a:pt x="2974689" y="597529"/>
                  </a:lnTo>
                  <a:lnTo>
                    <a:pt x="2978863" y="595867"/>
                  </a:lnTo>
                  <a:lnTo>
                    <a:pt x="2981123" y="594967"/>
                  </a:lnTo>
                  <a:lnTo>
                    <a:pt x="2981645" y="594759"/>
                  </a:lnTo>
                  <a:lnTo>
                    <a:pt x="2983036" y="594205"/>
                  </a:lnTo>
                  <a:lnTo>
                    <a:pt x="2984427" y="593651"/>
                  </a:lnTo>
                  <a:lnTo>
                    <a:pt x="2988253" y="592128"/>
                  </a:lnTo>
                  <a:lnTo>
                    <a:pt x="2990514" y="591228"/>
                  </a:lnTo>
                  <a:lnTo>
                    <a:pt x="3001643" y="586797"/>
                  </a:lnTo>
                  <a:lnTo>
                    <a:pt x="3005469" y="585274"/>
                  </a:lnTo>
                  <a:lnTo>
                    <a:pt x="3009990" y="583473"/>
                  </a:lnTo>
                  <a:lnTo>
                    <a:pt x="3010512" y="583266"/>
                  </a:lnTo>
                  <a:lnTo>
                    <a:pt x="3013990" y="581881"/>
                  </a:lnTo>
                  <a:lnTo>
                    <a:pt x="3019555" y="579665"/>
                  </a:lnTo>
                  <a:lnTo>
                    <a:pt x="3022337" y="578557"/>
                  </a:lnTo>
                  <a:lnTo>
                    <a:pt x="3025989" y="577103"/>
                  </a:lnTo>
                  <a:lnTo>
                    <a:pt x="3026858" y="576757"/>
                  </a:lnTo>
                  <a:lnTo>
                    <a:pt x="3028771" y="575996"/>
                  </a:lnTo>
                  <a:lnTo>
                    <a:pt x="3037292" y="572603"/>
                  </a:lnTo>
                  <a:lnTo>
                    <a:pt x="3043553" y="570110"/>
                  </a:lnTo>
                  <a:lnTo>
                    <a:pt x="3045639" y="569279"/>
                  </a:lnTo>
                  <a:lnTo>
                    <a:pt x="3045813" y="569210"/>
                  </a:lnTo>
                  <a:lnTo>
                    <a:pt x="3049117" y="567895"/>
                  </a:lnTo>
                  <a:lnTo>
                    <a:pt x="3052769" y="566441"/>
                  </a:lnTo>
                  <a:lnTo>
                    <a:pt x="3057291" y="564640"/>
                  </a:lnTo>
                  <a:lnTo>
                    <a:pt x="3060768" y="563256"/>
                  </a:lnTo>
                  <a:lnTo>
                    <a:pt x="3066681" y="560902"/>
                  </a:lnTo>
                  <a:lnTo>
                    <a:pt x="3068942" y="560001"/>
                  </a:lnTo>
                  <a:lnTo>
                    <a:pt x="3069637" y="559724"/>
                  </a:lnTo>
                  <a:lnTo>
                    <a:pt x="3073811" y="558063"/>
                  </a:lnTo>
                  <a:lnTo>
                    <a:pt x="3075376" y="557440"/>
                  </a:lnTo>
                  <a:lnTo>
                    <a:pt x="3078332" y="556263"/>
                  </a:lnTo>
                  <a:lnTo>
                    <a:pt x="3078680" y="556124"/>
                  </a:lnTo>
                  <a:lnTo>
                    <a:pt x="3079028" y="555986"/>
                  </a:lnTo>
                  <a:lnTo>
                    <a:pt x="3080245" y="555501"/>
                  </a:lnTo>
                  <a:lnTo>
                    <a:pt x="3084245" y="553908"/>
                  </a:lnTo>
                  <a:lnTo>
                    <a:pt x="3085636" y="553355"/>
                  </a:lnTo>
                  <a:lnTo>
                    <a:pt x="3086157" y="553147"/>
                  </a:lnTo>
                  <a:lnTo>
                    <a:pt x="3088244" y="552316"/>
                  </a:lnTo>
                  <a:lnTo>
                    <a:pt x="3089983" y="551624"/>
                  </a:lnTo>
                  <a:lnTo>
                    <a:pt x="3092939" y="550446"/>
                  </a:lnTo>
                  <a:lnTo>
                    <a:pt x="3093461" y="550239"/>
                  </a:lnTo>
                  <a:lnTo>
                    <a:pt x="3096939" y="548854"/>
                  </a:lnTo>
                  <a:lnTo>
                    <a:pt x="3097113" y="548785"/>
                  </a:lnTo>
                  <a:lnTo>
                    <a:pt x="3100591" y="547400"/>
                  </a:lnTo>
                  <a:lnTo>
                    <a:pt x="3102330" y="546708"/>
                  </a:lnTo>
                  <a:lnTo>
                    <a:pt x="3102678" y="546569"/>
                  </a:lnTo>
                  <a:lnTo>
                    <a:pt x="3104591" y="545807"/>
                  </a:lnTo>
                  <a:lnTo>
                    <a:pt x="3108242" y="544353"/>
                  </a:lnTo>
                  <a:lnTo>
                    <a:pt x="3110155" y="543592"/>
                  </a:lnTo>
                  <a:lnTo>
                    <a:pt x="3112068" y="542830"/>
                  </a:lnTo>
                  <a:lnTo>
                    <a:pt x="3112242" y="542761"/>
                  </a:lnTo>
                  <a:lnTo>
                    <a:pt x="3113807" y="542138"/>
                  </a:lnTo>
                  <a:lnTo>
                    <a:pt x="3113981" y="542069"/>
                  </a:lnTo>
                  <a:lnTo>
                    <a:pt x="3119372" y="539922"/>
                  </a:lnTo>
                  <a:lnTo>
                    <a:pt x="3123024" y="538468"/>
                  </a:lnTo>
                  <a:lnTo>
                    <a:pt x="3123198" y="538399"/>
                  </a:lnTo>
                  <a:lnTo>
                    <a:pt x="3123719" y="538191"/>
                  </a:lnTo>
                  <a:lnTo>
                    <a:pt x="3125806" y="537360"/>
                  </a:lnTo>
                  <a:lnTo>
                    <a:pt x="3126849" y="536945"/>
                  </a:lnTo>
                  <a:lnTo>
                    <a:pt x="3128415" y="536322"/>
                  </a:lnTo>
                  <a:lnTo>
                    <a:pt x="3130154" y="535629"/>
                  </a:lnTo>
                  <a:lnTo>
                    <a:pt x="3130501" y="535491"/>
                  </a:lnTo>
                  <a:lnTo>
                    <a:pt x="3131023" y="535283"/>
                  </a:lnTo>
                  <a:lnTo>
                    <a:pt x="3132414" y="534729"/>
                  </a:lnTo>
                  <a:lnTo>
                    <a:pt x="3132588" y="534660"/>
                  </a:lnTo>
                  <a:lnTo>
                    <a:pt x="3134153" y="534037"/>
                  </a:lnTo>
                  <a:lnTo>
                    <a:pt x="3134501" y="533898"/>
                  </a:lnTo>
                  <a:lnTo>
                    <a:pt x="3139718" y="531821"/>
                  </a:lnTo>
                  <a:lnTo>
                    <a:pt x="3141631" y="531060"/>
                  </a:lnTo>
                  <a:lnTo>
                    <a:pt x="3141979" y="530921"/>
                  </a:lnTo>
                  <a:lnTo>
                    <a:pt x="3142326" y="530783"/>
                  </a:lnTo>
                  <a:lnTo>
                    <a:pt x="3144935" y="529744"/>
                  </a:lnTo>
                  <a:lnTo>
                    <a:pt x="3146848" y="528983"/>
                  </a:lnTo>
                  <a:lnTo>
                    <a:pt x="3148587" y="528290"/>
                  </a:lnTo>
                  <a:lnTo>
                    <a:pt x="3152760" y="526628"/>
                  </a:lnTo>
                  <a:lnTo>
                    <a:pt x="3155021" y="525728"/>
                  </a:lnTo>
                  <a:lnTo>
                    <a:pt x="3155543" y="525521"/>
                  </a:lnTo>
                  <a:lnTo>
                    <a:pt x="3156934" y="524967"/>
                  </a:lnTo>
                  <a:lnTo>
                    <a:pt x="3158325" y="524413"/>
                  </a:lnTo>
                  <a:lnTo>
                    <a:pt x="3162151" y="522890"/>
                  </a:lnTo>
                  <a:lnTo>
                    <a:pt x="3164411" y="521989"/>
                  </a:lnTo>
                  <a:lnTo>
                    <a:pt x="3175541" y="517558"/>
                  </a:lnTo>
                  <a:lnTo>
                    <a:pt x="3179367" y="516035"/>
                  </a:lnTo>
                  <a:lnTo>
                    <a:pt x="3183888" y="514235"/>
                  </a:lnTo>
                  <a:lnTo>
                    <a:pt x="3184410" y="514027"/>
                  </a:lnTo>
                  <a:lnTo>
                    <a:pt x="3187888" y="512642"/>
                  </a:lnTo>
                  <a:lnTo>
                    <a:pt x="3192409" y="510842"/>
                  </a:lnTo>
                  <a:lnTo>
                    <a:pt x="3193452" y="510427"/>
                  </a:lnTo>
                  <a:lnTo>
                    <a:pt x="3196235" y="509319"/>
                  </a:lnTo>
                  <a:lnTo>
                    <a:pt x="3199886" y="507865"/>
                  </a:lnTo>
                  <a:lnTo>
                    <a:pt x="3200756" y="507519"/>
                  </a:lnTo>
                  <a:lnTo>
                    <a:pt x="3202669" y="506757"/>
                  </a:lnTo>
                  <a:lnTo>
                    <a:pt x="3211190" y="503364"/>
                  </a:lnTo>
                  <a:lnTo>
                    <a:pt x="3217450" y="500872"/>
                  </a:lnTo>
                  <a:lnTo>
                    <a:pt x="3219537" y="500041"/>
                  </a:lnTo>
                  <a:lnTo>
                    <a:pt x="3219711" y="499972"/>
                  </a:lnTo>
                  <a:lnTo>
                    <a:pt x="3223015" y="498656"/>
                  </a:lnTo>
                  <a:lnTo>
                    <a:pt x="3226667" y="497202"/>
                  </a:lnTo>
                  <a:lnTo>
                    <a:pt x="3231188" y="495402"/>
                  </a:lnTo>
                  <a:lnTo>
                    <a:pt x="3234666" y="494017"/>
                  </a:lnTo>
                  <a:lnTo>
                    <a:pt x="3240578" y="491663"/>
                  </a:lnTo>
                  <a:lnTo>
                    <a:pt x="3242839" y="490763"/>
                  </a:lnTo>
                  <a:lnTo>
                    <a:pt x="3243535" y="490486"/>
                  </a:lnTo>
                  <a:lnTo>
                    <a:pt x="3247708" y="488824"/>
                  </a:lnTo>
                  <a:lnTo>
                    <a:pt x="3249273" y="488201"/>
                  </a:lnTo>
                  <a:lnTo>
                    <a:pt x="3252230" y="487024"/>
                  </a:lnTo>
                  <a:lnTo>
                    <a:pt x="3252577" y="486885"/>
                  </a:lnTo>
                  <a:lnTo>
                    <a:pt x="3252925" y="486747"/>
                  </a:lnTo>
                  <a:lnTo>
                    <a:pt x="3254142" y="486262"/>
                  </a:lnTo>
                  <a:lnTo>
                    <a:pt x="3258142" y="484670"/>
                  </a:lnTo>
                  <a:lnTo>
                    <a:pt x="3259533" y="484116"/>
                  </a:lnTo>
                  <a:lnTo>
                    <a:pt x="3260055" y="483908"/>
                  </a:lnTo>
                  <a:lnTo>
                    <a:pt x="3262142" y="483077"/>
                  </a:lnTo>
                  <a:lnTo>
                    <a:pt x="3263881" y="482385"/>
                  </a:lnTo>
                  <a:lnTo>
                    <a:pt x="3266837" y="481208"/>
                  </a:lnTo>
                  <a:lnTo>
                    <a:pt x="3267359" y="481000"/>
                  </a:lnTo>
                  <a:lnTo>
                    <a:pt x="3270837" y="479615"/>
                  </a:lnTo>
                  <a:lnTo>
                    <a:pt x="3271010" y="479546"/>
                  </a:lnTo>
                  <a:lnTo>
                    <a:pt x="3274488" y="478161"/>
                  </a:lnTo>
                  <a:lnTo>
                    <a:pt x="3276227" y="477469"/>
                  </a:lnTo>
                  <a:lnTo>
                    <a:pt x="3276575" y="477331"/>
                  </a:lnTo>
                  <a:lnTo>
                    <a:pt x="3278488" y="476569"/>
                  </a:lnTo>
                  <a:lnTo>
                    <a:pt x="3282140" y="475115"/>
                  </a:lnTo>
                  <a:lnTo>
                    <a:pt x="3284053" y="474353"/>
                  </a:lnTo>
                  <a:lnTo>
                    <a:pt x="3285966" y="473592"/>
                  </a:lnTo>
                  <a:lnTo>
                    <a:pt x="3286140" y="473522"/>
                  </a:lnTo>
                  <a:lnTo>
                    <a:pt x="3287705" y="472899"/>
                  </a:lnTo>
                  <a:lnTo>
                    <a:pt x="3287879" y="472830"/>
                  </a:lnTo>
                  <a:lnTo>
                    <a:pt x="3293269" y="470684"/>
                  </a:lnTo>
                  <a:lnTo>
                    <a:pt x="3296921" y="469230"/>
                  </a:lnTo>
                  <a:lnTo>
                    <a:pt x="3297095" y="469160"/>
                  </a:lnTo>
                  <a:lnTo>
                    <a:pt x="3297617" y="468953"/>
                  </a:lnTo>
                  <a:lnTo>
                    <a:pt x="3299704" y="468122"/>
                  </a:lnTo>
                  <a:lnTo>
                    <a:pt x="3300747" y="467706"/>
                  </a:lnTo>
                  <a:lnTo>
                    <a:pt x="3302312" y="467083"/>
                  </a:lnTo>
                  <a:lnTo>
                    <a:pt x="3304051" y="466391"/>
                  </a:lnTo>
                  <a:lnTo>
                    <a:pt x="3304399" y="466252"/>
                  </a:lnTo>
                  <a:lnTo>
                    <a:pt x="3304920" y="466045"/>
                  </a:lnTo>
                  <a:lnTo>
                    <a:pt x="3306312" y="465491"/>
                  </a:lnTo>
                  <a:lnTo>
                    <a:pt x="3306486" y="465421"/>
                  </a:lnTo>
                  <a:lnTo>
                    <a:pt x="3308051" y="464798"/>
                  </a:lnTo>
                  <a:lnTo>
                    <a:pt x="3308398" y="464660"/>
                  </a:lnTo>
                  <a:lnTo>
                    <a:pt x="3313615" y="462583"/>
                  </a:lnTo>
                  <a:lnTo>
                    <a:pt x="3315528" y="461821"/>
                  </a:lnTo>
                  <a:lnTo>
                    <a:pt x="3315876" y="461683"/>
                  </a:lnTo>
                  <a:lnTo>
                    <a:pt x="3316224" y="461544"/>
                  </a:lnTo>
                  <a:lnTo>
                    <a:pt x="3318832" y="460506"/>
                  </a:lnTo>
                  <a:lnTo>
                    <a:pt x="3320745" y="459744"/>
                  </a:lnTo>
                  <a:lnTo>
                    <a:pt x="3322484" y="459052"/>
                  </a:lnTo>
                  <a:lnTo>
                    <a:pt x="3326658" y="457390"/>
                  </a:lnTo>
                  <a:lnTo>
                    <a:pt x="3328918" y="456490"/>
                  </a:lnTo>
                  <a:lnTo>
                    <a:pt x="3329440" y="456282"/>
                  </a:lnTo>
                  <a:lnTo>
                    <a:pt x="3330831" y="455728"/>
                  </a:lnTo>
                  <a:lnTo>
                    <a:pt x="3332222" y="455174"/>
                  </a:lnTo>
                  <a:lnTo>
                    <a:pt x="3336048" y="453651"/>
                  </a:lnTo>
                  <a:lnTo>
                    <a:pt x="3338309" y="452751"/>
                  </a:lnTo>
                  <a:lnTo>
                    <a:pt x="3349438" y="448320"/>
                  </a:lnTo>
                  <a:lnTo>
                    <a:pt x="3353264" y="446796"/>
                  </a:lnTo>
                  <a:lnTo>
                    <a:pt x="3357785" y="444996"/>
                  </a:lnTo>
                  <a:lnTo>
                    <a:pt x="3358307" y="444788"/>
                  </a:lnTo>
                  <a:lnTo>
                    <a:pt x="3361785" y="443404"/>
                  </a:lnTo>
                  <a:lnTo>
                    <a:pt x="3366306" y="441603"/>
                  </a:lnTo>
                  <a:lnTo>
                    <a:pt x="3367350" y="441188"/>
                  </a:lnTo>
                  <a:lnTo>
                    <a:pt x="3370132" y="440080"/>
                  </a:lnTo>
                  <a:lnTo>
                    <a:pt x="3373784" y="438626"/>
                  </a:lnTo>
                  <a:lnTo>
                    <a:pt x="3376566" y="437518"/>
                  </a:lnTo>
                  <a:lnTo>
                    <a:pt x="3385087" y="434126"/>
                  </a:lnTo>
                  <a:lnTo>
                    <a:pt x="3391348" y="431633"/>
                  </a:lnTo>
                  <a:lnTo>
                    <a:pt x="3393434" y="430802"/>
                  </a:lnTo>
                  <a:lnTo>
                    <a:pt x="3393608" y="430733"/>
                  </a:lnTo>
                  <a:lnTo>
                    <a:pt x="3396912" y="429417"/>
                  </a:lnTo>
                  <a:lnTo>
                    <a:pt x="3400564" y="427963"/>
                  </a:lnTo>
                  <a:lnTo>
                    <a:pt x="3405085" y="426163"/>
                  </a:lnTo>
                  <a:lnTo>
                    <a:pt x="3408563" y="424778"/>
                  </a:lnTo>
                  <a:lnTo>
                    <a:pt x="3414476" y="422424"/>
                  </a:lnTo>
                  <a:lnTo>
                    <a:pt x="3416737" y="421524"/>
                  </a:lnTo>
                  <a:lnTo>
                    <a:pt x="3417432" y="421247"/>
                  </a:lnTo>
                  <a:lnTo>
                    <a:pt x="3421606" y="419586"/>
                  </a:lnTo>
                  <a:lnTo>
                    <a:pt x="3423171" y="418962"/>
                  </a:lnTo>
                  <a:lnTo>
                    <a:pt x="3426127" y="417785"/>
                  </a:lnTo>
                  <a:lnTo>
                    <a:pt x="3426475" y="417647"/>
                  </a:lnTo>
                  <a:lnTo>
                    <a:pt x="3426823" y="417508"/>
                  </a:lnTo>
                  <a:lnTo>
                    <a:pt x="3428040" y="417024"/>
                  </a:lnTo>
                  <a:lnTo>
                    <a:pt x="3432040" y="415431"/>
                  </a:lnTo>
                  <a:lnTo>
                    <a:pt x="3433431" y="414877"/>
                  </a:lnTo>
                  <a:lnTo>
                    <a:pt x="3433952" y="414670"/>
                  </a:lnTo>
                  <a:lnTo>
                    <a:pt x="3436039" y="413839"/>
                  </a:lnTo>
                  <a:lnTo>
                    <a:pt x="3437778" y="413146"/>
                  </a:lnTo>
                  <a:lnTo>
                    <a:pt x="3440734" y="411969"/>
                  </a:lnTo>
                  <a:lnTo>
                    <a:pt x="3441256" y="411762"/>
                  </a:lnTo>
                  <a:lnTo>
                    <a:pt x="3444734" y="410377"/>
                  </a:lnTo>
                  <a:lnTo>
                    <a:pt x="3444908" y="410308"/>
                  </a:lnTo>
                  <a:lnTo>
                    <a:pt x="3448386" y="408923"/>
                  </a:lnTo>
                  <a:lnTo>
                    <a:pt x="3450125" y="408230"/>
                  </a:lnTo>
                  <a:lnTo>
                    <a:pt x="3450473" y="408092"/>
                  </a:lnTo>
                  <a:lnTo>
                    <a:pt x="3452386" y="407330"/>
                  </a:lnTo>
                  <a:lnTo>
                    <a:pt x="3456037" y="405876"/>
                  </a:lnTo>
                  <a:lnTo>
                    <a:pt x="3457950" y="405115"/>
                  </a:lnTo>
                  <a:lnTo>
                    <a:pt x="3459863" y="404353"/>
                  </a:lnTo>
                  <a:lnTo>
                    <a:pt x="3460037" y="404284"/>
                  </a:lnTo>
                  <a:lnTo>
                    <a:pt x="3461602" y="403661"/>
                  </a:lnTo>
                  <a:lnTo>
                    <a:pt x="3461776" y="403591"/>
                  </a:lnTo>
                  <a:lnTo>
                    <a:pt x="3467167" y="401445"/>
                  </a:lnTo>
                  <a:lnTo>
                    <a:pt x="3470819" y="399991"/>
                  </a:lnTo>
                  <a:lnTo>
                    <a:pt x="3470993" y="399922"/>
                  </a:lnTo>
                  <a:lnTo>
                    <a:pt x="3471514" y="399714"/>
                  </a:lnTo>
                  <a:lnTo>
                    <a:pt x="3473601" y="398883"/>
                  </a:lnTo>
                  <a:lnTo>
                    <a:pt x="3474644" y="398468"/>
                  </a:lnTo>
                  <a:lnTo>
                    <a:pt x="3476209" y="397845"/>
                  </a:lnTo>
                  <a:lnTo>
                    <a:pt x="3477948" y="397152"/>
                  </a:lnTo>
                  <a:lnTo>
                    <a:pt x="3478296" y="397014"/>
                  </a:lnTo>
                  <a:lnTo>
                    <a:pt x="3478818" y="396806"/>
                  </a:lnTo>
                  <a:lnTo>
                    <a:pt x="3480209" y="396252"/>
                  </a:lnTo>
                  <a:lnTo>
                    <a:pt x="3480383" y="396183"/>
                  </a:lnTo>
                  <a:lnTo>
                    <a:pt x="3481948" y="395560"/>
                  </a:lnTo>
                  <a:lnTo>
                    <a:pt x="3482296" y="395421"/>
                  </a:lnTo>
                  <a:lnTo>
                    <a:pt x="3487513" y="393344"/>
                  </a:lnTo>
                  <a:lnTo>
                    <a:pt x="3489426" y="392582"/>
                  </a:lnTo>
                  <a:lnTo>
                    <a:pt x="3489773" y="392444"/>
                  </a:lnTo>
                  <a:lnTo>
                    <a:pt x="3490121" y="392305"/>
                  </a:lnTo>
                  <a:lnTo>
                    <a:pt x="3492730" y="391267"/>
                  </a:lnTo>
                  <a:lnTo>
                    <a:pt x="3494643" y="390505"/>
                  </a:lnTo>
                  <a:lnTo>
                    <a:pt x="3496382" y="389813"/>
                  </a:lnTo>
                  <a:lnTo>
                    <a:pt x="3500555" y="388151"/>
                  </a:lnTo>
                  <a:lnTo>
                    <a:pt x="3502816" y="387251"/>
                  </a:lnTo>
                  <a:lnTo>
                    <a:pt x="3503337" y="387043"/>
                  </a:lnTo>
                  <a:lnTo>
                    <a:pt x="3504729" y="386489"/>
                  </a:lnTo>
                  <a:lnTo>
                    <a:pt x="3506120" y="385936"/>
                  </a:lnTo>
                  <a:lnTo>
                    <a:pt x="3509946" y="384412"/>
                  </a:lnTo>
                  <a:lnTo>
                    <a:pt x="3512206" y="383512"/>
                  </a:lnTo>
                  <a:lnTo>
                    <a:pt x="3523336" y="379081"/>
                  </a:lnTo>
                  <a:lnTo>
                    <a:pt x="3527161" y="377558"/>
                  </a:lnTo>
                  <a:lnTo>
                    <a:pt x="3531683" y="375757"/>
                  </a:lnTo>
                  <a:lnTo>
                    <a:pt x="3532204" y="375550"/>
                  </a:lnTo>
                  <a:lnTo>
                    <a:pt x="3535682" y="374165"/>
                  </a:lnTo>
                  <a:lnTo>
                    <a:pt x="3540204" y="372365"/>
                  </a:lnTo>
                  <a:lnTo>
                    <a:pt x="3541247" y="371949"/>
                  </a:lnTo>
                  <a:lnTo>
                    <a:pt x="3544029" y="370842"/>
                  </a:lnTo>
                  <a:lnTo>
                    <a:pt x="3547681" y="369388"/>
                  </a:lnTo>
                  <a:lnTo>
                    <a:pt x="3548551" y="369041"/>
                  </a:lnTo>
                  <a:lnTo>
                    <a:pt x="3550464" y="368280"/>
                  </a:lnTo>
                  <a:lnTo>
                    <a:pt x="3558985" y="364887"/>
                  </a:lnTo>
                  <a:lnTo>
                    <a:pt x="3565245" y="362394"/>
                  </a:lnTo>
                  <a:lnTo>
                    <a:pt x="3567332" y="361564"/>
                  </a:lnTo>
                  <a:lnTo>
                    <a:pt x="3567506" y="361494"/>
                  </a:lnTo>
                  <a:lnTo>
                    <a:pt x="3570810" y="360179"/>
                  </a:lnTo>
                  <a:lnTo>
                    <a:pt x="3574462" y="358725"/>
                  </a:lnTo>
                  <a:lnTo>
                    <a:pt x="3578983" y="356925"/>
                  </a:lnTo>
                  <a:lnTo>
                    <a:pt x="3582461" y="355540"/>
                  </a:lnTo>
                  <a:lnTo>
                    <a:pt x="3588373" y="353186"/>
                  </a:lnTo>
                  <a:lnTo>
                    <a:pt x="3590634" y="352286"/>
                  </a:lnTo>
                  <a:lnTo>
                    <a:pt x="3591330" y="352009"/>
                  </a:lnTo>
                  <a:lnTo>
                    <a:pt x="3595503" y="350347"/>
                  </a:lnTo>
                  <a:lnTo>
                    <a:pt x="3597068" y="349724"/>
                  </a:lnTo>
                  <a:lnTo>
                    <a:pt x="3600024" y="348547"/>
                  </a:lnTo>
                  <a:lnTo>
                    <a:pt x="3600372" y="348408"/>
                  </a:lnTo>
                  <a:lnTo>
                    <a:pt x="3600720" y="348270"/>
                  </a:lnTo>
                  <a:lnTo>
                    <a:pt x="3601937" y="347785"/>
                  </a:lnTo>
                  <a:lnTo>
                    <a:pt x="3605937" y="346193"/>
                  </a:lnTo>
                  <a:lnTo>
                    <a:pt x="3607328" y="345639"/>
                  </a:lnTo>
                  <a:lnTo>
                    <a:pt x="3607850" y="345431"/>
                  </a:lnTo>
                  <a:lnTo>
                    <a:pt x="3609937" y="344600"/>
                  </a:lnTo>
                  <a:lnTo>
                    <a:pt x="3611676" y="343908"/>
                  </a:lnTo>
                  <a:lnTo>
                    <a:pt x="3614632" y="342731"/>
                  </a:lnTo>
                  <a:lnTo>
                    <a:pt x="3615154" y="342523"/>
                  </a:lnTo>
                  <a:lnTo>
                    <a:pt x="3618631" y="341138"/>
                  </a:lnTo>
                  <a:lnTo>
                    <a:pt x="3618805" y="341069"/>
                  </a:lnTo>
                  <a:lnTo>
                    <a:pt x="3622283" y="339684"/>
                  </a:lnTo>
                  <a:lnTo>
                    <a:pt x="3624022" y="338992"/>
                  </a:lnTo>
                  <a:lnTo>
                    <a:pt x="3624370" y="338853"/>
                  </a:lnTo>
                  <a:lnTo>
                    <a:pt x="3626283" y="338092"/>
                  </a:lnTo>
                  <a:lnTo>
                    <a:pt x="3629935" y="336638"/>
                  </a:lnTo>
                  <a:lnTo>
                    <a:pt x="3631848" y="335876"/>
                  </a:lnTo>
                  <a:lnTo>
                    <a:pt x="3633761" y="335114"/>
                  </a:lnTo>
                  <a:lnTo>
                    <a:pt x="3633934" y="335045"/>
                  </a:lnTo>
                  <a:lnTo>
                    <a:pt x="3635500" y="334422"/>
                  </a:lnTo>
                  <a:lnTo>
                    <a:pt x="3635673" y="334353"/>
                  </a:lnTo>
                  <a:lnTo>
                    <a:pt x="3641064" y="332206"/>
                  </a:lnTo>
                  <a:lnTo>
                    <a:pt x="3644716" y="330752"/>
                  </a:lnTo>
                  <a:lnTo>
                    <a:pt x="3644890" y="330683"/>
                  </a:lnTo>
                  <a:lnTo>
                    <a:pt x="3645412" y="330475"/>
                  </a:lnTo>
                  <a:lnTo>
                    <a:pt x="3647498" y="329645"/>
                  </a:lnTo>
                  <a:lnTo>
                    <a:pt x="3648542" y="329229"/>
                  </a:lnTo>
                  <a:lnTo>
                    <a:pt x="3650107" y="328606"/>
                  </a:lnTo>
                  <a:lnTo>
                    <a:pt x="3651846" y="327914"/>
                  </a:lnTo>
                  <a:lnTo>
                    <a:pt x="3652194" y="327775"/>
                  </a:lnTo>
                  <a:lnTo>
                    <a:pt x="3652715" y="327567"/>
                  </a:lnTo>
                  <a:lnTo>
                    <a:pt x="3654107" y="327013"/>
                  </a:lnTo>
                  <a:lnTo>
                    <a:pt x="3654280" y="326944"/>
                  </a:lnTo>
                  <a:lnTo>
                    <a:pt x="3655846" y="326321"/>
                  </a:lnTo>
                  <a:lnTo>
                    <a:pt x="3656193" y="326183"/>
                  </a:lnTo>
                  <a:lnTo>
                    <a:pt x="3661410" y="324105"/>
                  </a:lnTo>
                  <a:lnTo>
                    <a:pt x="3663323" y="323344"/>
                  </a:lnTo>
                  <a:lnTo>
                    <a:pt x="3663671" y="323205"/>
                  </a:lnTo>
                  <a:lnTo>
                    <a:pt x="3664019" y="323067"/>
                  </a:lnTo>
                  <a:lnTo>
                    <a:pt x="3666627" y="322028"/>
                  </a:lnTo>
                  <a:lnTo>
                    <a:pt x="3668540" y="321267"/>
                  </a:lnTo>
                  <a:lnTo>
                    <a:pt x="3670279" y="320574"/>
                  </a:lnTo>
                  <a:lnTo>
                    <a:pt x="3674453" y="318913"/>
                  </a:lnTo>
                  <a:lnTo>
                    <a:pt x="3676713" y="318012"/>
                  </a:lnTo>
                  <a:lnTo>
                    <a:pt x="3677235" y="317805"/>
                  </a:lnTo>
                  <a:lnTo>
                    <a:pt x="3678626" y="317251"/>
                  </a:lnTo>
                  <a:lnTo>
                    <a:pt x="3680017" y="316697"/>
                  </a:lnTo>
                  <a:lnTo>
                    <a:pt x="3683843" y="315174"/>
                  </a:lnTo>
                  <a:lnTo>
                    <a:pt x="3686104" y="314274"/>
                  </a:lnTo>
                  <a:lnTo>
                    <a:pt x="3697233" y="309842"/>
                  </a:lnTo>
                  <a:lnTo>
                    <a:pt x="3701059" y="308319"/>
                  </a:lnTo>
                  <a:lnTo>
                    <a:pt x="3705580" y="306519"/>
                  </a:lnTo>
                  <a:lnTo>
                    <a:pt x="3706102" y="306311"/>
                  </a:lnTo>
                  <a:lnTo>
                    <a:pt x="3709580" y="304926"/>
                  </a:lnTo>
                  <a:lnTo>
                    <a:pt x="3714101" y="303126"/>
                  </a:lnTo>
                  <a:lnTo>
                    <a:pt x="3715145" y="302711"/>
                  </a:lnTo>
                  <a:lnTo>
                    <a:pt x="3717927" y="301603"/>
                  </a:lnTo>
                  <a:lnTo>
                    <a:pt x="3721579" y="300149"/>
                  </a:lnTo>
                  <a:lnTo>
                    <a:pt x="3722448" y="299803"/>
                  </a:lnTo>
                  <a:lnTo>
                    <a:pt x="3724361" y="299041"/>
                  </a:lnTo>
                  <a:lnTo>
                    <a:pt x="3732882" y="295648"/>
                  </a:lnTo>
                  <a:lnTo>
                    <a:pt x="3739142" y="293156"/>
                  </a:lnTo>
                  <a:lnTo>
                    <a:pt x="3741403" y="292256"/>
                  </a:lnTo>
                  <a:lnTo>
                    <a:pt x="3744707" y="290940"/>
                  </a:lnTo>
                  <a:lnTo>
                    <a:pt x="3748359" y="289486"/>
                  </a:lnTo>
                  <a:lnTo>
                    <a:pt x="3752880" y="287686"/>
                  </a:lnTo>
                  <a:lnTo>
                    <a:pt x="3756358" y="286301"/>
                  </a:lnTo>
                  <a:lnTo>
                    <a:pt x="3762271" y="283947"/>
                  </a:lnTo>
                  <a:lnTo>
                    <a:pt x="3764531" y="283047"/>
                  </a:lnTo>
                  <a:lnTo>
                    <a:pt x="3765227" y="282770"/>
                  </a:lnTo>
                  <a:lnTo>
                    <a:pt x="3769401" y="281108"/>
                  </a:lnTo>
                  <a:lnTo>
                    <a:pt x="3770966" y="280485"/>
                  </a:lnTo>
                  <a:lnTo>
                    <a:pt x="3773922" y="279308"/>
                  </a:lnTo>
                  <a:lnTo>
                    <a:pt x="3774270" y="279170"/>
                  </a:lnTo>
                  <a:lnTo>
                    <a:pt x="3774617" y="279031"/>
                  </a:lnTo>
                  <a:lnTo>
                    <a:pt x="3775835" y="278546"/>
                  </a:lnTo>
                  <a:lnTo>
                    <a:pt x="3779834" y="276954"/>
                  </a:lnTo>
                  <a:lnTo>
                    <a:pt x="3781226" y="276400"/>
                  </a:lnTo>
                  <a:lnTo>
                    <a:pt x="3781747" y="276192"/>
                  </a:lnTo>
                  <a:lnTo>
                    <a:pt x="3783834" y="275361"/>
                  </a:lnTo>
                  <a:lnTo>
                    <a:pt x="3785573" y="274669"/>
                  </a:lnTo>
                  <a:lnTo>
                    <a:pt x="3788529" y="273492"/>
                  </a:lnTo>
                  <a:lnTo>
                    <a:pt x="3789051" y="273284"/>
                  </a:lnTo>
                  <a:lnTo>
                    <a:pt x="3792529" y="271900"/>
                  </a:lnTo>
                  <a:lnTo>
                    <a:pt x="3792703" y="271830"/>
                  </a:lnTo>
                  <a:lnTo>
                    <a:pt x="3796181" y="270446"/>
                  </a:lnTo>
                  <a:lnTo>
                    <a:pt x="3797920" y="269753"/>
                  </a:lnTo>
                  <a:lnTo>
                    <a:pt x="3798268" y="269615"/>
                  </a:lnTo>
                  <a:lnTo>
                    <a:pt x="3800180" y="268853"/>
                  </a:lnTo>
                  <a:lnTo>
                    <a:pt x="3803832" y="267399"/>
                  </a:lnTo>
                  <a:lnTo>
                    <a:pt x="3805745" y="266637"/>
                  </a:lnTo>
                  <a:lnTo>
                    <a:pt x="3807658" y="265876"/>
                  </a:lnTo>
                  <a:lnTo>
                    <a:pt x="3807832" y="265807"/>
                  </a:lnTo>
                  <a:lnTo>
                    <a:pt x="3809397" y="265183"/>
                  </a:lnTo>
                  <a:lnTo>
                    <a:pt x="3809571" y="265114"/>
                  </a:lnTo>
                  <a:lnTo>
                    <a:pt x="3814962" y="262968"/>
                  </a:lnTo>
                  <a:lnTo>
                    <a:pt x="3818614" y="261514"/>
                  </a:lnTo>
                  <a:lnTo>
                    <a:pt x="3818787" y="261445"/>
                  </a:lnTo>
                  <a:lnTo>
                    <a:pt x="3819309" y="261237"/>
                  </a:lnTo>
                  <a:lnTo>
                    <a:pt x="3821396" y="260406"/>
                  </a:lnTo>
                  <a:lnTo>
                    <a:pt x="3822439" y="259990"/>
                  </a:lnTo>
                  <a:lnTo>
                    <a:pt x="3824004" y="259367"/>
                  </a:lnTo>
                  <a:lnTo>
                    <a:pt x="3825743" y="258675"/>
                  </a:lnTo>
                  <a:lnTo>
                    <a:pt x="3826091" y="258536"/>
                  </a:lnTo>
                  <a:lnTo>
                    <a:pt x="3826613" y="258329"/>
                  </a:lnTo>
                  <a:lnTo>
                    <a:pt x="3828004" y="257775"/>
                  </a:lnTo>
                  <a:lnTo>
                    <a:pt x="3828178" y="257706"/>
                  </a:lnTo>
                  <a:lnTo>
                    <a:pt x="3829743" y="257082"/>
                  </a:lnTo>
                  <a:lnTo>
                    <a:pt x="3830091" y="256944"/>
                  </a:lnTo>
                  <a:lnTo>
                    <a:pt x="3835308" y="254867"/>
                  </a:lnTo>
                  <a:lnTo>
                    <a:pt x="3837221" y="254105"/>
                  </a:lnTo>
                  <a:lnTo>
                    <a:pt x="3837568" y="253967"/>
                  </a:lnTo>
                  <a:lnTo>
                    <a:pt x="3837916" y="253828"/>
                  </a:lnTo>
                  <a:lnTo>
                    <a:pt x="3840525" y="252790"/>
                  </a:lnTo>
                  <a:lnTo>
                    <a:pt x="3842437" y="252028"/>
                  </a:lnTo>
                  <a:lnTo>
                    <a:pt x="3844176" y="251336"/>
                  </a:lnTo>
                  <a:lnTo>
                    <a:pt x="3848350" y="249674"/>
                  </a:lnTo>
                  <a:lnTo>
                    <a:pt x="3850611" y="248774"/>
                  </a:lnTo>
                  <a:lnTo>
                    <a:pt x="3851132" y="248566"/>
                  </a:lnTo>
                  <a:lnTo>
                    <a:pt x="3852524" y="248012"/>
                  </a:lnTo>
                  <a:lnTo>
                    <a:pt x="3853915" y="247458"/>
                  </a:lnTo>
                  <a:lnTo>
                    <a:pt x="3857740" y="245935"/>
                  </a:lnTo>
                  <a:lnTo>
                    <a:pt x="3860001" y="245035"/>
                  </a:lnTo>
                  <a:lnTo>
                    <a:pt x="3871131" y="240604"/>
                  </a:lnTo>
                  <a:lnTo>
                    <a:pt x="3874956" y="239080"/>
                  </a:lnTo>
                  <a:lnTo>
                    <a:pt x="3879478" y="237280"/>
                  </a:lnTo>
                  <a:lnTo>
                    <a:pt x="3879999" y="237073"/>
                  </a:lnTo>
                  <a:lnTo>
                    <a:pt x="3883477" y="235688"/>
                  </a:lnTo>
                  <a:lnTo>
                    <a:pt x="3887999" y="233888"/>
                  </a:lnTo>
                  <a:lnTo>
                    <a:pt x="3889042" y="233472"/>
                  </a:lnTo>
                  <a:lnTo>
                    <a:pt x="3891824" y="232364"/>
                  </a:lnTo>
                  <a:lnTo>
                    <a:pt x="3895476" y="230910"/>
                  </a:lnTo>
                  <a:lnTo>
                    <a:pt x="3896346" y="230564"/>
                  </a:lnTo>
                  <a:lnTo>
                    <a:pt x="3898259" y="229802"/>
                  </a:lnTo>
                  <a:lnTo>
                    <a:pt x="3913040" y="223917"/>
                  </a:lnTo>
                  <a:lnTo>
                    <a:pt x="3915127" y="223086"/>
                  </a:lnTo>
                  <a:lnTo>
                    <a:pt x="3915301" y="223017"/>
                  </a:lnTo>
                  <a:lnTo>
                    <a:pt x="3918605" y="221702"/>
                  </a:lnTo>
                  <a:lnTo>
                    <a:pt x="3922256" y="220248"/>
                  </a:lnTo>
                  <a:lnTo>
                    <a:pt x="3926778" y="218447"/>
                  </a:lnTo>
                  <a:lnTo>
                    <a:pt x="3930256" y="217063"/>
                  </a:lnTo>
                  <a:lnTo>
                    <a:pt x="3936168" y="214708"/>
                  </a:lnTo>
                  <a:lnTo>
                    <a:pt x="3938429" y="213808"/>
                  </a:lnTo>
                  <a:lnTo>
                    <a:pt x="3939124" y="213531"/>
                  </a:lnTo>
                  <a:lnTo>
                    <a:pt x="3943298" y="211870"/>
                  </a:lnTo>
                  <a:lnTo>
                    <a:pt x="3944863" y="211247"/>
                  </a:lnTo>
                  <a:lnTo>
                    <a:pt x="3947819" y="210069"/>
                  </a:lnTo>
                  <a:lnTo>
                    <a:pt x="3948167" y="209931"/>
                  </a:lnTo>
                  <a:lnTo>
                    <a:pt x="3948515" y="209793"/>
                  </a:lnTo>
                  <a:lnTo>
                    <a:pt x="3949732" y="209308"/>
                  </a:lnTo>
                  <a:lnTo>
                    <a:pt x="3953732" y="207715"/>
                  </a:lnTo>
                  <a:lnTo>
                    <a:pt x="3955123" y="207161"/>
                  </a:lnTo>
                  <a:lnTo>
                    <a:pt x="3955645" y="206954"/>
                  </a:lnTo>
                  <a:lnTo>
                    <a:pt x="3957731" y="206123"/>
                  </a:lnTo>
                  <a:lnTo>
                    <a:pt x="3959470" y="205430"/>
                  </a:lnTo>
                  <a:lnTo>
                    <a:pt x="3962427" y="204253"/>
                  </a:lnTo>
                  <a:lnTo>
                    <a:pt x="3962948" y="204046"/>
                  </a:lnTo>
                  <a:lnTo>
                    <a:pt x="3966426" y="202661"/>
                  </a:lnTo>
                  <a:lnTo>
                    <a:pt x="3966600" y="202592"/>
                  </a:lnTo>
                  <a:lnTo>
                    <a:pt x="3970078" y="201207"/>
                  </a:lnTo>
                  <a:lnTo>
                    <a:pt x="3971817" y="200515"/>
                  </a:lnTo>
                  <a:lnTo>
                    <a:pt x="3972165" y="200376"/>
                  </a:lnTo>
                  <a:lnTo>
                    <a:pt x="3974078" y="199614"/>
                  </a:lnTo>
                  <a:lnTo>
                    <a:pt x="3977730" y="198160"/>
                  </a:lnTo>
                  <a:lnTo>
                    <a:pt x="3979643" y="197399"/>
                  </a:lnTo>
                  <a:lnTo>
                    <a:pt x="3981555" y="196637"/>
                  </a:lnTo>
                  <a:lnTo>
                    <a:pt x="3981729" y="196568"/>
                  </a:lnTo>
                  <a:lnTo>
                    <a:pt x="3983294" y="195945"/>
                  </a:lnTo>
                  <a:lnTo>
                    <a:pt x="3983468" y="195876"/>
                  </a:lnTo>
                  <a:lnTo>
                    <a:pt x="3988859" y="193729"/>
                  </a:lnTo>
                  <a:lnTo>
                    <a:pt x="3992511" y="192275"/>
                  </a:lnTo>
                  <a:lnTo>
                    <a:pt x="3992685" y="192206"/>
                  </a:lnTo>
                  <a:lnTo>
                    <a:pt x="3993207" y="191998"/>
                  </a:lnTo>
                  <a:lnTo>
                    <a:pt x="3995293" y="191167"/>
                  </a:lnTo>
                  <a:lnTo>
                    <a:pt x="3996337" y="190752"/>
                  </a:lnTo>
                  <a:lnTo>
                    <a:pt x="3997902" y="190129"/>
                  </a:lnTo>
                  <a:lnTo>
                    <a:pt x="3999989" y="189298"/>
                  </a:lnTo>
                  <a:lnTo>
                    <a:pt x="4000510" y="189090"/>
                  </a:lnTo>
                  <a:lnTo>
                    <a:pt x="4001901" y="188536"/>
                  </a:lnTo>
                  <a:lnTo>
                    <a:pt x="4003640" y="187844"/>
                  </a:lnTo>
                  <a:lnTo>
                    <a:pt x="4003988" y="187705"/>
                  </a:lnTo>
                  <a:lnTo>
                    <a:pt x="4009205" y="185628"/>
                  </a:lnTo>
                  <a:lnTo>
                    <a:pt x="4011118" y="184867"/>
                  </a:lnTo>
                  <a:lnTo>
                    <a:pt x="4011466" y="184728"/>
                  </a:lnTo>
                  <a:lnTo>
                    <a:pt x="4011814" y="184590"/>
                  </a:lnTo>
                  <a:lnTo>
                    <a:pt x="4014422" y="183551"/>
                  </a:lnTo>
                  <a:lnTo>
                    <a:pt x="4016335" y="182789"/>
                  </a:lnTo>
                  <a:lnTo>
                    <a:pt x="4018074" y="182097"/>
                  </a:lnTo>
                  <a:lnTo>
                    <a:pt x="4022247" y="180435"/>
                  </a:lnTo>
                  <a:lnTo>
                    <a:pt x="4024508" y="179535"/>
                  </a:lnTo>
                  <a:lnTo>
                    <a:pt x="4025030" y="179328"/>
                  </a:lnTo>
                  <a:lnTo>
                    <a:pt x="4026421" y="178774"/>
                  </a:lnTo>
                  <a:lnTo>
                    <a:pt x="4027812" y="178220"/>
                  </a:lnTo>
                  <a:lnTo>
                    <a:pt x="4031638" y="176696"/>
                  </a:lnTo>
                  <a:lnTo>
                    <a:pt x="4033899" y="175796"/>
                  </a:lnTo>
                  <a:lnTo>
                    <a:pt x="4045028" y="171365"/>
                  </a:lnTo>
                  <a:lnTo>
                    <a:pt x="4048854" y="169842"/>
                  </a:lnTo>
                  <a:lnTo>
                    <a:pt x="4053375" y="168042"/>
                  </a:lnTo>
                  <a:lnTo>
                    <a:pt x="4053897" y="167834"/>
                  </a:lnTo>
                  <a:lnTo>
                    <a:pt x="4057375" y="166449"/>
                  </a:lnTo>
                  <a:lnTo>
                    <a:pt x="4061896" y="164649"/>
                  </a:lnTo>
                  <a:lnTo>
                    <a:pt x="4062939" y="164233"/>
                  </a:lnTo>
                  <a:lnTo>
                    <a:pt x="4065722" y="163126"/>
                  </a:lnTo>
                  <a:lnTo>
                    <a:pt x="4069374" y="161672"/>
                  </a:lnTo>
                  <a:lnTo>
                    <a:pt x="4070243" y="161325"/>
                  </a:lnTo>
                  <a:lnTo>
                    <a:pt x="4072156" y="160564"/>
                  </a:lnTo>
                  <a:lnTo>
                    <a:pt x="4080677" y="157171"/>
                  </a:lnTo>
                  <a:lnTo>
                    <a:pt x="4089024" y="153848"/>
                  </a:lnTo>
                  <a:lnTo>
                    <a:pt x="4089198" y="153778"/>
                  </a:lnTo>
                  <a:lnTo>
                    <a:pt x="4092502" y="152463"/>
                  </a:lnTo>
                  <a:lnTo>
                    <a:pt x="4096154" y="151009"/>
                  </a:lnTo>
                  <a:lnTo>
                    <a:pt x="4104153" y="147824"/>
                  </a:lnTo>
                  <a:lnTo>
                    <a:pt x="4110066" y="145470"/>
                  </a:lnTo>
                  <a:lnTo>
                    <a:pt x="4113022" y="144293"/>
                  </a:lnTo>
                  <a:lnTo>
                    <a:pt x="4117195" y="142631"/>
                  </a:lnTo>
                  <a:lnTo>
                    <a:pt x="4118761" y="142008"/>
                  </a:lnTo>
                  <a:lnTo>
                    <a:pt x="4121717" y="140831"/>
                  </a:lnTo>
                  <a:lnTo>
                    <a:pt x="4122065" y="140692"/>
                  </a:lnTo>
                  <a:lnTo>
                    <a:pt x="4122412" y="140554"/>
                  </a:lnTo>
                  <a:lnTo>
                    <a:pt x="4123630" y="140069"/>
                  </a:lnTo>
                  <a:lnTo>
                    <a:pt x="4127629" y="138477"/>
                  </a:lnTo>
                  <a:lnTo>
                    <a:pt x="4129020" y="137923"/>
                  </a:lnTo>
                  <a:lnTo>
                    <a:pt x="4131629" y="136884"/>
                  </a:lnTo>
                  <a:lnTo>
                    <a:pt x="4133368" y="136192"/>
                  </a:lnTo>
                  <a:lnTo>
                    <a:pt x="4136324" y="135015"/>
                  </a:lnTo>
                  <a:lnTo>
                    <a:pt x="4136846" y="134807"/>
                  </a:lnTo>
                  <a:lnTo>
                    <a:pt x="4140324" y="133422"/>
                  </a:lnTo>
                  <a:lnTo>
                    <a:pt x="4140498" y="133353"/>
                  </a:lnTo>
                  <a:lnTo>
                    <a:pt x="4143976" y="131968"/>
                  </a:lnTo>
                  <a:lnTo>
                    <a:pt x="4146062" y="131137"/>
                  </a:lnTo>
                  <a:lnTo>
                    <a:pt x="4147975" y="130376"/>
                  </a:lnTo>
                  <a:lnTo>
                    <a:pt x="4153540" y="128160"/>
                  </a:lnTo>
                  <a:lnTo>
                    <a:pt x="4155627" y="127329"/>
                  </a:lnTo>
                  <a:lnTo>
                    <a:pt x="4157192" y="126706"/>
                  </a:lnTo>
                  <a:lnTo>
                    <a:pt x="4157366" y="126637"/>
                  </a:lnTo>
                  <a:lnTo>
                    <a:pt x="4162757" y="124491"/>
                  </a:lnTo>
                  <a:lnTo>
                    <a:pt x="4166408" y="123037"/>
                  </a:lnTo>
                  <a:lnTo>
                    <a:pt x="4166582" y="122967"/>
                  </a:lnTo>
                  <a:lnTo>
                    <a:pt x="4167104" y="122760"/>
                  </a:lnTo>
                  <a:lnTo>
                    <a:pt x="4170234" y="121513"/>
                  </a:lnTo>
                  <a:lnTo>
                    <a:pt x="4173886" y="120059"/>
                  </a:lnTo>
                  <a:lnTo>
                    <a:pt x="4174408" y="119852"/>
                  </a:lnTo>
                  <a:lnTo>
                    <a:pt x="4175799" y="119298"/>
                  </a:lnTo>
                  <a:lnTo>
                    <a:pt x="4175973" y="119228"/>
                  </a:lnTo>
                  <a:lnTo>
                    <a:pt x="4183103" y="116390"/>
                  </a:lnTo>
                  <a:lnTo>
                    <a:pt x="4185015" y="115628"/>
                  </a:lnTo>
                  <a:lnTo>
                    <a:pt x="4185363" y="115490"/>
                  </a:lnTo>
                  <a:lnTo>
                    <a:pt x="4185711" y="115351"/>
                  </a:lnTo>
                  <a:lnTo>
                    <a:pt x="4188320" y="114312"/>
                  </a:lnTo>
                  <a:lnTo>
                    <a:pt x="4190232" y="113551"/>
                  </a:lnTo>
                  <a:lnTo>
                    <a:pt x="4191971" y="112858"/>
                  </a:lnTo>
                  <a:lnTo>
                    <a:pt x="4198406" y="110297"/>
                  </a:lnTo>
                  <a:lnTo>
                    <a:pt x="4201710" y="108981"/>
                  </a:lnTo>
                  <a:lnTo>
                    <a:pt x="4205535" y="107458"/>
                  </a:lnTo>
                  <a:lnTo>
                    <a:pt x="4207796" y="106558"/>
                  </a:lnTo>
                  <a:lnTo>
                    <a:pt x="4218925" y="102126"/>
                  </a:lnTo>
                  <a:lnTo>
                    <a:pt x="4222751" y="100603"/>
                  </a:lnTo>
                  <a:lnTo>
                    <a:pt x="4227273" y="98803"/>
                  </a:lnTo>
                  <a:lnTo>
                    <a:pt x="4244141" y="92087"/>
                  </a:lnTo>
                  <a:lnTo>
                    <a:pt x="4246053" y="91325"/>
                  </a:lnTo>
                  <a:lnTo>
                    <a:pt x="4254574" y="87933"/>
                  </a:lnTo>
                  <a:lnTo>
                    <a:pt x="4283963" y="76231"/>
                  </a:lnTo>
                  <a:lnTo>
                    <a:pt x="4297527" y="70831"/>
                  </a:lnTo>
                  <a:lnTo>
                    <a:pt x="4301527" y="69238"/>
                  </a:lnTo>
                  <a:lnTo>
                    <a:pt x="4302918" y="68684"/>
                  </a:lnTo>
                  <a:lnTo>
                    <a:pt x="4307265" y="66953"/>
                  </a:lnTo>
                  <a:lnTo>
                    <a:pt x="4314221" y="64184"/>
                  </a:lnTo>
                  <a:lnTo>
                    <a:pt x="4319612" y="62037"/>
                  </a:lnTo>
                  <a:lnTo>
                    <a:pt x="4321873" y="61137"/>
                  </a:lnTo>
                  <a:lnTo>
                    <a:pt x="4327437" y="58922"/>
                  </a:lnTo>
                  <a:lnTo>
                    <a:pt x="4329524" y="58091"/>
                  </a:lnTo>
                  <a:lnTo>
                    <a:pt x="4357000" y="47151"/>
                  </a:lnTo>
                  <a:lnTo>
                    <a:pt x="4358913" y="46389"/>
                  </a:lnTo>
                  <a:lnTo>
                    <a:pt x="4359608" y="46112"/>
                  </a:lnTo>
                  <a:lnTo>
                    <a:pt x="4375607" y="39742"/>
                  </a:lnTo>
                  <a:lnTo>
                    <a:pt x="4475424" y="0"/>
                  </a:lnTo>
                </a:path>
              </a:pathLst>
            </a:custGeom>
            <a:ln w="32521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7"/>
            <p:cNvSpPr/>
            <p:nvPr/>
          </p:nvSpPr>
          <p:spPr>
            <a:xfrm>
              <a:off x="3317373" y="2920092"/>
              <a:ext cx="4475424" cy="1895871"/>
            </a:xfrm>
            <a:custGeom>
              <a:avLst/>
              <a:pathLst>
                <a:path w="4475424" h="1895871">
                  <a:moveTo>
                    <a:pt x="0" y="1895871"/>
                  </a:moveTo>
                  <a:lnTo>
                    <a:pt x="87296" y="1858891"/>
                  </a:lnTo>
                  <a:lnTo>
                    <a:pt x="101034" y="1853071"/>
                  </a:lnTo>
                  <a:lnTo>
                    <a:pt x="112685" y="1848136"/>
                  </a:lnTo>
                  <a:lnTo>
                    <a:pt x="129901" y="1840843"/>
                  </a:lnTo>
                  <a:lnTo>
                    <a:pt x="151986" y="1831487"/>
                  </a:lnTo>
                  <a:lnTo>
                    <a:pt x="155812" y="1829866"/>
                  </a:lnTo>
                  <a:lnTo>
                    <a:pt x="169550" y="1824047"/>
                  </a:lnTo>
                  <a:lnTo>
                    <a:pt x="172158" y="1822942"/>
                  </a:lnTo>
                  <a:lnTo>
                    <a:pt x="173897" y="1822205"/>
                  </a:lnTo>
                  <a:lnTo>
                    <a:pt x="177897" y="1820511"/>
                  </a:lnTo>
                  <a:lnTo>
                    <a:pt x="178244" y="1820363"/>
                  </a:lnTo>
                  <a:lnTo>
                    <a:pt x="196504" y="1812628"/>
                  </a:lnTo>
                  <a:lnTo>
                    <a:pt x="199286" y="1811450"/>
                  </a:lnTo>
                  <a:lnTo>
                    <a:pt x="200677" y="1810860"/>
                  </a:lnTo>
                  <a:lnTo>
                    <a:pt x="223110" y="1801358"/>
                  </a:lnTo>
                  <a:lnTo>
                    <a:pt x="228153" y="1799221"/>
                  </a:lnTo>
                  <a:lnTo>
                    <a:pt x="231631" y="1797748"/>
                  </a:lnTo>
                  <a:lnTo>
                    <a:pt x="236152" y="1795833"/>
                  </a:lnTo>
                  <a:lnTo>
                    <a:pt x="237196" y="1795391"/>
                  </a:lnTo>
                  <a:lnTo>
                    <a:pt x="239978" y="1794212"/>
                  </a:lnTo>
                  <a:lnTo>
                    <a:pt x="243630" y="1792665"/>
                  </a:lnTo>
                  <a:lnTo>
                    <a:pt x="263280" y="1784341"/>
                  </a:lnTo>
                  <a:lnTo>
                    <a:pt x="263454" y="1784267"/>
                  </a:lnTo>
                  <a:lnTo>
                    <a:pt x="266758" y="1782867"/>
                  </a:lnTo>
                  <a:lnTo>
                    <a:pt x="270410" y="1781320"/>
                  </a:lnTo>
                  <a:lnTo>
                    <a:pt x="274931" y="1779405"/>
                  </a:lnTo>
                  <a:lnTo>
                    <a:pt x="278409" y="1777932"/>
                  </a:lnTo>
                  <a:lnTo>
                    <a:pt x="286582" y="1774469"/>
                  </a:lnTo>
                  <a:lnTo>
                    <a:pt x="287278" y="1774175"/>
                  </a:lnTo>
                  <a:lnTo>
                    <a:pt x="291452" y="1772407"/>
                  </a:lnTo>
                  <a:lnTo>
                    <a:pt x="293017" y="1771744"/>
                  </a:lnTo>
                  <a:lnTo>
                    <a:pt x="295973" y="1770491"/>
                  </a:lnTo>
                  <a:lnTo>
                    <a:pt x="296321" y="1770344"/>
                  </a:lnTo>
                  <a:lnTo>
                    <a:pt x="296669" y="1770197"/>
                  </a:lnTo>
                  <a:lnTo>
                    <a:pt x="303798" y="1767176"/>
                  </a:lnTo>
                  <a:lnTo>
                    <a:pt x="305885" y="1766292"/>
                  </a:lnTo>
                  <a:lnTo>
                    <a:pt x="310580" y="1764303"/>
                  </a:lnTo>
                  <a:lnTo>
                    <a:pt x="311102" y="1764082"/>
                  </a:lnTo>
                  <a:lnTo>
                    <a:pt x="314754" y="1762535"/>
                  </a:lnTo>
                  <a:lnTo>
                    <a:pt x="318232" y="1761062"/>
                  </a:lnTo>
                  <a:lnTo>
                    <a:pt x="320319" y="1760178"/>
                  </a:lnTo>
                  <a:lnTo>
                    <a:pt x="322231" y="1759368"/>
                  </a:lnTo>
                  <a:lnTo>
                    <a:pt x="325883" y="1757821"/>
                  </a:lnTo>
                  <a:lnTo>
                    <a:pt x="329709" y="1756200"/>
                  </a:lnTo>
                  <a:lnTo>
                    <a:pt x="331448" y="1755464"/>
                  </a:lnTo>
                  <a:lnTo>
                    <a:pt x="331622" y="1755390"/>
                  </a:lnTo>
                  <a:lnTo>
                    <a:pt x="337013" y="1753106"/>
                  </a:lnTo>
                  <a:lnTo>
                    <a:pt x="340665" y="1751559"/>
                  </a:lnTo>
                  <a:lnTo>
                    <a:pt x="340838" y="1751486"/>
                  </a:lnTo>
                  <a:lnTo>
                    <a:pt x="341360" y="1751265"/>
                  </a:lnTo>
                  <a:lnTo>
                    <a:pt x="344490" y="1749939"/>
                  </a:lnTo>
                  <a:lnTo>
                    <a:pt x="346055" y="1749276"/>
                  </a:lnTo>
                  <a:lnTo>
                    <a:pt x="347794" y="1748539"/>
                  </a:lnTo>
                  <a:lnTo>
                    <a:pt x="348142" y="1748392"/>
                  </a:lnTo>
                  <a:lnTo>
                    <a:pt x="348664" y="1748171"/>
                  </a:lnTo>
                  <a:lnTo>
                    <a:pt x="350055" y="1747581"/>
                  </a:lnTo>
                  <a:lnTo>
                    <a:pt x="350229" y="1747508"/>
                  </a:lnTo>
                  <a:lnTo>
                    <a:pt x="351794" y="1746845"/>
                  </a:lnTo>
                  <a:lnTo>
                    <a:pt x="352142" y="1746697"/>
                  </a:lnTo>
                  <a:lnTo>
                    <a:pt x="359619" y="1743530"/>
                  </a:lnTo>
                  <a:lnTo>
                    <a:pt x="362576" y="1742277"/>
                  </a:lnTo>
                  <a:lnTo>
                    <a:pt x="364489" y="1741467"/>
                  </a:lnTo>
                  <a:lnTo>
                    <a:pt x="366228" y="1740730"/>
                  </a:lnTo>
                  <a:lnTo>
                    <a:pt x="370401" y="1738962"/>
                  </a:lnTo>
                  <a:lnTo>
                    <a:pt x="372662" y="1738005"/>
                  </a:lnTo>
                  <a:lnTo>
                    <a:pt x="373183" y="1737784"/>
                  </a:lnTo>
                  <a:lnTo>
                    <a:pt x="374575" y="1737194"/>
                  </a:lnTo>
                  <a:lnTo>
                    <a:pt x="379792" y="1734984"/>
                  </a:lnTo>
                  <a:lnTo>
                    <a:pt x="382052" y="1734027"/>
                  </a:lnTo>
                  <a:lnTo>
                    <a:pt x="393182" y="1729312"/>
                  </a:lnTo>
                  <a:lnTo>
                    <a:pt x="397007" y="1727691"/>
                  </a:lnTo>
                  <a:lnTo>
                    <a:pt x="401529" y="1725776"/>
                  </a:lnTo>
                  <a:lnTo>
                    <a:pt x="402050" y="1725555"/>
                  </a:lnTo>
                  <a:lnTo>
                    <a:pt x="405528" y="1724082"/>
                  </a:lnTo>
                  <a:lnTo>
                    <a:pt x="410050" y="1722166"/>
                  </a:lnTo>
                  <a:lnTo>
                    <a:pt x="411093" y="1721724"/>
                  </a:lnTo>
                  <a:lnTo>
                    <a:pt x="413875" y="1720546"/>
                  </a:lnTo>
                  <a:lnTo>
                    <a:pt x="417527" y="1718999"/>
                  </a:lnTo>
                  <a:lnTo>
                    <a:pt x="418397" y="1718630"/>
                  </a:lnTo>
                  <a:lnTo>
                    <a:pt x="420310" y="1717820"/>
                  </a:lnTo>
                  <a:lnTo>
                    <a:pt x="428831" y="1714211"/>
                  </a:lnTo>
                  <a:lnTo>
                    <a:pt x="435091" y="1711559"/>
                  </a:lnTo>
                  <a:lnTo>
                    <a:pt x="437178" y="1710675"/>
                  </a:lnTo>
                  <a:lnTo>
                    <a:pt x="437352" y="1710601"/>
                  </a:lnTo>
                  <a:lnTo>
                    <a:pt x="440656" y="1709201"/>
                  </a:lnTo>
                  <a:lnTo>
                    <a:pt x="444307" y="1707654"/>
                  </a:lnTo>
                  <a:lnTo>
                    <a:pt x="452307" y="1704266"/>
                  </a:lnTo>
                  <a:lnTo>
                    <a:pt x="458219" y="1701761"/>
                  </a:lnTo>
                  <a:lnTo>
                    <a:pt x="461176" y="1700509"/>
                  </a:lnTo>
                  <a:lnTo>
                    <a:pt x="465349" y="1698741"/>
                  </a:lnTo>
                  <a:lnTo>
                    <a:pt x="466914" y="1698078"/>
                  </a:lnTo>
                  <a:lnTo>
                    <a:pt x="469870" y="1696825"/>
                  </a:lnTo>
                  <a:lnTo>
                    <a:pt x="470218" y="1696678"/>
                  </a:lnTo>
                  <a:lnTo>
                    <a:pt x="470566" y="1696531"/>
                  </a:lnTo>
                  <a:lnTo>
                    <a:pt x="471783" y="1696015"/>
                  </a:lnTo>
                  <a:lnTo>
                    <a:pt x="477174" y="1693731"/>
                  </a:lnTo>
                  <a:lnTo>
                    <a:pt x="477696" y="1693510"/>
                  </a:lnTo>
                  <a:lnTo>
                    <a:pt x="479783" y="1692626"/>
                  </a:lnTo>
                  <a:lnTo>
                    <a:pt x="481522" y="1691890"/>
                  </a:lnTo>
                  <a:lnTo>
                    <a:pt x="484478" y="1690637"/>
                  </a:lnTo>
                  <a:lnTo>
                    <a:pt x="484999" y="1690416"/>
                  </a:lnTo>
                  <a:lnTo>
                    <a:pt x="488477" y="1688943"/>
                  </a:lnTo>
                  <a:lnTo>
                    <a:pt x="488651" y="1688869"/>
                  </a:lnTo>
                  <a:lnTo>
                    <a:pt x="492129" y="1687396"/>
                  </a:lnTo>
                  <a:lnTo>
                    <a:pt x="493868" y="1686659"/>
                  </a:lnTo>
                  <a:lnTo>
                    <a:pt x="494216" y="1686512"/>
                  </a:lnTo>
                  <a:lnTo>
                    <a:pt x="496129" y="1685702"/>
                  </a:lnTo>
                  <a:lnTo>
                    <a:pt x="499781" y="1684155"/>
                  </a:lnTo>
                  <a:lnTo>
                    <a:pt x="501694" y="1683344"/>
                  </a:lnTo>
                  <a:lnTo>
                    <a:pt x="503780" y="1682460"/>
                  </a:lnTo>
                  <a:lnTo>
                    <a:pt x="505345" y="1681797"/>
                  </a:lnTo>
                  <a:lnTo>
                    <a:pt x="505519" y="1681724"/>
                  </a:lnTo>
                  <a:lnTo>
                    <a:pt x="510910" y="1679440"/>
                  </a:lnTo>
                  <a:lnTo>
                    <a:pt x="514562" y="1677893"/>
                  </a:lnTo>
                  <a:lnTo>
                    <a:pt x="514736" y="1677819"/>
                  </a:lnTo>
                  <a:lnTo>
                    <a:pt x="515258" y="1677598"/>
                  </a:lnTo>
                  <a:lnTo>
                    <a:pt x="517344" y="1676714"/>
                  </a:lnTo>
                  <a:lnTo>
                    <a:pt x="518388" y="1676272"/>
                  </a:lnTo>
                  <a:lnTo>
                    <a:pt x="519953" y="1675609"/>
                  </a:lnTo>
                  <a:lnTo>
                    <a:pt x="521692" y="1674873"/>
                  </a:lnTo>
                  <a:lnTo>
                    <a:pt x="522040" y="1674725"/>
                  </a:lnTo>
                  <a:lnTo>
                    <a:pt x="522561" y="1674504"/>
                  </a:lnTo>
                  <a:lnTo>
                    <a:pt x="523953" y="1673915"/>
                  </a:lnTo>
                  <a:lnTo>
                    <a:pt x="524126" y="1673841"/>
                  </a:lnTo>
                  <a:lnTo>
                    <a:pt x="525691" y="1673178"/>
                  </a:lnTo>
                  <a:lnTo>
                    <a:pt x="526039" y="1673031"/>
                  </a:lnTo>
                  <a:lnTo>
                    <a:pt x="531256" y="1670821"/>
                  </a:lnTo>
                  <a:lnTo>
                    <a:pt x="533169" y="1670011"/>
                  </a:lnTo>
                  <a:lnTo>
                    <a:pt x="533517" y="1669863"/>
                  </a:lnTo>
                  <a:lnTo>
                    <a:pt x="533865" y="1669716"/>
                  </a:lnTo>
                  <a:lnTo>
                    <a:pt x="536473" y="1668611"/>
                  </a:lnTo>
                  <a:lnTo>
                    <a:pt x="538386" y="1667801"/>
                  </a:lnTo>
                  <a:lnTo>
                    <a:pt x="540125" y="1667064"/>
                  </a:lnTo>
                  <a:lnTo>
                    <a:pt x="544299" y="1665296"/>
                  </a:lnTo>
                  <a:lnTo>
                    <a:pt x="546559" y="1664339"/>
                  </a:lnTo>
                  <a:lnTo>
                    <a:pt x="547081" y="1664118"/>
                  </a:lnTo>
                  <a:lnTo>
                    <a:pt x="548472" y="1663528"/>
                  </a:lnTo>
                  <a:lnTo>
                    <a:pt x="549863" y="1662939"/>
                  </a:lnTo>
                  <a:lnTo>
                    <a:pt x="553689" y="1661318"/>
                  </a:lnTo>
                  <a:lnTo>
                    <a:pt x="555950" y="1660361"/>
                  </a:lnTo>
                  <a:lnTo>
                    <a:pt x="567079" y="1655646"/>
                  </a:lnTo>
                  <a:lnTo>
                    <a:pt x="570905" y="1654025"/>
                  </a:lnTo>
                  <a:lnTo>
                    <a:pt x="575426" y="1652110"/>
                  </a:lnTo>
                  <a:lnTo>
                    <a:pt x="579426" y="1650416"/>
                  </a:lnTo>
                  <a:lnTo>
                    <a:pt x="583947" y="1648500"/>
                  </a:lnTo>
                  <a:lnTo>
                    <a:pt x="584991" y="1648058"/>
                  </a:lnTo>
                  <a:lnTo>
                    <a:pt x="587773" y="1646880"/>
                  </a:lnTo>
                  <a:lnTo>
                    <a:pt x="591425" y="1645333"/>
                  </a:lnTo>
                  <a:lnTo>
                    <a:pt x="592294" y="1644964"/>
                  </a:lnTo>
                  <a:lnTo>
                    <a:pt x="594207" y="1644154"/>
                  </a:lnTo>
                  <a:lnTo>
                    <a:pt x="602728" y="1640544"/>
                  </a:lnTo>
                  <a:lnTo>
                    <a:pt x="608988" y="1637892"/>
                  </a:lnTo>
                  <a:lnTo>
                    <a:pt x="611075" y="1637008"/>
                  </a:lnTo>
                  <a:lnTo>
                    <a:pt x="611249" y="1636935"/>
                  </a:lnTo>
                  <a:lnTo>
                    <a:pt x="614553" y="1635535"/>
                  </a:lnTo>
                  <a:lnTo>
                    <a:pt x="618205" y="1633988"/>
                  </a:lnTo>
                  <a:lnTo>
                    <a:pt x="622726" y="1632073"/>
                  </a:lnTo>
                  <a:lnTo>
                    <a:pt x="626204" y="1630599"/>
                  </a:lnTo>
                  <a:lnTo>
                    <a:pt x="632117" y="1628095"/>
                  </a:lnTo>
                  <a:lnTo>
                    <a:pt x="634377" y="1627137"/>
                  </a:lnTo>
                  <a:lnTo>
                    <a:pt x="635073" y="1626842"/>
                  </a:lnTo>
                  <a:lnTo>
                    <a:pt x="639247" y="1625074"/>
                  </a:lnTo>
                  <a:lnTo>
                    <a:pt x="640812" y="1624411"/>
                  </a:lnTo>
                  <a:lnTo>
                    <a:pt x="643768" y="1623159"/>
                  </a:lnTo>
                  <a:lnTo>
                    <a:pt x="644116" y="1623012"/>
                  </a:lnTo>
                  <a:lnTo>
                    <a:pt x="644463" y="1622864"/>
                  </a:lnTo>
                  <a:lnTo>
                    <a:pt x="645681" y="1622349"/>
                  </a:lnTo>
                  <a:lnTo>
                    <a:pt x="649680" y="1620655"/>
                  </a:lnTo>
                  <a:lnTo>
                    <a:pt x="651072" y="1620065"/>
                  </a:lnTo>
                  <a:lnTo>
                    <a:pt x="651593" y="1619844"/>
                  </a:lnTo>
                  <a:lnTo>
                    <a:pt x="653680" y="1618960"/>
                  </a:lnTo>
                  <a:lnTo>
                    <a:pt x="655419" y="1618224"/>
                  </a:lnTo>
                  <a:lnTo>
                    <a:pt x="658375" y="1616971"/>
                  </a:lnTo>
                  <a:lnTo>
                    <a:pt x="658897" y="1616750"/>
                  </a:lnTo>
                  <a:lnTo>
                    <a:pt x="662375" y="1615277"/>
                  </a:lnTo>
                  <a:lnTo>
                    <a:pt x="662549" y="1615203"/>
                  </a:lnTo>
                  <a:lnTo>
                    <a:pt x="666027" y="1613730"/>
                  </a:lnTo>
                  <a:lnTo>
                    <a:pt x="667766" y="1612993"/>
                  </a:lnTo>
                  <a:lnTo>
                    <a:pt x="668113" y="1612846"/>
                  </a:lnTo>
                  <a:lnTo>
                    <a:pt x="670026" y="1612036"/>
                  </a:lnTo>
                  <a:lnTo>
                    <a:pt x="673678" y="1610489"/>
                  </a:lnTo>
                  <a:lnTo>
                    <a:pt x="675591" y="1609678"/>
                  </a:lnTo>
                  <a:lnTo>
                    <a:pt x="677504" y="1608868"/>
                  </a:lnTo>
                  <a:lnTo>
                    <a:pt x="677678" y="1608794"/>
                  </a:lnTo>
                  <a:lnTo>
                    <a:pt x="679243" y="1608131"/>
                  </a:lnTo>
                  <a:lnTo>
                    <a:pt x="679417" y="1608058"/>
                  </a:lnTo>
                  <a:lnTo>
                    <a:pt x="684808" y="1605774"/>
                  </a:lnTo>
                  <a:lnTo>
                    <a:pt x="688459" y="1604227"/>
                  </a:lnTo>
                  <a:lnTo>
                    <a:pt x="688633" y="1604153"/>
                  </a:lnTo>
                  <a:lnTo>
                    <a:pt x="689155" y="1603932"/>
                  </a:lnTo>
                  <a:lnTo>
                    <a:pt x="691242" y="1603048"/>
                  </a:lnTo>
                  <a:lnTo>
                    <a:pt x="692285" y="1602606"/>
                  </a:lnTo>
                  <a:lnTo>
                    <a:pt x="693850" y="1601943"/>
                  </a:lnTo>
                  <a:lnTo>
                    <a:pt x="695589" y="1601207"/>
                  </a:lnTo>
                  <a:lnTo>
                    <a:pt x="695937" y="1601059"/>
                  </a:lnTo>
                  <a:lnTo>
                    <a:pt x="696459" y="1600838"/>
                  </a:lnTo>
                  <a:lnTo>
                    <a:pt x="697850" y="1600249"/>
                  </a:lnTo>
                  <a:lnTo>
                    <a:pt x="698024" y="1600175"/>
                  </a:lnTo>
                  <a:lnTo>
                    <a:pt x="699589" y="1599512"/>
                  </a:lnTo>
                  <a:lnTo>
                    <a:pt x="699937" y="1599365"/>
                  </a:lnTo>
                  <a:lnTo>
                    <a:pt x="705154" y="1597155"/>
                  </a:lnTo>
                  <a:lnTo>
                    <a:pt x="707067" y="1596345"/>
                  </a:lnTo>
                  <a:lnTo>
                    <a:pt x="707414" y="1596197"/>
                  </a:lnTo>
                  <a:lnTo>
                    <a:pt x="707762" y="1596050"/>
                  </a:lnTo>
                  <a:lnTo>
                    <a:pt x="712283" y="1594135"/>
                  </a:lnTo>
                  <a:lnTo>
                    <a:pt x="714022" y="1593398"/>
                  </a:lnTo>
                  <a:lnTo>
                    <a:pt x="718196" y="1591630"/>
                  </a:lnTo>
                  <a:lnTo>
                    <a:pt x="720457" y="1590672"/>
                  </a:lnTo>
                  <a:lnTo>
                    <a:pt x="720978" y="1590451"/>
                  </a:lnTo>
                  <a:lnTo>
                    <a:pt x="722369" y="1589862"/>
                  </a:lnTo>
                  <a:lnTo>
                    <a:pt x="723761" y="1589273"/>
                  </a:lnTo>
                  <a:lnTo>
                    <a:pt x="727586" y="1587652"/>
                  </a:lnTo>
                  <a:lnTo>
                    <a:pt x="729847" y="1586694"/>
                  </a:lnTo>
                  <a:lnTo>
                    <a:pt x="740977" y="1581980"/>
                  </a:lnTo>
                  <a:lnTo>
                    <a:pt x="744802" y="1580359"/>
                  </a:lnTo>
                  <a:lnTo>
                    <a:pt x="749324" y="1578444"/>
                  </a:lnTo>
                  <a:lnTo>
                    <a:pt x="749845" y="1578223"/>
                  </a:lnTo>
                  <a:lnTo>
                    <a:pt x="753323" y="1576749"/>
                  </a:lnTo>
                  <a:lnTo>
                    <a:pt x="757845" y="1574834"/>
                  </a:lnTo>
                  <a:lnTo>
                    <a:pt x="758888" y="1574392"/>
                  </a:lnTo>
                  <a:lnTo>
                    <a:pt x="761670" y="1573214"/>
                  </a:lnTo>
                  <a:lnTo>
                    <a:pt x="765322" y="1571667"/>
                  </a:lnTo>
                  <a:lnTo>
                    <a:pt x="766192" y="1571298"/>
                  </a:lnTo>
                  <a:lnTo>
                    <a:pt x="768105" y="1570488"/>
                  </a:lnTo>
                  <a:lnTo>
                    <a:pt x="776625" y="1566878"/>
                  </a:lnTo>
                  <a:lnTo>
                    <a:pt x="782886" y="1564226"/>
                  </a:lnTo>
                  <a:lnTo>
                    <a:pt x="784973" y="1563342"/>
                  </a:lnTo>
                  <a:lnTo>
                    <a:pt x="785146" y="1563269"/>
                  </a:lnTo>
                  <a:lnTo>
                    <a:pt x="788451" y="1561869"/>
                  </a:lnTo>
                  <a:lnTo>
                    <a:pt x="792102" y="1560322"/>
                  </a:lnTo>
                  <a:lnTo>
                    <a:pt x="796624" y="1558407"/>
                  </a:lnTo>
                  <a:lnTo>
                    <a:pt x="800102" y="1556933"/>
                  </a:lnTo>
                  <a:lnTo>
                    <a:pt x="806014" y="1554429"/>
                  </a:lnTo>
                  <a:lnTo>
                    <a:pt x="808275" y="1553471"/>
                  </a:lnTo>
                  <a:lnTo>
                    <a:pt x="808970" y="1553176"/>
                  </a:lnTo>
                  <a:lnTo>
                    <a:pt x="813144" y="1551408"/>
                  </a:lnTo>
                  <a:lnTo>
                    <a:pt x="814709" y="1550745"/>
                  </a:lnTo>
                  <a:lnTo>
                    <a:pt x="817665" y="1549493"/>
                  </a:lnTo>
                  <a:lnTo>
                    <a:pt x="818013" y="1549346"/>
                  </a:lnTo>
                  <a:lnTo>
                    <a:pt x="818361" y="1549198"/>
                  </a:lnTo>
                  <a:lnTo>
                    <a:pt x="819578" y="1548683"/>
                  </a:lnTo>
                  <a:lnTo>
                    <a:pt x="823578" y="1546988"/>
                  </a:lnTo>
                  <a:lnTo>
                    <a:pt x="824969" y="1546399"/>
                  </a:lnTo>
                  <a:lnTo>
                    <a:pt x="825491" y="1546178"/>
                  </a:lnTo>
                  <a:lnTo>
                    <a:pt x="827577" y="1545294"/>
                  </a:lnTo>
                  <a:lnTo>
                    <a:pt x="829316" y="1544557"/>
                  </a:lnTo>
                  <a:lnTo>
                    <a:pt x="832273" y="1543305"/>
                  </a:lnTo>
                  <a:lnTo>
                    <a:pt x="832794" y="1543084"/>
                  </a:lnTo>
                  <a:lnTo>
                    <a:pt x="836272" y="1541611"/>
                  </a:lnTo>
                  <a:lnTo>
                    <a:pt x="836446" y="1541537"/>
                  </a:lnTo>
                  <a:lnTo>
                    <a:pt x="839924" y="1540064"/>
                  </a:lnTo>
                  <a:lnTo>
                    <a:pt x="841663" y="1539327"/>
                  </a:lnTo>
                  <a:lnTo>
                    <a:pt x="842011" y="1539180"/>
                  </a:lnTo>
                  <a:lnTo>
                    <a:pt x="843924" y="1538369"/>
                  </a:lnTo>
                  <a:lnTo>
                    <a:pt x="847576" y="1536822"/>
                  </a:lnTo>
                  <a:lnTo>
                    <a:pt x="849489" y="1536012"/>
                  </a:lnTo>
                  <a:lnTo>
                    <a:pt x="851401" y="1535202"/>
                  </a:lnTo>
                  <a:lnTo>
                    <a:pt x="851575" y="1535128"/>
                  </a:lnTo>
                  <a:lnTo>
                    <a:pt x="853140" y="1534465"/>
                  </a:lnTo>
                  <a:lnTo>
                    <a:pt x="853314" y="1534391"/>
                  </a:lnTo>
                  <a:lnTo>
                    <a:pt x="858705" y="1532108"/>
                  </a:lnTo>
                  <a:lnTo>
                    <a:pt x="862357" y="1530561"/>
                  </a:lnTo>
                  <a:lnTo>
                    <a:pt x="862531" y="1530487"/>
                  </a:lnTo>
                  <a:lnTo>
                    <a:pt x="863053" y="1530266"/>
                  </a:lnTo>
                  <a:lnTo>
                    <a:pt x="865139" y="1529382"/>
                  </a:lnTo>
                  <a:lnTo>
                    <a:pt x="866183" y="1528940"/>
                  </a:lnTo>
                  <a:lnTo>
                    <a:pt x="867748" y="1528277"/>
                  </a:lnTo>
                  <a:lnTo>
                    <a:pt x="869487" y="1527541"/>
                  </a:lnTo>
                  <a:lnTo>
                    <a:pt x="869835" y="1527393"/>
                  </a:lnTo>
                  <a:lnTo>
                    <a:pt x="870356" y="1527172"/>
                  </a:lnTo>
                  <a:lnTo>
                    <a:pt x="871747" y="1526583"/>
                  </a:lnTo>
                  <a:lnTo>
                    <a:pt x="871921" y="1526509"/>
                  </a:lnTo>
                  <a:lnTo>
                    <a:pt x="873486" y="1525846"/>
                  </a:lnTo>
                  <a:lnTo>
                    <a:pt x="873834" y="1525699"/>
                  </a:lnTo>
                  <a:lnTo>
                    <a:pt x="879051" y="1523489"/>
                  </a:lnTo>
                  <a:lnTo>
                    <a:pt x="880964" y="1522679"/>
                  </a:lnTo>
                  <a:lnTo>
                    <a:pt x="881312" y="1522531"/>
                  </a:lnTo>
                  <a:lnTo>
                    <a:pt x="881660" y="1522384"/>
                  </a:lnTo>
                  <a:lnTo>
                    <a:pt x="884268" y="1521279"/>
                  </a:lnTo>
                  <a:lnTo>
                    <a:pt x="886181" y="1520469"/>
                  </a:lnTo>
                  <a:lnTo>
                    <a:pt x="887920" y="1519732"/>
                  </a:lnTo>
                  <a:lnTo>
                    <a:pt x="892093" y="1517964"/>
                  </a:lnTo>
                  <a:lnTo>
                    <a:pt x="894354" y="1517006"/>
                  </a:lnTo>
                  <a:lnTo>
                    <a:pt x="894876" y="1516785"/>
                  </a:lnTo>
                  <a:lnTo>
                    <a:pt x="896267" y="1516196"/>
                  </a:lnTo>
                  <a:lnTo>
                    <a:pt x="897658" y="1515607"/>
                  </a:lnTo>
                  <a:lnTo>
                    <a:pt x="901484" y="1513986"/>
                  </a:lnTo>
                  <a:lnTo>
                    <a:pt x="903745" y="1513028"/>
                  </a:lnTo>
                  <a:lnTo>
                    <a:pt x="914874" y="1508314"/>
                  </a:lnTo>
                  <a:lnTo>
                    <a:pt x="918700" y="1506693"/>
                  </a:lnTo>
                  <a:lnTo>
                    <a:pt x="923221" y="1504778"/>
                  </a:lnTo>
                  <a:lnTo>
                    <a:pt x="923743" y="1504557"/>
                  </a:lnTo>
                  <a:lnTo>
                    <a:pt x="927221" y="1503083"/>
                  </a:lnTo>
                  <a:lnTo>
                    <a:pt x="931742" y="1501168"/>
                  </a:lnTo>
                  <a:lnTo>
                    <a:pt x="932785" y="1500726"/>
                  </a:lnTo>
                  <a:lnTo>
                    <a:pt x="935568" y="1499547"/>
                  </a:lnTo>
                  <a:lnTo>
                    <a:pt x="939220" y="1498000"/>
                  </a:lnTo>
                  <a:lnTo>
                    <a:pt x="940089" y="1497632"/>
                  </a:lnTo>
                  <a:lnTo>
                    <a:pt x="942002" y="1496822"/>
                  </a:lnTo>
                  <a:lnTo>
                    <a:pt x="950523" y="1493212"/>
                  </a:lnTo>
                  <a:lnTo>
                    <a:pt x="956783" y="1490560"/>
                  </a:lnTo>
                  <a:lnTo>
                    <a:pt x="958870" y="1489676"/>
                  </a:lnTo>
                  <a:lnTo>
                    <a:pt x="959044" y="1489602"/>
                  </a:lnTo>
                  <a:lnTo>
                    <a:pt x="962348" y="1488203"/>
                  </a:lnTo>
                  <a:lnTo>
                    <a:pt x="966000" y="1486656"/>
                  </a:lnTo>
                  <a:lnTo>
                    <a:pt x="970521" y="1484740"/>
                  </a:lnTo>
                  <a:lnTo>
                    <a:pt x="973999" y="1483267"/>
                  </a:lnTo>
                  <a:lnTo>
                    <a:pt x="979912" y="1480763"/>
                  </a:lnTo>
                  <a:lnTo>
                    <a:pt x="982172" y="1479805"/>
                  </a:lnTo>
                  <a:lnTo>
                    <a:pt x="982868" y="1479510"/>
                  </a:lnTo>
                  <a:lnTo>
                    <a:pt x="987041" y="1477742"/>
                  </a:lnTo>
                  <a:lnTo>
                    <a:pt x="988606" y="1477079"/>
                  </a:lnTo>
                  <a:lnTo>
                    <a:pt x="991563" y="1475827"/>
                  </a:lnTo>
                  <a:lnTo>
                    <a:pt x="991911" y="1475680"/>
                  </a:lnTo>
                  <a:lnTo>
                    <a:pt x="992258" y="1475532"/>
                  </a:lnTo>
                  <a:lnTo>
                    <a:pt x="993476" y="1475017"/>
                  </a:lnTo>
                  <a:lnTo>
                    <a:pt x="997475" y="1473322"/>
                  </a:lnTo>
                  <a:lnTo>
                    <a:pt x="998866" y="1472733"/>
                  </a:lnTo>
                  <a:lnTo>
                    <a:pt x="999388" y="1472512"/>
                  </a:lnTo>
                  <a:lnTo>
                    <a:pt x="1001475" y="1471628"/>
                  </a:lnTo>
                  <a:lnTo>
                    <a:pt x="1003214" y="1470891"/>
                  </a:lnTo>
                  <a:lnTo>
                    <a:pt x="1006170" y="1469639"/>
                  </a:lnTo>
                  <a:lnTo>
                    <a:pt x="1006692" y="1469418"/>
                  </a:lnTo>
                  <a:lnTo>
                    <a:pt x="1010170" y="1467945"/>
                  </a:lnTo>
                  <a:lnTo>
                    <a:pt x="1010344" y="1467871"/>
                  </a:lnTo>
                  <a:lnTo>
                    <a:pt x="1013822" y="1466398"/>
                  </a:lnTo>
                  <a:lnTo>
                    <a:pt x="1015561" y="1465661"/>
                  </a:lnTo>
                  <a:lnTo>
                    <a:pt x="1015908" y="1465514"/>
                  </a:lnTo>
                  <a:lnTo>
                    <a:pt x="1017821" y="1464703"/>
                  </a:lnTo>
                  <a:lnTo>
                    <a:pt x="1021473" y="1463156"/>
                  </a:lnTo>
                  <a:lnTo>
                    <a:pt x="1023386" y="1462346"/>
                  </a:lnTo>
                  <a:lnTo>
                    <a:pt x="1025299" y="1461536"/>
                  </a:lnTo>
                  <a:lnTo>
                    <a:pt x="1025473" y="1461462"/>
                  </a:lnTo>
                  <a:lnTo>
                    <a:pt x="1027038" y="1460799"/>
                  </a:lnTo>
                  <a:lnTo>
                    <a:pt x="1027212" y="1460725"/>
                  </a:lnTo>
                  <a:lnTo>
                    <a:pt x="1032603" y="1458442"/>
                  </a:lnTo>
                  <a:lnTo>
                    <a:pt x="1036254" y="1456895"/>
                  </a:lnTo>
                  <a:lnTo>
                    <a:pt x="1036428" y="1456821"/>
                  </a:lnTo>
                  <a:lnTo>
                    <a:pt x="1036950" y="1456600"/>
                  </a:lnTo>
                  <a:lnTo>
                    <a:pt x="1039037" y="1455716"/>
                  </a:lnTo>
                  <a:lnTo>
                    <a:pt x="1040080" y="1455274"/>
                  </a:lnTo>
                  <a:lnTo>
                    <a:pt x="1041645" y="1454611"/>
                  </a:lnTo>
                  <a:lnTo>
                    <a:pt x="1043384" y="1453874"/>
                  </a:lnTo>
                  <a:lnTo>
                    <a:pt x="1043732" y="1453727"/>
                  </a:lnTo>
                  <a:lnTo>
                    <a:pt x="1044254" y="1453506"/>
                  </a:lnTo>
                  <a:lnTo>
                    <a:pt x="1045645" y="1452917"/>
                  </a:lnTo>
                  <a:lnTo>
                    <a:pt x="1045819" y="1452843"/>
                  </a:lnTo>
                  <a:lnTo>
                    <a:pt x="1047384" y="1452180"/>
                  </a:lnTo>
                  <a:lnTo>
                    <a:pt x="1047732" y="1452033"/>
                  </a:lnTo>
                  <a:lnTo>
                    <a:pt x="1052949" y="1449823"/>
                  </a:lnTo>
                  <a:lnTo>
                    <a:pt x="1054861" y="1449012"/>
                  </a:lnTo>
                  <a:lnTo>
                    <a:pt x="1055209" y="1448865"/>
                  </a:lnTo>
                  <a:lnTo>
                    <a:pt x="1055557" y="1448718"/>
                  </a:lnTo>
                  <a:lnTo>
                    <a:pt x="1058165" y="1447613"/>
                  </a:lnTo>
                  <a:lnTo>
                    <a:pt x="1060078" y="1446802"/>
                  </a:lnTo>
                  <a:lnTo>
                    <a:pt x="1061817" y="1446066"/>
                  </a:lnTo>
                  <a:lnTo>
                    <a:pt x="1065991" y="1444298"/>
                  </a:lnTo>
                  <a:lnTo>
                    <a:pt x="1068252" y="1443340"/>
                  </a:lnTo>
                  <a:lnTo>
                    <a:pt x="1068773" y="1443119"/>
                  </a:lnTo>
                  <a:lnTo>
                    <a:pt x="1071556" y="1441940"/>
                  </a:lnTo>
                  <a:lnTo>
                    <a:pt x="1075381" y="1440320"/>
                  </a:lnTo>
                  <a:lnTo>
                    <a:pt x="1077642" y="1439362"/>
                  </a:lnTo>
                  <a:lnTo>
                    <a:pt x="1088771" y="1434648"/>
                  </a:lnTo>
                  <a:lnTo>
                    <a:pt x="1092597" y="1433027"/>
                  </a:lnTo>
                  <a:lnTo>
                    <a:pt x="1097118" y="1431112"/>
                  </a:lnTo>
                  <a:lnTo>
                    <a:pt x="1097640" y="1430891"/>
                  </a:lnTo>
                  <a:lnTo>
                    <a:pt x="1101118" y="1429417"/>
                  </a:lnTo>
                  <a:lnTo>
                    <a:pt x="1105639" y="1427502"/>
                  </a:lnTo>
                  <a:lnTo>
                    <a:pt x="1106683" y="1427060"/>
                  </a:lnTo>
                  <a:lnTo>
                    <a:pt x="1109465" y="1425881"/>
                  </a:lnTo>
                  <a:lnTo>
                    <a:pt x="1113117" y="1424334"/>
                  </a:lnTo>
                  <a:lnTo>
                    <a:pt x="1113987" y="1423966"/>
                  </a:lnTo>
                  <a:lnTo>
                    <a:pt x="1115899" y="1423156"/>
                  </a:lnTo>
                  <a:lnTo>
                    <a:pt x="1124420" y="1419546"/>
                  </a:lnTo>
                  <a:lnTo>
                    <a:pt x="1130681" y="1416894"/>
                  </a:lnTo>
                  <a:lnTo>
                    <a:pt x="1132767" y="1416010"/>
                  </a:lnTo>
                  <a:lnTo>
                    <a:pt x="1132941" y="1415936"/>
                  </a:lnTo>
                  <a:lnTo>
                    <a:pt x="1136245" y="1414537"/>
                  </a:lnTo>
                  <a:lnTo>
                    <a:pt x="1139897" y="1412990"/>
                  </a:lnTo>
                  <a:lnTo>
                    <a:pt x="1144419" y="1411074"/>
                  </a:lnTo>
                  <a:lnTo>
                    <a:pt x="1147897" y="1409601"/>
                  </a:lnTo>
                  <a:lnTo>
                    <a:pt x="1153809" y="1407096"/>
                  </a:lnTo>
                  <a:lnTo>
                    <a:pt x="1156070" y="1406139"/>
                  </a:lnTo>
                  <a:lnTo>
                    <a:pt x="1156765" y="1405844"/>
                  </a:lnTo>
                  <a:lnTo>
                    <a:pt x="1160939" y="1404076"/>
                  </a:lnTo>
                  <a:lnTo>
                    <a:pt x="1162504" y="1403413"/>
                  </a:lnTo>
                  <a:lnTo>
                    <a:pt x="1165460" y="1402161"/>
                  </a:lnTo>
                  <a:lnTo>
                    <a:pt x="1165808" y="1402013"/>
                  </a:lnTo>
                  <a:lnTo>
                    <a:pt x="1166156" y="1401866"/>
                  </a:lnTo>
                  <a:lnTo>
                    <a:pt x="1167373" y="1401350"/>
                  </a:lnTo>
                  <a:lnTo>
                    <a:pt x="1171373" y="1399656"/>
                  </a:lnTo>
                  <a:lnTo>
                    <a:pt x="1172764" y="1399067"/>
                  </a:lnTo>
                  <a:lnTo>
                    <a:pt x="1173286" y="1398846"/>
                  </a:lnTo>
                  <a:lnTo>
                    <a:pt x="1177111" y="1397225"/>
                  </a:lnTo>
                  <a:lnTo>
                    <a:pt x="1180068" y="1395973"/>
                  </a:lnTo>
                  <a:lnTo>
                    <a:pt x="1180589" y="1395752"/>
                  </a:lnTo>
                  <a:lnTo>
                    <a:pt x="1184067" y="1394278"/>
                  </a:lnTo>
                  <a:lnTo>
                    <a:pt x="1184241" y="1394205"/>
                  </a:lnTo>
                  <a:lnTo>
                    <a:pt x="1187719" y="1392731"/>
                  </a:lnTo>
                  <a:lnTo>
                    <a:pt x="1189458" y="1391995"/>
                  </a:lnTo>
                  <a:lnTo>
                    <a:pt x="1189806" y="1391847"/>
                  </a:lnTo>
                  <a:lnTo>
                    <a:pt x="1191719" y="1391037"/>
                  </a:lnTo>
                  <a:lnTo>
                    <a:pt x="1195371" y="1389490"/>
                  </a:lnTo>
                  <a:lnTo>
                    <a:pt x="1197283" y="1388680"/>
                  </a:lnTo>
                  <a:lnTo>
                    <a:pt x="1199196" y="1387870"/>
                  </a:lnTo>
                  <a:lnTo>
                    <a:pt x="1199370" y="1387796"/>
                  </a:lnTo>
                  <a:lnTo>
                    <a:pt x="1200935" y="1387133"/>
                  </a:lnTo>
                  <a:lnTo>
                    <a:pt x="1201109" y="1387059"/>
                  </a:lnTo>
                  <a:lnTo>
                    <a:pt x="1206500" y="1384776"/>
                  </a:lnTo>
                  <a:lnTo>
                    <a:pt x="1210152" y="1383229"/>
                  </a:lnTo>
                  <a:lnTo>
                    <a:pt x="1210326" y="1383155"/>
                  </a:lnTo>
                  <a:lnTo>
                    <a:pt x="1210847" y="1382934"/>
                  </a:lnTo>
                  <a:lnTo>
                    <a:pt x="1212934" y="1382050"/>
                  </a:lnTo>
                  <a:lnTo>
                    <a:pt x="1213978" y="1381608"/>
                  </a:lnTo>
                  <a:lnTo>
                    <a:pt x="1215543" y="1380945"/>
                  </a:lnTo>
                  <a:lnTo>
                    <a:pt x="1217282" y="1380208"/>
                  </a:lnTo>
                  <a:lnTo>
                    <a:pt x="1217629" y="1380061"/>
                  </a:lnTo>
                  <a:lnTo>
                    <a:pt x="1218151" y="1379840"/>
                  </a:lnTo>
                  <a:lnTo>
                    <a:pt x="1219542" y="1379251"/>
                  </a:lnTo>
                  <a:lnTo>
                    <a:pt x="1219716" y="1379177"/>
                  </a:lnTo>
                  <a:lnTo>
                    <a:pt x="1221281" y="1378514"/>
                  </a:lnTo>
                  <a:lnTo>
                    <a:pt x="1221629" y="1378367"/>
                  </a:lnTo>
                  <a:lnTo>
                    <a:pt x="1226846" y="1376157"/>
                  </a:lnTo>
                  <a:lnTo>
                    <a:pt x="1228759" y="1375346"/>
                  </a:lnTo>
                  <a:lnTo>
                    <a:pt x="1229107" y="1375199"/>
                  </a:lnTo>
                  <a:lnTo>
                    <a:pt x="1229454" y="1375052"/>
                  </a:lnTo>
                  <a:lnTo>
                    <a:pt x="1232063" y="1373947"/>
                  </a:lnTo>
                  <a:lnTo>
                    <a:pt x="1233976" y="1373136"/>
                  </a:lnTo>
                  <a:lnTo>
                    <a:pt x="1239888" y="1370632"/>
                  </a:lnTo>
                  <a:lnTo>
                    <a:pt x="1242149" y="1369674"/>
                  </a:lnTo>
                  <a:lnTo>
                    <a:pt x="1242671" y="1369453"/>
                  </a:lnTo>
                  <a:lnTo>
                    <a:pt x="1244062" y="1368864"/>
                  </a:lnTo>
                  <a:lnTo>
                    <a:pt x="1245453" y="1368274"/>
                  </a:lnTo>
                  <a:lnTo>
                    <a:pt x="1249279" y="1366654"/>
                  </a:lnTo>
                  <a:lnTo>
                    <a:pt x="1251539" y="1365696"/>
                  </a:lnTo>
                  <a:lnTo>
                    <a:pt x="1262669" y="1360981"/>
                  </a:lnTo>
                  <a:lnTo>
                    <a:pt x="1266495" y="1359361"/>
                  </a:lnTo>
                  <a:lnTo>
                    <a:pt x="1271016" y="1357445"/>
                  </a:lnTo>
                  <a:lnTo>
                    <a:pt x="1271538" y="1357224"/>
                  </a:lnTo>
                  <a:lnTo>
                    <a:pt x="1275016" y="1355751"/>
                  </a:lnTo>
                  <a:lnTo>
                    <a:pt x="1279537" y="1353836"/>
                  </a:lnTo>
                  <a:lnTo>
                    <a:pt x="1280580" y="1353394"/>
                  </a:lnTo>
                  <a:lnTo>
                    <a:pt x="1283363" y="1352215"/>
                  </a:lnTo>
                  <a:lnTo>
                    <a:pt x="1287015" y="1350668"/>
                  </a:lnTo>
                  <a:lnTo>
                    <a:pt x="1287884" y="1350300"/>
                  </a:lnTo>
                  <a:lnTo>
                    <a:pt x="1289797" y="1349489"/>
                  </a:lnTo>
                  <a:lnTo>
                    <a:pt x="1298318" y="1345880"/>
                  </a:lnTo>
                  <a:lnTo>
                    <a:pt x="1304578" y="1343228"/>
                  </a:lnTo>
                  <a:lnTo>
                    <a:pt x="1306665" y="1342344"/>
                  </a:lnTo>
                  <a:lnTo>
                    <a:pt x="1306839" y="1342270"/>
                  </a:lnTo>
                  <a:lnTo>
                    <a:pt x="1310143" y="1340871"/>
                  </a:lnTo>
                  <a:lnTo>
                    <a:pt x="1313795" y="1339324"/>
                  </a:lnTo>
                  <a:lnTo>
                    <a:pt x="1318316" y="1337408"/>
                  </a:lnTo>
                  <a:lnTo>
                    <a:pt x="1321794" y="1335935"/>
                  </a:lnTo>
                  <a:lnTo>
                    <a:pt x="1327707" y="1333430"/>
                  </a:lnTo>
                  <a:lnTo>
                    <a:pt x="1329967" y="1332473"/>
                  </a:lnTo>
                  <a:lnTo>
                    <a:pt x="1330663" y="1332178"/>
                  </a:lnTo>
                  <a:lnTo>
                    <a:pt x="1334836" y="1330410"/>
                  </a:lnTo>
                  <a:lnTo>
                    <a:pt x="1336401" y="1329747"/>
                  </a:lnTo>
                  <a:lnTo>
                    <a:pt x="1339358" y="1328495"/>
                  </a:lnTo>
                  <a:lnTo>
                    <a:pt x="1339705" y="1328347"/>
                  </a:lnTo>
                  <a:lnTo>
                    <a:pt x="1340053" y="1328200"/>
                  </a:lnTo>
                  <a:lnTo>
                    <a:pt x="1341271" y="1327684"/>
                  </a:lnTo>
                  <a:lnTo>
                    <a:pt x="1345270" y="1325990"/>
                  </a:lnTo>
                  <a:lnTo>
                    <a:pt x="1346661" y="1325401"/>
                  </a:lnTo>
                  <a:lnTo>
                    <a:pt x="1347183" y="1325180"/>
                  </a:lnTo>
                  <a:lnTo>
                    <a:pt x="1349270" y="1324296"/>
                  </a:lnTo>
                  <a:lnTo>
                    <a:pt x="1351009" y="1323559"/>
                  </a:lnTo>
                  <a:lnTo>
                    <a:pt x="1353965" y="1322307"/>
                  </a:lnTo>
                  <a:lnTo>
                    <a:pt x="1354487" y="1322086"/>
                  </a:lnTo>
                  <a:lnTo>
                    <a:pt x="1357965" y="1320612"/>
                  </a:lnTo>
                  <a:lnTo>
                    <a:pt x="1358139" y="1320539"/>
                  </a:lnTo>
                  <a:lnTo>
                    <a:pt x="1361617" y="1319065"/>
                  </a:lnTo>
                  <a:lnTo>
                    <a:pt x="1363355" y="1318329"/>
                  </a:lnTo>
                  <a:lnTo>
                    <a:pt x="1363703" y="1318181"/>
                  </a:lnTo>
                  <a:lnTo>
                    <a:pt x="1365616" y="1317371"/>
                  </a:lnTo>
                  <a:lnTo>
                    <a:pt x="1369268" y="1315824"/>
                  </a:lnTo>
                  <a:lnTo>
                    <a:pt x="1371181" y="1315014"/>
                  </a:lnTo>
                  <a:lnTo>
                    <a:pt x="1373094" y="1314203"/>
                  </a:lnTo>
                  <a:lnTo>
                    <a:pt x="1373268" y="1314130"/>
                  </a:lnTo>
                  <a:lnTo>
                    <a:pt x="1374833" y="1313467"/>
                  </a:lnTo>
                  <a:lnTo>
                    <a:pt x="1375007" y="1313393"/>
                  </a:lnTo>
                  <a:lnTo>
                    <a:pt x="1380397" y="1311109"/>
                  </a:lnTo>
                  <a:lnTo>
                    <a:pt x="1384049" y="1309562"/>
                  </a:lnTo>
                  <a:lnTo>
                    <a:pt x="1384223" y="1309489"/>
                  </a:lnTo>
                  <a:lnTo>
                    <a:pt x="1384745" y="1309268"/>
                  </a:lnTo>
                  <a:lnTo>
                    <a:pt x="1386832" y="1308384"/>
                  </a:lnTo>
                  <a:lnTo>
                    <a:pt x="1387875" y="1307942"/>
                  </a:lnTo>
                  <a:lnTo>
                    <a:pt x="1389440" y="1307279"/>
                  </a:lnTo>
                  <a:lnTo>
                    <a:pt x="1391179" y="1306542"/>
                  </a:lnTo>
                  <a:lnTo>
                    <a:pt x="1391527" y="1306395"/>
                  </a:lnTo>
                  <a:lnTo>
                    <a:pt x="1392049" y="1306174"/>
                  </a:lnTo>
                  <a:lnTo>
                    <a:pt x="1393440" y="1305584"/>
                  </a:lnTo>
                  <a:lnTo>
                    <a:pt x="1393614" y="1305511"/>
                  </a:lnTo>
                  <a:lnTo>
                    <a:pt x="1395179" y="1304848"/>
                  </a:lnTo>
                  <a:lnTo>
                    <a:pt x="1395527" y="1304700"/>
                  </a:lnTo>
                  <a:lnTo>
                    <a:pt x="1400743" y="1302490"/>
                  </a:lnTo>
                  <a:lnTo>
                    <a:pt x="1402656" y="1301680"/>
                  </a:lnTo>
                  <a:lnTo>
                    <a:pt x="1403004" y="1301533"/>
                  </a:lnTo>
                  <a:lnTo>
                    <a:pt x="1403352" y="1301385"/>
                  </a:lnTo>
                  <a:lnTo>
                    <a:pt x="1405960" y="1300280"/>
                  </a:lnTo>
                  <a:lnTo>
                    <a:pt x="1407873" y="1299470"/>
                  </a:lnTo>
                  <a:lnTo>
                    <a:pt x="1409612" y="1298733"/>
                  </a:lnTo>
                  <a:lnTo>
                    <a:pt x="1413786" y="1296966"/>
                  </a:lnTo>
                  <a:lnTo>
                    <a:pt x="1416046" y="1296008"/>
                  </a:lnTo>
                  <a:lnTo>
                    <a:pt x="1416568" y="1295787"/>
                  </a:lnTo>
                  <a:lnTo>
                    <a:pt x="1417959" y="1295198"/>
                  </a:lnTo>
                  <a:lnTo>
                    <a:pt x="1419350" y="1294608"/>
                  </a:lnTo>
                  <a:lnTo>
                    <a:pt x="1423176" y="1292988"/>
                  </a:lnTo>
                  <a:lnTo>
                    <a:pt x="1425437" y="1292030"/>
                  </a:lnTo>
                  <a:lnTo>
                    <a:pt x="1436566" y="1287315"/>
                  </a:lnTo>
                  <a:lnTo>
                    <a:pt x="1440392" y="1285695"/>
                  </a:lnTo>
                  <a:lnTo>
                    <a:pt x="1444913" y="1283779"/>
                  </a:lnTo>
                  <a:lnTo>
                    <a:pt x="1445435" y="1283558"/>
                  </a:lnTo>
                  <a:lnTo>
                    <a:pt x="1448913" y="1282085"/>
                  </a:lnTo>
                  <a:lnTo>
                    <a:pt x="1453434" y="1280170"/>
                  </a:lnTo>
                  <a:lnTo>
                    <a:pt x="1454478" y="1279728"/>
                  </a:lnTo>
                  <a:lnTo>
                    <a:pt x="1457260" y="1278549"/>
                  </a:lnTo>
                  <a:lnTo>
                    <a:pt x="1460912" y="1277002"/>
                  </a:lnTo>
                  <a:lnTo>
                    <a:pt x="1461781" y="1276634"/>
                  </a:lnTo>
                  <a:lnTo>
                    <a:pt x="1463694" y="1275823"/>
                  </a:lnTo>
                  <a:lnTo>
                    <a:pt x="1472215" y="1272214"/>
                  </a:lnTo>
                  <a:lnTo>
                    <a:pt x="1478476" y="1269562"/>
                  </a:lnTo>
                  <a:lnTo>
                    <a:pt x="1480562" y="1268678"/>
                  </a:lnTo>
                  <a:lnTo>
                    <a:pt x="1480736" y="1268604"/>
                  </a:lnTo>
                  <a:lnTo>
                    <a:pt x="1484040" y="1267204"/>
                  </a:lnTo>
                  <a:lnTo>
                    <a:pt x="1487692" y="1265657"/>
                  </a:lnTo>
                  <a:lnTo>
                    <a:pt x="1492213" y="1263742"/>
                  </a:lnTo>
                  <a:lnTo>
                    <a:pt x="1495691" y="1262269"/>
                  </a:lnTo>
                  <a:lnTo>
                    <a:pt x="1501604" y="1259764"/>
                  </a:lnTo>
                  <a:lnTo>
                    <a:pt x="1503865" y="1258806"/>
                  </a:lnTo>
                  <a:lnTo>
                    <a:pt x="1504560" y="1258512"/>
                  </a:lnTo>
                  <a:lnTo>
                    <a:pt x="1508734" y="1256744"/>
                  </a:lnTo>
                  <a:lnTo>
                    <a:pt x="1510299" y="1256081"/>
                  </a:lnTo>
                  <a:lnTo>
                    <a:pt x="1513255" y="1254828"/>
                  </a:lnTo>
                  <a:lnTo>
                    <a:pt x="1513603" y="1254681"/>
                  </a:lnTo>
                  <a:lnTo>
                    <a:pt x="1513951" y="1254534"/>
                  </a:lnTo>
                  <a:lnTo>
                    <a:pt x="1515168" y="1254018"/>
                  </a:lnTo>
                  <a:lnTo>
                    <a:pt x="1519168" y="1252324"/>
                  </a:lnTo>
                  <a:lnTo>
                    <a:pt x="1520559" y="1251735"/>
                  </a:lnTo>
                  <a:lnTo>
                    <a:pt x="1521080" y="1251514"/>
                  </a:lnTo>
                  <a:lnTo>
                    <a:pt x="1523167" y="1250630"/>
                  </a:lnTo>
                  <a:lnTo>
                    <a:pt x="1524906" y="1249893"/>
                  </a:lnTo>
                  <a:lnTo>
                    <a:pt x="1527862" y="1248641"/>
                  </a:lnTo>
                  <a:lnTo>
                    <a:pt x="1528384" y="1248420"/>
                  </a:lnTo>
                  <a:lnTo>
                    <a:pt x="1531862" y="1246946"/>
                  </a:lnTo>
                  <a:lnTo>
                    <a:pt x="1532036" y="1246873"/>
                  </a:lnTo>
                  <a:lnTo>
                    <a:pt x="1535514" y="1245399"/>
                  </a:lnTo>
                  <a:lnTo>
                    <a:pt x="1537253" y="1244663"/>
                  </a:lnTo>
                  <a:lnTo>
                    <a:pt x="1537601" y="1244515"/>
                  </a:lnTo>
                  <a:lnTo>
                    <a:pt x="1539514" y="1243705"/>
                  </a:lnTo>
                  <a:lnTo>
                    <a:pt x="1543165" y="1242158"/>
                  </a:lnTo>
                  <a:lnTo>
                    <a:pt x="1545078" y="1241348"/>
                  </a:lnTo>
                  <a:lnTo>
                    <a:pt x="1546991" y="1240537"/>
                  </a:lnTo>
                  <a:lnTo>
                    <a:pt x="1547165" y="1240464"/>
                  </a:lnTo>
                  <a:lnTo>
                    <a:pt x="1548730" y="1239801"/>
                  </a:lnTo>
                  <a:lnTo>
                    <a:pt x="1548904" y="1239727"/>
                  </a:lnTo>
                  <a:lnTo>
                    <a:pt x="1554295" y="1237443"/>
                  </a:lnTo>
                  <a:lnTo>
                    <a:pt x="1557947" y="1235896"/>
                  </a:lnTo>
                  <a:lnTo>
                    <a:pt x="1558121" y="1235823"/>
                  </a:lnTo>
                  <a:lnTo>
                    <a:pt x="1558642" y="1235602"/>
                  </a:lnTo>
                  <a:lnTo>
                    <a:pt x="1560729" y="1234718"/>
                  </a:lnTo>
                  <a:lnTo>
                    <a:pt x="1561772" y="1234276"/>
                  </a:lnTo>
                  <a:lnTo>
                    <a:pt x="1563338" y="1233613"/>
                  </a:lnTo>
                  <a:lnTo>
                    <a:pt x="1565077" y="1232876"/>
                  </a:lnTo>
                  <a:lnTo>
                    <a:pt x="1565424" y="1232729"/>
                  </a:lnTo>
                  <a:lnTo>
                    <a:pt x="1565946" y="1232508"/>
                  </a:lnTo>
                  <a:lnTo>
                    <a:pt x="1567337" y="1231918"/>
                  </a:lnTo>
                  <a:lnTo>
                    <a:pt x="1567511" y="1231845"/>
                  </a:lnTo>
                  <a:lnTo>
                    <a:pt x="1569076" y="1231182"/>
                  </a:lnTo>
                  <a:lnTo>
                    <a:pt x="1569424" y="1231034"/>
                  </a:lnTo>
                  <a:lnTo>
                    <a:pt x="1574641" y="1228824"/>
                  </a:lnTo>
                  <a:lnTo>
                    <a:pt x="1576554" y="1228014"/>
                  </a:lnTo>
                  <a:lnTo>
                    <a:pt x="1576902" y="1227867"/>
                  </a:lnTo>
                  <a:lnTo>
                    <a:pt x="1577249" y="1227719"/>
                  </a:lnTo>
                  <a:lnTo>
                    <a:pt x="1579858" y="1226614"/>
                  </a:lnTo>
                  <a:lnTo>
                    <a:pt x="1581771" y="1225804"/>
                  </a:lnTo>
                  <a:lnTo>
                    <a:pt x="1583510" y="1225067"/>
                  </a:lnTo>
                  <a:lnTo>
                    <a:pt x="1587683" y="1223299"/>
                  </a:lnTo>
                  <a:lnTo>
                    <a:pt x="1589944" y="1222342"/>
                  </a:lnTo>
                  <a:lnTo>
                    <a:pt x="1590466" y="1222121"/>
                  </a:lnTo>
                  <a:lnTo>
                    <a:pt x="1591857" y="1221531"/>
                  </a:lnTo>
                  <a:lnTo>
                    <a:pt x="1593248" y="1220942"/>
                  </a:lnTo>
                  <a:lnTo>
                    <a:pt x="1597074" y="1219321"/>
                  </a:lnTo>
                  <a:lnTo>
                    <a:pt x="1599334" y="1218364"/>
                  </a:lnTo>
                  <a:lnTo>
                    <a:pt x="1610464" y="1213649"/>
                  </a:lnTo>
                  <a:lnTo>
                    <a:pt x="1614290" y="1212028"/>
                  </a:lnTo>
                  <a:lnTo>
                    <a:pt x="1618811" y="1210113"/>
                  </a:lnTo>
                  <a:lnTo>
                    <a:pt x="1619333" y="1209892"/>
                  </a:lnTo>
                  <a:lnTo>
                    <a:pt x="1622810" y="1208419"/>
                  </a:lnTo>
                  <a:lnTo>
                    <a:pt x="1627332" y="1206503"/>
                  </a:lnTo>
                  <a:lnTo>
                    <a:pt x="1628375" y="1206061"/>
                  </a:lnTo>
                  <a:lnTo>
                    <a:pt x="1631158" y="1204883"/>
                  </a:lnTo>
                  <a:lnTo>
                    <a:pt x="1634809" y="1203336"/>
                  </a:lnTo>
                  <a:lnTo>
                    <a:pt x="1635679" y="1202968"/>
                  </a:lnTo>
                  <a:lnTo>
                    <a:pt x="1637592" y="1202157"/>
                  </a:lnTo>
                  <a:lnTo>
                    <a:pt x="1646113" y="1198548"/>
                  </a:lnTo>
                  <a:lnTo>
                    <a:pt x="1652373" y="1195896"/>
                  </a:lnTo>
                  <a:lnTo>
                    <a:pt x="1654460" y="1195012"/>
                  </a:lnTo>
                  <a:lnTo>
                    <a:pt x="1654634" y="1194938"/>
                  </a:lnTo>
                  <a:lnTo>
                    <a:pt x="1657938" y="1193538"/>
                  </a:lnTo>
                  <a:lnTo>
                    <a:pt x="1661590" y="1191991"/>
                  </a:lnTo>
                  <a:lnTo>
                    <a:pt x="1666111" y="1190076"/>
                  </a:lnTo>
                  <a:lnTo>
                    <a:pt x="1669589" y="1188603"/>
                  </a:lnTo>
                  <a:lnTo>
                    <a:pt x="1675501" y="1186098"/>
                  </a:lnTo>
                  <a:lnTo>
                    <a:pt x="1677762" y="1185140"/>
                  </a:lnTo>
                  <a:lnTo>
                    <a:pt x="1678458" y="1184846"/>
                  </a:lnTo>
                  <a:lnTo>
                    <a:pt x="1682631" y="1183078"/>
                  </a:lnTo>
                  <a:lnTo>
                    <a:pt x="1684196" y="1182415"/>
                  </a:lnTo>
                  <a:lnTo>
                    <a:pt x="1687153" y="1181162"/>
                  </a:lnTo>
                  <a:lnTo>
                    <a:pt x="1687500" y="1181015"/>
                  </a:lnTo>
                  <a:lnTo>
                    <a:pt x="1687848" y="1180868"/>
                  </a:lnTo>
                  <a:lnTo>
                    <a:pt x="1689065" y="1180352"/>
                  </a:lnTo>
                  <a:lnTo>
                    <a:pt x="1693065" y="1178658"/>
                  </a:lnTo>
                  <a:lnTo>
                    <a:pt x="1694456" y="1178068"/>
                  </a:lnTo>
                  <a:lnTo>
                    <a:pt x="1694978" y="1177847"/>
                  </a:lnTo>
                  <a:lnTo>
                    <a:pt x="1697065" y="1176963"/>
                  </a:lnTo>
                  <a:lnTo>
                    <a:pt x="1698804" y="1176227"/>
                  </a:lnTo>
                  <a:lnTo>
                    <a:pt x="1701760" y="1174974"/>
                  </a:lnTo>
                  <a:lnTo>
                    <a:pt x="1702282" y="1174753"/>
                  </a:lnTo>
                  <a:lnTo>
                    <a:pt x="1705760" y="1173280"/>
                  </a:lnTo>
                  <a:lnTo>
                    <a:pt x="1705933" y="1173206"/>
                  </a:lnTo>
                  <a:lnTo>
                    <a:pt x="1709411" y="1171733"/>
                  </a:lnTo>
                  <a:lnTo>
                    <a:pt x="1711150" y="1170996"/>
                  </a:lnTo>
                  <a:lnTo>
                    <a:pt x="1711498" y="1170849"/>
                  </a:lnTo>
                  <a:lnTo>
                    <a:pt x="1713411" y="1170039"/>
                  </a:lnTo>
                  <a:lnTo>
                    <a:pt x="1717063" y="1168492"/>
                  </a:lnTo>
                  <a:lnTo>
                    <a:pt x="1718976" y="1167681"/>
                  </a:lnTo>
                  <a:lnTo>
                    <a:pt x="1720889" y="1166871"/>
                  </a:lnTo>
                  <a:lnTo>
                    <a:pt x="1721063" y="1166797"/>
                  </a:lnTo>
                  <a:lnTo>
                    <a:pt x="1722628" y="1166134"/>
                  </a:lnTo>
                  <a:lnTo>
                    <a:pt x="1722802" y="1166061"/>
                  </a:lnTo>
                  <a:lnTo>
                    <a:pt x="1728192" y="1163777"/>
                  </a:lnTo>
                  <a:lnTo>
                    <a:pt x="1731844" y="1162230"/>
                  </a:lnTo>
                  <a:lnTo>
                    <a:pt x="1732018" y="1162156"/>
                  </a:lnTo>
                  <a:lnTo>
                    <a:pt x="1732540" y="1161935"/>
                  </a:lnTo>
                  <a:lnTo>
                    <a:pt x="1734627" y="1161051"/>
                  </a:lnTo>
                  <a:lnTo>
                    <a:pt x="1735670" y="1160609"/>
                  </a:lnTo>
                  <a:lnTo>
                    <a:pt x="1737235" y="1159946"/>
                  </a:lnTo>
                  <a:lnTo>
                    <a:pt x="1738974" y="1159210"/>
                  </a:lnTo>
                  <a:lnTo>
                    <a:pt x="1739322" y="1159062"/>
                  </a:lnTo>
                  <a:lnTo>
                    <a:pt x="1739843" y="1158842"/>
                  </a:lnTo>
                  <a:lnTo>
                    <a:pt x="1741235" y="1158252"/>
                  </a:lnTo>
                  <a:lnTo>
                    <a:pt x="1741409" y="1158179"/>
                  </a:lnTo>
                  <a:lnTo>
                    <a:pt x="1742974" y="1157516"/>
                  </a:lnTo>
                  <a:lnTo>
                    <a:pt x="1743321" y="1157368"/>
                  </a:lnTo>
                  <a:lnTo>
                    <a:pt x="1748538" y="1155158"/>
                  </a:lnTo>
                  <a:lnTo>
                    <a:pt x="1750451" y="1154348"/>
                  </a:lnTo>
                  <a:lnTo>
                    <a:pt x="1750799" y="1154201"/>
                  </a:lnTo>
                  <a:lnTo>
                    <a:pt x="1751147" y="1154053"/>
                  </a:lnTo>
                  <a:lnTo>
                    <a:pt x="1753755" y="1152948"/>
                  </a:lnTo>
                  <a:lnTo>
                    <a:pt x="1755668" y="1152138"/>
                  </a:lnTo>
                  <a:lnTo>
                    <a:pt x="1757407" y="1151401"/>
                  </a:lnTo>
                  <a:lnTo>
                    <a:pt x="1761581" y="1149633"/>
                  </a:lnTo>
                  <a:lnTo>
                    <a:pt x="1763841" y="1148676"/>
                  </a:lnTo>
                  <a:lnTo>
                    <a:pt x="1764363" y="1148455"/>
                  </a:lnTo>
                  <a:lnTo>
                    <a:pt x="1765754" y="1147865"/>
                  </a:lnTo>
                  <a:lnTo>
                    <a:pt x="1767145" y="1147276"/>
                  </a:lnTo>
                  <a:lnTo>
                    <a:pt x="1770971" y="1145655"/>
                  </a:lnTo>
                  <a:lnTo>
                    <a:pt x="1773232" y="1144698"/>
                  </a:lnTo>
                  <a:lnTo>
                    <a:pt x="1784361" y="1139983"/>
                  </a:lnTo>
                  <a:lnTo>
                    <a:pt x="1788187" y="1138362"/>
                  </a:lnTo>
                  <a:lnTo>
                    <a:pt x="1792708" y="1136447"/>
                  </a:lnTo>
                  <a:lnTo>
                    <a:pt x="1793230" y="1136226"/>
                  </a:lnTo>
                  <a:lnTo>
                    <a:pt x="1796708" y="1134753"/>
                  </a:lnTo>
                  <a:lnTo>
                    <a:pt x="1801229" y="1132837"/>
                  </a:lnTo>
                  <a:lnTo>
                    <a:pt x="1802273" y="1132395"/>
                  </a:lnTo>
                  <a:lnTo>
                    <a:pt x="1805055" y="1131217"/>
                  </a:lnTo>
                  <a:lnTo>
                    <a:pt x="1808707" y="1129670"/>
                  </a:lnTo>
                  <a:lnTo>
                    <a:pt x="1809576" y="1129301"/>
                  </a:lnTo>
                  <a:lnTo>
                    <a:pt x="1811489" y="1128491"/>
                  </a:lnTo>
                  <a:lnTo>
                    <a:pt x="1820010" y="1124881"/>
                  </a:lnTo>
                  <a:lnTo>
                    <a:pt x="1826270" y="1122229"/>
                  </a:lnTo>
                  <a:lnTo>
                    <a:pt x="1828357" y="1121345"/>
                  </a:lnTo>
                  <a:lnTo>
                    <a:pt x="1828531" y="1121272"/>
                  </a:lnTo>
                  <a:lnTo>
                    <a:pt x="1831835" y="1119872"/>
                  </a:lnTo>
                  <a:lnTo>
                    <a:pt x="1835487" y="1118325"/>
                  </a:lnTo>
                  <a:lnTo>
                    <a:pt x="1840008" y="1116410"/>
                  </a:lnTo>
                  <a:lnTo>
                    <a:pt x="1843486" y="1114936"/>
                  </a:lnTo>
                  <a:lnTo>
                    <a:pt x="1849399" y="1112432"/>
                  </a:lnTo>
                  <a:lnTo>
                    <a:pt x="1851660" y="1111474"/>
                  </a:lnTo>
                  <a:lnTo>
                    <a:pt x="1852355" y="1111180"/>
                  </a:lnTo>
                  <a:lnTo>
                    <a:pt x="1858094" y="1108749"/>
                  </a:lnTo>
                  <a:lnTo>
                    <a:pt x="1861050" y="1107496"/>
                  </a:lnTo>
                  <a:lnTo>
                    <a:pt x="1861398" y="1107349"/>
                  </a:lnTo>
                  <a:lnTo>
                    <a:pt x="1861746" y="1107202"/>
                  </a:lnTo>
                  <a:lnTo>
                    <a:pt x="1862963" y="1106686"/>
                  </a:lnTo>
                  <a:lnTo>
                    <a:pt x="1866962" y="1104992"/>
                  </a:lnTo>
                  <a:lnTo>
                    <a:pt x="1868354" y="1104402"/>
                  </a:lnTo>
                  <a:lnTo>
                    <a:pt x="1868875" y="1104181"/>
                  </a:lnTo>
                  <a:lnTo>
                    <a:pt x="1870962" y="1103297"/>
                  </a:lnTo>
                  <a:lnTo>
                    <a:pt x="1872701" y="1102561"/>
                  </a:lnTo>
                  <a:lnTo>
                    <a:pt x="1875657" y="1101308"/>
                  </a:lnTo>
                  <a:lnTo>
                    <a:pt x="1876179" y="1101087"/>
                  </a:lnTo>
                  <a:lnTo>
                    <a:pt x="1879657" y="1099614"/>
                  </a:lnTo>
                  <a:lnTo>
                    <a:pt x="1879831" y="1099540"/>
                  </a:lnTo>
                  <a:lnTo>
                    <a:pt x="1883309" y="1098067"/>
                  </a:lnTo>
                  <a:lnTo>
                    <a:pt x="1885048" y="1097330"/>
                  </a:lnTo>
                  <a:lnTo>
                    <a:pt x="1885396" y="1097183"/>
                  </a:lnTo>
                  <a:lnTo>
                    <a:pt x="1887308" y="1096373"/>
                  </a:lnTo>
                  <a:lnTo>
                    <a:pt x="1890960" y="1094826"/>
                  </a:lnTo>
                  <a:lnTo>
                    <a:pt x="1892873" y="1094015"/>
                  </a:lnTo>
                  <a:lnTo>
                    <a:pt x="1894786" y="1093205"/>
                  </a:lnTo>
                  <a:lnTo>
                    <a:pt x="1894960" y="1093131"/>
                  </a:lnTo>
                  <a:lnTo>
                    <a:pt x="1896525" y="1092468"/>
                  </a:lnTo>
                  <a:lnTo>
                    <a:pt x="1896699" y="1092395"/>
                  </a:lnTo>
                  <a:lnTo>
                    <a:pt x="1902090" y="1090111"/>
                  </a:lnTo>
                  <a:lnTo>
                    <a:pt x="1905742" y="1088564"/>
                  </a:lnTo>
                  <a:lnTo>
                    <a:pt x="1905916" y="1088490"/>
                  </a:lnTo>
                  <a:lnTo>
                    <a:pt x="1906437" y="1088269"/>
                  </a:lnTo>
                  <a:lnTo>
                    <a:pt x="1908524" y="1087385"/>
                  </a:lnTo>
                  <a:lnTo>
                    <a:pt x="1909567" y="1086943"/>
                  </a:lnTo>
                  <a:lnTo>
                    <a:pt x="1911132" y="1086280"/>
                  </a:lnTo>
                  <a:lnTo>
                    <a:pt x="1912871" y="1085544"/>
                  </a:lnTo>
                  <a:lnTo>
                    <a:pt x="1913219" y="1085396"/>
                  </a:lnTo>
                  <a:lnTo>
                    <a:pt x="1913741" y="1085175"/>
                  </a:lnTo>
                  <a:lnTo>
                    <a:pt x="1915132" y="1084586"/>
                  </a:lnTo>
                  <a:lnTo>
                    <a:pt x="1915306" y="1084512"/>
                  </a:lnTo>
                  <a:lnTo>
                    <a:pt x="1916871" y="1083849"/>
                  </a:lnTo>
                  <a:lnTo>
                    <a:pt x="1917219" y="1083702"/>
                  </a:lnTo>
                  <a:lnTo>
                    <a:pt x="1922436" y="1081492"/>
                  </a:lnTo>
                  <a:lnTo>
                    <a:pt x="1924349" y="1080682"/>
                  </a:lnTo>
                  <a:lnTo>
                    <a:pt x="1924696" y="1080534"/>
                  </a:lnTo>
                  <a:lnTo>
                    <a:pt x="1925044" y="1080387"/>
                  </a:lnTo>
                  <a:lnTo>
                    <a:pt x="1927653" y="1079282"/>
                  </a:lnTo>
                  <a:lnTo>
                    <a:pt x="1929566" y="1078472"/>
                  </a:lnTo>
                  <a:lnTo>
                    <a:pt x="1931305" y="1077735"/>
                  </a:lnTo>
                  <a:lnTo>
                    <a:pt x="1935478" y="1075967"/>
                  </a:lnTo>
                  <a:lnTo>
                    <a:pt x="1937739" y="1075009"/>
                  </a:lnTo>
                  <a:lnTo>
                    <a:pt x="1938260" y="1074788"/>
                  </a:lnTo>
                  <a:lnTo>
                    <a:pt x="1939652" y="1074199"/>
                  </a:lnTo>
                  <a:lnTo>
                    <a:pt x="1941043" y="1073610"/>
                  </a:lnTo>
                  <a:lnTo>
                    <a:pt x="1944869" y="1071989"/>
                  </a:lnTo>
                  <a:lnTo>
                    <a:pt x="1947129" y="1071031"/>
                  </a:lnTo>
                  <a:lnTo>
                    <a:pt x="1958259" y="1066317"/>
                  </a:lnTo>
                  <a:lnTo>
                    <a:pt x="1962084" y="1064696"/>
                  </a:lnTo>
                  <a:lnTo>
                    <a:pt x="1966606" y="1062781"/>
                  </a:lnTo>
                  <a:lnTo>
                    <a:pt x="1967127" y="1062560"/>
                  </a:lnTo>
                  <a:lnTo>
                    <a:pt x="1970605" y="1061087"/>
                  </a:lnTo>
                  <a:lnTo>
                    <a:pt x="1975127" y="1059171"/>
                  </a:lnTo>
                  <a:lnTo>
                    <a:pt x="1976170" y="1058729"/>
                  </a:lnTo>
                  <a:lnTo>
                    <a:pt x="1978952" y="1057551"/>
                  </a:lnTo>
                  <a:lnTo>
                    <a:pt x="1982604" y="1056004"/>
                  </a:lnTo>
                  <a:lnTo>
                    <a:pt x="1983474" y="1055635"/>
                  </a:lnTo>
                  <a:lnTo>
                    <a:pt x="1985387" y="1054825"/>
                  </a:lnTo>
                  <a:lnTo>
                    <a:pt x="1993908" y="1051215"/>
                  </a:lnTo>
                  <a:lnTo>
                    <a:pt x="2000168" y="1048563"/>
                  </a:lnTo>
                  <a:lnTo>
                    <a:pt x="2002255" y="1047679"/>
                  </a:lnTo>
                  <a:lnTo>
                    <a:pt x="2002429" y="1047606"/>
                  </a:lnTo>
                  <a:lnTo>
                    <a:pt x="2005733" y="1046206"/>
                  </a:lnTo>
                  <a:lnTo>
                    <a:pt x="2009385" y="1044659"/>
                  </a:lnTo>
                  <a:lnTo>
                    <a:pt x="2013906" y="1042744"/>
                  </a:lnTo>
                  <a:lnTo>
                    <a:pt x="2017384" y="1041270"/>
                  </a:lnTo>
                  <a:lnTo>
                    <a:pt x="2023296" y="1038766"/>
                  </a:lnTo>
                  <a:lnTo>
                    <a:pt x="2025557" y="1037808"/>
                  </a:lnTo>
                  <a:lnTo>
                    <a:pt x="2026253" y="1037513"/>
                  </a:lnTo>
                  <a:lnTo>
                    <a:pt x="2030426" y="1035745"/>
                  </a:lnTo>
                  <a:lnTo>
                    <a:pt x="2034947" y="1033830"/>
                  </a:lnTo>
                  <a:lnTo>
                    <a:pt x="2035295" y="1033683"/>
                  </a:lnTo>
                  <a:lnTo>
                    <a:pt x="2035643" y="1033535"/>
                  </a:lnTo>
                  <a:lnTo>
                    <a:pt x="2036860" y="1033020"/>
                  </a:lnTo>
                  <a:lnTo>
                    <a:pt x="2040860" y="1031325"/>
                  </a:lnTo>
                  <a:lnTo>
                    <a:pt x="2042251" y="1030736"/>
                  </a:lnTo>
                  <a:lnTo>
                    <a:pt x="2042773" y="1030515"/>
                  </a:lnTo>
                  <a:lnTo>
                    <a:pt x="2044860" y="1029631"/>
                  </a:lnTo>
                  <a:lnTo>
                    <a:pt x="2046599" y="1028894"/>
                  </a:lnTo>
                  <a:lnTo>
                    <a:pt x="2049555" y="1027642"/>
                  </a:lnTo>
                  <a:lnTo>
                    <a:pt x="2050077" y="1027421"/>
                  </a:lnTo>
                  <a:lnTo>
                    <a:pt x="2053554" y="1025948"/>
                  </a:lnTo>
                  <a:lnTo>
                    <a:pt x="2053728" y="1025874"/>
                  </a:lnTo>
                  <a:lnTo>
                    <a:pt x="2057206" y="1024401"/>
                  </a:lnTo>
                  <a:lnTo>
                    <a:pt x="2058945" y="1023664"/>
                  </a:lnTo>
                  <a:lnTo>
                    <a:pt x="2059293" y="1023517"/>
                  </a:lnTo>
                  <a:lnTo>
                    <a:pt x="2061206" y="1022706"/>
                  </a:lnTo>
                  <a:lnTo>
                    <a:pt x="2064858" y="1021159"/>
                  </a:lnTo>
                  <a:lnTo>
                    <a:pt x="2066771" y="1020349"/>
                  </a:lnTo>
                  <a:lnTo>
                    <a:pt x="2068684" y="1019539"/>
                  </a:lnTo>
                  <a:lnTo>
                    <a:pt x="2068857" y="1019465"/>
                  </a:lnTo>
                  <a:lnTo>
                    <a:pt x="2070423" y="1018802"/>
                  </a:lnTo>
                  <a:lnTo>
                    <a:pt x="2070596" y="1018729"/>
                  </a:lnTo>
                  <a:lnTo>
                    <a:pt x="2075987" y="1016445"/>
                  </a:lnTo>
                  <a:lnTo>
                    <a:pt x="2079639" y="1014898"/>
                  </a:lnTo>
                  <a:lnTo>
                    <a:pt x="2079813" y="1014824"/>
                  </a:lnTo>
                  <a:lnTo>
                    <a:pt x="2080335" y="1014603"/>
                  </a:lnTo>
                  <a:lnTo>
                    <a:pt x="2082421" y="1013719"/>
                  </a:lnTo>
                  <a:lnTo>
                    <a:pt x="2083465" y="1013277"/>
                  </a:lnTo>
                  <a:lnTo>
                    <a:pt x="2085030" y="1012614"/>
                  </a:lnTo>
                  <a:lnTo>
                    <a:pt x="2086769" y="1011878"/>
                  </a:lnTo>
                  <a:lnTo>
                    <a:pt x="2087117" y="1011730"/>
                  </a:lnTo>
                  <a:lnTo>
                    <a:pt x="2087638" y="1011509"/>
                  </a:lnTo>
                  <a:lnTo>
                    <a:pt x="2089030" y="1010920"/>
                  </a:lnTo>
                  <a:lnTo>
                    <a:pt x="2089203" y="1010846"/>
                  </a:lnTo>
                  <a:lnTo>
                    <a:pt x="2090769" y="1010183"/>
                  </a:lnTo>
                  <a:lnTo>
                    <a:pt x="2091116" y="1010036"/>
                  </a:lnTo>
                  <a:lnTo>
                    <a:pt x="2096333" y="1007826"/>
                  </a:lnTo>
                  <a:lnTo>
                    <a:pt x="2098246" y="1007016"/>
                  </a:lnTo>
                  <a:lnTo>
                    <a:pt x="2098594" y="1006868"/>
                  </a:lnTo>
                  <a:lnTo>
                    <a:pt x="2098942" y="1006721"/>
                  </a:lnTo>
                  <a:lnTo>
                    <a:pt x="2101550" y="1005616"/>
                  </a:lnTo>
                  <a:lnTo>
                    <a:pt x="2103463" y="1004806"/>
                  </a:lnTo>
                  <a:lnTo>
                    <a:pt x="2105202" y="1004069"/>
                  </a:lnTo>
                  <a:lnTo>
                    <a:pt x="2109376" y="1002301"/>
                  </a:lnTo>
                  <a:lnTo>
                    <a:pt x="2111636" y="1001343"/>
                  </a:lnTo>
                  <a:lnTo>
                    <a:pt x="2112158" y="1001122"/>
                  </a:lnTo>
                  <a:lnTo>
                    <a:pt x="2113549" y="1000533"/>
                  </a:lnTo>
                  <a:lnTo>
                    <a:pt x="2114940" y="999944"/>
                  </a:lnTo>
                  <a:lnTo>
                    <a:pt x="2118766" y="998323"/>
                  </a:lnTo>
                  <a:lnTo>
                    <a:pt x="2121027" y="997365"/>
                  </a:lnTo>
                  <a:lnTo>
                    <a:pt x="2132156" y="992651"/>
                  </a:lnTo>
                  <a:lnTo>
                    <a:pt x="2135982" y="991030"/>
                  </a:lnTo>
                  <a:lnTo>
                    <a:pt x="2141025" y="988894"/>
                  </a:lnTo>
                  <a:lnTo>
                    <a:pt x="2144503" y="987420"/>
                  </a:lnTo>
                  <a:lnTo>
                    <a:pt x="2149024" y="985505"/>
                  </a:lnTo>
                  <a:lnTo>
                    <a:pt x="2150068" y="985063"/>
                  </a:lnTo>
                  <a:lnTo>
                    <a:pt x="2152850" y="983884"/>
                  </a:lnTo>
                  <a:lnTo>
                    <a:pt x="2156502" y="982337"/>
                  </a:lnTo>
                  <a:lnTo>
                    <a:pt x="2157371" y="981969"/>
                  </a:lnTo>
                  <a:lnTo>
                    <a:pt x="2159284" y="981159"/>
                  </a:lnTo>
                  <a:lnTo>
                    <a:pt x="2167805" y="977549"/>
                  </a:lnTo>
                  <a:lnTo>
                    <a:pt x="2174065" y="974897"/>
                  </a:lnTo>
                  <a:lnTo>
                    <a:pt x="2176152" y="974013"/>
                  </a:lnTo>
                  <a:lnTo>
                    <a:pt x="2176326" y="973939"/>
                  </a:lnTo>
                  <a:lnTo>
                    <a:pt x="2179630" y="972540"/>
                  </a:lnTo>
                  <a:lnTo>
                    <a:pt x="2183282" y="970993"/>
                  </a:lnTo>
                  <a:lnTo>
                    <a:pt x="2187803" y="969078"/>
                  </a:lnTo>
                  <a:lnTo>
                    <a:pt x="2191281" y="967604"/>
                  </a:lnTo>
                  <a:lnTo>
                    <a:pt x="2197194" y="965100"/>
                  </a:lnTo>
                  <a:lnTo>
                    <a:pt x="2199454" y="964142"/>
                  </a:lnTo>
                  <a:lnTo>
                    <a:pt x="2200150" y="963847"/>
                  </a:lnTo>
                  <a:lnTo>
                    <a:pt x="2204324" y="962079"/>
                  </a:lnTo>
                  <a:lnTo>
                    <a:pt x="2205889" y="961416"/>
                  </a:lnTo>
                  <a:lnTo>
                    <a:pt x="2208845" y="960164"/>
                  </a:lnTo>
                  <a:lnTo>
                    <a:pt x="2209193" y="960017"/>
                  </a:lnTo>
                  <a:lnTo>
                    <a:pt x="2209540" y="959869"/>
                  </a:lnTo>
                  <a:lnTo>
                    <a:pt x="2210758" y="959354"/>
                  </a:lnTo>
                  <a:lnTo>
                    <a:pt x="2214757" y="957659"/>
                  </a:lnTo>
                  <a:lnTo>
                    <a:pt x="2216149" y="957070"/>
                  </a:lnTo>
                  <a:lnTo>
                    <a:pt x="2216670" y="956849"/>
                  </a:lnTo>
                  <a:lnTo>
                    <a:pt x="2218757" y="955965"/>
                  </a:lnTo>
                  <a:lnTo>
                    <a:pt x="2220496" y="955228"/>
                  </a:lnTo>
                  <a:lnTo>
                    <a:pt x="2223452" y="953976"/>
                  </a:lnTo>
                  <a:lnTo>
                    <a:pt x="2223974" y="953755"/>
                  </a:lnTo>
                  <a:lnTo>
                    <a:pt x="2227452" y="952282"/>
                  </a:lnTo>
                  <a:lnTo>
                    <a:pt x="2227626" y="952208"/>
                  </a:lnTo>
                  <a:lnTo>
                    <a:pt x="2231104" y="950735"/>
                  </a:lnTo>
                  <a:lnTo>
                    <a:pt x="2232843" y="949998"/>
                  </a:lnTo>
                  <a:lnTo>
                    <a:pt x="2233191" y="949851"/>
                  </a:lnTo>
                  <a:lnTo>
                    <a:pt x="2235103" y="949040"/>
                  </a:lnTo>
                  <a:lnTo>
                    <a:pt x="2238755" y="947493"/>
                  </a:lnTo>
                  <a:lnTo>
                    <a:pt x="2240668" y="946683"/>
                  </a:lnTo>
                  <a:lnTo>
                    <a:pt x="2242581" y="945873"/>
                  </a:lnTo>
                  <a:lnTo>
                    <a:pt x="2242755" y="945799"/>
                  </a:lnTo>
                  <a:lnTo>
                    <a:pt x="2244320" y="945136"/>
                  </a:lnTo>
                  <a:lnTo>
                    <a:pt x="2244494" y="945062"/>
                  </a:lnTo>
                  <a:lnTo>
                    <a:pt x="2249885" y="942779"/>
                  </a:lnTo>
                  <a:lnTo>
                    <a:pt x="2253537" y="941232"/>
                  </a:lnTo>
                  <a:lnTo>
                    <a:pt x="2253710" y="941158"/>
                  </a:lnTo>
                  <a:lnTo>
                    <a:pt x="2254232" y="940937"/>
                  </a:lnTo>
                  <a:lnTo>
                    <a:pt x="2256319" y="940053"/>
                  </a:lnTo>
                  <a:lnTo>
                    <a:pt x="2257362" y="939611"/>
                  </a:lnTo>
                  <a:lnTo>
                    <a:pt x="2258927" y="938948"/>
                  </a:lnTo>
                  <a:lnTo>
                    <a:pt x="2260666" y="938211"/>
                  </a:lnTo>
                  <a:lnTo>
                    <a:pt x="2261014" y="938064"/>
                  </a:lnTo>
                  <a:lnTo>
                    <a:pt x="2261536" y="937843"/>
                  </a:lnTo>
                  <a:lnTo>
                    <a:pt x="2262927" y="937254"/>
                  </a:lnTo>
                  <a:lnTo>
                    <a:pt x="2263101" y="937180"/>
                  </a:lnTo>
                  <a:lnTo>
                    <a:pt x="2264666" y="936517"/>
                  </a:lnTo>
                  <a:lnTo>
                    <a:pt x="2265014" y="936370"/>
                  </a:lnTo>
                  <a:lnTo>
                    <a:pt x="2270231" y="934160"/>
                  </a:lnTo>
                  <a:lnTo>
                    <a:pt x="2272144" y="933349"/>
                  </a:lnTo>
                  <a:lnTo>
                    <a:pt x="2272491" y="933202"/>
                  </a:lnTo>
                  <a:lnTo>
                    <a:pt x="2272839" y="933055"/>
                  </a:lnTo>
                  <a:lnTo>
                    <a:pt x="2275448" y="931950"/>
                  </a:lnTo>
                  <a:lnTo>
                    <a:pt x="2277360" y="931139"/>
                  </a:lnTo>
                  <a:lnTo>
                    <a:pt x="2279099" y="930403"/>
                  </a:lnTo>
                  <a:lnTo>
                    <a:pt x="2283273" y="928635"/>
                  </a:lnTo>
                  <a:lnTo>
                    <a:pt x="2285534" y="927677"/>
                  </a:lnTo>
                  <a:lnTo>
                    <a:pt x="2286055" y="927456"/>
                  </a:lnTo>
                  <a:lnTo>
                    <a:pt x="2287447" y="926867"/>
                  </a:lnTo>
                  <a:lnTo>
                    <a:pt x="2288838" y="926278"/>
                  </a:lnTo>
                  <a:lnTo>
                    <a:pt x="2292663" y="924657"/>
                  </a:lnTo>
                  <a:lnTo>
                    <a:pt x="2294924" y="923699"/>
                  </a:lnTo>
                  <a:lnTo>
                    <a:pt x="2306054" y="918985"/>
                  </a:lnTo>
                  <a:lnTo>
                    <a:pt x="2309879" y="917364"/>
                  </a:lnTo>
                  <a:lnTo>
                    <a:pt x="2314401" y="915449"/>
                  </a:lnTo>
                  <a:lnTo>
                    <a:pt x="2314922" y="915228"/>
                  </a:lnTo>
                  <a:lnTo>
                    <a:pt x="2318400" y="913754"/>
                  </a:lnTo>
                  <a:lnTo>
                    <a:pt x="2322922" y="911839"/>
                  </a:lnTo>
                  <a:lnTo>
                    <a:pt x="2323965" y="911397"/>
                  </a:lnTo>
                  <a:lnTo>
                    <a:pt x="2326747" y="910218"/>
                  </a:lnTo>
                  <a:lnTo>
                    <a:pt x="2330399" y="908671"/>
                  </a:lnTo>
                  <a:lnTo>
                    <a:pt x="2331269" y="908303"/>
                  </a:lnTo>
                  <a:lnTo>
                    <a:pt x="2333182" y="907493"/>
                  </a:lnTo>
                  <a:lnTo>
                    <a:pt x="2341703" y="903883"/>
                  </a:lnTo>
                  <a:lnTo>
                    <a:pt x="2347963" y="901231"/>
                  </a:lnTo>
                  <a:lnTo>
                    <a:pt x="2350050" y="900347"/>
                  </a:lnTo>
                  <a:lnTo>
                    <a:pt x="2350223" y="900273"/>
                  </a:lnTo>
                  <a:lnTo>
                    <a:pt x="2353528" y="898874"/>
                  </a:lnTo>
                  <a:lnTo>
                    <a:pt x="2357179" y="897327"/>
                  </a:lnTo>
                  <a:lnTo>
                    <a:pt x="2361701" y="895411"/>
                  </a:lnTo>
                  <a:lnTo>
                    <a:pt x="2365179" y="893938"/>
                  </a:lnTo>
                  <a:lnTo>
                    <a:pt x="2371091" y="891433"/>
                  </a:lnTo>
                  <a:lnTo>
                    <a:pt x="2373352" y="890476"/>
                  </a:lnTo>
                  <a:lnTo>
                    <a:pt x="2378221" y="888413"/>
                  </a:lnTo>
                  <a:lnTo>
                    <a:pt x="2379786" y="887750"/>
                  </a:lnTo>
                  <a:lnTo>
                    <a:pt x="2382742" y="886498"/>
                  </a:lnTo>
                  <a:lnTo>
                    <a:pt x="2383090" y="886350"/>
                  </a:lnTo>
                  <a:lnTo>
                    <a:pt x="2383438" y="886203"/>
                  </a:lnTo>
                  <a:lnTo>
                    <a:pt x="2384655" y="885687"/>
                  </a:lnTo>
                  <a:lnTo>
                    <a:pt x="2388655" y="883993"/>
                  </a:lnTo>
                  <a:lnTo>
                    <a:pt x="2390046" y="883404"/>
                  </a:lnTo>
                  <a:lnTo>
                    <a:pt x="2390568" y="883183"/>
                  </a:lnTo>
                  <a:lnTo>
                    <a:pt x="2392654" y="882299"/>
                  </a:lnTo>
                  <a:lnTo>
                    <a:pt x="2394393" y="881562"/>
                  </a:lnTo>
                  <a:lnTo>
                    <a:pt x="2397350" y="880310"/>
                  </a:lnTo>
                  <a:lnTo>
                    <a:pt x="2397871" y="880089"/>
                  </a:lnTo>
                  <a:lnTo>
                    <a:pt x="2401349" y="878616"/>
                  </a:lnTo>
                  <a:lnTo>
                    <a:pt x="2401523" y="878542"/>
                  </a:lnTo>
                  <a:lnTo>
                    <a:pt x="2405001" y="877069"/>
                  </a:lnTo>
                  <a:lnTo>
                    <a:pt x="2406740" y="876332"/>
                  </a:lnTo>
                  <a:lnTo>
                    <a:pt x="2407088" y="876185"/>
                  </a:lnTo>
                  <a:lnTo>
                    <a:pt x="2409001" y="875374"/>
                  </a:lnTo>
                  <a:lnTo>
                    <a:pt x="2412653" y="873827"/>
                  </a:lnTo>
                  <a:lnTo>
                    <a:pt x="2414566" y="873017"/>
                  </a:lnTo>
                  <a:lnTo>
                    <a:pt x="2416478" y="872207"/>
                  </a:lnTo>
                  <a:lnTo>
                    <a:pt x="2416652" y="872133"/>
                  </a:lnTo>
                  <a:lnTo>
                    <a:pt x="2418391" y="871396"/>
                  </a:lnTo>
                  <a:lnTo>
                    <a:pt x="2423782" y="869113"/>
                  </a:lnTo>
                  <a:lnTo>
                    <a:pt x="2427434" y="867566"/>
                  </a:lnTo>
                  <a:lnTo>
                    <a:pt x="2427608" y="867492"/>
                  </a:lnTo>
                  <a:lnTo>
                    <a:pt x="2428130" y="867271"/>
                  </a:lnTo>
                  <a:lnTo>
                    <a:pt x="2430216" y="866387"/>
                  </a:lnTo>
                  <a:lnTo>
                    <a:pt x="2431260" y="865945"/>
                  </a:lnTo>
                  <a:lnTo>
                    <a:pt x="2432825" y="865282"/>
                  </a:lnTo>
                  <a:lnTo>
                    <a:pt x="2434564" y="864545"/>
                  </a:lnTo>
                  <a:lnTo>
                    <a:pt x="2434912" y="864398"/>
                  </a:lnTo>
                  <a:lnTo>
                    <a:pt x="2435433" y="864177"/>
                  </a:lnTo>
                  <a:lnTo>
                    <a:pt x="2436824" y="863588"/>
                  </a:lnTo>
                  <a:lnTo>
                    <a:pt x="2436998" y="863514"/>
                  </a:lnTo>
                  <a:lnTo>
                    <a:pt x="2438563" y="862851"/>
                  </a:lnTo>
                  <a:lnTo>
                    <a:pt x="2438911" y="862704"/>
                  </a:lnTo>
                  <a:lnTo>
                    <a:pt x="2444128" y="860494"/>
                  </a:lnTo>
                  <a:lnTo>
                    <a:pt x="2446041" y="859683"/>
                  </a:lnTo>
                  <a:lnTo>
                    <a:pt x="2446389" y="859536"/>
                  </a:lnTo>
                  <a:lnTo>
                    <a:pt x="2446737" y="859389"/>
                  </a:lnTo>
                  <a:lnTo>
                    <a:pt x="2449345" y="858284"/>
                  </a:lnTo>
                  <a:lnTo>
                    <a:pt x="2451258" y="857473"/>
                  </a:lnTo>
                  <a:lnTo>
                    <a:pt x="2452997" y="856737"/>
                  </a:lnTo>
                  <a:lnTo>
                    <a:pt x="2457170" y="854969"/>
                  </a:lnTo>
                  <a:lnTo>
                    <a:pt x="2459431" y="854011"/>
                  </a:lnTo>
                  <a:lnTo>
                    <a:pt x="2459953" y="853790"/>
                  </a:lnTo>
                  <a:lnTo>
                    <a:pt x="2461344" y="853201"/>
                  </a:lnTo>
                  <a:lnTo>
                    <a:pt x="2462735" y="852611"/>
                  </a:lnTo>
                  <a:lnTo>
                    <a:pt x="2466561" y="850991"/>
                  </a:lnTo>
                  <a:lnTo>
                    <a:pt x="2468822" y="850033"/>
                  </a:lnTo>
                  <a:lnTo>
                    <a:pt x="2479951" y="845318"/>
                  </a:lnTo>
                  <a:lnTo>
                    <a:pt x="2483777" y="843698"/>
                  </a:lnTo>
                  <a:lnTo>
                    <a:pt x="2488298" y="841782"/>
                  </a:lnTo>
                  <a:lnTo>
                    <a:pt x="2488820" y="841561"/>
                  </a:lnTo>
                  <a:lnTo>
                    <a:pt x="2492298" y="840088"/>
                  </a:lnTo>
                  <a:lnTo>
                    <a:pt x="2496819" y="838173"/>
                  </a:lnTo>
                  <a:lnTo>
                    <a:pt x="2497862" y="837731"/>
                  </a:lnTo>
                  <a:lnTo>
                    <a:pt x="2500645" y="836552"/>
                  </a:lnTo>
                  <a:lnTo>
                    <a:pt x="2504297" y="835005"/>
                  </a:lnTo>
                  <a:lnTo>
                    <a:pt x="2505166" y="834637"/>
                  </a:lnTo>
                  <a:lnTo>
                    <a:pt x="2507079" y="833827"/>
                  </a:lnTo>
                  <a:lnTo>
                    <a:pt x="2515600" y="830217"/>
                  </a:lnTo>
                  <a:lnTo>
                    <a:pt x="2521860" y="827565"/>
                  </a:lnTo>
                  <a:lnTo>
                    <a:pt x="2523947" y="826681"/>
                  </a:lnTo>
                  <a:lnTo>
                    <a:pt x="2524121" y="826607"/>
                  </a:lnTo>
                  <a:lnTo>
                    <a:pt x="2527425" y="825208"/>
                  </a:lnTo>
                  <a:lnTo>
                    <a:pt x="2531077" y="823661"/>
                  </a:lnTo>
                  <a:lnTo>
                    <a:pt x="2535598" y="821745"/>
                  </a:lnTo>
                  <a:lnTo>
                    <a:pt x="2539076" y="820272"/>
                  </a:lnTo>
                  <a:lnTo>
                    <a:pt x="2544989" y="817767"/>
                  </a:lnTo>
                  <a:lnTo>
                    <a:pt x="2547249" y="816810"/>
                  </a:lnTo>
                  <a:lnTo>
                    <a:pt x="2547945" y="816515"/>
                  </a:lnTo>
                  <a:lnTo>
                    <a:pt x="2552118" y="814747"/>
                  </a:lnTo>
                  <a:lnTo>
                    <a:pt x="2553684" y="814084"/>
                  </a:lnTo>
                  <a:lnTo>
                    <a:pt x="2556640" y="812832"/>
                  </a:lnTo>
                  <a:lnTo>
                    <a:pt x="2556988" y="812684"/>
                  </a:lnTo>
                  <a:lnTo>
                    <a:pt x="2557335" y="812537"/>
                  </a:lnTo>
                  <a:lnTo>
                    <a:pt x="2558553" y="812021"/>
                  </a:lnTo>
                  <a:lnTo>
                    <a:pt x="2562552" y="810327"/>
                  </a:lnTo>
                  <a:lnTo>
                    <a:pt x="2563943" y="809738"/>
                  </a:lnTo>
                  <a:lnTo>
                    <a:pt x="2564465" y="809517"/>
                  </a:lnTo>
                  <a:lnTo>
                    <a:pt x="2566552" y="808633"/>
                  </a:lnTo>
                  <a:lnTo>
                    <a:pt x="2568291" y="807896"/>
                  </a:lnTo>
                  <a:lnTo>
                    <a:pt x="2571247" y="806644"/>
                  </a:lnTo>
                  <a:lnTo>
                    <a:pt x="2571769" y="806423"/>
                  </a:lnTo>
                  <a:lnTo>
                    <a:pt x="2575247" y="804949"/>
                  </a:lnTo>
                  <a:lnTo>
                    <a:pt x="2575421" y="804876"/>
                  </a:lnTo>
                  <a:lnTo>
                    <a:pt x="2578899" y="803402"/>
                  </a:lnTo>
                  <a:lnTo>
                    <a:pt x="2580638" y="802666"/>
                  </a:lnTo>
                  <a:lnTo>
                    <a:pt x="2580985" y="802518"/>
                  </a:lnTo>
                  <a:lnTo>
                    <a:pt x="2582898" y="801708"/>
                  </a:lnTo>
                  <a:lnTo>
                    <a:pt x="2586550" y="800161"/>
                  </a:lnTo>
                  <a:lnTo>
                    <a:pt x="2588463" y="799351"/>
                  </a:lnTo>
                  <a:lnTo>
                    <a:pt x="2590376" y="798540"/>
                  </a:lnTo>
                  <a:lnTo>
                    <a:pt x="2590550" y="798467"/>
                  </a:lnTo>
                  <a:lnTo>
                    <a:pt x="2592115" y="797804"/>
                  </a:lnTo>
                  <a:lnTo>
                    <a:pt x="2592289" y="797730"/>
                  </a:lnTo>
                  <a:lnTo>
                    <a:pt x="2597680" y="795446"/>
                  </a:lnTo>
                  <a:lnTo>
                    <a:pt x="2601331" y="793899"/>
                  </a:lnTo>
                  <a:lnTo>
                    <a:pt x="2601505" y="793826"/>
                  </a:lnTo>
                  <a:lnTo>
                    <a:pt x="2602027" y="793605"/>
                  </a:lnTo>
                  <a:lnTo>
                    <a:pt x="2604114" y="792721"/>
                  </a:lnTo>
                  <a:lnTo>
                    <a:pt x="2605157" y="792279"/>
                  </a:lnTo>
                  <a:lnTo>
                    <a:pt x="2606722" y="791616"/>
                  </a:lnTo>
                  <a:lnTo>
                    <a:pt x="2608461" y="790879"/>
                  </a:lnTo>
                  <a:lnTo>
                    <a:pt x="2608809" y="790732"/>
                  </a:lnTo>
                  <a:lnTo>
                    <a:pt x="2609331" y="790511"/>
                  </a:lnTo>
                  <a:lnTo>
                    <a:pt x="2610722" y="789921"/>
                  </a:lnTo>
                  <a:lnTo>
                    <a:pt x="2610896" y="789848"/>
                  </a:lnTo>
                  <a:lnTo>
                    <a:pt x="2612461" y="789185"/>
                  </a:lnTo>
                  <a:lnTo>
                    <a:pt x="2612809" y="789037"/>
                  </a:lnTo>
                  <a:lnTo>
                    <a:pt x="2618026" y="786828"/>
                  </a:lnTo>
                  <a:lnTo>
                    <a:pt x="2619938" y="786017"/>
                  </a:lnTo>
                  <a:lnTo>
                    <a:pt x="2620286" y="785870"/>
                  </a:lnTo>
                  <a:lnTo>
                    <a:pt x="2620634" y="785723"/>
                  </a:lnTo>
                  <a:lnTo>
                    <a:pt x="2623242" y="784618"/>
                  </a:lnTo>
                  <a:lnTo>
                    <a:pt x="2625155" y="783807"/>
                  </a:lnTo>
                  <a:lnTo>
                    <a:pt x="2626894" y="783071"/>
                  </a:lnTo>
                  <a:lnTo>
                    <a:pt x="2631068" y="781303"/>
                  </a:lnTo>
                  <a:lnTo>
                    <a:pt x="2633850" y="780124"/>
                  </a:lnTo>
                  <a:lnTo>
                    <a:pt x="2635241" y="779535"/>
                  </a:lnTo>
                  <a:lnTo>
                    <a:pt x="2636633" y="778945"/>
                  </a:lnTo>
                  <a:lnTo>
                    <a:pt x="2640458" y="777325"/>
                  </a:lnTo>
                  <a:lnTo>
                    <a:pt x="2642719" y="776367"/>
                  </a:lnTo>
                  <a:lnTo>
                    <a:pt x="2653848" y="771652"/>
                  </a:lnTo>
                  <a:lnTo>
                    <a:pt x="2657674" y="770032"/>
                  </a:lnTo>
                  <a:lnTo>
                    <a:pt x="2662196" y="768116"/>
                  </a:lnTo>
                  <a:lnTo>
                    <a:pt x="2662717" y="767895"/>
                  </a:lnTo>
                  <a:lnTo>
                    <a:pt x="2666195" y="766422"/>
                  </a:lnTo>
                  <a:lnTo>
                    <a:pt x="2670716" y="764507"/>
                  </a:lnTo>
                  <a:lnTo>
                    <a:pt x="2671760" y="764065"/>
                  </a:lnTo>
                  <a:lnTo>
                    <a:pt x="2674542" y="762886"/>
                  </a:lnTo>
                  <a:lnTo>
                    <a:pt x="2678194" y="761339"/>
                  </a:lnTo>
                  <a:lnTo>
                    <a:pt x="2679064" y="760971"/>
                  </a:lnTo>
                  <a:lnTo>
                    <a:pt x="2680976" y="760160"/>
                  </a:lnTo>
                  <a:lnTo>
                    <a:pt x="2689497" y="756551"/>
                  </a:lnTo>
                  <a:lnTo>
                    <a:pt x="2695758" y="753899"/>
                  </a:lnTo>
                  <a:lnTo>
                    <a:pt x="2697844" y="753015"/>
                  </a:lnTo>
                  <a:lnTo>
                    <a:pt x="2698018" y="752941"/>
                  </a:lnTo>
                  <a:lnTo>
                    <a:pt x="2701322" y="751541"/>
                  </a:lnTo>
                  <a:lnTo>
                    <a:pt x="2704974" y="749994"/>
                  </a:lnTo>
                  <a:lnTo>
                    <a:pt x="2709496" y="748079"/>
                  </a:lnTo>
                  <a:lnTo>
                    <a:pt x="2712974" y="746606"/>
                  </a:lnTo>
                  <a:lnTo>
                    <a:pt x="2718886" y="744101"/>
                  </a:lnTo>
                  <a:lnTo>
                    <a:pt x="2721147" y="743143"/>
                  </a:lnTo>
                  <a:lnTo>
                    <a:pt x="2721842" y="742849"/>
                  </a:lnTo>
                  <a:lnTo>
                    <a:pt x="2726016" y="741081"/>
                  </a:lnTo>
                  <a:lnTo>
                    <a:pt x="2727581" y="740418"/>
                  </a:lnTo>
                  <a:lnTo>
                    <a:pt x="2730537" y="739166"/>
                  </a:lnTo>
                  <a:lnTo>
                    <a:pt x="2730885" y="739018"/>
                  </a:lnTo>
                  <a:lnTo>
                    <a:pt x="2731233" y="738871"/>
                  </a:lnTo>
                  <a:lnTo>
                    <a:pt x="2732450" y="738355"/>
                  </a:lnTo>
                  <a:lnTo>
                    <a:pt x="2736450" y="736661"/>
                  </a:lnTo>
                  <a:lnTo>
                    <a:pt x="2737841" y="736072"/>
                  </a:lnTo>
                  <a:lnTo>
                    <a:pt x="2738363" y="735851"/>
                  </a:lnTo>
                  <a:lnTo>
                    <a:pt x="2740449" y="734967"/>
                  </a:lnTo>
                  <a:lnTo>
                    <a:pt x="2742188" y="734230"/>
                  </a:lnTo>
                  <a:lnTo>
                    <a:pt x="2745145" y="732978"/>
                  </a:lnTo>
                  <a:lnTo>
                    <a:pt x="2745666" y="732757"/>
                  </a:lnTo>
                  <a:lnTo>
                    <a:pt x="2749144" y="731283"/>
                  </a:lnTo>
                  <a:lnTo>
                    <a:pt x="2749318" y="731210"/>
                  </a:lnTo>
                  <a:lnTo>
                    <a:pt x="2752796" y="729736"/>
                  </a:lnTo>
                  <a:lnTo>
                    <a:pt x="2754535" y="729000"/>
                  </a:lnTo>
                  <a:lnTo>
                    <a:pt x="2754883" y="728852"/>
                  </a:lnTo>
                  <a:lnTo>
                    <a:pt x="2756796" y="728042"/>
                  </a:lnTo>
                  <a:lnTo>
                    <a:pt x="2760448" y="726495"/>
                  </a:lnTo>
                  <a:lnTo>
                    <a:pt x="2762360" y="725685"/>
                  </a:lnTo>
                  <a:lnTo>
                    <a:pt x="2764273" y="724874"/>
                  </a:lnTo>
                  <a:lnTo>
                    <a:pt x="2764447" y="724801"/>
                  </a:lnTo>
                  <a:lnTo>
                    <a:pt x="2766012" y="724138"/>
                  </a:lnTo>
                  <a:lnTo>
                    <a:pt x="2766186" y="724064"/>
                  </a:lnTo>
                  <a:lnTo>
                    <a:pt x="2771577" y="721780"/>
                  </a:lnTo>
                  <a:lnTo>
                    <a:pt x="2775229" y="720233"/>
                  </a:lnTo>
                  <a:lnTo>
                    <a:pt x="2775403" y="720160"/>
                  </a:lnTo>
                  <a:lnTo>
                    <a:pt x="2775924" y="719939"/>
                  </a:lnTo>
                  <a:lnTo>
                    <a:pt x="2778011" y="719055"/>
                  </a:lnTo>
                  <a:lnTo>
                    <a:pt x="2780620" y="717950"/>
                  </a:lnTo>
                  <a:lnTo>
                    <a:pt x="2782359" y="717213"/>
                  </a:lnTo>
                  <a:lnTo>
                    <a:pt x="2782706" y="717066"/>
                  </a:lnTo>
                  <a:lnTo>
                    <a:pt x="2783228" y="716845"/>
                  </a:lnTo>
                  <a:lnTo>
                    <a:pt x="2784619" y="716255"/>
                  </a:lnTo>
                  <a:lnTo>
                    <a:pt x="2784793" y="716182"/>
                  </a:lnTo>
                  <a:lnTo>
                    <a:pt x="2786358" y="715519"/>
                  </a:lnTo>
                  <a:lnTo>
                    <a:pt x="2786706" y="715371"/>
                  </a:lnTo>
                  <a:lnTo>
                    <a:pt x="2791923" y="713161"/>
                  </a:lnTo>
                  <a:lnTo>
                    <a:pt x="2793836" y="712351"/>
                  </a:lnTo>
                  <a:lnTo>
                    <a:pt x="2794184" y="712204"/>
                  </a:lnTo>
                  <a:lnTo>
                    <a:pt x="2794531" y="712056"/>
                  </a:lnTo>
                  <a:lnTo>
                    <a:pt x="2797140" y="710951"/>
                  </a:lnTo>
                  <a:lnTo>
                    <a:pt x="2799053" y="710141"/>
                  </a:lnTo>
                  <a:lnTo>
                    <a:pt x="2800792" y="709404"/>
                  </a:lnTo>
                  <a:lnTo>
                    <a:pt x="2804965" y="707636"/>
                  </a:lnTo>
                  <a:lnTo>
                    <a:pt x="2807226" y="706679"/>
                  </a:lnTo>
                  <a:lnTo>
                    <a:pt x="2807748" y="706458"/>
                  </a:lnTo>
                  <a:lnTo>
                    <a:pt x="2809139" y="705868"/>
                  </a:lnTo>
                  <a:lnTo>
                    <a:pt x="2810530" y="705279"/>
                  </a:lnTo>
                  <a:lnTo>
                    <a:pt x="2814356" y="703658"/>
                  </a:lnTo>
                  <a:lnTo>
                    <a:pt x="2816616" y="702701"/>
                  </a:lnTo>
                  <a:lnTo>
                    <a:pt x="2827746" y="697986"/>
                  </a:lnTo>
                  <a:lnTo>
                    <a:pt x="2831572" y="696365"/>
                  </a:lnTo>
                  <a:lnTo>
                    <a:pt x="2836093" y="694450"/>
                  </a:lnTo>
                  <a:lnTo>
                    <a:pt x="2836615" y="694229"/>
                  </a:lnTo>
                  <a:lnTo>
                    <a:pt x="2840093" y="692756"/>
                  </a:lnTo>
                  <a:lnTo>
                    <a:pt x="2844614" y="690841"/>
                  </a:lnTo>
                  <a:lnTo>
                    <a:pt x="2845657" y="690399"/>
                  </a:lnTo>
                  <a:lnTo>
                    <a:pt x="2848440" y="689220"/>
                  </a:lnTo>
                  <a:lnTo>
                    <a:pt x="2852092" y="687673"/>
                  </a:lnTo>
                  <a:lnTo>
                    <a:pt x="2852961" y="687305"/>
                  </a:lnTo>
                  <a:lnTo>
                    <a:pt x="2854874" y="686494"/>
                  </a:lnTo>
                  <a:lnTo>
                    <a:pt x="2863395" y="682885"/>
                  </a:lnTo>
                  <a:lnTo>
                    <a:pt x="2869655" y="680233"/>
                  </a:lnTo>
                  <a:lnTo>
                    <a:pt x="2871742" y="679349"/>
                  </a:lnTo>
                  <a:lnTo>
                    <a:pt x="2871916" y="679275"/>
                  </a:lnTo>
                  <a:lnTo>
                    <a:pt x="2875220" y="677875"/>
                  </a:lnTo>
                  <a:lnTo>
                    <a:pt x="2878872" y="676328"/>
                  </a:lnTo>
                  <a:lnTo>
                    <a:pt x="2883393" y="674413"/>
                  </a:lnTo>
                  <a:lnTo>
                    <a:pt x="2886871" y="672940"/>
                  </a:lnTo>
                  <a:lnTo>
                    <a:pt x="2892784" y="670435"/>
                  </a:lnTo>
                  <a:lnTo>
                    <a:pt x="2895044" y="669477"/>
                  </a:lnTo>
                  <a:lnTo>
                    <a:pt x="2895740" y="669183"/>
                  </a:lnTo>
                  <a:lnTo>
                    <a:pt x="2899913" y="667415"/>
                  </a:lnTo>
                  <a:lnTo>
                    <a:pt x="2901478" y="666752"/>
                  </a:lnTo>
                  <a:lnTo>
                    <a:pt x="2904435" y="665499"/>
                  </a:lnTo>
                  <a:lnTo>
                    <a:pt x="2904782" y="665352"/>
                  </a:lnTo>
                  <a:lnTo>
                    <a:pt x="2905130" y="665205"/>
                  </a:lnTo>
                  <a:lnTo>
                    <a:pt x="2906348" y="664689"/>
                  </a:lnTo>
                  <a:lnTo>
                    <a:pt x="2910347" y="662995"/>
                  </a:lnTo>
                  <a:lnTo>
                    <a:pt x="2911738" y="662405"/>
                  </a:lnTo>
                  <a:lnTo>
                    <a:pt x="2912260" y="662184"/>
                  </a:lnTo>
                  <a:lnTo>
                    <a:pt x="2914347" y="661300"/>
                  </a:lnTo>
                  <a:lnTo>
                    <a:pt x="2916086" y="660564"/>
                  </a:lnTo>
                  <a:lnTo>
                    <a:pt x="2919042" y="659311"/>
                  </a:lnTo>
                  <a:lnTo>
                    <a:pt x="2919564" y="659090"/>
                  </a:lnTo>
                  <a:lnTo>
                    <a:pt x="2923042" y="657617"/>
                  </a:lnTo>
                  <a:lnTo>
                    <a:pt x="2923216" y="657543"/>
                  </a:lnTo>
                  <a:lnTo>
                    <a:pt x="2926694" y="656070"/>
                  </a:lnTo>
                  <a:lnTo>
                    <a:pt x="2928433" y="655333"/>
                  </a:lnTo>
                  <a:lnTo>
                    <a:pt x="2928780" y="655186"/>
                  </a:lnTo>
                  <a:lnTo>
                    <a:pt x="2930693" y="654376"/>
                  </a:lnTo>
                  <a:lnTo>
                    <a:pt x="2934345" y="652829"/>
                  </a:lnTo>
                  <a:lnTo>
                    <a:pt x="2936258" y="652018"/>
                  </a:lnTo>
                  <a:lnTo>
                    <a:pt x="2938171" y="651208"/>
                  </a:lnTo>
                  <a:lnTo>
                    <a:pt x="2938345" y="651134"/>
                  </a:lnTo>
                  <a:lnTo>
                    <a:pt x="2940084" y="650398"/>
                  </a:lnTo>
                  <a:lnTo>
                    <a:pt x="2945474" y="648114"/>
                  </a:lnTo>
                  <a:lnTo>
                    <a:pt x="2949126" y="646567"/>
                  </a:lnTo>
                  <a:lnTo>
                    <a:pt x="2949300" y="646494"/>
                  </a:lnTo>
                  <a:lnTo>
                    <a:pt x="2949822" y="646273"/>
                  </a:lnTo>
                  <a:lnTo>
                    <a:pt x="2951909" y="645389"/>
                  </a:lnTo>
                  <a:lnTo>
                    <a:pt x="2952952" y="644947"/>
                  </a:lnTo>
                  <a:lnTo>
                    <a:pt x="2954517" y="644284"/>
                  </a:lnTo>
                  <a:lnTo>
                    <a:pt x="2956256" y="643547"/>
                  </a:lnTo>
                  <a:lnTo>
                    <a:pt x="2956604" y="643400"/>
                  </a:lnTo>
                  <a:lnTo>
                    <a:pt x="2957126" y="643179"/>
                  </a:lnTo>
                  <a:lnTo>
                    <a:pt x="2958517" y="642589"/>
                  </a:lnTo>
                  <a:lnTo>
                    <a:pt x="2958691" y="642516"/>
                  </a:lnTo>
                  <a:lnTo>
                    <a:pt x="2960256" y="641853"/>
                  </a:lnTo>
                  <a:lnTo>
                    <a:pt x="2960604" y="641705"/>
                  </a:lnTo>
                  <a:lnTo>
                    <a:pt x="2965820" y="639495"/>
                  </a:lnTo>
                  <a:lnTo>
                    <a:pt x="2967733" y="638685"/>
                  </a:lnTo>
                  <a:lnTo>
                    <a:pt x="2968081" y="638538"/>
                  </a:lnTo>
                  <a:lnTo>
                    <a:pt x="2968429" y="638390"/>
                  </a:lnTo>
                  <a:lnTo>
                    <a:pt x="2971037" y="637285"/>
                  </a:lnTo>
                  <a:lnTo>
                    <a:pt x="2972950" y="636475"/>
                  </a:lnTo>
                  <a:lnTo>
                    <a:pt x="2974689" y="635738"/>
                  </a:lnTo>
                  <a:lnTo>
                    <a:pt x="2978863" y="633970"/>
                  </a:lnTo>
                  <a:lnTo>
                    <a:pt x="2981123" y="633013"/>
                  </a:lnTo>
                  <a:lnTo>
                    <a:pt x="2981645" y="632792"/>
                  </a:lnTo>
                  <a:lnTo>
                    <a:pt x="2983036" y="632202"/>
                  </a:lnTo>
                  <a:lnTo>
                    <a:pt x="2984427" y="631613"/>
                  </a:lnTo>
                  <a:lnTo>
                    <a:pt x="2988253" y="629992"/>
                  </a:lnTo>
                  <a:lnTo>
                    <a:pt x="2990514" y="629035"/>
                  </a:lnTo>
                  <a:lnTo>
                    <a:pt x="3001643" y="624320"/>
                  </a:lnTo>
                  <a:lnTo>
                    <a:pt x="3005469" y="622699"/>
                  </a:lnTo>
                  <a:lnTo>
                    <a:pt x="3009990" y="620784"/>
                  </a:lnTo>
                  <a:lnTo>
                    <a:pt x="3010512" y="620563"/>
                  </a:lnTo>
                  <a:lnTo>
                    <a:pt x="3013990" y="619090"/>
                  </a:lnTo>
                  <a:lnTo>
                    <a:pt x="3019555" y="616732"/>
                  </a:lnTo>
                  <a:lnTo>
                    <a:pt x="3022337" y="615554"/>
                  </a:lnTo>
                  <a:lnTo>
                    <a:pt x="3025989" y="614007"/>
                  </a:lnTo>
                  <a:lnTo>
                    <a:pt x="3026858" y="613638"/>
                  </a:lnTo>
                  <a:lnTo>
                    <a:pt x="3028771" y="612828"/>
                  </a:lnTo>
                  <a:lnTo>
                    <a:pt x="3037292" y="609218"/>
                  </a:lnTo>
                  <a:lnTo>
                    <a:pt x="3043553" y="606566"/>
                  </a:lnTo>
                  <a:lnTo>
                    <a:pt x="3045639" y="605682"/>
                  </a:lnTo>
                  <a:lnTo>
                    <a:pt x="3045813" y="605609"/>
                  </a:lnTo>
                  <a:lnTo>
                    <a:pt x="3049117" y="604209"/>
                  </a:lnTo>
                  <a:lnTo>
                    <a:pt x="3052769" y="602662"/>
                  </a:lnTo>
                  <a:lnTo>
                    <a:pt x="3057291" y="600747"/>
                  </a:lnTo>
                  <a:lnTo>
                    <a:pt x="3060768" y="599274"/>
                  </a:lnTo>
                  <a:lnTo>
                    <a:pt x="3066681" y="596769"/>
                  </a:lnTo>
                  <a:lnTo>
                    <a:pt x="3068942" y="595811"/>
                  </a:lnTo>
                  <a:lnTo>
                    <a:pt x="3069637" y="595517"/>
                  </a:lnTo>
                  <a:lnTo>
                    <a:pt x="3073811" y="593749"/>
                  </a:lnTo>
                  <a:lnTo>
                    <a:pt x="3075376" y="593086"/>
                  </a:lnTo>
                  <a:lnTo>
                    <a:pt x="3078332" y="591833"/>
                  </a:lnTo>
                  <a:lnTo>
                    <a:pt x="3078680" y="591686"/>
                  </a:lnTo>
                  <a:lnTo>
                    <a:pt x="3079028" y="591539"/>
                  </a:lnTo>
                  <a:lnTo>
                    <a:pt x="3080245" y="591023"/>
                  </a:lnTo>
                  <a:lnTo>
                    <a:pt x="3084245" y="589329"/>
                  </a:lnTo>
                  <a:lnTo>
                    <a:pt x="3085636" y="588739"/>
                  </a:lnTo>
                  <a:lnTo>
                    <a:pt x="3086157" y="588518"/>
                  </a:lnTo>
                  <a:lnTo>
                    <a:pt x="3088244" y="587634"/>
                  </a:lnTo>
                  <a:lnTo>
                    <a:pt x="3089983" y="586898"/>
                  </a:lnTo>
                  <a:lnTo>
                    <a:pt x="3092939" y="585645"/>
                  </a:lnTo>
                  <a:lnTo>
                    <a:pt x="3093461" y="585424"/>
                  </a:lnTo>
                  <a:lnTo>
                    <a:pt x="3096939" y="583951"/>
                  </a:lnTo>
                  <a:lnTo>
                    <a:pt x="3097113" y="583877"/>
                  </a:lnTo>
                  <a:lnTo>
                    <a:pt x="3100591" y="582404"/>
                  </a:lnTo>
                  <a:lnTo>
                    <a:pt x="3102330" y="581667"/>
                  </a:lnTo>
                  <a:lnTo>
                    <a:pt x="3102678" y="581520"/>
                  </a:lnTo>
                  <a:lnTo>
                    <a:pt x="3104591" y="580710"/>
                  </a:lnTo>
                  <a:lnTo>
                    <a:pt x="3108242" y="579163"/>
                  </a:lnTo>
                  <a:lnTo>
                    <a:pt x="3110155" y="578352"/>
                  </a:lnTo>
                  <a:lnTo>
                    <a:pt x="3112068" y="577542"/>
                  </a:lnTo>
                  <a:lnTo>
                    <a:pt x="3112242" y="577468"/>
                  </a:lnTo>
                  <a:lnTo>
                    <a:pt x="3113807" y="576805"/>
                  </a:lnTo>
                  <a:lnTo>
                    <a:pt x="3113981" y="576732"/>
                  </a:lnTo>
                  <a:lnTo>
                    <a:pt x="3119372" y="574448"/>
                  </a:lnTo>
                  <a:lnTo>
                    <a:pt x="3123024" y="572901"/>
                  </a:lnTo>
                  <a:lnTo>
                    <a:pt x="3123198" y="572827"/>
                  </a:lnTo>
                  <a:lnTo>
                    <a:pt x="3123719" y="572606"/>
                  </a:lnTo>
                  <a:lnTo>
                    <a:pt x="3125806" y="571722"/>
                  </a:lnTo>
                  <a:lnTo>
                    <a:pt x="3126849" y="571280"/>
                  </a:lnTo>
                  <a:lnTo>
                    <a:pt x="3128415" y="570617"/>
                  </a:lnTo>
                  <a:lnTo>
                    <a:pt x="3130154" y="569881"/>
                  </a:lnTo>
                  <a:lnTo>
                    <a:pt x="3130501" y="569733"/>
                  </a:lnTo>
                  <a:lnTo>
                    <a:pt x="3131023" y="569512"/>
                  </a:lnTo>
                  <a:lnTo>
                    <a:pt x="3132414" y="568923"/>
                  </a:lnTo>
                  <a:lnTo>
                    <a:pt x="3132588" y="568849"/>
                  </a:lnTo>
                  <a:lnTo>
                    <a:pt x="3134153" y="568186"/>
                  </a:lnTo>
                  <a:lnTo>
                    <a:pt x="3134501" y="568039"/>
                  </a:lnTo>
                  <a:lnTo>
                    <a:pt x="3139718" y="565829"/>
                  </a:lnTo>
                  <a:lnTo>
                    <a:pt x="3141631" y="565019"/>
                  </a:lnTo>
                  <a:lnTo>
                    <a:pt x="3141979" y="564871"/>
                  </a:lnTo>
                  <a:lnTo>
                    <a:pt x="3142326" y="564724"/>
                  </a:lnTo>
                  <a:lnTo>
                    <a:pt x="3144935" y="563619"/>
                  </a:lnTo>
                  <a:lnTo>
                    <a:pt x="3146848" y="562809"/>
                  </a:lnTo>
                  <a:lnTo>
                    <a:pt x="3148587" y="562072"/>
                  </a:lnTo>
                  <a:lnTo>
                    <a:pt x="3152760" y="560304"/>
                  </a:lnTo>
                  <a:lnTo>
                    <a:pt x="3155021" y="559346"/>
                  </a:lnTo>
                  <a:lnTo>
                    <a:pt x="3155543" y="559125"/>
                  </a:lnTo>
                  <a:lnTo>
                    <a:pt x="3156934" y="558536"/>
                  </a:lnTo>
                  <a:lnTo>
                    <a:pt x="3158325" y="557947"/>
                  </a:lnTo>
                  <a:lnTo>
                    <a:pt x="3162151" y="556326"/>
                  </a:lnTo>
                  <a:lnTo>
                    <a:pt x="3164411" y="555369"/>
                  </a:lnTo>
                  <a:lnTo>
                    <a:pt x="3175541" y="550654"/>
                  </a:lnTo>
                  <a:lnTo>
                    <a:pt x="3179367" y="549033"/>
                  </a:lnTo>
                  <a:lnTo>
                    <a:pt x="3183888" y="547118"/>
                  </a:lnTo>
                  <a:lnTo>
                    <a:pt x="3184410" y="546897"/>
                  </a:lnTo>
                  <a:lnTo>
                    <a:pt x="3187888" y="545424"/>
                  </a:lnTo>
                  <a:lnTo>
                    <a:pt x="3192409" y="543508"/>
                  </a:lnTo>
                  <a:lnTo>
                    <a:pt x="3193452" y="543066"/>
                  </a:lnTo>
                  <a:lnTo>
                    <a:pt x="3196235" y="541888"/>
                  </a:lnTo>
                  <a:lnTo>
                    <a:pt x="3199886" y="540341"/>
                  </a:lnTo>
                  <a:lnTo>
                    <a:pt x="3200756" y="539972"/>
                  </a:lnTo>
                  <a:lnTo>
                    <a:pt x="3202669" y="539162"/>
                  </a:lnTo>
                  <a:lnTo>
                    <a:pt x="3211190" y="535552"/>
                  </a:lnTo>
                  <a:lnTo>
                    <a:pt x="3217450" y="532900"/>
                  </a:lnTo>
                  <a:lnTo>
                    <a:pt x="3219537" y="532016"/>
                  </a:lnTo>
                  <a:lnTo>
                    <a:pt x="3219711" y="531943"/>
                  </a:lnTo>
                  <a:lnTo>
                    <a:pt x="3223015" y="530543"/>
                  </a:lnTo>
                  <a:lnTo>
                    <a:pt x="3226667" y="528996"/>
                  </a:lnTo>
                  <a:lnTo>
                    <a:pt x="3231188" y="527081"/>
                  </a:lnTo>
                  <a:lnTo>
                    <a:pt x="3234666" y="525607"/>
                  </a:lnTo>
                  <a:lnTo>
                    <a:pt x="3240578" y="523103"/>
                  </a:lnTo>
                  <a:lnTo>
                    <a:pt x="3242839" y="522145"/>
                  </a:lnTo>
                  <a:lnTo>
                    <a:pt x="3243535" y="521850"/>
                  </a:lnTo>
                  <a:lnTo>
                    <a:pt x="3247708" y="520082"/>
                  </a:lnTo>
                  <a:lnTo>
                    <a:pt x="3249273" y="519419"/>
                  </a:lnTo>
                  <a:lnTo>
                    <a:pt x="3252230" y="518167"/>
                  </a:lnTo>
                  <a:lnTo>
                    <a:pt x="3252577" y="518020"/>
                  </a:lnTo>
                  <a:lnTo>
                    <a:pt x="3252925" y="517872"/>
                  </a:lnTo>
                  <a:lnTo>
                    <a:pt x="3254142" y="517357"/>
                  </a:lnTo>
                  <a:lnTo>
                    <a:pt x="3258142" y="515662"/>
                  </a:lnTo>
                  <a:lnTo>
                    <a:pt x="3259533" y="515073"/>
                  </a:lnTo>
                  <a:lnTo>
                    <a:pt x="3260055" y="514852"/>
                  </a:lnTo>
                  <a:lnTo>
                    <a:pt x="3262142" y="513968"/>
                  </a:lnTo>
                  <a:lnTo>
                    <a:pt x="3263881" y="513231"/>
                  </a:lnTo>
                  <a:lnTo>
                    <a:pt x="3266837" y="511979"/>
                  </a:lnTo>
                  <a:lnTo>
                    <a:pt x="3267359" y="511758"/>
                  </a:lnTo>
                  <a:lnTo>
                    <a:pt x="3270837" y="510285"/>
                  </a:lnTo>
                  <a:lnTo>
                    <a:pt x="3271010" y="510211"/>
                  </a:lnTo>
                  <a:lnTo>
                    <a:pt x="3274488" y="508738"/>
                  </a:lnTo>
                  <a:lnTo>
                    <a:pt x="3276227" y="508001"/>
                  </a:lnTo>
                  <a:lnTo>
                    <a:pt x="3276575" y="507854"/>
                  </a:lnTo>
                  <a:lnTo>
                    <a:pt x="3278488" y="507044"/>
                  </a:lnTo>
                  <a:lnTo>
                    <a:pt x="3282140" y="505497"/>
                  </a:lnTo>
                  <a:lnTo>
                    <a:pt x="3284053" y="504686"/>
                  </a:lnTo>
                  <a:lnTo>
                    <a:pt x="3285966" y="503876"/>
                  </a:lnTo>
                  <a:lnTo>
                    <a:pt x="3286140" y="503802"/>
                  </a:lnTo>
                  <a:lnTo>
                    <a:pt x="3287705" y="503139"/>
                  </a:lnTo>
                  <a:lnTo>
                    <a:pt x="3287879" y="503066"/>
                  </a:lnTo>
                  <a:lnTo>
                    <a:pt x="3293269" y="500782"/>
                  </a:lnTo>
                  <a:lnTo>
                    <a:pt x="3296921" y="499235"/>
                  </a:lnTo>
                  <a:lnTo>
                    <a:pt x="3297095" y="499161"/>
                  </a:lnTo>
                  <a:lnTo>
                    <a:pt x="3297617" y="498940"/>
                  </a:lnTo>
                  <a:lnTo>
                    <a:pt x="3299704" y="498056"/>
                  </a:lnTo>
                  <a:lnTo>
                    <a:pt x="3300747" y="497614"/>
                  </a:lnTo>
                  <a:lnTo>
                    <a:pt x="3302312" y="496951"/>
                  </a:lnTo>
                  <a:lnTo>
                    <a:pt x="3304051" y="496215"/>
                  </a:lnTo>
                  <a:lnTo>
                    <a:pt x="3304399" y="496067"/>
                  </a:lnTo>
                  <a:lnTo>
                    <a:pt x="3304920" y="495846"/>
                  </a:lnTo>
                  <a:lnTo>
                    <a:pt x="3306312" y="495257"/>
                  </a:lnTo>
                  <a:lnTo>
                    <a:pt x="3306486" y="495183"/>
                  </a:lnTo>
                  <a:lnTo>
                    <a:pt x="3308051" y="494520"/>
                  </a:lnTo>
                  <a:lnTo>
                    <a:pt x="3308398" y="494373"/>
                  </a:lnTo>
                  <a:lnTo>
                    <a:pt x="3313615" y="492163"/>
                  </a:lnTo>
                  <a:lnTo>
                    <a:pt x="3315528" y="491353"/>
                  </a:lnTo>
                  <a:lnTo>
                    <a:pt x="3315876" y="491205"/>
                  </a:lnTo>
                  <a:lnTo>
                    <a:pt x="3316224" y="491058"/>
                  </a:lnTo>
                  <a:lnTo>
                    <a:pt x="3318832" y="489953"/>
                  </a:lnTo>
                  <a:lnTo>
                    <a:pt x="3320745" y="489143"/>
                  </a:lnTo>
                  <a:lnTo>
                    <a:pt x="3322484" y="488406"/>
                  </a:lnTo>
                  <a:lnTo>
                    <a:pt x="3326658" y="486638"/>
                  </a:lnTo>
                  <a:lnTo>
                    <a:pt x="3328918" y="485680"/>
                  </a:lnTo>
                  <a:lnTo>
                    <a:pt x="3329440" y="485459"/>
                  </a:lnTo>
                  <a:lnTo>
                    <a:pt x="3330831" y="484870"/>
                  </a:lnTo>
                  <a:lnTo>
                    <a:pt x="3332222" y="484281"/>
                  </a:lnTo>
                  <a:lnTo>
                    <a:pt x="3336048" y="482660"/>
                  </a:lnTo>
                  <a:lnTo>
                    <a:pt x="3338309" y="481702"/>
                  </a:lnTo>
                  <a:lnTo>
                    <a:pt x="3349438" y="476988"/>
                  </a:lnTo>
                  <a:lnTo>
                    <a:pt x="3353264" y="475367"/>
                  </a:lnTo>
                  <a:lnTo>
                    <a:pt x="3357785" y="473452"/>
                  </a:lnTo>
                  <a:lnTo>
                    <a:pt x="3358307" y="473231"/>
                  </a:lnTo>
                  <a:lnTo>
                    <a:pt x="3361785" y="471757"/>
                  </a:lnTo>
                  <a:lnTo>
                    <a:pt x="3366306" y="469842"/>
                  </a:lnTo>
                  <a:lnTo>
                    <a:pt x="3367350" y="469400"/>
                  </a:lnTo>
                  <a:lnTo>
                    <a:pt x="3370132" y="468221"/>
                  </a:lnTo>
                  <a:lnTo>
                    <a:pt x="3373784" y="466674"/>
                  </a:lnTo>
                  <a:lnTo>
                    <a:pt x="3376566" y="465496"/>
                  </a:lnTo>
                  <a:lnTo>
                    <a:pt x="3385087" y="461886"/>
                  </a:lnTo>
                  <a:lnTo>
                    <a:pt x="3391348" y="459234"/>
                  </a:lnTo>
                  <a:lnTo>
                    <a:pt x="3393434" y="458350"/>
                  </a:lnTo>
                  <a:lnTo>
                    <a:pt x="3393608" y="458277"/>
                  </a:lnTo>
                  <a:lnTo>
                    <a:pt x="3396912" y="456877"/>
                  </a:lnTo>
                  <a:lnTo>
                    <a:pt x="3400564" y="455330"/>
                  </a:lnTo>
                  <a:lnTo>
                    <a:pt x="3405085" y="453415"/>
                  </a:lnTo>
                  <a:lnTo>
                    <a:pt x="3408563" y="451941"/>
                  </a:lnTo>
                  <a:lnTo>
                    <a:pt x="3414476" y="449437"/>
                  </a:lnTo>
                  <a:lnTo>
                    <a:pt x="3416737" y="448479"/>
                  </a:lnTo>
                  <a:lnTo>
                    <a:pt x="3417432" y="448184"/>
                  </a:lnTo>
                  <a:lnTo>
                    <a:pt x="3421606" y="446416"/>
                  </a:lnTo>
                  <a:lnTo>
                    <a:pt x="3423171" y="445753"/>
                  </a:lnTo>
                  <a:lnTo>
                    <a:pt x="3426127" y="444501"/>
                  </a:lnTo>
                  <a:lnTo>
                    <a:pt x="3426475" y="444354"/>
                  </a:lnTo>
                  <a:lnTo>
                    <a:pt x="3426823" y="444206"/>
                  </a:lnTo>
                  <a:lnTo>
                    <a:pt x="3428040" y="443691"/>
                  </a:lnTo>
                  <a:lnTo>
                    <a:pt x="3432040" y="441996"/>
                  </a:lnTo>
                  <a:lnTo>
                    <a:pt x="3433431" y="441407"/>
                  </a:lnTo>
                  <a:lnTo>
                    <a:pt x="3433952" y="441186"/>
                  </a:lnTo>
                  <a:lnTo>
                    <a:pt x="3436039" y="440302"/>
                  </a:lnTo>
                  <a:lnTo>
                    <a:pt x="3437778" y="439565"/>
                  </a:lnTo>
                  <a:lnTo>
                    <a:pt x="3440734" y="438313"/>
                  </a:lnTo>
                  <a:lnTo>
                    <a:pt x="3441256" y="438092"/>
                  </a:lnTo>
                  <a:lnTo>
                    <a:pt x="3444734" y="436619"/>
                  </a:lnTo>
                  <a:lnTo>
                    <a:pt x="3444908" y="436545"/>
                  </a:lnTo>
                  <a:lnTo>
                    <a:pt x="3448386" y="435072"/>
                  </a:lnTo>
                  <a:lnTo>
                    <a:pt x="3450125" y="434335"/>
                  </a:lnTo>
                  <a:lnTo>
                    <a:pt x="3450473" y="434188"/>
                  </a:lnTo>
                  <a:lnTo>
                    <a:pt x="3452386" y="433377"/>
                  </a:lnTo>
                  <a:lnTo>
                    <a:pt x="3456037" y="431830"/>
                  </a:lnTo>
                  <a:lnTo>
                    <a:pt x="3457950" y="431020"/>
                  </a:lnTo>
                  <a:lnTo>
                    <a:pt x="3459863" y="430210"/>
                  </a:lnTo>
                  <a:lnTo>
                    <a:pt x="3460037" y="430136"/>
                  </a:lnTo>
                  <a:lnTo>
                    <a:pt x="3461602" y="429473"/>
                  </a:lnTo>
                  <a:lnTo>
                    <a:pt x="3461776" y="429399"/>
                  </a:lnTo>
                  <a:lnTo>
                    <a:pt x="3467167" y="427116"/>
                  </a:lnTo>
                  <a:lnTo>
                    <a:pt x="3470819" y="425569"/>
                  </a:lnTo>
                  <a:lnTo>
                    <a:pt x="3470993" y="425495"/>
                  </a:lnTo>
                  <a:lnTo>
                    <a:pt x="3471514" y="425274"/>
                  </a:lnTo>
                  <a:lnTo>
                    <a:pt x="3473601" y="424390"/>
                  </a:lnTo>
                  <a:lnTo>
                    <a:pt x="3474644" y="423948"/>
                  </a:lnTo>
                  <a:lnTo>
                    <a:pt x="3476209" y="423285"/>
                  </a:lnTo>
                  <a:lnTo>
                    <a:pt x="3477948" y="422548"/>
                  </a:lnTo>
                  <a:lnTo>
                    <a:pt x="3478296" y="422401"/>
                  </a:lnTo>
                  <a:lnTo>
                    <a:pt x="3478818" y="422180"/>
                  </a:lnTo>
                  <a:lnTo>
                    <a:pt x="3480209" y="421591"/>
                  </a:lnTo>
                  <a:lnTo>
                    <a:pt x="3480383" y="421517"/>
                  </a:lnTo>
                  <a:lnTo>
                    <a:pt x="3481948" y="420854"/>
                  </a:lnTo>
                  <a:lnTo>
                    <a:pt x="3482296" y="420707"/>
                  </a:lnTo>
                  <a:lnTo>
                    <a:pt x="3487513" y="418497"/>
                  </a:lnTo>
                  <a:lnTo>
                    <a:pt x="3489426" y="417686"/>
                  </a:lnTo>
                  <a:lnTo>
                    <a:pt x="3489773" y="417539"/>
                  </a:lnTo>
                  <a:lnTo>
                    <a:pt x="3490121" y="417392"/>
                  </a:lnTo>
                  <a:lnTo>
                    <a:pt x="3492730" y="416287"/>
                  </a:lnTo>
                  <a:lnTo>
                    <a:pt x="3494643" y="415477"/>
                  </a:lnTo>
                  <a:lnTo>
                    <a:pt x="3496382" y="414740"/>
                  </a:lnTo>
                  <a:lnTo>
                    <a:pt x="3500555" y="412972"/>
                  </a:lnTo>
                  <a:lnTo>
                    <a:pt x="3502816" y="412014"/>
                  </a:lnTo>
                  <a:lnTo>
                    <a:pt x="3503337" y="411793"/>
                  </a:lnTo>
                  <a:lnTo>
                    <a:pt x="3504729" y="411204"/>
                  </a:lnTo>
                  <a:lnTo>
                    <a:pt x="3506120" y="410615"/>
                  </a:lnTo>
                  <a:lnTo>
                    <a:pt x="3509946" y="408994"/>
                  </a:lnTo>
                  <a:lnTo>
                    <a:pt x="3512206" y="408036"/>
                  </a:lnTo>
                  <a:lnTo>
                    <a:pt x="3523336" y="403322"/>
                  </a:lnTo>
                  <a:lnTo>
                    <a:pt x="3527161" y="401701"/>
                  </a:lnTo>
                  <a:lnTo>
                    <a:pt x="3531683" y="399786"/>
                  </a:lnTo>
                  <a:lnTo>
                    <a:pt x="3532204" y="399565"/>
                  </a:lnTo>
                  <a:lnTo>
                    <a:pt x="3535682" y="398091"/>
                  </a:lnTo>
                  <a:lnTo>
                    <a:pt x="3540204" y="396176"/>
                  </a:lnTo>
                  <a:lnTo>
                    <a:pt x="3541247" y="395734"/>
                  </a:lnTo>
                  <a:lnTo>
                    <a:pt x="3544029" y="394555"/>
                  </a:lnTo>
                  <a:lnTo>
                    <a:pt x="3547681" y="393008"/>
                  </a:lnTo>
                  <a:lnTo>
                    <a:pt x="3548551" y="392640"/>
                  </a:lnTo>
                  <a:lnTo>
                    <a:pt x="3550464" y="391830"/>
                  </a:lnTo>
                  <a:lnTo>
                    <a:pt x="3558985" y="388220"/>
                  </a:lnTo>
                  <a:lnTo>
                    <a:pt x="3565245" y="385568"/>
                  </a:lnTo>
                  <a:lnTo>
                    <a:pt x="3567332" y="384684"/>
                  </a:lnTo>
                  <a:lnTo>
                    <a:pt x="3567506" y="384610"/>
                  </a:lnTo>
                  <a:lnTo>
                    <a:pt x="3570810" y="383211"/>
                  </a:lnTo>
                  <a:lnTo>
                    <a:pt x="3574462" y="381664"/>
                  </a:lnTo>
                  <a:lnTo>
                    <a:pt x="3578983" y="379748"/>
                  </a:lnTo>
                  <a:lnTo>
                    <a:pt x="3582461" y="378275"/>
                  </a:lnTo>
                  <a:lnTo>
                    <a:pt x="3588373" y="375770"/>
                  </a:lnTo>
                  <a:lnTo>
                    <a:pt x="3590634" y="374813"/>
                  </a:lnTo>
                  <a:lnTo>
                    <a:pt x="3591330" y="374518"/>
                  </a:lnTo>
                  <a:lnTo>
                    <a:pt x="3595503" y="372750"/>
                  </a:lnTo>
                  <a:lnTo>
                    <a:pt x="3597068" y="372087"/>
                  </a:lnTo>
                  <a:lnTo>
                    <a:pt x="3600024" y="370835"/>
                  </a:lnTo>
                  <a:lnTo>
                    <a:pt x="3600372" y="370688"/>
                  </a:lnTo>
                  <a:lnTo>
                    <a:pt x="3600720" y="370540"/>
                  </a:lnTo>
                  <a:lnTo>
                    <a:pt x="3601937" y="370025"/>
                  </a:lnTo>
                  <a:lnTo>
                    <a:pt x="3605937" y="368330"/>
                  </a:lnTo>
                  <a:lnTo>
                    <a:pt x="3607328" y="367741"/>
                  </a:lnTo>
                  <a:lnTo>
                    <a:pt x="3607850" y="367520"/>
                  </a:lnTo>
                  <a:lnTo>
                    <a:pt x="3609937" y="366636"/>
                  </a:lnTo>
                  <a:lnTo>
                    <a:pt x="3611676" y="365899"/>
                  </a:lnTo>
                  <a:lnTo>
                    <a:pt x="3614632" y="364647"/>
                  </a:lnTo>
                  <a:lnTo>
                    <a:pt x="3615154" y="364426"/>
                  </a:lnTo>
                  <a:lnTo>
                    <a:pt x="3618631" y="362953"/>
                  </a:lnTo>
                  <a:lnTo>
                    <a:pt x="3618805" y="362879"/>
                  </a:lnTo>
                  <a:lnTo>
                    <a:pt x="3622283" y="361406"/>
                  </a:lnTo>
                  <a:lnTo>
                    <a:pt x="3624022" y="360669"/>
                  </a:lnTo>
                  <a:lnTo>
                    <a:pt x="3624370" y="360522"/>
                  </a:lnTo>
                  <a:lnTo>
                    <a:pt x="3626283" y="359711"/>
                  </a:lnTo>
                  <a:lnTo>
                    <a:pt x="3629935" y="358164"/>
                  </a:lnTo>
                  <a:lnTo>
                    <a:pt x="3631848" y="357354"/>
                  </a:lnTo>
                  <a:lnTo>
                    <a:pt x="3633761" y="356544"/>
                  </a:lnTo>
                  <a:lnTo>
                    <a:pt x="3633934" y="356470"/>
                  </a:lnTo>
                  <a:lnTo>
                    <a:pt x="3635500" y="355807"/>
                  </a:lnTo>
                  <a:lnTo>
                    <a:pt x="3635673" y="355733"/>
                  </a:lnTo>
                  <a:lnTo>
                    <a:pt x="3641064" y="353450"/>
                  </a:lnTo>
                  <a:lnTo>
                    <a:pt x="3644716" y="351903"/>
                  </a:lnTo>
                  <a:lnTo>
                    <a:pt x="3644890" y="351829"/>
                  </a:lnTo>
                  <a:lnTo>
                    <a:pt x="3645412" y="351608"/>
                  </a:lnTo>
                  <a:lnTo>
                    <a:pt x="3647498" y="350724"/>
                  </a:lnTo>
                  <a:lnTo>
                    <a:pt x="3648542" y="350282"/>
                  </a:lnTo>
                  <a:lnTo>
                    <a:pt x="3650107" y="349619"/>
                  </a:lnTo>
                  <a:lnTo>
                    <a:pt x="3651846" y="348882"/>
                  </a:lnTo>
                  <a:lnTo>
                    <a:pt x="3652194" y="348735"/>
                  </a:lnTo>
                  <a:lnTo>
                    <a:pt x="3652715" y="348514"/>
                  </a:lnTo>
                  <a:lnTo>
                    <a:pt x="3654107" y="347925"/>
                  </a:lnTo>
                  <a:lnTo>
                    <a:pt x="3654280" y="347851"/>
                  </a:lnTo>
                  <a:lnTo>
                    <a:pt x="3655846" y="347188"/>
                  </a:lnTo>
                  <a:lnTo>
                    <a:pt x="3656193" y="347041"/>
                  </a:lnTo>
                  <a:lnTo>
                    <a:pt x="3661410" y="344831"/>
                  </a:lnTo>
                  <a:lnTo>
                    <a:pt x="3663323" y="344020"/>
                  </a:lnTo>
                  <a:lnTo>
                    <a:pt x="3663671" y="343873"/>
                  </a:lnTo>
                  <a:lnTo>
                    <a:pt x="3664019" y="343726"/>
                  </a:lnTo>
                  <a:lnTo>
                    <a:pt x="3666627" y="342621"/>
                  </a:lnTo>
                  <a:lnTo>
                    <a:pt x="3668540" y="341810"/>
                  </a:lnTo>
                  <a:lnTo>
                    <a:pt x="3670279" y="341074"/>
                  </a:lnTo>
                  <a:lnTo>
                    <a:pt x="3674453" y="339306"/>
                  </a:lnTo>
                  <a:lnTo>
                    <a:pt x="3676713" y="338348"/>
                  </a:lnTo>
                  <a:lnTo>
                    <a:pt x="3677235" y="338127"/>
                  </a:lnTo>
                  <a:lnTo>
                    <a:pt x="3678626" y="337538"/>
                  </a:lnTo>
                  <a:lnTo>
                    <a:pt x="3680017" y="336948"/>
                  </a:lnTo>
                  <a:lnTo>
                    <a:pt x="3683843" y="335328"/>
                  </a:lnTo>
                  <a:lnTo>
                    <a:pt x="3686104" y="334370"/>
                  </a:lnTo>
                  <a:lnTo>
                    <a:pt x="3697233" y="329655"/>
                  </a:lnTo>
                  <a:lnTo>
                    <a:pt x="3701059" y="328035"/>
                  </a:lnTo>
                  <a:lnTo>
                    <a:pt x="3705580" y="326119"/>
                  </a:lnTo>
                  <a:lnTo>
                    <a:pt x="3706102" y="325898"/>
                  </a:lnTo>
                  <a:lnTo>
                    <a:pt x="3709580" y="324425"/>
                  </a:lnTo>
                  <a:lnTo>
                    <a:pt x="3714101" y="322510"/>
                  </a:lnTo>
                  <a:lnTo>
                    <a:pt x="3715145" y="322068"/>
                  </a:lnTo>
                  <a:lnTo>
                    <a:pt x="3717927" y="320889"/>
                  </a:lnTo>
                  <a:lnTo>
                    <a:pt x="3721579" y="319342"/>
                  </a:lnTo>
                  <a:lnTo>
                    <a:pt x="3722448" y="318974"/>
                  </a:lnTo>
                  <a:lnTo>
                    <a:pt x="3724361" y="318164"/>
                  </a:lnTo>
                  <a:lnTo>
                    <a:pt x="3732882" y="314554"/>
                  </a:lnTo>
                  <a:lnTo>
                    <a:pt x="3739142" y="311902"/>
                  </a:lnTo>
                  <a:lnTo>
                    <a:pt x="3741403" y="310944"/>
                  </a:lnTo>
                  <a:lnTo>
                    <a:pt x="3744707" y="309545"/>
                  </a:lnTo>
                  <a:lnTo>
                    <a:pt x="3748359" y="307998"/>
                  </a:lnTo>
                  <a:lnTo>
                    <a:pt x="3752880" y="306082"/>
                  </a:lnTo>
                  <a:lnTo>
                    <a:pt x="3756358" y="304609"/>
                  </a:lnTo>
                  <a:lnTo>
                    <a:pt x="3762271" y="302104"/>
                  </a:lnTo>
                  <a:lnTo>
                    <a:pt x="3764531" y="301147"/>
                  </a:lnTo>
                  <a:lnTo>
                    <a:pt x="3765227" y="300852"/>
                  </a:lnTo>
                  <a:lnTo>
                    <a:pt x="3769401" y="299084"/>
                  </a:lnTo>
                  <a:lnTo>
                    <a:pt x="3770966" y="298421"/>
                  </a:lnTo>
                  <a:lnTo>
                    <a:pt x="3773922" y="297169"/>
                  </a:lnTo>
                  <a:lnTo>
                    <a:pt x="3774270" y="297021"/>
                  </a:lnTo>
                  <a:lnTo>
                    <a:pt x="3774617" y="296874"/>
                  </a:lnTo>
                  <a:lnTo>
                    <a:pt x="3775835" y="296358"/>
                  </a:lnTo>
                  <a:lnTo>
                    <a:pt x="3779834" y="294664"/>
                  </a:lnTo>
                  <a:lnTo>
                    <a:pt x="3781226" y="294075"/>
                  </a:lnTo>
                  <a:lnTo>
                    <a:pt x="3781747" y="293854"/>
                  </a:lnTo>
                  <a:lnTo>
                    <a:pt x="3783834" y="292970"/>
                  </a:lnTo>
                  <a:lnTo>
                    <a:pt x="3785573" y="292233"/>
                  </a:lnTo>
                  <a:lnTo>
                    <a:pt x="3788529" y="290981"/>
                  </a:lnTo>
                  <a:lnTo>
                    <a:pt x="3789051" y="290760"/>
                  </a:lnTo>
                  <a:lnTo>
                    <a:pt x="3792529" y="289286"/>
                  </a:lnTo>
                  <a:lnTo>
                    <a:pt x="3792703" y="289213"/>
                  </a:lnTo>
                  <a:lnTo>
                    <a:pt x="3796181" y="287739"/>
                  </a:lnTo>
                  <a:lnTo>
                    <a:pt x="3797920" y="287003"/>
                  </a:lnTo>
                  <a:lnTo>
                    <a:pt x="3798268" y="286855"/>
                  </a:lnTo>
                  <a:lnTo>
                    <a:pt x="3800180" y="286045"/>
                  </a:lnTo>
                  <a:lnTo>
                    <a:pt x="3803832" y="284498"/>
                  </a:lnTo>
                  <a:lnTo>
                    <a:pt x="3805745" y="283688"/>
                  </a:lnTo>
                  <a:lnTo>
                    <a:pt x="3807658" y="282877"/>
                  </a:lnTo>
                  <a:lnTo>
                    <a:pt x="3807832" y="282804"/>
                  </a:lnTo>
                  <a:lnTo>
                    <a:pt x="3809397" y="282141"/>
                  </a:lnTo>
                  <a:lnTo>
                    <a:pt x="3809571" y="282067"/>
                  </a:lnTo>
                  <a:lnTo>
                    <a:pt x="3814962" y="279783"/>
                  </a:lnTo>
                  <a:lnTo>
                    <a:pt x="3818614" y="278236"/>
                  </a:lnTo>
                  <a:lnTo>
                    <a:pt x="3818787" y="278163"/>
                  </a:lnTo>
                  <a:lnTo>
                    <a:pt x="3819309" y="277942"/>
                  </a:lnTo>
                  <a:lnTo>
                    <a:pt x="3821396" y="277058"/>
                  </a:lnTo>
                  <a:lnTo>
                    <a:pt x="3822439" y="276616"/>
                  </a:lnTo>
                  <a:lnTo>
                    <a:pt x="3824004" y="275953"/>
                  </a:lnTo>
                  <a:lnTo>
                    <a:pt x="3825743" y="275216"/>
                  </a:lnTo>
                  <a:lnTo>
                    <a:pt x="3826091" y="275069"/>
                  </a:lnTo>
                  <a:lnTo>
                    <a:pt x="3826613" y="274848"/>
                  </a:lnTo>
                  <a:lnTo>
                    <a:pt x="3828004" y="274259"/>
                  </a:lnTo>
                  <a:lnTo>
                    <a:pt x="3828178" y="274185"/>
                  </a:lnTo>
                  <a:lnTo>
                    <a:pt x="3829743" y="273522"/>
                  </a:lnTo>
                  <a:lnTo>
                    <a:pt x="3830091" y="273375"/>
                  </a:lnTo>
                  <a:lnTo>
                    <a:pt x="3835308" y="271165"/>
                  </a:lnTo>
                  <a:lnTo>
                    <a:pt x="3837221" y="270354"/>
                  </a:lnTo>
                  <a:lnTo>
                    <a:pt x="3837568" y="270207"/>
                  </a:lnTo>
                  <a:lnTo>
                    <a:pt x="3837916" y="270060"/>
                  </a:lnTo>
                  <a:lnTo>
                    <a:pt x="3840525" y="268955"/>
                  </a:lnTo>
                  <a:lnTo>
                    <a:pt x="3842437" y="268144"/>
                  </a:lnTo>
                  <a:lnTo>
                    <a:pt x="3844176" y="267408"/>
                  </a:lnTo>
                  <a:lnTo>
                    <a:pt x="3848350" y="265640"/>
                  </a:lnTo>
                  <a:lnTo>
                    <a:pt x="3850611" y="264682"/>
                  </a:lnTo>
                  <a:lnTo>
                    <a:pt x="3851132" y="264461"/>
                  </a:lnTo>
                  <a:lnTo>
                    <a:pt x="3852524" y="263872"/>
                  </a:lnTo>
                  <a:lnTo>
                    <a:pt x="3853915" y="263282"/>
                  </a:lnTo>
                  <a:lnTo>
                    <a:pt x="3857740" y="261662"/>
                  </a:lnTo>
                  <a:lnTo>
                    <a:pt x="3860001" y="260704"/>
                  </a:lnTo>
                  <a:lnTo>
                    <a:pt x="3871131" y="255989"/>
                  </a:lnTo>
                  <a:lnTo>
                    <a:pt x="3874956" y="254369"/>
                  </a:lnTo>
                  <a:lnTo>
                    <a:pt x="3879478" y="252453"/>
                  </a:lnTo>
                  <a:lnTo>
                    <a:pt x="3879999" y="252232"/>
                  </a:lnTo>
                  <a:lnTo>
                    <a:pt x="3883477" y="250759"/>
                  </a:lnTo>
                  <a:lnTo>
                    <a:pt x="3887999" y="248844"/>
                  </a:lnTo>
                  <a:lnTo>
                    <a:pt x="3889042" y="248402"/>
                  </a:lnTo>
                  <a:lnTo>
                    <a:pt x="3891824" y="247223"/>
                  </a:lnTo>
                  <a:lnTo>
                    <a:pt x="3895476" y="245676"/>
                  </a:lnTo>
                  <a:lnTo>
                    <a:pt x="3896346" y="245308"/>
                  </a:lnTo>
                  <a:lnTo>
                    <a:pt x="3898259" y="244497"/>
                  </a:lnTo>
                  <a:lnTo>
                    <a:pt x="3913040" y="238236"/>
                  </a:lnTo>
                  <a:lnTo>
                    <a:pt x="3915127" y="237352"/>
                  </a:lnTo>
                  <a:lnTo>
                    <a:pt x="3915301" y="237278"/>
                  </a:lnTo>
                  <a:lnTo>
                    <a:pt x="3918605" y="235878"/>
                  </a:lnTo>
                  <a:lnTo>
                    <a:pt x="3922256" y="234331"/>
                  </a:lnTo>
                  <a:lnTo>
                    <a:pt x="3926778" y="232416"/>
                  </a:lnTo>
                  <a:lnTo>
                    <a:pt x="3930256" y="230943"/>
                  </a:lnTo>
                  <a:lnTo>
                    <a:pt x="3936168" y="228438"/>
                  </a:lnTo>
                  <a:lnTo>
                    <a:pt x="3938429" y="227481"/>
                  </a:lnTo>
                  <a:lnTo>
                    <a:pt x="3939124" y="227186"/>
                  </a:lnTo>
                  <a:lnTo>
                    <a:pt x="3943298" y="225418"/>
                  </a:lnTo>
                  <a:lnTo>
                    <a:pt x="3944863" y="224755"/>
                  </a:lnTo>
                  <a:lnTo>
                    <a:pt x="3947819" y="223503"/>
                  </a:lnTo>
                  <a:lnTo>
                    <a:pt x="3948167" y="223355"/>
                  </a:lnTo>
                  <a:lnTo>
                    <a:pt x="3948515" y="223208"/>
                  </a:lnTo>
                  <a:lnTo>
                    <a:pt x="3949732" y="222692"/>
                  </a:lnTo>
                  <a:lnTo>
                    <a:pt x="3953732" y="220998"/>
                  </a:lnTo>
                  <a:lnTo>
                    <a:pt x="3955123" y="220409"/>
                  </a:lnTo>
                  <a:lnTo>
                    <a:pt x="3955645" y="220188"/>
                  </a:lnTo>
                  <a:lnTo>
                    <a:pt x="3957731" y="219304"/>
                  </a:lnTo>
                  <a:lnTo>
                    <a:pt x="3959470" y="218567"/>
                  </a:lnTo>
                  <a:lnTo>
                    <a:pt x="3962427" y="217315"/>
                  </a:lnTo>
                  <a:lnTo>
                    <a:pt x="3962948" y="217094"/>
                  </a:lnTo>
                  <a:lnTo>
                    <a:pt x="3966426" y="215620"/>
                  </a:lnTo>
                  <a:lnTo>
                    <a:pt x="3966600" y="215547"/>
                  </a:lnTo>
                  <a:lnTo>
                    <a:pt x="3970078" y="214073"/>
                  </a:lnTo>
                  <a:lnTo>
                    <a:pt x="3971817" y="213337"/>
                  </a:lnTo>
                  <a:lnTo>
                    <a:pt x="3972165" y="213189"/>
                  </a:lnTo>
                  <a:lnTo>
                    <a:pt x="3974078" y="212379"/>
                  </a:lnTo>
                  <a:lnTo>
                    <a:pt x="3977730" y="210832"/>
                  </a:lnTo>
                  <a:lnTo>
                    <a:pt x="3979643" y="210022"/>
                  </a:lnTo>
                  <a:lnTo>
                    <a:pt x="3981555" y="209211"/>
                  </a:lnTo>
                  <a:lnTo>
                    <a:pt x="3981729" y="209138"/>
                  </a:lnTo>
                  <a:lnTo>
                    <a:pt x="3983294" y="208475"/>
                  </a:lnTo>
                  <a:lnTo>
                    <a:pt x="3983468" y="208401"/>
                  </a:lnTo>
                  <a:lnTo>
                    <a:pt x="3988859" y="206117"/>
                  </a:lnTo>
                  <a:lnTo>
                    <a:pt x="3992511" y="204570"/>
                  </a:lnTo>
                  <a:lnTo>
                    <a:pt x="3992685" y="204497"/>
                  </a:lnTo>
                  <a:lnTo>
                    <a:pt x="3993207" y="204276"/>
                  </a:lnTo>
                  <a:lnTo>
                    <a:pt x="3995293" y="203392"/>
                  </a:lnTo>
                  <a:lnTo>
                    <a:pt x="3996337" y="202950"/>
                  </a:lnTo>
                  <a:lnTo>
                    <a:pt x="3997902" y="202287"/>
                  </a:lnTo>
                  <a:lnTo>
                    <a:pt x="3999989" y="201403"/>
                  </a:lnTo>
                  <a:lnTo>
                    <a:pt x="4000510" y="201182"/>
                  </a:lnTo>
                  <a:lnTo>
                    <a:pt x="4001901" y="200592"/>
                  </a:lnTo>
                  <a:lnTo>
                    <a:pt x="4003640" y="199856"/>
                  </a:lnTo>
                  <a:lnTo>
                    <a:pt x="4003988" y="199708"/>
                  </a:lnTo>
                  <a:lnTo>
                    <a:pt x="4009205" y="197498"/>
                  </a:lnTo>
                  <a:lnTo>
                    <a:pt x="4011118" y="196688"/>
                  </a:lnTo>
                  <a:lnTo>
                    <a:pt x="4011466" y="196541"/>
                  </a:lnTo>
                  <a:lnTo>
                    <a:pt x="4011814" y="196393"/>
                  </a:lnTo>
                  <a:lnTo>
                    <a:pt x="4014422" y="195288"/>
                  </a:lnTo>
                  <a:lnTo>
                    <a:pt x="4016335" y="194478"/>
                  </a:lnTo>
                  <a:lnTo>
                    <a:pt x="4018074" y="193741"/>
                  </a:lnTo>
                  <a:lnTo>
                    <a:pt x="4022247" y="191973"/>
                  </a:lnTo>
                  <a:lnTo>
                    <a:pt x="4024508" y="191016"/>
                  </a:lnTo>
                  <a:lnTo>
                    <a:pt x="4025030" y="190795"/>
                  </a:lnTo>
                  <a:lnTo>
                    <a:pt x="4026421" y="190205"/>
                  </a:lnTo>
                  <a:lnTo>
                    <a:pt x="4027812" y="189616"/>
                  </a:lnTo>
                  <a:lnTo>
                    <a:pt x="4031638" y="187995"/>
                  </a:lnTo>
                  <a:lnTo>
                    <a:pt x="4033899" y="187038"/>
                  </a:lnTo>
                  <a:lnTo>
                    <a:pt x="4045028" y="182323"/>
                  </a:lnTo>
                  <a:lnTo>
                    <a:pt x="4048854" y="180703"/>
                  </a:lnTo>
                  <a:lnTo>
                    <a:pt x="4053375" y="178787"/>
                  </a:lnTo>
                  <a:lnTo>
                    <a:pt x="4053897" y="178566"/>
                  </a:lnTo>
                  <a:lnTo>
                    <a:pt x="4057375" y="177093"/>
                  </a:lnTo>
                  <a:lnTo>
                    <a:pt x="4061896" y="175178"/>
                  </a:lnTo>
                  <a:lnTo>
                    <a:pt x="4062939" y="174736"/>
                  </a:lnTo>
                  <a:lnTo>
                    <a:pt x="4065722" y="173557"/>
                  </a:lnTo>
                  <a:lnTo>
                    <a:pt x="4069374" y="172010"/>
                  </a:lnTo>
                  <a:lnTo>
                    <a:pt x="4070243" y="171642"/>
                  </a:lnTo>
                  <a:lnTo>
                    <a:pt x="4072156" y="170831"/>
                  </a:lnTo>
                  <a:lnTo>
                    <a:pt x="4080677" y="167222"/>
                  </a:lnTo>
                  <a:lnTo>
                    <a:pt x="4089024" y="163686"/>
                  </a:lnTo>
                  <a:lnTo>
                    <a:pt x="4089198" y="163612"/>
                  </a:lnTo>
                  <a:lnTo>
                    <a:pt x="4092502" y="162212"/>
                  </a:lnTo>
                  <a:lnTo>
                    <a:pt x="4096154" y="160665"/>
                  </a:lnTo>
                  <a:lnTo>
                    <a:pt x="4104153" y="157277"/>
                  </a:lnTo>
                  <a:lnTo>
                    <a:pt x="4110066" y="154772"/>
                  </a:lnTo>
                  <a:lnTo>
                    <a:pt x="4113022" y="153520"/>
                  </a:lnTo>
                  <a:lnTo>
                    <a:pt x="4117195" y="151752"/>
                  </a:lnTo>
                  <a:lnTo>
                    <a:pt x="4118761" y="151089"/>
                  </a:lnTo>
                  <a:lnTo>
                    <a:pt x="4121717" y="149836"/>
                  </a:lnTo>
                  <a:lnTo>
                    <a:pt x="4122065" y="149689"/>
                  </a:lnTo>
                  <a:lnTo>
                    <a:pt x="4122412" y="149542"/>
                  </a:lnTo>
                  <a:lnTo>
                    <a:pt x="4123630" y="149026"/>
                  </a:lnTo>
                  <a:lnTo>
                    <a:pt x="4127629" y="147332"/>
                  </a:lnTo>
                  <a:lnTo>
                    <a:pt x="4129020" y="146742"/>
                  </a:lnTo>
                  <a:lnTo>
                    <a:pt x="4131629" y="145637"/>
                  </a:lnTo>
                  <a:lnTo>
                    <a:pt x="4133368" y="144901"/>
                  </a:lnTo>
                  <a:lnTo>
                    <a:pt x="4136324" y="143648"/>
                  </a:lnTo>
                  <a:lnTo>
                    <a:pt x="4136846" y="143427"/>
                  </a:lnTo>
                  <a:lnTo>
                    <a:pt x="4140324" y="141954"/>
                  </a:lnTo>
                  <a:lnTo>
                    <a:pt x="4140498" y="141880"/>
                  </a:lnTo>
                  <a:lnTo>
                    <a:pt x="4143976" y="140407"/>
                  </a:lnTo>
                  <a:lnTo>
                    <a:pt x="4146062" y="139523"/>
                  </a:lnTo>
                  <a:lnTo>
                    <a:pt x="4147975" y="138713"/>
                  </a:lnTo>
                  <a:lnTo>
                    <a:pt x="4153540" y="136356"/>
                  </a:lnTo>
                  <a:lnTo>
                    <a:pt x="4155627" y="135472"/>
                  </a:lnTo>
                  <a:lnTo>
                    <a:pt x="4157192" y="134809"/>
                  </a:lnTo>
                  <a:lnTo>
                    <a:pt x="4157366" y="134735"/>
                  </a:lnTo>
                  <a:lnTo>
                    <a:pt x="4162757" y="132451"/>
                  </a:lnTo>
                  <a:lnTo>
                    <a:pt x="4166408" y="130904"/>
                  </a:lnTo>
                  <a:lnTo>
                    <a:pt x="4166582" y="130831"/>
                  </a:lnTo>
                  <a:lnTo>
                    <a:pt x="4167104" y="130610"/>
                  </a:lnTo>
                  <a:lnTo>
                    <a:pt x="4170234" y="129284"/>
                  </a:lnTo>
                  <a:lnTo>
                    <a:pt x="4173886" y="127737"/>
                  </a:lnTo>
                  <a:lnTo>
                    <a:pt x="4174408" y="127516"/>
                  </a:lnTo>
                  <a:lnTo>
                    <a:pt x="4175799" y="126926"/>
                  </a:lnTo>
                  <a:lnTo>
                    <a:pt x="4175973" y="126853"/>
                  </a:lnTo>
                  <a:lnTo>
                    <a:pt x="4183103" y="123832"/>
                  </a:lnTo>
                  <a:lnTo>
                    <a:pt x="4185015" y="123022"/>
                  </a:lnTo>
                  <a:lnTo>
                    <a:pt x="4185363" y="122875"/>
                  </a:lnTo>
                  <a:lnTo>
                    <a:pt x="4185711" y="122727"/>
                  </a:lnTo>
                  <a:lnTo>
                    <a:pt x="4188320" y="121622"/>
                  </a:lnTo>
                  <a:lnTo>
                    <a:pt x="4190232" y="120812"/>
                  </a:lnTo>
                  <a:lnTo>
                    <a:pt x="4191971" y="120075"/>
                  </a:lnTo>
                  <a:lnTo>
                    <a:pt x="4198406" y="117350"/>
                  </a:lnTo>
                  <a:lnTo>
                    <a:pt x="4201710" y="115950"/>
                  </a:lnTo>
                  <a:lnTo>
                    <a:pt x="4205535" y="114329"/>
                  </a:lnTo>
                  <a:lnTo>
                    <a:pt x="4207796" y="113372"/>
                  </a:lnTo>
                  <a:lnTo>
                    <a:pt x="4218925" y="108657"/>
                  </a:lnTo>
                  <a:lnTo>
                    <a:pt x="4222751" y="107036"/>
                  </a:lnTo>
                  <a:lnTo>
                    <a:pt x="4227273" y="105121"/>
                  </a:lnTo>
                  <a:lnTo>
                    <a:pt x="4244141" y="97975"/>
                  </a:lnTo>
                  <a:lnTo>
                    <a:pt x="4246053" y="97165"/>
                  </a:lnTo>
                  <a:lnTo>
                    <a:pt x="4254574" y="93555"/>
                  </a:lnTo>
                  <a:lnTo>
                    <a:pt x="4283963" y="81106"/>
                  </a:lnTo>
                  <a:lnTo>
                    <a:pt x="4297527" y="75360"/>
                  </a:lnTo>
                  <a:lnTo>
                    <a:pt x="4301527" y="73666"/>
                  </a:lnTo>
                  <a:lnTo>
                    <a:pt x="4302918" y="73076"/>
                  </a:lnTo>
                  <a:lnTo>
                    <a:pt x="4307265" y="71235"/>
                  </a:lnTo>
                  <a:lnTo>
                    <a:pt x="4314221" y="68288"/>
                  </a:lnTo>
                  <a:lnTo>
                    <a:pt x="4319612" y="66004"/>
                  </a:lnTo>
                  <a:lnTo>
                    <a:pt x="4321873" y="65047"/>
                  </a:lnTo>
                  <a:lnTo>
                    <a:pt x="4327437" y="62689"/>
                  </a:lnTo>
                  <a:lnTo>
                    <a:pt x="4329524" y="61805"/>
                  </a:lnTo>
                  <a:lnTo>
                    <a:pt x="4357000" y="50166"/>
                  </a:lnTo>
                  <a:lnTo>
                    <a:pt x="4358913" y="49356"/>
                  </a:lnTo>
                  <a:lnTo>
                    <a:pt x="4359608" y="49061"/>
                  </a:lnTo>
                  <a:lnTo>
                    <a:pt x="4375607" y="42284"/>
                  </a:lnTo>
                  <a:lnTo>
                    <a:pt x="4475424" y="0"/>
                  </a:lnTo>
                </a:path>
              </a:pathLst>
            </a:custGeom>
            <a:ln w="32521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" name="pl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" name="pl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" name="pl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" name="pl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" name="pl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" name="pl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" name="pl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" name="pl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" name="pl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" name="pl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" name="pl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" name="pl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" name="pl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" name="pl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" name="pl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" name="pl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" name="pl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" name="pl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" name="pl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" name="pl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" name="pl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" name="pl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" name="pl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" name="pl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" name="pl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" name="pl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" name="pl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" name="pl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" name="pl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" name="pl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" name="pl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" name="pl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" name="pl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" name="pl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" name="pl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" name="pl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" name="pl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" name="pl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" name="pl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" name="pl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" name="pl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" name="pl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" name="pl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" name="pl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" name="pl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" name="pl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" name="pl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" name="pl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" name="pl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" name="pl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" name="pl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" name="pl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" name="pl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" name="pl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" name="pl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" name="pl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" name="pl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" name="pl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" name="pl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" name="pl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" name="pl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" name="pl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" name="pl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" name="pl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" name="pl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" name="pl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" name="pl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" name="pl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" name="pl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" name="pl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" name="pl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" name="pl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" name="pl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" name="pl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" name="pl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" name="pl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" name="pl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" name="pl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" name="pl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" name="pl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" name="pl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" name="pl1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" name="pl1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" name="pl1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" name="pl1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" name="pl1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" name="pl1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" name="pl1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" name="pl1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" name="pl1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" name="pl1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" name="pl1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" name="pl1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" name="pl1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" name="pl1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" name="pl1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" name="pl1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" name="pl1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" name="pl1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" name="pl1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" name="pl1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" name="pl1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" name="pl1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" name="pl1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" name="pl1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" name="pl1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" name="pl1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" name="pl1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" name="pl1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" name="pl1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" name="pl1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" name="pl1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" name="pl1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" name="pl1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" name="pl1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" name="pl1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" name="pl1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" name="pl1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" name="pl1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" name="pl1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" name="pl1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" name="pl1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" name="pl1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" name="pl1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" name="pl1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" name="pl1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" name="pl1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" name="pl1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" name="pl1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" name="pl1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" name="pl1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" name="pl1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" name="pl1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" name="pl1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" name="pl1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" name="pl1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" name="pl1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" name="pl1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" name="pl1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" name="pl1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" name="pl1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" name="pl1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" name="pl1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" name="pl1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" name="pl1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" name="pl1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" name="pl1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" name="pl1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" name="pl1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" name="pl1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" name="pl1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" name="pl1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" name="pl1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" name="pl1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" name="pl1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" name="pl1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" name="pl1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" name="pl1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" name="pl1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" name="pl1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" name="pl1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" name="pl1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" name="pl1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" name="pl1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" name="pl1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" name="pl1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" name="pl1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" name="pl1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" name="pl1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" name="pl1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" name="pl1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" name="pl1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" name="pl1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" name="pl1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" name="pl1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" name="pl1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" name="pl1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" name="pl1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" name="pl1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" name="pl1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" name="pl1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" name="pl2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" name="pl2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" name="pl2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" name="pl2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" name="pl2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" name="pl2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" name="pl2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" name="pl2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" name="pl2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" name="pl2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" name="pl2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" name="pl2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" name="pl2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" name="pl2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" name="pl2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" name="pl2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" name="pl2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" name="pl2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" name="pl2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" name="pl2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" name="pl2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" name="pl2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" name="pl2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" name="pl2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" name="pl2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" name="pl2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" name="pl2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" name="pl2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" name="pl2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" name="pl2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" name="pl2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" name="pl2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" name="pl2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" name="pl2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" name="pl2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" name="pl2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" name="pl2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" name="pl2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" name="pl2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" name="pl2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" name="pl2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" name="pl2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" name="pl2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" name="pl2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" name="pl2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" name="pl2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" name="pl2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" name="pl2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" name="pl2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" name="pl2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" name="pl2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" name="pl2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" name="pl2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" name="pl2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" name="pl2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" name="pl2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" name="pl2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" name="pl2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" name="pl2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" name="pl2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" name="pl2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" name="pl2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" name="pl2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" name="pl2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" name="pl2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" name="pl2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" name="pl2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" name="pl2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" name="pl2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" name="pl2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" name="pl2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" name="pl2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" name="pl2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4" name="pl2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5" name="pl2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6" name="pl2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7" name="pl2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8" name="pl2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9" name="pl2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0" name="pl2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1" name="pl2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2" name="pl2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3" name="pl2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4" name="pl2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5" name="pl2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6" name="pl2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7" name="pl2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8" name="pl2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9" name="pl2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0" name="pl2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1" name="pl2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2" name="pl2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3" name="pl2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4" name="pl2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5" name="pl2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6" name="pl2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7" name="pl2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8" name="pl2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9" name="pl2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0" name="pl2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1" name="pl3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2" name="pl3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3" name="pl3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4" name="pl3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5" name="pl3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6" name="pl3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7" name="pl3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8" name="pl3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9" name="pl3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0" name="pl3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1" name="pl3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2" name="pl3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3" name="pl3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4" name="pl3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5" name="pl3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6" name="pl3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7" name="pl3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8" name="pl3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9" name="pl3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0" name="pl3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1" name="pl3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2" name="pl3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3" name="pl3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4" name="pl3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5" name="pl3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6" name="pl3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7" name="pl3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8" name="pl3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9" name="pl3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0" name="pl3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1" name="pl3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2" name="pl3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3" name="pl3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4" name="pl3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5" name="pl3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6" name="pl3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7" name="pl3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8" name="pl3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9" name="pl3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0" name="pl3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1" name="pl3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2" name="pl3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3" name="pl3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4" name="pl3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5" name="pl3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6" name="pl3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7" name="pl3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8" name="pl3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9" name="pl3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0" name="pl3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1" name="pl3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2" name="pl3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3" name="pl3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4" name="pl3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5" name="pl3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6" name="pl3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7" name="pl3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8" name="pl3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9" name="pl3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0" name="pl3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1" name="pl3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2" name="pl3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3" name="pl3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4" name="pl3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5" name="pl3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6" name="pl3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7" name="pl3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8" name="pl3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9" name="pl3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0" name="pl3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1" name="pl3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2" name="pl3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3" name="pl3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4" name="pl3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5" name="pl3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6" name="pl3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7" name="pl3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8" name="pl3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9" name="pl3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0" name="pl3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1" name="pl3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2" name="pl3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3" name="pl3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4" name="pl3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5" name="pl3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6" name="pl3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7" name="pl3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8" name="pl3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9" name="pl3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0" name="pl3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1" name="pl3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2" name="pl3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3" name="pl3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4" name="pl3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5" name="pl3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6" name="pl3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7" name="pl3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8" name="pl3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9" name="pl3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0" name="pl3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1" name="pl4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2" name="pl4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3" name="pl4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4" name="pl4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5" name="pl4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6" name="pl4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7" name="pl4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8" name="pl4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9" name="pl4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0" name="pl4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1" name="pl4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2" name="pl4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3" name="pl4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4" name="pl4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5" name="pl4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6" name="pl4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7" name="pl4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8" name="pl4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9" name="pl4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0" name="pl4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1" name="pl4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2" name="pl4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3" name="pl4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4" name="pl4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5" name="pl4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6" name="pl4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7" name="pl4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8" name="pl4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9" name="pl4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0" name="pl4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1" name="pl4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2" name="pl4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3" name="pl4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4" name="pl4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5" name="pl4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6" name="pl4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7" name="pl4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8" name="pl4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9" name="pl4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0" name="pl4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1" name="pl4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2" name="pl4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3" name="pl4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4" name="pl4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5" name="pl4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6" name="pl4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7" name="pl4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8" name="pl4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9" name="pl4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0" name="pl4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1" name="pl4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2" name="pl4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3" name="pl4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4" name="pl4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5" name="pl4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6" name="pl4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7" name="pl4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8" name="pl4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9" name="pl4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0" name="pl4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1" name="pl4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2" name="pl4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3" name="pl4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4" name="pl4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5" name="pl4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6" name="pl4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7" name="pl4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8" name="pl4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9" name="pl4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0" name="pl4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1" name="pl4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2" name="pl4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3" name="pl4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4" name="pl4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5" name="pl4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6" name="pl4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7" name="pl4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8" name="pl4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9" name="pl4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0" name="pl4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1" name="pl4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2" name="pl4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3" name="pl4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4" name="pl4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5" name="pl4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6" name="pl4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7" name="pl4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8" name="pl4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9" name="pl4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0" name="pl4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1" name="pl4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2" name="pl4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3" name="pl4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4" name="pl4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5" name="pl4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6" name="pl4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7" name="pl4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8" name="pl4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9" name="pl4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0" name="pl4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1" name="pl5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2" name="pl5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3" name="pl5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4" name="pl5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5" name="pl5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6" name="pl5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7" name="pl5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8" name="pl5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9" name="pl5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0" name="pl5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1" name="pl5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2" name="pl5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3" name="pl5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4" name="pl5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5" name="pl5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6" name="pl5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7" name="pl5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8" name="pl5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9" name="pl5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0" name="pl5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1" name="pl5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2" name="pl5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3" name="pl5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4" name="pl5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5" name="pl5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6" name="pl5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7" name="pl5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8" name="pl5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9" name="pl5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0" name="pl5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1" name="pl5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2" name="pl5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3" name="pl5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4" name="pl5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5" name="pl5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6" name="pl5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7" name="pl5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8" name="pl5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9" name="pl5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0" name="pl5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1" name="pl5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2" name="pl5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3" name="pl5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4" name="pl5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5" name="pl5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6" name="pl5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7" name="pl5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8" name="pl5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9" name="pl5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0" name="pl5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1" name="pl5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2" name="pl5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3" name="pl5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4" name="pl5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5" name="pl5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6" name="pl5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7" name="pl5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8" name="pl5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9" name="pl5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0" name="pl5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1" name="pl5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2" name="pl5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3" name="pl5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4" name="pl5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5" name="pl5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6" name="pl5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7" name="pl5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8" name="pl5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9" name="pl5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0" name="pl5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1" name="pl5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2" name="pl5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3" name="pl5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4" name="pl5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5" name="pl5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6" name="pl5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7" name="pl5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8" name="pl5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9" name="pl5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0" name="pl5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1" name="pl5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2" name="pl5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3" name="pl5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4" name="pl5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5" name="pl5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6" name="pl5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7" name="pl5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8" name="pl5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9" name="pl5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0" name="pl5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1" name="pl5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2" name="pl5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3" name="pl5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4" name="pl5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5" name="pl5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6" name="pl5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7" name="pl5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8" name="pl5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9" name="pl5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0" name="pl5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1" name="pl6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2" name="pl6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3" name="pl6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4" name="pl6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5" name="pl6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6" name="pl6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7" name="pl6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8" name="pl6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9" name="pl6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0" name="pl6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1" name="pl6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2" name="pl6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3" name="pl6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4" name="pl6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5" name="pl6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6" name="pl6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7" name="pl6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8" name="pl6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9" name="pl6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0" name="pl6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1" name="pl6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2" name="pl6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3" name="pl6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4" name="pl6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5" name="pl6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6" name="pl6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7" name="pl6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8" name="pl6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9" name="pl6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0" name="pl6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1" name="pl6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2" name="pl6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3" name="pl6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4" name="pl6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5" name="pl6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6" name="pl6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7" name="pl6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8" name="pl6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9" name="pl6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0" name="pl6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1" name="pl6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2" name="pl6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3" name="pl6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4" name="pl6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5" name="pl6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6" name="pl6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7" name="pl6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8" name="pl6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9" name="pl6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0" name="pl6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1" name="pl6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2" name="pl6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3" name="pl6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4" name="pl6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5" name="pl6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6" name="pl6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7" name="pl6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8" name="pl6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9" name="pl6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0" name="pl6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1" name="pl6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2" name="pl6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3" name="pl6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4" name="pl6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5" name="pl6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6" name="pl6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7" name="pl6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8" name="pl6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9" name="pl6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0" name="pl6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1" name="pl6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2" name="pl6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3" name="pl6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4" name="pl6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5" name="pl6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6" name="pl6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7" name="pl6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8" name="pl6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9" name="pl6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0" name="pl6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1" name="pl6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2" name="pl6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3" name="pl6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4" name="pl6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5" name="pl6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6" name="pl6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7" name="pl6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8" name="pl6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9" name="pl6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0" name="pl6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1" name="pl6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2" name="pl6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3" name="pl6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4" name="pl6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5" name="pl6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6" name="pl6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7" name="pl6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8" name="pl6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9" name="pl6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0" name="pl6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1" name="pl7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2" name="pl7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3" name="pl7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4" name="pl7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5" name="pl7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6" name="pl7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7" name="pl7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8" name="pl7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9" name="pl7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0" name="pl7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1" name="pl7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2" name="pl7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3" name="pl7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4" name="pl7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5" name="pl7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6" name="pl7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7" name="pl7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8" name="pl7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9" name="pl7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0" name="pl7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1" name="pl7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2" name="pl7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3" name="pl7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4" name="pl7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5" name="pl7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6" name="pl7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7" name="pl7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8" name="pl7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9" name="pl7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0" name="pl7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1" name="pl7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2" name="pl7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3" name="pl7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4" name="pl7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5" name="pl7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6" name="pl7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7" name="pl7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8" name="pl7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9" name="pl7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0" name="pl7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1" name="pl7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2" name="pl7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3" name="pl7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4" name="pl7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5" name="pl7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6" name="pl7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7" name="pl7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8" name="pl7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9" name="pl7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0" name="pl7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1" name="pl7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2" name="pl7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3" name="pl7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4" name="pl7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5" name="pl7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6" name="pl7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7" name="pl7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8" name="pl7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9" name="pl7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0" name="pl7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1" name="pl7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2" name="pl7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3" name="pl7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4" name="pl7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5" name="pl7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6" name="pl7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7" name="pl7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8" name="pl7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9" name="pl7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0" name="pl7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1" name="pl7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2" name="pl7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3" name="pl7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4" name="pl7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5" name="pl7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6" name="pl7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7" name="pl7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8" name="pl7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9" name="pl7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0" name="pl7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1" name="pl7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2" name="pl7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3" name="pl7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4" name="pl7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5" name="pl7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6" name="pl7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7" name="pl7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8" name="pl7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9" name="pl7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0" name="pl7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1" name="pl7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2" name="pl7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3" name="pl7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4" name="pl7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5" name="pl7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6" name="pl7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7" name="pl7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8" name="pl7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9" name="pl7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0" name="pl7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1" name="pl8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2" name="pl8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3" name="pl8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4" name="pl8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5" name="pl8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6" name="pl8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7" name="pl8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8" name="pl8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9" name="pl8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0" name="pl8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1" name="pl8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2" name="pl8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3" name="pl8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4" name="pl8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5" name="pl8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6" name="pl8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7" name="pl8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8" name="pl8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9" name="pl8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0" name="pl8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1" name="pl8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2" name="pl8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3" name="pl8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4" name="pl8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5" name="pl8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6" name="pl8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7" name="pl8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8" name="pl8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9" name="pl8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0" name="pl8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1" name="pl8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2" name="pl8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3" name="pl8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4" name="pl8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5" name="pl8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6" name="pl8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7" name="pl8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8" name="pl8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9" name="pl8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0" name="pl8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1" name="pl8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2" name="pl8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3" name="pl8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4" name="pl8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5" name="pl8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6" name="pl8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7" name="pl8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8" name="pl8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9" name="pl8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0" name="pl8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1" name="pl8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2" name="pl8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3" name="pl8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4" name="pl8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5" name="pl8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6" name="pl8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7" name="pl8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8" name="pl8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9" name="pl8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0" name="pl8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1" name="pl8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2" name="pl8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3" name="pl8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4" name="pl8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5" name="pl8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6" name="pl8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7" name="pl8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8" name="pl8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9" name="pl8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0" name="pl8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1" name="pl8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2" name="pl8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3" name="pl8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4" name="pl8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5" name="pl8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6" name="pl8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7" name="pl8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8" name="pl8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9" name="pl8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0" name="pl8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1" name="pl8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2" name="pl8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3" name="pl8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4" name="pl8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5" name="pl8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6" name="pl8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7" name="pl8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8" name="pl8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9" name="pl8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0" name="pl8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1" name="pl8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2" name="pl8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3" name="pl8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4" name="pl8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5" name="pl8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6" name="pl8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7" name="pl8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8" name="pl8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9" name="pl8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0" name="pl8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1" name="pl9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2" name="pl9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3" name="pl9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4" name="pl9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5" name="pl9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6" name="pl9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7" name="pl9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8" name="pl9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9" name="pl9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0" name="pl9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1" name="pl9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2" name="pl9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3" name="pl9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4" name="pl9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5" name="pl9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6" name="pl9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7" name="pl9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8" name="pl9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9" name="pl9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0" name="pl9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1" name="pl9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2" name="pl9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3" name="pl9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4" name="pl9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5" name="pl9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6" name="pl9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7" name="pl9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8" name="pl9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9" name="pl9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0" name="pl9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1" name="pl9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2" name="pl9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3" name="pl9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4" name="pl9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5" name="pl9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6" name="pl9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7" name="pl9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8" name="pl9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9" name="pl9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0" name="pl9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1" name="pl9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2" name="pl9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3" name="pl9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4" name="pl9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5" name="pl9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6" name="pl9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7" name="pl9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8" name="pl9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9" name="pl9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0" name="pl9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1" name="pl9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2" name="pl9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3" name="pl9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4" name="pl9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5" name="pl9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6" name="pl9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7" name="pl9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8" name="pl9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9" name="pl9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0" name="pl9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1" name="pl9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2" name="pl9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3" name="pl9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4" name="pl9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5" name="pl9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6" name="pl9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7" name="pl9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8" name="pl9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9" name="pl9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0" name="pl9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1" name="pl9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2" name="pl9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3" name="pl9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4" name="pl9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5" name="pl9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6" name="pl9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7" name="pl9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8" name="pl9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9" name="pl9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0" name="pl9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1" name="pl9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2" name="pl9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3" name="pl9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4" name="pl9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5" name="pl9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6" name="pl9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7" name="pl9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8" name="pl9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9" name="pl9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0" name="pl9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1" name="pl9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2" name="pl9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3" name="pl9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4" name="pl9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5" name="pl9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6" name="pl9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7" name="pl9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8" name="pl9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9" name="pl9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0" name="pl9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1" name="pl10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2" name="pl10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3" name="pl10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4" name="pl10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5" name="pl10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6" name="pl10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7" name="pl10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8" name="pl10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9" name="pl10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0" name="pl10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1" name="pl10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2" name="pl10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3" name="pl10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4" name="pl10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5" name="pl10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6" name="pl10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7" name="pl10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8" name="pl10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9" name="pl10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0" name="pl10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1" name="pl10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2" name="pl10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3" name="pl10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4" name="pl10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5" name="pl10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6" name="pl10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7" name="pl10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8" name="pl10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9" name="pl10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0" name="pl10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1" name="pl10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2" name="pl10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3" name="pl10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4" name="pl10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5" name="pl10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6" name="pl10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7" name="pl10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8" name="pl10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9" name="pl10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0" name="pl10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1" name="pl10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2" name="pl10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3" name="pl10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4" name="pl10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5" name="pl10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6" name="pl10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7" name="pl10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8" name="pl10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9" name="pl10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0" name="pl10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1" name="pl10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2" name="pl10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3" name="pl10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4" name="pl10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5" name="pl10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6" name="pl10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7" name="pl10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8" name="pl10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9" name="pl10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0" name="pl10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1" name="pl10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2" name="pl10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3" name="pl10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4" name="pl10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5" name="pl10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6" name="pl10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7" name="pl10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8" name="pl10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9" name="pl10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0" name="pl10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1" name="pl10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2" name="pl10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3" name="pl10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4" name="pl10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5" name="pl10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6" name="pl10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7" name="pl10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8" name="pl10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9" name="pl10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0" name="pl10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1" name="pl10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2" name="pl10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3" name="pl10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4" name="pl10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5" name="pl10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6" name="pl10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7" name="pl10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8" name="pl10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9" name="pl10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0" name="pl10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1" name="pl10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2" name="pl10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3" name="pl10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4" name="pl10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5" name="pl10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6" name="pl10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7" name="pl10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8" name="pl10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9" name="pl10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0" name="pl10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1" name="pl11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2" name="pl11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3" name="pl11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4" name="pl11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5" name="pl11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6" name="pl11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7" name="pl11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8" name="pl11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9" name="pl11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0" name="pl11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1" name="pl11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2" name="pl11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3" name="pl11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4" name="pl11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5" name="pl11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6" name="pl11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7" name="pl11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8" name="pl11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9" name="pl11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0" name="pl11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1" name="pl11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2" name="pl11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3" name="pl11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4" name="pl11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5" name="pl11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6" name="pl11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7" name="pl11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8" name="pl11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9" name="pl11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0" name="pl11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1" name="pl11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2" name="pl11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3" name="pl11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4" name="pl11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5" name="pl11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6" name="pl11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7" name="pl11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8" name="pl11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9" name="pl11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0" name="pl11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1" name="pl11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2" name="pl11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3" name="pl11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4" name="pl11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5" name="pl11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6" name="pl11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7" name="pl11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8" name="pl11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9" name="pl11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0" name="pl11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1" name="pl11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2" name="pl11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3" name="pl11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4" name="pl11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5" name="pl11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6" name="pl11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7" name="pl11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8" name="pl11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9" name="pl11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0" name="pl11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1" name="pl11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2" name="pl11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3" name="pl11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4" name="pl11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5" name="pl11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6" name="pl11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7" name="pl11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8" name="pl11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9" name="pl11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0" name="pl11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1" name="pl11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2" name="pl11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3" name="pl11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4" name="pl11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5" name="pl11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6" name="pl11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7" name="pl11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8" name="pl11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9" name="pl11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0" name="pl11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1" name="pl11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2" name="pl11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3" name="pl11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4" name="pl11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5" name="pl11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6" name="pl11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7" name="pl11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8" name="pl11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9" name="pl11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0" name="pl11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1" name="pl11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2" name="pl11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3" name="pl11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4" name="pl11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5" name="pl11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6" name="pl11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7" name="pl11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8" name="pl11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9" name="pl11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0" name="pl11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1" name="pl12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2" name="pl12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3" name="pl12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4" name="pl12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5" name="pl12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6" name="pl12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7" name="pl12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8" name="pl12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9" name="pl12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0" name="pl12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1" name="pl12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2" name="pl12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3" name="pl12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4" name="pl12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5" name="pl12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6" name="pl12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7" name="pl12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8" name="pl12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9" name="pl12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0" name="pl12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1" name="pl12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2" name="pl12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3" name="pl12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4" name="pl12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5" name="pl12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6" name="pl12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7" name="pl12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8" name="pl12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9" name="pl12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0" name="pl12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1" name="pl12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2" name="pl12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3" name="pl12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4" name="pl12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5" name="pl12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6" name="pl12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7" name="pl12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8" name="pl12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9" name="pl12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0" name="pl12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1" name="pl12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2" name="pl12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3" name="pl12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4" name="pl12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5" name="pl12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6" name="pl12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7" name="pl12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8" name="pl12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9" name="pl12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0" name="pl12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1" name="pl12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2" name="pl12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3" name="pl12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4" name="pl12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5" name="pl12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6" name="pl12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7" name="pl12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8" name="pl12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9" name="pl12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0" name="pl12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1" name="pl12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2" name="pl12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3" name="pl12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4" name="pl12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5" name="pl12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6" name="pl12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7" name="pl12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8" name="pl12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9" name="pl12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0" name="pl12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1" name="pl12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2" name="pl12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3" name="pl12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4" name="pl12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5" name="pl12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6" name="pl12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7" name="pl12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8" name="pl12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9" name="pl12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0" name="pl12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1" name="pl12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2" name="pl12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3" name="pl12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4" name="pl12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5" name="pl12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6" name="pl12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7" name="pl12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8" name="pl12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9" name="pl12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0" name="pl12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1" name="pl12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2" name="pl12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3" name="pl12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4" name="pl12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5" name="pl12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6" name="pl12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7" name="pl12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8" name="pl12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9" name="pl12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0" name="pl12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1" name="pl13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2" name="pl13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3" name="pl13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4" name="pl13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5" name="pl13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6" name="pl13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7" name="pl13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8" name="pl13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9" name="pl13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0" name="pl13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1" name="pl13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2" name="pl13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3" name="pl13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4" name="pl13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5" name="pl13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6" name="pl13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7" name="pl13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8" name="pl13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9" name="pl13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0" name="pl13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1" name="pl13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2" name="pl13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3" name="pl13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4" name="pl13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5" name="pl13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6" name="pl13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7" name="pl13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8" name="pl13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9" name="pl13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0" name="pl13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1" name="pl13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2" name="pl13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3" name="pl13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4" name="pl13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5" name="pl13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6" name="pl13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7" name="pl13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8" name="pl13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9" name="pl13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0" name="pl13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1" name="pl13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2" name="pl13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3" name="pl13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4" name="pl13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5" name="pl13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6" name="pl13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7" name="pl13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8" name="pl13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9" name="pl13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0" name="pl13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1" name="pl13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2" name="pl13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3" name="pl13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4" name="pl13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5" name="pl13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6" name="pl13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7" name="pl13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8" name="pl13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9" name="pl13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0" name="pl13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1" name="pl13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2" name="pl13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3" name="pl13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4" name="pl13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5" name="pl13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6" name="pl13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7" name="pl13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8" name="pl13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9" name="pl13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0" name="pl13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1" name="pl13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2" name="pl13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3" name="pl13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4" name="pl13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5" name="pl13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6" name="pl13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7" name="pl13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8" name="pl13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9" name="pl13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0" name="pl13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1" name="pl13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2" name="pl13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3" name="pl13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4" name="pl13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5" name="pl13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6" name="pl13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7" name="pl13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8" name="pl13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9" name="pl13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0" name="pl13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1" name="pl13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2" name="pl13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3" name="pl13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4" name="pl13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5" name="pl13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6" name="pl13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7" name="pl13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8" name="pl13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9" name="pl13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0" name="pl13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1" name="pl14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2" name="pl14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3" name="pl14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4" name="pl14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5" name="pl14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6" name="pl14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7" name="pl14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8" name="pl14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9" name="pl14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0" name="pl14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1" name="pl14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2" name="pl14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3" name="pl14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4" name="pl14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5" name="pl14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6" name="pl14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7" name="pl14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8" name="pl14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9" name="pl14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0" name="pl14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1" name="pl14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2" name="pl14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3" name="pl14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4" name="pl14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5" name="pl14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6" name="pl14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7" name="pl14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8" name="pl14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9" name="pl14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0" name="pl14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1" name="pl14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2" name="pl14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3" name="pl14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4" name="pl14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5" name="pl14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6" name="pl14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7" name="pl14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8" name="pl14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9" name="pl14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0" name="pl14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1" name="pl14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2" name="pl14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3" name="pl14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4" name="pl14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5" name="pl14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6" name="pl14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7" name="pl14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8" name="pl14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9" name="pl14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0" name="pl14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1" name="pl14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2" name="pl14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3" name="pl14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4" name="pl14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5" name="pl14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6" name="pl14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7" name="pl14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8" name="pl14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9" name="pl14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0" name="pl14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1" name="pl14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2" name="pl14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3" name="pl14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4" name="pl14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5" name="pl14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6" name="pl14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7" name="pl14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8" name="pl14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9" name="pl14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0" name="pl14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1" name="pl14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2" name="pl14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3" name="pl14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4" name="pl14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5" name="pl14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6" name="pl14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7" name="pl14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8" name="pl14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9" name="pl14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0" name="pl14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1" name="pl14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2" name="pl14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3" name="pl14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4" name="pl14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5" name="pl14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6" name="pl14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7" name="pl14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8" name="pl14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9" name="pl14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0" name="pl14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1" name="pl14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2" name="pl14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3" name="pl14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4" name="pl14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5" name="pl14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6" name="pl14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7" name="pl14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8" name="pl14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9" name="pl14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0" name="pl14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1" name="pl15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2" name="pl15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3" name="pl15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4" name="pl15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5" name="pl15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6" name="pl15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7" name="pl15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8" name="pl15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9" name="pl15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0" name="pl15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1" name="pl15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2" name="pl15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3" name="pl15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4" name="pl15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5" name="pl15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6" name="pl15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7" name="pl15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8" name="pl15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9" name="pl15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0" name="pl15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1" name="pl15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2" name="pl15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3" name="pl15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4" name="pl15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5" name="pl15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6" name="pl15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7" name="pl15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8" name="pl15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9" name="pl15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0" name="pl15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1" name="pl15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2" name="pl15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3" name="pl15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4" name="pl15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5" name="pl15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6" name="pl15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7" name="pl15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8" name="pl15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9" name="pl15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0" name="pl15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1" name="pl15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2" name="pl15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3" name="pl15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4" name="pl15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5" name="pl15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6" name="pl15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7" name="pl15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8" name="pl15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9" name="pl15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0" name="pl15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1" name="pl15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2" name="pl15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3" name="pl15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4" name="pl15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5" name="pl15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6" name="pl15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7" name="pl15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8" name="pl15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9" name="pl15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0" name="pl15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1" name="pl15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2" name="pl15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3" name="pl15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4" name="pl15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5" name="pl15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6" name="pl15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7" name="pl15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8" name="pl15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9" name="pl15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0" name="pl15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1" name="pl15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2" name="pl15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3" name="pl15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4" name="pl15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5" name="pl15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6" name="pl15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7" name="pl15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8" name="pl15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9" name="pl15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0" name="pl15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1" name="pl15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2" name="pl15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3" name="pl15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4" name="pl15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5" name="pl15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6" name="pl15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7" name="pl15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8" name="pl15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9" name="pl15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0" name="pl15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1" name="pl15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2" name="pl15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3" name="pl15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4" name="pl15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5" name="pl15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6" name="pl15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7" name="pl15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8" name="pl15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9" name="pl15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0" name="pl15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1" name="pl16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2" name="pl16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3" name="pl16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4" name="pl16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5" name="pl16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6" name="pl16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7" name="pl16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8" name="pl16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9" name="pl16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0" name="pl16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1" name="pl16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2" name="pl16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3" name="pl16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4" name="pl16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5" name="pl16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6" name="pl16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7" name="pl16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8" name="pl16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9" name="pl16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0" name="pl16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1" name="pl16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2" name="pl16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3" name="pl16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4" name="pl16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5" name="pl16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6" name="pl16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7" name="pl16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8" name="pl16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9" name="pl16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0" name="pl16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1" name="pl16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2" name="pl16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3" name="pl16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4" name="pl16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5" name="pl16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6" name="pl16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7" name="pl16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8" name="pl16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9" name="pl16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0" name="pl16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1" name="pl16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2" name="pl16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3" name="pl16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4" name="pl16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5" name="pl16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6" name="pl16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7" name="pl16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8" name="pl16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9" name="pl16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0" name="pl16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1" name="pl16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2" name="pl16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3" name="pl16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4" name="pl16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5" name="pl16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6" name="pl16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7" name="pl16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8" name="pl16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9" name="pl16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0" name="pl16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1" name="pl16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2" name="pl16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3" name="pl16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4" name="pl16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5" name="pl16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6" name="pl16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7" name="pl16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8" name="pl16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9" name="pl16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0" name="pl16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1" name="pl16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2" name="pl16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3" name="pl16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4" name="pl16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5" name="pl16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6" name="pl16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7" name="pl16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8" name="pl16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9" name="pl16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0" name="pl16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1" name="pl16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2" name="pl16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3" name="pl16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4" name="pl16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5" name="pl16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6" name="pl16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7" name="pl16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8" name="pl16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9" name="pl16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0" name="pl16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1" name="pl16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2" name="pl16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3" name="pl16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4" name="pl16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5" name="pl16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6" name="pl16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7" name="pl16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8" name="pl16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9" name="pl16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0" name="pl16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1" name="pl17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2" name="pl17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3" name="pl17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4" name="pl17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5" name="pl17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6" name="pl17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7" name="pl17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8" name="pl17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9" name="pl17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0" name="pl17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1" name="pl17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2" name="pl17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3" name="pl17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4" name="pl17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5" name="pl17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6" name="pl17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7" name="pl17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8" name="pl17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9" name="pl17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0" name="pl17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1" name="pl17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2" name="pl17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3" name="pl17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4" name="pl17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5" name="pl17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6" name="pl17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7" name="pl17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8" name="pl17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9" name="pl17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0" name="pl17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1" name="pl17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2" name="pl17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3" name="pl17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4" name="pl17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5" name="pl17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6" name="pl17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7" name="pl17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8" name="pl17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9" name="pl17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0" name="pl17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1" name="pl17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2" name="pl17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3" name="pl17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4" name="pl17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5" name="pl17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6" name="pl17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7" name="pl17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8" name="pl17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9" name="pl17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0" name="pl17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1" name="pl17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2" name="pl17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3" name="pl17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4" name="pl17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5" name="pl17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6" name="pl17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7" name="pl17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8" name="pl17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9" name="pl17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0" name="pl17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1" name="pl17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2" name="pl17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3" name="pl17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4" name="pl17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5" name="pl17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6" name="pl17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7" name="pl17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8" name="pl17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9" name="pl17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0" name="pl17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1" name="pl17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2" name="pl17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3" name="pl17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4" name="pl17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5" name="pl17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6" name="pl17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7" name="pl17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8" name="pl17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9" name="pl17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0" name="pl17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1" name="pl17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2" name="pl17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3" name="pl17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4" name="pl17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5" name="pl17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6" name="pl17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7" name="pl17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8" name="pl17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9" name="pl17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0" name="pl17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1" name="pl17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2" name="pl17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3" name="pl17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4" name="pl17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5" name="pl17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6" name="pl17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7" name="pl17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8" name="pl17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9" name="pl17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0" name="pl17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1" name="pl18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2" name="pl18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3" name="pl18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4" name="pl18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5" name="pl18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6" name="pl18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7" name="pl18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8" name="pl18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9" name="pl18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0" name="pl18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1" name="pl18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2" name="pl18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3" name="pl18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4" name="pl18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5" name="pl18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6" name="pl18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7" name="pl18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8" name="pl18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9" name="pl18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0" name="pl18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1" name="pl18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2" name="pl18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3" name="pl18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4" name="pl18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5" name="pl18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6" name="pl18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7" name="pl18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8" name="pl18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9" name="pl18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0" name="pl18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1" name="pl18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2" name="pl18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3" name="pl18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4" name="pl18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5" name="pl18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6" name="pl18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7" name="pl18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8" name="pl18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9" name="pl18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0" name="pl18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1" name="pl18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2" name="pl18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3" name="pl18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4" name="pl18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5" name="pl18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6" name="pl18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7" name="pl18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8" name="pl18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9" name="pl18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0" name="pl18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1" name="pl18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2" name="pl18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3" name="pl18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4" name="pl18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5" name="pl18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6" name="pl18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7" name="pl18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8" name="pl18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9" name="pl18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0" name="pl18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1" name="pl18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2" name="pl18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3" name="pl18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4" name="pl18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5" name="pl18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6" name="pl18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7" name="pl18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8" name="pl18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9" name="pl18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0" name="pl18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1" name="pl18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2" name="pl18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3" name="pl18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4" name="pl18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5" name="pl18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6" name="pl18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7" name="pl18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8" name="pl18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9" name="pl18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0" name="pl18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1" name="pl18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2" name="pl18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3" name="pl18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4" name="pl18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5" name="pl18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6" name="pl18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7" name="pl18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8" name="pl18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9" name="pl18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0" name="pl18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1" name="pl18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2" name="pl18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3" name="pl18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4" name="pl18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5" name="pl18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6" name="pl18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7" name="pl18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8" name="pl18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9" name="pl18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0" name="pl18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1" name="pl19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2" name="pl19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3" name="pl19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4" name="pl19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5" name="pl19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6" name="pl19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7" name="pl19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8" name="pl19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9" name="pl19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0" name="pl19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1" name="pl19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2" name="pl19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3" name="pl19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4" name="pl19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5" name="pl19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6" name="pl19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7" name="pl19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8" name="pl19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9" name="pl19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0" name="pl19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1" name="pl19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2" name="pl19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3" name="pl19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4" name="pl19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5" name="pl19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6" name="pl19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7" name="pl19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8" name="pl19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9" name="pl19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0" name="pl19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1" name="pl19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2" name="pl19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3" name="pl19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4" name="pl19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5" name="pl19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6" name="pl19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7" name="pl19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8" name="pl19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9" name="pl19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0" name="pl19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1" name="pl19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2" name="pl19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3" name="pl19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4" name="pl19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5" name="pl19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6" name="pl19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7" name="pl19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8" name="pl19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9" name="pl19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0" name="pl19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1" name="pl19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2" name="pl19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3" name="pl19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4" name="pl19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5" name="pl19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6" name="pl19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7" name="pl19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8" name="pl19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9" name="pl19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0" name="pl19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1" name="pl19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2" name="pl19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3" name="pl19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4" name="pl19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5" name="pl19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6" name="pl19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7" name="pl19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8" name="pl19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9" name="pl19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0" name="pl19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1" name="pl19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2" name="pl19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3" name="pl19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4" name="pl19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5" name="pl19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6" name="pl19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7" name="pl19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8" name="pl19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9" name="pl19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0" name="pl19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1" name="pl19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2" name="pl19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3" name="pl19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4" name="pl19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5" name="pl19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6" name="pl19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7" name="pl19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8" name="pl19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9" name="pl19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0" name="pl19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1" name="pl19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2" name="pl19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3" name="pl19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4" name="pl19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5" name="pl19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6" name="pl19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7" name="pl19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8" name="pl19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9" name="pl19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0" name="pl19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1" name="pl20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2" name="pl20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3" name="pl20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4" name="pl20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5" name="pl20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6" name="pl20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7" name="pl20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8" name="pl20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9" name="pl20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0" name="pl20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1" name="pl20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2" name="pl20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3" name="pl20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4" name="pl20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5" name="pl20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6" name="pl20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7" name="pl20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8" name="pl20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9" name="pl20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0" name="pl20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1" name="pl20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2" name="pl20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3" name="pl20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4" name="pl20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5" name="pl20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6" name="pl20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7" name="pl20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8" name="pl20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9" name="pl20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0" name="pl20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1" name="pl20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2" name="pl20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3" name="pl20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4" name="pl20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5" name="pl20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6" name="pl20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7" name="pl20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8" name="pl20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9" name="pl20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0" name="pl20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1" name="pl20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2" name="pl20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3" name="pl20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4" name="pl20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5" name="pl20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6" name="pl20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7" name="pl20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8" name="pl20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9" name="pl20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0" name="pl20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1" name="pl20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2" name="pl20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3" name="pl20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4" name="pl20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5" name="pl20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6" name="pl20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7" name="pl20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8" name="pl20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9" name="pl20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0" name="pl20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1" name="pl20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2" name="pl20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3" name="pl20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4" name="pl20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5" name="pl20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6" name="pl20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7" name="pl20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8" name="pl20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9" name="pl20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0" name="pl20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1" name="pl20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2" name="pl20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3" name="pl20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4" name="pl20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5" name="pl20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6" name="pl20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7" name="pl20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8" name="pl20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9" name="pl20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0" name="pl20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1" name="pl20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2" name="pl20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3" name="pl20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4" name="pl20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5" name="pl20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6" name="pl20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7" name="pl20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8" name="pl20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9" name="pl20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0" name="pl20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1" name="pl20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2" name="pl20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3" name="pl20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4" name="pl20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5" name="pl20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6" name="pl20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7" name="pl20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8" name="pl20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9" name="pl20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0" name="pl20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1" name="pl21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2" name="pl21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3" name="pl21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4" name="pl21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5" name="pl21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6" name="pl21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7" name="pl21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8" name="pl21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9" name="pl21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0" name="pl21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1" name="pl21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2" name="pl21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3" name="pl21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4" name="pl21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5" name="pl21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6" name="pl21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7" name="pl21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8" name="pl21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9" name="pl21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0" name="pl21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1" name="pl21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2" name="pl21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3" name="pl21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4" name="pl21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5" name="pl21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6" name="pl21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7" name="pl21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8" name="pl21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9" name="pl21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0" name="pl21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1" name="pl21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2" name="pl21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3" name="pl21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4" name="pl21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5" name="pl21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6" name="pl21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7" name="pl21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8" name="pl21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9" name="pl21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0" name="pl21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1" name="pl21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2" name="pl21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3" name="pl21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4" name="pl21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5" name="pl21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6" name="pl21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7" name="pl21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8" name="pl21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9" name="pl21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0" name="pl21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1" name="pl21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2" name="pl21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3" name="pl21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4" name="pl21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5" name="pl21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6" name="pl21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7" name="pl21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8" name="pl21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9" name="pl21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0" name="pl21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1" name="pl21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2" name="pl21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3" name="pl21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4" name="pl21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5" name="pl21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6" name="pl21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7" name="pl21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8" name="pl21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9" name="pl21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0" name="pl21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1" name="pl21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2" name="pl21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3" name="pl21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4" name="pl21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5" name="pl21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6" name="pl21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7" name="pl21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8" name="pl21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9" name="pl21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0" name="pl21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1" name="pl21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2" name="pl21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3" name="pl21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4" name="pl21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5" name="pl21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6" name="pl21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7" name="pl21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8" name="pl21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9" name="pl21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0" name="pl21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1" name="pl21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2" name="pl21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3" name="pl21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4" name="pl21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5" name="pl21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6" name="pl21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7" name="pl21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8" name="pl21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9" name="pl21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0" name="pl21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1" name="pl22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2" name="pl22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3" name="pl22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4" name="pl22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5" name="pl22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6" name="pl22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7" name="pl22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8" name="pl22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9" name="pl22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0" name="pl22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1" name="pl22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2" name="pl22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3" name="pl22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4" name="pl22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5" name="pl22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6" name="pl22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7" name="pl22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8" name="pl22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9" name="pl22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0" name="pl22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1" name="pl22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2" name="pl22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3" name="pl22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4" name="pl22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5" name="pl22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6" name="pl22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7" name="pl22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8" name="pl22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9" name="pl22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0" name="pl22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1" name="pl22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2" name="pl22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3" name="pl22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4" name="pl22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5" name="pl22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6" name="pl22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7" name="pl22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8" name="pl22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9" name="pl22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0" name="pl22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1" name="pl22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2" name="pl22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3" name="pl22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4" name="pl22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5" name="pl22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6" name="pl22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7" name="pl22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8" name="pl22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9" name="pl22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0" name="pl22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1" name="pl22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2" name="pl22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3" name="pl22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4" name="pl22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5" name="pl22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6" name="pl22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7" name="pl22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8" name="pl22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9" name="pl22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0" name="pl22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1" name="pl22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2" name="pl22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3" name="pl22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4" name="pl22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5" name="pl22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6" name="pl22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7" name="pl22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8" name="pl22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9" name="pl22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0" name="pl22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1" name="pl22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2" name="pl22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3" name="pl22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4" name="pl22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5" name="pl22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6" name="pl22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7" name="pl22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8" name="pl22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9" name="pl22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0" name="pl22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1" name="pl22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2" name="pl22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3" name="pl22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4" name="pl22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5" name="pl22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6" name="pl22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7" name="pl22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8" name="pl22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9" name="pl22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0" name="pl22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1" name="pl22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2" name="pl22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3" name="pl22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4" name="pl22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5" name="pl22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6" name="pl22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7" name="pl22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8" name="pl22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9" name="pl22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0" name="pl22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1" name="pl23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2" name="pl23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3" name="pl23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4" name="pl23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5" name="pl23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6" name="pl23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7" name="pl23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8" name="pl23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9" name="pl23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0" name="pl23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1" name="pl23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2" name="pl23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3" name="pl23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4" name="pl23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5" name="pl23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6" name="pl23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7" name="pl23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8" name="pl23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9" name="pl23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0" name="pl23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1" name="pl23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2" name="pl23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3" name="pl23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4" name="pl23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5" name="pl23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6" name="pl23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7" name="pl23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8" name="pl23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9" name="pl23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0" name="pl23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1" name="pl23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2" name="pl23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3" name="pl23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4" name="pl23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5" name="pl23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6" name="pl23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7" name="pl23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8" name="pl23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9" name="pl23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0" name="pl23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1" name="pl23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2" name="pl23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3" name="pl23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4" name="pl23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5" name="pl23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6" name="pl23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7" name="pl23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8" name="pl23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9" name="pl23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0" name="pl23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1" name="pl23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2" name="pl23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3" name="pl23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4" name="pl23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5" name="pl23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6" name="pl23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7" name="pl23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8" name="pl23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9" name="pl23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0" name="pl23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1" name="pl23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2" name="pl23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3" name="pl23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4" name="pl23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5" name="pl23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6" name="pl23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7" name="pl23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8" name="pl23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9" name="pl23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0" name="pl23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1" name="pl23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2" name="pl23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3" name="pl23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4" name="pl23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5" name="pl23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6" name="pl23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7" name="pl23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8" name="pl23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9" name="pl23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0" name="pl23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1" name="pl23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2" name="pl23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3" name="pl23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4" name="pl23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5" name="pl23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6" name="pl23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7" name="pl23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8" name="pl23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9" name="pl23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0" name="pl23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1" name="pl23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2" name="pl23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3" name="pl23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4" name="pl23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5" name="pl23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6" name="pl23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7" name="pl23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8" name="pl23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9" name="pl23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0" name="pl23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1" name="pl24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2" name="pl24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3" name="pl24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4" name="pl24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5" name="pl24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6" name="pl24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7" name="pl24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8" name="pl24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9" name="pl24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0" name="pl24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1" name="pl24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2" name="pl24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3" name="pl24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4" name="pl24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5" name="pl24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6" name="pl24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7" name="pl24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8" name="pl24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9" name="pl24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0" name="pl24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1" name="pl24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2" name="pl24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3" name="pl24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4" name="pl24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5" name="pl24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6" name="pl24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7" name="pl24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8" name="pl24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9" name="pl24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0" name="pl24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1" name="pl24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2" name="pl24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3" name="pl24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4" name="pl24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5" name="pl24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6" name="pl24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7" name="pl24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8" name="pl24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9" name="pl24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0" name="pl24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1" name="pl24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2" name="pl24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3" name="pl24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4" name="pl24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5" name="pl24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6" name="pl24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7" name="pl24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8" name="pl24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9" name="pl24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0" name="pl24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1" name="pl24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2" name="pl24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3" name="pl24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4" name="pl24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5" name="pl24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6" name="pl24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7" name="pl24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8" name="pl24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9" name="pl24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0" name="pl24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1" name="pl24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2" name="pl24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3" name="pl24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4" name="pl24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5" name="pl24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6" name="pl24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7" name="pl24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8" name="pl24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9" name="pl24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0" name="pl24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1" name="pl24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2" name="pl24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3" name="pl24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4" name="pl24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5" name="pl24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6" name="pl24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7" name="pl24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8" name="pl24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9" name="pl24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0" name="pl24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1" name="pl24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2" name="pl24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3" name="pl24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4" name="pl24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5" name="pl24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6" name="pl24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7" name="pl24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8" name="pl24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9" name="pl24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0" name="pl24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1" name="pl24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2" name="pl24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3" name="pl24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4" name="pl24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5" name="pl24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6" name="pl24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7" name="pl24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8" name="pl24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9" name="pl24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0" name="pl24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1" name="pl25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2" name="pl25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3" name="pl25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4" name="pl25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5" name="pl25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6" name="pl25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7" name="pl25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8" name="pl25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9" name="pl25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0" name="pl25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1" name="pl25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2" name="pl25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3" name="pl25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4" name="pl25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5" name="pl25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6" name="pl25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7" name="pl25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8" name="pl25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9" name="pl25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0" name="pl25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1" name="pl25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2" name="pl25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3" name="pl25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4" name="pl25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5" name="pl25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6" name="pl25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7" name="pl25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8" name="pl25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9" name="pl25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0" name="pl25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1" name="pl25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2" name="pl25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3" name="pl25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4" name="pl25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5" name="pl25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6" name="pl25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7" name="pl25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8" name="pl25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9" name="pl25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0" name="pl25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1" name="pl25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2" name="pl25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3" name="pl25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4" name="pl25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5" name="pl25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6" name="pl25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7" name="pl25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8" name="pl25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9" name="pl25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0" name="pl25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1" name="pl25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2" name="pl25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3" name="pl25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4" name="pl25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5" name="pl25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6" name="pl25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7" name="pl25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8" name="pl25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9" name="pl25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0" name="pl25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1" name="pl25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2" name="pl25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3" name="pl25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4" name="pl25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5" name="pl25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6" name="pl25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7" name="pl25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8" name="pl25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9" name="pl25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0" name="pl25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1" name="pl25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2" name="pl25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3" name="pl25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4" name="pl25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5" name="pl25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6" name="pl25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7" name="pl25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8" name="pl25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9" name="pl25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0" name="pl25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1" name="pl25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2" name="pl25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3" name="pl25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4" name="pl25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5" name="pl25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6" name="pl25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7" name="pl25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8" name="pl25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9" name="pl25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0" name="pl25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1" name="pl25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2" name="pl25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3" name="pl25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4" name="pl25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5" name="pl25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6" name="pl25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7" name="pl25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8" name="pl25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9" name="pl25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0" name="pl25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1" name="pl26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2" name="pl26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3" name="pl26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4" name="pl26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5" name="pl26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6" name="pl26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7" name="pl26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8" name="pl26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9" name="pl26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0" name="pl26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1" name="pl26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2" name="pl26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3" name="pl26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4" name="pl26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5" name="pl26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6" name="pl26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7" name="pl26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8" name="pl26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9" name="pl26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0" name="pl26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1" name="pl26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2" name="pl26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3" name="pl26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4" name="pl26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5" name="pl26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6" name="pl26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7" name="pl26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8" name="pl26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9" name="pl26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0" name="pl26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1" name="pl26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2" name="pl26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3" name="pl26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4" name="pl26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5" name="pl26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6" name="pl26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7" name="pl26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8" name="pl26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9" name="pl26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0" name="pl26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1" name="pl26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2" name="pl26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3" name="pl26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4" name="pl26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5" name="pl26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6" name="pl26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7" name="pl26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8" name="pl26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9" name="pl26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0" name="pl26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1" name="pl26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2" name="pl26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3" name="pl26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4" name="pl26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5" name="pl26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6" name="pl26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7" name="pl26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8" name="pl26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9" name="pl26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0" name="pl26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1" name="pl26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2" name="pl26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3" name="pl26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4" name="pl26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5" name="pl26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6" name="pl26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7" name="pl26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8" name="pl26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9" name="pl26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0" name="pl26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1" name="pl26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2" name="pl26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3" name="pl26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4" name="pl26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5" name="pl26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6" name="pl26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7" name="pl26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8" name="pl26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9" name="pl26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0" name="pl26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1" name="pl26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2" name="pl26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3" name="pl26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4" name="pl26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5" name="pl26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6" name="pl26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7" name="pl26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8" name="pl26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9" name="pl26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0" name="pl26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1" name="pl26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2" name="pl26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3" name="pl26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4" name="pl26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5" name="pl26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6" name="pl26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7" name="pl26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8" name="pl26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9" name="pl26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0" name="pl26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1" name="pl27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2" name="pl27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3" name="pl27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4" name="pl27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5" name="pl27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6" name="pl27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7" name="pl27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8" name="pl27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9" name="pl27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0" name="pl27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1" name="pl27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2" name="pl27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3" name="pl27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4" name="pl27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5" name="pl27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6" name="pl27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7" name="pl27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8" name="pl27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9" name="pl27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0" name="pl27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1" name="pl27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2" name="pl27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3" name="pl27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4" name="pl27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5" name="pl27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6" name="pl27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7" name="pl27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8" name="pl27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9" name="pl27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0" name="pl27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1" name="pl27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2" name="pl27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3" name="pl27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4" name="pl27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5" name="pl27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6" name="pl27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7" name="pl27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8" name="pl27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9" name="pl27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40" name="pl27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41" name="pl27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42" name="pl27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43" name="pl27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44" name="pl27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45" name="pl27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46" name="pl27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47" name="pl27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48" name="pl27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49" name="pl27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50" name="pl27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51" name="pl27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52" name="pl27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53" name="pl27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54" name="pl27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55" name="pl27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56" name="pl27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57" name="pl27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58" name="pl27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59" name="pl27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60" name="pl27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61" name="pl27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62" name="pl27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63" name="pl27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64" name="pl27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65" name="pl27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66" name="pl27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67" name="pl27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68" name="pl27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69" name="pl27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70" name="pl27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71" name="pl27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72" name="pl27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73" name="pl27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74" name="pl27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75" name="pl27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76" name="pl27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77" name="pl27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78" name="pl27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79" name="pl27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80" name="pl27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81" name="pl27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82" name="pl27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83" name="pl27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84" name="pl27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85" name="pl27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86" name="pl27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87" name="pl27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88" name="pl27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89" name="pl27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90" name="pl27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91" name="pl27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92" name="pl27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93" name="pl27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94" name="pl27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95" name="pl27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96" name="pl27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97" name="pl27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98" name="pl27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99" name="pl27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00" name="pl27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01" name="pl28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02" name="pl28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03" name="pl28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04" name="pl28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05" name="pl28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06" name="pl28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07" name="pl28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08" name="pl28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09" name="pl28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10" name="pl28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11" name="pl28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12" name="pl28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13" name="pl28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14" name="pl28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15" name="pl28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16" name="pl28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17" name="pl28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18" name="pl28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19" name="pl28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20" name="pl28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21" name="pl28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22" name="pl28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23" name="pl28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24" name="pl28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25" name="pl28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26" name="pl28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27" name="pl28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28" name="pl28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29" name="pl28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30" name="pl28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31" name="pl28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32" name="pl28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33" name="pl28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34" name="pl28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35" name="pl28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36" name="pl28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37" name="pl28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38" name="pl28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39" name="pl28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40" name="pl28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41" name="pl28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42" name="pl28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43" name="pl28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44" name="pl28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45" name="pl28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46" name="pl28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47" name="pl28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48" name="pl28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49" name="pl28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50" name="pl28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51" name="pl28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52" name="pl28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53" name="pl28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54" name="pl28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55" name="pl28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56" name="pl28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57" name="pl28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58" name="pl28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59" name="pl28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60" name="pl28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61" name="pl28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62" name="pl28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63" name="pl28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64" name="pl28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65" name="pl28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66" name="pl28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67" name="pl28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68" name="pl28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69" name="pl28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70" name="pl28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71" name="pl28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72" name="pl28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73" name="pl28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74" name="pl28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75" name="pl28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76" name="pl28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77" name="pl28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78" name="pl28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79" name="pl28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80" name="pl28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81" name="pl28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82" name="pl28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83" name="pl28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84" name="pl28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85" name="pl28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86" name="pl28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87" name="pl28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88" name="pl28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89" name="pl28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90" name="pl28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91" name="pl28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92" name="pl28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93" name="pl28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94" name="pl28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95" name="pl28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96" name="pl28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97" name="pl28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98" name="pl28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99" name="pl28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00" name="pl28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01" name="pl29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02" name="pl29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03" name="pl29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04" name="pl29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05" name="pl29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06" name="pl29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07" name="pl29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08" name="pl29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09" name="pl29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10" name="pl29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11" name="pl29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12" name="pl29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13" name="pl29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14" name="pl29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15" name="pl29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16" name="pl29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17" name="pl29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18" name="pl29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19" name="pl29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20" name="pl29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21" name="pl29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22" name="pl29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23" name="pl29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24" name="pl29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25" name="pl29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26" name="pl29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27" name="pl29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28" name="pl29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29" name="pl29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30" name="pl29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31" name="pl29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32" name="pl29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33" name="pl29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34" name="pl29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35" name="pl29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36" name="pl29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37" name="pl29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38" name="pl29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39" name="pl29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40" name="pl29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41" name="pl29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42" name="pl29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43" name="pl29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44" name="pl29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45" name="pl29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46" name="pl29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47" name="pl29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48" name="pl29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49" name="pl29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50" name="pl29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51" name="pl29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52" name="pl29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53" name="pl29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54" name="pl29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55" name="pl29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56" name="pl29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57" name="pl29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58" name="pl29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59" name="pl29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60" name="pl29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61" name="pl29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62" name="pl29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63" name="pl29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64" name="pl29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65" name="pl29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66" name="pl29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67" name="pl29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68" name="pl29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69" name="pl29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70" name="pl29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71" name="pl29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72" name="pl29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73" name="pl29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74" name="pl29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75" name="pl29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76" name="pl29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77" name="pl29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78" name="pl29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79" name="pl29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80" name="pl29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81" name="pl29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82" name="pl29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83" name="pl29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84" name="pl29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85" name="pl29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86" name="pl29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87" name="pl29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88" name="pl29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89" name="pl29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90" name="pl29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91" name="pl29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92" name="pl29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93" name="pl29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94" name="pl29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95" name="pl29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96" name="pl29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97" name="pl29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98" name="pl29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99" name="pl29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00" name="pl29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01" name="pl30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02" name="pl30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03" name="pl30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04" name="pl30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05" name="pl30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06" name="pl30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07" name="pl30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08" name="pl30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09" name="pl30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10" name="pl30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11" name="pl30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12" name="pl30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13" name="pl30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14" name="pl30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15" name="pl30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16" name="pl30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17" name="pl30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18" name="pl30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19" name="pl30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20" name="pl30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21" name="pl30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22" name="pl30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23" name="pl30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24" name="pl30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25" name="pl30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26" name="pl30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27" name="pl30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28" name="pl30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29" name="pl30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30" name="pl30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31" name="pl30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32" name="pl30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33" name="pl30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34" name="pl30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35" name="pl30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36" name="pl30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37" name="pl30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38" name="pl30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39" name="pl30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40" name="pl30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41" name="pl30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42" name="pl30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43" name="pl30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44" name="pl30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45" name="pl30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46" name="pl30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47" name="pl30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48" name="pl30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49" name="pl30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50" name="pl30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51" name="pl30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52" name="pl30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53" name="pl30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54" name="pl30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55" name="pl30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56" name="pl30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57" name="pl30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58" name="pl30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59" name="pl30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60" name="pl30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61" name="pl30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62" name="pl30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63" name="pl30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64" name="pl30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65" name="pl30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66" name="pl30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67" name="pl30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68" name="pl30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69" name="pl30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70" name="pl30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71" name="pl30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72" name="pl30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73" name="pl30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74" name="pl30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75" name="pl30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76" name="pl30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77" name="pl30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78" name="pl30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79" name="pl30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80" name="pl30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81" name="pl30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82" name="pl30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83" name="pl30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84" name="pl30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85" name="pl30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86" name="pl30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87" name="pl30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88" name="pl30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89" name="pl30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90" name="pl30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91" name="pl30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92" name="pl30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93" name="pl30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94" name="pl30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95" name="pl30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96" name="pl30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97" name="pl30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98" name="pl30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99" name="pl30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00" name="pl30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01" name="pl31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02" name="pl31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03" name="pl31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04" name="pl31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05" name="pl31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06" name="pl31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07" name="pl31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08" name="pl31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09" name="pl31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10" name="pl31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11" name="pl31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12" name="pl31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13" name="pl31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14" name="pl31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15" name="pl31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16" name="pl31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17" name="pl31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18" name="pl31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19" name="pl31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20" name="pl31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21" name="pl31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22" name="pl31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23" name="pl31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24" name="pl31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25" name="pl31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26" name="pl31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27" name="pl31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28" name="pl31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29" name="pl31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30" name="pl31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31" name="pl31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32" name="pl31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33" name="pl31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34" name="pl31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35" name="pl31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36" name="pl31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37" name="pl31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38" name="pl31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39" name="pl31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40" name="pl31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41" name="pl31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42" name="pl31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43" name="pl31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44" name="pl31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45" name="pl31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46" name="pl31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47" name="pl31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48" name="pl31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49" name="pl31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50" name="pl31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51" name="pl31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52" name="pl31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53" name="pl31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54" name="pl31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55" name="pl31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56" name="pl31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57" name="pl31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58" name="pl31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59" name="pl31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60" name="pl31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61" name="pl31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62" name="pl31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63" name="pl31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64" name="pl31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65" name="pl31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66" name="pl31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67" name="pl31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68" name="pl31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69" name="pl31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70" name="pl31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71" name="pl31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72" name="pl31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73" name="pl31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74" name="pl31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75" name="pl31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76" name="pl31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77" name="pl31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78" name="pl31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79" name="pl31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80" name="pl31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81" name="pl31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82" name="pl31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83" name="pl31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84" name="pl31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85" name="pl31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86" name="pl31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87" name="pl31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88" name="pl31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89" name="pl31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90" name="pl31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91" name="pl31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92" name="pl31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93" name="pl31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94" name="pl31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95" name="pl31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96" name="pl31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97" name="pl31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98" name="pl31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99" name="pl31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00" name="pl31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01" name="pl32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02" name="pl32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03" name="pl32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04" name="pl32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05" name="pl32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06" name="pl32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07" name="pl32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08" name="pl32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09" name="pl32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10" name="pl32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11" name="pl32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12" name="pl32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13" name="pl32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14" name="pl32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15" name="pl32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16" name="pl32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17" name="pl32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18" name="pl32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19" name="pl32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20" name="pl32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21" name="pl32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22" name="pl32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23" name="pl32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24" name="pl32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25" name="pl32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26" name="pl32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27" name="pl32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28" name="pl32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29" name="pl32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30" name="pl32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31" name="pl32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32" name="pl32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33" name="pl32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34" name="pl32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35" name="pl32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36" name="pl32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37" name="pl32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38" name="pl32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39" name="pl32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40" name="pl32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41" name="pl32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42" name="pl32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43" name="pl32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44" name="pl32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45" name="pl32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46" name="pl32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47" name="pl32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48" name="pl32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49" name="pl32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50" name="pl32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51" name="pl32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52" name="pl32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53" name="pl32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54" name="pl32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55" name="pl32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56" name="pl32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57" name="pl32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58" name="pl32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59" name="pl32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60" name="pl32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61" name="pl32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62" name="pl32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63" name="pl32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64" name="pl32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65" name="pl32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66" name="pl32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67" name="pl32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68" name="pl32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69" name="pl32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70" name="pl32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71" name="pl32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72" name="pl32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73" name="pl32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74" name="pl32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75" name="pl32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76" name="pl32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77" name="pl32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78" name="pl32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79" name="pl32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80" name="pl32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81" name="pl32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82" name="pl32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83" name="pl32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84" name="pl32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85" name="pl32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86" name="pl32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87" name="pl32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88" name="pl32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89" name="pl32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90" name="pl32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91" name="pl32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92" name="pl32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93" name="pl32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94" name="pl32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95" name="pl32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96" name="pl32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97" name="pl32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98" name="pl32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99" name="pl32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00" name="pl32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01" name="pl33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02" name="pl33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03" name="pl33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04" name="pl33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05" name="pl33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06" name="pl33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07" name="pl33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08" name="pl33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09" name="pl33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10" name="pl33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11" name="pl33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12" name="pl33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13" name="pl33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14" name="pl33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15" name="pl33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16" name="pl33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17" name="pl33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18" name="pl33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19" name="pl33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20" name="pl33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21" name="pl33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22" name="pl33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23" name="pl33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24" name="pl33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25" name="pl33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26" name="pl33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27" name="pl33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28" name="pl33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29" name="pl33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30" name="pl33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31" name="pl33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32" name="pl33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33" name="pl33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34" name="pl33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35" name="pl33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36" name="pl33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37" name="pl33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38" name="pl33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39" name="pl33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40" name="pl33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41" name="pl33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42" name="pl33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43" name="pl33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44" name="pl33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45" name="pl33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46" name="pl33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47" name="pl33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48" name="pl33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49" name="pl33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50" name="pl33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51" name="pl33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52" name="pl33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53" name="pl33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54" name="pl33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55" name="pl33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56" name="pl33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57" name="pl33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58" name="pl33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59" name="pl33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60" name="pl33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61" name="pl33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62" name="pl33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63" name="pl33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64" name="pl33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65" name="pl33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66" name="pl33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67" name="pl33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68" name="pl33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69" name="pl33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70" name="pl33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71" name="pl33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72" name="pl33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73" name="pl33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74" name="pl33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75" name="pl33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76" name="pl33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77" name="pl33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78" name="pl33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79" name="pl33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80" name="pl33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81" name="pl33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82" name="pl33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83" name="pl33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84" name="pl33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85" name="pl33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86" name="pl33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87" name="pl33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88" name="pl33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89" name="pl33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90" name="pl33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91" name="pl33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92" name="pl33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93" name="pl33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94" name="pl33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95" name="pl33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96" name="pl33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97" name="pl33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98" name="pl33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99" name="pl33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00" name="pl33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01" name="pl34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02" name="pl34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03" name="pl34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04" name="pl34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05" name="pl34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06" name="pl34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07" name="pl34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08" name="pl34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09" name="pl34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10" name="pl34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11" name="pl34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12" name="pl34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13" name="pl34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14" name="pl34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15" name="pl34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16" name="pl34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17" name="pl34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18" name="pl34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19" name="pl34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20" name="pl34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21" name="pl34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22" name="pl34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23" name="pl34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24" name="pl34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25" name="pl34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26" name="pl34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27" name="pl34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28" name="pl34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29" name="pl34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30" name="pl34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31" name="pl34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32" name="pl34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33" name="pl34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34" name="pl34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35" name="pl34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36" name="pl34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37" name="pl34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38" name="pl34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39" name="pl34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40" name="pl34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41" name="pl34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42" name="pl34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43" name="pl34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44" name="pl34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45" name="pl34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46" name="pl34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47" name="pl34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48" name="pl34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49" name="pl34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50" name="pl34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51" name="pl34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52" name="pl34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53" name="pl34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54" name="pl34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55" name="pl34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56" name="pl34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57" name="pl34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58" name="pl34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59" name="pl34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60" name="pl34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61" name="pl34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62" name="pl34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63" name="pl34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64" name="pl34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65" name="pl34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66" name="pl34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67" name="pl34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68" name="pl34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69" name="pl34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70" name="pl34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71" name="pl34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72" name="pl34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73" name="pl34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74" name="pl34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75" name="pl34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76" name="pl34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77" name="pl34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78" name="pl34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79" name="pl34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80" name="pl34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81" name="pl34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82" name="pl34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83" name="pl34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84" name="pl34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85" name="pl34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86" name="pl34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87" name="pl34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88" name="pl34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89" name="pl34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90" name="pl34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91" name="pl34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92" name="pl34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93" name="pl34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94" name="pl34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95" name="pl34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96" name="pl34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97" name="pl34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98" name="pl34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99" name="pl34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00" name="pl34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01" name="pl35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02" name="pl35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03" name="pl35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04" name="pl35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05" name="pl35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06" name="pl35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07" name="pl35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08" name="pl35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09" name="pl35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10" name="pl35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11" name="pl35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12" name="pl35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13" name="pl35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14" name="pl35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15" name="pl35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16" name="pl35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17" name="pl35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18" name="pl35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19" name="pl35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20" name="pl35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21" name="pl35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22" name="pl35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23" name="pl35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24" name="pl35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25" name="pl35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26" name="pl35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27" name="pl35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28" name="pl35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29" name="pl35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30" name="pl35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31" name="pl35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32" name="pl35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33" name="pl35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34" name="pl35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35" name="pl35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36" name="pl35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37" name="pl35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38" name="pl35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39" name="pl35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40" name="pl35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41" name="pl35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42" name="pl35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43" name="pl35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44" name="pl35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45" name="pl35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46" name="pl35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47" name="pl35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48" name="pl35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49" name="pl35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50" name="pl35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51" name="pl35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52" name="pl35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53" name="pl35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54" name="pl35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55" name="pl35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56" name="pl35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57" name="pl35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58" name="pl35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59" name="pl35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60" name="pl35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61" name="pl35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62" name="pl35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63" name="pl35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64" name="pl35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65" name="pl35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66" name="pl35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67" name="pl35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68" name="pl35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69" name="pl35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70" name="pl35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71" name="pl35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72" name="pl35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73" name="pl35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74" name="pl35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75" name="pl35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76" name="pl35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77" name="pl35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78" name="pl35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79" name="pl35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80" name="pl35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81" name="pl35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82" name="pl35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83" name="pl35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84" name="pl35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85" name="pl35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86" name="pl35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87" name="pl35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88" name="pl35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89" name="pl35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90" name="pl35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91" name="pl35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92" name="pl35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93" name="pl35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94" name="pl35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95" name="pl35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96" name="pl35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97" name="pl35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98" name="pl35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99" name="pl35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00" name="pl35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01" name="pl36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02" name="pl36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03" name="pl36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04" name="pl36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05" name="pl36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06" name="pl36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07" name="pl36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08" name="pl36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09" name="pl36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10" name="pl36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11" name="pl36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12" name="pl36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13" name="pl36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14" name="pl36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15" name="pl36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16" name="pl36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17" name="pl36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18" name="pl36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19" name="pl36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20" name="pl36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21" name="pl36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22" name="pl36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23" name="pl36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24" name="pl36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25" name="pl36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26" name="pl36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27" name="pl36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28" name="pl36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29" name="pl36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30" name="pl36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31" name="pl36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32" name="pl36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33" name="pl36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34" name="pl36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35" name="pl36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36" name="pl36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37" name="pl36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38" name="pl36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39" name="pl36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40" name="pl36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41" name="pl36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42" name="pl36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43" name="pl36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44" name="pl36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45" name="pl36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46" name="pl36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47" name="pl36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48" name="pl36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49" name="pl36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50" name="pl36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51" name="pl36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52" name="pl36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53" name="pl36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54" name="pl36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55" name="pl36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56" name="pl36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57" name="pl36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58" name="pl36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59" name="pl36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60" name="pl36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61" name="pl36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62" name="pl36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63" name="pl36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64" name="pl36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65" name="pl36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66" name="pl36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67" name="pl36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68" name="pl36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69" name="pl36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70" name="pl36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71" name="pl36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72" name="pl36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73" name="pl36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74" name="pl36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75" name="pl36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76" name="pl36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77" name="pl36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78" name="pl36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79" name="pl36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80" name="pl36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81" name="pl36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82" name="pl36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83" name="pl36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84" name="pl36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85" name="pl36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86" name="pl36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87" name="pl36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88" name="pl36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89" name="pl36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90" name="pl36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91" name="pl36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92" name="pl36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93" name="pl36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94" name="pl36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95" name="pl36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96" name="pl36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97" name="pl36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98" name="pl36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99" name="pl36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00" name="pl36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01" name="pl37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02" name="pl37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03" name="pl37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04" name="pl37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05" name="pl37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06" name="pl37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07" name="pl37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08" name="pl37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09" name="pl37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10" name="pl37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11" name="pl37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12" name="pl37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13" name="pl37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14" name="pl37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15" name="pl37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16" name="pl37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17" name="pl37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18" name="pl37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19" name="pl37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20" name="pl37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21" name="pl37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22" name="pl37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23" name="pl37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24" name="pl37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25" name="pl37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26" name="pl37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27" name="pl37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28" name="pl37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29" name="pl37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30" name="pl37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31" name="pl37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32" name="pl37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33" name="pl37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34" name="pl37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35" name="pl37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36" name="pl37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37" name="pl37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38" name="pl37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39" name="pl37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40" name="pl37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41" name="pl37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42" name="pl37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43" name="pl37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44" name="pl37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45" name="pl37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46" name="pl37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47" name="pl37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48" name="pl37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49" name="pl37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50" name="pl37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51" name="pl37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52" name="pl37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53" name="pl37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54" name="pl37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55" name="pl37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56" name="pl37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57" name="pl37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58" name="pl37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59" name="pl37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60" name="pl37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61" name="pl37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62" name="pl37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63" name="pl37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64" name="pl37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65" name="pl37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66" name="pl37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67" name="pl37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68" name="pl37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69" name="pl37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70" name="pl37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71" name="pl37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72" name="pl37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73" name="pl37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74" name="pl37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75" name="pl37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76" name="pl37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77" name="pl37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78" name="pl37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79" name="pl37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80" name="pl37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81" name="pl37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82" name="pl37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83" name="pl37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84" name="pl37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85" name="pl37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86" name="pl37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87" name="pl37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88" name="pl37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89" name="pl37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90" name="pl37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91" name="pl37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92" name="pl37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93" name="pl37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94" name="pl37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95" name="pl37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96" name="pl37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97" name="pl37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98" name="pl37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99" name="pl37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00" name="pl37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01" name="pl38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02" name="pl38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03" name="pl38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04" name="pl38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05" name="pl38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06" name="pl38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07" name="pl38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08" name="pl38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09" name="pl38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10" name="pl38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11" name="pl38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12" name="pl38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13" name="pl38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14" name="pl38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15" name="pl38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16" name="pl38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17" name="pl38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18" name="pl38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19" name="pl38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20" name="pl38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21" name="pl38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22" name="pl38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23" name="pl38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24" name="pl38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25" name="pl38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26" name="pl38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27" name="pl38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28" name="pl38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29" name="pl38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30" name="pl38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31" name="pl38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32" name="pl38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33" name="pl38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34" name="pl38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35" name="pl38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36" name="pl38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37" name="pl38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38" name="pl38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39" name="pl38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40" name="pl38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41" name="pl38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42" name="pl38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43" name="pl38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44" name="pl38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45" name="pl38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46" name="pl38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47" name="pl38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48" name="pl38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49" name="pl38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50" name="pl38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51" name="pl38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52" name="pl38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53" name="pl38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54" name="pl38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55" name="pl38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56" name="pl38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57" name="pl38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58" name="pl38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59" name="pl38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60" name="pl38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61" name="pl38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62" name="pl38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63" name="pl38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64" name="pl38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65" name="pl38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66" name="pl38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67" name="pl38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68" name="pl38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69" name="pl38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70" name="pl38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71" name="pl38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72" name="pl38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73" name="pl38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74" name="pl38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75" name="pl38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76" name="pl38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77" name="pl38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78" name="pl38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79" name="pl38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80" name="pl38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81" name="pl38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82" name="pl38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83" name="pl38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84" name="pl38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85" name="pl38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86" name="pl38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87" name="pl38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88" name="pl38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89" name="pl38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90" name="pl38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91" name="pl38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92" name="pl38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93" name="pl38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94" name="pl38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95" name="pl38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96" name="pl38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97" name="pl38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98" name="pl38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99" name="pl38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00" name="pl38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01" name="pl39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02" name="pl39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03" name="pl39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04" name="pl39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05" name="pl39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06" name="pl39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07" name="pl39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08" name="pl39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09" name="pl39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10" name="pl39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11" name="pl39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12" name="pl39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13" name="pl39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14" name="pl39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15" name="pl39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16" name="pl39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17" name="pl39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18" name="pl39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19" name="pl39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20" name="pl39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21" name="pl39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22" name="pl39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23" name="pl39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24" name="pl39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25" name="pl39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26" name="pl39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27" name="pl39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28" name="pl39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29" name="pl39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30" name="pl39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31" name="pl39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32" name="pl39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33" name="pl39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34" name="pl39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35" name="pl39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36" name="pl39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37" name="pl39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38" name="pl39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39" name="pl39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40" name="pl39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41" name="pl39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42" name="pl39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43" name="pl39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44" name="pl39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45" name="pl39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46" name="pl39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47" name="pl39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48" name="pl39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49" name="pl39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50" name="pl39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51" name="pl39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52" name="pl39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53" name="pl39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54" name="pl39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55" name="pl39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56" name="pl39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57" name="pl39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58" name="pl39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59" name="pl39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60" name="pl39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61" name="pl39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62" name="pl39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63" name="pl39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64" name="pl39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65" name="pl39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66" name="pl39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67" name="pl39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68" name="pl39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69" name="pl39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70" name="pl39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71" name="pl39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72" name="pl39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73" name="pl39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74" name="pl39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75" name="pl39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76" name="pl39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77" name="pl39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78" name="pl39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79" name="pl39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80" name="pl39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81" name="pl39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82" name="pl39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83" name="pl39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84" name="pl39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85" name="pl39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86" name="pl39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87" name="pl39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88" name="pl39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89" name="pl39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90" name="pl39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91" name="pl39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92" name="pl39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93" name="pl39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94" name="pl39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95" name="pl39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96" name="pl39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97" name="pl39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98" name="pl39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99" name="pl39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00" name="pl39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01" name="pl40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02" name="pl40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03" name="pl40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04" name="pl40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05" name="pl40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06" name="pl40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07" name="pl40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08" name="pl40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09" name="pl40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10" name="pl40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11" name="pl40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12" name="pl40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13" name="pl40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14" name="pl40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15" name="pl40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16" name="pl40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17" name="pl40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18" name="pl40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19" name="pl40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20" name="pl40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21" name="pl40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22" name="pl40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23" name="pl40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24" name="pl40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25" name="pl40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26" name="pl40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27" name="pl40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28" name="pl40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29" name="pl40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30" name="pl40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31" name="pl40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32" name="pl40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33" name="pl40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34" name="pl40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35" name="pl40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36" name="pl40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37" name="pl40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38" name="pl40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39" name="pl40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40" name="pl40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41" name="pl40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42" name="pl40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43" name="pl40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44" name="pl40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45" name="pl40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46" name="pl40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47" name="pl40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48" name="pl40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49" name="pl40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50" name="pl40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51" name="pl40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52" name="pl40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53" name="pl40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54" name="pl40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55" name="pl40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56" name="pl40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57" name="pl40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58" name="pl40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59" name="pl40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60" name="pl40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61" name="pl40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62" name="pl40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63" name="pl40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64" name="pl40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65" name="pl40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66" name="pl40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67" name="pl40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68" name="pl40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69" name="pl40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70" name="pl40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71" name="pl40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72" name="pl40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73" name="pl40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74" name="pl40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75" name="pl40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76" name="pl40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77" name="pl40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78" name="pl40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79" name="pl40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80" name="pl40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81" name="pl40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82" name="pl40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83" name="pl40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84" name="pl40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85" name="pl40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86" name="pl40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87" name="pl40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88" name="pl40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89" name="pl40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90" name="pl40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91" name="pl40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92" name="pl40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93" name="pl40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94" name="pl40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95" name="pl40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96" name="pl40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97" name="pl40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98" name="pl40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99" name="pl40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00" name="pl40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01" name="pl41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02" name="pl41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03" name="pl41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04" name="pl41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05" name="pl41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06" name="pl41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07" name="pl41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08" name="pl41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09" name="pl41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10" name="pl41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11" name="pl41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12" name="pl41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13" name="pl41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14" name="pl41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15" name="pl41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16" name="pl41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17" name="pl41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18" name="pl41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19" name="pl41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20" name="pl41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21" name="pl41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22" name="pl41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23" name="pl41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24" name="pl41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25" name="pl41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26" name="pl41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27" name="pl41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28" name="pl41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29" name="pl41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30" name="pl41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31" name="pl41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32" name="pl41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33" name="pl41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34" name="pl41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35" name="pl41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36" name="pl41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37" name="pl41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38" name="pl41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39" name="pl41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40" name="pl41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41" name="pl41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42" name="pl41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43" name="pl41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44" name="pl41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45" name="pl41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46" name="pl41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47" name="pl41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48" name="pl41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49" name="pl41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50" name="pl41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51" name="pl41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52" name="pl41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53" name="pl41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54" name="pl41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55" name="pl41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56" name="pl41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57" name="pl41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58" name="pl41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59" name="pl41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60" name="pl41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61" name="pl41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62" name="pl41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63" name="pl41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64" name="pl41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65" name="pl41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66" name="pl41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67" name="pl41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68" name="pl41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69" name="pl41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70" name="pl41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71" name="pl41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72" name="pl41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73" name="pl41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74" name="pl41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75" name="pl41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76" name="pl41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77" name="pl41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78" name="pl41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79" name="pl41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80" name="pl41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81" name="pl41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82" name="pl41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83" name="pl41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84" name="pl41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85" name="pl41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86" name="pl41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87" name="pl41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88" name="pl41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89" name="pl41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90" name="pl41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91" name="pl41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92" name="pl41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93" name="pl41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94" name="pl41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95" name="pl41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96" name="pl41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97" name="pl41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98" name="pl41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99" name="pl41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00" name="pl41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01" name="pl42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02" name="pl42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03" name="pl42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04" name="pl42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05" name="pl42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06" name="pl42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07" name="pl42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08" name="pl42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09" name="pl42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10" name="pl42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11" name="pl42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12" name="pl42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13" name="pl42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14" name="pl42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15" name="pl42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16" name="pl42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17" name="pl42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18" name="pl42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19" name="pl42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20" name="pl42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21" name="pl42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22" name="pl42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23" name="pl42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24" name="pl42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25" name="pl42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26" name="pl42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27" name="pl42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28" name="pl42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29" name="pl42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30" name="pl42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31" name="pl42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32" name="pl42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33" name="pl42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34" name="pl42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35" name="pl42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36" name="pl42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37" name="pl42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38" name="pl42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39" name="pl42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40" name="pl42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41" name="pl42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42" name="pl42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43" name="pl42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44" name="pl42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45" name="pl42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46" name="pl42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47" name="pl42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48" name="pl42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49" name="pl42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50" name="pl42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51" name="pl42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52" name="pl42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53" name="pl42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54" name="pl42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55" name="pl42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56" name="pl42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57" name="pl42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58" name="pl42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59" name="pl42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60" name="pl42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61" name="pl42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62" name="pl42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63" name="pl42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64" name="pl42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65" name="pl42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66" name="pl42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67" name="pl42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68" name="pl42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69" name="pl42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70" name="pl42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71" name="pl42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72" name="pl42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73" name="pl42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74" name="pl42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75" name="pl42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76" name="pl42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77" name="pl42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78" name="pl42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79" name="pl42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80" name="pl42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81" name="pl42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82" name="pl42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83" name="pl42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84" name="pl42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85" name="pl42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86" name="pl42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87" name="pl42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88" name="pl42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89" name="pl42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90" name="pl42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91" name="pl42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92" name="pl42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93" name="pl42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94" name="pl42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95" name="pl42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96" name="pl42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97" name="pl42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98" name="pl42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99" name="pl42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00" name="pl42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01" name="pl43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02" name="pl43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03" name="pl43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04" name="pl43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05" name="pl43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06" name="pl43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07" name="pl43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08" name="pl43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09" name="pl43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10" name="pl43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11" name="pl43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12" name="pl43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13" name="pl43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14" name="pl43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15" name="pl43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16" name="pl43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17" name="pl43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18" name="pl43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19" name="pl43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20" name="pl43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21" name="pl43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22" name="pl43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23" name="pl43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24" name="pl43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25" name="pl43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26" name="pl43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27" name="pl43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28" name="pl43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29" name="pl43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30" name="pl43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31" name="pl43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32" name="pl43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33" name="pl43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34" name="pl43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35" name="pl43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36" name="pl43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37" name="pl43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38" name="pl43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39" name="pl43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40" name="pl43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41" name="pl43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42" name="pl43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43" name="pl43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44" name="pl43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45" name="pl43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46" name="pl43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47" name="pl43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48" name="pl43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49" name="pl43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50" name="pl43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51" name="pl43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52" name="pl43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53" name="pl43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54" name="pl43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55" name="pl43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56" name="pl43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57" name="pl43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58" name="pl43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59" name="pl43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60" name="pl43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61" name="pl43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62" name="pl43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63" name="pl43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64" name="pl43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65" name="pl43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66" name="pl43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67" name="pl43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68" name="pl43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69" name="pl43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70" name="pl43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71" name="pl43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72" name="pl43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73" name="pl43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74" name="pl43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75" name="pl43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76" name="pl43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77" name="pl43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78" name="pl43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79" name="pl43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80" name="pl43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81" name="pl43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82" name="pl43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83" name="pl43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84" name="pl43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85" name="pl43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86" name="pl43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87" name="pl43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88" name="pl43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89" name="pl43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90" name="pl43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91" name="pl43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92" name="pl43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93" name="pl43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94" name="pl43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95" name="pl43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96" name="pl43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97" name="pl43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98" name="pl43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99" name="pl43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00" name="pl43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01" name="pl44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02" name="pl44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03" name="pl44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04" name="pl44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05" name="pl44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06" name="pl44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07" name="pl44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08" name="pl44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09" name="pl44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10" name="pl44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11" name="pl44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12" name="pl44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13" name="pl44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14" name="pl44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15" name="pl44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16" name="pl44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17" name="pl44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18" name="pl44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19" name="pl44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20" name="pl44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21" name="pl44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22" name="pl44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23" name="pl44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24" name="pl44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25" name="pl44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26" name="pl44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27" name="pl44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28" name="pl44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29" name="pl44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30" name="pl44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31" name="pl44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32" name="pl44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33" name="pl44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34" name="pl44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35" name="pl44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36" name="pl44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37" name="pl44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38" name="pl44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39" name="pl44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40" name="pl44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41" name="pl44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42" name="pl44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43" name="pl44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44" name="pl44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45" name="pl44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46" name="pl44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47" name="pl44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48" name="pl44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49" name="pl44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50" name="pl44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51" name="pl44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52" name="pl44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53" name="pl44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54" name="pl44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55" name="pl44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56" name="pl44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57" name="pl44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58" name="pl44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59" name="pl44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60" name="pl44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61" name="pl44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62" name="pl44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63" name="pl44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64" name="pl44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65" name="pl44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66" name="pl44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67" name="pl44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68" name="pl44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69" name="pl44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70" name="pl44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71" name="pl44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72" name="pl44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73" name="pl44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74" name="pl44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75" name="pl44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76" name="pl44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77" name="pl44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78" name="pl44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79" name="pl44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80" name="pl44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81" name="pl44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82" name="pl44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83" name="pl44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84" name="pl44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85" name="pl44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86" name="pl44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87" name="pl44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88" name="pl44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89" name="pl44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90" name="pl44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91" name="pl44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92" name="pl44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93" name="pl44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94" name="pl44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95" name="pl44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96" name="pl44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97" name="pl44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98" name="pl44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99" name="pl44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00" name="pl44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01" name="pl45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02" name="pl45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03" name="pl45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04" name="pl45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05" name="pl45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06" name="pl45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07" name="pl45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08" name="pl45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09" name="pl45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10" name="pl45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11" name="pl45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12" name="pl45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13" name="pl45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14" name="pl45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15" name="pl45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16" name="pl45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17" name="pl45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18" name="pl45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19" name="pl45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20" name="pl45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21" name="pl45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22" name="pl45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23" name="pl45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24" name="pl45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25" name="pl45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26" name="pl45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27" name="pl45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28" name="pl45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29" name="pl45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30" name="pl45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31" name="pl45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32" name="pl45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33" name="pl45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34" name="pl45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35" name="pl45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36" name="pl45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37" name="pl45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38" name="pl45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39" name="pl45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40" name="pl45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41" name="pl45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42" name="pl45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43" name="pl45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44" name="pl45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45" name="pl45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46" name="pl45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47" name="pl45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48" name="pl45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49" name="pl45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50" name="pl45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51" name="pl45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52" name="pl45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53" name="pl45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54" name="pl45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55" name="pl45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56" name="pl45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57" name="pl45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58" name="pl45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59" name="pl45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60" name="pl45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61" name="pl45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62" name="pl45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63" name="pl45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64" name="pl45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65" name="pl45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66" name="pl45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67" name="pl45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68" name="pl45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69" name="pl45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70" name="pl45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71" name="pl45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72" name="pl45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73" name="pl45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74" name="pl45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75" name="pl45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76" name="pl45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77" name="pl45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78" name="pl45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79" name="pl45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80" name="pl45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81" name="pl45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82" name="pl45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83" name="pl45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84" name="pl45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85" name="pl45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86" name="pl45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87" name="pl45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88" name="pl45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89" name="pl45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90" name="pl45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91" name="pl45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92" name="pl45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93" name="pl45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94" name="pl45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95" name="pl45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96" name="pl45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97" name="pl45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98" name="pl45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99" name="pl45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00" name="pl45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01" name="pl46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02" name="pl46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03" name="pl46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04" name="pl46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05" name="pl46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06" name="pl46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07" name="pl46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08" name="pl46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09" name="pl46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10" name="pl46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11" name="pl46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12" name="pl46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13" name="pl46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14" name="pl46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15" name="pl46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16" name="pl46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17" name="pl46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18" name="pl46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19" name="pl46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20" name="pl46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21" name="pl46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22" name="pl46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23" name="pl46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24" name="pl46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25" name="pl46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26" name="pl46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27" name="pl46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28" name="pl46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29" name="pl46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30" name="pl46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31" name="pl46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32" name="pl46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33" name="pl46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34" name="pl46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35" name="pl46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36" name="pl46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37" name="pl46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38" name="pl46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39" name="pl46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40" name="pl46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41" name="pl46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42" name="pl46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43" name="pl46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44" name="pl46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45" name="pl46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46" name="pl46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47" name="pl46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48" name="pl46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49" name="pl46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50" name="pl46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51" name="pl46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52" name="pl46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53" name="pl46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54" name="pl46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55" name="pl46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56" name="pl46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57" name="pl46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58" name="pl46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59" name="pl46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60" name="pl46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61" name="pl46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62" name="pl46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63" name="pl46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64" name="pl46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65" name="pl46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66" name="pl46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67" name="pl46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68" name="pl46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69" name="pl46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70" name="pl46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71" name="pl46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72" name="pl46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73" name="pl46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74" name="pl46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75" name="pl46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76" name="pl46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77" name="pl46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78" name="pl46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79" name="pl46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80" name="pl46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81" name="pl46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82" name="pl46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83" name="pl46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84" name="pl46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85" name="pl46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86" name="pl46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87" name="pl46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88" name="pl46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89" name="pl46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90" name="pl46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91" name="pl46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92" name="pl46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93" name="pl46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94" name="pl46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95" name="pl46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96" name="pl46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97" name="pl46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98" name="pl46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99" name="pl46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00" name="pl46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01" name="pl47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02" name="pl47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03" name="pl47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04" name="pl47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05" name="pl47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06" name="pl47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07" name="pl47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08" name="pl47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09" name="pl47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10" name="pl47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11" name="pl47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12" name="pl47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13" name="pl47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14" name="pl47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15" name="pl47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16" name="pl47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17" name="pl47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18" name="pl47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19" name="pl47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20" name="pl47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21" name="pl47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22" name="pl47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23" name="pl47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24" name="pl47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25" name="pl47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26" name="pl47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27" name="pl47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28" name="pl47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29" name="pl47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30" name="pl47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31" name="pl47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32" name="pl47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33" name="pl47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34" name="pl47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35" name="pl47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36" name="pl47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37" name="pl47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38" name="pl47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39" name="pl47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40" name="pl47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41" name="pl47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42" name="pl47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43" name="pl47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44" name="pl47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45" name="pl47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46" name="pl47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47" name="pl47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48" name="pl47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49" name="pl47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50" name="pl47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51" name="pl47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52" name="pl47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53" name="pl47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54" name="pl47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55" name="pl47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56" name="pl47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57" name="pl47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58" name="pl47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59" name="pl47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60" name="pl47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61" name="pl47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62" name="pl47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63" name="pl47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64" name="pl47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65" name="pl47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66" name="pl47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67" name="pl47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68" name="pl47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69" name="pl47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70" name="pl47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71" name="pl47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72" name="pl47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73" name="pl47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74" name="pl47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75" name="pl47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76" name="pl47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77" name="pl47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78" name="pl47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79" name="pl47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80" name="pl47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81" name="pl47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82" name="pl47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83" name="pl47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84" name="pl47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85" name="pl47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86" name="pl47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87" name="pl47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88" name="pl47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89" name="pl47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90" name="pl47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91" name="pl47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92" name="pl47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93" name="pl47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94" name="pl47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95" name="pl47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96" name="pl47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97" name="pl47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98" name="pl47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99" name="pl47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00" name="pl47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01" name="pl48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02" name="pl48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03" name="pl48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04" name="pl48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05" name="pl48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06" name="pl48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07" name="pl48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08" name="pl48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09" name="pl48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10" name="pl48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11" name="pl48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12" name="pl48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13" name="pl48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14" name="pl48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15" name="pl48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16" name="pl48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17" name="pl48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18" name="pl48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19" name="pl48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20" name="pl48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21" name="pl48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22" name="pl48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23" name="pl48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24" name="pl48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25" name="pl48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26" name="pl48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27" name="pl48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28" name="pl48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29" name="pl48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30" name="pl48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31" name="pl48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32" name="pl48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33" name="pl48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34" name="pl48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35" name="pl48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36" name="pl48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37" name="pl48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38" name="pl48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39" name="pl48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40" name="pl48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41" name="pl48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42" name="pl48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43" name="pl48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44" name="pl48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45" name="pl48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46" name="pl48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47" name="pl48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48" name="pl48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49" name="pl48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50" name="pl48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51" name="pl48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52" name="pl48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53" name="pl48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54" name="pl48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55" name="pl48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56" name="pl48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57" name="pl48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58" name="pl48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59" name="pl48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60" name="pl48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61" name="pl48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62" name="pl48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63" name="pl48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64" name="pl48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65" name="pl48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66" name="pl48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67" name="pl48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68" name="pl48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69" name="pl48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70" name="pl48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71" name="pl48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72" name="pl48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73" name="pl48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74" name="pl48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75" name="pl48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76" name="pl48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77" name="pl48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78" name="pl48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79" name="pl48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80" name="pl48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81" name="pl48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82" name="pl48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83" name="pl48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84" name="pl48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85" name="pl48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86" name="pl48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87" name="pl48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88" name="pl48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89" name="pl48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90" name="pl48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91" name="pl48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92" name="pl48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93" name="pl48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94" name="pl48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95" name="pl48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96" name="pl48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97" name="pl48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98" name="pl48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99" name="pl48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00" name="pl48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01" name="pl49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02" name="pl49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03" name="pl49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04" name="pl49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05" name="pl49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06" name="pl49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07" name="pl49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08" name="pl49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09" name="pl49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10" name="pl49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11" name="pl49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12" name="pl49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13" name="pl49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14" name="pl49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15" name="pl49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16" name="pl49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17" name="pl49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18" name="pl49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19" name="pl49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20" name="pl49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21" name="pl49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22" name="pl49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23" name="pl49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24" name="pl49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25" name="pl49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26" name="pl49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27" name="pl49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28" name="pl49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29" name="pl49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30" name="pl49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31" name="pl49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32" name="pl49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33" name="pl49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34" name="pl49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35" name="pl49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36" name="pl49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37" name="pl49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38" name="pl49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39" name="pl49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40" name="pl49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41" name="pl49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42" name="pl49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43" name="pl49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44" name="pl49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45" name="pl49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46" name="pl49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47" name="pl49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48" name="pl49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49" name="pl49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50" name="pl49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51" name="pl49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52" name="pl49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53" name="pl49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54" name="pl49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55" name="pl49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56" name="pl49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57" name="pl49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58" name="pl49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59" name="pl49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60" name="pl49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61" name="pl49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62" name="pl49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63" name="pl49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64" name="pl49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65" name="pl49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66" name="pl49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67" name="pl49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68" name="pl49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69" name="pl49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70" name="pl49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71" name="pl49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72" name="pl49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73" name="pl49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74" name="pl49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75" name="pl49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76" name="pl49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77" name="pl49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78" name="pl49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79" name="pl49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80" name="pl49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81" name="pl49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82" name="pl49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83" name="pl49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84" name="pl49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85" name="pl49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86" name="pl49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87" name="pl49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88" name="pl49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89" name="pl49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90" name="pl49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91" name="pl49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92" name="pl49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93" name="pl49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94" name="pl49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95" name="pl49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96" name="pl49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97" name="pl49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98" name="pl49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99" name="pl49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00" name="pl49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01" name="pl50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02" name="pl50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03" name="pl50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04" name="pl50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05" name="pl50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06" name="pl50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07" name="pl50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08" name="pl50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09" name="pl50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10" name="pl50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11" name="pl50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12" name="pl50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13" name="pl50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14" name="pl50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15" name="pl50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16" name="pl50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17" name="pl50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18" name="pl50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19" name="pl50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20" name="pl50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21" name="pl50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22" name="pl50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23" name="pl50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24" name="pl50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25" name="pl50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26" name="pl50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27" name="pl50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28" name="pl50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29" name="pl50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30" name="pl50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31" name="pl50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32" name="pl50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33" name="pl50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34" name="pl50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35" name="pl50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36" name="pl50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37" name="pl50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38" name="pl50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39" name="pl50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40" name="pl50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41" name="pl50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42" name="pl50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43" name="pl50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44" name="pl50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45" name="pl50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46" name="pl50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47" name="pl50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48" name="pl50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49" name="pl50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50" name="pl50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51" name="pl50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52" name="pl50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53" name="pl50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54" name="pl50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55" name="pl50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56" name="pl50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57" name="pl50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58" name="pl50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59" name="pl50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60" name="pl50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61" name="pl50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62" name="pl50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63" name="pl50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64" name="pl50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65" name="pl50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66" name="pl50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67" name="pl50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68" name="pl50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69" name="pl50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70" name="pl50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71" name="pl50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72" name="pl50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73" name="pl50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74" name="pl50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75" name="pl50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76" name="pl50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77" name="pl50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78" name="pl50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79" name="pl50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80" name="pl50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81" name="pl50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82" name="pl50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83" name="pl50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84" name="pl50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85" name="pl50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86" name="pl50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87" name="pl50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88" name="pl50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89" name="pl50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90" name="pl50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91" name="pl50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92" name="pl50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93" name="pl50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94" name="pl50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95" name="pl50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96" name="pl50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97" name="pl50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98" name="pl50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99" name="pl50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00" name="pl50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01" name="pl51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02" name="pl51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03" name="pl51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04" name="pl51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05" name="pl51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06" name="pl51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07" name="pl51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08" name="pl51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09" name="pl51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10" name="pl51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11" name="pl51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12" name="pl51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13" name="pl51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14" name="pl51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15" name="pl51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16" name="pl51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17" name="pl51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18" name="pl51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19" name="pl51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20" name="pl51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21" name="pl51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22" name="pl51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23" name="pl51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24" name="pl51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25" name="pl51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26" name="pl51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27" name="pl51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28" name="pl5127"/>
            <p:cNvSpPr/>
            <p:nvPr/>
          </p:nvSpPr>
          <p:spPr>
            <a:xfrm>
              <a:off x="773555" y="1410558"/>
              <a:ext cx="0" cy="4605405"/>
            </a:xfrm>
            <a:custGeom>
              <a:avLst/>
              <a:pathLst>
                <a:path w="0" h="4605405">
                  <a:moveTo>
                    <a:pt x="0" y="4605405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9" name="tx5128"/>
            <p:cNvSpPr/>
            <p:nvPr/>
          </p:nvSpPr>
          <p:spPr>
            <a:xfrm>
              <a:off x="626081" y="5759128"/>
              <a:ext cx="73456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</a:t>
              </a:r>
            </a:p>
          </p:txBody>
        </p:sp>
        <p:sp>
          <p:nvSpPr>
            <p:cNvPr id="5130" name="tx5129"/>
            <p:cNvSpPr/>
            <p:nvPr/>
          </p:nvSpPr>
          <p:spPr>
            <a:xfrm>
              <a:off x="552624" y="4921782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5131" name="tx5130"/>
            <p:cNvSpPr/>
            <p:nvPr/>
          </p:nvSpPr>
          <p:spPr>
            <a:xfrm>
              <a:off x="552624" y="4084113"/>
              <a:ext cx="146913" cy="9519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5132" name="tx5131"/>
            <p:cNvSpPr/>
            <p:nvPr/>
          </p:nvSpPr>
          <p:spPr>
            <a:xfrm>
              <a:off x="552624" y="3246960"/>
              <a:ext cx="146913" cy="9499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5133" name="tx5132"/>
            <p:cNvSpPr/>
            <p:nvPr/>
          </p:nvSpPr>
          <p:spPr>
            <a:xfrm>
              <a:off x="552624" y="2409484"/>
              <a:ext cx="146913" cy="9512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5134" name="tx5133"/>
            <p:cNvSpPr/>
            <p:nvPr/>
          </p:nvSpPr>
          <p:spPr>
            <a:xfrm>
              <a:off x="552624" y="1572396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50</a:t>
              </a:r>
            </a:p>
          </p:txBody>
        </p:sp>
        <p:sp>
          <p:nvSpPr>
            <p:cNvPr id="5135" name="pl5134"/>
            <p:cNvSpPr/>
            <p:nvPr/>
          </p:nvSpPr>
          <p:spPr>
            <a:xfrm>
              <a:off x="732434" y="5806627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6" name="pl5135"/>
            <p:cNvSpPr/>
            <p:nvPr/>
          </p:nvSpPr>
          <p:spPr>
            <a:xfrm>
              <a:off x="732434" y="4969280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7" name="pl5136"/>
            <p:cNvSpPr/>
            <p:nvPr/>
          </p:nvSpPr>
          <p:spPr>
            <a:xfrm>
              <a:off x="732434" y="4131934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8" name="pl5137"/>
            <p:cNvSpPr/>
            <p:nvPr/>
          </p:nvSpPr>
          <p:spPr>
            <a:xfrm>
              <a:off x="732434" y="3294587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9" name="pl5138"/>
            <p:cNvSpPr/>
            <p:nvPr/>
          </p:nvSpPr>
          <p:spPr>
            <a:xfrm>
              <a:off x="732434" y="2457241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0" name="pl5139"/>
            <p:cNvSpPr/>
            <p:nvPr/>
          </p:nvSpPr>
          <p:spPr>
            <a:xfrm>
              <a:off x="732434" y="1619894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1" name="pl5140"/>
            <p:cNvSpPr/>
            <p:nvPr/>
          </p:nvSpPr>
          <p:spPr>
            <a:xfrm>
              <a:off x="773555" y="6015963"/>
              <a:ext cx="9564359" cy="0"/>
            </a:xfrm>
            <a:custGeom>
              <a:avLst/>
              <a:pathLst>
                <a:path w="9564359" h="0">
                  <a:moveTo>
                    <a:pt x="0" y="0"/>
                  </a:moveTo>
                  <a:lnTo>
                    <a:pt x="9564359" y="0"/>
                  </a:lnTo>
                </a:path>
              </a:pathLst>
            </a:custGeom>
            <a:ln w="16014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2" name="pl5141"/>
            <p:cNvSpPr/>
            <p:nvPr/>
          </p:nvSpPr>
          <p:spPr>
            <a:xfrm>
              <a:off x="1208299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3" name="pl5142"/>
            <p:cNvSpPr/>
            <p:nvPr/>
          </p:nvSpPr>
          <p:spPr>
            <a:xfrm>
              <a:off x="2947273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4" name="pl5143"/>
            <p:cNvSpPr/>
            <p:nvPr/>
          </p:nvSpPr>
          <p:spPr>
            <a:xfrm>
              <a:off x="4686248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5" name="pl5144"/>
            <p:cNvSpPr/>
            <p:nvPr/>
          </p:nvSpPr>
          <p:spPr>
            <a:xfrm>
              <a:off x="6425222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6" name="pl5145"/>
            <p:cNvSpPr/>
            <p:nvPr/>
          </p:nvSpPr>
          <p:spPr>
            <a:xfrm>
              <a:off x="8164197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7" name="pl5146"/>
            <p:cNvSpPr/>
            <p:nvPr/>
          </p:nvSpPr>
          <p:spPr>
            <a:xfrm>
              <a:off x="9903171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8" name="tx5147"/>
            <p:cNvSpPr/>
            <p:nvPr/>
          </p:nvSpPr>
          <p:spPr>
            <a:xfrm>
              <a:off x="1171570" y="6089852"/>
              <a:ext cx="73456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</a:t>
              </a:r>
            </a:p>
          </p:txBody>
        </p:sp>
        <p:sp>
          <p:nvSpPr>
            <p:cNvPr id="5149" name="tx5148"/>
            <p:cNvSpPr/>
            <p:nvPr/>
          </p:nvSpPr>
          <p:spPr>
            <a:xfrm>
              <a:off x="2873816" y="6089852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5150" name="tx5149"/>
            <p:cNvSpPr/>
            <p:nvPr/>
          </p:nvSpPr>
          <p:spPr>
            <a:xfrm>
              <a:off x="4612791" y="6089529"/>
              <a:ext cx="146913" cy="9519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5151" name="tx5150"/>
            <p:cNvSpPr/>
            <p:nvPr/>
          </p:nvSpPr>
          <p:spPr>
            <a:xfrm>
              <a:off x="6351765" y="6089723"/>
              <a:ext cx="146913" cy="9499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5152" name="tx5151"/>
            <p:cNvSpPr/>
            <p:nvPr/>
          </p:nvSpPr>
          <p:spPr>
            <a:xfrm>
              <a:off x="8090740" y="6089594"/>
              <a:ext cx="146913" cy="9512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5153" name="tx5152"/>
            <p:cNvSpPr/>
            <p:nvPr/>
          </p:nvSpPr>
          <p:spPr>
            <a:xfrm>
              <a:off x="9829714" y="6089852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50</a:t>
              </a:r>
            </a:p>
          </p:txBody>
        </p:sp>
        <p:sp>
          <p:nvSpPr>
            <p:cNvPr id="5154" name="tx5153"/>
            <p:cNvSpPr/>
            <p:nvPr/>
          </p:nvSpPr>
          <p:spPr>
            <a:xfrm>
              <a:off x="4982198" y="6217005"/>
              <a:ext cx="1147074" cy="15647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Objective mean</a:t>
              </a:r>
            </a:p>
          </p:txBody>
        </p:sp>
        <p:sp>
          <p:nvSpPr>
            <p:cNvPr id="5155" name="tx5154"/>
            <p:cNvSpPr/>
            <p:nvPr/>
          </p:nvSpPr>
          <p:spPr>
            <a:xfrm rot="-5400000">
              <a:off x="-346645" y="3635023"/>
              <a:ext cx="1486786" cy="15647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Subjective response</a:t>
              </a:r>
            </a:p>
          </p:txBody>
        </p:sp>
        <p:sp>
          <p:nvSpPr>
            <p:cNvPr id="5156" name="rc5155"/>
            <p:cNvSpPr/>
            <p:nvPr/>
          </p:nvSpPr>
          <p:spPr>
            <a:xfrm>
              <a:off x="10502398" y="3183243"/>
              <a:ext cx="1119680" cy="106003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57" name="tx5156"/>
            <p:cNvSpPr/>
            <p:nvPr/>
          </p:nvSpPr>
          <p:spPr>
            <a:xfrm>
              <a:off x="10584639" y="3248354"/>
              <a:ext cx="733921" cy="1538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Array size</a:t>
              </a:r>
            </a:p>
          </p:txBody>
        </p:sp>
        <p:sp>
          <p:nvSpPr>
            <p:cNvPr id="5158" name="rc5157"/>
            <p:cNvSpPr/>
            <p:nvPr/>
          </p:nvSpPr>
          <p:spPr>
            <a:xfrm>
              <a:off x="10584639" y="3502669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59" name="rc5158"/>
            <p:cNvSpPr/>
            <p:nvPr/>
          </p:nvSpPr>
          <p:spPr>
            <a:xfrm>
              <a:off x="10593639" y="3511669"/>
              <a:ext cx="201455" cy="201456"/>
            </a:xfrm>
            <a:prstGeom prst="rect">
              <a:avLst/>
            </a:prstGeom>
            <a:solidFill>
              <a:srgbClr val="F8766D">
                <a:alpha val="14901"/>
              </a:srgbClr>
            </a:solidFill>
          </p:spPr>
          <p:txBody>
            <a:bodyPr/>
            <a:lstStyle/>
            <a:p/>
          </p:txBody>
        </p:sp>
        <p:sp>
          <p:nvSpPr>
            <p:cNvPr id="5160" name="pl5159"/>
            <p:cNvSpPr/>
            <p:nvPr/>
          </p:nvSpPr>
          <p:spPr>
            <a:xfrm>
              <a:off x="10606585" y="3612397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1" name="rc5160"/>
            <p:cNvSpPr/>
            <p:nvPr/>
          </p:nvSpPr>
          <p:spPr>
            <a:xfrm>
              <a:off x="10584639" y="3722125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62" name="rc5161"/>
            <p:cNvSpPr/>
            <p:nvPr/>
          </p:nvSpPr>
          <p:spPr>
            <a:xfrm>
              <a:off x="10593639" y="3731125"/>
              <a:ext cx="201455" cy="201456"/>
            </a:xfrm>
            <a:prstGeom prst="rect">
              <a:avLst/>
            </a:prstGeom>
            <a:solidFill>
              <a:srgbClr val="00BA38">
                <a:alpha val="14901"/>
              </a:srgbClr>
            </a:solidFill>
          </p:spPr>
          <p:txBody>
            <a:bodyPr/>
            <a:lstStyle/>
            <a:p/>
          </p:txBody>
        </p:sp>
        <p:sp>
          <p:nvSpPr>
            <p:cNvPr id="5163" name="pl5162"/>
            <p:cNvSpPr/>
            <p:nvPr/>
          </p:nvSpPr>
          <p:spPr>
            <a:xfrm>
              <a:off x="10606585" y="3831853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4" name="rc5163"/>
            <p:cNvSpPr/>
            <p:nvPr/>
          </p:nvSpPr>
          <p:spPr>
            <a:xfrm>
              <a:off x="10584639" y="3941581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165" name="rc5164"/>
            <p:cNvSpPr/>
            <p:nvPr/>
          </p:nvSpPr>
          <p:spPr>
            <a:xfrm>
              <a:off x="10593639" y="3950581"/>
              <a:ext cx="201455" cy="201456"/>
            </a:xfrm>
            <a:prstGeom prst="rect">
              <a:avLst/>
            </a:prstGeom>
            <a:solidFill>
              <a:srgbClr val="619CFF">
                <a:alpha val="14901"/>
              </a:srgbClr>
            </a:solidFill>
          </p:spPr>
          <p:txBody>
            <a:bodyPr/>
            <a:lstStyle/>
            <a:p/>
          </p:txBody>
        </p:sp>
        <p:sp>
          <p:nvSpPr>
            <p:cNvPr id="5166" name="pl5165"/>
            <p:cNvSpPr/>
            <p:nvPr/>
          </p:nvSpPr>
          <p:spPr>
            <a:xfrm>
              <a:off x="10606585" y="4051309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7" name="tx5166"/>
            <p:cNvSpPr/>
            <p:nvPr/>
          </p:nvSpPr>
          <p:spPr>
            <a:xfrm>
              <a:off x="10886337" y="3539553"/>
              <a:ext cx="580042" cy="1202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 squares</a:t>
              </a:r>
            </a:p>
          </p:txBody>
        </p:sp>
        <p:sp>
          <p:nvSpPr>
            <p:cNvPr id="5168" name="tx5167"/>
            <p:cNvSpPr/>
            <p:nvPr/>
          </p:nvSpPr>
          <p:spPr>
            <a:xfrm>
              <a:off x="10886337" y="3759331"/>
              <a:ext cx="653499" cy="11989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 squares</a:t>
              </a:r>
            </a:p>
          </p:txBody>
        </p:sp>
        <p:sp>
          <p:nvSpPr>
            <p:cNvPr id="5169" name="tx5168"/>
            <p:cNvSpPr/>
            <p:nvPr/>
          </p:nvSpPr>
          <p:spPr>
            <a:xfrm>
              <a:off x="10886337" y="3978465"/>
              <a:ext cx="653499" cy="1202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 squares</a:t>
              </a:r>
            </a:p>
          </p:txBody>
        </p:sp>
        <p:sp>
          <p:nvSpPr>
            <p:cNvPr id="5170" name="tx5169"/>
            <p:cNvSpPr/>
            <p:nvPr/>
          </p:nvSpPr>
          <p:spPr>
            <a:xfrm>
              <a:off x="773555" y="1136452"/>
              <a:ext cx="2074068" cy="1553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Model-based regression line</a:t>
              </a:r>
            </a:p>
          </p:txBody>
        </p:sp>
        <p:sp>
          <p:nvSpPr>
            <p:cNvPr id="5171" name="tx5170"/>
            <p:cNvSpPr/>
            <p:nvPr/>
          </p:nvSpPr>
          <p:spPr>
            <a:xfrm>
              <a:off x="773555" y="863410"/>
              <a:ext cx="3182592" cy="18389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5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56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Experiment 2 - Experience condition</a:t>
              </a:r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p:ph/>
          </p:nvPr>
        </p:nvSpPr>
        <p:spPr>
          <a:xfrm>
            <a:off x="274320" y="182880"/>
            <a:ext cx="11430000" cy="457200"/>
          </a:xfrm>
        </p:spPr>
        <p:txBody>
          <a:bodyPr/>
          <a:lstStyle/>
          <a:p>
            <a:r>
              <a:rPr/>
              <a:t>Exp 2 - Average reverse Galton</a:t>
            </a:r>
          </a:p>
        </p:txBody>
      </p:sp>
      <p:grpSp xmlns:pic="http://schemas.openxmlformats.org/drawingml/2006/picture">
        <p:nvGrpSpPr>
          <p:cNvPr id="3" name=""/>
          <p:cNvGrpSpPr/>
          <p:nvPr/>
        </p:nvGrpSpPr>
        <p:grpSpPr>
          <a:xfrm>
            <a:off x="274320" y="822960"/>
            <a:ext cx="11430000" cy="5669280"/>
            <a:chOff x="274320" y="822960"/>
            <a:chExt cx="11430000" cy="5669280"/>
          </a:xfrm>
        </p:grpSpPr>
        <p:sp>
          <p:nvSpPr>
            <p:cNvPr id="4" name="rc3"/>
            <p:cNvSpPr/>
            <p:nvPr/>
          </p:nvSpPr>
          <p:spPr>
            <a:xfrm>
              <a:off x="274320" y="822960"/>
              <a:ext cx="1143000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4"/>
            <p:cNvSpPr/>
            <p:nvPr/>
          </p:nvSpPr>
          <p:spPr>
            <a:xfrm>
              <a:off x="274320" y="822960"/>
              <a:ext cx="1143000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7246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rc5"/>
            <p:cNvSpPr/>
            <p:nvPr/>
          </p:nvSpPr>
          <p:spPr>
            <a:xfrm>
              <a:off x="824706" y="1556978"/>
              <a:ext cx="10373511" cy="4405747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6"/>
            <p:cNvSpPr/>
            <p:nvPr/>
          </p:nvSpPr>
          <p:spPr>
            <a:xfrm>
              <a:off x="3483803" y="3908617"/>
              <a:ext cx="5055317" cy="1853847"/>
            </a:xfrm>
            <a:custGeom>
              <a:avLst/>
              <a:pathLst>
                <a:path w="5055317" h="1853847">
                  <a:moveTo>
                    <a:pt x="0" y="1853847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7"/>
            <p:cNvSpPr/>
            <p:nvPr/>
          </p:nvSpPr>
          <p:spPr>
            <a:xfrm>
              <a:off x="3483803" y="4641001"/>
              <a:ext cx="5055317" cy="1041358"/>
            </a:xfrm>
            <a:custGeom>
              <a:avLst/>
              <a:pathLst>
                <a:path w="5055317" h="1041358">
                  <a:moveTo>
                    <a:pt x="0" y="1041358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8"/>
            <p:cNvSpPr/>
            <p:nvPr/>
          </p:nvSpPr>
          <p:spPr>
            <a:xfrm>
              <a:off x="3483803" y="4480792"/>
              <a:ext cx="5055317" cy="1121463"/>
            </a:xfrm>
            <a:custGeom>
              <a:avLst/>
              <a:pathLst>
                <a:path w="5055317" h="1121463">
                  <a:moveTo>
                    <a:pt x="0" y="1121463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9"/>
            <p:cNvSpPr/>
            <p:nvPr/>
          </p:nvSpPr>
          <p:spPr>
            <a:xfrm>
              <a:off x="3483803" y="4427389"/>
              <a:ext cx="5055317" cy="1094761"/>
            </a:xfrm>
            <a:custGeom>
              <a:avLst/>
              <a:pathLst>
                <a:path w="5055317" h="1094761">
                  <a:moveTo>
                    <a:pt x="0" y="1094761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0"/>
            <p:cNvSpPr/>
            <p:nvPr/>
          </p:nvSpPr>
          <p:spPr>
            <a:xfrm>
              <a:off x="3483803" y="4350623"/>
              <a:ext cx="5055317" cy="1091423"/>
            </a:xfrm>
            <a:custGeom>
              <a:avLst/>
              <a:pathLst>
                <a:path w="5055317" h="1091423">
                  <a:moveTo>
                    <a:pt x="0" y="1091423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1"/>
            <p:cNvSpPr/>
            <p:nvPr/>
          </p:nvSpPr>
          <p:spPr>
            <a:xfrm>
              <a:off x="3483803" y="4455760"/>
              <a:ext cx="5055317" cy="906182"/>
            </a:xfrm>
            <a:custGeom>
              <a:avLst/>
              <a:pathLst>
                <a:path w="5055317" h="906182">
                  <a:moveTo>
                    <a:pt x="0" y="906182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2"/>
            <p:cNvSpPr/>
            <p:nvPr/>
          </p:nvSpPr>
          <p:spPr>
            <a:xfrm>
              <a:off x="3483803" y="4331264"/>
              <a:ext cx="5055317" cy="950573"/>
            </a:xfrm>
            <a:custGeom>
              <a:avLst/>
              <a:pathLst>
                <a:path w="5055317" h="950573">
                  <a:moveTo>
                    <a:pt x="0" y="950573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3"/>
            <p:cNvSpPr/>
            <p:nvPr/>
          </p:nvSpPr>
          <p:spPr>
            <a:xfrm>
              <a:off x="3483803" y="4391787"/>
              <a:ext cx="5055317" cy="809945"/>
            </a:xfrm>
            <a:custGeom>
              <a:avLst/>
              <a:pathLst>
                <a:path w="5055317" h="809945">
                  <a:moveTo>
                    <a:pt x="0" y="809945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4"/>
            <p:cNvSpPr/>
            <p:nvPr/>
          </p:nvSpPr>
          <p:spPr>
            <a:xfrm>
              <a:off x="3483803" y="4402093"/>
              <a:ext cx="5055317" cy="719535"/>
            </a:xfrm>
            <a:custGeom>
              <a:avLst/>
              <a:pathLst>
                <a:path w="5055317" h="719535">
                  <a:moveTo>
                    <a:pt x="0" y="719535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5"/>
            <p:cNvSpPr/>
            <p:nvPr/>
          </p:nvSpPr>
          <p:spPr>
            <a:xfrm>
              <a:off x="3483803" y="4375928"/>
              <a:ext cx="5055317" cy="665595"/>
            </a:xfrm>
            <a:custGeom>
              <a:avLst/>
              <a:pathLst>
                <a:path w="5055317" h="665595">
                  <a:moveTo>
                    <a:pt x="0" y="665595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6"/>
            <p:cNvSpPr/>
            <p:nvPr/>
          </p:nvSpPr>
          <p:spPr>
            <a:xfrm>
              <a:off x="3483803" y="4355501"/>
              <a:ext cx="5055317" cy="605918"/>
            </a:xfrm>
            <a:custGeom>
              <a:avLst/>
              <a:pathLst>
                <a:path w="5055317" h="605918">
                  <a:moveTo>
                    <a:pt x="0" y="605918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7"/>
            <p:cNvSpPr/>
            <p:nvPr/>
          </p:nvSpPr>
          <p:spPr>
            <a:xfrm>
              <a:off x="3483803" y="4310570"/>
              <a:ext cx="5055317" cy="570744"/>
            </a:xfrm>
            <a:custGeom>
              <a:avLst/>
              <a:pathLst>
                <a:path w="5055317" h="570744">
                  <a:moveTo>
                    <a:pt x="0" y="570744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8"/>
            <p:cNvSpPr/>
            <p:nvPr/>
          </p:nvSpPr>
          <p:spPr>
            <a:xfrm>
              <a:off x="3483803" y="4309192"/>
              <a:ext cx="5055317" cy="492018"/>
            </a:xfrm>
            <a:custGeom>
              <a:avLst/>
              <a:pathLst>
                <a:path w="5055317" h="492018">
                  <a:moveTo>
                    <a:pt x="0" y="492018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19"/>
            <p:cNvSpPr/>
            <p:nvPr/>
          </p:nvSpPr>
          <p:spPr>
            <a:xfrm>
              <a:off x="3483803" y="4253887"/>
              <a:ext cx="5055317" cy="467218"/>
            </a:xfrm>
            <a:custGeom>
              <a:avLst/>
              <a:pathLst>
                <a:path w="5055317" h="467218">
                  <a:moveTo>
                    <a:pt x="0" y="467218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0"/>
            <p:cNvSpPr/>
            <p:nvPr/>
          </p:nvSpPr>
          <p:spPr>
            <a:xfrm>
              <a:off x="3483803" y="4198226"/>
              <a:ext cx="5055317" cy="442775"/>
            </a:xfrm>
            <a:custGeom>
              <a:avLst/>
              <a:pathLst>
                <a:path w="5055317" h="442775">
                  <a:moveTo>
                    <a:pt x="0" y="442775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1"/>
            <p:cNvSpPr/>
            <p:nvPr/>
          </p:nvSpPr>
          <p:spPr>
            <a:xfrm>
              <a:off x="3483803" y="4156171"/>
              <a:ext cx="5055317" cy="404725"/>
            </a:xfrm>
            <a:custGeom>
              <a:avLst/>
              <a:pathLst>
                <a:path w="5055317" h="404725">
                  <a:moveTo>
                    <a:pt x="0" y="404725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2"/>
            <p:cNvSpPr/>
            <p:nvPr/>
          </p:nvSpPr>
          <p:spPr>
            <a:xfrm>
              <a:off x="3483803" y="4108330"/>
              <a:ext cx="5055317" cy="372461"/>
            </a:xfrm>
            <a:custGeom>
              <a:avLst/>
              <a:pathLst>
                <a:path w="5055317" h="372461">
                  <a:moveTo>
                    <a:pt x="0" y="372461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3"/>
            <p:cNvSpPr/>
            <p:nvPr/>
          </p:nvSpPr>
          <p:spPr>
            <a:xfrm>
              <a:off x="3483803" y="4037271"/>
              <a:ext cx="5055317" cy="363416"/>
            </a:xfrm>
            <a:custGeom>
              <a:avLst/>
              <a:pathLst>
                <a:path w="5055317" h="363416">
                  <a:moveTo>
                    <a:pt x="0" y="363416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4"/>
            <p:cNvSpPr/>
            <p:nvPr/>
          </p:nvSpPr>
          <p:spPr>
            <a:xfrm>
              <a:off x="3483803" y="3990728"/>
              <a:ext cx="5055317" cy="329855"/>
            </a:xfrm>
            <a:custGeom>
              <a:avLst/>
              <a:pathLst>
                <a:path w="5055317" h="329855">
                  <a:moveTo>
                    <a:pt x="0" y="329855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5"/>
            <p:cNvSpPr/>
            <p:nvPr/>
          </p:nvSpPr>
          <p:spPr>
            <a:xfrm>
              <a:off x="3483803" y="3923711"/>
              <a:ext cx="5055317" cy="316768"/>
            </a:xfrm>
            <a:custGeom>
              <a:avLst/>
              <a:pathLst>
                <a:path w="5055317" h="316768">
                  <a:moveTo>
                    <a:pt x="0" y="316768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6"/>
            <p:cNvSpPr/>
            <p:nvPr/>
          </p:nvSpPr>
          <p:spPr>
            <a:xfrm>
              <a:off x="3483803" y="3876499"/>
              <a:ext cx="5055317" cy="283875"/>
            </a:xfrm>
            <a:custGeom>
              <a:avLst/>
              <a:pathLst>
                <a:path w="5055317" h="283875">
                  <a:moveTo>
                    <a:pt x="0" y="283875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7"/>
            <p:cNvSpPr/>
            <p:nvPr/>
          </p:nvSpPr>
          <p:spPr>
            <a:xfrm>
              <a:off x="3483803" y="3807915"/>
              <a:ext cx="5055317" cy="272355"/>
            </a:xfrm>
            <a:custGeom>
              <a:avLst/>
              <a:pathLst>
                <a:path w="5055317" h="272355">
                  <a:moveTo>
                    <a:pt x="0" y="272355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8"/>
            <p:cNvSpPr/>
            <p:nvPr/>
          </p:nvSpPr>
          <p:spPr>
            <a:xfrm>
              <a:off x="3483803" y="3743669"/>
              <a:ext cx="5055317" cy="256496"/>
            </a:xfrm>
            <a:custGeom>
              <a:avLst/>
              <a:pathLst>
                <a:path w="5055317" h="256496">
                  <a:moveTo>
                    <a:pt x="0" y="256496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29"/>
            <p:cNvSpPr/>
            <p:nvPr/>
          </p:nvSpPr>
          <p:spPr>
            <a:xfrm>
              <a:off x="3483803" y="3716453"/>
              <a:ext cx="5055317" cy="203607"/>
            </a:xfrm>
            <a:custGeom>
              <a:avLst/>
              <a:pathLst>
                <a:path w="5055317" h="203607">
                  <a:moveTo>
                    <a:pt x="0" y="203607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0"/>
            <p:cNvSpPr/>
            <p:nvPr/>
          </p:nvSpPr>
          <p:spPr>
            <a:xfrm>
              <a:off x="3483803" y="3620512"/>
              <a:ext cx="5055317" cy="219444"/>
            </a:xfrm>
            <a:custGeom>
              <a:avLst/>
              <a:pathLst>
                <a:path w="5055317" h="219444">
                  <a:moveTo>
                    <a:pt x="0" y="219444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1"/>
            <p:cNvSpPr/>
            <p:nvPr/>
          </p:nvSpPr>
          <p:spPr>
            <a:xfrm>
              <a:off x="3483803" y="3555425"/>
              <a:ext cx="5055317" cy="204426"/>
            </a:xfrm>
            <a:custGeom>
              <a:avLst/>
              <a:pathLst>
                <a:path w="5055317" h="204426">
                  <a:moveTo>
                    <a:pt x="0" y="204426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2"/>
            <p:cNvSpPr/>
            <p:nvPr/>
          </p:nvSpPr>
          <p:spPr>
            <a:xfrm>
              <a:off x="3483803" y="3534796"/>
              <a:ext cx="5055317" cy="144951"/>
            </a:xfrm>
            <a:custGeom>
              <a:avLst/>
              <a:pathLst>
                <a:path w="5055317" h="144951">
                  <a:moveTo>
                    <a:pt x="0" y="144951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3"/>
            <p:cNvSpPr/>
            <p:nvPr/>
          </p:nvSpPr>
          <p:spPr>
            <a:xfrm>
              <a:off x="3483803" y="3440158"/>
              <a:ext cx="5055317" cy="159485"/>
            </a:xfrm>
            <a:custGeom>
              <a:avLst/>
              <a:pathLst>
                <a:path w="5055317" h="159485">
                  <a:moveTo>
                    <a:pt x="0" y="159485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4"/>
            <p:cNvSpPr/>
            <p:nvPr/>
          </p:nvSpPr>
          <p:spPr>
            <a:xfrm>
              <a:off x="3483803" y="3376018"/>
              <a:ext cx="5055317" cy="143520"/>
            </a:xfrm>
            <a:custGeom>
              <a:avLst/>
              <a:pathLst>
                <a:path w="5055317" h="143520">
                  <a:moveTo>
                    <a:pt x="0" y="143520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5"/>
            <p:cNvSpPr/>
            <p:nvPr/>
          </p:nvSpPr>
          <p:spPr>
            <a:xfrm>
              <a:off x="3483803" y="3349888"/>
              <a:ext cx="5055317" cy="89545"/>
            </a:xfrm>
            <a:custGeom>
              <a:avLst/>
              <a:pathLst>
                <a:path w="5055317" h="89545">
                  <a:moveTo>
                    <a:pt x="0" y="89545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6"/>
            <p:cNvSpPr/>
            <p:nvPr/>
          </p:nvSpPr>
          <p:spPr>
            <a:xfrm>
              <a:off x="3483803" y="3299993"/>
              <a:ext cx="5055317" cy="59336"/>
            </a:xfrm>
            <a:custGeom>
              <a:avLst/>
              <a:pathLst>
                <a:path w="5055317" h="59336">
                  <a:moveTo>
                    <a:pt x="0" y="59336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7"/>
            <p:cNvSpPr/>
            <p:nvPr/>
          </p:nvSpPr>
          <p:spPr>
            <a:xfrm>
              <a:off x="3483803" y="3254117"/>
              <a:ext cx="5055317" cy="25107"/>
            </a:xfrm>
            <a:custGeom>
              <a:avLst/>
              <a:pathLst>
                <a:path w="5055317" h="25107">
                  <a:moveTo>
                    <a:pt x="0" y="25107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8"/>
            <p:cNvSpPr/>
            <p:nvPr/>
          </p:nvSpPr>
          <p:spPr>
            <a:xfrm>
              <a:off x="3483803" y="3199120"/>
              <a:ext cx="5055317" cy="75289"/>
            </a:xfrm>
            <a:custGeom>
              <a:avLst/>
              <a:pathLst>
                <a:path w="5055317" h="75289">
                  <a:moveTo>
                    <a:pt x="0" y="0"/>
                  </a:moveTo>
                  <a:lnTo>
                    <a:pt x="5055317" y="75289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39"/>
            <p:cNvSpPr/>
            <p:nvPr/>
          </p:nvSpPr>
          <p:spPr>
            <a:xfrm>
              <a:off x="3483803" y="3119016"/>
              <a:ext cx="5055317" cy="146072"/>
            </a:xfrm>
            <a:custGeom>
              <a:avLst/>
              <a:pathLst>
                <a:path w="5055317" h="146072">
                  <a:moveTo>
                    <a:pt x="0" y="0"/>
                  </a:moveTo>
                  <a:lnTo>
                    <a:pt x="5055317" y="146072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0"/>
            <p:cNvSpPr/>
            <p:nvPr/>
          </p:nvSpPr>
          <p:spPr>
            <a:xfrm>
              <a:off x="3483803" y="3038911"/>
              <a:ext cx="5055317" cy="159615"/>
            </a:xfrm>
            <a:custGeom>
              <a:avLst/>
              <a:pathLst>
                <a:path w="5055317" h="159615">
                  <a:moveTo>
                    <a:pt x="0" y="0"/>
                  </a:moveTo>
                  <a:lnTo>
                    <a:pt x="5055317" y="159615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1"/>
            <p:cNvSpPr/>
            <p:nvPr/>
          </p:nvSpPr>
          <p:spPr>
            <a:xfrm>
              <a:off x="3483803" y="2958807"/>
              <a:ext cx="5055317" cy="208271"/>
            </a:xfrm>
            <a:custGeom>
              <a:avLst/>
              <a:pathLst>
                <a:path w="5055317" h="208271">
                  <a:moveTo>
                    <a:pt x="0" y="0"/>
                  </a:moveTo>
                  <a:lnTo>
                    <a:pt x="5055317" y="208271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2"/>
            <p:cNvSpPr/>
            <p:nvPr/>
          </p:nvSpPr>
          <p:spPr>
            <a:xfrm>
              <a:off x="3483803" y="2878702"/>
              <a:ext cx="5055317" cy="262056"/>
            </a:xfrm>
            <a:custGeom>
              <a:avLst/>
              <a:pathLst>
                <a:path w="5055317" h="262056">
                  <a:moveTo>
                    <a:pt x="0" y="0"/>
                  </a:moveTo>
                  <a:lnTo>
                    <a:pt x="5055317" y="262056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3"/>
            <p:cNvSpPr/>
            <p:nvPr/>
          </p:nvSpPr>
          <p:spPr>
            <a:xfrm>
              <a:off x="3483803" y="2798598"/>
              <a:ext cx="5055317" cy="363054"/>
            </a:xfrm>
            <a:custGeom>
              <a:avLst/>
              <a:pathLst>
                <a:path w="5055317" h="363054">
                  <a:moveTo>
                    <a:pt x="0" y="0"/>
                  </a:moveTo>
                  <a:lnTo>
                    <a:pt x="5055317" y="363054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4"/>
            <p:cNvSpPr/>
            <p:nvPr/>
          </p:nvSpPr>
          <p:spPr>
            <a:xfrm>
              <a:off x="3483803" y="2718493"/>
              <a:ext cx="5055317" cy="329520"/>
            </a:xfrm>
            <a:custGeom>
              <a:avLst/>
              <a:pathLst>
                <a:path w="5055317" h="329520">
                  <a:moveTo>
                    <a:pt x="0" y="0"/>
                  </a:moveTo>
                  <a:lnTo>
                    <a:pt x="5055317" y="32952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5"/>
            <p:cNvSpPr/>
            <p:nvPr/>
          </p:nvSpPr>
          <p:spPr>
            <a:xfrm>
              <a:off x="3483803" y="2638389"/>
              <a:ext cx="5055317" cy="461089"/>
            </a:xfrm>
            <a:custGeom>
              <a:avLst/>
              <a:pathLst>
                <a:path w="5055317" h="461089">
                  <a:moveTo>
                    <a:pt x="0" y="0"/>
                  </a:moveTo>
                  <a:lnTo>
                    <a:pt x="5055317" y="461089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6"/>
            <p:cNvSpPr/>
            <p:nvPr/>
          </p:nvSpPr>
          <p:spPr>
            <a:xfrm>
              <a:off x="3483803" y="2558284"/>
              <a:ext cx="5055317" cy="572175"/>
            </a:xfrm>
            <a:custGeom>
              <a:avLst/>
              <a:pathLst>
                <a:path w="5055317" h="572175">
                  <a:moveTo>
                    <a:pt x="0" y="0"/>
                  </a:moveTo>
                  <a:lnTo>
                    <a:pt x="5055317" y="572175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7"/>
            <p:cNvSpPr/>
            <p:nvPr/>
          </p:nvSpPr>
          <p:spPr>
            <a:xfrm>
              <a:off x="3483803" y="2478180"/>
              <a:ext cx="5055317" cy="640836"/>
            </a:xfrm>
            <a:custGeom>
              <a:avLst/>
              <a:pathLst>
                <a:path w="5055317" h="640836">
                  <a:moveTo>
                    <a:pt x="0" y="0"/>
                  </a:moveTo>
                  <a:lnTo>
                    <a:pt x="5055317" y="640836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8"/>
            <p:cNvSpPr/>
            <p:nvPr/>
          </p:nvSpPr>
          <p:spPr>
            <a:xfrm>
              <a:off x="3483803" y="2398075"/>
              <a:ext cx="5055317" cy="632403"/>
            </a:xfrm>
            <a:custGeom>
              <a:avLst/>
              <a:pathLst>
                <a:path w="5055317" h="632403">
                  <a:moveTo>
                    <a:pt x="0" y="0"/>
                  </a:moveTo>
                  <a:lnTo>
                    <a:pt x="5055317" y="632403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49"/>
            <p:cNvSpPr/>
            <p:nvPr/>
          </p:nvSpPr>
          <p:spPr>
            <a:xfrm>
              <a:off x="3483803" y="2317971"/>
              <a:ext cx="5055317" cy="640836"/>
            </a:xfrm>
            <a:custGeom>
              <a:avLst/>
              <a:pathLst>
                <a:path w="5055317" h="640836">
                  <a:moveTo>
                    <a:pt x="0" y="0"/>
                  </a:moveTo>
                  <a:lnTo>
                    <a:pt x="5055317" y="640836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0"/>
            <p:cNvSpPr/>
            <p:nvPr/>
          </p:nvSpPr>
          <p:spPr>
            <a:xfrm>
              <a:off x="3483803" y="2237866"/>
              <a:ext cx="5055317" cy="821071"/>
            </a:xfrm>
            <a:custGeom>
              <a:avLst/>
              <a:pathLst>
                <a:path w="5055317" h="821071">
                  <a:moveTo>
                    <a:pt x="0" y="0"/>
                  </a:moveTo>
                  <a:lnTo>
                    <a:pt x="5055317" y="821071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1"/>
            <p:cNvSpPr/>
            <p:nvPr/>
          </p:nvSpPr>
          <p:spPr>
            <a:xfrm>
              <a:off x="3483803" y="2157762"/>
              <a:ext cx="5055317" cy="881149"/>
            </a:xfrm>
            <a:custGeom>
              <a:avLst/>
              <a:pathLst>
                <a:path w="5055317" h="881149">
                  <a:moveTo>
                    <a:pt x="0" y="0"/>
                  </a:moveTo>
                  <a:lnTo>
                    <a:pt x="5055317" y="881149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2"/>
            <p:cNvSpPr/>
            <p:nvPr/>
          </p:nvSpPr>
          <p:spPr>
            <a:xfrm>
              <a:off x="3483803" y="2077657"/>
              <a:ext cx="5055317" cy="801045"/>
            </a:xfrm>
            <a:custGeom>
              <a:avLst/>
              <a:pathLst>
                <a:path w="5055317" h="801045">
                  <a:moveTo>
                    <a:pt x="0" y="0"/>
                  </a:moveTo>
                  <a:lnTo>
                    <a:pt x="5055317" y="801045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3"/>
            <p:cNvSpPr/>
            <p:nvPr/>
          </p:nvSpPr>
          <p:spPr>
            <a:xfrm>
              <a:off x="3483803" y="1917448"/>
              <a:ext cx="5055317" cy="961254"/>
            </a:xfrm>
            <a:custGeom>
              <a:avLst/>
              <a:pathLst>
                <a:path w="5055317" h="961254">
                  <a:moveTo>
                    <a:pt x="0" y="0"/>
                  </a:moveTo>
                  <a:lnTo>
                    <a:pt x="5055317" y="961254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t54"/>
            <p:cNvSpPr/>
            <p:nvPr/>
          </p:nvSpPr>
          <p:spPr>
            <a:xfrm>
              <a:off x="3463042" y="574170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t55"/>
            <p:cNvSpPr/>
            <p:nvPr/>
          </p:nvSpPr>
          <p:spPr>
            <a:xfrm>
              <a:off x="3463042" y="566159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t56"/>
            <p:cNvSpPr/>
            <p:nvPr/>
          </p:nvSpPr>
          <p:spPr>
            <a:xfrm>
              <a:off x="3463042" y="558149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t57"/>
            <p:cNvSpPr/>
            <p:nvPr/>
          </p:nvSpPr>
          <p:spPr>
            <a:xfrm>
              <a:off x="3463042" y="550139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t58"/>
            <p:cNvSpPr/>
            <p:nvPr/>
          </p:nvSpPr>
          <p:spPr>
            <a:xfrm>
              <a:off x="3463042" y="542128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t59"/>
            <p:cNvSpPr/>
            <p:nvPr/>
          </p:nvSpPr>
          <p:spPr>
            <a:xfrm>
              <a:off x="3463042" y="534118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t60"/>
            <p:cNvSpPr/>
            <p:nvPr/>
          </p:nvSpPr>
          <p:spPr>
            <a:xfrm>
              <a:off x="3463042" y="526107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t61"/>
            <p:cNvSpPr/>
            <p:nvPr/>
          </p:nvSpPr>
          <p:spPr>
            <a:xfrm>
              <a:off x="3463042" y="518097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t62"/>
            <p:cNvSpPr/>
            <p:nvPr/>
          </p:nvSpPr>
          <p:spPr>
            <a:xfrm>
              <a:off x="3463042" y="510086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t63"/>
            <p:cNvSpPr/>
            <p:nvPr/>
          </p:nvSpPr>
          <p:spPr>
            <a:xfrm>
              <a:off x="3463042" y="502076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t64"/>
            <p:cNvSpPr/>
            <p:nvPr/>
          </p:nvSpPr>
          <p:spPr>
            <a:xfrm>
              <a:off x="3463042" y="494065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t65"/>
            <p:cNvSpPr/>
            <p:nvPr/>
          </p:nvSpPr>
          <p:spPr>
            <a:xfrm>
              <a:off x="3463042" y="486055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t66"/>
            <p:cNvSpPr/>
            <p:nvPr/>
          </p:nvSpPr>
          <p:spPr>
            <a:xfrm>
              <a:off x="3463042" y="478045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t67"/>
            <p:cNvSpPr/>
            <p:nvPr/>
          </p:nvSpPr>
          <p:spPr>
            <a:xfrm>
              <a:off x="3463042" y="470034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t68"/>
            <p:cNvSpPr/>
            <p:nvPr/>
          </p:nvSpPr>
          <p:spPr>
            <a:xfrm>
              <a:off x="3463042" y="462024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t69"/>
            <p:cNvSpPr/>
            <p:nvPr/>
          </p:nvSpPr>
          <p:spPr>
            <a:xfrm>
              <a:off x="3463042" y="454013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t70"/>
            <p:cNvSpPr/>
            <p:nvPr/>
          </p:nvSpPr>
          <p:spPr>
            <a:xfrm>
              <a:off x="3463042" y="446003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t71"/>
            <p:cNvSpPr/>
            <p:nvPr/>
          </p:nvSpPr>
          <p:spPr>
            <a:xfrm>
              <a:off x="3463042" y="437992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t72"/>
            <p:cNvSpPr/>
            <p:nvPr/>
          </p:nvSpPr>
          <p:spPr>
            <a:xfrm>
              <a:off x="3463042" y="429982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t73"/>
            <p:cNvSpPr/>
            <p:nvPr/>
          </p:nvSpPr>
          <p:spPr>
            <a:xfrm>
              <a:off x="3463042" y="421971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t74"/>
            <p:cNvSpPr/>
            <p:nvPr/>
          </p:nvSpPr>
          <p:spPr>
            <a:xfrm>
              <a:off x="3463042" y="413961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t75"/>
            <p:cNvSpPr/>
            <p:nvPr/>
          </p:nvSpPr>
          <p:spPr>
            <a:xfrm>
              <a:off x="3463042" y="405950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t76"/>
            <p:cNvSpPr/>
            <p:nvPr/>
          </p:nvSpPr>
          <p:spPr>
            <a:xfrm>
              <a:off x="3463042" y="397940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t77"/>
            <p:cNvSpPr/>
            <p:nvPr/>
          </p:nvSpPr>
          <p:spPr>
            <a:xfrm>
              <a:off x="3463042" y="389930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t78"/>
            <p:cNvSpPr/>
            <p:nvPr/>
          </p:nvSpPr>
          <p:spPr>
            <a:xfrm>
              <a:off x="3463042" y="381919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t79"/>
            <p:cNvSpPr/>
            <p:nvPr/>
          </p:nvSpPr>
          <p:spPr>
            <a:xfrm>
              <a:off x="3463042" y="373909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t80"/>
            <p:cNvSpPr/>
            <p:nvPr/>
          </p:nvSpPr>
          <p:spPr>
            <a:xfrm>
              <a:off x="3463042" y="365898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t81"/>
            <p:cNvSpPr/>
            <p:nvPr/>
          </p:nvSpPr>
          <p:spPr>
            <a:xfrm>
              <a:off x="3463042" y="357888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t82"/>
            <p:cNvSpPr/>
            <p:nvPr/>
          </p:nvSpPr>
          <p:spPr>
            <a:xfrm>
              <a:off x="3463042" y="349877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t83"/>
            <p:cNvSpPr/>
            <p:nvPr/>
          </p:nvSpPr>
          <p:spPr>
            <a:xfrm>
              <a:off x="3463042" y="341867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t84"/>
            <p:cNvSpPr/>
            <p:nvPr/>
          </p:nvSpPr>
          <p:spPr>
            <a:xfrm>
              <a:off x="3463042" y="333856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t85"/>
            <p:cNvSpPr/>
            <p:nvPr/>
          </p:nvSpPr>
          <p:spPr>
            <a:xfrm>
              <a:off x="3463042" y="325846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t86"/>
            <p:cNvSpPr/>
            <p:nvPr/>
          </p:nvSpPr>
          <p:spPr>
            <a:xfrm>
              <a:off x="3463042" y="317836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t87"/>
            <p:cNvSpPr/>
            <p:nvPr/>
          </p:nvSpPr>
          <p:spPr>
            <a:xfrm>
              <a:off x="3463042" y="309825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t88"/>
            <p:cNvSpPr/>
            <p:nvPr/>
          </p:nvSpPr>
          <p:spPr>
            <a:xfrm>
              <a:off x="3463042" y="301815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t89"/>
            <p:cNvSpPr/>
            <p:nvPr/>
          </p:nvSpPr>
          <p:spPr>
            <a:xfrm>
              <a:off x="3463042" y="293804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t90"/>
            <p:cNvSpPr/>
            <p:nvPr/>
          </p:nvSpPr>
          <p:spPr>
            <a:xfrm>
              <a:off x="3463042" y="285794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t91"/>
            <p:cNvSpPr/>
            <p:nvPr/>
          </p:nvSpPr>
          <p:spPr>
            <a:xfrm>
              <a:off x="3463042" y="277783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t92"/>
            <p:cNvSpPr/>
            <p:nvPr/>
          </p:nvSpPr>
          <p:spPr>
            <a:xfrm>
              <a:off x="3463042" y="269773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t93"/>
            <p:cNvSpPr/>
            <p:nvPr/>
          </p:nvSpPr>
          <p:spPr>
            <a:xfrm>
              <a:off x="3463042" y="261762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t94"/>
            <p:cNvSpPr/>
            <p:nvPr/>
          </p:nvSpPr>
          <p:spPr>
            <a:xfrm>
              <a:off x="3463042" y="253752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t95"/>
            <p:cNvSpPr/>
            <p:nvPr/>
          </p:nvSpPr>
          <p:spPr>
            <a:xfrm>
              <a:off x="3463042" y="245741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t96"/>
            <p:cNvSpPr/>
            <p:nvPr/>
          </p:nvSpPr>
          <p:spPr>
            <a:xfrm>
              <a:off x="3463042" y="237731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t97"/>
            <p:cNvSpPr/>
            <p:nvPr/>
          </p:nvSpPr>
          <p:spPr>
            <a:xfrm>
              <a:off x="3463042" y="229721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t98"/>
            <p:cNvSpPr/>
            <p:nvPr/>
          </p:nvSpPr>
          <p:spPr>
            <a:xfrm>
              <a:off x="3463042" y="221710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t99"/>
            <p:cNvSpPr/>
            <p:nvPr/>
          </p:nvSpPr>
          <p:spPr>
            <a:xfrm>
              <a:off x="3463042" y="213700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t100"/>
            <p:cNvSpPr/>
            <p:nvPr/>
          </p:nvSpPr>
          <p:spPr>
            <a:xfrm>
              <a:off x="3463042" y="205689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t101"/>
            <p:cNvSpPr/>
            <p:nvPr/>
          </p:nvSpPr>
          <p:spPr>
            <a:xfrm>
              <a:off x="3463042" y="189668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t102"/>
            <p:cNvSpPr/>
            <p:nvPr/>
          </p:nvSpPr>
          <p:spPr>
            <a:xfrm>
              <a:off x="8514294" y="388379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t103"/>
            <p:cNvSpPr/>
            <p:nvPr/>
          </p:nvSpPr>
          <p:spPr>
            <a:xfrm>
              <a:off x="8514294" y="461617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t104"/>
            <p:cNvSpPr/>
            <p:nvPr/>
          </p:nvSpPr>
          <p:spPr>
            <a:xfrm>
              <a:off x="8514294" y="445596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t105"/>
            <p:cNvSpPr/>
            <p:nvPr/>
          </p:nvSpPr>
          <p:spPr>
            <a:xfrm>
              <a:off x="8514294" y="440256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t106"/>
            <p:cNvSpPr/>
            <p:nvPr/>
          </p:nvSpPr>
          <p:spPr>
            <a:xfrm>
              <a:off x="8514294" y="432579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t107"/>
            <p:cNvSpPr/>
            <p:nvPr/>
          </p:nvSpPr>
          <p:spPr>
            <a:xfrm>
              <a:off x="8514294" y="443093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t108"/>
            <p:cNvSpPr/>
            <p:nvPr/>
          </p:nvSpPr>
          <p:spPr>
            <a:xfrm>
              <a:off x="8514294" y="430643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t109"/>
            <p:cNvSpPr/>
            <p:nvPr/>
          </p:nvSpPr>
          <p:spPr>
            <a:xfrm>
              <a:off x="8514294" y="436696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t110"/>
            <p:cNvSpPr/>
            <p:nvPr/>
          </p:nvSpPr>
          <p:spPr>
            <a:xfrm>
              <a:off x="8514294" y="437726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t111"/>
            <p:cNvSpPr/>
            <p:nvPr/>
          </p:nvSpPr>
          <p:spPr>
            <a:xfrm>
              <a:off x="8514294" y="435110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t112"/>
            <p:cNvSpPr/>
            <p:nvPr/>
          </p:nvSpPr>
          <p:spPr>
            <a:xfrm>
              <a:off x="8514294" y="433067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t113"/>
            <p:cNvSpPr/>
            <p:nvPr/>
          </p:nvSpPr>
          <p:spPr>
            <a:xfrm>
              <a:off x="8514294" y="428574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t114"/>
            <p:cNvSpPr/>
            <p:nvPr/>
          </p:nvSpPr>
          <p:spPr>
            <a:xfrm>
              <a:off x="8514294" y="428436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t115"/>
            <p:cNvSpPr/>
            <p:nvPr/>
          </p:nvSpPr>
          <p:spPr>
            <a:xfrm>
              <a:off x="8514294" y="422906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t116"/>
            <p:cNvSpPr/>
            <p:nvPr/>
          </p:nvSpPr>
          <p:spPr>
            <a:xfrm>
              <a:off x="8514294" y="417340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t117"/>
            <p:cNvSpPr/>
            <p:nvPr/>
          </p:nvSpPr>
          <p:spPr>
            <a:xfrm>
              <a:off x="8514294" y="413134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t118"/>
            <p:cNvSpPr/>
            <p:nvPr/>
          </p:nvSpPr>
          <p:spPr>
            <a:xfrm>
              <a:off x="8514294" y="408350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t119"/>
            <p:cNvSpPr/>
            <p:nvPr/>
          </p:nvSpPr>
          <p:spPr>
            <a:xfrm>
              <a:off x="8514294" y="401244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t120"/>
            <p:cNvSpPr/>
            <p:nvPr/>
          </p:nvSpPr>
          <p:spPr>
            <a:xfrm>
              <a:off x="8514294" y="396590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t121"/>
            <p:cNvSpPr/>
            <p:nvPr/>
          </p:nvSpPr>
          <p:spPr>
            <a:xfrm>
              <a:off x="8514294" y="389888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t122"/>
            <p:cNvSpPr/>
            <p:nvPr/>
          </p:nvSpPr>
          <p:spPr>
            <a:xfrm>
              <a:off x="8514294" y="385167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t123"/>
            <p:cNvSpPr/>
            <p:nvPr/>
          </p:nvSpPr>
          <p:spPr>
            <a:xfrm>
              <a:off x="8514294" y="378308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t124"/>
            <p:cNvSpPr/>
            <p:nvPr/>
          </p:nvSpPr>
          <p:spPr>
            <a:xfrm>
              <a:off x="8514294" y="371884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t125"/>
            <p:cNvSpPr/>
            <p:nvPr/>
          </p:nvSpPr>
          <p:spPr>
            <a:xfrm>
              <a:off x="8514294" y="369162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t126"/>
            <p:cNvSpPr/>
            <p:nvPr/>
          </p:nvSpPr>
          <p:spPr>
            <a:xfrm>
              <a:off x="8514294" y="359568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t127"/>
            <p:cNvSpPr/>
            <p:nvPr/>
          </p:nvSpPr>
          <p:spPr>
            <a:xfrm>
              <a:off x="8514294" y="353059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t128"/>
            <p:cNvSpPr/>
            <p:nvPr/>
          </p:nvSpPr>
          <p:spPr>
            <a:xfrm>
              <a:off x="8514294" y="350997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t129"/>
            <p:cNvSpPr/>
            <p:nvPr/>
          </p:nvSpPr>
          <p:spPr>
            <a:xfrm>
              <a:off x="8514294" y="341533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t130"/>
            <p:cNvSpPr/>
            <p:nvPr/>
          </p:nvSpPr>
          <p:spPr>
            <a:xfrm>
              <a:off x="8514294" y="335119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t131"/>
            <p:cNvSpPr/>
            <p:nvPr/>
          </p:nvSpPr>
          <p:spPr>
            <a:xfrm>
              <a:off x="8514294" y="332506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t132"/>
            <p:cNvSpPr/>
            <p:nvPr/>
          </p:nvSpPr>
          <p:spPr>
            <a:xfrm>
              <a:off x="8514294" y="327516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t133"/>
            <p:cNvSpPr/>
            <p:nvPr/>
          </p:nvSpPr>
          <p:spPr>
            <a:xfrm>
              <a:off x="8514294" y="322929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t134"/>
            <p:cNvSpPr/>
            <p:nvPr/>
          </p:nvSpPr>
          <p:spPr>
            <a:xfrm>
              <a:off x="8514294" y="324958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t135"/>
            <p:cNvSpPr/>
            <p:nvPr/>
          </p:nvSpPr>
          <p:spPr>
            <a:xfrm>
              <a:off x="8514294" y="324026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t136"/>
            <p:cNvSpPr/>
            <p:nvPr/>
          </p:nvSpPr>
          <p:spPr>
            <a:xfrm>
              <a:off x="8514294" y="317370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t137"/>
            <p:cNvSpPr/>
            <p:nvPr/>
          </p:nvSpPr>
          <p:spPr>
            <a:xfrm>
              <a:off x="8514294" y="314225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t138"/>
            <p:cNvSpPr/>
            <p:nvPr/>
          </p:nvSpPr>
          <p:spPr>
            <a:xfrm>
              <a:off x="8514294" y="311593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t139"/>
            <p:cNvSpPr/>
            <p:nvPr/>
          </p:nvSpPr>
          <p:spPr>
            <a:xfrm>
              <a:off x="8514294" y="313682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t140"/>
            <p:cNvSpPr/>
            <p:nvPr/>
          </p:nvSpPr>
          <p:spPr>
            <a:xfrm>
              <a:off x="8514294" y="302318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t141"/>
            <p:cNvSpPr/>
            <p:nvPr/>
          </p:nvSpPr>
          <p:spPr>
            <a:xfrm>
              <a:off x="8514294" y="307465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t142"/>
            <p:cNvSpPr/>
            <p:nvPr/>
          </p:nvSpPr>
          <p:spPr>
            <a:xfrm>
              <a:off x="8514294" y="310563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t143"/>
            <p:cNvSpPr/>
            <p:nvPr/>
          </p:nvSpPr>
          <p:spPr>
            <a:xfrm>
              <a:off x="8514294" y="309419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t144"/>
            <p:cNvSpPr/>
            <p:nvPr/>
          </p:nvSpPr>
          <p:spPr>
            <a:xfrm>
              <a:off x="8514294" y="300565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t145"/>
            <p:cNvSpPr/>
            <p:nvPr/>
          </p:nvSpPr>
          <p:spPr>
            <a:xfrm>
              <a:off x="8514294" y="293398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t146"/>
            <p:cNvSpPr/>
            <p:nvPr/>
          </p:nvSpPr>
          <p:spPr>
            <a:xfrm>
              <a:off x="8514294" y="303411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t147"/>
            <p:cNvSpPr/>
            <p:nvPr/>
          </p:nvSpPr>
          <p:spPr>
            <a:xfrm>
              <a:off x="8514294" y="301408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t148"/>
            <p:cNvSpPr/>
            <p:nvPr/>
          </p:nvSpPr>
          <p:spPr>
            <a:xfrm>
              <a:off x="8514294" y="285387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t149"/>
            <p:cNvSpPr/>
            <p:nvPr/>
          </p:nvSpPr>
          <p:spPr>
            <a:xfrm>
              <a:off x="8514294" y="285387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l150"/>
            <p:cNvSpPr/>
            <p:nvPr/>
          </p:nvSpPr>
          <p:spPr>
            <a:xfrm>
              <a:off x="3483803" y="1556978"/>
              <a:ext cx="0" cy="4405747"/>
            </a:xfrm>
            <a:custGeom>
              <a:avLst/>
              <a:pathLst>
                <a:path w="0" h="4405747">
                  <a:moveTo>
                    <a:pt x="0" y="4405747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l151"/>
            <p:cNvSpPr/>
            <p:nvPr/>
          </p:nvSpPr>
          <p:spPr>
            <a:xfrm>
              <a:off x="8539120" y="1556978"/>
              <a:ext cx="0" cy="4405747"/>
            </a:xfrm>
            <a:custGeom>
              <a:avLst/>
              <a:pathLst>
                <a:path w="0" h="4405747">
                  <a:moveTo>
                    <a:pt x="0" y="4405747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l152"/>
            <p:cNvSpPr/>
            <p:nvPr/>
          </p:nvSpPr>
          <p:spPr>
            <a:xfrm>
              <a:off x="3407973" y="4961419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l153"/>
            <p:cNvSpPr/>
            <p:nvPr/>
          </p:nvSpPr>
          <p:spPr>
            <a:xfrm>
              <a:off x="3407973" y="4560897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l154"/>
            <p:cNvSpPr/>
            <p:nvPr/>
          </p:nvSpPr>
          <p:spPr>
            <a:xfrm>
              <a:off x="3407973" y="4160374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l155"/>
            <p:cNvSpPr/>
            <p:nvPr/>
          </p:nvSpPr>
          <p:spPr>
            <a:xfrm>
              <a:off x="3407973" y="3759852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l156"/>
            <p:cNvSpPr/>
            <p:nvPr/>
          </p:nvSpPr>
          <p:spPr>
            <a:xfrm>
              <a:off x="3407973" y="3359329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l157"/>
            <p:cNvSpPr/>
            <p:nvPr/>
          </p:nvSpPr>
          <p:spPr>
            <a:xfrm>
              <a:off x="3407973" y="2958807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l158"/>
            <p:cNvSpPr/>
            <p:nvPr/>
          </p:nvSpPr>
          <p:spPr>
            <a:xfrm>
              <a:off x="3407973" y="2558284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l159"/>
            <p:cNvSpPr/>
            <p:nvPr/>
          </p:nvSpPr>
          <p:spPr>
            <a:xfrm>
              <a:off x="8539120" y="4961419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l160"/>
            <p:cNvSpPr/>
            <p:nvPr/>
          </p:nvSpPr>
          <p:spPr>
            <a:xfrm>
              <a:off x="8539120" y="4560897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l161"/>
            <p:cNvSpPr/>
            <p:nvPr/>
          </p:nvSpPr>
          <p:spPr>
            <a:xfrm>
              <a:off x="8539120" y="4160374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l162"/>
            <p:cNvSpPr/>
            <p:nvPr/>
          </p:nvSpPr>
          <p:spPr>
            <a:xfrm>
              <a:off x="8539120" y="3759852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l163"/>
            <p:cNvSpPr/>
            <p:nvPr/>
          </p:nvSpPr>
          <p:spPr>
            <a:xfrm>
              <a:off x="8539120" y="3359329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l164"/>
            <p:cNvSpPr/>
            <p:nvPr/>
          </p:nvSpPr>
          <p:spPr>
            <a:xfrm>
              <a:off x="8539120" y="2958807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l165"/>
            <p:cNvSpPr/>
            <p:nvPr/>
          </p:nvSpPr>
          <p:spPr>
            <a:xfrm>
              <a:off x="8539120" y="2558284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tx166"/>
            <p:cNvSpPr/>
            <p:nvPr/>
          </p:nvSpPr>
          <p:spPr>
            <a:xfrm>
              <a:off x="3173068" y="4926333"/>
              <a:ext cx="108521" cy="70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168" name="tx167"/>
            <p:cNvSpPr/>
            <p:nvPr/>
          </p:nvSpPr>
          <p:spPr>
            <a:xfrm>
              <a:off x="3173068" y="4526240"/>
              <a:ext cx="108521" cy="69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15</a:t>
              </a:r>
            </a:p>
          </p:txBody>
        </p:sp>
        <p:sp>
          <p:nvSpPr>
            <p:cNvPr id="169" name="tx168"/>
            <p:cNvSpPr/>
            <p:nvPr/>
          </p:nvSpPr>
          <p:spPr>
            <a:xfrm>
              <a:off x="3173068" y="4125050"/>
              <a:ext cx="108521" cy="7031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170" name="tx169"/>
            <p:cNvSpPr/>
            <p:nvPr/>
          </p:nvSpPr>
          <p:spPr>
            <a:xfrm>
              <a:off x="3173068" y="3724671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25</a:t>
              </a:r>
            </a:p>
          </p:txBody>
        </p:sp>
        <p:sp>
          <p:nvSpPr>
            <p:cNvPr id="171" name="tx170"/>
            <p:cNvSpPr/>
            <p:nvPr/>
          </p:nvSpPr>
          <p:spPr>
            <a:xfrm>
              <a:off x="3173068" y="3324148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172" name="tx171"/>
            <p:cNvSpPr/>
            <p:nvPr/>
          </p:nvSpPr>
          <p:spPr>
            <a:xfrm>
              <a:off x="3173068" y="2923625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35</a:t>
              </a:r>
            </a:p>
          </p:txBody>
        </p:sp>
        <p:sp>
          <p:nvSpPr>
            <p:cNvPr id="173" name="tx172"/>
            <p:cNvSpPr/>
            <p:nvPr/>
          </p:nvSpPr>
          <p:spPr>
            <a:xfrm>
              <a:off x="3173068" y="2523008"/>
              <a:ext cx="108521" cy="7026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174" name="tx173"/>
            <p:cNvSpPr/>
            <p:nvPr/>
          </p:nvSpPr>
          <p:spPr>
            <a:xfrm>
              <a:off x="8741333" y="4926333"/>
              <a:ext cx="108521" cy="70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175" name="tx174"/>
            <p:cNvSpPr/>
            <p:nvPr/>
          </p:nvSpPr>
          <p:spPr>
            <a:xfrm>
              <a:off x="8741333" y="4526240"/>
              <a:ext cx="108521" cy="69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15</a:t>
              </a:r>
            </a:p>
          </p:txBody>
        </p:sp>
        <p:sp>
          <p:nvSpPr>
            <p:cNvPr id="176" name="tx175"/>
            <p:cNvSpPr/>
            <p:nvPr/>
          </p:nvSpPr>
          <p:spPr>
            <a:xfrm>
              <a:off x="8741333" y="4125050"/>
              <a:ext cx="108521" cy="7031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177" name="tx176"/>
            <p:cNvSpPr/>
            <p:nvPr/>
          </p:nvSpPr>
          <p:spPr>
            <a:xfrm>
              <a:off x="8741333" y="3724671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25</a:t>
              </a:r>
            </a:p>
          </p:txBody>
        </p:sp>
        <p:sp>
          <p:nvSpPr>
            <p:cNvPr id="178" name="tx177"/>
            <p:cNvSpPr/>
            <p:nvPr/>
          </p:nvSpPr>
          <p:spPr>
            <a:xfrm>
              <a:off x="8741333" y="3324148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179" name="tx178"/>
            <p:cNvSpPr/>
            <p:nvPr/>
          </p:nvSpPr>
          <p:spPr>
            <a:xfrm>
              <a:off x="8741333" y="2923625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35</a:t>
              </a:r>
            </a:p>
          </p:txBody>
        </p:sp>
        <p:sp>
          <p:nvSpPr>
            <p:cNvPr id="180" name="tx179"/>
            <p:cNvSpPr/>
            <p:nvPr/>
          </p:nvSpPr>
          <p:spPr>
            <a:xfrm>
              <a:off x="8741333" y="2523008"/>
              <a:ext cx="108521" cy="7026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181" name="pl180"/>
            <p:cNvSpPr/>
            <p:nvPr/>
          </p:nvSpPr>
          <p:spPr>
            <a:xfrm>
              <a:off x="824706" y="1556978"/>
              <a:ext cx="0" cy="4405747"/>
            </a:xfrm>
            <a:custGeom>
              <a:avLst/>
              <a:pathLst>
                <a:path w="0" h="4405747">
                  <a:moveTo>
                    <a:pt x="0" y="4405747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l181"/>
            <p:cNvSpPr/>
            <p:nvPr/>
          </p:nvSpPr>
          <p:spPr>
            <a:xfrm>
              <a:off x="824706" y="5962726"/>
              <a:ext cx="10373511" cy="0"/>
            </a:xfrm>
            <a:custGeom>
              <a:avLst/>
              <a:pathLst>
                <a:path w="10373511" h="0">
                  <a:moveTo>
                    <a:pt x="0" y="0"/>
                  </a:moveTo>
                  <a:lnTo>
                    <a:pt x="10373511" y="0"/>
                  </a:lnTo>
                </a:path>
              </a:pathLst>
            </a:custGeom>
            <a:ln w="17246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l182"/>
            <p:cNvSpPr/>
            <p:nvPr/>
          </p:nvSpPr>
          <p:spPr>
            <a:xfrm>
              <a:off x="3483803" y="5962726"/>
              <a:ext cx="0" cy="44283"/>
            </a:xfrm>
            <a:custGeom>
              <a:avLst/>
              <a:pathLst>
                <a:path w="0" h="44283">
                  <a:moveTo>
                    <a:pt x="0" y="44283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l183"/>
            <p:cNvSpPr/>
            <p:nvPr/>
          </p:nvSpPr>
          <p:spPr>
            <a:xfrm>
              <a:off x="8539120" y="5962726"/>
              <a:ext cx="0" cy="44283"/>
            </a:xfrm>
            <a:custGeom>
              <a:avLst/>
              <a:pathLst>
                <a:path w="0" h="44283">
                  <a:moveTo>
                    <a:pt x="0" y="44283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tx184"/>
            <p:cNvSpPr/>
            <p:nvPr/>
          </p:nvSpPr>
          <p:spPr>
            <a:xfrm>
              <a:off x="3163554" y="6012780"/>
              <a:ext cx="640496" cy="13168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Response</a:t>
              </a:r>
            </a:p>
          </p:txBody>
        </p:sp>
        <p:sp>
          <p:nvSpPr>
            <p:cNvPr id="186" name="tx185"/>
            <p:cNvSpPr/>
            <p:nvPr/>
          </p:nvSpPr>
          <p:spPr>
            <a:xfrm>
              <a:off x="8060762" y="6012086"/>
              <a:ext cx="956716" cy="1323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Mean objective</a:t>
              </a:r>
            </a:p>
          </p:txBody>
        </p:sp>
        <p:sp>
          <p:nvSpPr>
            <p:cNvPr id="187" name="tx186"/>
            <p:cNvSpPr/>
            <p:nvPr/>
          </p:nvSpPr>
          <p:spPr>
            <a:xfrm>
              <a:off x="824706" y="1261006"/>
              <a:ext cx="1956928" cy="168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Reverse Galton squeeze</a:t>
              </a:r>
            </a:p>
          </p:txBody>
        </p:sp>
        <p:sp>
          <p:nvSpPr>
            <p:cNvPr id="188" name="tx187"/>
            <p:cNvSpPr/>
            <p:nvPr/>
          </p:nvSpPr>
          <p:spPr>
            <a:xfrm>
              <a:off x="824706" y="965033"/>
              <a:ext cx="3154665" cy="20075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6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6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Experiment 2 - Average condition</a:t>
              </a:r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p:ph/>
          </p:nvPr>
        </p:nvSpPr>
        <p:spPr>
          <a:xfrm>
            <a:off x="274320" y="182880"/>
            <a:ext cx="11430000" cy="457200"/>
          </a:xfrm>
        </p:spPr>
        <p:txBody>
          <a:bodyPr/>
          <a:lstStyle/>
          <a:p>
            <a:r>
              <a:rPr/>
              <a:t>Exp 2 - Experience reverse Galton</a:t>
            </a:r>
          </a:p>
        </p:txBody>
      </p:sp>
      <p:grpSp xmlns:pic="http://schemas.openxmlformats.org/drawingml/2006/picture">
        <p:nvGrpSpPr>
          <p:cNvPr id="3" name=""/>
          <p:cNvGrpSpPr/>
          <p:nvPr/>
        </p:nvGrpSpPr>
        <p:grpSpPr>
          <a:xfrm>
            <a:off x="274320" y="822960"/>
            <a:ext cx="11430000" cy="5669280"/>
            <a:chOff x="274320" y="822960"/>
            <a:chExt cx="11430000" cy="5669280"/>
          </a:xfrm>
        </p:grpSpPr>
        <p:sp>
          <p:nvSpPr>
            <p:cNvPr id="4" name="rc3"/>
            <p:cNvSpPr/>
            <p:nvPr/>
          </p:nvSpPr>
          <p:spPr>
            <a:xfrm>
              <a:off x="274320" y="822960"/>
              <a:ext cx="1143000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4"/>
            <p:cNvSpPr/>
            <p:nvPr/>
          </p:nvSpPr>
          <p:spPr>
            <a:xfrm>
              <a:off x="274320" y="822960"/>
              <a:ext cx="1143000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7246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rc5"/>
            <p:cNvSpPr/>
            <p:nvPr/>
          </p:nvSpPr>
          <p:spPr>
            <a:xfrm>
              <a:off x="824706" y="1556978"/>
              <a:ext cx="10373511" cy="4405747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6"/>
            <p:cNvSpPr/>
            <p:nvPr/>
          </p:nvSpPr>
          <p:spPr>
            <a:xfrm>
              <a:off x="3483803" y="4320583"/>
              <a:ext cx="5055317" cy="1441881"/>
            </a:xfrm>
            <a:custGeom>
              <a:avLst/>
              <a:pathLst>
                <a:path w="5055317" h="1441881">
                  <a:moveTo>
                    <a:pt x="0" y="1441881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7"/>
            <p:cNvSpPr/>
            <p:nvPr/>
          </p:nvSpPr>
          <p:spPr>
            <a:xfrm>
              <a:off x="3483803" y="4320583"/>
              <a:ext cx="5055317" cy="1361776"/>
            </a:xfrm>
            <a:custGeom>
              <a:avLst/>
              <a:pathLst>
                <a:path w="5055317" h="1361776">
                  <a:moveTo>
                    <a:pt x="0" y="1361776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8"/>
            <p:cNvSpPr/>
            <p:nvPr/>
          </p:nvSpPr>
          <p:spPr>
            <a:xfrm>
              <a:off x="3483803" y="4480792"/>
              <a:ext cx="5055317" cy="1121463"/>
            </a:xfrm>
            <a:custGeom>
              <a:avLst/>
              <a:pathLst>
                <a:path w="5055317" h="1121463">
                  <a:moveTo>
                    <a:pt x="0" y="1121463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9"/>
            <p:cNvSpPr/>
            <p:nvPr/>
          </p:nvSpPr>
          <p:spPr>
            <a:xfrm>
              <a:off x="3483803" y="4000165"/>
              <a:ext cx="5055317" cy="1521985"/>
            </a:xfrm>
            <a:custGeom>
              <a:avLst/>
              <a:pathLst>
                <a:path w="5055317" h="1521985">
                  <a:moveTo>
                    <a:pt x="0" y="1521985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0"/>
            <p:cNvSpPr/>
            <p:nvPr/>
          </p:nvSpPr>
          <p:spPr>
            <a:xfrm>
              <a:off x="3483803" y="4427389"/>
              <a:ext cx="5055317" cy="1014657"/>
            </a:xfrm>
            <a:custGeom>
              <a:avLst/>
              <a:pathLst>
                <a:path w="5055317" h="1014657">
                  <a:moveTo>
                    <a:pt x="0" y="1014657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1"/>
            <p:cNvSpPr/>
            <p:nvPr/>
          </p:nvSpPr>
          <p:spPr>
            <a:xfrm>
              <a:off x="3483803" y="4429297"/>
              <a:ext cx="5055317" cy="932645"/>
            </a:xfrm>
            <a:custGeom>
              <a:avLst/>
              <a:pathLst>
                <a:path w="5055317" h="932645">
                  <a:moveTo>
                    <a:pt x="0" y="932645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2"/>
            <p:cNvSpPr/>
            <p:nvPr/>
          </p:nvSpPr>
          <p:spPr>
            <a:xfrm>
              <a:off x="3483803" y="4445190"/>
              <a:ext cx="5055317" cy="836647"/>
            </a:xfrm>
            <a:custGeom>
              <a:avLst/>
              <a:pathLst>
                <a:path w="5055317" h="836647">
                  <a:moveTo>
                    <a:pt x="0" y="836647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3"/>
            <p:cNvSpPr/>
            <p:nvPr/>
          </p:nvSpPr>
          <p:spPr>
            <a:xfrm>
              <a:off x="3483803" y="4357965"/>
              <a:ext cx="5055317" cy="843767"/>
            </a:xfrm>
            <a:custGeom>
              <a:avLst/>
              <a:pathLst>
                <a:path w="5055317" h="843767">
                  <a:moveTo>
                    <a:pt x="0" y="843767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4"/>
            <p:cNvSpPr/>
            <p:nvPr/>
          </p:nvSpPr>
          <p:spPr>
            <a:xfrm>
              <a:off x="3483803" y="4412555"/>
              <a:ext cx="5055317" cy="709073"/>
            </a:xfrm>
            <a:custGeom>
              <a:avLst/>
              <a:pathLst>
                <a:path w="5055317" h="709073">
                  <a:moveTo>
                    <a:pt x="0" y="709073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5"/>
            <p:cNvSpPr/>
            <p:nvPr/>
          </p:nvSpPr>
          <p:spPr>
            <a:xfrm>
              <a:off x="3483803" y="4309002"/>
              <a:ext cx="5055317" cy="732521"/>
            </a:xfrm>
            <a:custGeom>
              <a:avLst/>
              <a:pathLst>
                <a:path w="5055317" h="732521">
                  <a:moveTo>
                    <a:pt x="0" y="732521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6"/>
            <p:cNvSpPr/>
            <p:nvPr/>
          </p:nvSpPr>
          <p:spPr>
            <a:xfrm>
              <a:off x="3483803" y="4291975"/>
              <a:ext cx="5055317" cy="669444"/>
            </a:xfrm>
            <a:custGeom>
              <a:avLst/>
              <a:pathLst>
                <a:path w="5055317" h="669444">
                  <a:moveTo>
                    <a:pt x="0" y="669444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7"/>
            <p:cNvSpPr/>
            <p:nvPr/>
          </p:nvSpPr>
          <p:spPr>
            <a:xfrm>
              <a:off x="3483803" y="4272285"/>
              <a:ext cx="5055317" cy="609029"/>
            </a:xfrm>
            <a:custGeom>
              <a:avLst/>
              <a:pathLst>
                <a:path w="5055317" h="609029">
                  <a:moveTo>
                    <a:pt x="0" y="609029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8"/>
            <p:cNvSpPr/>
            <p:nvPr/>
          </p:nvSpPr>
          <p:spPr>
            <a:xfrm>
              <a:off x="3483803" y="4302023"/>
              <a:ext cx="5055317" cy="499187"/>
            </a:xfrm>
            <a:custGeom>
              <a:avLst/>
              <a:pathLst>
                <a:path w="5055317" h="499187">
                  <a:moveTo>
                    <a:pt x="0" y="499187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19"/>
            <p:cNvSpPr/>
            <p:nvPr/>
          </p:nvSpPr>
          <p:spPr>
            <a:xfrm>
              <a:off x="3483803" y="4254799"/>
              <a:ext cx="5055317" cy="466306"/>
            </a:xfrm>
            <a:custGeom>
              <a:avLst/>
              <a:pathLst>
                <a:path w="5055317" h="466306">
                  <a:moveTo>
                    <a:pt x="0" y="466306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0"/>
            <p:cNvSpPr/>
            <p:nvPr/>
          </p:nvSpPr>
          <p:spPr>
            <a:xfrm>
              <a:off x="3483803" y="4228078"/>
              <a:ext cx="5055317" cy="412923"/>
            </a:xfrm>
            <a:custGeom>
              <a:avLst/>
              <a:pathLst>
                <a:path w="5055317" h="412923">
                  <a:moveTo>
                    <a:pt x="0" y="412923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1"/>
            <p:cNvSpPr/>
            <p:nvPr/>
          </p:nvSpPr>
          <p:spPr>
            <a:xfrm>
              <a:off x="3483803" y="4202168"/>
              <a:ext cx="5055317" cy="358728"/>
            </a:xfrm>
            <a:custGeom>
              <a:avLst/>
              <a:pathLst>
                <a:path w="5055317" h="358728">
                  <a:moveTo>
                    <a:pt x="0" y="358728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2"/>
            <p:cNvSpPr/>
            <p:nvPr/>
          </p:nvSpPr>
          <p:spPr>
            <a:xfrm>
              <a:off x="3483803" y="4131089"/>
              <a:ext cx="5055317" cy="349703"/>
            </a:xfrm>
            <a:custGeom>
              <a:avLst/>
              <a:pathLst>
                <a:path w="5055317" h="349703">
                  <a:moveTo>
                    <a:pt x="0" y="349703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3"/>
            <p:cNvSpPr/>
            <p:nvPr/>
          </p:nvSpPr>
          <p:spPr>
            <a:xfrm>
              <a:off x="3483803" y="4103276"/>
              <a:ext cx="5055317" cy="297412"/>
            </a:xfrm>
            <a:custGeom>
              <a:avLst/>
              <a:pathLst>
                <a:path w="5055317" h="297412">
                  <a:moveTo>
                    <a:pt x="0" y="297412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4"/>
            <p:cNvSpPr/>
            <p:nvPr/>
          </p:nvSpPr>
          <p:spPr>
            <a:xfrm>
              <a:off x="3483803" y="4063325"/>
              <a:ext cx="5055317" cy="257258"/>
            </a:xfrm>
            <a:custGeom>
              <a:avLst/>
              <a:pathLst>
                <a:path w="5055317" h="257258">
                  <a:moveTo>
                    <a:pt x="0" y="257258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5"/>
            <p:cNvSpPr/>
            <p:nvPr/>
          </p:nvSpPr>
          <p:spPr>
            <a:xfrm>
              <a:off x="3483803" y="4019924"/>
              <a:ext cx="5055317" cy="220554"/>
            </a:xfrm>
            <a:custGeom>
              <a:avLst/>
              <a:pathLst>
                <a:path w="5055317" h="220554">
                  <a:moveTo>
                    <a:pt x="0" y="220554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6"/>
            <p:cNvSpPr/>
            <p:nvPr/>
          </p:nvSpPr>
          <p:spPr>
            <a:xfrm>
              <a:off x="3483803" y="3962043"/>
              <a:ext cx="5055317" cy="198331"/>
            </a:xfrm>
            <a:custGeom>
              <a:avLst/>
              <a:pathLst>
                <a:path w="5055317" h="198331">
                  <a:moveTo>
                    <a:pt x="0" y="198331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7"/>
            <p:cNvSpPr/>
            <p:nvPr/>
          </p:nvSpPr>
          <p:spPr>
            <a:xfrm>
              <a:off x="3483803" y="3892275"/>
              <a:ext cx="5055317" cy="187995"/>
            </a:xfrm>
            <a:custGeom>
              <a:avLst/>
              <a:pathLst>
                <a:path w="5055317" h="187995">
                  <a:moveTo>
                    <a:pt x="0" y="187995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8"/>
            <p:cNvSpPr/>
            <p:nvPr/>
          </p:nvSpPr>
          <p:spPr>
            <a:xfrm>
              <a:off x="3483803" y="3807475"/>
              <a:ext cx="5055317" cy="192690"/>
            </a:xfrm>
            <a:custGeom>
              <a:avLst/>
              <a:pathLst>
                <a:path w="5055317" h="192690">
                  <a:moveTo>
                    <a:pt x="0" y="192690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29"/>
            <p:cNvSpPr/>
            <p:nvPr/>
          </p:nvSpPr>
          <p:spPr>
            <a:xfrm>
              <a:off x="3483803" y="3803387"/>
              <a:ext cx="5055317" cy="116673"/>
            </a:xfrm>
            <a:custGeom>
              <a:avLst/>
              <a:pathLst>
                <a:path w="5055317" h="116673">
                  <a:moveTo>
                    <a:pt x="0" y="116673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0"/>
            <p:cNvSpPr/>
            <p:nvPr/>
          </p:nvSpPr>
          <p:spPr>
            <a:xfrm>
              <a:off x="3483803" y="3718264"/>
              <a:ext cx="5055317" cy="121692"/>
            </a:xfrm>
            <a:custGeom>
              <a:avLst/>
              <a:pathLst>
                <a:path w="5055317" h="121692">
                  <a:moveTo>
                    <a:pt x="0" y="121692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1"/>
            <p:cNvSpPr/>
            <p:nvPr/>
          </p:nvSpPr>
          <p:spPr>
            <a:xfrm>
              <a:off x="3483803" y="3640202"/>
              <a:ext cx="5055317" cy="119649"/>
            </a:xfrm>
            <a:custGeom>
              <a:avLst/>
              <a:pathLst>
                <a:path w="5055317" h="119649">
                  <a:moveTo>
                    <a:pt x="0" y="119649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2"/>
            <p:cNvSpPr/>
            <p:nvPr/>
          </p:nvSpPr>
          <p:spPr>
            <a:xfrm>
              <a:off x="3483803" y="3608310"/>
              <a:ext cx="5055317" cy="71437"/>
            </a:xfrm>
            <a:custGeom>
              <a:avLst/>
              <a:pathLst>
                <a:path w="5055317" h="71437">
                  <a:moveTo>
                    <a:pt x="0" y="71437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3"/>
            <p:cNvSpPr/>
            <p:nvPr/>
          </p:nvSpPr>
          <p:spPr>
            <a:xfrm>
              <a:off x="3483803" y="3539223"/>
              <a:ext cx="5055317" cy="60420"/>
            </a:xfrm>
            <a:custGeom>
              <a:avLst/>
              <a:pathLst>
                <a:path w="5055317" h="60420">
                  <a:moveTo>
                    <a:pt x="0" y="60420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4"/>
            <p:cNvSpPr/>
            <p:nvPr/>
          </p:nvSpPr>
          <p:spPr>
            <a:xfrm>
              <a:off x="3483803" y="3451327"/>
              <a:ext cx="5055317" cy="68211"/>
            </a:xfrm>
            <a:custGeom>
              <a:avLst/>
              <a:pathLst>
                <a:path w="5055317" h="68211">
                  <a:moveTo>
                    <a:pt x="0" y="68211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5"/>
            <p:cNvSpPr/>
            <p:nvPr/>
          </p:nvSpPr>
          <p:spPr>
            <a:xfrm>
              <a:off x="3483803" y="3410845"/>
              <a:ext cx="5055317" cy="28588"/>
            </a:xfrm>
            <a:custGeom>
              <a:avLst/>
              <a:pathLst>
                <a:path w="5055317" h="28588">
                  <a:moveTo>
                    <a:pt x="0" y="28588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6"/>
            <p:cNvSpPr/>
            <p:nvPr/>
          </p:nvSpPr>
          <p:spPr>
            <a:xfrm>
              <a:off x="3483803" y="3359329"/>
              <a:ext cx="5055317" cy="38499"/>
            </a:xfrm>
            <a:custGeom>
              <a:avLst/>
              <a:pathLst>
                <a:path w="5055317" h="38499">
                  <a:moveTo>
                    <a:pt x="0" y="0"/>
                  </a:moveTo>
                  <a:lnTo>
                    <a:pt x="5055317" y="38499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7"/>
            <p:cNvSpPr/>
            <p:nvPr/>
          </p:nvSpPr>
          <p:spPr>
            <a:xfrm>
              <a:off x="3483803" y="3279225"/>
              <a:ext cx="5055317" cy="114140"/>
            </a:xfrm>
            <a:custGeom>
              <a:avLst/>
              <a:pathLst>
                <a:path w="5055317" h="114140">
                  <a:moveTo>
                    <a:pt x="0" y="0"/>
                  </a:moveTo>
                  <a:lnTo>
                    <a:pt x="5055317" y="11414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8"/>
            <p:cNvSpPr/>
            <p:nvPr/>
          </p:nvSpPr>
          <p:spPr>
            <a:xfrm>
              <a:off x="3483803" y="3199120"/>
              <a:ext cx="5055317" cy="133924"/>
            </a:xfrm>
            <a:custGeom>
              <a:avLst/>
              <a:pathLst>
                <a:path w="5055317" h="133924">
                  <a:moveTo>
                    <a:pt x="0" y="0"/>
                  </a:moveTo>
                  <a:lnTo>
                    <a:pt x="5055317" y="133924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39"/>
            <p:cNvSpPr/>
            <p:nvPr/>
          </p:nvSpPr>
          <p:spPr>
            <a:xfrm>
              <a:off x="3483803" y="3119016"/>
              <a:ext cx="5055317" cy="191244"/>
            </a:xfrm>
            <a:custGeom>
              <a:avLst/>
              <a:pathLst>
                <a:path w="5055317" h="191244">
                  <a:moveTo>
                    <a:pt x="0" y="0"/>
                  </a:moveTo>
                  <a:lnTo>
                    <a:pt x="5055317" y="191244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0"/>
            <p:cNvSpPr/>
            <p:nvPr/>
          </p:nvSpPr>
          <p:spPr>
            <a:xfrm>
              <a:off x="3483803" y="3038911"/>
              <a:ext cx="5055317" cy="231584"/>
            </a:xfrm>
            <a:custGeom>
              <a:avLst/>
              <a:pathLst>
                <a:path w="5055317" h="231584">
                  <a:moveTo>
                    <a:pt x="0" y="0"/>
                  </a:moveTo>
                  <a:lnTo>
                    <a:pt x="5055317" y="231584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1"/>
            <p:cNvSpPr/>
            <p:nvPr/>
          </p:nvSpPr>
          <p:spPr>
            <a:xfrm>
              <a:off x="3483803" y="2958807"/>
              <a:ext cx="5055317" cy="265134"/>
            </a:xfrm>
            <a:custGeom>
              <a:avLst/>
              <a:pathLst>
                <a:path w="5055317" h="265134">
                  <a:moveTo>
                    <a:pt x="0" y="0"/>
                  </a:moveTo>
                  <a:lnTo>
                    <a:pt x="5055317" y="265134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2"/>
            <p:cNvSpPr/>
            <p:nvPr/>
          </p:nvSpPr>
          <p:spPr>
            <a:xfrm>
              <a:off x="3483803" y="2878702"/>
              <a:ext cx="5055317" cy="355953"/>
            </a:xfrm>
            <a:custGeom>
              <a:avLst/>
              <a:pathLst>
                <a:path w="5055317" h="355953">
                  <a:moveTo>
                    <a:pt x="0" y="0"/>
                  </a:moveTo>
                  <a:lnTo>
                    <a:pt x="5055317" y="355953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3"/>
            <p:cNvSpPr/>
            <p:nvPr/>
          </p:nvSpPr>
          <p:spPr>
            <a:xfrm>
              <a:off x="3483803" y="2798598"/>
              <a:ext cx="5055317" cy="424424"/>
            </a:xfrm>
            <a:custGeom>
              <a:avLst/>
              <a:pathLst>
                <a:path w="5055317" h="424424">
                  <a:moveTo>
                    <a:pt x="0" y="0"/>
                  </a:moveTo>
                  <a:lnTo>
                    <a:pt x="5055317" y="424424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4"/>
            <p:cNvSpPr/>
            <p:nvPr/>
          </p:nvSpPr>
          <p:spPr>
            <a:xfrm>
              <a:off x="3483803" y="2718493"/>
              <a:ext cx="5055317" cy="504135"/>
            </a:xfrm>
            <a:custGeom>
              <a:avLst/>
              <a:pathLst>
                <a:path w="5055317" h="504135">
                  <a:moveTo>
                    <a:pt x="0" y="0"/>
                  </a:moveTo>
                  <a:lnTo>
                    <a:pt x="5055317" y="504135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5"/>
            <p:cNvSpPr/>
            <p:nvPr/>
          </p:nvSpPr>
          <p:spPr>
            <a:xfrm>
              <a:off x="3483803" y="2638389"/>
              <a:ext cx="5055317" cy="471848"/>
            </a:xfrm>
            <a:custGeom>
              <a:avLst/>
              <a:pathLst>
                <a:path w="5055317" h="471848">
                  <a:moveTo>
                    <a:pt x="0" y="0"/>
                  </a:moveTo>
                  <a:lnTo>
                    <a:pt x="5055317" y="471848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6"/>
            <p:cNvSpPr/>
            <p:nvPr/>
          </p:nvSpPr>
          <p:spPr>
            <a:xfrm>
              <a:off x="3483803" y="2558284"/>
              <a:ext cx="5055317" cy="571412"/>
            </a:xfrm>
            <a:custGeom>
              <a:avLst/>
              <a:pathLst>
                <a:path w="5055317" h="571412">
                  <a:moveTo>
                    <a:pt x="0" y="0"/>
                  </a:moveTo>
                  <a:lnTo>
                    <a:pt x="5055317" y="571412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7"/>
            <p:cNvSpPr/>
            <p:nvPr/>
          </p:nvSpPr>
          <p:spPr>
            <a:xfrm>
              <a:off x="3483803" y="2478180"/>
              <a:ext cx="5055317" cy="573771"/>
            </a:xfrm>
            <a:custGeom>
              <a:avLst/>
              <a:pathLst>
                <a:path w="5055317" h="573771">
                  <a:moveTo>
                    <a:pt x="0" y="0"/>
                  </a:moveTo>
                  <a:lnTo>
                    <a:pt x="5055317" y="573771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8"/>
            <p:cNvSpPr/>
            <p:nvPr/>
          </p:nvSpPr>
          <p:spPr>
            <a:xfrm>
              <a:off x="3483803" y="2398075"/>
              <a:ext cx="5055317" cy="645052"/>
            </a:xfrm>
            <a:custGeom>
              <a:avLst/>
              <a:pathLst>
                <a:path w="5055317" h="645052">
                  <a:moveTo>
                    <a:pt x="0" y="0"/>
                  </a:moveTo>
                  <a:lnTo>
                    <a:pt x="5055317" y="645052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49"/>
            <p:cNvSpPr/>
            <p:nvPr/>
          </p:nvSpPr>
          <p:spPr>
            <a:xfrm>
              <a:off x="3483803" y="2317971"/>
              <a:ext cx="5055317" cy="716724"/>
            </a:xfrm>
            <a:custGeom>
              <a:avLst/>
              <a:pathLst>
                <a:path w="5055317" h="716724">
                  <a:moveTo>
                    <a:pt x="0" y="0"/>
                  </a:moveTo>
                  <a:lnTo>
                    <a:pt x="5055317" y="716724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0"/>
            <p:cNvSpPr/>
            <p:nvPr/>
          </p:nvSpPr>
          <p:spPr>
            <a:xfrm>
              <a:off x="3483803" y="2237866"/>
              <a:ext cx="5055317" cy="827746"/>
            </a:xfrm>
            <a:custGeom>
              <a:avLst/>
              <a:pathLst>
                <a:path w="5055317" h="827746">
                  <a:moveTo>
                    <a:pt x="0" y="0"/>
                  </a:moveTo>
                  <a:lnTo>
                    <a:pt x="5055317" y="827746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1"/>
            <p:cNvSpPr/>
            <p:nvPr/>
          </p:nvSpPr>
          <p:spPr>
            <a:xfrm>
              <a:off x="3483803" y="2157762"/>
              <a:ext cx="5055317" cy="934552"/>
            </a:xfrm>
            <a:custGeom>
              <a:avLst/>
              <a:pathLst>
                <a:path w="5055317" h="934552">
                  <a:moveTo>
                    <a:pt x="0" y="0"/>
                  </a:moveTo>
                  <a:lnTo>
                    <a:pt x="5055317" y="934552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2"/>
            <p:cNvSpPr/>
            <p:nvPr/>
          </p:nvSpPr>
          <p:spPr>
            <a:xfrm>
              <a:off x="3483803" y="2077657"/>
              <a:ext cx="5055317" cy="945233"/>
            </a:xfrm>
            <a:custGeom>
              <a:avLst/>
              <a:pathLst>
                <a:path w="5055317" h="945233">
                  <a:moveTo>
                    <a:pt x="0" y="0"/>
                  </a:moveTo>
                  <a:lnTo>
                    <a:pt x="5055317" y="945233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3"/>
            <p:cNvSpPr/>
            <p:nvPr/>
          </p:nvSpPr>
          <p:spPr>
            <a:xfrm>
              <a:off x="3483803" y="1917448"/>
              <a:ext cx="5055317" cy="1299473"/>
            </a:xfrm>
            <a:custGeom>
              <a:avLst/>
              <a:pathLst>
                <a:path w="5055317" h="1299473">
                  <a:moveTo>
                    <a:pt x="0" y="0"/>
                  </a:moveTo>
                  <a:lnTo>
                    <a:pt x="5055317" y="1299473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t54"/>
            <p:cNvSpPr/>
            <p:nvPr/>
          </p:nvSpPr>
          <p:spPr>
            <a:xfrm>
              <a:off x="3463042" y="574170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t55"/>
            <p:cNvSpPr/>
            <p:nvPr/>
          </p:nvSpPr>
          <p:spPr>
            <a:xfrm>
              <a:off x="3463042" y="566159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t56"/>
            <p:cNvSpPr/>
            <p:nvPr/>
          </p:nvSpPr>
          <p:spPr>
            <a:xfrm>
              <a:off x="3463042" y="558149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t57"/>
            <p:cNvSpPr/>
            <p:nvPr/>
          </p:nvSpPr>
          <p:spPr>
            <a:xfrm>
              <a:off x="3463042" y="550139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t58"/>
            <p:cNvSpPr/>
            <p:nvPr/>
          </p:nvSpPr>
          <p:spPr>
            <a:xfrm>
              <a:off x="3463042" y="542128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t59"/>
            <p:cNvSpPr/>
            <p:nvPr/>
          </p:nvSpPr>
          <p:spPr>
            <a:xfrm>
              <a:off x="3463042" y="534118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t60"/>
            <p:cNvSpPr/>
            <p:nvPr/>
          </p:nvSpPr>
          <p:spPr>
            <a:xfrm>
              <a:off x="3463042" y="526107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t61"/>
            <p:cNvSpPr/>
            <p:nvPr/>
          </p:nvSpPr>
          <p:spPr>
            <a:xfrm>
              <a:off x="3463042" y="518097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t62"/>
            <p:cNvSpPr/>
            <p:nvPr/>
          </p:nvSpPr>
          <p:spPr>
            <a:xfrm>
              <a:off x="3463042" y="510086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t63"/>
            <p:cNvSpPr/>
            <p:nvPr/>
          </p:nvSpPr>
          <p:spPr>
            <a:xfrm>
              <a:off x="3463042" y="502076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t64"/>
            <p:cNvSpPr/>
            <p:nvPr/>
          </p:nvSpPr>
          <p:spPr>
            <a:xfrm>
              <a:off x="3463042" y="494065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t65"/>
            <p:cNvSpPr/>
            <p:nvPr/>
          </p:nvSpPr>
          <p:spPr>
            <a:xfrm>
              <a:off x="3463042" y="486055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t66"/>
            <p:cNvSpPr/>
            <p:nvPr/>
          </p:nvSpPr>
          <p:spPr>
            <a:xfrm>
              <a:off x="3463042" y="478045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t67"/>
            <p:cNvSpPr/>
            <p:nvPr/>
          </p:nvSpPr>
          <p:spPr>
            <a:xfrm>
              <a:off x="3463042" y="470034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t68"/>
            <p:cNvSpPr/>
            <p:nvPr/>
          </p:nvSpPr>
          <p:spPr>
            <a:xfrm>
              <a:off x="3463042" y="462024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t69"/>
            <p:cNvSpPr/>
            <p:nvPr/>
          </p:nvSpPr>
          <p:spPr>
            <a:xfrm>
              <a:off x="3463042" y="454013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t70"/>
            <p:cNvSpPr/>
            <p:nvPr/>
          </p:nvSpPr>
          <p:spPr>
            <a:xfrm>
              <a:off x="3463042" y="446003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t71"/>
            <p:cNvSpPr/>
            <p:nvPr/>
          </p:nvSpPr>
          <p:spPr>
            <a:xfrm>
              <a:off x="3463042" y="437992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t72"/>
            <p:cNvSpPr/>
            <p:nvPr/>
          </p:nvSpPr>
          <p:spPr>
            <a:xfrm>
              <a:off x="3463042" y="429982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t73"/>
            <p:cNvSpPr/>
            <p:nvPr/>
          </p:nvSpPr>
          <p:spPr>
            <a:xfrm>
              <a:off x="3463042" y="421971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t74"/>
            <p:cNvSpPr/>
            <p:nvPr/>
          </p:nvSpPr>
          <p:spPr>
            <a:xfrm>
              <a:off x="3463042" y="413961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t75"/>
            <p:cNvSpPr/>
            <p:nvPr/>
          </p:nvSpPr>
          <p:spPr>
            <a:xfrm>
              <a:off x="3463042" y="405950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t76"/>
            <p:cNvSpPr/>
            <p:nvPr/>
          </p:nvSpPr>
          <p:spPr>
            <a:xfrm>
              <a:off x="3463042" y="397940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t77"/>
            <p:cNvSpPr/>
            <p:nvPr/>
          </p:nvSpPr>
          <p:spPr>
            <a:xfrm>
              <a:off x="3463042" y="389930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t78"/>
            <p:cNvSpPr/>
            <p:nvPr/>
          </p:nvSpPr>
          <p:spPr>
            <a:xfrm>
              <a:off x="3463042" y="381919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t79"/>
            <p:cNvSpPr/>
            <p:nvPr/>
          </p:nvSpPr>
          <p:spPr>
            <a:xfrm>
              <a:off x="3463042" y="373909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t80"/>
            <p:cNvSpPr/>
            <p:nvPr/>
          </p:nvSpPr>
          <p:spPr>
            <a:xfrm>
              <a:off x="3463042" y="365898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t81"/>
            <p:cNvSpPr/>
            <p:nvPr/>
          </p:nvSpPr>
          <p:spPr>
            <a:xfrm>
              <a:off x="3463042" y="357888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t82"/>
            <p:cNvSpPr/>
            <p:nvPr/>
          </p:nvSpPr>
          <p:spPr>
            <a:xfrm>
              <a:off x="3463042" y="349877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t83"/>
            <p:cNvSpPr/>
            <p:nvPr/>
          </p:nvSpPr>
          <p:spPr>
            <a:xfrm>
              <a:off x="3463042" y="341867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t84"/>
            <p:cNvSpPr/>
            <p:nvPr/>
          </p:nvSpPr>
          <p:spPr>
            <a:xfrm>
              <a:off x="3463042" y="333856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t85"/>
            <p:cNvSpPr/>
            <p:nvPr/>
          </p:nvSpPr>
          <p:spPr>
            <a:xfrm>
              <a:off x="3463042" y="325846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t86"/>
            <p:cNvSpPr/>
            <p:nvPr/>
          </p:nvSpPr>
          <p:spPr>
            <a:xfrm>
              <a:off x="3463042" y="317836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t87"/>
            <p:cNvSpPr/>
            <p:nvPr/>
          </p:nvSpPr>
          <p:spPr>
            <a:xfrm>
              <a:off x="3463042" y="309825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t88"/>
            <p:cNvSpPr/>
            <p:nvPr/>
          </p:nvSpPr>
          <p:spPr>
            <a:xfrm>
              <a:off x="3463042" y="301815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t89"/>
            <p:cNvSpPr/>
            <p:nvPr/>
          </p:nvSpPr>
          <p:spPr>
            <a:xfrm>
              <a:off x="3463042" y="293804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t90"/>
            <p:cNvSpPr/>
            <p:nvPr/>
          </p:nvSpPr>
          <p:spPr>
            <a:xfrm>
              <a:off x="3463042" y="285794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t91"/>
            <p:cNvSpPr/>
            <p:nvPr/>
          </p:nvSpPr>
          <p:spPr>
            <a:xfrm>
              <a:off x="3463042" y="277783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t92"/>
            <p:cNvSpPr/>
            <p:nvPr/>
          </p:nvSpPr>
          <p:spPr>
            <a:xfrm>
              <a:off x="3463042" y="269773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t93"/>
            <p:cNvSpPr/>
            <p:nvPr/>
          </p:nvSpPr>
          <p:spPr>
            <a:xfrm>
              <a:off x="3463042" y="261762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t94"/>
            <p:cNvSpPr/>
            <p:nvPr/>
          </p:nvSpPr>
          <p:spPr>
            <a:xfrm>
              <a:off x="3463042" y="253752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t95"/>
            <p:cNvSpPr/>
            <p:nvPr/>
          </p:nvSpPr>
          <p:spPr>
            <a:xfrm>
              <a:off x="3463042" y="245741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t96"/>
            <p:cNvSpPr/>
            <p:nvPr/>
          </p:nvSpPr>
          <p:spPr>
            <a:xfrm>
              <a:off x="3463042" y="237731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t97"/>
            <p:cNvSpPr/>
            <p:nvPr/>
          </p:nvSpPr>
          <p:spPr>
            <a:xfrm>
              <a:off x="3463042" y="229721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t98"/>
            <p:cNvSpPr/>
            <p:nvPr/>
          </p:nvSpPr>
          <p:spPr>
            <a:xfrm>
              <a:off x="3463042" y="221710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t99"/>
            <p:cNvSpPr/>
            <p:nvPr/>
          </p:nvSpPr>
          <p:spPr>
            <a:xfrm>
              <a:off x="3463042" y="213700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t100"/>
            <p:cNvSpPr/>
            <p:nvPr/>
          </p:nvSpPr>
          <p:spPr>
            <a:xfrm>
              <a:off x="3463042" y="205689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t101"/>
            <p:cNvSpPr/>
            <p:nvPr/>
          </p:nvSpPr>
          <p:spPr>
            <a:xfrm>
              <a:off x="3463042" y="189668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t102"/>
            <p:cNvSpPr/>
            <p:nvPr/>
          </p:nvSpPr>
          <p:spPr>
            <a:xfrm>
              <a:off x="8514294" y="429575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t103"/>
            <p:cNvSpPr/>
            <p:nvPr/>
          </p:nvSpPr>
          <p:spPr>
            <a:xfrm>
              <a:off x="8514294" y="429575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t104"/>
            <p:cNvSpPr/>
            <p:nvPr/>
          </p:nvSpPr>
          <p:spPr>
            <a:xfrm>
              <a:off x="8514294" y="445596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t105"/>
            <p:cNvSpPr/>
            <p:nvPr/>
          </p:nvSpPr>
          <p:spPr>
            <a:xfrm>
              <a:off x="8514294" y="397533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t106"/>
            <p:cNvSpPr/>
            <p:nvPr/>
          </p:nvSpPr>
          <p:spPr>
            <a:xfrm>
              <a:off x="8514294" y="440256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t107"/>
            <p:cNvSpPr/>
            <p:nvPr/>
          </p:nvSpPr>
          <p:spPr>
            <a:xfrm>
              <a:off x="8514294" y="440447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t108"/>
            <p:cNvSpPr/>
            <p:nvPr/>
          </p:nvSpPr>
          <p:spPr>
            <a:xfrm>
              <a:off x="8514294" y="442036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t109"/>
            <p:cNvSpPr/>
            <p:nvPr/>
          </p:nvSpPr>
          <p:spPr>
            <a:xfrm>
              <a:off x="8514294" y="433314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t110"/>
            <p:cNvSpPr/>
            <p:nvPr/>
          </p:nvSpPr>
          <p:spPr>
            <a:xfrm>
              <a:off x="8514294" y="438772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t111"/>
            <p:cNvSpPr/>
            <p:nvPr/>
          </p:nvSpPr>
          <p:spPr>
            <a:xfrm>
              <a:off x="8514294" y="428417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t112"/>
            <p:cNvSpPr/>
            <p:nvPr/>
          </p:nvSpPr>
          <p:spPr>
            <a:xfrm>
              <a:off x="8514294" y="426714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t113"/>
            <p:cNvSpPr/>
            <p:nvPr/>
          </p:nvSpPr>
          <p:spPr>
            <a:xfrm>
              <a:off x="8514294" y="424745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t114"/>
            <p:cNvSpPr/>
            <p:nvPr/>
          </p:nvSpPr>
          <p:spPr>
            <a:xfrm>
              <a:off x="8514294" y="427719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t115"/>
            <p:cNvSpPr/>
            <p:nvPr/>
          </p:nvSpPr>
          <p:spPr>
            <a:xfrm>
              <a:off x="8514294" y="422997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t116"/>
            <p:cNvSpPr/>
            <p:nvPr/>
          </p:nvSpPr>
          <p:spPr>
            <a:xfrm>
              <a:off x="8514294" y="420325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t117"/>
            <p:cNvSpPr/>
            <p:nvPr/>
          </p:nvSpPr>
          <p:spPr>
            <a:xfrm>
              <a:off x="8514294" y="417734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t118"/>
            <p:cNvSpPr/>
            <p:nvPr/>
          </p:nvSpPr>
          <p:spPr>
            <a:xfrm>
              <a:off x="8514294" y="410626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t119"/>
            <p:cNvSpPr/>
            <p:nvPr/>
          </p:nvSpPr>
          <p:spPr>
            <a:xfrm>
              <a:off x="8514294" y="407845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t120"/>
            <p:cNvSpPr/>
            <p:nvPr/>
          </p:nvSpPr>
          <p:spPr>
            <a:xfrm>
              <a:off x="8514294" y="403849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t121"/>
            <p:cNvSpPr/>
            <p:nvPr/>
          </p:nvSpPr>
          <p:spPr>
            <a:xfrm>
              <a:off x="8514294" y="399509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t122"/>
            <p:cNvSpPr/>
            <p:nvPr/>
          </p:nvSpPr>
          <p:spPr>
            <a:xfrm>
              <a:off x="8514294" y="393721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t123"/>
            <p:cNvSpPr/>
            <p:nvPr/>
          </p:nvSpPr>
          <p:spPr>
            <a:xfrm>
              <a:off x="8514294" y="386744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t124"/>
            <p:cNvSpPr/>
            <p:nvPr/>
          </p:nvSpPr>
          <p:spPr>
            <a:xfrm>
              <a:off x="8514294" y="378264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t125"/>
            <p:cNvSpPr/>
            <p:nvPr/>
          </p:nvSpPr>
          <p:spPr>
            <a:xfrm>
              <a:off x="8514294" y="377856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t126"/>
            <p:cNvSpPr/>
            <p:nvPr/>
          </p:nvSpPr>
          <p:spPr>
            <a:xfrm>
              <a:off x="8514294" y="369343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t127"/>
            <p:cNvSpPr/>
            <p:nvPr/>
          </p:nvSpPr>
          <p:spPr>
            <a:xfrm>
              <a:off x="8514294" y="361537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t128"/>
            <p:cNvSpPr/>
            <p:nvPr/>
          </p:nvSpPr>
          <p:spPr>
            <a:xfrm>
              <a:off x="8514294" y="358348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t129"/>
            <p:cNvSpPr/>
            <p:nvPr/>
          </p:nvSpPr>
          <p:spPr>
            <a:xfrm>
              <a:off x="8514294" y="351439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t130"/>
            <p:cNvSpPr/>
            <p:nvPr/>
          </p:nvSpPr>
          <p:spPr>
            <a:xfrm>
              <a:off x="8514294" y="342650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t131"/>
            <p:cNvSpPr/>
            <p:nvPr/>
          </p:nvSpPr>
          <p:spPr>
            <a:xfrm>
              <a:off x="8514294" y="338601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t132"/>
            <p:cNvSpPr/>
            <p:nvPr/>
          </p:nvSpPr>
          <p:spPr>
            <a:xfrm>
              <a:off x="8514294" y="337300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t133"/>
            <p:cNvSpPr/>
            <p:nvPr/>
          </p:nvSpPr>
          <p:spPr>
            <a:xfrm>
              <a:off x="8514294" y="336853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t134"/>
            <p:cNvSpPr/>
            <p:nvPr/>
          </p:nvSpPr>
          <p:spPr>
            <a:xfrm>
              <a:off x="8514294" y="330821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t135"/>
            <p:cNvSpPr/>
            <p:nvPr/>
          </p:nvSpPr>
          <p:spPr>
            <a:xfrm>
              <a:off x="8514294" y="328543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t136"/>
            <p:cNvSpPr/>
            <p:nvPr/>
          </p:nvSpPr>
          <p:spPr>
            <a:xfrm>
              <a:off x="8514294" y="324567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t137"/>
            <p:cNvSpPr/>
            <p:nvPr/>
          </p:nvSpPr>
          <p:spPr>
            <a:xfrm>
              <a:off x="8514294" y="319911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t138"/>
            <p:cNvSpPr/>
            <p:nvPr/>
          </p:nvSpPr>
          <p:spPr>
            <a:xfrm>
              <a:off x="8514294" y="320982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t139"/>
            <p:cNvSpPr/>
            <p:nvPr/>
          </p:nvSpPr>
          <p:spPr>
            <a:xfrm>
              <a:off x="8514294" y="319819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t140"/>
            <p:cNvSpPr/>
            <p:nvPr/>
          </p:nvSpPr>
          <p:spPr>
            <a:xfrm>
              <a:off x="8514294" y="319780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t141"/>
            <p:cNvSpPr/>
            <p:nvPr/>
          </p:nvSpPr>
          <p:spPr>
            <a:xfrm>
              <a:off x="8514294" y="308541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t142"/>
            <p:cNvSpPr/>
            <p:nvPr/>
          </p:nvSpPr>
          <p:spPr>
            <a:xfrm>
              <a:off x="8514294" y="310487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t143"/>
            <p:cNvSpPr/>
            <p:nvPr/>
          </p:nvSpPr>
          <p:spPr>
            <a:xfrm>
              <a:off x="8514294" y="302712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t144"/>
            <p:cNvSpPr/>
            <p:nvPr/>
          </p:nvSpPr>
          <p:spPr>
            <a:xfrm>
              <a:off x="8514294" y="301830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t145"/>
            <p:cNvSpPr/>
            <p:nvPr/>
          </p:nvSpPr>
          <p:spPr>
            <a:xfrm>
              <a:off x="8514294" y="300986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t146"/>
            <p:cNvSpPr/>
            <p:nvPr/>
          </p:nvSpPr>
          <p:spPr>
            <a:xfrm>
              <a:off x="8514294" y="304078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t147"/>
            <p:cNvSpPr/>
            <p:nvPr/>
          </p:nvSpPr>
          <p:spPr>
            <a:xfrm>
              <a:off x="8514294" y="306748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t148"/>
            <p:cNvSpPr/>
            <p:nvPr/>
          </p:nvSpPr>
          <p:spPr>
            <a:xfrm>
              <a:off x="8514294" y="299806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t149"/>
            <p:cNvSpPr/>
            <p:nvPr/>
          </p:nvSpPr>
          <p:spPr>
            <a:xfrm>
              <a:off x="8514294" y="319209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l150"/>
            <p:cNvSpPr/>
            <p:nvPr/>
          </p:nvSpPr>
          <p:spPr>
            <a:xfrm>
              <a:off x="3483803" y="1556978"/>
              <a:ext cx="0" cy="4405747"/>
            </a:xfrm>
            <a:custGeom>
              <a:avLst/>
              <a:pathLst>
                <a:path w="0" h="4405747">
                  <a:moveTo>
                    <a:pt x="0" y="4405747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l151"/>
            <p:cNvSpPr/>
            <p:nvPr/>
          </p:nvSpPr>
          <p:spPr>
            <a:xfrm>
              <a:off x="8539120" y="1556978"/>
              <a:ext cx="0" cy="4405747"/>
            </a:xfrm>
            <a:custGeom>
              <a:avLst/>
              <a:pathLst>
                <a:path w="0" h="4405747">
                  <a:moveTo>
                    <a:pt x="0" y="4405747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l152"/>
            <p:cNvSpPr/>
            <p:nvPr/>
          </p:nvSpPr>
          <p:spPr>
            <a:xfrm>
              <a:off x="3407973" y="4961419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l153"/>
            <p:cNvSpPr/>
            <p:nvPr/>
          </p:nvSpPr>
          <p:spPr>
            <a:xfrm>
              <a:off x="3407973" y="4560897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l154"/>
            <p:cNvSpPr/>
            <p:nvPr/>
          </p:nvSpPr>
          <p:spPr>
            <a:xfrm>
              <a:off x="3407973" y="4160374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l155"/>
            <p:cNvSpPr/>
            <p:nvPr/>
          </p:nvSpPr>
          <p:spPr>
            <a:xfrm>
              <a:off x="3407973" y="3759852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l156"/>
            <p:cNvSpPr/>
            <p:nvPr/>
          </p:nvSpPr>
          <p:spPr>
            <a:xfrm>
              <a:off x="3407973" y="3359329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l157"/>
            <p:cNvSpPr/>
            <p:nvPr/>
          </p:nvSpPr>
          <p:spPr>
            <a:xfrm>
              <a:off x="3407973" y="2958807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l158"/>
            <p:cNvSpPr/>
            <p:nvPr/>
          </p:nvSpPr>
          <p:spPr>
            <a:xfrm>
              <a:off x="3407973" y="2558284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l159"/>
            <p:cNvSpPr/>
            <p:nvPr/>
          </p:nvSpPr>
          <p:spPr>
            <a:xfrm>
              <a:off x="8539120" y="4961419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l160"/>
            <p:cNvSpPr/>
            <p:nvPr/>
          </p:nvSpPr>
          <p:spPr>
            <a:xfrm>
              <a:off x="8539120" y="4560897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l161"/>
            <p:cNvSpPr/>
            <p:nvPr/>
          </p:nvSpPr>
          <p:spPr>
            <a:xfrm>
              <a:off x="8539120" y="4160374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l162"/>
            <p:cNvSpPr/>
            <p:nvPr/>
          </p:nvSpPr>
          <p:spPr>
            <a:xfrm>
              <a:off x="8539120" y="3759852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l163"/>
            <p:cNvSpPr/>
            <p:nvPr/>
          </p:nvSpPr>
          <p:spPr>
            <a:xfrm>
              <a:off x="8539120" y="3359329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l164"/>
            <p:cNvSpPr/>
            <p:nvPr/>
          </p:nvSpPr>
          <p:spPr>
            <a:xfrm>
              <a:off x="8539120" y="2958807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l165"/>
            <p:cNvSpPr/>
            <p:nvPr/>
          </p:nvSpPr>
          <p:spPr>
            <a:xfrm>
              <a:off x="8539120" y="2558284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tx166"/>
            <p:cNvSpPr/>
            <p:nvPr/>
          </p:nvSpPr>
          <p:spPr>
            <a:xfrm>
              <a:off x="3173068" y="4926333"/>
              <a:ext cx="108521" cy="70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168" name="tx167"/>
            <p:cNvSpPr/>
            <p:nvPr/>
          </p:nvSpPr>
          <p:spPr>
            <a:xfrm>
              <a:off x="3173068" y="4526240"/>
              <a:ext cx="108521" cy="69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15</a:t>
              </a:r>
            </a:p>
          </p:txBody>
        </p:sp>
        <p:sp>
          <p:nvSpPr>
            <p:cNvPr id="169" name="tx168"/>
            <p:cNvSpPr/>
            <p:nvPr/>
          </p:nvSpPr>
          <p:spPr>
            <a:xfrm>
              <a:off x="3173068" y="4125050"/>
              <a:ext cx="108521" cy="7031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170" name="tx169"/>
            <p:cNvSpPr/>
            <p:nvPr/>
          </p:nvSpPr>
          <p:spPr>
            <a:xfrm>
              <a:off x="3173068" y="3724671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25</a:t>
              </a:r>
            </a:p>
          </p:txBody>
        </p:sp>
        <p:sp>
          <p:nvSpPr>
            <p:cNvPr id="171" name="tx170"/>
            <p:cNvSpPr/>
            <p:nvPr/>
          </p:nvSpPr>
          <p:spPr>
            <a:xfrm>
              <a:off x="3173068" y="3324148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172" name="tx171"/>
            <p:cNvSpPr/>
            <p:nvPr/>
          </p:nvSpPr>
          <p:spPr>
            <a:xfrm>
              <a:off x="3173068" y="2923625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35</a:t>
              </a:r>
            </a:p>
          </p:txBody>
        </p:sp>
        <p:sp>
          <p:nvSpPr>
            <p:cNvPr id="173" name="tx172"/>
            <p:cNvSpPr/>
            <p:nvPr/>
          </p:nvSpPr>
          <p:spPr>
            <a:xfrm>
              <a:off x="3173068" y="2523008"/>
              <a:ext cx="108521" cy="7026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174" name="tx173"/>
            <p:cNvSpPr/>
            <p:nvPr/>
          </p:nvSpPr>
          <p:spPr>
            <a:xfrm>
              <a:off x="8741333" y="4926333"/>
              <a:ext cx="108521" cy="70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175" name="tx174"/>
            <p:cNvSpPr/>
            <p:nvPr/>
          </p:nvSpPr>
          <p:spPr>
            <a:xfrm>
              <a:off x="8741333" y="4526240"/>
              <a:ext cx="108521" cy="69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15</a:t>
              </a:r>
            </a:p>
          </p:txBody>
        </p:sp>
        <p:sp>
          <p:nvSpPr>
            <p:cNvPr id="176" name="tx175"/>
            <p:cNvSpPr/>
            <p:nvPr/>
          </p:nvSpPr>
          <p:spPr>
            <a:xfrm>
              <a:off x="8741333" y="4125050"/>
              <a:ext cx="108521" cy="7031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177" name="tx176"/>
            <p:cNvSpPr/>
            <p:nvPr/>
          </p:nvSpPr>
          <p:spPr>
            <a:xfrm>
              <a:off x="8741333" y="3724671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25</a:t>
              </a:r>
            </a:p>
          </p:txBody>
        </p:sp>
        <p:sp>
          <p:nvSpPr>
            <p:cNvPr id="178" name="tx177"/>
            <p:cNvSpPr/>
            <p:nvPr/>
          </p:nvSpPr>
          <p:spPr>
            <a:xfrm>
              <a:off x="8741333" y="3324148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179" name="tx178"/>
            <p:cNvSpPr/>
            <p:nvPr/>
          </p:nvSpPr>
          <p:spPr>
            <a:xfrm>
              <a:off x="8741333" y="2923625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35</a:t>
              </a:r>
            </a:p>
          </p:txBody>
        </p:sp>
        <p:sp>
          <p:nvSpPr>
            <p:cNvPr id="180" name="tx179"/>
            <p:cNvSpPr/>
            <p:nvPr/>
          </p:nvSpPr>
          <p:spPr>
            <a:xfrm>
              <a:off x="8741333" y="2523008"/>
              <a:ext cx="108521" cy="7026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181" name="pl180"/>
            <p:cNvSpPr/>
            <p:nvPr/>
          </p:nvSpPr>
          <p:spPr>
            <a:xfrm>
              <a:off x="824706" y="1556978"/>
              <a:ext cx="0" cy="4405747"/>
            </a:xfrm>
            <a:custGeom>
              <a:avLst/>
              <a:pathLst>
                <a:path w="0" h="4405747">
                  <a:moveTo>
                    <a:pt x="0" y="4405747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l181"/>
            <p:cNvSpPr/>
            <p:nvPr/>
          </p:nvSpPr>
          <p:spPr>
            <a:xfrm>
              <a:off x="824706" y="5962726"/>
              <a:ext cx="10373511" cy="0"/>
            </a:xfrm>
            <a:custGeom>
              <a:avLst/>
              <a:pathLst>
                <a:path w="10373511" h="0">
                  <a:moveTo>
                    <a:pt x="0" y="0"/>
                  </a:moveTo>
                  <a:lnTo>
                    <a:pt x="10373511" y="0"/>
                  </a:lnTo>
                </a:path>
              </a:pathLst>
            </a:custGeom>
            <a:ln w="17246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l182"/>
            <p:cNvSpPr/>
            <p:nvPr/>
          </p:nvSpPr>
          <p:spPr>
            <a:xfrm>
              <a:off x="3483803" y="5962726"/>
              <a:ext cx="0" cy="44283"/>
            </a:xfrm>
            <a:custGeom>
              <a:avLst/>
              <a:pathLst>
                <a:path w="0" h="44283">
                  <a:moveTo>
                    <a:pt x="0" y="44283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l183"/>
            <p:cNvSpPr/>
            <p:nvPr/>
          </p:nvSpPr>
          <p:spPr>
            <a:xfrm>
              <a:off x="8539120" y="5962726"/>
              <a:ext cx="0" cy="44283"/>
            </a:xfrm>
            <a:custGeom>
              <a:avLst/>
              <a:pathLst>
                <a:path w="0" h="44283">
                  <a:moveTo>
                    <a:pt x="0" y="44283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tx184"/>
            <p:cNvSpPr/>
            <p:nvPr/>
          </p:nvSpPr>
          <p:spPr>
            <a:xfrm>
              <a:off x="3163554" y="6012780"/>
              <a:ext cx="640496" cy="13168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Response</a:t>
              </a:r>
            </a:p>
          </p:txBody>
        </p:sp>
        <p:sp>
          <p:nvSpPr>
            <p:cNvPr id="186" name="tx185"/>
            <p:cNvSpPr/>
            <p:nvPr/>
          </p:nvSpPr>
          <p:spPr>
            <a:xfrm>
              <a:off x="8060762" y="6012086"/>
              <a:ext cx="956716" cy="1323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Mean objective</a:t>
              </a:r>
            </a:p>
          </p:txBody>
        </p:sp>
        <p:sp>
          <p:nvSpPr>
            <p:cNvPr id="187" name="tx186"/>
            <p:cNvSpPr/>
            <p:nvPr/>
          </p:nvSpPr>
          <p:spPr>
            <a:xfrm>
              <a:off x="824706" y="1261006"/>
              <a:ext cx="1956928" cy="168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Reverse Galton squeeze</a:t>
              </a:r>
            </a:p>
          </p:txBody>
        </p:sp>
        <p:sp>
          <p:nvSpPr>
            <p:cNvPr id="188" name="tx187"/>
            <p:cNvSpPr/>
            <p:nvPr/>
          </p:nvSpPr>
          <p:spPr>
            <a:xfrm>
              <a:off x="824706" y="967742"/>
              <a:ext cx="3427407" cy="1980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6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6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Experiment 2 - Experience condition</a:t>
              </a:r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p:ph/>
          </p:nvPr>
        </p:nvSpPr>
        <p:spPr>
          <a:xfrm>
            <a:off x="274320" y="182880"/>
            <a:ext cx="11430000" cy="457200"/>
          </a:xfrm>
        </p:spPr>
        <p:txBody>
          <a:bodyPr/>
          <a:lstStyle/>
          <a:p>
            <a:r>
              <a:rPr/>
              <a:t>Exp 2 - Average reverse Galton responses 14-36</a:t>
            </a:r>
          </a:p>
        </p:txBody>
      </p:sp>
      <p:grpSp xmlns:pic="http://schemas.openxmlformats.org/drawingml/2006/picture">
        <p:nvGrpSpPr>
          <p:cNvPr id="3" name=""/>
          <p:cNvGrpSpPr/>
          <p:nvPr/>
        </p:nvGrpSpPr>
        <p:grpSpPr>
          <a:xfrm>
            <a:off x="274320" y="822960"/>
            <a:ext cx="11430000" cy="5669280"/>
            <a:chOff x="274320" y="822960"/>
            <a:chExt cx="11430000" cy="5669280"/>
          </a:xfrm>
        </p:grpSpPr>
        <p:sp>
          <p:nvSpPr>
            <p:cNvPr id="4" name="rc3"/>
            <p:cNvSpPr/>
            <p:nvPr/>
          </p:nvSpPr>
          <p:spPr>
            <a:xfrm>
              <a:off x="274320" y="822960"/>
              <a:ext cx="1143000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4"/>
            <p:cNvSpPr/>
            <p:nvPr/>
          </p:nvSpPr>
          <p:spPr>
            <a:xfrm>
              <a:off x="274320" y="822960"/>
              <a:ext cx="1143000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7246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rc5"/>
            <p:cNvSpPr/>
            <p:nvPr/>
          </p:nvSpPr>
          <p:spPr>
            <a:xfrm>
              <a:off x="824706" y="1556978"/>
              <a:ext cx="10373511" cy="4405747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6"/>
            <p:cNvSpPr/>
            <p:nvPr/>
          </p:nvSpPr>
          <p:spPr>
            <a:xfrm>
              <a:off x="3483803" y="4198226"/>
              <a:ext cx="5055317" cy="442775"/>
            </a:xfrm>
            <a:custGeom>
              <a:avLst/>
              <a:pathLst>
                <a:path w="5055317" h="442775">
                  <a:moveTo>
                    <a:pt x="0" y="442775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7"/>
            <p:cNvSpPr/>
            <p:nvPr/>
          </p:nvSpPr>
          <p:spPr>
            <a:xfrm>
              <a:off x="3483803" y="4156171"/>
              <a:ext cx="5055317" cy="404725"/>
            </a:xfrm>
            <a:custGeom>
              <a:avLst/>
              <a:pathLst>
                <a:path w="5055317" h="404725">
                  <a:moveTo>
                    <a:pt x="0" y="404725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8"/>
            <p:cNvSpPr/>
            <p:nvPr/>
          </p:nvSpPr>
          <p:spPr>
            <a:xfrm>
              <a:off x="3483803" y="4108330"/>
              <a:ext cx="5055317" cy="372461"/>
            </a:xfrm>
            <a:custGeom>
              <a:avLst/>
              <a:pathLst>
                <a:path w="5055317" h="372461">
                  <a:moveTo>
                    <a:pt x="0" y="372461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9"/>
            <p:cNvSpPr/>
            <p:nvPr/>
          </p:nvSpPr>
          <p:spPr>
            <a:xfrm>
              <a:off x="3483803" y="4037271"/>
              <a:ext cx="5055317" cy="363416"/>
            </a:xfrm>
            <a:custGeom>
              <a:avLst/>
              <a:pathLst>
                <a:path w="5055317" h="363416">
                  <a:moveTo>
                    <a:pt x="0" y="363416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0"/>
            <p:cNvSpPr/>
            <p:nvPr/>
          </p:nvSpPr>
          <p:spPr>
            <a:xfrm>
              <a:off x="3483803" y="3990728"/>
              <a:ext cx="5055317" cy="329855"/>
            </a:xfrm>
            <a:custGeom>
              <a:avLst/>
              <a:pathLst>
                <a:path w="5055317" h="329855">
                  <a:moveTo>
                    <a:pt x="0" y="329855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1"/>
            <p:cNvSpPr/>
            <p:nvPr/>
          </p:nvSpPr>
          <p:spPr>
            <a:xfrm>
              <a:off x="3483803" y="3923711"/>
              <a:ext cx="5055317" cy="316768"/>
            </a:xfrm>
            <a:custGeom>
              <a:avLst/>
              <a:pathLst>
                <a:path w="5055317" h="316768">
                  <a:moveTo>
                    <a:pt x="0" y="316768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2"/>
            <p:cNvSpPr/>
            <p:nvPr/>
          </p:nvSpPr>
          <p:spPr>
            <a:xfrm>
              <a:off x="3483803" y="3876499"/>
              <a:ext cx="5055317" cy="283875"/>
            </a:xfrm>
            <a:custGeom>
              <a:avLst/>
              <a:pathLst>
                <a:path w="5055317" h="283875">
                  <a:moveTo>
                    <a:pt x="0" y="283875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3"/>
            <p:cNvSpPr/>
            <p:nvPr/>
          </p:nvSpPr>
          <p:spPr>
            <a:xfrm>
              <a:off x="3483803" y="3807915"/>
              <a:ext cx="5055317" cy="272355"/>
            </a:xfrm>
            <a:custGeom>
              <a:avLst/>
              <a:pathLst>
                <a:path w="5055317" h="272355">
                  <a:moveTo>
                    <a:pt x="0" y="272355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4"/>
            <p:cNvSpPr/>
            <p:nvPr/>
          </p:nvSpPr>
          <p:spPr>
            <a:xfrm>
              <a:off x="3483803" y="3743669"/>
              <a:ext cx="5055317" cy="256496"/>
            </a:xfrm>
            <a:custGeom>
              <a:avLst/>
              <a:pathLst>
                <a:path w="5055317" h="256496">
                  <a:moveTo>
                    <a:pt x="0" y="256496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5"/>
            <p:cNvSpPr/>
            <p:nvPr/>
          </p:nvSpPr>
          <p:spPr>
            <a:xfrm>
              <a:off x="3483803" y="3716453"/>
              <a:ext cx="5055317" cy="203607"/>
            </a:xfrm>
            <a:custGeom>
              <a:avLst/>
              <a:pathLst>
                <a:path w="5055317" h="203607">
                  <a:moveTo>
                    <a:pt x="0" y="203607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6"/>
            <p:cNvSpPr/>
            <p:nvPr/>
          </p:nvSpPr>
          <p:spPr>
            <a:xfrm>
              <a:off x="3483803" y="3620512"/>
              <a:ext cx="5055317" cy="219444"/>
            </a:xfrm>
            <a:custGeom>
              <a:avLst/>
              <a:pathLst>
                <a:path w="5055317" h="219444">
                  <a:moveTo>
                    <a:pt x="0" y="219444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7"/>
            <p:cNvSpPr/>
            <p:nvPr/>
          </p:nvSpPr>
          <p:spPr>
            <a:xfrm>
              <a:off x="3483803" y="3555425"/>
              <a:ext cx="5055317" cy="204426"/>
            </a:xfrm>
            <a:custGeom>
              <a:avLst/>
              <a:pathLst>
                <a:path w="5055317" h="204426">
                  <a:moveTo>
                    <a:pt x="0" y="204426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8"/>
            <p:cNvSpPr/>
            <p:nvPr/>
          </p:nvSpPr>
          <p:spPr>
            <a:xfrm>
              <a:off x="3483803" y="3534796"/>
              <a:ext cx="5055317" cy="144951"/>
            </a:xfrm>
            <a:custGeom>
              <a:avLst/>
              <a:pathLst>
                <a:path w="5055317" h="144951">
                  <a:moveTo>
                    <a:pt x="0" y="144951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19"/>
            <p:cNvSpPr/>
            <p:nvPr/>
          </p:nvSpPr>
          <p:spPr>
            <a:xfrm>
              <a:off x="3483803" y="3440158"/>
              <a:ext cx="5055317" cy="159485"/>
            </a:xfrm>
            <a:custGeom>
              <a:avLst/>
              <a:pathLst>
                <a:path w="5055317" h="159485">
                  <a:moveTo>
                    <a:pt x="0" y="159485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0"/>
            <p:cNvSpPr/>
            <p:nvPr/>
          </p:nvSpPr>
          <p:spPr>
            <a:xfrm>
              <a:off x="3483803" y="3376018"/>
              <a:ext cx="5055317" cy="143520"/>
            </a:xfrm>
            <a:custGeom>
              <a:avLst/>
              <a:pathLst>
                <a:path w="5055317" h="143520">
                  <a:moveTo>
                    <a:pt x="0" y="143520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1"/>
            <p:cNvSpPr/>
            <p:nvPr/>
          </p:nvSpPr>
          <p:spPr>
            <a:xfrm>
              <a:off x="3483803" y="3349888"/>
              <a:ext cx="5055317" cy="89545"/>
            </a:xfrm>
            <a:custGeom>
              <a:avLst/>
              <a:pathLst>
                <a:path w="5055317" h="89545">
                  <a:moveTo>
                    <a:pt x="0" y="89545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2"/>
            <p:cNvSpPr/>
            <p:nvPr/>
          </p:nvSpPr>
          <p:spPr>
            <a:xfrm>
              <a:off x="3483803" y="3299993"/>
              <a:ext cx="5055317" cy="59336"/>
            </a:xfrm>
            <a:custGeom>
              <a:avLst/>
              <a:pathLst>
                <a:path w="5055317" h="59336">
                  <a:moveTo>
                    <a:pt x="0" y="59336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3"/>
            <p:cNvSpPr/>
            <p:nvPr/>
          </p:nvSpPr>
          <p:spPr>
            <a:xfrm>
              <a:off x="3483803" y="3254117"/>
              <a:ext cx="5055317" cy="25107"/>
            </a:xfrm>
            <a:custGeom>
              <a:avLst/>
              <a:pathLst>
                <a:path w="5055317" h="25107">
                  <a:moveTo>
                    <a:pt x="0" y="25107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4"/>
            <p:cNvSpPr/>
            <p:nvPr/>
          </p:nvSpPr>
          <p:spPr>
            <a:xfrm>
              <a:off x="3483803" y="3199120"/>
              <a:ext cx="5055317" cy="75289"/>
            </a:xfrm>
            <a:custGeom>
              <a:avLst/>
              <a:pathLst>
                <a:path w="5055317" h="75289">
                  <a:moveTo>
                    <a:pt x="0" y="0"/>
                  </a:moveTo>
                  <a:lnTo>
                    <a:pt x="5055317" y="75289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5"/>
            <p:cNvSpPr/>
            <p:nvPr/>
          </p:nvSpPr>
          <p:spPr>
            <a:xfrm>
              <a:off x="3483803" y="3119016"/>
              <a:ext cx="5055317" cy="146072"/>
            </a:xfrm>
            <a:custGeom>
              <a:avLst/>
              <a:pathLst>
                <a:path w="5055317" h="146072">
                  <a:moveTo>
                    <a:pt x="0" y="0"/>
                  </a:moveTo>
                  <a:lnTo>
                    <a:pt x="5055317" y="146072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6"/>
            <p:cNvSpPr/>
            <p:nvPr/>
          </p:nvSpPr>
          <p:spPr>
            <a:xfrm>
              <a:off x="3483803" y="3038911"/>
              <a:ext cx="5055317" cy="159615"/>
            </a:xfrm>
            <a:custGeom>
              <a:avLst/>
              <a:pathLst>
                <a:path w="5055317" h="159615">
                  <a:moveTo>
                    <a:pt x="0" y="0"/>
                  </a:moveTo>
                  <a:lnTo>
                    <a:pt x="5055317" y="159615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7"/>
            <p:cNvSpPr/>
            <p:nvPr/>
          </p:nvSpPr>
          <p:spPr>
            <a:xfrm>
              <a:off x="3483803" y="2958807"/>
              <a:ext cx="5055317" cy="208271"/>
            </a:xfrm>
            <a:custGeom>
              <a:avLst/>
              <a:pathLst>
                <a:path w="5055317" h="208271">
                  <a:moveTo>
                    <a:pt x="0" y="0"/>
                  </a:moveTo>
                  <a:lnTo>
                    <a:pt x="5055317" y="208271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8"/>
            <p:cNvSpPr/>
            <p:nvPr/>
          </p:nvSpPr>
          <p:spPr>
            <a:xfrm>
              <a:off x="3483803" y="2878702"/>
              <a:ext cx="5055317" cy="262056"/>
            </a:xfrm>
            <a:custGeom>
              <a:avLst/>
              <a:pathLst>
                <a:path w="5055317" h="262056">
                  <a:moveTo>
                    <a:pt x="0" y="0"/>
                  </a:moveTo>
                  <a:lnTo>
                    <a:pt x="5055317" y="262056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t29"/>
            <p:cNvSpPr/>
            <p:nvPr/>
          </p:nvSpPr>
          <p:spPr>
            <a:xfrm>
              <a:off x="3463042" y="462024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t30"/>
            <p:cNvSpPr/>
            <p:nvPr/>
          </p:nvSpPr>
          <p:spPr>
            <a:xfrm>
              <a:off x="3463042" y="454013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t31"/>
            <p:cNvSpPr/>
            <p:nvPr/>
          </p:nvSpPr>
          <p:spPr>
            <a:xfrm>
              <a:off x="3463042" y="446003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t32"/>
            <p:cNvSpPr/>
            <p:nvPr/>
          </p:nvSpPr>
          <p:spPr>
            <a:xfrm>
              <a:off x="3463042" y="437992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t33"/>
            <p:cNvSpPr/>
            <p:nvPr/>
          </p:nvSpPr>
          <p:spPr>
            <a:xfrm>
              <a:off x="3463042" y="429982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t34"/>
            <p:cNvSpPr/>
            <p:nvPr/>
          </p:nvSpPr>
          <p:spPr>
            <a:xfrm>
              <a:off x="3463042" y="421971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t35"/>
            <p:cNvSpPr/>
            <p:nvPr/>
          </p:nvSpPr>
          <p:spPr>
            <a:xfrm>
              <a:off x="3463042" y="413961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t36"/>
            <p:cNvSpPr/>
            <p:nvPr/>
          </p:nvSpPr>
          <p:spPr>
            <a:xfrm>
              <a:off x="3463042" y="405950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t37"/>
            <p:cNvSpPr/>
            <p:nvPr/>
          </p:nvSpPr>
          <p:spPr>
            <a:xfrm>
              <a:off x="3463042" y="397940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t38"/>
            <p:cNvSpPr/>
            <p:nvPr/>
          </p:nvSpPr>
          <p:spPr>
            <a:xfrm>
              <a:off x="3463042" y="389930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t39"/>
            <p:cNvSpPr/>
            <p:nvPr/>
          </p:nvSpPr>
          <p:spPr>
            <a:xfrm>
              <a:off x="3463042" y="381919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t40"/>
            <p:cNvSpPr/>
            <p:nvPr/>
          </p:nvSpPr>
          <p:spPr>
            <a:xfrm>
              <a:off x="3463042" y="373909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t41"/>
            <p:cNvSpPr/>
            <p:nvPr/>
          </p:nvSpPr>
          <p:spPr>
            <a:xfrm>
              <a:off x="3463042" y="365898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t42"/>
            <p:cNvSpPr/>
            <p:nvPr/>
          </p:nvSpPr>
          <p:spPr>
            <a:xfrm>
              <a:off x="3463042" y="357888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t43"/>
            <p:cNvSpPr/>
            <p:nvPr/>
          </p:nvSpPr>
          <p:spPr>
            <a:xfrm>
              <a:off x="3463042" y="349877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t44"/>
            <p:cNvSpPr/>
            <p:nvPr/>
          </p:nvSpPr>
          <p:spPr>
            <a:xfrm>
              <a:off x="3463042" y="341867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t45"/>
            <p:cNvSpPr/>
            <p:nvPr/>
          </p:nvSpPr>
          <p:spPr>
            <a:xfrm>
              <a:off x="3463042" y="333856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t46"/>
            <p:cNvSpPr/>
            <p:nvPr/>
          </p:nvSpPr>
          <p:spPr>
            <a:xfrm>
              <a:off x="3463042" y="325846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t47"/>
            <p:cNvSpPr/>
            <p:nvPr/>
          </p:nvSpPr>
          <p:spPr>
            <a:xfrm>
              <a:off x="3463042" y="317836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t48"/>
            <p:cNvSpPr/>
            <p:nvPr/>
          </p:nvSpPr>
          <p:spPr>
            <a:xfrm>
              <a:off x="3463042" y="309825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t49"/>
            <p:cNvSpPr/>
            <p:nvPr/>
          </p:nvSpPr>
          <p:spPr>
            <a:xfrm>
              <a:off x="3463042" y="301815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t50"/>
            <p:cNvSpPr/>
            <p:nvPr/>
          </p:nvSpPr>
          <p:spPr>
            <a:xfrm>
              <a:off x="3463042" y="293804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t51"/>
            <p:cNvSpPr/>
            <p:nvPr/>
          </p:nvSpPr>
          <p:spPr>
            <a:xfrm>
              <a:off x="3463042" y="285794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t52"/>
            <p:cNvSpPr/>
            <p:nvPr/>
          </p:nvSpPr>
          <p:spPr>
            <a:xfrm>
              <a:off x="8514294" y="417340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t53"/>
            <p:cNvSpPr/>
            <p:nvPr/>
          </p:nvSpPr>
          <p:spPr>
            <a:xfrm>
              <a:off x="8514294" y="413134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t54"/>
            <p:cNvSpPr/>
            <p:nvPr/>
          </p:nvSpPr>
          <p:spPr>
            <a:xfrm>
              <a:off x="8514294" y="408350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t55"/>
            <p:cNvSpPr/>
            <p:nvPr/>
          </p:nvSpPr>
          <p:spPr>
            <a:xfrm>
              <a:off x="8514294" y="401244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t56"/>
            <p:cNvSpPr/>
            <p:nvPr/>
          </p:nvSpPr>
          <p:spPr>
            <a:xfrm>
              <a:off x="8514294" y="396590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t57"/>
            <p:cNvSpPr/>
            <p:nvPr/>
          </p:nvSpPr>
          <p:spPr>
            <a:xfrm>
              <a:off x="8514294" y="389888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t58"/>
            <p:cNvSpPr/>
            <p:nvPr/>
          </p:nvSpPr>
          <p:spPr>
            <a:xfrm>
              <a:off x="8514294" y="385167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t59"/>
            <p:cNvSpPr/>
            <p:nvPr/>
          </p:nvSpPr>
          <p:spPr>
            <a:xfrm>
              <a:off x="8514294" y="378308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t60"/>
            <p:cNvSpPr/>
            <p:nvPr/>
          </p:nvSpPr>
          <p:spPr>
            <a:xfrm>
              <a:off x="8514294" y="371884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t61"/>
            <p:cNvSpPr/>
            <p:nvPr/>
          </p:nvSpPr>
          <p:spPr>
            <a:xfrm>
              <a:off x="8514294" y="369162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t62"/>
            <p:cNvSpPr/>
            <p:nvPr/>
          </p:nvSpPr>
          <p:spPr>
            <a:xfrm>
              <a:off x="8514294" y="359568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t63"/>
            <p:cNvSpPr/>
            <p:nvPr/>
          </p:nvSpPr>
          <p:spPr>
            <a:xfrm>
              <a:off x="8514294" y="353059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t64"/>
            <p:cNvSpPr/>
            <p:nvPr/>
          </p:nvSpPr>
          <p:spPr>
            <a:xfrm>
              <a:off x="8514294" y="350997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t65"/>
            <p:cNvSpPr/>
            <p:nvPr/>
          </p:nvSpPr>
          <p:spPr>
            <a:xfrm>
              <a:off x="8514294" y="341533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t66"/>
            <p:cNvSpPr/>
            <p:nvPr/>
          </p:nvSpPr>
          <p:spPr>
            <a:xfrm>
              <a:off x="8514294" y="335119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t67"/>
            <p:cNvSpPr/>
            <p:nvPr/>
          </p:nvSpPr>
          <p:spPr>
            <a:xfrm>
              <a:off x="8514294" y="332506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t68"/>
            <p:cNvSpPr/>
            <p:nvPr/>
          </p:nvSpPr>
          <p:spPr>
            <a:xfrm>
              <a:off x="8514294" y="327516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t69"/>
            <p:cNvSpPr/>
            <p:nvPr/>
          </p:nvSpPr>
          <p:spPr>
            <a:xfrm>
              <a:off x="8514294" y="322929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t70"/>
            <p:cNvSpPr/>
            <p:nvPr/>
          </p:nvSpPr>
          <p:spPr>
            <a:xfrm>
              <a:off x="8514294" y="324958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t71"/>
            <p:cNvSpPr/>
            <p:nvPr/>
          </p:nvSpPr>
          <p:spPr>
            <a:xfrm>
              <a:off x="8514294" y="324026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t72"/>
            <p:cNvSpPr/>
            <p:nvPr/>
          </p:nvSpPr>
          <p:spPr>
            <a:xfrm>
              <a:off x="8514294" y="317370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t73"/>
            <p:cNvSpPr/>
            <p:nvPr/>
          </p:nvSpPr>
          <p:spPr>
            <a:xfrm>
              <a:off x="8514294" y="314225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t74"/>
            <p:cNvSpPr/>
            <p:nvPr/>
          </p:nvSpPr>
          <p:spPr>
            <a:xfrm>
              <a:off x="8514294" y="311593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l75"/>
            <p:cNvSpPr/>
            <p:nvPr/>
          </p:nvSpPr>
          <p:spPr>
            <a:xfrm>
              <a:off x="3483803" y="1556978"/>
              <a:ext cx="0" cy="4405747"/>
            </a:xfrm>
            <a:custGeom>
              <a:avLst/>
              <a:pathLst>
                <a:path w="0" h="4405747">
                  <a:moveTo>
                    <a:pt x="0" y="4405747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l76"/>
            <p:cNvSpPr/>
            <p:nvPr/>
          </p:nvSpPr>
          <p:spPr>
            <a:xfrm>
              <a:off x="8539120" y="1556978"/>
              <a:ext cx="0" cy="4405747"/>
            </a:xfrm>
            <a:custGeom>
              <a:avLst/>
              <a:pathLst>
                <a:path w="0" h="4405747">
                  <a:moveTo>
                    <a:pt x="0" y="4405747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l77"/>
            <p:cNvSpPr/>
            <p:nvPr/>
          </p:nvSpPr>
          <p:spPr>
            <a:xfrm>
              <a:off x="3407973" y="4961419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8"/>
            <p:cNvSpPr/>
            <p:nvPr/>
          </p:nvSpPr>
          <p:spPr>
            <a:xfrm>
              <a:off x="3407973" y="4560897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79"/>
            <p:cNvSpPr/>
            <p:nvPr/>
          </p:nvSpPr>
          <p:spPr>
            <a:xfrm>
              <a:off x="3407973" y="4160374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0"/>
            <p:cNvSpPr/>
            <p:nvPr/>
          </p:nvSpPr>
          <p:spPr>
            <a:xfrm>
              <a:off x="3407973" y="3759852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1"/>
            <p:cNvSpPr/>
            <p:nvPr/>
          </p:nvSpPr>
          <p:spPr>
            <a:xfrm>
              <a:off x="3407973" y="3359329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2"/>
            <p:cNvSpPr/>
            <p:nvPr/>
          </p:nvSpPr>
          <p:spPr>
            <a:xfrm>
              <a:off x="3407973" y="2958807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3"/>
            <p:cNvSpPr/>
            <p:nvPr/>
          </p:nvSpPr>
          <p:spPr>
            <a:xfrm>
              <a:off x="3407973" y="2558284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4"/>
            <p:cNvSpPr/>
            <p:nvPr/>
          </p:nvSpPr>
          <p:spPr>
            <a:xfrm>
              <a:off x="8539120" y="4961419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5"/>
            <p:cNvSpPr/>
            <p:nvPr/>
          </p:nvSpPr>
          <p:spPr>
            <a:xfrm>
              <a:off x="8539120" y="4560897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6"/>
            <p:cNvSpPr/>
            <p:nvPr/>
          </p:nvSpPr>
          <p:spPr>
            <a:xfrm>
              <a:off x="8539120" y="4160374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7"/>
            <p:cNvSpPr/>
            <p:nvPr/>
          </p:nvSpPr>
          <p:spPr>
            <a:xfrm>
              <a:off x="8539120" y="3759852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8"/>
            <p:cNvSpPr/>
            <p:nvPr/>
          </p:nvSpPr>
          <p:spPr>
            <a:xfrm>
              <a:off x="8539120" y="3359329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89"/>
            <p:cNvSpPr/>
            <p:nvPr/>
          </p:nvSpPr>
          <p:spPr>
            <a:xfrm>
              <a:off x="8539120" y="2958807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0"/>
            <p:cNvSpPr/>
            <p:nvPr/>
          </p:nvSpPr>
          <p:spPr>
            <a:xfrm>
              <a:off x="8539120" y="2558284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tx91"/>
            <p:cNvSpPr/>
            <p:nvPr/>
          </p:nvSpPr>
          <p:spPr>
            <a:xfrm>
              <a:off x="3173068" y="4926333"/>
              <a:ext cx="108521" cy="70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93" name="tx92"/>
            <p:cNvSpPr/>
            <p:nvPr/>
          </p:nvSpPr>
          <p:spPr>
            <a:xfrm>
              <a:off x="3173068" y="4526240"/>
              <a:ext cx="108521" cy="69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15</a:t>
              </a:r>
            </a:p>
          </p:txBody>
        </p:sp>
        <p:sp>
          <p:nvSpPr>
            <p:cNvPr id="94" name="tx93"/>
            <p:cNvSpPr/>
            <p:nvPr/>
          </p:nvSpPr>
          <p:spPr>
            <a:xfrm>
              <a:off x="3173068" y="4125050"/>
              <a:ext cx="108521" cy="7031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95" name="tx94"/>
            <p:cNvSpPr/>
            <p:nvPr/>
          </p:nvSpPr>
          <p:spPr>
            <a:xfrm>
              <a:off x="3173068" y="3724671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25</a:t>
              </a:r>
            </a:p>
          </p:txBody>
        </p:sp>
        <p:sp>
          <p:nvSpPr>
            <p:cNvPr id="96" name="tx95"/>
            <p:cNvSpPr/>
            <p:nvPr/>
          </p:nvSpPr>
          <p:spPr>
            <a:xfrm>
              <a:off x="3173068" y="3324148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97" name="tx96"/>
            <p:cNvSpPr/>
            <p:nvPr/>
          </p:nvSpPr>
          <p:spPr>
            <a:xfrm>
              <a:off x="3173068" y="2923625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35</a:t>
              </a:r>
            </a:p>
          </p:txBody>
        </p:sp>
        <p:sp>
          <p:nvSpPr>
            <p:cNvPr id="98" name="tx97"/>
            <p:cNvSpPr/>
            <p:nvPr/>
          </p:nvSpPr>
          <p:spPr>
            <a:xfrm>
              <a:off x="3173068" y="2523008"/>
              <a:ext cx="108521" cy="7026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99" name="tx98"/>
            <p:cNvSpPr/>
            <p:nvPr/>
          </p:nvSpPr>
          <p:spPr>
            <a:xfrm>
              <a:off x="8741333" y="4926333"/>
              <a:ext cx="108521" cy="70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100" name="tx99"/>
            <p:cNvSpPr/>
            <p:nvPr/>
          </p:nvSpPr>
          <p:spPr>
            <a:xfrm>
              <a:off x="8741333" y="4526240"/>
              <a:ext cx="108521" cy="69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15</a:t>
              </a:r>
            </a:p>
          </p:txBody>
        </p:sp>
        <p:sp>
          <p:nvSpPr>
            <p:cNvPr id="101" name="tx100"/>
            <p:cNvSpPr/>
            <p:nvPr/>
          </p:nvSpPr>
          <p:spPr>
            <a:xfrm>
              <a:off x="8741333" y="4125050"/>
              <a:ext cx="108521" cy="7031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102" name="tx101"/>
            <p:cNvSpPr/>
            <p:nvPr/>
          </p:nvSpPr>
          <p:spPr>
            <a:xfrm>
              <a:off x="8741333" y="3724671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25</a:t>
              </a:r>
            </a:p>
          </p:txBody>
        </p:sp>
        <p:sp>
          <p:nvSpPr>
            <p:cNvPr id="103" name="tx102"/>
            <p:cNvSpPr/>
            <p:nvPr/>
          </p:nvSpPr>
          <p:spPr>
            <a:xfrm>
              <a:off x="8741333" y="3324148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104" name="tx103"/>
            <p:cNvSpPr/>
            <p:nvPr/>
          </p:nvSpPr>
          <p:spPr>
            <a:xfrm>
              <a:off x="8741333" y="2923625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35</a:t>
              </a:r>
            </a:p>
          </p:txBody>
        </p:sp>
        <p:sp>
          <p:nvSpPr>
            <p:cNvPr id="105" name="tx104"/>
            <p:cNvSpPr/>
            <p:nvPr/>
          </p:nvSpPr>
          <p:spPr>
            <a:xfrm>
              <a:off x="8741333" y="2523008"/>
              <a:ext cx="108521" cy="7026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106" name="pl105"/>
            <p:cNvSpPr/>
            <p:nvPr/>
          </p:nvSpPr>
          <p:spPr>
            <a:xfrm>
              <a:off x="824706" y="1556978"/>
              <a:ext cx="0" cy="4405747"/>
            </a:xfrm>
            <a:custGeom>
              <a:avLst/>
              <a:pathLst>
                <a:path w="0" h="4405747">
                  <a:moveTo>
                    <a:pt x="0" y="4405747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l106"/>
            <p:cNvSpPr/>
            <p:nvPr/>
          </p:nvSpPr>
          <p:spPr>
            <a:xfrm>
              <a:off x="824706" y="5962726"/>
              <a:ext cx="10373511" cy="0"/>
            </a:xfrm>
            <a:custGeom>
              <a:avLst/>
              <a:pathLst>
                <a:path w="10373511" h="0">
                  <a:moveTo>
                    <a:pt x="0" y="0"/>
                  </a:moveTo>
                  <a:lnTo>
                    <a:pt x="10373511" y="0"/>
                  </a:lnTo>
                </a:path>
              </a:pathLst>
            </a:custGeom>
            <a:ln w="17246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l107"/>
            <p:cNvSpPr/>
            <p:nvPr/>
          </p:nvSpPr>
          <p:spPr>
            <a:xfrm>
              <a:off x="3483803" y="5962726"/>
              <a:ext cx="0" cy="44283"/>
            </a:xfrm>
            <a:custGeom>
              <a:avLst/>
              <a:pathLst>
                <a:path w="0" h="44283">
                  <a:moveTo>
                    <a:pt x="0" y="44283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l108"/>
            <p:cNvSpPr/>
            <p:nvPr/>
          </p:nvSpPr>
          <p:spPr>
            <a:xfrm>
              <a:off x="8539120" y="5962726"/>
              <a:ext cx="0" cy="44283"/>
            </a:xfrm>
            <a:custGeom>
              <a:avLst/>
              <a:pathLst>
                <a:path w="0" h="44283">
                  <a:moveTo>
                    <a:pt x="0" y="44283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tx109"/>
            <p:cNvSpPr/>
            <p:nvPr/>
          </p:nvSpPr>
          <p:spPr>
            <a:xfrm>
              <a:off x="3163554" y="6012780"/>
              <a:ext cx="640496" cy="13168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Response</a:t>
              </a:r>
            </a:p>
          </p:txBody>
        </p:sp>
        <p:sp>
          <p:nvSpPr>
            <p:cNvPr id="111" name="tx110"/>
            <p:cNvSpPr/>
            <p:nvPr/>
          </p:nvSpPr>
          <p:spPr>
            <a:xfrm>
              <a:off x="8060762" y="6012086"/>
              <a:ext cx="956716" cy="1323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Mean objective</a:t>
              </a:r>
            </a:p>
          </p:txBody>
        </p:sp>
        <p:sp>
          <p:nvSpPr>
            <p:cNvPr id="112" name="tx111"/>
            <p:cNvSpPr/>
            <p:nvPr/>
          </p:nvSpPr>
          <p:spPr>
            <a:xfrm>
              <a:off x="824706" y="1261006"/>
              <a:ext cx="4398119" cy="168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Reverse Galton squeeze; responses restricted to 14–36</a:t>
              </a:r>
            </a:p>
          </p:txBody>
        </p:sp>
        <p:sp>
          <p:nvSpPr>
            <p:cNvPr id="113" name="tx112"/>
            <p:cNvSpPr/>
            <p:nvPr/>
          </p:nvSpPr>
          <p:spPr>
            <a:xfrm>
              <a:off x="824706" y="965033"/>
              <a:ext cx="3154665" cy="20075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6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6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Experiment 2 - Average condition</a:t>
              </a:r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p:ph/>
          </p:nvPr>
        </p:nvSpPr>
        <p:spPr>
          <a:xfrm>
            <a:off x="274320" y="182880"/>
            <a:ext cx="11430000" cy="457200"/>
          </a:xfrm>
        </p:spPr>
        <p:txBody>
          <a:bodyPr/>
          <a:lstStyle/>
          <a:p>
            <a:r>
              <a:rPr/>
              <a:t>Exp 2 - Experience reverse Galton responses 14-36</a:t>
            </a:r>
          </a:p>
        </p:txBody>
      </p:sp>
      <p:grpSp xmlns:pic="http://schemas.openxmlformats.org/drawingml/2006/picture">
        <p:nvGrpSpPr>
          <p:cNvPr id="3" name=""/>
          <p:cNvGrpSpPr/>
          <p:nvPr/>
        </p:nvGrpSpPr>
        <p:grpSpPr>
          <a:xfrm>
            <a:off x="274320" y="822960"/>
            <a:ext cx="11430000" cy="5669280"/>
            <a:chOff x="274320" y="822960"/>
            <a:chExt cx="11430000" cy="5669280"/>
          </a:xfrm>
        </p:grpSpPr>
        <p:sp>
          <p:nvSpPr>
            <p:cNvPr id="4" name="rc3"/>
            <p:cNvSpPr/>
            <p:nvPr/>
          </p:nvSpPr>
          <p:spPr>
            <a:xfrm>
              <a:off x="274320" y="822960"/>
              <a:ext cx="1143000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4"/>
            <p:cNvSpPr/>
            <p:nvPr/>
          </p:nvSpPr>
          <p:spPr>
            <a:xfrm>
              <a:off x="274320" y="822960"/>
              <a:ext cx="1143000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7246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rc5"/>
            <p:cNvSpPr/>
            <p:nvPr/>
          </p:nvSpPr>
          <p:spPr>
            <a:xfrm>
              <a:off x="824706" y="1556978"/>
              <a:ext cx="10373511" cy="4405747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6"/>
            <p:cNvSpPr/>
            <p:nvPr/>
          </p:nvSpPr>
          <p:spPr>
            <a:xfrm>
              <a:off x="3483803" y="4228078"/>
              <a:ext cx="5055317" cy="412923"/>
            </a:xfrm>
            <a:custGeom>
              <a:avLst/>
              <a:pathLst>
                <a:path w="5055317" h="412923">
                  <a:moveTo>
                    <a:pt x="0" y="412923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7"/>
            <p:cNvSpPr/>
            <p:nvPr/>
          </p:nvSpPr>
          <p:spPr>
            <a:xfrm>
              <a:off x="3483803" y="4202168"/>
              <a:ext cx="5055317" cy="358728"/>
            </a:xfrm>
            <a:custGeom>
              <a:avLst/>
              <a:pathLst>
                <a:path w="5055317" h="358728">
                  <a:moveTo>
                    <a:pt x="0" y="358728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8"/>
            <p:cNvSpPr/>
            <p:nvPr/>
          </p:nvSpPr>
          <p:spPr>
            <a:xfrm>
              <a:off x="3483803" y="4131089"/>
              <a:ext cx="5055317" cy="349703"/>
            </a:xfrm>
            <a:custGeom>
              <a:avLst/>
              <a:pathLst>
                <a:path w="5055317" h="349703">
                  <a:moveTo>
                    <a:pt x="0" y="349703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9"/>
            <p:cNvSpPr/>
            <p:nvPr/>
          </p:nvSpPr>
          <p:spPr>
            <a:xfrm>
              <a:off x="3483803" y="4103276"/>
              <a:ext cx="5055317" cy="297412"/>
            </a:xfrm>
            <a:custGeom>
              <a:avLst/>
              <a:pathLst>
                <a:path w="5055317" h="297412">
                  <a:moveTo>
                    <a:pt x="0" y="297412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0"/>
            <p:cNvSpPr/>
            <p:nvPr/>
          </p:nvSpPr>
          <p:spPr>
            <a:xfrm>
              <a:off x="3483803" y="4063325"/>
              <a:ext cx="5055317" cy="257258"/>
            </a:xfrm>
            <a:custGeom>
              <a:avLst/>
              <a:pathLst>
                <a:path w="5055317" h="257258">
                  <a:moveTo>
                    <a:pt x="0" y="257258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1"/>
            <p:cNvSpPr/>
            <p:nvPr/>
          </p:nvSpPr>
          <p:spPr>
            <a:xfrm>
              <a:off x="3483803" y="4019924"/>
              <a:ext cx="5055317" cy="220554"/>
            </a:xfrm>
            <a:custGeom>
              <a:avLst/>
              <a:pathLst>
                <a:path w="5055317" h="220554">
                  <a:moveTo>
                    <a:pt x="0" y="220554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2"/>
            <p:cNvSpPr/>
            <p:nvPr/>
          </p:nvSpPr>
          <p:spPr>
            <a:xfrm>
              <a:off x="3483803" y="3962043"/>
              <a:ext cx="5055317" cy="198331"/>
            </a:xfrm>
            <a:custGeom>
              <a:avLst/>
              <a:pathLst>
                <a:path w="5055317" h="198331">
                  <a:moveTo>
                    <a:pt x="0" y="198331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3"/>
            <p:cNvSpPr/>
            <p:nvPr/>
          </p:nvSpPr>
          <p:spPr>
            <a:xfrm>
              <a:off x="3483803" y="3892275"/>
              <a:ext cx="5055317" cy="187995"/>
            </a:xfrm>
            <a:custGeom>
              <a:avLst/>
              <a:pathLst>
                <a:path w="5055317" h="187995">
                  <a:moveTo>
                    <a:pt x="0" y="187995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4"/>
            <p:cNvSpPr/>
            <p:nvPr/>
          </p:nvSpPr>
          <p:spPr>
            <a:xfrm>
              <a:off x="3483803" y="3807475"/>
              <a:ext cx="5055317" cy="192690"/>
            </a:xfrm>
            <a:custGeom>
              <a:avLst/>
              <a:pathLst>
                <a:path w="5055317" h="192690">
                  <a:moveTo>
                    <a:pt x="0" y="192690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5"/>
            <p:cNvSpPr/>
            <p:nvPr/>
          </p:nvSpPr>
          <p:spPr>
            <a:xfrm>
              <a:off x="3483803" y="3803387"/>
              <a:ext cx="5055317" cy="116673"/>
            </a:xfrm>
            <a:custGeom>
              <a:avLst/>
              <a:pathLst>
                <a:path w="5055317" h="116673">
                  <a:moveTo>
                    <a:pt x="0" y="116673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6"/>
            <p:cNvSpPr/>
            <p:nvPr/>
          </p:nvSpPr>
          <p:spPr>
            <a:xfrm>
              <a:off x="3483803" y="3718264"/>
              <a:ext cx="5055317" cy="121692"/>
            </a:xfrm>
            <a:custGeom>
              <a:avLst/>
              <a:pathLst>
                <a:path w="5055317" h="121692">
                  <a:moveTo>
                    <a:pt x="0" y="121692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7"/>
            <p:cNvSpPr/>
            <p:nvPr/>
          </p:nvSpPr>
          <p:spPr>
            <a:xfrm>
              <a:off x="3483803" y="3640202"/>
              <a:ext cx="5055317" cy="119649"/>
            </a:xfrm>
            <a:custGeom>
              <a:avLst/>
              <a:pathLst>
                <a:path w="5055317" h="119649">
                  <a:moveTo>
                    <a:pt x="0" y="119649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8"/>
            <p:cNvSpPr/>
            <p:nvPr/>
          </p:nvSpPr>
          <p:spPr>
            <a:xfrm>
              <a:off x="3483803" y="3608310"/>
              <a:ext cx="5055317" cy="71437"/>
            </a:xfrm>
            <a:custGeom>
              <a:avLst/>
              <a:pathLst>
                <a:path w="5055317" h="71437">
                  <a:moveTo>
                    <a:pt x="0" y="71437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19"/>
            <p:cNvSpPr/>
            <p:nvPr/>
          </p:nvSpPr>
          <p:spPr>
            <a:xfrm>
              <a:off x="3483803" y="3539223"/>
              <a:ext cx="5055317" cy="60420"/>
            </a:xfrm>
            <a:custGeom>
              <a:avLst/>
              <a:pathLst>
                <a:path w="5055317" h="60420">
                  <a:moveTo>
                    <a:pt x="0" y="60420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0"/>
            <p:cNvSpPr/>
            <p:nvPr/>
          </p:nvSpPr>
          <p:spPr>
            <a:xfrm>
              <a:off x="3483803" y="3451327"/>
              <a:ext cx="5055317" cy="68211"/>
            </a:xfrm>
            <a:custGeom>
              <a:avLst/>
              <a:pathLst>
                <a:path w="5055317" h="68211">
                  <a:moveTo>
                    <a:pt x="0" y="68211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1"/>
            <p:cNvSpPr/>
            <p:nvPr/>
          </p:nvSpPr>
          <p:spPr>
            <a:xfrm>
              <a:off x="3483803" y="3410845"/>
              <a:ext cx="5055317" cy="28588"/>
            </a:xfrm>
            <a:custGeom>
              <a:avLst/>
              <a:pathLst>
                <a:path w="5055317" h="28588">
                  <a:moveTo>
                    <a:pt x="0" y="28588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2"/>
            <p:cNvSpPr/>
            <p:nvPr/>
          </p:nvSpPr>
          <p:spPr>
            <a:xfrm>
              <a:off x="3483803" y="3359329"/>
              <a:ext cx="5055317" cy="38499"/>
            </a:xfrm>
            <a:custGeom>
              <a:avLst/>
              <a:pathLst>
                <a:path w="5055317" h="38499">
                  <a:moveTo>
                    <a:pt x="0" y="0"/>
                  </a:moveTo>
                  <a:lnTo>
                    <a:pt x="5055317" y="38499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3"/>
            <p:cNvSpPr/>
            <p:nvPr/>
          </p:nvSpPr>
          <p:spPr>
            <a:xfrm>
              <a:off x="3483803" y="3279225"/>
              <a:ext cx="5055317" cy="114140"/>
            </a:xfrm>
            <a:custGeom>
              <a:avLst/>
              <a:pathLst>
                <a:path w="5055317" h="114140">
                  <a:moveTo>
                    <a:pt x="0" y="0"/>
                  </a:moveTo>
                  <a:lnTo>
                    <a:pt x="5055317" y="11414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4"/>
            <p:cNvSpPr/>
            <p:nvPr/>
          </p:nvSpPr>
          <p:spPr>
            <a:xfrm>
              <a:off x="3483803" y="3199120"/>
              <a:ext cx="5055317" cy="133924"/>
            </a:xfrm>
            <a:custGeom>
              <a:avLst/>
              <a:pathLst>
                <a:path w="5055317" h="133924">
                  <a:moveTo>
                    <a:pt x="0" y="0"/>
                  </a:moveTo>
                  <a:lnTo>
                    <a:pt x="5055317" y="133924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5"/>
            <p:cNvSpPr/>
            <p:nvPr/>
          </p:nvSpPr>
          <p:spPr>
            <a:xfrm>
              <a:off x="3483803" y="3119016"/>
              <a:ext cx="5055317" cy="191244"/>
            </a:xfrm>
            <a:custGeom>
              <a:avLst/>
              <a:pathLst>
                <a:path w="5055317" h="191244">
                  <a:moveTo>
                    <a:pt x="0" y="0"/>
                  </a:moveTo>
                  <a:lnTo>
                    <a:pt x="5055317" y="191244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6"/>
            <p:cNvSpPr/>
            <p:nvPr/>
          </p:nvSpPr>
          <p:spPr>
            <a:xfrm>
              <a:off x="3483803" y="3038911"/>
              <a:ext cx="5055317" cy="231584"/>
            </a:xfrm>
            <a:custGeom>
              <a:avLst/>
              <a:pathLst>
                <a:path w="5055317" h="231584">
                  <a:moveTo>
                    <a:pt x="0" y="0"/>
                  </a:moveTo>
                  <a:lnTo>
                    <a:pt x="5055317" y="231584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7"/>
            <p:cNvSpPr/>
            <p:nvPr/>
          </p:nvSpPr>
          <p:spPr>
            <a:xfrm>
              <a:off x="3483803" y="2958807"/>
              <a:ext cx="5055317" cy="265134"/>
            </a:xfrm>
            <a:custGeom>
              <a:avLst/>
              <a:pathLst>
                <a:path w="5055317" h="265134">
                  <a:moveTo>
                    <a:pt x="0" y="0"/>
                  </a:moveTo>
                  <a:lnTo>
                    <a:pt x="5055317" y="265134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8"/>
            <p:cNvSpPr/>
            <p:nvPr/>
          </p:nvSpPr>
          <p:spPr>
            <a:xfrm>
              <a:off x="3483803" y="2878702"/>
              <a:ext cx="5055317" cy="355953"/>
            </a:xfrm>
            <a:custGeom>
              <a:avLst/>
              <a:pathLst>
                <a:path w="5055317" h="355953">
                  <a:moveTo>
                    <a:pt x="0" y="0"/>
                  </a:moveTo>
                  <a:lnTo>
                    <a:pt x="5055317" y="355953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t29"/>
            <p:cNvSpPr/>
            <p:nvPr/>
          </p:nvSpPr>
          <p:spPr>
            <a:xfrm>
              <a:off x="3463042" y="462024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t30"/>
            <p:cNvSpPr/>
            <p:nvPr/>
          </p:nvSpPr>
          <p:spPr>
            <a:xfrm>
              <a:off x="3463042" y="454013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t31"/>
            <p:cNvSpPr/>
            <p:nvPr/>
          </p:nvSpPr>
          <p:spPr>
            <a:xfrm>
              <a:off x="3463042" y="446003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t32"/>
            <p:cNvSpPr/>
            <p:nvPr/>
          </p:nvSpPr>
          <p:spPr>
            <a:xfrm>
              <a:off x="3463042" y="437992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t33"/>
            <p:cNvSpPr/>
            <p:nvPr/>
          </p:nvSpPr>
          <p:spPr>
            <a:xfrm>
              <a:off x="3463042" y="429982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t34"/>
            <p:cNvSpPr/>
            <p:nvPr/>
          </p:nvSpPr>
          <p:spPr>
            <a:xfrm>
              <a:off x="3463042" y="421971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t35"/>
            <p:cNvSpPr/>
            <p:nvPr/>
          </p:nvSpPr>
          <p:spPr>
            <a:xfrm>
              <a:off x="3463042" y="413961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t36"/>
            <p:cNvSpPr/>
            <p:nvPr/>
          </p:nvSpPr>
          <p:spPr>
            <a:xfrm>
              <a:off x="3463042" y="405950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t37"/>
            <p:cNvSpPr/>
            <p:nvPr/>
          </p:nvSpPr>
          <p:spPr>
            <a:xfrm>
              <a:off x="3463042" y="397940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t38"/>
            <p:cNvSpPr/>
            <p:nvPr/>
          </p:nvSpPr>
          <p:spPr>
            <a:xfrm>
              <a:off x="3463042" y="389930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t39"/>
            <p:cNvSpPr/>
            <p:nvPr/>
          </p:nvSpPr>
          <p:spPr>
            <a:xfrm>
              <a:off x="3463042" y="381919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t40"/>
            <p:cNvSpPr/>
            <p:nvPr/>
          </p:nvSpPr>
          <p:spPr>
            <a:xfrm>
              <a:off x="3463042" y="373909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t41"/>
            <p:cNvSpPr/>
            <p:nvPr/>
          </p:nvSpPr>
          <p:spPr>
            <a:xfrm>
              <a:off x="3463042" y="365898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t42"/>
            <p:cNvSpPr/>
            <p:nvPr/>
          </p:nvSpPr>
          <p:spPr>
            <a:xfrm>
              <a:off x="3463042" y="357888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t43"/>
            <p:cNvSpPr/>
            <p:nvPr/>
          </p:nvSpPr>
          <p:spPr>
            <a:xfrm>
              <a:off x="3463042" y="349877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t44"/>
            <p:cNvSpPr/>
            <p:nvPr/>
          </p:nvSpPr>
          <p:spPr>
            <a:xfrm>
              <a:off x="3463042" y="341867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t45"/>
            <p:cNvSpPr/>
            <p:nvPr/>
          </p:nvSpPr>
          <p:spPr>
            <a:xfrm>
              <a:off x="3463042" y="333856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t46"/>
            <p:cNvSpPr/>
            <p:nvPr/>
          </p:nvSpPr>
          <p:spPr>
            <a:xfrm>
              <a:off x="3463042" y="325846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t47"/>
            <p:cNvSpPr/>
            <p:nvPr/>
          </p:nvSpPr>
          <p:spPr>
            <a:xfrm>
              <a:off x="3463042" y="317836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t48"/>
            <p:cNvSpPr/>
            <p:nvPr/>
          </p:nvSpPr>
          <p:spPr>
            <a:xfrm>
              <a:off x="3463042" y="309825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t49"/>
            <p:cNvSpPr/>
            <p:nvPr/>
          </p:nvSpPr>
          <p:spPr>
            <a:xfrm>
              <a:off x="3463042" y="301815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t50"/>
            <p:cNvSpPr/>
            <p:nvPr/>
          </p:nvSpPr>
          <p:spPr>
            <a:xfrm>
              <a:off x="3463042" y="293804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t51"/>
            <p:cNvSpPr/>
            <p:nvPr/>
          </p:nvSpPr>
          <p:spPr>
            <a:xfrm>
              <a:off x="3463042" y="285794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t52"/>
            <p:cNvSpPr/>
            <p:nvPr/>
          </p:nvSpPr>
          <p:spPr>
            <a:xfrm>
              <a:off x="8514294" y="420325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t53"/>
            <p:cNvSpPr/>
            <p:nvPr/>
          </p:nvSpPr>
          <p:spPr>
            <a:xfrm>
              <a:off x="8514294" y="417734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t54"/>
            <p:cNvSpPr/>
            <p:nvPr/>
          </p:nvSpPr>
          <p:spPr>
            <a:xfrm>
              <a:off x="8514294" y="410626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t55"/>
            <p:cNvSpPr/>
            <p:nvPr/>
          </p:nvSpPr>
          <p:spPr>
            <a:xfrm>
              <a:off x="8514294" y="407845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t56"/>
            <p:cNvSpPr/>
            <p:nvPr/>
          </p:nvSpPr>
          <p:spPr>
            <a:xfrm>
              <a:off x="8514294" y="403849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t57"/>
            <p:cNvSpPr/>
            <p:nvPr/>
          </p:nvSpPr>
          <p:spPr>
            <a:xfrm>
              <a:off x="8514294" y="399509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t58"/>
            <p:cNvSpPr/>
            <p:nvPr/>
          </p:nvSpPr>
          <p:spPr>
            <a:xfrm>
              <a:off x="8514294" y="393721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t59"/>
            <p:cNvSpPr/>
            <p:nvPr/>
          </p:nvSpPr>
          <p:spPr>
            <a:xfrm>
              <a:off x="8514294" y="386744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t60"/>
            <p:cNvSpPr/>
            <p:nvPr/>
          </p:nvSpPr>
          <p:spPr>
            <a:xfrm>
              <a:off x="8514294" y="378264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t61"/>
            <p:cNvSpPr/>
            <p:nvPr/>
          </p:nvSpPr>
          <p:spPr>
            <a:xfrm>
              <a:off x="8514294" y="377856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t62"/>
            <p:cNvSpPr/>
            <p:nvPr/>
          </p:nvSpPr>
          <p:spPr>
            <a:xfrm>
              <a:off x="8514294" y="369343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t63"/>
            <p:cNvSpPr/>
            <p:nvPr/>
          </p:nvSpPr>
          <p:spPr>
            <a:xfrm>
              <a:off x="8514294" y="361537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t64"/>
            <p:cNvSpPr/>
            <p:nvPr/>
          </p:nvSpPr>
          <p:spPr>
            <a:xfrm>
              <a:off x="8514294" y="358348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t65"/>
            <p:cNvSpPr/>
            <p:nvPr/>
          </p:nvSpPr>
          <p:spPr>
            <a:xfrm>
              <a:off x="8514294" y="351439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t66"/>
            <p:cNvSpPr/>
            <p:nvPr/>
          </p:nvSpPr>
          <p:spPr>
            <a:xfrm>
              <a:off x="8514294" y="342650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t67"/>
            <p:cNvSpPr/>
            <p:nvPr/>
          </p:nvSpPr>
          <p:spPr>
            <a:xfrm>
              <a:off x="8514294" y="338601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t68"/>
            <p:cNvSpPr/>
            <p:nvPr/>
          </p:nvSpPr>
          <p:spPr>
            <a:xfrm>
              <a:off x="8514294" y="337300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t69"/>
            <p:cNvSpPr/>
            <p:nvPr/>
          </p:nvSpPr>
          <p:spPr>
            <a:xfrm>
              <a:off x="8514294" y="336853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t70"/>
            <p:cNvSpPr/>
            <p:nvPr/>
          </p:nvSpPr>
          <p:spPr>
            <a:xfrm>
              <a:off x="8514294" y="330821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t71"/>
            <p:cNvSpPr/>
            <p:nvPr/>
          </p:nvSpPr>
          <p:spPr>
            <a:xfrm>
              <a:off x="8514294" y="328543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t72"/>
            <p:cNvSpPr/>
            <p:nvPr/>
          </p:nvSpPr>
          <p:spPr>
            <a:xfrm>
              <a:off x="8514294" y="324567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t73"/>
            <p:cNvSpPr/>
            <p:nvPr/>
          </p:nvSpPr>
          <p:spPr>
            <a:xfrm>
              <a:off x="8514294" y="319911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t74"/>
            <p:cNvSpPr/>
            <p:nvPr/>
          </p:nvSpPr>
          <p:spPr>
            <a:xfrm>
              <a:off x="8514294" y="320982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l75"/>
            <p:cNvSpPr/>
            <p:nvPr/>
          </p:nvSpPr>
          <p:spPr>
            <a:xfrm>
              <a:off x="3483803" y="1556978"/>
              <a:ext cx="0" cy="4405747"/>
            </a:xfrm>
            <a:custGeom>
              <a:avLst/>
              <a:pathLst>
                <a:path w="0" h="4405747">
                  <a:moveTo>
                    <a:pt x="0" y="4405747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l76"/>
            <p:cNvSpPr/>
            <p:nvPr/>
          </p:nvSpPr>
          <p:spPr>
            <a:xfrm>
              <a:off x="8539120" y="1556978"/>
              <a:ext cx="0" cy="4405747"/>
            </a:xfrm>
            <a:custGeom>
              <a:avLst/>
              <a:pathLst>
                <a:path w="0" h="4405747">
                  <a:moveTo>
                    <a:pt x="0" y="4405747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l77"/>
            <p:cNvSpPr/>
            <p:nvPr/>
          </p:nvSpPr>
          <p:spPr>
            <a:xfrm>
              <a:off x="3407973" y="4961419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8"/>
            <p:cNvSpPr/>
            <p:nvPr/>
          </p:nvSpPr>
          <p:spPr>
            <a:xfrm>
              <a:off x="3407973" y="4560897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79"/>
            <p:cNvSpPr/>
            <p:nvPr/>
          </p:nvSpPr>
          <p:spPr>
            <a:xfrm>
              <a:off x="3407973" y="4160374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0"/>
            <p:cNvSpPr/>
            <p:nvPr/>
          </p:nvSpPr>
          <p:spPr>
            <a:xfrm>
              <a:off x="3407973" y="3759852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1"/>
            <p:cNvSpPr/>
            <p:nvPr/>
          </p:nvSpPr>
          <p:spPr>
            <a:xfrm>
              <a:off x="3407973" y="3359329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2"/>
            <p:cNvSpPr/>
            <p:nvPr/>
          </p:nvSpPr>
          <p:spPr>
            <a:xfrm>
              <a:off x="3407973" y="2958807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3"/>
            <p:cNvSpPr/>
            <p:nvPr/>
          </p:nvSpPr>
          <p:spPr>
            <a:xfrm>
              <a:off x="3407973" y="2558284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4"/>
            <p:cNvSpPr/>
            <p:nvPr/>
          </p:nvSpPr>
          <p:spPr>
            <a:xfrm>
              <a:off x="8539120" y="4961419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5"/>
            <p:cNvSpPr/>
            <p:nvPr/>
          </p:nvSpPr>
          <p:spPr>
            <a:xfrm>
              <a:off x="8539120" y="4560897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6"/>
            <p:cNvSpPr/>
            <p:nvPr/>
          </p:nvSpPr>
          <p:spPr>
            <a:xfrm>
              <a:off x="8539120" y="4160374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7"/>
            <p:cNvSpPr/>
            <p:nvPr/>
          </p:nvSpPr>
          <p:spPr>
            <a:xfrm>
              <a:off x="8539120" y="3759852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8"/>
            <p:cNvSpPr/>
            <p:nvPr/>
          </p:nvSpPr>
          <p:spPr>
            <a:xfrm>
              <a:off x="8539120" y="3359329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89"/>
            <p:cNvSpPr/>
            <p:nvPr/>
          </p:nvSpPr>
          <p:spPr>
            <a:xfrm>
              <a:off x="8539120" y="2958807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0"/>
            <p:cNvSpPr/>
            <p:nvPr/>
          </p:nvSpPr>
          <p:spPr>
            <a:xfrm>
              <a:off x="8539120" y="2558284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tx91"/>
            <p:cNvSpPr/>
            <p:nvPr/>
          </p:nvSpPr>
          <p:spPr>
            <a:xfrm>
              <a:off x="3173068" y="4926333"/>
              <a:ext cx="108521" cy="70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93" name="tx92"/>
            <p:cNvSpPr/>
            <p:nvPr/>
          </p:nvSpPr>
          <p:spPr>
            <a:xfrm>
              <a:off x="3173068" y="4526240"/>
              <a:ext cx="108521" cy="69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15</a:t>
              </a:r>
            </a:p>
          </p:txBody>
        </p:sp>
        <p:sp>
          <p:nvSpPr>
            <p:cNvPr id="94" name="tx93"/>
            <p:cNvSpPr/>
            <p:nvPr/>
          </p:nvSpPr>
          <p:spPr>
            <a:xfrm>
              <a:off x="3173068" y="4125050"/>
              <a:ext cx="108521" cy="7031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95" name="tx94"/>
            <p:cNvSpPr/>
            <p:nvPr/>
          </p:nvSpPr>
          <p:spPr>
            <a:xfrm>
              <a:off x="3173068" y="3724671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25</a:t>
              </a:r>
            </a:p>
          </p:txBody>
        </p:sp>
        <p:sp>
          <p:nvSpPr>
            <p:cNvPr id="96" name="tx95"/>
            <p:cNvSpPr/>
            <p:nvPr/>
          </p:nvSpPr>
          <p:spPr>
            <a:xfrm>
              <a:off x="3173068" y="3324148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97" name="tx96"/>
            <p:cNvSpPr/>
            <p:nvPr/>
          </p:nvSpPr>
          <p:spPr>
            <a:xfrm>
              <a:off x="3173068" y="2923625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35</a:t>
              </a:r>
            </a:p>
          </p:txBody>
        </p:sp>
        <p:sp>
          <p:nvSpPr>
            <p:cNvPr id="98" name="tx97"/>
            <p:cNvSpPr/>
            <p:nvPr/>
          </p:nvSpPr>
          <p:spPr>
            <a:xfrm>
              <a:off x="3173068" y="2523008"/>
              <a:ext cx="108521" cy="7026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99" name="tx98"/>
            <p:cNvSpPr/>
            <p:nvPr/>
          </p:nvSpPr>
          <p:spPr>
            <a:xfrm>
              <a:off x="8741333" y="4926333"/>
              <a:ext cx="108521" cy="70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100" name="tx99"/>
            <p:cNvSpPr/>
            <p:nvPr/>
          </p:nvSpPr>
          <p:spPr>
            <a:xfrm>
              <a:off x="8741333" y="4526240"/>
              <a:ext cx="108521" cy="69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15</a:t>
              </a:r>
            </a:p>
          </p:txBody>
        </p:sp>
        <p:sp>
          <p:nvSpPr>
            <p:cNvPr id="101" name="tx100"/>
            <p:cNvSpPr/>
            <p:nvPr/>
          </p:nvSpPr>
          <p:spPr>
            <a:xfrm>
              <a:off x="8741333" y="4125050"/>
              <a:ext cx="108521" cy="7031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102" name="tx101"/>
            <p:cNvSpPr/>
            <p:nvPr/>
          </p:nvSpPr>
          <p:spPr>
            <a:xfrm>
              <a:off x="8741333" y="3724671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25</a:t>
              </a:r>
            </a:p>
          </p:txBody>
        </p:sp>
        <p:sp>
          <p:nvSpPr>
            <p:cNvPr id="103" name="tx102"/>
            <p:cNvSpPr/>
            <p:nvPr/>
          </p:nvSpPr>
          <p:spPr>
            <a:xfrm>
              <a:off x="8741333" y="3324148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104" name="tx103"/>
            <p:cNvSpPr/>
            <p:nvPr/>
          </p:nvSpPr>
          <p:spPr>
            <a:xfrm>
              <a:off x="8741333" y="2923625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35</a:t>
              </a:r>
            </a:p>
          </p:txBody>
        </p:sp>
        <p:sp>
          <p:nvSpPr>
            <p:cNvPr id="105" name="tx104"/>
            <p:cNvSpPr/>
            <p:nvPr/>
          </p:nvSpPr>
          <p:spPr>
            <a:xfrm>
              <a:off x="8741333" y="2523008"/>
              <a:ext cx="108521" cy="7026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106" name="pl105"/>
            <p:cNvSpPr/>
            <p:nvPr/>
          </p:nvSpPr>
          <p:spPr>
            <a:xfrm>
              <a:off x="824706" y="1556978"/>
              <a:ext cx="0" cy="4405747"/>
            </a:xfrm>
            <a:custGeom>
              <a:avLst/>
              <a:pathLst>
                <a:path w="0" h="4405747">
                  <a:moveTo>
                    <a:pt x="0" y="4405747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l106"/>
            <p:cNvSpPr/>
            <p:nvPr/>
          </p:nvSpPr>
          <p:spPr>
            <a:xfrm>
              <a:off x="824706" y="5962726"/>
              <a:ext cx="10373511" cy="0"/>
            </a:xfrm>
            <a:custGeom>
              <a:avLst/>
              <a:pathLst>
                <a:path w="10373511" h="0">
                  <a:moveTo>
                    <a:pt x="0" y="0"/>
                  </a:moveTo>
                  <a:lnTo>
                    <a:pt x="10373511" y="0"/>
                  </a:lnTo>
                </a:path>
              </a:pathLst>
            </a:custGeom>
            <a:ln w="17246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l107"/>
            <p:cNvSpPr/>
            <p:nvPr/>
          </p:nvSpPr>
          <p:spPr>
            <a:xfrm>
              <a:off x="3483803" y="5962726"/>
              <a:ext cx="0" cy="44283"/>
            </a:xfrm>
            <a:custGeom>
              <a:avLst/>
              <a:pathLst>
                <a:path w="0" h="44283">
                  <a:moveTo>
                    <a:pt x="0" y="44283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l108"/>
            <p:cNvSpPr/>
            <p:nvPr/>
          </p:nvSpPr>
          <p:spPr>
            <a:xfrm>
              <a:off x="8539120" y="5962726"/>
              <a:ext cx="0" cy="44283"/>
            </a:xfrm>
            <a:custGeom>
              <a:avLst/>
              <a:pathLst>
                <a:path w="0" h="44283">
                  <a:moveTo>
                    <a:pt x="0" y="44283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tx109"/>
            <p:cNvSpPr/>
            <p:nvPr/>
          </p:nvSpPr>
          <p:spPr>
            <a:xfrm>
              <a:off x="3163554" y="6012780"/>
              <a:ext cx="640496" cy="13168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Response</a:t>
              </a:r>
            </a:p>
          </p:txBody>
        </p:sp>
        <p:sp>
          <p:nvSpPr>
            <p:cNvPr id="111" name="tx110"/>
            <p:cNvSpPr/>
            <p:nvPr/>
          </p:nvSpPr>
          <p:spPr>
            <a:xfrm>
              <a:off x="8060762" y="6012086"/>
              <a:ext cx="956716" cy="1323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Mean objective</a:t>
              </a:r>
            </a:p>
          </p:txBody>
        </p:sp>
        <p:sp>
          <p:nvSpPr>
            <p:cNvPr id="112" name="tx111"/>
            <p:cNvSpPr/>
            <p:nvPr/>
          </p:nvSpPr>
          <p:spPr>
            <a:xfrm>
              <a:off x="824706" y="1261006"/>
              <a:ext cx="4398119" cy="168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Reverse Galton squeeze; responses restricted to 14–36</a:t>
              </a:r>
            </a:p>
          </p:txBody>
        </p:sp>
        <p:sp>
          <p:nvSpPr>
            <p:cNvPr id="113" name="tx112"/>
            <p:cNvSpPr/>
            <p:nvPr/>
          </p:nvSpPr>
          <p:spPr>
            <a:xfrm>
              <a:off x="824706" y="967742"/>
              <a:ext cx="3427407" cy="1980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6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6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Experiment 2 - Experience condition</a:t>
              </a:r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p:ph/>
          </p:nvPr>
        </p:nvSpPr>
        <p:spPr>
          <a:xfrm>
            <a:off x="274320" y="182880"/>
            <a:ext cx="11430000" cy="457200"/>
          </a:xfrm>
        </p:spPr>
        <p:txBody>
          <a:bodyPr/>
          <a:lstStyle/>
          <a:p>
            <a:r>
              <a:rPr/>
              <a:t>Exp 2 - Fisher z correlations</a:t>
            </a:r>
          </a:p>
        </p:txBody>
      </p:sp>
      <p:grpSp xmlns:pic="http://schemas.openxmlformats.org/drawingml/2006/picture">
        <p:nvGrpSpPr>
          <p:cNvPr id="3" name=""/>
          <p:cNvGrpSpPr/>
          <p:nvPr/>
        </p:nvGrpSpPr>
        <p:grpSpPr>
          <a:xfrm>
            <a:off x="274320" y="822960"/>
            <a:ext cx="11430000" cy="5669280"/>
            <a:chOff x="274320" y="822960"/>
            <a:chExt cx="11430000" cy="5669280"/>
          </a:xfrm>
        </p:grpSpPr>
        <p:sp>
          <p:nvSpPr>
            <p:cNvPr id="4" name="rc3"/>
            <p:cNvSpPr/>
            <p:nvPr/>
          </p:nvSpPr>
          <p:spPr>
            <a:xfrm>
              <a:off x="274320" y="822960"/>
              <a:ext cx="1143000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4"/>
            <p:cNvSpPr/>
            <p:nvPr/>
          </p:nvSpPr>
          <p:spPr>
            <a:xfrm>
              <a:off x="11704320" y="822960"/>
              <a:ext cx="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6014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rc5"/>
            <p:cNvSpPr/>
            <p:nvPr/>
          </p:nvSpPr>
          <p:spPr>
            <a:xfrm>
              <a:off x="810251" y="1666098"/>
              <a:ext cx="5364792" cy="434986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6"/>
            <p:cNvSpPr/>
            <p:nvPr/>
          </p:nvSpPr>
          <p:spPr>
            <a:xfrm>
              <a:off x="1816150" y="2645480"/>
              <a:ext cx="3352995" cy="1045443"/>
            </a:xfrm>
            <a:custGeom>
              <a:avLst/>
              <a:pathLst>
                <a:path w="3352995" h="1045443">
                  <a:moveTo>
                    <a:pt x="0" y="48077"/>
                  </a:moveTo>
                  <a:lnTo>
                    <a:pt x="1676497" y="1045443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7"/>
            <p:cNvSpPr/>
            <p:nvPr/>
          </p:nvSpPr>
          <p:spPr>
            <a:xfrm>
              <a:off x="1816150" y="2944776"/>
              <a:ext cx="3352995" cy="992236"/>
            </a:xfrm>
            <a:custGeom>
              <a:avLst/>
              <a:pathLst>
                <a:path w="3352995" h="992236">
                  <a:moveTo>
                    <a:pt x="0" y="0"/>
                  </a:moveTo>
                  <a:lnTo>
                    <a:pt x="1676497" y="992236"/>
                  </a:lnTo>
                  <a:lnTo>
                    <a:pt x="3352995" y="275275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8"/>
            <p:cNvSpPr/>
            <p:nvPr/>
          </p:nvSpPr>
          <p:spPr>
            <a:xfrm>
              <a:off x="1816150" y="3054067"/>
              <a:ext cx="3352995" cy="1084941"/>
            </a:xfrm>
            <a:custGeom>
              <a:avLst/>
              <a:pathLst>
                <a:path w="3352995" h="1084941">
                  <a:moveTo>
                    <a:pt x="0" y="0"/>
                  </a:moveTo>
                  <a:lnTo>
                    <a:pt x="1676497" y="1084941"/>
                  </a:lnTo>
                  <a:lnTo>
                    <a:pt x="3352995" y="329379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9"/>
            <p:cNvSpPr/>
            <p:nvPr/>
          </p:nvSpPr>
          <p:spPr>
            <a:xfrm>
              <a:off x="1816150" y="3275077"/>
              <a:ext cx="3352995" cy="283916"/>
            </a:xfrm>
            <a:custGeom>
              <a:avLst/>
              <a:pathLst>
                <a:path w="3352995" h="283916">
                  <a:moveTo>
                    <a:pt x="0" y="283916"/>
                  </a:moveTo>
                  <a:lnTo>
                    <a:pt x="1676497" y="0"/>
                  </a:lnTo>
                  <a:lnTo>
                    <a:pt x="3352995" y="264628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0"/>
            <p:cNvSpPr/>
            <p:nvPr/>
          </p:nvSpPr>
          <p:spPr>
            <a:xfrm>
              <a:off x="1816150" y="2519850"/>
              <a:ext cx="3352995" cy="945607"/>
            </a:xfrm>
            <a:custGeom>
              <a:avLst/>
              <a:pathLst>
                <a:path w="3352995" h="945607">
                  <a:moveTo>
                    <a:pt x="0" y="945607"/>
                  </a:moveTo>
                  <a:lnTo>
                    <a:pt x="1676497" y="0"/>
                  </a:lnTo>
                  <a:lnTo>
                    <a:pt x="3352995" y="160356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1"/>
            <p:cNvSpPr/>
            <p:nvPr/>
          </p:nvSpPr>
          <p:spPr>
            <a:xfrm>
              <a:off x="1816150" y="2478187"/>
              <a:ext cx="3352995" cy="1310273"/>
            </a:xfrm>
            <a:custGeom>
              <a:avLst/>
              <a:pathLst>
                <a:path w="3352995" h="1310273">
                  <a:moveTo>
                    <a:pt x="0" y="0"/>
                  </a:moveTo>
                  <a:lnTo>
                    <a:pt x="1676497" y="1310273"/>
                  </a:lnTo>
                  <a:lnTo>
                    <a:pt x="3352995" y="1256995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2"/>
            <p:cNvSpPr/>
            <p:nvPr/>
          </p:nvSpPr>
          <p:spPr>
            <a:xfrm>
              <a:off x="1816150" y="3603136"/>
              <a:ext cx="3352995" cy="558852"/>
            </a:xfrm>
            <a:custGeom>
              <a:avLst/>
              <a:pathLst>
                <a:path w="3352995" h="558852">
                  <a:moveTo>
                    <a:pt x="0" y="0"/>
                  </a:moveTo>
                  <a:lnTo>
                    <a:pt x="1676497" y="461936"/>
                  </a:lnTo>
                  <a:lnTo>
                    <a:pt x="3352995" y="558852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3"/>
            <p:cNvSpPr/>
            <p:nvPr/>
          </p:nvSpPr>
          <p:spPr>
            <a:xfrm>
              <a:off x="1816150" y="4020468"/>
              <a:ext cx="3352995" cy="948747"/>
            </a:xfrm>
            <a:custGeom>
              <a:avLst/>
              <a:pathLst>
                <a:path w="3352995" h="948747">
                  <a:moveTo>
                    <a:pt x="0" y="948747"/>
                  </a:moveTo>
                  <a:lnTo>
                    <a:pt x="1676497" y="211992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4"/>
            <p:cNvSpPr/>
            <p:nvPr/>
          </p:nvSpPr>
          <p:spPr>
            <a:xfrm>
              <a:off x="1816150" y="3120084"/>
              <a:ext cx="3352995" cy="967523"/>
            </a:xfrm>
            <a:custGeom>
              <a:avLst/>
              <a:pathLst>
                <a:path w="3352995" h="967523">
                  <a:moveTo>
                    <a:pt x="0" y="967523"/>
                  </a:moveTo>
                  <a:lnTo>
                    <a:pt x="1676497" y="788722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5"/>
            <p:cNvSpPr/>
            <p:nvPr/>
          </p:nvSpPr>
          <p:spPr>
            <a:xfrm>
              <a:off x="1816150" y="3981205"/>
              <a:ext cx="3352995" cy="507536"/>
            </a:xfrm>
            <a:custGeom>
              <a:avLst/>
              <a:pathLst>
                <a:path w="3352995" h="507536">
                  <a:moveTo>
                    <a:pt x="0" y="0"/>
                  </a:moveTo>
                  <a:lnTo>
                    <a:pt x="1676497" y="507536"/>
                  </a:lnTo>
                  <a:lnTo>
                    <a:pt x="3352995" y="388923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6"/>
            <p:cNvSpPr/>
            <p:nvPr/>
          </p:nvSpPr>
          <p:spPr>
            <a:xfrm>
              <a:off x="1816150" y="3241473"/>
              <a:ext cx="3352995" cy="633974"/>
            </a:xfrm>
            <a:custGeom>
              <a:avLst/>
              <a:pathLst>
                <a:path w="3352995" h="633974">
                  <a:moveTo>
                    <a:pt x="0" y="0"/>
                  </a:moveTo>
                  <a:lnTo>
                    <a:pt x="1676497" y="633974"/>
                  </a:lnTo>
                  <a:lnTo>
                    <a:pt x="3352995" y="324136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7"/>
            <p:cNvSpPr/>
            <p:nvPr/>
          </p:nvSpPr>
          <p:spPr>
            <a:xfrm>
              <a:off x="1816150" y="3744202"/>
              <a:ext cx="3352995" cy="619717"/>
            </a:xfrm>
            <a:custGeom>
              <a:avLst/>
              <a:pathLst>
                <a:path w="3352995" h="619717">
                  <a:moveTo>
                    <a:pt x="0" y="619717"/>
                  </a:moveTo>
                  <a:lnTo>
                    <a:pt x="1676497" y="508603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8"/>
            <p:cNvSpPr/>
            <p:nvPr/>
          </p:nvSpPr>
          <p:spPr>
            <a:xfrm>
              <a:off x="1816150" y="4306267"/>
              <a:ext cx="3352995" cy="408067"/>
            </a:xfrm>
            <a:custGeom>
              <a:avLst/>
              <a:pathLst>
                <a:path w="3352995" h="408067">
                  <a:moveTo>
                    <a:pt x="0" y="140923"/>
                  </a:moveTo>
                  <a:lnTo>
                    <a:pt x="1676497" y="408067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19"/>
            <p:cNvSpPr/>
            <p:nvPr/>
          </p:nvSpPr>
          <p:spPr>
            <a:xfrm>
              <a:off x="1816150" y="3607861"/>
              <a:ext cx="3352995" cy="2156379"/>
            </a:xfrm>
            <a:custGeom>
              <a:avLst/>
              <a:pathLst>
                <a:path w="3352995" h="2156379">
                  <a:moveTo>
                    <a:pt x="0" y="0"/>
                  </a:moveTo>
                  <a:lnTo>
                    <a:pt x="1676497" y="2156379"/>
                  </a:lnTo>
                  <a:lnTo>
                    <a:pt x="3352995" y="763889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0"/>
            <p:cNvSpPr/>
            <p:nvPr/>
          </p:nvSpPr>
          <p:spPr>
            <a:xfrm>
              <a:off x="1816150" y="2602226"/>
              <a:ext cx="3352995" cy="881330"/>
            </a:xfrm>
            <a:custGeom>
              <a:avLst/>
              <a:pathLst>
                <a:path w="3352995" h="881330">
                  <a:moveTo>
                    <a:pt x="0" y="306427"/>
                  </a:moveTo>
                  <a:lnTo>
                    <a:pt x="1676497" y="0"/>
                  </a:lnTo>
                  <a:lnTo>
                    <a:pt x="3352995" y="88133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1"/>
            <p:cNvSpPr/>
            <p:nvPr/>
          </p:nvSpPr>
          <p:spPr>
            <a:xfrm>
              <a:off x="1816150" y="2564428"/>
              <a:ext cx="3352995" cy="1764411"/>
            </a:xfrm>
            <a:custGeom>
              <a:avLst/>
              <a:pathLst>
                <a:path w="3352995" h="1764411">
                  <a:moveTo>
                    <a:pt x="0" y="0"/>
                  </a:moveTo>
                  <a:lnTo>
                    <a:pt x="1676497" y="1169545"/>
                  </a:lnTo>
                  <a:lnTo>
                    <a:pt x="3352995" y="1764411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2"/>
            <p:cNvSpPr/>
            <p:nvPr/>
          </p:nvSpPr>
          <p:spPr>
            <a:xfrm>
              <a:off x="1816150" y="3475750"/>
              <a:ext cx="3352995" cy="301679"/>
            </a:xfrm>
            <a:custGeom>
              <a:avLst/>
              <a:pathLst>
                <a:path w="3352995" h="301679">
                  <a:moveTo>
                    <a:pt x="0" y="294651"/>
                  </a:moveTo>
                  <a:lnTo>
                    <a:pt x="1676497" y="0"/>
                  </a:lnTo>
                  <a:lnTo>
                    <a:pt x="3352995" y="301679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3"/>
            <p:cNvSpPr/>
            <p:nvPr/>
          </p:nvSpPr>
          <p:spPr>
            <a:xfrm>
              <a:off x="1816150" y="2544673"/>
              <a:ext cx="3352995" cy="1813337"/>
            </a:xfrm>
            <a:custGeom>
              <a:avLst/>
              <a:pathLst>
                <a:path w="3352995" h="1813337">
                  <a:moveTo>
                    <a:pt x="0" y="0"/>
                  </a:moveTo>
                  <a:lnTo>
                    <a:pt x="1676497" y="1805202"/>
                  </a:lnTo>
                  <a:lnTo>
                    <a:pt x="3352995" y="1813337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4"/>
            <p:cNvSpPr/>
            <p:nvPr/>
          </p:nvSpPr>
          <p:spPr>
            <a:xfrm>
              <a:off x="1816150" y="3578907"/>
              <a:ext cx="3352995" cy="1380187"/>
            </a:xfrm>
            <a:custGeom>
              <a:avLst/>
              <a:pathLst>
                <a:path w="3352995" h="1380187">
                  <a:moveTo>
                    <a:pt x="0" y="0"/>
                  </a:moveTo>
                  <a:lnTo>
                    <a:pt x="1676497" y="912647"/>
                  </a:lnTo>
                  <a:lnTo>
                    <a:pt x="3352995" y="1380187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5"/>
            <p:cNvSpPr/>
            <p:nvPr/>
          </p:nvSpPr>
          <p:spPr>
            <a:xfrm>
              <a:off x="1816150" y="3146059"/>
              <a:ext cx="3352995" cy="1079121"/>
            </a:xfrm>
            <a:custGeom>
              <a:avLst/>
              <a:pathLst>
                <a:path w="3352995" h="1079121">
                  <a:moveTo>
                    <a:pt x="0" y="0"/>
                  </a:moveTo>
                  <a:lnTo>
                    <a:pt x="1676497" y="1079121"/>
                  </a:lnTo>
                  <a:lnTo>
                    <a:pt x="3352995" y="472612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6"/>
            <p:cNvSpPr/>
            <p:nvPr/>
          </p:nvSpPr>
          <p:spPr>
            <a:xfrm>
              <a:off x="1816150" y="2808214"/>
              <a:ext cx="3352995" cy="1165286"/>
            </a:xfrm>
            <a:custGeom>
              <a:avLst/>
              <a:pathLst>
                <a:path w="3352995" h="1165286">
                  <a:moveTo>
                    <a:pt x="0" y="1165286"/>
                  </a:moveTo>
                  <a:lnTo>
                    <a:pt x="1676497" y="0"/>
                  </a:lnTo>
                  <a:lnTo>
                    <a:pt x="3352995" y="918642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7"/>
            <p:cNvSpPr/>
            <p:nvPr/>
          </p:nvSpPr>
          <p:spPr>
            <a:xfrm>
              <a:off x="1816150" y="3143921"/>
              <a:ext cx="3352995" cy="1256627"/>
            </a:xfrm>
            <a:custGeom>
              <a:avLst/>
              <a:pathLst>
                <a:path w="3352995" h="1256627">
                  <a:moveTo>
                    <a:pt x="0" y="0"/>
                  </a:moveTo>
                  <a:lnTo>
                    <a:pt x="1676497" y="1223075"/>
                  </a:lnTo>
                  <a:lnTo>
                    <a:pt x="3352995" y="1256627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8"/>
            <p:cNvSpPr/>
            <p:nvPr/>
          </p:nvSpPr>
          <p:spPr>
            <a:xfrm>
              <a:off x="1816150" y="2515515"/>
              <a:ext cx="3352995" cy="165873"/>
            </a:xfrm>
            <a:custGeom>
              <a:avLst/>
              <a:pathLst>
                <a:path w="3352995" h="165873">
                  <a:moveTo>
                    <a:pt x="0" y="0"/>
                  </a:moveTo>
                  <a:lnTo>
                    <a:pt x="1676497" y="157935"/>
                  </a:lnTo>
                  <a:lnTo>
                    <a:pt x="3352995" y="165873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29"/>
            <p:cNvSpPr/>
            <p:nvPr/>
          </p:nvSpPr>
          <p:spPr>
            <a:xfrm>
              <a:off x="1816150" y="3185867"/>
              <a:ext cx="3352995" cy="590512"/>
            </a:xfrm>
            <a:custGeom>
              <a:avLst/>
              <a:pathLst>
                <a:path w="3352995" h="590512">
                  <a:moveTo>
                    <a:pt x="0" y="0"/>
                  </a:moveTo>
                  <a:lnTo>
                    <a:pt x="1676497" y="590512"/>
                  </a:lnTo>
                  <a:lnTo>
                    <a:pt x="3352995" y="437807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0"/>
            <p:cNvSpPr/>
            <p:nvPr/>
          </p:nvSpPr>
          <p:spPr>
            <a:xfrm>
              <a:off x="1816150" y="3350703"/>
              <a:ext cx="3352995" cy="417638"/>
            </a:xfrm>
            <a:custGeom>
              <a:avLst/>
              <a:pathLst>
                <a:path w="3352995" h="417638">
                  <a:moveTo>
                    <a:pt x="0" y="417638"/>
                  </a:moveTo>
                  <a:lnTo>
                    <a:pt x="1676497" y="0"/>
                  </a:lnTo>
                  <a:lnTo>
                    <a:pt x="3352995" y="210641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1"/>
            <p:cNvSpPr/>
            <p:nvPr/>
          </p:nvSpPr>
          <p:spPr>
            <a:xfrm>
              <a:off x="1816150" y="3224021"/>
              <a:ext cx="3352995" cy="1178988"/>
            </a:xfrm>
            <a:custGeom>
              <a:avLst/>
              <a:pathLst>
                <a:path w="3352995" h="1178988">
                  <a:moveTo>
                    <a:pt x="0" y="0"/>
                  </a:moveTo>
                  <a:lnTo>
                    <a:pt x="1676497" y="1178988"/>
                  </a:lnTo>
                  <a:lnTo>
                    <a:pt x="3352995" y="86853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2"/>
            <p:cNvSpPr/>
            <p:nvPr/>
          </p:nvSpPr>
          <p:spPr>
            <a:xfrm>
              <a:off x="1816150" y="3423565"/>
              <a:ext cx="3352995" cy="679027"/>
            </a:xfrm>
            <a:custGeom>
              <a:avLst/>
              <a:pathLst>
                <a:path w="3352995" h="679027">
                  <a:moveTo>
                    <a:pt x="0" y="293196"/>
                  </a:moveTo>
                  <a:lnTo>
                    <a:pt x="1676497" y="679027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3"/>
            <p:cNvSpPr/>
            <p:nvPr/>
          </p:nvSpPr>
          <p:spPr>
            <a:xfrm>
              <a:off x="1816150" y="4039217"/>
              <a:ext cx="3352995" cy="27934"/>
            </a:xfrm>
            <a:custGeom>
              <a:avLst/>
              <a:pathLst>
                <a:path w="3352995" h="27934">
                  <a:moveTo>
                    <a:pt x="0" y="27934"/>
                  </a:moveTo>
                  <a:lnTo>
                    <a:pt x="1676497" y="0"/>
                  </a:lnTo>
                  <a:lnTo>
                    <a:pt x="3352995" y="16396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4"/>
            <p:cNvSpPr/>
            <p:nvPr/>
          </p:nvSpPr>
          <p:spPr>
            <a:xfrm>
              <a:off x="1816150" y="3672131"/>
              <a:ext cx="3352995" cy="1564521"/>
            </a:xfrm>
            <a:custGeom>
              <a:avLst/>
              <a:pathLst>
                <a:path w="3352995" h="1564521">
                  <a:moveTo>
                    <a:pt x="0" y="0"/>
                  </a:moveTo>
                  <a:lnTo>
                    <a:pt x="1676497" y="1564521"/>
                  </a:lnTo>
                  <a:lnTo>
                    <a:pt x="3352995" y="443046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5"/>
            <p:cNvSpPr/>
            <p:nvPr/>
          </p:nvSpPr>
          <p:spPr>
            <a:xfrm>
              <a:off x="1816150" y="3000760"/>
              <a:ext cx="3352995" cy="797047"/>
            </a:xfrm>
            <a:custGeom>
              <a:avLst/>
              <a:pathLst>
                <a:path w="3352995" h="797047">
                  <a:moveTo>
                    <a:pt x="0" y="797047"/>
                  </a:moveTo>
                  <a:lnTo>
                    <a:pt x="1676497" y="0"/>
                  </a:lnTo>
                  <a:lnTo>
                    <a:pt x="3352995" y="483418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6"/>
            <p:cNvSpPr/>
            <p:nvPr/>
          </p:nvSpPr>
          <p:spPr>
            <a:xfrm>
              <a:off x="1816150" y="3213071"/>
              <a:ext cx="3352995" cy="734150"/>
            </a:xfrm>
            <a:custGeom>
              <a:avLst/>
              <a:pathLst>
                <a:path w="3352995" h="734150">
                  <a:moveTo>
                    <a:pt x="0" y="47697"/>
                  </a:moveTo>
                  <a:lnTo>
                    <a:pt x="1676497" y="734150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7"/>
            <p:cNvSpPr/>
            <p:nvPr/>
          </p:nvSpPr>
          <p:spPr>
            <a:xfrm>
              <a:off x="1816150" y="2367563"/>
              <a:ext cx="3352995" cy="756130"/>
            </a:xfrm>
            <a:custGeom>
              <a:avLst/>
              <a:pathLst>
                <a:path w="3352995" h="756130">
                  <a:moveTo>
                    <a:pt x="0" y="0"/>
                  </a:moveTo>
                  <a:lnTo>
                    <a:pt x="1676497" y="756130"/>
                  </a:lnTo>
                  <a:lnTo>
                    <a:pt x="3352995" y="620656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8"/>
            <p:cNvSpPr/>
            <p:nvPr/>
          </p:nvSpPr>
          <p:spPr>
            <a:xfrm>
              <a:off x="1816150" y="4528352"/>
              <a:ext cx="3352995" cy="290937"/>
            </a:xfrm>
            <a:custGeom>
              <a:avLst/>
              <a:pathLst>
                <a:path w="3352995" h="290937">
                  <a:moveTo>
                    <a:pt x="0" y="290937"/>
                  </a:moveTo>
                  <a:lnTo>
                    <a:pt x="1676497" y="0"/>
                  </a:lnTo>
                  <a:lnTo>
                    <a:pt x="3352995" y="1345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39"/>
            <p:cNvSpPr/>
            <p:nvPr/>
          </p:nvSpPr>
          <p:spPr>
            <a:xfrm>
              <a:off x="1816150" y="4606097"/>
              <a:ext cx="3352995" cy="492546"/>
            </a:xfrm>
            <a:custGeom>
              <a:avLst/>
              <a:pathLst>
                <a:path w="3352995" h="492546">
                  <a:moveTo>
                    <a:pt x="0" y="0"/>
                  </a:moveTo>
                  <a:lnTo>
                    <a:pt x="1676497" y="492546"/>
                  </a:lnTo>
                  <a:lnTo>
                    <a:pt x="3352995" y="298712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0"/>
            <p:cNvSpPr/>
            <p:nvPr/>
          </p:nvSpPr>
          <p:spPr>
            <a:xfrm>
              <a:off x="1816150" y="3987612"/>
              <a:ext cx="3352995" cy="628325"/>
            </a:xfrm>
            <a:custGeom>
              <a:avLst/>
              <a:pathLst>
                <a:path w="3352995" h="628325">
                  <a:moveTo>
                    <a:pt x="0" y="628325"/>
                  </a:moveTo>
                  <a:lnTo>
                    <a:pt x="1676497" y="430456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1"/>
            <p:cNvSpPr/>
            <p:nvPr/>
          </p:nvSpPr>
          <p:spPr>
            <a:xfrm>
              <a:off x="1816150" y="2397236"/>
              <a:ext cx="3352995" cy="1577120"/>
            </a:xfrm>
            <a:custGeom>
              <a:avLst/>
              <a:pathLst>
                <a:path w="3352995" h="1577120">
                  <a:moveTo>
                    <a:pt x="0" y="0"/>
                  </a:moveTo>
                  <a:lnTo>
                    <a:pt x="1676497" y="1467125"/>
                  </a:lnTo>
                  <a:lnTo>
                    <a:pt x="3352995" y="157712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2"/>
            <p:cNvSpPr/>
            <p:nvPr/>
          </p:nvSpPr>
          <p:spPr>
            <a:xfrm>
              <a:off x="1816150" y="3410598"/>
              <a:ext cx="3352995" cy="956913"/>
            </a:xfrm>
            <a:custGeom>
              <a:avLst/>
              <a:pathLst>
                <a:path w="3352995" h="956913">
                  <a:moveTo>
                    <a:pt x="0" y="0"/>
                  </a:moveTo>
                  <a:lnTo>
                    <a:pt x="1676497" y="602816"/>
                  </a:lnTo>
                  <a:lnTo>
                    <a:pt x="3352995" y="956913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3"/>
            <p:cNvSpPr/>
            <p:nvPr/>
          </p:nvSpPr>
          <p:spPr>
            <a:xfrm>
              <a:off x="1816150" y="3957929"/>
              <a:ext cx="3352995" cy="312715"/>
            </a:xfrm>
            <a:custGeom>
              <a:avLst/>
              <a:pathLst>
                <a:path w="3352995" h="312715">
                  <a:moveTo>
                    <a:pt x="0" y="191017"/>
                  </a:moveTo>
                  <a:lnTo>
                    <a:pt x="1676497" y="312715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4"/>
            <p:cNvSpPr/>
            <p:nvPr/>
          </p:nvSpPr>
          <p:spPr>
            <a:xfrm>
              <a:off x="1816150" y="3137328"/>
              <a:ext cx="3352995" cy="1069103"/>
            </a:xfrm>
            <a:custGeom>
              <a:avLst/>
              <a:pathLst>
                <a:path w="3352995" h="1069103">
                  <a:moveTo>
                    <a:pt x="0" y="0"/>
                  </a:moveTo>
                  <a:lnTo>
                    <a:pt x="1676497" y="736074"/>
                  </a:lnTo>
                  <a:lnTo>
                    <a:pt x="3352995" y="1069103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5"/>
            <p:cNvSpPr/>
            <p:nvPr/>
          </p:nvSpPr>
          <p:spPr>
            <a:xfrm>
              <a:off x="1816150" y="4110804"/>
              <a:ext cx="3352995" cy="1037429"/>
            </a:xfrm>
            <a:custGeom>
              <a:avLst/>
              <a:pathLst>
                <a:path w="3352995" h="1037429">
                  <a:moveTo>
                    <a:pt x="0" y="0"/>
                  </a:moveTo>
                  <a:lnTo>
                    <a:pt x="1676497" y="1037429"/>
                  </a:lnTo>
                  <a:lnTo>
                    <a:pt x="3352995" y="791761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6"/>
            <p:cNvSpPr/>
            <p:nvPr/>
          </p:nvSpPr>
          <p:spPr>
            <a:xfrm>
              <a:off x="1816150" y="3402538"/>
              <a:ext cx="3352995" cy="1030915"/>
            </a:xfrm>
            <a:custGeom>
              <a:avLst/>
              <a:pathLst>
                <a:path w="3352995" h="1030915">
                  <a:moveTo>
                    <a:pt x="0" y="1030915"/>
                  </a:moveTo>
                  <a:lnTo>
                    <a:pt x="1676497" y="0"/>
                  </a:lnTo>
                  <a:lnTo>
                    <a:pt x="3352995" y="33278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7"/>
            <p:cNvSpPr/>
            <p:nvPr/>
          </p:nvSpPr>
          <p:spPr>
            <a:xfrm>
              <a:off x="1816150" y="3090367"/>
              <a:ext cx="3352995" cy="443942"/>
            </a:xfrm>
            <a:custGeom>
              <a:avLst/>
              <a:pathLst>
                <a:path w="3352995" h="443942">
                  <a:moveTo>
                    <a:pt x="0" y="443942"/>
                  </a:moveTo>
                  <a:lnTo>
                    <a:pt x="1676497" y="0"/>
                  </a:lnTo>
                  <a:lnTo>
                    <a:pt x="3352995" y="99156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8"/>
            <p:cNvSpPr/>
            <p:nvPr/>
          </p:nvSpPr>
          <p:spPr>
            <a:xfrm>
              <a:off x="1816150" y="2924328"/>
              <a:ext cx="3352995" cy="710086"/>
            </a:xfrm>
            <a:custGeom>
              <a:avLst/>
              <a:pathLst>
                <a:path w="3352995" h="710086">
                  <a:moveTo>
                    <a:pt x="0" y="0"/>
                  </a:moveTo>
                  <a:lnTo>
                    <a:pt x="1676497" y="637357"/>
                  </a:lnTo>
                  <a:lnTo>
                    <a:pt x="3352995" y="710086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49"/>
            <p:cNvSpPr/>
            <p:nvPr/>
          </p:nvSpPr>
          <p:spPr>
            <a:xfrm>
              <a:off x="1816150" y="3165968"/>
              <a:ext cx="3352995" cy="227259"/>
            </a:xfrm>
            <a:custGeom>
              <a:avLst/>
              <a:pathLst>
                <a:path w="3352995" h="227259">
                  <a:moveTo>
                    <a:pt x="0" y="0"/>
                  </a:moveTo>
                  <a:lnTo>
                    <a:pt x="1676497" y="227259"/>
                  </a:lnTo>
                  <a:lnTo>
                    <a:pt x="3352995" y="218118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0"/>
            <p:cNvSpPr/>
            <p:nvPr/>
          </p:nvSpPr>
          <p:spPr>
            <a:xfrm>
              <a:off x="1816150" y="3229572"/>
              <a:ext cx="3352995" cy="387243"/>
            </a:xfrm>
            <a:custGeom>
              <a:avLst/>
              <a:pathLst>
                <a:path w="3352995" h="387243">
                  <a:moveTo>
                    <a:pt x="0" y="0"/>
                  </a:moveTo>
                  <a:lnTo>
                    <a:pt x="1676497" y="387243"/>
                  </a:lnTo>
                  <a:lnTo>
                    <a:pt x="3352995" y="290247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1"/>
            <p:cNvSpPr/>
            <p:nvPr/>
          </p:nvSpPr>
          <p:spPr>
            <a:xfrm>
              <a:off x="1816150" y="2997637"/>
              <a:ext cx="3352995" cy="657908"/>
            </a:xfrm>
            <a:custGeom>
              <a:avLst/>
              <a:pathLst>
                <a:path w="3352995" h="657908">
                  <a:moveTo>
                    <a:pt x="0" y="0"/>
                  </a:moveTo>
                  <a:lnTo>
                    <a:pt x="1676497" y="353494"/>
                  </a:lnTo>
                  <a:lnTo>
                    <a:pt x="3352995" y="657908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2"/>
            <p:cNvSpPr/>
            <p:nvPr/>
          </p:nvSpPr>
          <p:spPr>
            <a:xfrm>
              <a:off x="1816150" y="3761423"/>
              <a:ext cx="3352995" cy="610261"/>
            </a:xfrm>
            <a:custGeom>
              <a:avLst/>
              <a:pathLst>
                <a:path w="3352995" h="610261">
                  <a:moveTo>
                    <a:pt x="0" y="178381"/>
                  </a:moveTo>
                  <a:lnTo>
                    <a:pt x="1676497" y="610261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3"/>
            <p:cNvSpPr/>
            <p:nvPr/>
          </p:nvSpPr>
          <p:spPr>
            <a:xfrm>
              <a:off x="1816150" y="3984080"/>
              <a:ext cx="3352995" cy="407758"/>
            </a:xfrm>
            <a:custGeom>
              <a:avLst/>
              <a:pathLst>
                <a:path w="3352995" h="407758">
                  <a:moveTo>
                    <a:pt x="0" y="407758"/>
                  </a:moveTo>
                  <a:lnTo>
                    <a:pt x="1676497" y="37348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4"/>
            <p:cNvSpPr/>
            <p:nvPr/>
          </p:nvSpPr>
          <p:spPr>
            <a:xfrm>
              <a:off x="1816150" y="1930529"/>
              <a:ext cx="3352995" cy="324825"/>
            </a:xfrm>
            <a:custGeom>
              <a:avLst/>
              <a:pathLst>
                <a:path w="3352995" h="324825">
                  <a:moveTo>
                    <a:pt x="0" y="115518"/>
                  </a:moveTo>
                  <a:lnTo>
                    <a:pt x="1676497" y="324825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5"/>
            <p:cNvSpPr/>
            <p:nvPr/>
          </p:nvSpPr>
          <p:spPr>
            <a:xfrm>
              <a:off x="1816150" y="3800000"/>
              <a:ext cx="3352995" cy="143136"/>
            </a:xfrm>
            <a:custGeom>
              <a:avLst/>
              <a:pathLst>
                <a:path w="3352995" h="143136">
                  <a:moveTo>
                    <a:pt x="0" y="130887"/>
                  </a:moveTo>
                  <a:lnTo>
                    <a:pt x="1676497" y="143136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6"/>
            <p:cNvSpPr/>
            <p:nvPr/>
          </p:nvSpPr>
          <p:spPr>
            <a:xfrm>
              <a:off x="1816150" y="2633326"/>
              <a:ext cx="3352995" cy="645440"/>
            </a:xfrm>
            <a:custGeom>
              <a:avLst/>
              <a:pathLst>
                <a:path w="3352995" h="645440">
                  <a:moveTo>
                    <a:pt x="0" y="0"/>
                  </a:moveTo>
                  <a:lnTo>
                    <a:pt x="1676497" y="645440"/>
                  </a:lnTo>
                  <a:lnTo>
                    <a:pt x="3352995" y="465361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7"/>
            <p:cNvSpPr/>
            <p:nvPr/>
          </p:nvSpPr>
          <p:spPr>
            <a:xfrm>
              <a:off x="1816150" y="2258212"/>
              <a:ext cx="3352995" cy="1376294"/>
            </a:xfrm>
            <a:custGeom>
              <a:avLst/>
              <a:pathLst>
                <a:path w="3352995" h="1376294">
                  <a:moveTo>
                    <a:pt x="0" y="0"/>
                  </a:moveTo>
                  <a:lnTo>
                    <a:pt x="1676497" y="1121418"/>
                  </a:lnTo>
                  <a:lnTo>
                    <a:pt x="3352995" y="1376294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8"/>
            <p:cNvSpPr/>
            <p:nvPr/>
          </p:nvSpPr>
          <p:spPr>
            <a:xfrm>
              <a:off x="1816150" y="3210201"/>
              <a:ext cx="3352995" cy="1133718"/>
            </a:xfrm>
            <a:custGeom>
              <a:avLst/>
              <a:pathLst>
                <a:path w="3352995" h="1133718">
                  <a:moveTo>
                    <a:pt x="0" y="1133718"/>
                  </a:moveTo>
                  <a:lnTo>
                    <a:pt x="1676497" y="783149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l59"/>
            <p:cNvSpPr/>
            <p:nvPr/>
          </p:nvSpPr>
          <p:spPr>
            <a:xfrm>
              <a:off x="1816150" y="4147535"/>
              <a:ext cx="3352995" cy="246282"/>
            </a:xfrm>
            <a:custGeom>
              <a:avLst/>
              <a:pathLst>
                <a:path w="3352995" h="246282">
                  <a:moveTo>
                    <a:pt x="0" y="0"/>
                  </a:moveTo>
                  <a:lnTo>
                    <a:pt x="1676497" y="246282"/>
                  </a:lnTo>
                  <a:lnTo>
                    <a:pt x="3352995" y="74854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0"/>
            <p:cNvSpPr/>
            <p:nvPr/>
          </p:nvSpPr>
          <p:spPr>
            <a:xfrm>
              <a:off x="1816150" y="3061042"/>
              <a:ext cx="3352995" cy="950805"/>
            </a:xfrm>
            <a:custGeom>
              <a:avLst/>
              <a:pathLst>
                <a:path w="3352995" h="950805">
                  <a:moveTo>
                    <a:pt x="0" y="0"/>
                  </a:moveTo>
                  <a:lnTo>
                    <a:pt x="1676497" y="950805"/>
                  </a:lnTo>
                  <a:lnTo>
                    <a:pt x="3352995" y="236243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1"/>
            <p:cNvSpPr/>
            <p:nvPr/>
          </p:nvSpPr>
          <p:spPr>
            <a:xfrm>
              <a:off x="1816150" y="4418129"/>
              <a:ext cx="3352995" cy="1032682"/>
            </a:xfrm>
            <a:custGeom>
              <a:avLst/>
              <a:pathLst>
                <a:path w="3352995" h="1032682">
                  <a:moveTo>
                    <a:pt x="0" y="1032682"/>
                  </a:moveTo>
                  <a:lnTo>
                    <a:pt x="1676497" y="744188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2"/>
            <p:cNvSpPr/>
            <p:nvPr/>
          </p:nvSpPr>
          <p:spPr>
            <a:xfrm>
              <a:off x="1816150" y="3898309"/>
              <a:ext cx="3352995" cy="223906"/>
            </a:xfrm>
            <a:custGeom>
              <a:avLst/>
              <a:pathLst>
                <a:path w="3352995" h="223906">
                  <a:moveTo>
                    <a:pt x="0" y="0"/>
                  </a:moveTo>
                  <a:lnTo>
                    <a:pt x="1676497" y="223906"/>
                  </a:lnTo>
                  <a:lnTo>
                    <a:pt x="3352995" y="31285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l63"/>
            <p:cNvSpPr/>
            <p:nvPr/>
          </p:nvSpPr>
          <p:spPr>
            <a:xfrm>
              <a:off x="1816150" y="3306445"/>
              <a:ext cx="3352995" cy="798915"/>
            </a:xfrm>
            <a:custGeom>
              <a:avLst/>
              <a:pathLst>
                <a:path w="3352995" h="798915">
                  <a:moveTo>
                    <a:pt x="0" y="0"/>
                  </a:moveTo>
                  <a:lnTo>
                    <a:pt x="1676497" y="690404"/>
                  </a:lnTo>
                  <a:lnTo>
                    <a:pt x="3352995" y="798915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l64"/>
            <p:cNvSpPr/>
            <p:nvPr/>
          </p:nvSpPr>
          <p:spPr>
            <a:xfrm>
              <a:off x="1816150" y="3403509"/>
              <a:ext cx="3352995" cy="1205243"/>
            </a:xfrm>
            <a:custGeom>
              <a:avLst/>
              <a:pathLst>
                <a:path w="3352995" h="1205243">
                  <a:moveTo>
                    <a:pt x="0" y="0"/>
                  </a:moveTo>
                  <a:lnTo>
                    <a:pt x="1676497" y="1205243"/>
                  </a:lnTo>
                  <a:lnTo>
                    <a:pt x="3352995" y="415794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l65"/>
            <p:cNvSpPr/>
            <p:nvPr/>
          </p:nvSpPr>
          <p:spPr>
            <a:xfrm>
              <a:off x="1816150" y="4570540"/>
              <a:ext cx="3352995" cy="593240"/>
            </a:xfrm>
            <a:custGeom>
              <a:avLst/>
              <a:pathLst>
                <a:path w="3352995" h="593240">
                  <a:moveTo>
                    <a:pt x="0" y="147922"/>
                  </a:moveTo>
                  <a:lnTo>
                    <a:pt x="1676497" y="593240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l66"/>
            <p:cNvSpPr/>
            <p:nvPr/>
          </p:nvSpPr>
          <p:spPr>
            <a:xfrm>
              <a:off x="1816150" y="3554123"/>
              <a:ext cx="3352995" cy="404500"/>
            </a:xfrm>
            <a:custGeom>
              <a:avLst/>
              <a:pathLst>
                <a:path w="3352995" h="404500">
                  <a:moveTo>
                    <a:pt x="0" y="0"/>
                  </a:moveTo>
                  <a:lnTo>
                    <a:pt x="1676497" y="404500"/>
                  </a:lnTo>
                  <a:lnTo>
                    <a:pt x="3352995" y="32954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l67"/>
            <p:cNvSpPr/>
            <p:nvPr/>
          </p:nvSpPr>
          <p:spPr>
            <a:xfrm>
              <a:off x="1816150" y="4539858"/>
              <a:ext cx="3352995" cy="241309"/>
            </a:xfrm>
            <a:custGeom>
              <a:avLst/>
              <a:pathLst>
                <a:path w="3352995" h="241309">
                  <a:moveTo>
                    <a:pt x="0" y="241309"/>
                  </a:moveTo>
                  <a:lnTo>
                    <a:pt x="1676497" y="0"/>
                  </a:lnTo>
                  <a:lnTo>
                    <a:pt x="3352995" y="211469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l68"/>
            <p:cNvSpPr/>
            <p:nvPr/>
          </p:nvSpPr>
          <p:spPr>
            <a:xfrm>
              <a:off x="1816150" y="2603856"/>
              <a:ext cx="3352995" cy="735801"/>
            </a:xfrm>
            <a:custGeom>
              <a:avLst/>
              <a:pathLst>
                <a:path w="3352995" h="735801">
                  <a:moveTo>
                    <a:pt x="0" y="0"/>
                  </a:moveTo>
                  <a:lnTo>
                    <a:pt x="1676497" y="735801"/>
                  </a:lnTo>
                  <a:lnTo>
                    <a:pt x="3352995" y="285814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l69"/>
            <p:cNvSpPr/>
            <p:nvPr/>
          </p:nvSpPr>
          <p:spPr>
            <a:xfrm>
              <a:off x="1816150" y="4077834"/>
              <a:ext cx="3352995" cy="786567"/>
            </a:xfrm>
            <a:custGeom>
              <a:avLst/>
              <a:pathLst>
                <a:path w="3352995" h="786567">
                  <a:moveTo>
                    <a:pt x="0" y="208405"/>
                  </a:moveTo>
                  <a:lnTo>
                    <a:pt x="1676497" y="0"/>
                  </a:lnTo>
                  <a:lnTo>
                    <a:pt x="3352995" y="786567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l70"/>
            <p:cNvSpPr/>
            <p:nvPr/>
          </p:nvSpPr>
          <p:spPr>
            <a:xfrm>
              <a:off x="1816150" y="3682693"/>
              <a:ext cx="3352995" cy="189518"/>
            </a:xfrm>
            <a:custGeom>
              <a:avLst/>
              <a:pathLst>
                <a:path w="3352995" h="189518">
                  <a:moveTo>
                    <a:pt x="0" y="0"/>
                  </a:moveTo>
                  <a:lnTo>
                    <a:pt x="1676497" y="189518"/>
                  </a:lnTo>
                  <a:lnTo>
                    <a:pt x="3352995" y="40408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l71"/>
            <p:cNvSpPr/>
            <p:nvPr/>
          </p:nvSpPr>
          <p:spPr>
            <a:xfrm>
              <a:off x="1816150" y="3926844"/>
              <a:ext cx="3352995" cy="601973"/>
            </a:xfrm>
            <a:custGeom>
              <a:avLst/>
              <a:pathLst>
                <a:path w="3352995" h="601973">
                  <a:moveTo>
                    <a:pt x="0" y="455156"/>
                  </a:moveTo>
                  <a:lnTo>
                    <a:pt x="1676497" y="601973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l72"/>
            <p:cNvSpPr/>
            <p:nvPr/>
          </p:nvSpPr>
          <p:spPr>
            <a:xfrm>
              <a:off x="1816150" y="3921153"/>
              <a:ext cx="3352995" cy="1206685"/>
            </a:xfrm>
            <a:custGeom>
              <a:avLst/>
              <a:pathLst>
                <a:path w="3352995" h="1206685">
                  <a:moveTo>
                    <a:pt x="0" y="0"/>
                  </a:moveTo>
                  <a:lnTo>
                    <a:pt x="1676497" y="692929"/>
                  </a:lnTo>
                  <a:lnTo>
                    <a:pt x="3352995" y="1206685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l73"/>
            <p:cNvSpPr/>
            <p:nvPr/>
          </p:nvSpPr>
          <p:spPr>
            <a:xfrm>
              <a:off x="1816150" y="3276252"/>
              <a:ext cx="3352995" cy="1537771"/>
            </a:xfrm>
            <a:custGeom>
              <a:avLst/>
              <a:pathLst>
                <a:path w="3352995" h="1537771">
                  <a:moveTo>
                    <a:pt x="0" y="0"/>
                  </a:moveTo>
                  <a:lnTo>
                    <a:pt x="1676497" y="1537771"/>
                  </a:lnTo>
                  <a:lnTo>
                    <a:pt x="3352995" y="834525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l74"/>
            <p:cNvSpPr/>
            <p:nvPr/>
          </p:nvSpPr>
          <p:spPr>
            <a:xfrm>
              <a:off x="1816150" y="2764038"/>
              <a:ext cx="3352995" cy="820646"/>
            </a:xfrm>
            <a:custGeom>
              <a:avLst/>
              <a:pathLst>
                <a:path w="3352995" h="820646">
                  <a:moveTo>
                    <a:pt x="0" y="535292"/>
                  </a:moveTo>
                  <a:lnTo>
                    <a:pt x="1676497" y="820646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l75"/>
            <p:cNvSpPr/>
            <p:nvPr/>
          </p:nvSpPr>
          <p:spPr>
            <a:xfrm>
              <a:off x="1816150" y="3420045"/>
              <a:ext cx="3352995" cy="815920"/>
            </a:xfrm>
            <a:custGeom>
              <a:avLst/>
              <a:pathLst>
                <a:path w="3352995" h="815920">
                  <a:moveTo>
                    <a:pt x="0" y="385564"/>
                  </a:moveTo>
                  <a:lnTo>
                    <a:pt x="1676497" y="815920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l76"/>
            <p:cNvSpPr/>
            <p:nvPr/>
          </p:nvSpPr>
          <p:spPr>
            <a:xfrm>
              <a:off x="1816150" y="3737742"/>
              <a:ext cx="3352995" cy="904642"/>
            </a:xfrm>
            <a:custGeom>
              <a:avLst/>
              <a:pathLst>
                <a:path w="3352995" h="904642">
                  <a:moveTo>
                    <a:pt x="0" y="0"/>
                  </a:moveTo>
                  <a:lnTo>
                    <a:pt x="1676497" y="904642"/>
                  </a:lnTo>
                  <a:lnTo>
                    <a:pt x="3352995" y="470816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l77"/>
            <p:cNvSpPr/>
            <p:nvPr/>
          </p:nvSpPr>
          <p:spPr>
            <a:xfrm>
              <a:off x="1816150" y="3183546"/>
              <a:ext cx="3352995" cy="441154"/>
            </a:xfrm>
            <a:custGeom>
              <a:avLst/>
              <a:pathLst>
                <a:path w="3352995" h="441154">
                  <a:moveTo>
                    <a:pt x="0" y="0"/>
                  </a:moveTo>
                  <a:lnTo>
                    <a:pt x="1676497" y="285335"/>
                  </a:lnTo>
                  <a:lnTo>
                    <a:pt x="3352995" y="441154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8"/>
            <p:cNvSpPr/>
            <p:nvPr/>
          </p:nvSpPr>
          <p:spPr>
            <a:xfrm>
              <a:off x="1816150" y="2798307"/>
              <a:ext cx="3352995" cy="1063416"/>
            </a:xfrm>
            <a:custGeom>
              <a:avLst/>
              <a:pathLst>
                <a:path w="3352995" h="1063416">
                  <a:moveTo>
                    <a:pt x="0" y="0"/>
                  </a:moveTo>
                  <a:lnTo>
                    <a:pt x="1676497" y="742181"/>
                  </a:lnTo>
                  <a:lnTo>
                    <a:pt x="3352995" y="1063416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79"/>
            <p:cNvSpPr/>
            <p:nvPr/>
          </p:nvSpPr>
          <p:spPr>
            <a:xfrm>
              <a:off x="1816150" y="3501608"/>
              <a:ext cx="3352995" cy="706439"/>
            </a:xfrm>
            <a:custGeom>
              <a:avLst/>
              <a:pathLst>
                <a:path w="3352995" h="706439">
                  <a:moveTo>
                    <a:pt x="0" y="0"/>
                  </a:moveTo>
                  <a:lnTo>
                    <a:pt x="1676497" y="255018"/>
                  </a:lnTo>
                  <a:lnTo>
                    <a:pt x="3352995" y="706439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0"/>
            <p:cNvSpPr/>
            <p:nvPr/>
          </p:nvSpPr>
          <p:spPr>
            <a:xfrm>
              <a:off x="1816150" y="2702282"/>
              <a:ext cx="3352995" cy="2191497"/>
            </a:xfrm>
            <a:custGeom>
              <a:avLst/>
              <a:pathLst>
                <a:path w="3352995" h="2191497">
                  <a:moveTo>
                    <a:pt x="0" y="0"/>
                  </a:moveTo>
                  <a:lnTo>
                    <a:pt x="1676497" y="1359646"/>
                  </a:lnTo>
                  <a:lnTo>
                    <a:pt x="3352995" y="2191497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1"/>
            <p:cNvSpPr/>
            <p:nvPr/>
          </p:nvSpPr>
          <p:spPr>
            <a:xfrm>
              <a:off x="1816150" y="2474895"/>
              <a:ext cx="3352995" cy="1700629"/>
            </a:xfrm>
            <a:custGeom>
              <a:avLst/>
              <a:pathLst>
                <a:path w="3352995" h="1700629">
                  <a:moveTo>
                    <a:pt x="0" y="1700629"/>
                  </a:moveTo>
                  <a:lnTo>
                    <a:pt x="1676497" y="0"/>
                  </a:lnTo>
                  <a:lnTo>
                    <a:pt x="3352995" y="1217554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2"/>
            <p:cNvSpPr/>
            <p:nvPr/>
          </p:nvSpPr>
          <p:spPr>
            <a:xfrm>
              <a:off x="1816150" y="4641459"/>
              <a:ext cx="3352995" cy="153019"/>
            </a:xfrm>
            <a:custGeom>
              <a:avLst/>
              <a:pathLst>
                <a:path w="3352995" h="153019">
                  <a:moveTo>
                    <a:pt x="0" y="2724"/>
                  </a:moveTo>
                  <a:lnTo>
                    <a:pt x="1676497" y="0"/>
                  </a:lnTo>
                  <a:lnTo>
                    <a:pt x="3352995" y="153019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3"/>
            <p:cNvSpPr/>
            <p:nvPr/>
          </p:nvSpPr>
          <p:spPr>
            <a:xfrm>
              <a:off x="1816150" y="3022885"/>
              <a:ext cx="3352995" cy="436817"/>
            </a:xfrm>
            <a:custGeom>
              <a:avLst/>
              <a:pathLst>
                <a:path w="3352995" h="436817">
                  <a:moveTo>
                    <a:pt x="0" y="436817"/>
                  </a:moveTo>
                  <a:lnTo>
                    <a:pt x="1676497" y="93897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4"/>
            <p:cNvSpPr/>
            <p:nvPr/>
          </p:nvSpPr>
          <p:spPr>
            <a:xfrm>
              <a:off x="1816150" y="3151797"/>
              <a:ext cx="3352995" cy="1484501"/>
            </a:xfrm>
            <a:custGeom>
              <a:avLst/>
              <a:pathLst>
                <a:path w="3352995" h="1484501">
                  <a:moveTo>
                    <a:pt x="0" y="0"/>
                  </a:moveTo>
                  <a:lnTo>
                    <a:pt x="1676497" y="1201453"/>
                  </a:lnTo>
                  <a:lnTo>
                    <a:pt x="3352995" y="1484501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5"/>
            <p:cNvSpPr/>
            <p:nvPr/>
          </p:nvSpPr>
          <p:spPr>
            <a:xfrm>
              <a:off x="1816150" y="3934058"/>
              <a:ext cx="3352995" cy="985558"/>
            </a:xfrm>
            <a:custGeom>
              <a:avLst/>
              <a:pathLst>
                <a:path w="3352995" h="985558">
                  <a:moveTo>
                    <a:pt x="0" y="985558"/>
                  </a:moveTo>
                  <a:lnTo>
                    <a:pt x="1676497" y="0"/>
                  </a:lnTo>
                  <a:lnTo>
                    <a:pt x="3352995" y="15466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6"/>
            <p:cNvSpPr/>
            <p:nvPr/>
          </p:nvSpPr>
          <p:spPr>
            <a:xfrm>
              <a:off x="1816150" y="4008023"/>
              <a:ext cx="3352995" cy="1178495"/>
            </a:xfrm>
            <a:custGeom>
              <a:avLst/>
              <a:pathLst>
                <a:path w="3352995" h="1178495">
                  <a:moveTo>
                    <a:pt x="0" y="0"/>
                  </a:moveTo>
                  <a:lnTo>
                    <a:pt x="1676497" y="1178495"/>
                  </a:lnTo>
                  <a:lnTo>
                    <a:pt x="3352995" y="166575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7"/>
            <p:cNvSpPr/>
            <p:nvPr/>
          </p:nvSpPr>
          <p:spPr>
            <a:xfrm>
              <a:off x="1816150" y="2895393"/>
              <a:ext cx="3352995" cy="1664451"/>
            </a:xfrm>
            <a:custGeom>
              <a:avLst/>
              <a:pathLst>
                <a:path w="3352995" h="1664451">
                  <a:moveTo>
                    <a:pt x="0" y="310116"/>
                  </a:moveTo>
                  <a:lnTo>
                    <a:pt x="1676497" y="1664451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8"/>
            <p:cNvSpPr/>
            <p:nvPr/>
          </p:nvSpPr>
          <p:spPr>
            <a:xfrm>
              <a:off x="1816150" y="2862274"/>
              <a:ext cx="3352995" cy="1108215"/>
            </a:xfrm>
            <a:custGeom>
              <a:avLst/>
              <a:pathLst>
                <a:path w="3352995" h="1108215">
                  <a:moveTo>
                    <a:pt x="0" y="0"/>
                  </a:moveTo>
                  <a:lnTo>
                    <a:pt x="1676497" y="1108215"/>
                  </a:lnTo>
                  <a:lnTo>
                    <a:pt x="3352995" y="577719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89"/>
            <p:cNvSpPr/>
            <p:nvPr/>
          </p:nvSpPr>
          <p:spPr>
            <a:xfrm>
              <a:off x="1816150" y="3559855"/>
              <a:ext cx="3352995" cy="472352"/>
            </a:xfrm>
            <a:custGeom>
              <a:avLst/>
              <a:pathLst>
                <a:path w="3352995" h="472352">
                  <a:moveTo>
                    <a:pt x="0" y="0"/>
                  </a:moveTo>
                  <a:lnTo>
                    <a:pt x="1676497" y="472352"/>
                  </a:lnTo>
                  <a:lnTo>
                    <a:pt x="3352995" y="238141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0"/>
            <p:cNvSpPr/>
            <p:nvPr/>
          </p:nvSpPr>
          <p:spPr>
            <a:xfrm>
              <a:off x="1816150" y="4781939"/>
              <a:ext cx="3352995" cy="497539"/>
            </a:xfrm>
            <a:custGeom>
              <a:avLst/>
              <a:pathLst>
                <a:path w="3352995" h="497539">
                  <a:moveTo>
                    <a:pt x="0" y="135424"/>
                  </a:moveTo>
                  <a:lnTo>
                    <a:pt x="1676497" y="0"/>
                  </a:lnTo>
                  <a:lnTo>
                    <a:pt x="3352995" y="497539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l91"/>
            <p:cNvSpPr/>
            <p:nvPr/>
          </p:nvSpPr>
          <p:spPr>
            <a:xfrm>
              <a:off x="1816150" y="3822488"/>
              <a:ext cx="3352995" cy="485078"/>
            </a:xfrm>
            <a:custGeom>
              <a:avLst/>
              <a:pathLst>
                <a:path w="3352995" h="485078">
                  <a:moveTo>
                    <a:pt x="0" y="0"/>
                  </a:moveTo>
                  <a:lnTo>
                    <a:pt x="1676497" y="485078"/>
                  </a:lnTo>
                  <a:lnTo>
                    <a:pt x="3352995" y="317639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t92"/>
            <p:cNvSpPr/>
            <p:nvPr/>
          </p:nvSpPr>
          <p:spPr>
            <a:xfrm>
              <a:off x="1795389" y="267279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t93"/>
            <p:cNvSpPr/>
            <p:nvPr/>
          </p:nvSpPr>
          <p:spPr>
            <a:xfrm>
              <a:off x="3471887" y="367016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t94"/>
            <p:cNvSpPr/>
            <p:nvPr/>
          </p:nvSpPr>
          <p:spPr>
            <a:xfrm>
              <a:off x="5148384" y="262471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t95"/>
            <p:cNvSpPr/>
            <p:nvPr/>
          </p:nvSpPr>
          <p:spPr>
            <a:xfrm>
              <a:off x="1795389" y="292401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t96"/>
            <p:cNvSpPr/>
            <p:nvPr/>
          </p:nvSpPr>
          <p:spPr>
            <a:xfrm>
              <a:off x="3471887" y="391625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t97"/>
            <p:cNvSpPr/>
            <p:nvPr/>
          </p:nvSpPr>
          <p:spPr>
            <a:xfrm>
              <a:off x="5148384" y="319929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t98"/>
            <p:cNvSpPr/>
            <p:nvPr/>
          </p:nvSpPr>
          <p:spPr>
            <a:xfrm>
              <a:off x="1795389" y="303330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t99"/>
            <p:cNvSpPr/>
            <p:nvPr/>
          </p:nvSpPr>
          <p:spPr>
            <a:xfrm>
              <a:off x="3471887" y="411824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t100"/>
            <p:cNvSpPr/>
            <p:nvPr/>
          </p:nvSpPr>
          <p:spPr>
            <a:xfrm>
              <a:off x="5148384" y="336268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t101"/>
            <p:cNvSpPr/>
            <p:nvPr/>
          </p:nvSpPr>
          <p:spPr>
            <a:xfrm>
              <a:off x="1795389" y="353823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t102"/>
            <p:cNvSpPr/>
            <p:nvPr/>
          </p:nvSpPr>
          <p:spPr>
            <a:xfrm>
              <a:off x="3471887" y="325431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t103"/>
            <p:cNvSpPr/>
            <p:nvPr/>
          </p:nvSpPr>
          <p:spPr>
            <a:xfrm>
              <a:off x="5148384" y="351894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t104"/>
            <p:cNvSpPr/>
            <p:nvPr/>
          </p:nvSpPr>
          <p:spPr>
            <a:xfrm>
              <a:off x="1795389" y="344469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t105"/>
            <p:cNvSpPr/>
            <p:nvPr/>
          </p:nvSpPr>
          <p:spPr>
            <a:xfrm>
              <a:off x="3471887" y="249908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t106"/>
            <p:cNvSpPr/>
            <p:nvPr/>
          </p:nvSpPr>
          <p:spPr>
            <a:xfrm>
              <a:off x="5148384" y="265944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t107"/>
            <p:cNvSpPr/>
            <p:nvPr/>
          </p:nvSpPr>
          <p:spPr>
            <a:xfrm>
              <a:off x="1795389" y="245742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t108"/>
            <p:cNvSpPr/>
            <p:nvPr/>
          </p:nvSpPr>
          <p:spPr>
            <a:xfrm>
              <a:off x="3471887" y="376770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t109"/>
            <p:cNvSpPr/>
            <p:nvPr/>
          </p:nvSpPr>
          <p:spPr>
            <a:xfrm>
              <a:off x="5148384" y="371442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t110"/>
            <p:cNvSpPr/>
            <p:nvPr/>
          </p:nvSpPr>
          <p:spPr>
            <a:xfrm>
              <a:off x="1795389" y="358237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t111"/>
            <p:cNvSpPr/>
            <p:nvPr/>
          </p:nvSpPr>
          <p:spPr>
            <a:xfrm>
              <a:off x="3471887" y="404431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t112"/>
            <p:cNvSpPr/>
            <p:nvPr/>
          </p:nvSpPr>
          <p:spPr>
            <a:xfrm>
              <a:off x="5148384" y="414122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t113"/>
            <p:cNvSpPr/>
            <p:nvPr/>
          </p:nvSpPr>
          <p:spPr>
            <a:xfrm>
              <a:off x="1795389" y="494845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t114"/>
            <p:cNvSpPr/>
            <p:nvPr/>
          </p:nvSpPr>
          <p:spPr>
            <a:xfrm>
              <a:off x="3471887" y="421170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t115"/>
            <p:cNvSpPr/>
            <p:nvPr/>
          </p:nvSpPr>
          <p:spPr>
            <a:xfrm>
              <a:off x="5148384" y="399970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t116"/>
            <p:cNvSpPr/>
            <p:nvPr/>
          </p:nvSpPr>
          <p:spPr>
            <a:xfrm>
              <a:off x="1795389" y="406684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t117"/>
            <p:cNvSpPr/>
            <p:nvPr/>
          </p:nvSpPr>
          <p:spPr>
            <a:xfrm>
              <a:off x="3471887" y="388804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t118"/>
            <p:cNvSpPr/>
            <p:nvPr/>
          </p:nvSpPr>
          <p:spPr>
            <a:xfrm>
              <a:off x="5148384" y="309932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t119"/>
            <p:cNvSpPr/>
            <p:nvPr/>
          </p:nvSpPr>
          <p:spPr>
            <a:xfrm>
              <a:off x="1795389" y="396044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t120"/>
            <p:cNvSpPr/>
            <p:nvPr/>
          </p:nvSpPr>
          <p:spPr>
            <a:xfrm>
              <a:off x="3471887" y="446798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t121"/>
            <p:cNvSpPr/>
            <p:nvPr/>
          </p:nvSpPr>
          <p:spPr>
            <a:xfrm>
              <a:off x="5148384" y="434936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t122"/>
            <p:cNvSpPr/>
            <p:nvPr/>
          </p:nvSpPr>
          <p:spPr>
            <a:xfrm>
              <a:off x="1795389" y="322071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t123"/>
            <p:cNvSpPr/>
            <p:nvPr/>
          </p:nvSpPr>
          <p:spPr>
            <a:xfrm>
              <a:off x="3471887" y="385468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t124"/>
            <p:cNvSpPr/>
            <p:nvPr/>
          </p:nvSpPr>
          <p:spPr>
            <a:xfrm>
              <a:off x="5148384" y="354484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t125"/>
            <p:cNvSpPr/>
            <p:nvPr/>
          </p:nvSpPr>
          <p:spPr>
            <a:xfrm>
              <a:off x="1795389" y="434315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t126"/>
            <p:cNvSpPr/>
            <p:nvPr/>
          </p:nvSpPr>
          <p:spPr>
            <a:xfrm>
              <a:off x="3471887" y="423204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t127"/>
            <p:cNvSpPr/>
            <p:nvPr/>
          </p:nvSpPr>
          <p:spPr>
            <a:xfrm>
              <a:off x="5148384" y="372344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t128"/>
            <p:cNvSpPr/>
            <p:nvPr/>
          </p:nvSpPr>
          <p:spPr>
            <a:xfrm>
              <a:off x="1795389" y="442642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t129"/>
            <p:cNvSpPr/>
            <p:nvPr/>
          </p:nvSpPr>
          <p:spPr>
            <a:xfrm>
              <a:off x="3471887" y="469357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t130"/>
            <p:cNvSpPr/>
            <p:nvPr/>
          </p:nvSpPr>
          <p:spPr>
            <a:xfrm>
              <a:off x="5148384" y="428550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t131"/>
            <p:cNvSpPr/>
            <p:nvPr/>
          </p:nvSpPr>
          <p:spPr>
            <a:xfrm>
              <a:off x="1795389" y="358710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t132"/>
            <p:cNvSpPr/>
            <p:nvPr/>
          </p:nvSpPr>
          <p:spPr>
            <a:xfrm>
              <a:off x="3471887" y="574348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t133"/>
            <p:cNvSpPr/>
            <p:nvPr/>
          </p:nvSpPr>
          <p:spPr>
            <a:xfrm>
              <a:off x="5148384" y="435099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t134"/>
            <p:cNvSpPr/>
            <p:nvPr/>
          </p:nvSpPr>
          <p:spPr>
            <a:xfrm>
              <a:off x="1795389" y="288789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t135"/>
            <p:cNvSpPr/>
            <p:nvPr/>
          </p:nvSpPr>
          <p:spPr>
            <a:xfrm>
              <a:off x="3471887" y="258146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t136"/>
            <p:cNvSpPr/>
            <p:nvPr/>
          </p:nvSpPr>
          <p:spPr>
            <a:xfrm>
              <a:off x="5148384" y="346279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t137"/>
            <p:cNvSpPr/>
            <p:nvPr/>
          </p:nvSpPr>
          <p:spPr>
            <a:xfrm>
              <a:off x="1795389" y="254366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t138"/>
            <p:cNvSpPr/>
            <p:nvPr/>
          </p:nvSpPr>
          <p:spPr>
            <a:xfrm>
              <a:off x="3471887" y="371321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t139"/>
            <p:cNvSpPr/>
            <p:nvPr/>
          </p:nvSpPr>
          <p:spPr>
            <a:xfrm>
              <a:off x="5148384" y="430807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t140"/>
            <p:cNvSpPr/>
            <p:nvPr/>
          </p:nvSpPr>
          <p:spPr>
            <a:xfrm>
              <a:off x="1795389" y="374964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t141"/>
            <p:cNvSpPr/>
            <p:nvPr/>
          </p:nvSpPr>
          <p:spPr>
            <a:xfrm>
              <a:off x="3471887" y="345498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t142"/>
            <p:cNvSpPr/>
            <p:nvPr/>
          </p:nvSpPr>
          <p:spPr>
            <a:xfrm>
              <a:off x="5148384" y="375666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t143"/>
            <p:cNvSpPr/>
            <p:nvPr/>
          </p:nvSpPr>
          <p:spPr>
            <a:xfrm>
              <a:off x="1795389" y="252391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t144"/>
            <p:cNvSpPr/>
            <p:nvPr/>
          </p:nvSpPr>
          <p:spPr>
            <a:xfrm>
              <a:off x="3471887" y="432911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t145"/>
            <p:cNvSpPr/>
            <p:nvPr/>
          </p:nvSpPr>
          <p:spPr>
            <a:xfrm>
              <a:off x="5148384" y="433724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t146"/>
            <p:cNvSpPr/>
            <p:nvPr/>
          </p:nvSpPr>
          <p:spPr>
            <a:xfrm>
              <a:off x="1795389" y="355814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t147"/>
            <p:cNvSpPr/>
            <p:nvPr/>
          </p:nvSpPr>
          <p:spPr>
            <a:xfrm>
              <a:off x="3471887" y="447079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t148"/>
            <p:cNvSpPr/>
            <p:nvPr/>
          </p:nvSpPr>
          <p:spPr>
            <a:xfrm>
              <a:off x="5148384" y="493833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t149"/>
            <p:cNvSpPr/>
            <p:nvPr/>
          </p:nvSpPr>
          <p:spPr>
            <a:xfrm>
              <a:off x="1795389" y="312529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t150"/>
            <p:cNvSpPr/>
            <p:nvPr/>
          </p:nvSpPr>
          <p:spPr>
            <a:xfrm>
              <a:off x="3471887" y="420442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t151"/>
            <p:cNvSpPr/>
            <p:nvPr/>
          </p:nvSpPr>
          <p:spPr>
            <a:xfrm>
              <a:off x="5148384" y="359791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t152"/>
            <p:cNvSpPr/>
            <p:nvPr/>
          </p:nvSpPr>
          <p:spPr>
            <a:xfrm>
              <a:off x="1795389" y="395274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t153"/>
            <p:cNvSpPr/>
            <p:nvPr/>
          </p:nvSpPr>
          <p:spPr>
            <a:xfrm>
              <a:off x="3471887" y="278745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t154"/>
            <p:cNvSpPr/>
            <p:nvPr/>
          </p:nvSpPr>
          <p:spPr>
            <a:xfrm>
              <a:off x="5148384" y="370609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t155"/>
            <p:cNvSpPr/>
            <p:nvPr/>
          </p:nvSpPr>
          <p:spPr>
            <a:xfrm>
              <a:off x="1795389" y="312316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t156"/>
            <p:cNvSpPr/>
            <p:nvPr/>
          </p:nvSpPr>
          <p:spPr>
            <a:xfrm>
              <a:off x="3471887" y="434623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t157"/>
            <p:cNvSpPr/>
            <p:nvPr/>
          </p:nvSpPr>
          <p:spPr>
            <a:xfrm>
              <a:off x="5148384" y="437978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t158"/>
            <p:cNvSpPr/>
            <p:nvPr/>
          </p:nvSpPr>
          <p:spPr>
            <a:xfrm>
              <a:off x="1795389" y="249475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t159"/>
            <p:cNvSpPr/>
            <p:nvPr/>
          </p:nvSpPr>
          <p:spPr>
            <a:xfrm>
              <a:off x="3471887" y="265269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t160"/>
            <p:cNvSpPr/>
            <p:nvPr/>
          </p:nvSpPr>
          <p:spPr>
            <a:xfrm>
              <a:off x="5148384" y="266062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t161"/>
            <p:cNvSpPr/>
            <p:nvPr/>
          </p:nvSpPr>
          <p:spPr>
            <a:xfrm>
              <a:off x="1795389" y="316510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t162"/>
            <p:cNvSpPr/>
            <p:nvPr/>
          </p:nvSpPr>
          <p:spPr>
            <a:xfrm>
              <a:off x="3471887" y="375561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t163"/>
            <p:cNvSpPr/>
            <p:nvPr/>
          </p:nvSpPr>
          <p:spPr>
            <a:xfrm>
              <a:off x="5148384" y="360291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t164"/>
            <p:cNvSpPr/>
            <p:nvPr/>
          </p:nvSpPr>
          <p:spPr>
            <a:xfrm>
              <a:off x="1795389" y="374758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t165"/>
            <p:cNvSpPr/>
            <p:nvPr/>
          </p:nvSpPr>
          <p:spPr>
            <a:xfrm>
              <a:off x="3471887" y="332994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t166"/>
            <p:cNvSpPr/>
            <p:nvPr/>
          </p:nvSpPr>
          <p:spPr>
            <a:xfrm>
              <a:off x="5148384" y="354058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t167"/>
            <p:cNvSpPr/>
            <p:nvPr/>
          </p:nvSpPr>
          <p:spPr>
            <a:xfrm>
              <a:off x="1795389" y="320326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t168"/>
            <p:cNvSpPr/>
            <p:nvPr/>
          </p:nvSpPr>
          <p:spPr>
            <a:xfrm>
              <a:off x="3471887" y="438224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t169"/>
            <p:cNvSpPr/>
            <p:nvPr/>
          </p:nvSpPr>
          <p:spPr>
            <a:xfrm>
              <a:off x="5148384" y="407179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t170"/>
            <p:cNvSpPr/>
            <p:nvPr/>
          </p:nvSpPr>
          <p:spPr>
            <a:xfrm>
              <a:off x="1795389" y="369600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t171"/>
            <p:cNvSpPr/>
            <p:nvPr/>
          </p:nvSpPr>
          <p:spPr>
            <a:xfrm>
              <a:off x="3471887" y="408183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t172"/>
            <p:cNvSpPr/>
            <p:nvPr/>
          </p:nvSpPr>
          <p:spPr>
            <a:xfrm>
              <a:off x="5148384" y="340280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t173"/>
            <p:cNvSpPr/>
            <p:nvPr/>
          </p:nvSpPr>
          <p:spPr>
            <a:xfrm>
              <a:off x="1795389" y="404639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t174"/>
            <p:cNvSpPr/>
            <p:nvPr/>
          </p:nvSpPr>
          <p:spPr>
            <a:xfrm>
              <a:off x="3471887" y="401845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t175"/>
            <p:cNvSpPr/>
            <p:nvPr/>
          </p:nvSpPr>
          <p:spPr>
            <a:xfrm>
              <a:off x="5148384" y="403485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t176"/>
            <p:cNvSpPr/>
            <p:nvPr/>
          </p:nvSpPr>
          <p:spPr>
            <a:xfrm>
              <a:off x="1795389" y="365137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t177"/>
            <p:cNvSpPr/>
            <p:nvPr/>
          </p:nvSpPr>
          <p:spPr>
            <a:xfrm>
              <a:off x="3471887" y="521589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t178"/>
            <p:cNvSpPr/>
            <p:nvPr/>
          </p:nvSpPr>
          <p:spPr>
            <a:xfrm>
              <a:off x="5148384" y="409441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t179"/>
            <p:cNvSpPr/>
            <p:nvPr/>
          </p:nvSpPr>
          <p:spPr>
            <a:xfrm>
              <a:off x="1795389" y="377704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t180"/>
            <p:cNvSpPr/>
            <p:nvPr/>
          </p:nvSpPr>
          <p:spPr>
            <a:xfrm>
              <a:off x="3471887" y="297999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t181"/>
            <p:cNvSpPr/>
            <p:nvPr/>
          </p:nvSpPr>
          <p:spPr>
            <a:xfrm>
              <a:off x="5148384" y="346341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t182"/>
            <p:cNvSpPr/>
            <p:nvPr/>
          </p:nvSpPr>
          <p:spPr>
            <a:xfrm>
              <a:off x="1795389" y="324000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t183"/>
            <p:cNvSpPr/>
            <p:nvPr/>
          </p:nvSpPr>
          <p:spPr>
            <a:xfrm>
              <a:off x="3471887" y="392646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t184"/>
            <p:cNvSpPr/>
            <p:nvPr/>
          </p:nvSpPr>
          <p:spPr>
            <a:xfrm>
              <a:off x="5148384" y="319231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t185"/>
            <p:cNvSpPr/>
            <p:nvPr/>
          </p:nvSpPr>
          <p:spPr>
            <a:xfrm>
              <a:off x="1795389" y="234680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t186"/>
            <p:cNvSpPr/>
            <p:nvPr/>
          </p:nvSpPr>
          <p:spPr>
            <a:xfrm>
              <a:off x="3471887" y="310293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t187"/>
            <p:cNvSpPr/>
            <p:nvPr/>
          </p:nvSpPr>
          <p:spPr>
            <a:xfrm>
              <a:off x="5148384" y="296745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t188"/>
            <p:cNvSpPr/>
            <p:nvPr/>
          </p:nvSpPr>
          <p:spPr>
            <a:xfrm>
              <a:off x="1795389" y="479852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t189"/>
            <p:cNvSpPr/>
            <p:nvPr/>
          </p:nvSpPr>
          <p:spPr>
            <a:xfrm>
              <a:off x="3471887" y="450759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t190"/>
            <p:cNvSpPr/>
            <p:nvPr/>
          </p:nvSpPr>
          <p:spPr>
            <a:xfrm>
              <a:off x="5148384" y="450893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t191"/>
            <p:cNvSpPr/>
            <p:nvPr/>
          </p:nvSpPr>
          <p:spPr>
            <a:xfrm>
              <a:off x="1795389" y="458533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t192"/>
            <p:cNvSpPr/>
            <p:nvPr/>
          </p:nvSpPr>
          <p:spPr>
            <a:xfrm>
              <a:off x="3471887" y="507788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t193"/>
            <p:cNvSpPr/>
            <p:nvPr/>
          </p:nvSpPr>
          <p:spPr>
            <a:xfrm>
              <a:off x="5148384" y="488404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t194"/>
            <p:cNvSpPr/>
            <p:nvPr/>
          </p:nvSpPr>
          <p:spPr>
            <a:xfrm>
              <a:off x="1795389" y="459517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t195"/>
            <p:cNvSpPr/>
            <p:nvPr/>
          </p:nvSpPr>
          <p:spPr>
            <a:xfrm>
              <a:off x="3471887" y="439730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t196"/>
            <p:cNvSpPr/>
            <p:nvPr/>
          </p:nvSpPr>
          <p:spPr>
            <a:xfrm>
              <a:off x="5148384" y="396685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t197"/>
            <p:cNvSpPr/>
            <p:nvPr/>
          </p:nvSpPr>
          <p:spPr>
            <a:xfrm>
              <a:off x="1795389" y="237647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t198"/>
            <p:cNvSpPr/>
            <p:nvPr/>
          </p:nvSpPr>
          <p:spPr>
            <a:xfrm>
              <a:off x="3471887" y="384360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t199"/>
            <p:cNvSpPr/>
            <p:nvPr/>
          </p:nvSpPr>
          <p:spPr>
            <a:xfrm>
              <a:off x="5148384" y="395359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t200"/>
            <p:cNvSpPr/>
            <p:nvPr/>
          </p:nvSpPr>
          <p:spPr>
            <a:xfrm>
              <a:off x="1795389" y="338983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t201"/>
            <p:cNvSpPr/>
            <p:nvPr/>
          </p:nvSpPr>
          <p:spPr>
            <a:xfrm>
              <a:off x="3471887" y="399265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t202"/>
            <p:cNvSpPr/>
            <p:nvPr/>
          </p:nvSpPr>
          <p:spPr>
            <a:xfrm>
              <a:off x="5148384" y="434675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t203"/>
            <p:cNvSpPr/>
            <p:nvPr/>
          </p:nvSpPr>
          <p:spPr>
            <a:xfrm>
              <a:off x="1795389" y="412818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t204"/>
            <p:cNvSpPr/>
            <p:nvPr/>
          </p:nvSpPr>
          <p:spPr>
            <a:xfrm>
              <a:off x="3471887" y="424988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" name="pt205"/>
            <p:cNvSpPr/>
            <p:nvPr/>
          </p:nvSpPr>
          <p:spPr>
            <a:xfrm>
              <a:off x="5148384" y="393716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" name="pt206"/>
            <p:cNvSpPr/>
            <p:nvPr/>
          </p:nvSpPr>
          <p:spPr>
            <a:xfrm>
              <a:off x="1795389" y="311656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t207"/>
            <p:cNvSpPr/>
            <p:nvPr/>
          </p:nvSpPr>
          <p:spPr>
            <a:xfrm>
              <a:off x="3471887" y="385264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t208"/>
            <p:cNvSpPr/>
            <p:nvPr/>
          </p:nvSpPr>
          <p:spPr>
            <a:xfrm>
              <a:off x="5148384" y="418567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t209"/>
            <p:cNvSpPr/>
            <p:nvPr/>
          </p:nvSpPr>
          <p:spPr>
            <a:xfrm>
              <a:off x="1795389" y="409004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t210"/>
            <p:cNvSpPr/>
            <p:nvPr/>
          </p:nvSpPr>
          <p:spPr>
            <a:xfrm>
              <a:off x="3471887" y="512747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t211"/>
            <p:cNvSpPr/>
            <p:nvPr/>
          </p:nvSpPr>
          <p:spPr>
            <a:xfrm>
              <a:off x="5148384" y="488180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t212"/>
            <p:cNvSpPr/>
            <p:nvPr/>
          </p:nvSpPr>
          <p:spPr>
            <a:xfrm>
              <a:off x="1795389" y="441269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t213"/>
            <p:cNvSpPr/>
            <p:nvPr/>
          </p:nvSpPr>
          <p:spPr>
            <a:xfrm>
              <a:off x="3471887" y="338177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t214"/>
            <p:cNvSpPr/>
            <p:nvPr/>
          </p:nvSpPr>
          <p:spPr>
            <a:xfrm>
              <a:off x="5148384" y="341505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t215"/>
            <p:cNvSpPr/>
            <p:nvPr/>
          </p:nvSpPr>
          <p:spPr>
            <a:xfrm>
              <a:off x="1795389" y="351354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t216"/>
            <p:cNvSpPr/>
            <p:nvPr/>
          </p:nvSpPr>
          <p:spPr>
            <a:xfrm>
              <a:off x="3471887" y="306960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t217"/>
            <p:cNvSpPr/>
            <p:nvPr/>
          </p:nvSpPr>
          <p:spPr>
            <a:xfrm>
              <a:off x="5148384" y="316876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t218"/>
            <p:cNvSpPr/>
            <p:nvPr/>
          </p:nvSpPr>
          <p:spPr>
            <a:xfrm>
              <a:off x="1795389" y="290356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t219"/>
            <p:cNvSpPr/>
            <p:nvPr/>
          </p:nvSpPr>
          <p:spPr>
            <a:xfrm>
              <a:off x="3471887" y="354092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t220"/>
            <p:cNvSpPr/>
            <p:nvPr/>
          </p:nvSpPr>
          <p:spPr>
            <a:xfrm>
              <a:off x="5148384" y="361365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t221"/>
            <p:cNvSpPr/>
            <p:nvPr/>
          </p:nvSpPr>
          <p:spPr>
            <a:xfrm>
              <a:off x="1795389" y="314520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pt222"/>
            <p:cNvSpPr/>
            <p:nvPr/>
          </p:nvSpPr>
          <p:spPr>
            <a:xfrm>
              <a:off x="3471887" y="337246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" name="pt223"/>
            <p:cNvSpPr/>
            <p:nvPr/>
          </p:nvSpPr>
          <p:spPr>
            <a:xfrm>
              <a:off x="5148384" y="336332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t224"/>
            <p:cNvSpPr/>
            <p:nvPr/>
          </p:nvSpPr>
          <p:spPr>
            <a:xfrm>
              <a:off x="1795389" y="320881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t225"/>
            <p:cNvSpPr/>
            <p:nvPr/>
          </p:nvSpPr>
          <p:spPr>
            <a:xfrm>
              <a:off x="3471887" y="359605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t226"/>
            <p:cNvSpPr/>
            <p:nvPr/>
          </p:nvSpPr>
          <p:spPr>
            <a:xfrm>
              <a:off x="5148384" y="349905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t227"/>
            <p:cNvSpPr/>
            <p:nvPr/>
          </p:nvSpPr>
          <p:spPr>
            <a:xfrm>
              <a:off x="1795389" y="297687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t228"/>
            <p:cNvSpPr/>
            <p:nvPr/>
          </p:nvSpPr>
          <p:spPr>
            <a:xfrm>
              <a:off x="3471887" y="333037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t229"/>
            <p:cNvSpPr/>
            <p:nvPr/>
          </p:nvSpPr>
          <p:spPr>
            <a:xfrm>
              <a:off x="5148384" y="363478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t230"/>
            <p:cNvSpPr/>
            <p:nvPr/>
          </p:nvSpPr>
          <p:spPr>
            <a:xfrm>
              <a:off x="1795389" y="391904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pt231"/>
            <p:cNvSpPr/>
            <p:nvPr/>
          </p:nvSpPr>
          <p:spPr>
            <a:xfrm>
              <a:off x="3471887" y="435092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" name="pt232"/>
            <p:cNvSpPr/>
            <p:nvPr/>
          </p:nvSpPr>
          <p:spPr>
            <a:xfrm>
              <a:off x="5148384" y="374066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" name="pt233"/>
            <p:cNvSpPr/>
            <p:nvPr/>
          </p:nvSpPr>
          <p:spPr>
            <a:xfrm>
              <a:off x="1795389" y="437107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" name="pt234"/>
            <p:cNvSpPr/>
            <p:nvPr/>
          </p:nvSpPr>
          <p:spPr>
            <a:xfrm>
              <a:off x="3471887" y="400066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pt235"/>
            <p:cNvSpPr/>
            <p:nvPr/>
          </p:nvSpPr>
          <p:spPr>
            <a:xfrm>
              <a:off x="5148384" y="396331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t236"/>
            <p:cNvSpPr/>
            <p:nvPr/>
          </p:nvSpPr>
          <p:spPr>
            <a:xfrm>
              <a:off x="1795389" y="202528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t237"/>
            <p:cNvSpPr/>
            <p:nvPr/>
          </p:nvSpPr>
          <p:spPr>
            <a:xfrm>
              <a:off x="3471887" y="223459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t238"/>
            <p:cNvSpPr/>
            <p:nvPr/>
          </p:nvSpPr>
          <p:spPr>
            <a:xfrm>
              <a:off x="5148384" y="190976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t239"/>
            <p:cNvSpPr/>
            <p:nvPr/>
          </p:nvSpPr>
          <p:spPr>
            <a:xfrm>
              <a:off x="1795389" y="391012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t240"/>
            <p:cNvSpPr/>
            <p:nvPr/>
          </p:nvSpPr>
          <p:spPr>
            <a:xfrm>
              <a:off x="3471887" y="392237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t241"/>
            <p:cNvSpPr/>
            <p:nvPr/>
          </p:nvSpPr>
          <p:spPr>
            <a:xfrm>
              <a:off x="5148384" y="377923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pt242"/>
            <p:cNvSpPr/>
            <p:nvPr/>
          </p:nvSpPr>
          <p:spPr>
            <a:xfrm>
              <a:off x="1795389" y="261256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" name="pt243"/>
            <p:cNvSpPr/>
            <p:nvPr/>
          </p:nvSpPr>
          <p:spPr>
            <a:xfrm>
              <a:off x="3471887" y="325800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" name="pt244"/>
            <p:cNvSpPr/>
            <p:nvPr/>
          </p:nvSpPr>
          <p:spPr>
            <a:xfrm>
              <a:off x="5148384" y="307792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t245"/>
            <p:cNvSpPr/>
            <p:nvPr/>
          </p:nvSpPr>
          <p:spPr>
            <a:xfrm>
              <a:off x="1795389" y="223745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t246"/>
            <p:cNvSpPr/>
            <p:nvPr/>
          </p:nvSpPr>
          <p:spPr>
            <a:xfrm>
              <a:off x="3471887" y="335887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t247"/>
            <p:cNvSpPr/>
            <p:nvPr/>
          </p:nvSpPr>
          <p:spPr>
            <a:xfrm>
              <a:off x="5148384" y="361374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t248"/>
            <p:cNvSpPr/>
            <p:nvPr/>
          </p:nvSpPr>
          <p:spPr>
            <a:xfrm>
              <a:off x="1795389" y="432315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t249"/>
            <p:cNvSpPr/>
            <p:nvPr/>
          </p:nvSpPr>
          <p:spPr>
            <a:xfrm>
              <a:off x="3471887" y="397258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t250"/>
            <p:cNvSpPr/>
            <p:nvPr/>
          </p:nvSpPr>
          <p:spPr>
            <a:xfrm>
              <a:off x="5148384" y="318944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t251"/>
            <p:cNvSpPr/>
            <p:nvPr/>
          </p:nvSpPr>
          <p:spPr>
            <a:xfrm>
              <a:off x="1795389" y="412677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t252"/>
            <p:cNvSpPr/>
            <p:nvPr/>
          </p:nvSpPr>
          <p:spPr>
            <a:xfrm>
              <a:off x="3471887" y="437305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t253"/>
            <p:cNvSpPr/>
            <p:nvPr/>
          </p:nvSpPr>
          <p:spPr>
            <a:xfrm>
              <a:off x="5148384" y="420162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t254"/>
            <p:cNvSpPr/>
            <p:nvPr/>
          </p:nvSpPr>
          <p:spPr>
            <a:xfrm>
              <a:off x="1795389" y="304028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t255"/>
            <p:cNvSpPr/>
            <p:nvPr/>
          </p:nvSpPr>
          <p:spPr>
            <a:xfrm>
              <a:off x="3471887" y="399108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t256"/>
            <p:cNvSpPr/>
            <p:nvPr/>
          </p:nvSpPr>
          <p:spPr>
            <a:xfrm>
              <a:off x="5148384" y="327652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t257"/>
            <p:cNvSpPr/>
            <p:nvPr/>
          </p:nvSpPr>
          <p:spPr>
            <a:xfrm>
              <a:off x="1795389" y="543005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t258"/>
            <p:cNvSpPr/>
            <p:nvPr/>
          </p:nvSpPr>
          <p:spPr>
            <a:xfrm>
              <a:off x="3471887" y="514155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t259"/>
            <p:cNvSpPr/>
            <p:nvPr/>
          </p:nvSpPr>
          <p:spPr>
            <a:xfrm>
              <a:off x="5148384" y="439736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t260"/>
            <p:cNvSpPr/>
            <p:nvPr/>
          </p:nvSpPr>
          <p:spPr>
            <a:xfrm>
              <a:off x="1795389" y="387754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t261"/>
            <p:cNvSpPr/>
            <p:nvPr/>
          </p:nvSpPr>
          <p:spPr>
            <a:xfrm>
              <a:off x="3471887" y="410145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t262"/>
            <p:cNvSpPr/>
            <p:nvPr/>
          </p:nvSpPr>
          <p:spPr>
            <a:xfrm>
              <a:off x="5148384" y="390883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t263"/>
            <p:cNvSpPr/>
            <p:nvPr/>
          </p:nvSpPr>
          <p:spPr>
            <a:xfrm>
              <a:off x="1795389" y="328568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t264"/>
            <p:cNvSpPr/>
            <p:nvPr/>
          </p:nvSpPr>
          <p:spPr>
            <a:xfrm>
              <a:off x="3471887" y="397608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t265"/>
            <p:cNvSpPr/>
            <p:nvPr/>
          </p:nvSpPr>
          <p:spPr>
            <a:xfrm>
              <a:off x="5148384" y="408460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t266"/>
            <p:cNvSpPr/>
            <p:nvPr/>
          </p:nvSpPr>
          <p:spPr>
            <a:xfrm>
              <a:off x="1795389" y="338274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t267"/>
            <p:cNvSpPr/>
            <p:nvPr/>
          </p:nvSpPr>
          <p:spPr>
            <a:xfrm>
              <a:off x="3471887" y="458799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t268"/>
            <p:cNvSpPr/>
            <p:nvPr/>
          </p:nvSpPr>
          <p:spPr>
            <a:xfrm>
              <a:off x="5148384" y="379854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t269"/>
            <p:cNvSpPr/>
            <p:nvPr/>
          </p:nvSpPr>
          <p:spPr>
            <a:xfrm>
              <a:off x="1795389" y="469770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t270"/>
            <p:cNvSpPr/>
            <p:nvPr/>
          </p:nvSpPr>
          <p:spPr>
            <a:xfrm>
              <a:off x="3471887" y="514301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t271"/>
            <p:cNvSpPr/>
            <p:nvPr/>
          </p:nvSpPr>
          <p:spPr>
            <a:xfrm>
              <a:off x="5148384" y="454977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t272"/>
            <p:cNvSpPr/>
            <p:nvPr/>
          </p:nvSpPr>
          <p:spPr>
            <a:xfrm>
              <a:off x="1795389" y="353336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t273"/>
            <p:cNvSpPr/>
            <p:nvPr/>
          </p:nvSpPr>
          <p:spPr>
            <a:xfrm>
              <a:off x="3471887" y="393786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t274"/>
            <p:cNvSpPr/>
            <p:nvPr/>
          </p:nvSpPr>
          <p:spPr>
            <a:xfrm>
              <a:off x="5148384" y="356631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t275"/>
            <p:cNvSpPr/>
            <p:nvPr/>
          </p:nvSpPr>
          <p:spPr>
            <a:xfrm>
              <a:off x="1795389" y="476040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t276"/>
            <p:cNvSpPr/>
            <p:nvPr/>
          </p:nvSpPr>
          <p:spPr>
            <a:xfrm>
              <a:off x="3471887" y="451909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t277"/>
            <p:cNvSpPr/>
            <p:nvPr/>
          </p:nvSpPr>
          <p:spPr>
            <a:xfrm>
              <a:off x="5148384" y="473056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pt278"/>
            <p:cNvSpPr/>
            <p:nvPr/>
          </p:nvSpPr>
          <p:spPr>
            <a:xfrm>
              <a:off x="1795389" y="258309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" name="pt279"/>
            <p:cNvSpPr/>
            <p:nvPr/>
          </p:nvSpPr>
          <p:spPr>
            <a:xfrm>
              <a:off x="3471887" y="331889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" name="pt280"/>
            <p:cNvSpPr/>
            <p:nvPr/>
          </p:nvSpPr>
          <p:spPr>
            <a:xfrm>
              <a:off x="5148384" y="286891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" name="pt281"/>
            <p:cNvSpPr/>
            <p:nvPr/>
          </p:nvSpPr>
          <p:spPr>
            <a:xfrm>
              <a:off x="1795389" y="426547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" name="pt282"/>
            <p:cNvSpPr/>
            <p:nvPr/>
          </p:nvSpPr>
          <p:spPr>
            <a:xfrm>
              <a:off x="3471887" y="405707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" name="pt283"/>
            <p:cNvSpPr/>
            <p:nvPr/>
          </p:nvSpPr>
          <p:spPr>
            <a:xfrm>
              <a:off x="5148384" y="484364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pt284"/>
            <p:cNvSpPr/>
            <p:nvPr/>
          </p:nvSpPr>
          <p:spPr>
            <a:xfrm>
              <a:off x="1795389" y="366193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" name="pt285"/>
            <p:cNvSpPr/>
            <p:nvPr/>
          </p:nvSpPr>
          <p:spPr>
            <a:xfrm>
              <a:off x="3471887" y="385145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" name="pt286"/>
            <p:cNvSpPr/>
            <p:nvPr/>
          </p:nvSpPr>
          <p:spPr>
            <a:xfrm>
              <a:off x="5148384" y="370234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" name="pt287"/>
            <p:cNvSpPr/>
            <p:nvPr/>
          </p:nvSpPr>
          <p:spPr>
            <a:xfrm>
              <a:off x="1795389" y="436124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" name="pt288"/>
            <p:cNvSpPr/>
            <p:nvPr/>
          </p:nvSpPr>
          <p:spPr>
            <a:xfrm>
              <a:off x="3471887" y="450805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" name="pt289"/>
            <p:cNvSpPr/>
            <p:nvPr/>
          </p:nvSpPr>
          <p:spPr>
            <a:xfrm>
              <a:off x="5148384" y="390608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t290"/>
            <p:cNvSpPr/>
            <p:nvPr/>
          </p:nvSpPr>
          <p:spPr>
            <a:xfrm>
              <a:off x="1795389" y="390039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pt291"/>
            <p:cNvSpPr/>
            <p:nvPr/>
          </p:nvSpPr>
          <p:spPr>
            <a:xfrm>
              <a:off x="3471887" y="459332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" name="pt292"/>
            <p:cNvSpPr/>
            <p:nvPr/>
          </p:nvSpPr>
          <p:spPr>
            <a:xfrm>
              <a:off x="5148384" y="510707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" name="pt293"/>
            <p:cNvSpPr/>
            <p:nvPr/>
          </p:nvSpPr>
          <p:spPr>
            <a:xfrm>
              <a:off x="1795389" y="325549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" name="pt294"/>
            <p:cNvSpPr/>
            <p:nvPr/>
          </p:nvSpPr>
          <p:spPr>
            <a:xfrm>
              <a:off x="3471887" y="479326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" name="pt295"/>
            <p:cNvSpPr/>
            <p:nvPr/>
          </p:nvSpPr>
          <p:spPr>
            <a:xfrm>
              <a:off x="5148384" y="409001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" name="pt296"/>
            <p:cNvSpPr/>
            <p:nvPr/>
          </p:nvSpPr>
          <p:spPr>
            <a:xfrm>
              <a:off x="1795389" y="327857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" name="pt297"/>
            <p:cNvSpPr/>
            <p:nvPr/>
          </p:nvSpPr>
          <p:spPr>
            <a:xfrm>
              <a:off x="3471887" y="356392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" name="pt298"/>
            <p:cNvSpPr/>
            <p:nvPr/>
          </p:nvSpPr>
          <p:spPr>
            <a:xfrm>
              <a:off x="5148384" y="274327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" name="pt299"/>
            <p:cNvSpPr/>
            <p:nvPr/>
          </p:nvSpPr>
          <p:spPr>
            <a:xfrm>
              <a:off x="1795389" y="378484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" name="pt300"/>
            <p:cNvSpPr/>
            <p:nvPr/>
          </p:nvSpPr>
          <p:spPr>
            <a:xfrm>
              <a:off x="3471887" y="421520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" name="pt301"/>
            <p:cNvSpPr/>
            <p:nvPr/>
          </p:nvSpPr>
          <p:spPr>
            <a:xfrm>
              <a:off x="5148384" y="339928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" name="pt302"/>
            <p:cNvSpPr/>
            <p:nvPr/>
          </p:nvSpPr>
          <p:spPr>
            <a:xfrm>
              <a:off x="1795389" y="371698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" name="pt303"/>
            <p:cNvSpPr/>
            <p:nvPr/>
          </p:nvSpPr>
          <p:spPr>
            <a:xfrm>
              <a:off x="3471887" y="462162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" name="pt304"/>
            <p:cNvSpPr/>
            <p:nvPr/>
          </p:nvSpPr>
          <p:spPr>
            <a:xfrm>
              <a:off x="5148384" y="418779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" name="pt305"/>
            <p:cNvSpPr/>
            <p:nvPr/>
          </p:nvSpPr>
          <p:spPr>
            <a:xfrm>
              <a:off x="1795389" y="316278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" name="pt306"/>
            <p:cNvSpPr/>
            <p:nvPr/>
          </p:nvSpPr>
          <p:spPr>
            <a:xfrm>
              <a:off x="3471887" y="344812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" name="pt307"/>
            <p:cNvSpPr/>
            <p:nvPr/>
          </p:nvSpPr>
          <p:spPr>
            <a:xfrm>
              <a:off x="5148384" y="360394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" name="pt308"/>
            <p:cNvSpPr/>
            <p:nvPr/>
          </p:nvSpPr>
          <p:spPr>
            <a:xfrm>
              <a:off x="1795389" y="277754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" name="pt309"/>
            <p:cNvSpPr/>
            <p:nvPr/>
          </p:nvSpPr>
          <p:spPr>
            <a:xfrm>
              <a:off x="3471887" y="351972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" name="pt310"/>
            <p:cNvSpPr/>
            <p:nvPr/>
          </p:nvSpPr>
          <p:spPr>
            <a:xfrm>
              <a:off x="5148384" y="384096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" name="pt311"/>
            <p:cNvSpPr/>
            <p:nvPr/>
          </p:nvSpPr>
          <p:spPr>
            <a:xfrm>
              <a:off x="1795389" y="348084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" name="pt312"/>
            <p:cNvSpPr/>
            <p:nvPr/>
          </p:nvSpPr>
          <p:spPr>
            <a:xfrm>
              <a:off x="3471887" y="373586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" name="pt313"/>
            <p:cNvSpPr/>
            <p:nvPr/>
          </p:nvSpPr>
          <p:spPr>
            <a:xfrm>
              <a:off x="5148384" y="418728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" name="pt314"/>
            <p:cNvSpPr/>
            <p:nvPr/>
          </p:nvSpPr>
          <p:spPr>
            <a:xfrm>
              <a:off x="1795389" y="268152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" name="pt315"/>
            <p:cNvSpPr/>
            <p:nvPr/>
          </p:nvSpPr>
          <p:spPr>
            <a:xfrm>
              <a:off x="3471887" y="404116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" name="pt316"/>
            <p:cNvSpPr/>
            <p:nvPr/>
          </p:nvSpPr>
          <p:spPr>
            <a:xfrm>
              <a:off x="5148384" y="487301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" name="pt317"/>
            <p:cNvSpPr/>
            <p:nvPr/>
          </p:nvSpPr>
          <p:spPr>
            <a:xfrm>
              <a:off x="1795389" y="415476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" name="pt318"/>
            <p:cNvSpPr/>
            <p:nvPr/>
          </p:nvSpPr>
          <p:spPr>
            <a:xfrm>
              <a:off x="3471887" y="245413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" name="pt319"/>
            <p:cNvSpPr/>
            <p:nvPr/>
          </p:nvSpPr>
          <p:spPr>
            <a:xfrm>
              <a:off x="5148384" y="367168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" name="pt320"/>
            <p:cNvSpPr/>
            <p:nvPr/>
          </p:nvSpPr>
          <p:spPr>
            <a:xfrm>
              <a:off x="1795389" y="462342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" name="pt321"/>
            <p:cNvSpPr/>
            <p:nvPr/>
          </p:nvSpPr>
          <p:spPr>
            <a:xfrm>
              <a:off x="3471887" y="462069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" name="pt322"/>
            <p:cNvSpPr/>
            <p:nvPr/>
          </p:nvSpPr>
          <p:spPr>
            <a:xfrm>
              <a:off x="5148384" y="477371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" name="pt323"/>
            <p:cNvSpPr/>
            <p:nvPr/>
          </p:nvSpPr>
          <p:spPr>
            <a:xfrm>
              <a:off x="1795389" y="343894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" name="pt324"/>
            <p:cNvSpPr/>
            <p:nvPr/>
          </p:nvSpPr>
          <p:spPr>
            <a:xfrm>
              <a:off x="3471887" y="309602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" name="pt325"/>
            <p:cNvSpPr/>
            <p:nvPr/>
          </p:nvSpPr>
          <p:spPr>
            <a:xfrm>
              <a:off x="5148384" y="300212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" name="pt326"/>
            <p:cNvSpPr/>
            <p:nvPr/>
          </p:nvSpPr>
          <p:spPr>
            <a:xfrm>
              <a:off x="1795389" y="313103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" name="pt327"/>
            <p:cNvSpPr/>
            <p:nvPr/>
          </p:nvSpPr>
          <p:spPr>
            <a:xfrm>
              <a:off x="3471887" y="433249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" name="pt328"/>
            <p:cNvSpPr/>
            <p:nvPr/>
          </p:nvSpPr>
          <p:spPr>
            <a:xfrm>
              <a:off x="5148384" y="461553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" name="pt329"/>
            <p:cNvSpPr/>
            <p:nvPr/>
          </p:nvSpPr>
          <p:spPr>
            <a:xfrm>
              <a:off x="1795389" y="489885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" name="pt330"/>
            <p:cNvSpPr/>
            <p:nvPr/>
          </p:nvSpPr>
          <p:spPr>
            <a:xfrm>
              <a:off x="3471887" y="391329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" name="pt331"/>
            <p:cNvSpPr/>
            <p:nvPr/>
          </p:nvSpPr>
          <p:spPr>
            <a:xfrm>
              <a:off x="5148384" y="406795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" name="pt332"/>
            <p:cNvSpPr/>
            <p:nvPr/>
          </p:nvSpPr>
          <p:spPr>
            <a:xfrm>
              <a:off x="1795389" y="398726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" name="pt333"/>
            <p:cNvSpPr/>
            <p:nvPr/>
          </p:nvSpPr>
          <p:spPr>
            <a:xfrm>
              <a:off x="3471887" y="516575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" name="pt334"/>
            <p:cNvSpPr/>
            <p:nvPr/>
          </p:nvSpPr>
          <p:spPr>
            <a:xfrm>
              <a:off x="5148384" y="415383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" name="pt335"/>
            <p:cNvSpPr/>
            <p:nvPr/>
          </p:nvSpPr>
          <p:spPr>
            <a:xfrm>
              <a:off x="1795389" y="318474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" name="pt336"/>
            <p:cNvSpPr/>
            <p:nvPr/>
          </p:nvSpPr>
          <p:spPr>
            <a:xfrm>
              <a:off x="3471887" y="453908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" name="pt337"/>
            <p:cNvSpPr/>
            <p:nvPr/>
          </p:nvSpPr>
          <p:spPr>
            <a:xfrm>
              <a:off x="5148384" y="287463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" name="pt338"/>
            <p:cNvSpPr/>
            <p:nvPr/>
          </p:nvSpPr>
          <p:spPr>
            <a:xfrm>
              <a:off x="1795389" y="284151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" name="pt339"/>
            <p:cNvSpPr/>
            <p:nvPr/>
          </p:nvSpPr>
          <p:spPr>
            <a:xfrm>
              <a:off x="3471887" y="394972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" name="pt340"/>
            <p:cNvSpPr/>
            <p:nvPr/>
          </p:nvSpPr>
          <p:spPr>
            <a:xfrm>
              <a:off x="5148384" y="341923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" name="pt341"/>
            <p:cNvSpPr/>
            <p:nvPr/>
          </p:nvSpPr>
          <p:spPr>
            <a:xfrm>
              <a:off x="1795389" y="353909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" name="pt342"/>
            <p:cNvSpPr/>
            <p:nvPr/>
          </p:nvSpPr>
          <p:spPr>
            <a:xfrm>
              <a:off x="3471887" y="401144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" name="pt343"/>
            <p:cNvSpPr/>
            <p:nvPr/>
          </p:nvSpPr>
          <p:spPr>
            <a:xfrm>
              <a:off x="5148384" y="377723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" name="pt344"/>
            <p:cNvSpPr/>
            <p:nvPr/>
          </p:nvSpPr>
          <p:spPr>
            <a:xfrm>
              <a:off x="1795389" y="489660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" name="pt345"/>
            <p:cNvSpPr/>
            <p:nvPr/>
          </p:nvSpPr>
          <p:spPr>
            <a:xfrm>
              <a:off x="3471887" y="476117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" name="pt346"/>
            <p:cNvSpPr/>
            <p:nvPr/>
          </p:nvSpPr>
          <p:spPr>
            <a:xfrm>
              <a:off x="5148384" y="525871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" name="pt347"/>
            <p:cNvSpPr/>
            <p:nvPr/>
          </p:nvSpPr>
          <p:spPr>
            <a:xfrm>
              <a:off x="1795389" y="380172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" name="pt348"/>
            <p:cNvSpPr/>
            <p:nvPr/>
          </p:nvSpPr>
          <p:spPr>
            <a:xfrm>
              <a:off x="3471887" y="428680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" name="pt349"/>
            <p:cNvSpPr/>
            <p:nvPr/>
          </p:nvSpPr>
          <p:spPr>
            <a:xfrm>
              <a:off x="5148384" y="411936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" name="pl350"/>
            <p:cNvSpPr/>
            <p:nvPr/>
          </p:nvSpPr>
          <p:spPr>
            <a:xfrm>
              <a:off x="1816150" y="3593105"/>
              <a:ext cx="3352995" cy="396297"/>
            </a:xfrm>
            <a:custGeom>
              <a:avLst/>
              <a:pathLst>
                <a:path w="3352995" h="396297">
                  <a:moveTo>
                    <a:pt x="0" y="0"/>
                  </a:moveTo>
                  <a:lnTo>
                    <a:pt x="1676497" y="396297"/>
                  </a:lnTo>
                  <a:lnTo>
                    <a:pt x="3352995" y="245416"/>
                  </a:lnTo>
                </a:path>
              </a:pathLst>
            </a:custGeom>
            <a:ln w="3252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" name="pt351"/>
            <p:cNvSpPr/>
            <p:nvPr/>
          </p:nvSpPr>
          <p:spPr>
            <a:xfrm>
              <a:off x="1770998" y="3547953"/>
              <a:ext cx="90303" cy="90303"/>
            </a:xfrm>
            <a:prstGeom prst="ellipse">
              <a:avLst/>
            </a:prstGeom>
            <a:solidFill>
              <a:srgbClr val="00000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" name="pt352"/>
            <p:cNvSpPr/>
            <p:nvPr/>
          </p:nvSpPr>
          <p:spPr>
            <a:xfrm>
              <a:off x="3447496" y="3944250"/>
              <a:ext cx="90303" cy="90303"/>
            </a:xfrm>
            <a:prstGeom prst="ellipse">
              <a:avLst/>
            </a:prstGeom>
            <a:solidFill>
              <a:srgbClr val="00000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" name="pt353"/>
            <p:cNvSpPr/>
            <p:nvPr/>
          </p:nvSpPr>
          <p:spPr>
            <a:xfrm>
              <a:off x="5123993" y="3793370"/>
              <a:ext cx="90303" cy="90303"/>
            </a:xfrm>
            <a:prstGeom prst="ellipse">
              <a:avLst/>
            </a:prstGeom>
            <a:solidFill>
              <a:srgbClr val="00000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" name="pl354"/>
            <p:cNvSpPr/>
            <p:nvPr/>
          </p:nvSpPr>
          <p:spPr>
            <a:xfrm>
              <a:off x="1732325" y="3515204"/>
              <a:ext cx="167649" cy="0"/>
            </a:xfrm>
            <a:custGeom>
              <a:avLst/>
              <a:pathLst>
                <a:path w="167649" h="0">
                  <a:moveTo>
                    <a:pt x="0" y="0"/>
                  </a:moveTo>
                  <a:lnTo>
                    <a:pt x="167649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" name="pl355"/>
            <p:cNvSpPr/>
            <p:nvPr/>
          </p:nvSpPr>
          <p:spPr>
            <a:xfrm>
              <a:off x="1816150" y="3515204"/>
              <a:ext cx="0" cy="155802"/>
            </a:xfrm>
            <a:custGeom>
              <a:avLst/>
              <a:pathLst>
                <a:path w="0" h="155802">
                  <a:moveTo>
                    <a:pt x="0" y="0"/>
                  </a:moveTo>
                  <a:lnTo>
                    <a:pt x="0" y="155802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" name="pl356"/>
            <p:cNvSpPr/>
            <p:nvPr/>
          </p:nvSpPr>
          <p:spPr>
            <a:xfrm>
              <a:off x="1732325" y="3671006"/>
              <a:ext cx="167649" cy="0"/>
            </a:xfrm>
            <a:custGeom>
              <a:avLst/>
              <a:pathLst>
                <a:path w="167649" h="0">
                  <a:moveTo>
                    <a:pt x="0" y="0"/>
                  </a:moveTo>
                  <a:lnTo>
                    <a:pt x="167649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" name="pl357"/>
            <p:cNvSpPr/>
            <p:nvPr/>
          </p:nvSpPr>
          <p:spPr>
            <a:xfrm>
              <a:off x="3408822" y="3916424"/>
              <a:ext cx="167649" cy="0"/>
            </a:xfrm>
            <a:custGeom>
              <a:avLst/>
              <a:pathLst>
                <a:path w="167649" h="0">
                  <a:moveTo>
                    <a:pt x="0" y="0"/>
                  </a:moveTo>
                  <a:lnTo>
                    <a:pt x="167649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" name="pl358"/>
            <p:cNvSpPr/>
            <p:nvPr/>
          </p:nvSpPr>
          <p:spPr>
            <a:xfrm>
              <a:off x="3492647" y="3916424"/>
              <a:ext cx="0" cy="145956"/>
            </a:xfrm>
            <a:custGeom>
              <a:avLst/>
              <a:pathLst>
                <a:path w="0" h="145956">
                  <a:moveTo>
                    <a:pt x="0" y="0"/>
                  </a:moveTo>
                  <a:lnTo>
                    <a:pt x="0" y="145956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" name="pl359"/>
            <p:cNvSpPr/>
            <p:nvPr/>
          </p:nvSpPr>
          <p:spPr>
            <a:xfrm>
              <a:off x="3408822" y="4062381"/>
              <a:ext cx="167649" cy="0"/>
            </a:xfrm>
            <a:custGeom>
              <a:avLst/>
              <a:pathLst>
                <a:path w="167649" h="0">
                  <a:moveTo>
                    <a:pt x="0" y="0"/>
                  </a:moveTo>
                  <a:lnTo>
                    <a:pt x="167649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" name="pl360"/>
            <p:cNvSpPr/>
            <p:nvPr/>
          </p:nvSpPr>
          <p:spPr>
            <a:xfrm>
              <a:off x="5085320" y="3770785"/>
              <a:ext cx="167649" cy="0"/>
            </a:xfrm>
            <a:custGeom>
              <a:avLst/>
              <a:pathLst>
                <a:path w="167649" h="0">
                  <a:moveTo>
                    <a:pt x="0" y="0"/>
                  </a:moveTo>
                  <a:lnTo>
                    <a:pt x="167649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" name="pl361"/>
            <p:cNvSpPr/>
            <p:nvPr/>
          </p:nvSpPr>
          <p:spPr>
            <a:xfrm>
              <a:off x="5169145" y="3770785"/>
              <a:ext cx="0" cy="135472"/>
            </a:xfrm>
            <a:custGeom>
              <a:avLst/>
              <a:pathLst>
                <a:path w="0" h="135472">
                  <a:moveTo>
                    <a:pt x="0" y="0"/>
                  </a:moveTo>
                  <a:lnTo>
                    <a:pt x="0" y="135472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" name="pl362"/>
            <p:cNvSpPr/>
            <p:nvPr/>
          </p:nvSpPr>
          <p:spPr>
            <a:xfrm>
              <a:off x="5085320" y="3906258"/>
              <a:ext cx="167649" cy="0"/>
            </a:xfrm>
            <a:custGeom>
              <a:avLst/>
              <a:pathLst>
                <a:path w="167649" h="0">
                  <a:moveTo>
                    <a:pt x="0" y="0"/>
                  </a:moveTo>
                  <a:lnTo>
                    <a:pt x="167649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" name="rc363"/>
            <p:cNvSpPr/>
            <p:nvPr/>
          </p:nvSpPr>
          <p:spPr>
            <a:xfrm>
              <a:off x="6257285" y="1666098"/>
              <a:ext cx="5364792" cy="434986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65" name="pl364"/>
            <p:cNvSpPr/>
            <p:nvPr/>
          </p:nvSpPr>
          <p:spPr>
            <a:xfrm>
              <a:off x="7263184" y="3981502"/>
              <a:ext cx="3352995" cy="258358"/>
            </a:xfrm>
            <a:custGeom>
              <a:avLst/>
              <a:pathLst>
                <a:path w="3352995" h="258358">
                  <a:moveTo>
                    <a:pt x="0" y="258358"/>
                  </a:moveTo>
                  <a:lnTo>
                    <a:pt x="1676497" y="159854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" name="pl365"/>
            <p:cNvSpPr/>
            <p:nvPr/>
          </p:nvSpPr>
          <p:spPr>
            <a:xfrm>
              <a:off x="7263184" y="2629252"/>
              <a:ext cx="3352995" cy="1041827"/>
            </a:xfrm>
            <a:custGeom>
              <a:avLst/>
              <a:pathLst>
                <a:path w="3352995" h="1041827">
                  <a:moveTo>
                    <a:pt x="0" y="0"/>
                  </a:moveTo>
                  <a:lnTo>
                    <a:pt x="1676497" y="1041827"/>
                  </a:lnTo>
                  <a:lnTo>
                    <a:pt x="3352995" y="623316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" name="pl366"/>
            <p:cNvSpPr/>
            <p:nvPr/>
          </p:nvSpPr>
          <p:spPr>
            <a:xfrm>
              <a:off x="7263184" y="3855436"/>
              <a:ext cx="3352995" cy="347928"/>
            </a:xfrm>
            <a:custGeom>
              <a:avLst/>
              <a:pathLst>
                <a:path w="3352995" h="347928">
                  <a:moveTo>
                    <a:pt x="0" y="0"/>
                  </a:moveTo>
                  <a:lnTo>
                    <a:pt x="1676497" y="347928"/>
                  </a:lnTo>
                  <a:lnTo>
                    <a:pt x="3352995" y="194289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" name="pl367"/>
            <p:cNvSpPr/>
            <p:nvPr/>
          </p:nvSpPr>
          <p:spPr>
            <a:xfrm>
              <a:off x="7263184" y="2936692"/>
              <a:ext cx="3352995" cy="709820"/>
            </a:xfrm>
            <a:custGeom>
              <a:avLst/>
              <a:pathLst>
                <a:path w="3352995" h="709820">
                  <a:moveTo>
                    <a:pt x="0" y="709820"/>
                  </a:moveTo>
                  <a:lnTo>
                    <a:pt x="1676497" y="577953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" name="pl368"/>
            <p:cNvSpPr/>
            <p:nvPr/>
          </p:nvSpPr>
          <p:spPr>
            <a:xfrm>
              <a:off x="7263184" y="3373581"/>
              <a:ext cx="3352995" cy="739416"/>
            </a:xfrm>
            <a:custGeom>
              <a:avLst/>
              <a:pathLst>
                <a:path w="3352995" h="739416">
                  <a:moveTo>
                    <a:pt x="0" y="0"/>
                  </a:moveTo>
                  <a:lnTo>
                    <a:pt x="1676497" y="450574"/>
                  </a:lnTo>
                  <a:lnTo>
                    <a:pt x="3352995" y="739416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" name="pl369"/>
            <p:cNvSpPr/>
            <p:nvPr/>
          </p:nvSpPr>
          <p:spPr>
            <a:xfrm>
              <a:off x="7263184" y="3273727"/>
              <a:ext cx="3352995" cy="440691"/>
            </a:xfrm>
            <a:custGeom>
              <a:avLst/>
              <a:pathLst>
                <a:path w="3352995" h="440691">
                  <a:moveTo>
                    <a:pt x="0" y="440691"/>
                  </a:moveTo>
                  <a:lnTo>
                    <a:pt x="1676497" y="211508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" name="pl370"/>
            <p:cNvSpPr/>
            <p:nvPr/>
          </p:nvSpPr>
          <p:spPr>
            <a:xfrm>
              <a:off x="7263184" y="3563407"/>
              <a:ext cx="3352995" cy="964995"/>
            </a:xfrm>
            <a:custGeom>
              <a:avLst/>
              <a:pathLst>
                <a:path w="3352995" h="964995">
                  <a:moveTo>
                    <a:pt x="0" y="0"/>
                  </a:moveTo>
                  <a:lnTo>
                    <a:pt x="1676497" y="76715"/>
                  </a:lnTo>
                  <a:lnTo>
                    <a:pt x="3352995" y="964995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" name="pl371"/>
            <p:cNvSpPr/>
            <p:nvPr/>
          </p:nvSpPr>
          <p:spPr>
            <a:xfrm>
              <a:off x="7263184" y="3412100"/>
              <a:ext cx="3352995" cy="439640"/>
            </a:xfrm>
            <a:custGeom>
              <a:avLst/>
              <a:pathLst>
                <a:path w="3352995" h="439640">
                  <a:moveTo>
                    <a:pt x="0" y="0"/>
                  </a:moveTo>
                  <a:lnTo>
                    <a:pt x="1676497" y="439640"/>
                  </a:lnTo>
                  <a:lnTo>
                    <a:pt x="3352995" y="405746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" name="pl372"/>
            <p:cNvSpPr/>
            <p:nvPr/>
          </p:nvSpPr>
          <p:spPr>
            <a:xfrm>
              <a:off x="7263184" y="4909115"/>
              <a:ext cx="3352995" cy="909126"/>
            </a:xfrm>
            <a:custGeom>
              <a:avLst/>
              <a:pathLst>
                <a:path w="3352995" h="909126">
                  <a:moveTo>
                    <a:pt x="0" y="49957"/>
                  </a:moveTo>
                  <a:lnTo>
                    <a:pt x="1676497" y="909126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" name="pl373"/>
            <p:cNvSpPr/>
            <p:nvPr/>
          </p:nvSpPr>
          <p:spPr>
            <a:xfrm>
              <a:off x="7263184" y="2813044"/>
              <a:ext cx="3352995" cy="588597"/>
            </a:xfrm>
            <a:custGeom>
              <a:avLst/>
              <a:pathLst>
                <a:path w="3352995" h="588597">
                  <a:moveTo>
                    <a:pt x="0" y="0"/>
                  </a:moveTo>
                  <a:lnTo>
                    <a:pt x="1676497" y="588597"/>
                  </a:lnTo>
                  <a:lnTo>
                    <a:pt x="3352995" y="285963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" name="pl374"/>
            <p:cNvSpPr/>
            <p:nvPr/>
          </p:nvSpPr>
          <p:spPr>
            <a:xfrm>
              <a:off x="7263184" y="2795967"/>
              <a:ext cx="3352995" cy="1154263"/>
            </a:xfrm>
            <a:custGeom>
              <a:avLst/>
              <a:pathLst>
                <a:path w="3352995" h="1154263">
                  <a:moveTo>
                    <a:pt x="0" y="0"/>
                  </a:moveTo>
                  <a:lnTo>
                    <a:pt x="1676497" y="1154263"/>
                  </a:lnTo>
                  <a:lnTo>
                    <a:pt x="3352995" y="1019475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" name="pl375"/>
            <p:cNvSpPr/>
            <p:nvPr/>
          </p:nvSpPr>
          <p:spPr>
            <a:xfrm>
              <a:off x="7263184" y="3534240"/>
              <a:ext cx="3352995" cy="472612"/>
            </a:xfrm>
            <a:custGeom>
              <a:avLst/>
              <a:pathLst>
                <a:path w="3352995" h="472612">
                  <a:moveTo>
                    <a:pt x="0" y="0"/>
                  </a:moveTo>
                  <a:lnTo>
                    <a:pt x="1676497" y="472612"/>
                  </a:lnTo>
                  <a:lnTo>
                    <a:pt x="3352995" y="35331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" name="pl376"/>
            <p:cNvSpPr/>
            <p:nvPr/>
          </p:nvSpPr>
          <p:spPr>
            <a:xfrm>
              <a:off x="7263184" y="2826128"/>
              <a:ext cx="3352995" cy="1116859"/>
            </a:xfrm>
            <a:custGeom>
              <a:avLst/>
              <a:pathLst>
                <a:path w="3352995" h="1116859">
                  <a:moveTo>
                    <a:pt x="0" y="0"/>
                  </a:moveTo>
                  <a:lnTo>
                    <a:pt x="1676497" y="804423"/>
                  </a:lnTo>
                  <a:lnTo>
                    <a:pt x="3352995" y="1116859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" name="pl377"/>
            <p:cNvSpPr/>
            <p:nvPr/>
          </p:nvSpPr>
          <p:spPr>
            <a:xfrm>
              <a:off x="7263184" y="2949554"/>
              <a:ext cx="3352995" cy="1643792"/>
            </a:xfrm>
            <a:custGeom>
              <a:avLst/>
              <a:pathLst>
                <a:path w="3352995" h="1643792">
                  <a:moveTo>
                    <a:pt x="0" y="596166"/>
                  </a:moveTo>
                  <a:lnTo>
                    <a:pt x="1676497" y="0"/>
                  </a:lnTo>
                  <a:lnTo>
                    <a:pt x="3352995" y="1643792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" name="pl378"/>
            <p:cNvSpPr/>
            <p:nvPr/>
          </p:nvSpPr>
          <p:spPr>
            <a:xfrm>
              <a:off x="7263184" y="3481383"/>
              <a:ext cx="3352995" cy="1663876"/>
            </a:xfrm>
            <a:custGeom>
              <a:avLst/>
              <a:pathLst>
                <a:path w="3352995" h="1663876">
                  <a:moveTo>
                    <a:pt x="0" y="1663876"/>
                  </a:moveTo>
                  <a:lnTo>
                    <a:pt x="1676497" y="474363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" name="pl379"/>
            <p:cNvSpPr/>
            <p:nvPr/>
          </p:nvSpPr>
          <p:spPr>
            <a:xfrm>
              <a:off x="7263184" y="3287946"/>
              <a:ext cx="3352995" cy="540121"/>
            </a:xfrm>
            <a:custGeom>
              <a:avLst/>
              <a:pathLst>
                <a:path w="3352995" h="540121">
                  <a:moveTo>
                    <a:pt x="0" y="540121"/>
                  </a:moveTo>
                  <a:lnTo>
                    <a:pt x="1676497" y="342550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" name="pl380"/>
            <p:cNvSpPr/>
            <p:nvPr/>
          </p:nvSpPr>
          <p:spPr>
            <a:xfrm>
              <a:off x="7263184" y="3099159"/>
              <a:ext cx="3352995" cy="1327218"/>
            </a:xfrm>
            <a:custGeom>
              <a:avLst/>
              <a:pathLst>
                <a:path w="3352995" h="1327218">
                  <a:moveTo>
                    <a:pt x="0" y="0"/>
                  </a:moveTo>
                  <a:lnTo>
                    <a:pt x="1676497" y="1327218"/>
                  </a:lnTo>
                  <a:lnTo>
                    <a:pt x="3352995" y="15082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" name="pl381"/>
            <p:cNvSpPr/>
            <p:nvPr/>
          </p:nvSpPr>
          <p:spPr>
            <a:xfrm>
              <a:off x="7263184" y="2512591"/>
              <a:ext cx="3352995" cy="486127"/>
            </a:xfrm>
            <a:custGeom>
              <a:avLst/>
              <a:pathLst>
                <a:path w="3352995" h="486127">
                  <a:moveTo>
                    <a:pt x="0" y="353218"/>
                  </a:moveTo>
                  <a:lnTo>
                    <a:pt x="1676497" y="0"/>
                  </a:lnTo>
                  <a:lnTo>
                    <a:pt x="3352995" y="486127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" name="pl382"/>
            <p:cNvSpPr/>
            <p:nvPr/>
          </p:nvSpPr>
          <p:spPr>
            <a:xfrm>
              <a:off x="7263184" y="4312509"/>
              <a:ext cx="3352995" cy="559093"/>
            </a:xfrm>
            <a:custGeom>
              <a:avLst/>
              <a:pathLst>
                <a:path w="3352995" h="559093">
                  <a:moveTo>
                    <a:pt x="0" y="0"/>
                  </a:moveTo>
                  <a:lnTo>
                    <a:pt x="1676497" y="559093"/>
                  </a:lnTo>
                  <a:lnTo>
                    <a:pt x="3352995" y="268595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" name="pl383"/>
            <p:cNvSpPr/>
            <p:nvPr/>
          </p:nvSpPr>
          <p:spPr>
            <a:xfrm>
              <a:off x="7263184" y="4103491"/>
              <a:ext cx="3352995" cy="335485"/>
            </a:xfrm>
            <a:custGeom>
              <a:avLst/>
              <a:pathLst>
                <a:path w="3352995" h="335485">
                  <a:moveTo>
                    <a:pt x="0" y="335485"/>
                  </a:moveTo>
                  <a:lnTo>
                    <a:pt x="1676497" y="0"/>
                  </a:lnTo>
                  <a:lnTo>
                    <a:pt x="3352995" y="102219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" name="pl384"/>
            <p:cNvSpPr/>
            <p:nvPr/>
          </p:nvSpPr>
          <p:spPr>
            <a:xfrm>
              <a:off x="7263184" y="2305778"/>
              <a:ext cx="3352995" cy="480828"/>
            </a:xfrm>
            <a:custGeom>
              <a:avLst/>
              <a:pathLst>
                <a:path w="3352995" h="480828">
                  <a:moveTo>
                    <a:pt x="0" y="0"/>
                  </a:moveTo>
                  <a:lnTo>
                    <a:pt x="1676497" y="28049"/>
                  </a:lnTo>
                  <a:lnTo>
                    <a:pt x="3352995" y="480828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" name="pl385"/>
            <p:cNvSpPr/>
            <p:nvPr/>
          </p:nvSpPr>
          <p:spPr>
            <a:xfrm>
              <a:off x="7263184" y="1863819"/>
              <a:ext cx="3352995" cy="2825208"/>
            </a:xfrm>
            <a:custGeom>
              <a:avLst/>
              <a:pathLst>
                <a:path w="3352995" h="2825208">
                  <a:moveTo>
                    <a:pt x="0" y="0"/>
                  </a:moveTo>
                  <a:lnTo>
                    <a:pt x="1676497" y="2366034"/>
                  </a:lnTo>
                  <a:lnTo>
                    <a:pt x="3352995" y="2825208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" name="pl386"/>
            <p:cNvSpPr/>
            <p:nvPr/>
          </p:nvSpPr>
          <p:spPr>
            <a:xfrm>
              <a:off x="7263184" y="3547655"/>
              <a:ext cx="3352995" cy="1125507"/>
            </a:xfrm>
            <a:custGeom>
              <a:avLst/>
              <a:pathLst>
                <a:path w="3352995" h="1125507">
                  <a:moveTo>
                    <a:pt x="0" y="181320"/>
                  </a:moveTo>
                  <a:lnTo>
                    <a:pt x="1676497" y="1125507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" name="pl387"/>
            <p:cNvSpPr/>
            <p:nvPr/>
          </p:nvSpPr>
          <p:spPr>
            <a:xfrm>
              <a:off x="7263184" y="4040958"/>
              <a:ext cx="3352995" cy="277497"/>
            </a:xfrm>
            <a:custGeom>
              <a:avLst/>
              <a:pathLst>
                <a:path w="3352995" h="277497">
                  <a:moveTo>
                    <a:pt x="0" y="277497"/>
                  </a:moveTo>
                  <a:lnTo>
                    <a:pt x="1676497" y="215905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" name="pl388"/>
            <p:cNvSpPr/>
            <p:nvPr/>
          </p:nvSpPr>
          <p:spPr>
            <a:xfrm>
              <a:off x="7263184" y="3724176"/>
              <a:ext cx="3352995" cy="546338"/>
            </a:xfrm>
            <a:custGeom>
              <a:avLst/>
              <a:pathLst>
                <a:path w="3352995" h="546338">
                  <a:moveTo>
                    <a:pt x="0" y="269342"/>
                  </a:moveTo>
                  <a:lnTo>
                    <a:pt x="1676497" y="0"/>
                  </a:lnTo>
                  <a:lnTo>
                    <a:pt x="3352995" y="546338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" name="pl389"/>
            <p:cNvSpPr/>
            <p:nvPr/>
          </p:nvSpPr>
          <p:spPr>
            <a:xfrm>
              <a:off x="7263184" y="3195847"/>
              <a:ext cx="3352995" cy="801155"/>
            </a:xfrm>
            <a:custGeom>
              <a:avLst/>
              <a:pathLst>
                <a:path w="3352995" h="801155">
                  <a:moveTo>
                    <a:pt x="0" y="61198"/>
                  </a:moveTo>
                  <a:lnTo>
                    <a:pt x="1676497" y="0"/>
                  </a:lnTo>
                  <a:lnTo>
                    <a:pt x="3352995" y="801155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" name="pl390"/>
            <p:cNvSpPr/>
            <p:nvPr/>
          </p:nvSpPr>
          <p:spPr>
            <a:xfrm>
              <a:off x="7263184" y="3894219"/>
              <a:ext cx="3352995" cy="492025"/>
            </a:xfrm>
            <a:custGeom>
              <a:avLst/>
              <a:pathLst>
                <a:path w="3352995" h="492025">
                  <a:moveTo>
                    <a:pt x="0" y="177392"/>
                  </a:moveTo>
                  <a:lnTo>
                    <a:pt x="1676497" y="492025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" name="pl391"/>
            <p:cNvSpPr/>
            <p:nvPr/>
          </p:nvSpPr>
          <p:spPr>
            <a:xfrm>
              <a:off x="7263184" y="2902017"/>
              <a:ext cx="3352995" cy="1137126"/>
            </a:xfrm>
            <a:custGeom>
              <a:avLst/>
              <a:pathLst>
                <a:path w="3352995" h="1137126">
                  <a:moveTo>
                    <a:pt x="0" y="0"/>
                  </a:moveTo>
                  <a:lnTo>
                    <a:pt x="1676497" y="1137126"/>
                  </a:lnTo>
                  <a:lnTo>
                    <a:pt x="3352995" y="68591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" name="pl392"/>
            <p:cNvSpPr/>
            <p:nvPr/>
          </p:nvSpPr>
          <p:spPr>
            <a:xfrm>
              <a:off x="7263184" y="3993216"/>
              <a:ext cx="3352995" cy="642050"/>
            </a:xfrm>
            <a:custGeom>
              <a:avLst/>
              <a:pathLst>
                <a:path w="3352995" h="642050">
                  <a:moveTo>
                    <a:pt x="0" y="642050"/>
                  </a:moveTo>
                  <a:lnTo>
                    <a:pt x="1676497" y="462311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" name="pl393"/>
            <p:cNvSpPr/>
            <p:nvPr/>
          </p:nvSpPr>
          <p:spPr>
            <a:xfrm>
              <a:off x="7263184" y="2553435"/>
              <a:ext cx="3352995" cy="1236959"/>
            </a:xfrm>
            <a:custGeom>
              <a:avLst/>
              <a:pathLst>
                <a:path w="3352995" h="1236959">
                  <a:moveTo>
                    <a:pt x="0" y="0"/>
                  </a:moveTo>
                  <a:lnTo>
                    <a:pt x="1676497" y="1236959"/>
                  </a:lnTo>
                  <a:lnTo>
                    <a:pt x="3352995" y="425078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" name="pl394"/>
            <p:cNvSpPr/>
            <p:nvPr/>
          </p:nvSpPr>
          <p:spPr>
            <a:xfrm>
              <a:off x="7263184" y="3087723"/>
              <a:ext cx="3352995" cy="1015102"/>
            </a:xfrm>
            <a:custGeom>
              <a:avLst/>
              <a:pathLst>
                <a:path w="3352995" h="1015102">
                  <a:moveTo>
                    <a:pt x="0" y="1015102"/>
                  </a:moveTo>
                  <a:lnTo>
                    <a:pt x="1676497" y="886756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" name="pl395"/>
            <p:cNvSpPr/>
            <p:nvPr/>
          </p:nvSpPr>
          <p:spPr>
            <a:xfrm>
              <a:off x="7263184" y="3316012"/>
              <a:ext cx="3352995" cy="1305891"/>
            </a:xfrm>
            <a:custGeom>
              <a:avLst/>
              <a:pathLst>
                <a:path w="3352995" h="1305891">
                  <a:moveTo>
                    <a:pt x="0" y="387821"/>
                  </a:moveTo>
                  <a:lnTo>
                    <a:pt x="1676497" y="1305891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" name="pl396"/>
            <p:cNvSpPr/>
            <p:nvPr/>
          </p:nvSpPr>
          <p:spPr>
            <a:xfrm>
              <a:off x="7263184" y="2969140"/>
              <a:ext cx="3352995" cy="580444"/>
            </a:xfrm>
            <a:custGeom>
              <a:avLst/>
              <a:pathLst>
                <a:path w="3352995" h="580444">
                  <a:moveTo>
                    <a:pt x="0" y="329241"/>
                  </a:moveTo>
                  <a:lnTo>
                    <a:pt x="1676497" y="0"/>
                  </a:lnTo>
                  <a:lnTo>
                    <a:pt x="3352995" y="580444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" name="pl397"/>
            <p:cNvSpPr/>
            <p:nvPr/>
          </p:nvSpPr>
          <p:spPr>
            <a:xfrm>
              <a:off x="7263184" y="3442254"/>
              <a:ext cx="3352995" cy="404577"/>
            </a:xfrm>
            <a:custGeom>
              <a:avLst/>
              <a:pathLst>
                <a:path w="3352995" h="404577">
                  <a:moveTo>
                    <a:pt x="0" y="13054"/>
                  </a:moveTo>
                  <a:lnTo>
                    <a:pt x="1676497" y="404577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" name="pl398"/>
            <p:cNvSpPr/>
            <p:nvPr/>
          </p:nvSpPr>
          <p:spPr>
            <a:xfrm>
              <a:off x="7263184" y="3834625"/>
              <a:ext cx="3352995" cy="456537"/>
            </a:xfrm>
            <a:custGeom>
              <a:avLst/>
              <a:pathLst>
                <a:path w="3352995" h="456537">
                  <a:moveTo>
                    <a:pt x="0" y="456537"/>
                  </a:moveTo>
                  <a:lnTo>
                    <a:pt x="1676497" y="0"/>
                  </a:lnTo>
                  <a:lnTo>
                    <a:pt x="3352995" y="55012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" name="pl399"/>
            <p:cNvSpPr/>
            <p:nvPr/>
          </p:nvSpPr>
          <p:spPr>
            <a:xfrm>
              <a:off x="7263184" y="3132609"/>
              <a:ext cx="3352995" cy="1067265"/>
            </a:xfrm>
            <a:custGeom>
              <a:avLst/>
              <a:pathLst>
                <a:path w="3352995" h="1067265">
                  <a:moveTo>
                    <a:pt x="0" y="0"/>
                  </a:moveTo>
                  <a:lnTo>
                    <a:pt x="1676497" y="1067265"/>
                  </a:lnTo>
                  <a:lnTo>
                    <a:pt x="3352995" y="848276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" name="pl400"/>
            <p:cNvSpPr/>
            <p:nvPr/>
          </p:nvSpPr>
          <p:spPr>
            <a:xfrm>
              <a:off x="7263184" y="3340058"/>
              <a:ext cx="3352995" cy="544417"/>
            </a:xfrm>
            <a:custGeom>
              <a:avLst/>
              <a:pathLst>
                <a:path w="3352995" h="544417">
                  <a:moveTo>
                    <a:pt x="0" y="367173"/>
                  </a:moveTo>
                  <a:lnTo>
                    <a:pt x="1676497" y="0"/>
                  </a:lnTo>
                  <a:lnTo>
                    <a:pt x="3352995" y="544417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" name="pl401"/>
            <p:cNvSpPr/>
            <p:nvPr/>
          </p:nvSpPr>
          <p:spPr>
            <a:xfrm>
              <a:off x="7263184" y="3625032"/>
              <a:ext cx="3352995" cy="288354"/>
            </a:xfrm>
            <a:custGeom>
              <a:avLst/>
              <a:pathLst>
                <a:path w="3352995" h="288354">
                  <a:moveTo>
                    <a:pt x="0" y="77632"/>
                  </a:moveTo>
                  <a:lnTo>
                    <a:pt x="1676497" y="288354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" name="pl402"/>
            <p:cNvSpPr/>
            <p:nvPr/>
          </p:nvSpPr>
          <p:spPr>
            <a:xfrm>
              <a:off x="7263184" y="2520271"/>
              <a:ext cx="3352995" cy="1063594"/>
            </a:xfrm>
            <a:custGeom>
              <a:avLst/>
              <a:pathLst>
                <a:path w="3352995" h="1063594">
                  <a:moveTo>
                    <a:pt x="0" y="127822"/>
                  </a:moveTo>
                  <a:lnTo>
                    <a:pt x="1676497" y="0"/>
                  </a:lnTo>
                  <a:lnTo>
                    <a:pt x="3352995" y="1063594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" name="pl403"/>
            <p:cNvSpPr/>
            <p:nvPr/>
          </p:nvSpPr>
          <p:spPr>
            <a:xfrm>
              <a:off x="7263184" y="3316976"/>
              <a:ext cx="3352995" cy="1232541"/>
            </a:xfrm>
            <a:custGeom>
              <a:avLst/>
              <a:pathLst>
                <a:path w="3352995" h="1232541">
                  <a:moveTo>
                    <a:pt x="0" y="0"/>
                  </a:moveTo>
                  <a:lnTo>
                    <a:pt x="1676497" y="1232541"/>
                  </a:lnTo>
                  <a:lnTo>
                    <a:pt x="3352995" y="1107093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" name="pl404"/>
            <p:cNvSpPr/>
            <p:nvPr/>
          </p:nvSpPr>
          <p:spPr>
            <a:xfrm>
              <a:off x="7263184" y="3091441"/>
              <a:ext cx="3352995" cy="1231648"/>
            </a:xfrm>
            <a:custGeom>
              <a:avLst/>
              <a:pathLst>
                <a:path w="3352995" h="1231648">
                  <a:moveTo>
                    <a:pt x="0" y="1231648"/>
                  </a:moveTo>
                  <a:lnTo>
                    <a:pt x="1676497" y="223754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" name="pl405"/>
            <p:cNvSpPr/>
            <p:nvPr/>
          </p:nvSpPr>
          <p:spPr>
            <a:xfrm>
              <a:off x="7263184" y="3422228"/>
              <a:ext cx="3352995" cy="565653"/>
            </a:xfrm>
            <a:custGeom>
              <a:avLst/>
              <a:pathLst>
                <a:path w="3352995" h="565653">
                  <a:moveTo>
                    <a:pt x="0" y="373255"/>
                  </a:moveTo>
                  <a:lnTo>
                    <a:pt x="1676497" y="565653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" name="pl406"/>
            <p:cNvSpPr/>
            <p:nvPr/>
          </p:nvSpPr>
          <p:spPr>
            <a:xfrm>
              <a:off x="7263184" y="3740702"/>
              <a:ext cx="3352995" cy="1323041"/>
            </a:xfrm>
            <a:custGeom>
              <a:avLst/>
              <a:pathLst>
                <a:path w="3352995" h="1323041">
                  <a:moveTo>
                    <a:pt x="0" y="772286"/>
                  </a:moveTo>
                  <a:lnTo>
                    <a:pt x="1676497" y="1323041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" name="pl407"/>
            <p:cNvSpPr/>
            <p:nvPr/>
          </p:nvSpPr>
          <p:spPr>
            <a:xfrm>
              <a:off x="7263184" y="2377389"/>
              <a:ext cx="3352995" cy="1637266"/>
            </a:xfrm>
            <a:custGeom>
              <a:avLst/>
              <a:pathLst>
                <a:path w="3352995" h="1637266">
                  <a:moveTo>
                    <a:pt x="0" y="0"/>
                  </a:moveTo>
                  <a:lnTo>
                    <a:pt x="1676497" y="1211628"/>
                  </a:lnTo>
                  <a:lnTo>
                    <a:pt x="3352995" y="1637266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" name="pl408"/>
            <p:cNvSpPr/>
            <p:nvPr/>
          </p:nvSpPr>
          <p:spPr>
            <a:xfrm>
              <a:off x="7263184" y="3219788"/>
              <a:ext cx="3352995" cy="92364"/>
            </a:xfrm>
            <a:custGeom>
              <a:avLst/>
              <a:pathLst>
                <a:path w="3352995" h="92364">
                  <a:moveTo>
                    <a:pt x="0" y="0"/>
                  </a:moveTo>
                  <a:lnTo>
                    <a:pt x="1676497" y="92364"/>
                  </a:lnTo>
                  <a:lnTo>
                    <a:pt x="3352995" y="83462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" name="pl409"/>
            <p:cNvSpPr/>
            <p:nvPr/>
          </p:nvSpPr>
          <p:spPr>
            <a:xfrm>
              <a:off x="7263184" y="3881033"/>
              <a:ext cx="3352995" cy="364064"/>
            </a:xfrm>
            <a:custGeom>
              <a:avLst/>
              <a:pathLst>
                <a:path w="3352995" h="364064">
                  <a:moveTo>
                    <a:pt x="0" y="0"/>
                  </a:moveTo>
                  <a:lnTo>
                    <a:pt x="1676497" y="364064"/>
                  </a:lnTo>
                  <a:lnTo>
                    <a:pt x="3352995" y="296724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" name="pl410"/>
            <p:cNvSpPr/>
            <p:nvPr/>
          </p:nvSpPr>
          <p:spPr>
            <a:xfrm>
              <a:off x="7263184" y="3514908"/>
              <a:ext cx="3352995" cy="149558"/>
            </a:xfrm>
            <a:custGeom>
              <a:avLst/>
              <a:pathLst>
                <a:path w="3352995" h="149558">
                  <a:moveTo>
                    <a:pt x="0" y="149558"/>
                  </a:moveTo>
                  <a:lnTo>
                    <a:pt x="1676497" y="63276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" name="pl411"/>
            <p:cNvSpPr/>
            <p:nvPr/>
          </p:nvSpPr>
          <p:spPr>
            <a:xfrm>
              <a:off x="7263184" y="3013449"/>
              <a:ext cx="3352995" cy="1075274"/>
            </a:xfrm>
            <a:custGeom>
              <a:avLst/>
              <a:pathLst>
                <a:path w="3352995" h="1075274">
                  <a:moveTo>
                    <a:pt x="0" y="966900"/>
                  </a:moveTo>
                  <a:lnTo>
                    <a:pt x="1676497" y="0"/>
                  </a:lnTo>
                  <a:lnTo>
                    <a:pt x="3352995" y="1075274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" name="pl412"/>
            <p:cNvSpPr/>
            <p:nvPr/>
          </p:nvSpPr>
          <p:spPr>
            <a:xfrm>
              <a:off x="7263184" y="2178861"/>
              <a:ext cx="3352995" cy="1490578"/>
            </a:xfrm>
            <a:custGeom>
              <a:avLst/>
              <a:pathLst>
                <a:path w="3352995" h="1490578">
                  <a:moveTo>
                    <a:pt x="0" y="0"/>
                  </a:moveTo>
                  <a:lnTo>
                    <a:pt x="1676497" y="1490578"/>
                  </a:lnTo>
                  <a:lnTo>
                    <a:pt x="3352995" y="1341425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" name="pl413"/>
            <p:cNvSpPr/>
            <p:nvPr/>
          </p:nvSpPr>
          <p:spPr>
            <a:xfrm>
              <a:off x="7263184" y="2155235"/>
              <a:ext cx="3352995" cy="1265467"/>
            </a:xfrm>
            <a:custGeom>
              <a:avLst/>
              <a:pathLst>
                <a:path w="3352995" h="1265467">
                  <a:moveTo>
                    <a:pt x="0" y="986731"/>
                  </a:moveTo>
                  <a:lnTo>
                    <a:pt x="1676497" y="0"/>
                  </a:lnTo>
                  <a:lnTo>
                    <a:pt x="3352995" y="1265467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" name="pl414"/>
            <p:cNvSpPr/>
            <p:nvPr/>
          </p:nvSpPr>
          <p:spPr>
            <a:xfrm>
              <a:off x="7263184" y="4144953"/>
              <a:ext cx="3352995" cy="373598"/>
            </a:xfrm>
            <a:custGeom>
              <a:avLst/>
              <a:pathLst>
                <a:path w="3352995" h="373598">
                  <a:moveTo>
                    <a:pt x="0" y="373598"/>
                  </a:moveTo>
                  <a:lnTo>
                    <a:pt x="1676497" y="162765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" name="pl415"/>
            <p:cNvSpPr/>
            <p:nvPr/>
          </p:nvSpPr>
          <p:spPr>
            <a:xfrm>
              <a:off x="7263184" y="3902454"/>
              <a:ext cx="3352995" cy="615483"/>
            </a:xfrm>
            <a:custGeom>
              <a:avLst/>
              <a:pathLst>
                <a:path w="3352995" h="615483">
                  <a:moveTo>
                    <a:pt x="0" y="234382"/>
                  </a:moveTo>
                  <a:lnTo>
                    <a:pt x="1676497" y="0"/>
                  </a:lnTo>
                  <a:lnTo>
                    <a:pt x="3352995" y="615483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" name="pl416"/>
            <p:cNvSpPr/>
            <p:nvPr/>
          </p:nvSpPr>
          <p:spPr>
            <a:xfrm>
              <a:off x="7263184" y="3998648"/>
              <a:ext cx="3352995" cy="586161"/>
            </a:xfrm>
            <a:custGeom>
              <a:avLst/>
              <a:pathLst>
                <a:path w="3352995" h="586161">
                  <a:moveTo>
                    <a:pt x="0" y="586161"/>
                  </a:moveTo>
                  <a:lnTo>
                    <a:pt x="1676497" y="0"/>
                  </a:lnTo>
                  <a:lnTo>
                    <a:pt x="3352995" y="240973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" name="pl417"/>
            <p:cNvSpPr/>
            <p:nvPr/>
          </p:nvSpPr>
          <p:spPr>
            <a:xfrm>
              <a:off x="7263184" y="3075624"/>
              <a:ext cx="3352995" cy="460947"/>
            </a:xfrm>
            <a:custGeom>
              <a:avLst/>
              <a:pathLst>
                <a:path w="3352995" h="460947">
                  <a:moveTo>
                    <a:pt x="0" y="17876"/>
                  </a:moveTo>
                  <a:lnTo>
                    <a:pt x="1676497" y="0"/>
                  </a:lnTo>
                  <a:lnTo>
                    <a:pt x="3352995" y="460947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" name="pl418"/>
            <p:cNvSpPr/>
            <p:nvPr/>
          </p:nvSpPr>
          <p:spPr>
            <a:xfrm>
              <a:off x="7263184" y="3011146"/>
              <a:ext cx="3352995" cy="1563105"/>
            </a:xfrm>
            <a:custGeom>
              <a:avLst/>
              <a:pathLst>
                <a:path w="3352995" h="1563105">
                  <a:moveTo>
                    <a:pt x="0" y="629060"/>
                  </a:moveTo>
                  <a:lnTo>
                    <a:pt x="1676497" y="0"/>
                  </a:lnTo>
                  <a:lnTo>
                    <a:pt x="3352995" y="1563105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" name="pl419"/>
            <p:cNvSpPr/>
            <p:nvPr/>
          </p:nvSpPr>
          <p:spPr>
            <a:xfrm>
              <a:off x="7263184" y="3274520"/>
              <a:ext cx="3352995" cy="894455"/>
            </a:xfrm>
            <a:custGeom>
              <a:avLst/>
              <a:pathLst>
                <a:path w="3352995" h="894455">
                  <a:moveTo>
                    <a:pt x="0" y="894455"/>
                  </a:moveTo>
                  <a:lnTo>
                    <a:pt x="1676497" y="0"/>
                  </a:lnTo>
                  <a:lnTo>
                    <a:pt x="3352995" y="573044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" name="pl420"/>
            <p:cNvSpPr/>
            <p:nvPr/>
          </p:nvSpPr>
          <p:spPr>
            <a:xfrm>
              <a:off x="7263184" y="4027066"/>
              <a:ext cx="3352995" cy="1102280"/>
            </a:xfrm>
            <a:custGeom>
              <a:avLst/>
              <a:pathLst>
                <a:path w="3352995" h="1102280">
                  <a:moveTo>
                    <a:pt x="0" y="191169"/>
                  </a:moveTo>
                  <a:lnTo>
                    <a:pt x="1676497" y="1102280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" name="pl421"/>
            <p:cNvSpPr/>
            <p:nvPr/>
          </p:nvSpPr>
          <p:spPr>
            <a:xfrm>
              <a:off x="7263184" y="2969256"/>
              <a:ext cx="3352995" cy="1099391"/>
            </a:xfrm>
            <a:custGeom>
              <a:avLst/>
              <a:pathLst>
                <a:path w="3352995" h="1099391">
                  <a:moveTo>
                    <a:pt x="0" y="698607"/>
                  </a:moveTo>
                  <a:lnTo>
                    <a:pt x="1676497" y="0"/>
                  </a:lnTo>
                  <a:lnTo>
                    <a:pt x="3352995" y="1099391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" name="pl422"/>
            <p:cNvSpPr/>
            <p:nvPr/>
          </p:nvSpPr>
          <p:spPr>
            <a:xfrm>
              <a:off x="7263184" y="3999554"/>
              <a:ext cx="3352995" cy="386437"/>
            </a:xfrm>
            <a:custGeom>
              <a:avLst/>
              <a:pathLst>
                <a:path w="3352995" h="386437">
                  <a:moveTo>
                    <a:pt x="0" y="0"/>
                  </a:moveTo>
                  <a:lnTo>
                    <a:pt x="1676497" y="239347"/>
                  </a:lnTo>
                  <a:lnTo>
                    <a:pt x="3352995" y="386437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" name="pl423"/>
            <p:cNvSpPr/>
            <p:nvPr/>
          </p:nvSpPr>
          <p:spPr>
            <a:xfrm>
              <a:off x="7263184" y="3946466"/>
              <a:ext cx="3352995" cy="1512842"/>
            </a:xfrm>
            <a:custGeom>
              <a:avLst/>
              <a:pathLst>
                <a:path w="3352995" h="1512842">
                  <a:moveTo>
                    <a:pt x="0" y="1123908"/>
                  </a:moveTo>
                  <a:lnTo>
                    <a:pt x="1676497" y="0"/>
                  </a:lnTo>
                  <a:lnTo>
                    <a:pt x="3352995" y="1512842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" name="pl424"/>
            <p:cNvSpPr/>
            <p:nvPr/>
          </p:nvSpPr>
          <p:spPr>
            <a:xfrm>
              <a:off x="7263184" y="3218494"/>
              <a:ext cx="3352995" cy="1410189"/>
            </a:xfrm>
            <a:custGeom>
              <a:avLst/>
              <a:pathLst>
                <a:path w="3352995" h="1410189">
                  <a:moveTo>
                    <a:pt x="0" y="0"/>
                  </a:moveTo>
                  <a:lnTo>
                    <a:pt x="1676497" y="1410189"/>
                  </a:lnTo>
                  <a:lnTo>
                    <a:pt x="3352995" y="372114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" name="pl425"/>
            <p:cNvSpPr/>
            <p:nvPr/>
          </p:nvSpPr>
          <p:spPr>
            <a:xfrm>
              <a:off x="7263184" y="2617166"/>
              <a:ext cx="3352995" cy="1022563"/>
            </a:xfrm>
            <a:custGeom>
              <a:avLst/>
              <a:pathLst>
                <a:path w="3352995" h="1022563">
                  <a:moveTo>
                    <a:pt x="0" y="0"/>
                  </a:moveTo>
                  <a:lnTo>
                    <a:pt x="1676497" y="1022563"/>
                  </a:lnTo>
                  <a:lnTo>
                    <a:pt x="3352995" y="735637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" name="pl426"/>
            <p:cNvSpPr/>
            <p:nvPr/>
          </p:nvSpPr>
          <p:spPr>
            <a:xfrm>
              <a:off x="7263184" y="3244190"/>
              <a:ext cx="3352995" cy="288761"/>
            </a:xfrm>
            <a:custGeom>
              <a:avLst/>
              <a:pathLst>
                <a:path w="3352995" h="288761">
                  <a:moveTo>
                    <a:pt x="0" y="178048"/>
                  </a:moveTo>
                  <a:lnTo>
                    <a:pt x="1676497" y="288761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" name="pl427"/>
            <p:cNvSpPr/>
            <p:nvPr/>
          </p:nvSpPr>
          <p:spPr>
            <a:xfrm>
              <a:off x="7263184" y="2979347"/>
              <a:ext cx="3352995" cy="2124261"/>
            </a:xfrm>
            <a:custGeom>
              <a:avLst/>
              <a:pathLst>
                <a:path w="3352995" h="2124261">
                  <a:moveTo>
                    <a:pt x="0" y="0"/>
                  </a:moveTo>
                  <a:lnTo>
                    <a:pt x="1676497" y="2124261"/>
                  </a:lnTo>
                  <a:lnTo>
                    <a:pt x="3352995" y="1434744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" name="pl428"/>
            <p:cNvSpPr/>
            <p:nvPr/>
          </p:nvSpPr>
          <p:spPr>
            <a:xfrm>
              <a:off x="7263184" y="2934334"/>
              <a:ext cx="3352995" cy="1428815"/>
            </a:xfrm>
            <a:custGeom>
              <a:avLst/>
              <a:pathLst>
                <a:path w="3352995" h="1428815">
                  <a:moveTo>
                    <a:pt x="0" y="0"/>
                  </a:moveTo>
                  <a:lnTo>
                    <a:pt x="1676497" y="936871"/>
                  </a:lnTo>
                  <a:lnTo>
                    <a:pt x="3352995" y="1428815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" name="pl429"/>
            <p:cNvSpPr/>
            <p:nvPr/>
          </p:nvSpPr>
          <p:spPr>
            <a:xfrm>
              <a:off x="7263184" y="3212644"/>
              <a:ext cx="3352995" cy="113347"/>
            </a:xfrm>
            <a:custGeom>
              <a:avLst/>
              <a:pathLst>
                <a:path w="3352995" h="113347">
                  <a:moveTo>
                    <a:pt x="0" y="88535"/>
                  </a:moveTo>
                  <a:lnTo>
                    <a:pt x="1676497" y="0"/>
                  </a:lnTo>
                  <a:lnTo>
                    <a:pt x="3352995" y="113347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" name="pl430"/>
            <p:cNvSpPr/>
            <p:nvPr/>
          </p:nvSpPr>
          <p:spPr>
            <a:xfrm>
              <a:off x="7263184" y="4026024"/>
              <a:ext cx="3352995" cy="238811"/>
            </a:xfrm>
            <a:custGeom>
              <a:avLst/>
              <a:pathLst>
                <a:path w="3352995" h="238811">
                  <a:moveTo>
                    <a:pt x="0" y="238811"/>
                  </a:moveTo>
                  <a:lnTo>
                    <a:pt x="1676497" y="0"/>
                  </a:lnTo>
                  <a:lnTo>
                    <a:pt x="3352995" y="184537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" name="pl431"/>
            <p:cNvSpPr/>
            <p:nvPr/>
          </p:nvSpPr>
          <p:spPr>
            <a:xfrm>
              <a:off x="7263184" y="2666266"/>
              <a:ext cx="3352995" cy="267426"/>
            </a:xfrm>
            <a:custGeom>
              <a:avLst/>
              <a:pathLst>
                <a:path w="3352995" h="267426">
                  <a:moveTo>
                    <a:pt x="0" y="267426"/>
                  </a:moveTo>
                  <a:lnTo>
                    <a:pt x="1676497" y="91481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" name="pl432"/>
            <p:cNvSpPr/>
            <p:nvPr/>
          </p:nvSpPr>
          <p:spPr>
            <a:xfrm>
              <a:off x="7263184" y="3040617"/>
              <a:ext cx="3352995" cy="679379"/>
            </a:xfrm>
            <a:custGeom>
              <a:avLst/>
              <a:pathLst>
                <a:path w="3352995" h="679379">
                  <a:moveTo>
                    <a:pt x="0" y="679379"/>
                  </a:moveTo>
                  <a:lnTo>
                    <a:pt x="1676497" y="0"/>
                  </a:lnTo>
                  <a:lnTo>
                    <a:pt x="3352995" y="243865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" name="pl433"/>
            <p:cNvSpPr/>
            <p:nvPr/>
          </p:nvSpPr>
          <p:spPr>
            <a:xfrm>
              <a:off x="7263184" y="2383394"/>
              <a:ext cx="3352995" cy="1903437"/>
            </a:xfrm>
            <a:custGeom>
              <a:avLst/>
              <a:pathLst>
                <a:path w="3352995" h="1903437">
                  <a:moveTo>
                    <a:pt x="0" y="0"/>
                  </a:moveTo>
                  <a:lnTo>
                    <a:pt x="1676497" y="1903437"/>
                  </a:lnTo>
                  <a:lnTo>
                    <a:pt x="3352995" y="1013813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" name="pl434"/>
            <p:cNvSpPr/>
            <p:nvPr/>
          </p:nvSpPr>
          <p:spPr>
            <a:xfrm>
              <a:off x="7263184" y="2992917"/>
              <a:ext cx="3352995" cy="717736"/>
            </a:xfrm>
            <a:custGeom>
              <a:avLst/>
              <a:pathLst>
                <a:path w="3352995" h="717736">
                  <a:moveTo>
                    <a:pt x="0" y="574138"/>
                  </a:moveTo>
                  <a:lnTo>
                    <a:pt x="1676497" y="717736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" name="pl435"/>
            <p:cNvSpPr/>
            <p:nvPr/>
          </p:nvSpPr>
          <p:spPr>
            <a:xfrm>
              <a:off x="7263184" y="3072735"/>
              <a:ext cx="3352995" cy="871862"/>
            </a:xfrm>
            <a:custGeom>
              <a:avLst/>
              <a:pathLst>
                <a:path w="3352995" h="871862">
                  <a:moveTo>
                    <a:pt x="0" y="871862"/>
                  </a:moveTo>
                  <a:lnTo>
                    <a:pt x="1676497" y="624766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" name="pl436"/>
            <p:cNvSpPr/>
            <p:nvPr/>
          </p:nvSpPr>
          <p:spPr>
            <a:xfrm>
              <a:off x="7263184" y="1989890"/>
              <a:ext cx="3352995" cy="512265"/>
            </a:xfrm>
            <a:custGeom>
              <a:avLst/>
              <a:pathLst>
                <a:path w="3352995" h="512265">
                  <a:moveTo>
                    <a:pt x="0" y="286339"/>
                  </a:moveTo>
                  <a:lnTo>
                    <a:pt x="1676497" y="0"/>
                  </a:lnTo>
                  <a:lnTo>
                    <a:pt x="3352995" y="512265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" name="pl437"/>
            <p:cNvSpPr/>
            <p:nvPr/>
          </p:nvSpPr>
          <p:spPr>
            <a:xfrm>
              <a:off x="7263184" y="3004432"/>
              <a:ext cx="3352995" cy="753503"/>
            </a:xfrm>
            <a:custGeom>
              <a:avLst/>
              <a:pathLst>
                <a:path w="3352995" h="753503">
                  <a:moveTo>
                    <a:pt x="0" y="475963"/>
                  </a:moveTo>
                  <a:lnTo>
                    <a:pt x="1676497" y="753503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" name="pl438"/>
            <p:cNvSpPr/>
            <p:nvPr/>
          </p:nvSpPr>
          <p:spPr>
            <a:xfrm>
              <a:off x="7263184" y="3077483"/>
              <a:ext cx="3352995" cy="895026"/>
            </a:xfrm>
            <a:custGeom>
              <a:avLst/>
              <a:pathLst>
                <a:path w="3352995" h="895026">
                  <a:moveTo>
                    <a:pt x="0" y="0"/>
                  </a:moveTo>
                  <a:lnTo>
                    <a:pt x="1676497" y="8558"/>
                  </a:lnTo>
                  <a:lnTo>
                    <a:pt x="3352995" y="895026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" name="pl439"/>
            <p:cNvSpPr/>
            <p:nvPr/>
          </p:nvSpPr>
          <p:spPr>
            <a:xfrm>
              <a:off x="7263184" y="4450094"/>
              <a:ext cx="3352995" cy="488051"/>
            </a:xfrm>
            <a:custGeom>
              <a:avLst/>
              <a:pathLst>
                <a:path w="3352995" h="488051">
                  <a:moveTo>
                    <a:pt x="0" y="0"/>
                  </a:moveTo>
                  <a:lnTo>
                    <a:pt x="1676497" y="488051"/>
                  </a:lnTo>
                  <a:lnTo>
                    <a:pt x="3352995" y="14862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" name="pl440"/>
            <p:cNvSpPr/>
            <p:nvPr/>
          </p:nvSpPr>
          <p:spPr>
            <a:xfrm>
              <a:off x="7263184" y="3439046"/>
              <a:ext cx="3352995" cy="1209867"/>
            </a:xfrm>
            <a:custGeom>
              <a:avLst/>
              <a:pathLst>
                <a:path w="3352995" h="1209867">
                  <a:moveTo>
                    <a:pt x="0" y="1209867"/>
                  </a:moveTo>
                  <a:lnTo>
                    <a:pt x="1676497" y="992706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" name="pl441"/>
            <p:cNvSpPr/>
            <p:nvPr/>
          </p:nvSpPr>
          <p:spPr>
            <a:xfrm>
              <a:off x="7263184" y="4656718"/>
              <a:ext cx="3352995" cy="240536"/>
            </a:xfrm>
            <a:custGeom>
              <a:avLst/>
              <a:pathLst>
                <a:path w="3352995" h="240536">
                  <a:moveTo>
                    <a:pt x="0" y="0"/>
                  </a:moveTo>
                  <a:lnTo>
                    <a:pt x="1676497" y="240536"/>
                  </a:lnTo>
                  <a:lnTo>
                    <a:pt x="3352995" y="29466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" name="pl442"/>
            <p:cNvSpPr/>
            <p:nvPr/>
          </p:nvSpPr>
          <p:spPr>
            <a:xfrm>
              <a:off x="7263184" y="4725700"/>
              <a:ext cx="3352995" cy="700023"/>
            </a:xfrm>
            <a:custGeom>
              <a:avLst/>
              <a:pathLst>
                <a:path w="3352995" h="700023">
                  <a:moveTo>
                    <a:pt x="0" y="0"/>
                  </a:moveTo>
                  <a:lnTo>
                    <a:pt x="1676497" y="700023"/>
                  </a:lnTo>
                  <a:lnTo>
                    <a:pt x="3352995" y="60922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" name="pl443"/>
            <p:cNvSpPr/>
            <p:nvPr/>
          </p:nvSpPr>
          <p:spPr>
            <a:xfrm>
              <a:off x="7263184" y="3346113"/>
              <a:ext cx="3352995" cy="1234379"/>
            </a:xfrm>
            <a:custGeom>
              <a:avLst/>
              <a:pathLst>
                <a:path w="3352995" h="1234379">
                  <a:moveTo>
                    <a:pt x="0" y="1234379"/>
                  </a:moveTo>
                  <a:lnTo>
                    <a:pt x="1676497" y="0"/>
                  </a:lnTo>
                  <a:lnTo>
                    <a:pt x="3352995" y="985114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" name="pt444"/>
            <p:cNvSpPr/>
            <p:nvPr/>
          </p:nvSpPr>
          <p:spPr>
            <a:xfrm>
              <a:off x="7242423" y="421909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" name="pt445"/>
            <p:cNvSpPr/>
            <p:nvPr/>
          </p:nvSpPr>
          <p:spPr>
            <a:xfrm>
              <a:off x="8918921" y="412059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" name="pt446"/>
            <p:cNvSpPr/>
            <p:nvPr/>
          </p:nvSpPr>
          <p:spPr>
            <a:xfrm>
              <a:off x="10595419" y="396074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" name="pt447"/>
            <p:cNvSpPr/>
            <p:nvPr/>
          </p:nvSpPr>
          <p:spPr>
            <a:xfrm>
              <a:off x="7242423" y="260849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" name="pt448"/>
            <p:cNvSpPr/>
            <p:nvPr/>
          </p:nvSpPr>
          <p:spPr>
            <a:xfrm>
              <a:off x="8918921" y="365031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" name="pt449"/>
            <p:cNvSpPr/>
            <p:nvPr/>
          </p:nvSpPr>
          <p:spPr>
            <a:xfrm>
              <a:off x="10595419" y="323180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" name="pt450"/>
            <p:cNvSpPr/>
            <p:nvPr/>
          </p:nvSpPr>
          <p:spPr>
            <a:xfrm>
              <a:off x="7242423" y="383467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" name="pt451"/>
            <p:cNvSpPr/>
            <p:nvPr/>
          </p:nvSpPr>
          <p:spPr>
            <a:xfrm>
              <a:off x="8918921" y="418260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" name="pt452"/>
            <p:cNvSpPr/>
            <p:nvPr/>
          </p:nvSpPr>
          <p:spPr>
            <a:xfrm>
              <a:off x="10595419" y="402896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" name="pt453"/>
            <p:cNvSpPr/>
            <p:nvPr/>
          </p:nvSpPr>
          <p:spPr>
            <a:xfrm>
              <a:off x="7242423" y="362575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" name="pt454"/>
            <p:cNvSpPr/>
            <p:nvPr/>
          </p:nvSpPr>
          <p:spPr>
            <a:xfrm>
              <a:off x="8918921" y="349388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" name="pt455"/>
            <p:cNvSpPr/>
            <p:nvPr/>
          </p:nvSpPr>
          <p:spPr>
            <a:xfrm>
              <a:off x="10595419" y="291593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" name="pt456"/>
            <p:cNvSpPr/>
            <p:nvPr/>
          </p:nvSpPr>
          <p:spPr>
            <a:xfrm>
              <a:off x="7242423" y="335282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" name="pt457"/>
            <p:cNvSpPr/>
            <p:nvPr/>
          </p:nvSpPr>
          <p:spPr>
            <a:xfrm>
              <a:off x="8918921" y="380339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" name="pt458"/>
            <p:cNvSpPr/>
            <p:nvPr/>
          </p:nvSpPr>
          <p:spPr>
            <a:xfrm>
              <a:off x="10595419" y="409223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" name="pt459"/>
            <p:cNvSpPr/>
            <p:nvPr/>
          </p:nvSpPr>
          <p:spPr>
            <a:xfrm>
              <a:off x="7242423" y="369365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" name="pt460"/>
            <p:cNvSpPr/>
            <p:nvPr/>
          </p:nvSpPr>
          <p:spPr>
            <a:xfrm>
              <a:off x="8918921" y="346447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" name="pt461"/>
            <p:cNvSpPr/>
            <p:nvPr/>
          </p:nvSpPr>
          <p:spPr>
            <a:xfrm>
              <a:off x="10595419" y="325296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" name="pt462"/>
            <p:cNvSpPr/>
            <p:nvPr/>
          </p:nvSpPr>
          <p:spPr>
            <a:xfrm>
              <a:off x="7242423" y="354264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" name="pt463"/>
            <p:cNvSpPr/>
            <p:nvPr/>
          </p:nvSpPr>
          <p:spPr>
            <a:xfrm>
              <a:off x="8918921" y="361936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" name="pt464"/>
            <p:cNvSpPr/>
            <p:nvPr/>
          </p:nvSpPr>
          <p:spPr>
            <a:xfrm>
              <a:off x="10595419" y="450764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" name="pt465"/>
            <p:cNvSpPr/>
            <p:nvPr/>
          </p:nvSpPr>
          <p:spPr>
            <a:xfrm>
              <a:off x="7242423" y="339134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" name="pt466"/>
            <p:cNvSpPr/>
            <p:nvPr/>
          </p:nvSpPr>
          <p:spPr>
            <a:xfrm>
              <a:off x="8918921" y="383098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" name="pt467"/>
            <p:cNvSpPr/>
            <p:nvPr/>
          </p:nvSpPr>
          <p:spPr>
            <a:xfrm>
              <a:off x="10595419" y="379708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" name="pt468"/>
            <p:cNvSpPr/>
            <p:nvPr/>
          </p:nvSpPr>
          <p:spPr>
            <a:xfrm>
              <a:off x="7242423" y="493831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" name="pt469"/>
            <p:cNvSpPr/>
            <p:nvPr/>
          </p:nvSpPr>
          <p:spPr>
            <a:xfrm>
              <a:off x="8918921" y="579748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" name="pt470"/>
            <p:cNvSpPr/>
            <p:nvPr/>
          </p:nvSpPr>
          <p:spPr>
            <a:xfrm>
              <a:off x="10595419" y="488835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" name="pt471"/>
            <p:cNvSpPr/>
            <p:nvPr/>
          </p:nvSpPr>
          <p:spPr>
            <a:xfrm>
              <a:off x="7242423" y="279228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" name="pt472"/>
            <p:cNvSpPr/>
            <p:nvPr/>
          </p:nvSpPr>
          <p:spPr>
            <a:xfrm>
              <a:off x="8918921" y="338088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" name="pt473"/>
            <p:cNvSpPr/>
            <p:nvPr/>
          </p:nvSpPr>
          <p:spPr>
            <a:xfrm>
              <a:off x="10595419" y="307824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" name="pt474"/>
            <p:cNvSpPr/>
            <p:nvPr/>
          </p:nvSpPr>
          <p:spPr>
            <a:xfrm>
              <a:off x="7242423" y="277520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" name="pt475"/>
            <p:cNvSpPr/>
            <p:nvPr/>
          </p:nvSpPr>
          <p:spPr>
            <a:xfrm>
              <a:off x="8918921" y="392947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" name="pt476"/>
            <p:cNvSpPr/>
            <p:nvPr/>
          </p:nvSpPr>
          <p:spPr>
            <a:xfrm>
              <a:off x="10595419" y="379468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" name="pt477"/>
            <p:cNvSpPr/>
            <p:nvPr/>
          </p:nvSpPr>
          <p:spPr>
            <a:xfrm>
              <a:off x="7242423" y="351347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" name="pt478"/>
            <p:cNvSpPr/>
            <p:nvPr/>
          </p:nvSpPr>
          <p:spPr>
            <a:xfrm>
              <a:off x="8918921" y="398609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" name="pt479"/>
            <p:cNvSpPr/>
            <p:nvPr/>
          </p:nvSpPr>
          <p:spPr>
            <a:xfrm>
              <a:off x="10595419" y="386678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" name="pt480"/>
            <p:cNvSpPr/>
            <p:nvPr/>
          </p:nvSpPr>
          <p:spPr>
            <a:xfrm>
              <a:off x="7242423" y="280536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" name="pt481"/>
            <p:cNvSpPr/>
            <p:nvPr/>
          </p:nvSpPr>
          <p:spPr>
            <a:xfrm>
              <a:off x="8918921" y="360979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" name="pt482"/>
            <p:cNvSpPr/>
            <p:nvPr/>
          </p:nvSpPr>
          <p:spPr>
            <a:xfrm>
              <a:off x="10595419" y="392222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" name="pt483"/>
            <p:cNvSpPr/>
            <p:nvPr/>
          </p:nvSpPr>
          <p:spPr>
            <a:xfrm>
              <a:off x="7242423" y="352496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" name="pt484"/>
            <p:cNvSpPr/>
            <p:nvPr/>
          </p:nvSpPr>
          <p:spPr>
            <a:xfrm>
              <a:off x="8918921" y="292879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" name="pt485"/>
            <p:cNvSpPr/>
            <p:nvPr/>
          </p:nvSpPr>
          <p:spPr>
            <a:xfrm>
              <a:off x="10595419" y="457258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" name="pt486"/>
            <p:cNvSpPr/>
            <p:nvPr/>
          </p:nvSpPr>
          <p:spPr>
            <a:xfrm>
              <a:off x="7242423" y="512449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" name="pt487"/>
            <p:cNvSpPr/>
            <p:nvPr/>
          </p:nvSpPr>
          <p:spPr>
            <a:xfrm>
              <a:off x="8918921" y="393498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" name="pt488"/>
            <p:cNvSpPr/>
            <p:nvPr/>
          </p:nvSpPr>
          <p:spPr>
            <a:xfrm>
              <a:off x="10595419" y="346062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" name="pt489"/>
            <p:cNvSpPr/>
            <p:nvPr/>
          </p:nvSpPr>
          <p:spPr>
            <a:xfrm>
              <a:off x="7242423" y="380730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" name="pt490"/>
            <p:cNvSpPr/>
            <p:nvPr/>
          </p:nvSpPr>
          <p:spPr>
            <a:xfrm>
              <a:off x="8918921" y="360973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" name="pt491"/>
            <p:cNvSpPr/>
            <p:nvPr/>
          </p:nvSpPr>
          <p:spPr>
            <a:xfrm>
              <a:off x="10595419" y="326718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" name="pt492"/>
            <p:cNvSpPr/>
            <p:nvPr/>
          </p:nvSpPr>
          <p:spPr>
            <a:xfrm>
              <a:off x="7242423" y="307839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" name="pt493"/>
            <p:cNvSpPr/>
            <p:nvPr/>
          </p:nvSpPr>
          <p:spPr>
            <a:xfrm>
              <a:off x="8918921" y="440561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" name="pt494"/>
            <p:cNvSpPr/>
            <p:nvPr/>
          </p:nvSpPr>
          <p:spPr>
            <a:xfrm>
              <a:off x="10595419" y="322921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" name="pt495"/>
            <p:cNvSpPr/>
            <p:nvPr/>
          </p:nvSpPr>
          <p:spPr>
            <a:xfrm>
              <a:off x="7242423" y="284504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" name="pt496"/>
            <p:cNvSpPr/>
            <p:nvPr/>
          </p:nvSpPr>
          <p:spPr>
            <a:xfrm>
              <a:off x="8918921" y="249183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" name="pt497"/>
            <p:cNvSpPr/>
            <p:nvPr/>
          </p:nvSpPr>
          <p:spPr>
            <a:xfrm>
              <a:off x="10595419" y="297795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" name="pt498"/>
            <p:cNvSpPr/>
            <p:nvPr/>
          </p:nvSpPr>
          <p:spPr>
            <a:xfrm>
              <a:off x="7242423" y="429174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" name="pt499"/>
            <p:cNvSpPr/>
            <p:nvPr/>
          </p:nvSpPr>
          <p:spPr>
            <a:xfrm>
              <a:off x="8918921" y="485084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" name="pt500"/>
            <p:cNvSpPr/>
            <p:nvPr/>
          </p:nvSpPr>
          <p:spPr>
            <a:xfrm>
              <a:off x="10595419" y="456034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" name="pt501"/>
            <p:cNvSpPr/>
            <p:nvPr/>
          </p:nvSpPr>
          <p:spPr>
            <a:xfrm>
              <a:off x="7242423" y="441821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" name="pt502"/>
            <p:cNvSpPr/>
            <p:nvPr/>
          </p:nvSpPr>
          <p:spPr>
            <a:xfrm>
              <a:off x="8918921" y="408273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" name="pt503"/>
            <p:cNvSpPr/>
            <p:nvPr/>
          </p:nvSpPr>
          <p:spPr>
            <a:xfrm>
              <a:off x="10595419" y="418494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" name="pt504"/>
            <p:cNvSpPr/>
            <p:nvPr/>
          </p:nvSpPr>
          <p:spPr>
            <a:xfrm>
              <a:off x="7242423" y="228501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" name="pt505"/>
            <p:cNvSpPr/>
            <p:nvPr/>
          </p:nvSpPr>
          <p:spPr>
            <a:xfrm>
              <a:off x="8918921" y="231306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" name="pt506"/>
            <p:cNvSpPr/>
            <p:nvPr/>
          </p:nvSpPr>
          <p:spPr>
            <a:xfrm>
              <a:off x="10595419" y="276584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" name="pt507"/>
            <p:cNvSpPr/>
            <p:nvPr/>
          </p:nvSpPr>
          <p:spPr>
            <a:xfrm>
              <a:off x="7242423" y="184305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" name="pt508"/>
            <p:cNvSpPr/>
            <p:nvPr/>
          </p:nvSpPr>
          <p:spPr>
            <a:xfrm>
              <a:off x="8918921" y="420909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" name="pt509"/>
            <p:cNvSpPr/>
            <p:nvPr/>
          </p:nvSpPr>
          <p:spPr>
            <a:xfrm>
              <a:off x="10595419" y="466826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" name="pt510"/>
            <p:cNvSpPr/>
            <p:nvPr/>
          </p:nvSpPr>
          <p:spPr>
            <a:xfrm>
              <a:off x="7242423" y="370821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" name="pt511"/>
            <p:cNvSpPr/>
            <p:nvPr/>
          </p:nvSpPr>
          <p:spPr>
            <a:xfrm>
              <a:off x="8918921" y="465240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" name="pt512"/>
            <p:cNvSpPr/>
            <p:nvPr/>
          </p:nvSpPr>
          <p:spPr>
            <a:xfrm>
              <a:off x="10595419" y="352689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" name="pt513"/>
            <p:cNvSpPr/>
            <p:nvPr/>
          </p:nvSpPr>
          <p:spPr>
            <a:xfrm>
              <a:off x="7242423" y="429769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" name="pt514"/>
            <p:cNvSpPr/>
            <p:nvPr/>
          </p:nvSpPr>
          <p:spPr>
            <a:xfrm>
              <a:off x="8918921" y="423610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" name="pt515"/>
            <p:cNvSpPr/>
            <p:nvPr/>
          </p:nvSpPr>
          <p:spPr>
            <a:xfrm>
              <a:off x="10595419" y="402019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" name="pt516"/>
            <p:cNvSpPr/>
            <p:nvPr/>
          </p:nvSpPr>
          <p:spPr>
            <a:xfrm>
              <a:off x="7242423" y="397275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" name="pt517"/>
            <p:cNvSpPr/>
            <p:nvPr/>
          </p:nvSpPr>
          <p:spPr>
            <a:xfrm>
              <a:off x="8918921" y="370341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" name="pt518"/>
            <p:cNvSpPr/>
            <p:nvPr/>
          </p:nvSpPr>
          <p:spPr>
            <a:xfrm>
              <a:off x="10595419" y="424975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" name="pt519"/>
            <p:cNvSpPr/>
            <p:nvPr/>
          </p:nvSpPr>
          <p:spPr>
            <a:xfrm>
              <a:off x="7242423" y="323628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" name="pt520"/>
            <p:cNvSpPr/>
            <p:nvPr/>
          </p:nvSpPr>
          <p:spPr>
            <a:xfrm>
              <a:off x="8918921" y="317508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" name="pt521"/>
            <p:cNvSpPr/>
            <p:nvPr/>
          </p:nvSpPr>
          <p:spPr>
            <a:xfrm>
              <a:off x="10595419" y="397624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" name="pt522"/>
            <p:cNvSpPr/>
            <p:nvPr/>
          </p:nvSpPr>
          <p:spPr>
            <a:xfrm>
              <a:off x="7242423" y="405085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" name="pt523"/>
            <p:cNvSpPr/>
            <p:nvPr/>
          </p:nvSpPr>
          <p:spPr>
            <a:xfrm>
              <a:off x="8918921" y="436548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" name="pt524"/>
            <p:cNvSpPr/>
            <p:nvPr/>
          </p:nvSpPr>
          <p:spPr>
            <a:xfrm>
              <a:off x="10595419" y="387345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" name="pt525"/>
            <p:cNvSpPr/>
            <p:nvPr/>
          </p:nvSpPr>
          <p:spPr>
            <a:xfrm>
              <a:off x="7242423" y="288125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" name="pt526"/>
            <p:cNvSpPr/>
            <p:nvPr/>
          </p:nvSpPr>
          <p:spPr>
            <a:xfrm>
              <a:off x="8918921" y="401838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" name="pt527"/>
            <p:cNvSpPr/>
            <p:nvPr/>
          </p:nvSpPr>
          <p:spPr>
            <a:xfrm>
              <a:off x="10595419" y="294984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" name="pt528"/>
            <p:cNvSpPr/>
            <p:nvPr/>
          </p:nvSpPr>
          <p:spPr>
            <a:xfrm>
              <a:off x="7242423" y="461450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" name="pt529"/>
            <p:cNvSpPr/>
            <p:nvPr/>
          </p:nvSpPr>
          <p:spPr>
            <a:xfrm>
              <a:off x="8918921" y="443476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" name="pt530"/>
            <p:cNvSpPr/>
            <p:nvPr/>
          </p:nvSpPr>
          <p:spPr>
            <a:xfrm>
              <a:off x="10595419" y="397245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" name="pt531"/>
            <p:cNvSpPr/>
            <p:nvPr/>
          </p:nvSpPr>
          <p:spPr>
            <a:xfrm>
              <a:off x="7242423" y="253267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" name="pt532"/>
            <p:cNvSpPr/>
            <p:nvPr/>
          </p:nvSpPr>
          <p:spPr>
            <a:xfrm>
              <a:off x="8918921" y="376963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" name="pt533"/>
            <p:cNvSpPr/>
            <p:nvPr/>
          </p:nvSpPr>
          <p:spPr>
            <a:xfrm>
              <a:off x="10595419" y="295775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" name="pt534"/>
            <p:cNvSpPr/>
            <p:nvPr/>
          </p:nvSpPr>
          <p:spPr>
            <a:xfrm>
              <a:off x="7242423" y="408206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" name="pt535"/>
            <p:cNvSpPr/>
            <p:nvPr/>
          </p:nvSpPr>
          <p:spPr>
            <a:xfrm>
              <a:off x="8918921" y="395371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" name="pt536"/>
            <p:cNvSpPr/>
            <p:nvPr/>
          </p:nvSpPr>
          <p:spPr>
            <a:xfrm>
              <a:off x="10595419" y="306696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" name="pt537"/>
            <p:cNvSpPr/>
            <p:nvPr/>
          </p:nvSpPr>
          <p:spPr>
            <a:xfrm>
              <a:off x="7242423" y="368307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" name="pt538"/>
            <p:cNvSpPr/>
            <p:nvPr/>
          </p:nvSpPr>
          <p:spPr>
            <a:xfrm>
              <a:off x="8918921" y="460114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" name="pt539"/>
            <p:cNvSpPr/>
            <p:nvPr/>
          </p:nvSpPr>
          <p:spPr>
            <a:xfrm>
              <a:off x="10595419" y="329525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" name="pt540"/>
            <p:cNvSpPr/>
            <p:nvPr/>
          </p:nvSpPr>
          <p:spPr>
            <a:xfrm>
              <a:off x="7242423" y="327762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" name="pt541"/>
            <p:cNvSpPr/>
            <p:nvPr/>
          </p:nvSpPr>
          <p:spPr>
            <a:xfrm>
              <a:off x="8918921" y="294837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" name="pt542"/>
            <p:cNvSpPr/>
            <p:nvPr/>
          </p:nvSpPr>
          <p:spPr>
            <a:xfrm>
              <a:off x="10595419" y="352882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" name="pt543"/>
            <p:cNvSpPr/>
            <p:nvPr/>
          </p:nvSpPr>
          <p:spPr>
            <a:xfrm>
              <a:off x="7242423" y="343454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" name="pt544"/>
            <p:cNvSpPr/>
            <p:nvPr/>
          </p:nvSpPr>
          <p:spPr>
            <a:xfrm>
              <a:off x="8918921" y="382607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" name="pt545"/>
            <p:cNvSpPr/>
            <p:nvPr/>
          </p:nvSpPr>
          <p:spPr>
            <a:xfrm>
              <a:off x="10595419" y="342149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" name="pt546"/>
            <p:cNvSpPr/>
            <p:nvPr/>
          </p:nvSpPr>
          <p:spPr>
            <a:xfrm>
              <a:off x="7242423" y="427040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" name="pt547"/>
            <p:cNvSpPr/>
            <p:nvPr/>
          </p:nvSpPr>
          <p:spPr>
            <a:xfrm>
              <a:off x="8918921" y="381386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" name="pt548"/>
            <p:cNvSpPr/>
            <p:nvPr/>
          </p:nvSpPr>
          <p:spPr>
            <a:xfrm>
              <a:off x="10595419" y="386887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" name="pt549"/>
            <p:cNvSpPr/>
            <p:nvPr/>
          </p:nvSpPr>
          <p:spPr>
            <a:xfrm>
              <a:off x="7242423" y="311184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" name="pt550"/>
            <p:cNvSpPr/>
            <p:nvPr/>
          </p:nvSpPr>
          <p:spPr>
            <a:xfrm>
              <a:off x="8918921" y="417911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" name="pt551"/>
            <p:cNvSpPr/>
            <p:nvPr/>
          </p:nvSpPr>
          <p:spPr>
            <a:xfrm>
              <a:off x="10595419" y="396012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" name="pt552"/>
            <p:cNvSpPr/>
            <p:nvPr/>
          </p:nvSpPr>
          <p:spPr>
            <a:xfrm>
              <a:off x="7242423" y="368647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" name="pt553"/>
            <p:cNvSpPr/>
            <p:nvPr/>
          </p:nvSpPr>
          <p:spPr>
            <a:xfrm>
              <a:off x="8918921" y="331929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" name="pt554"/>
            <p:cNvSpPr/>
            <p:nvPr/>
          </p:nvSpPr>
          <p:spPr>
            <a:xfrm>
              <a:off x="10595419" y="386371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" name="pt555"/>
            <p:cNvSpPr/>
            <p:nvPr/>
          </p:nvSpPr>
          <p:spPr>
            <a:xfrm>
              <a:off x="7242423" y="368190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" name="pt556"/>
            <p:cNvSpPr/>
            <p:nvPr/>
          </p:nvSpPr>
          <p:spPr>
            <a:xfrm>
              <a:off x="8918921" y="389262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" name="pt557"/>
            <p:cNvSpPr/>
            <p:nvPr/>
          </p:nvSpPr>
          <p:spPr>
            <a:xfrm>
              <a:off x="10595419" y="360427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" name="pt558"/>
            <p:cNvSpPr/>
            <p:nvPr/>
          </p:nvSpPr>
          <p:spPr>
            <a:xfrm>
              <a:off x="7242423" y="262733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" name="pt559"/>
            <p:cNvSpPr/>
            <p:nvPr/>
          </p:nvSpPr>
          <p:spPr>
            <a:xfrm>
              <a:off x="8918921" y="249951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" name="pt560"/>
            <p:cNvSpPr/>
            <p:nvPr/>
          </p:nvSpPr>
          <p:spPr>
            <a:xfrm>
              <a:off x="10595419" y="356310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" name="pt561"/>
            <p:cNvSpPr/>
            <p:nvPr/>
          </p:nvSpPr>
          <p:spPr>
            <a:xfrm>
              <a:off x="7242423" y="329621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" name="pt562"/>
            <p:cNvSpPr/>
            <p:nvPr/>
          </p:nvSpPr>
          <p:spPr>
            <a:xfrm>
              <a:off x="8918921" y="452875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" name="pt563"/>
            <p:cNvSpPr/>
            <p:nvPr/>
          </p:nvSpPr>
          <p:spPr>
            <a:xfrm>
              <a:off x="10595419" y="440330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" name="pt564"/>
            <p:cNvSpPr/>
            <p:nvPr/>
          </p:nvSpPr>
          <p:spPr>
            <a:xfrm>
              <a:off x="7242423" y="430232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" name="pt565"/>
            <p:cNvSpPr/>
            <p:nvPr/>
          </p:nvSpPr>
          <p:spPr>
            <a:xfrm>
              <a:off x="8918921" y="329443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" name="pt566"/>
            <p:cNvSpPr/>
            <p:nvPr/>
          </p:nvSpPr>
          <p:spPr>
            <a:xfrm>
              <a:off x="10595419" y="307068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" name="pt567"/>
            <p:cNvSpPr/>
            <p:nvPr/>
          </p:nvSpPr>
          <p:spPr>
            <a:xfrm>
              <a:off x="7242423" y="377472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" name="pt568"/>
            <p:cNvSpPr/>
            <p:nvPr/>
          </p:nvSpPr>
          <p:spPr>
            <a:xfrm>
              <a:off x="8918921" y="396712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" name="pt569"/>
            <p:cNvSpPr/>
            <p:nvPr/>
          </p:nvSpPr>
          <p:spPr>
            <a:xfrm>
              <a:off x="10595419" y="340146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" name="pt570"/>
            <p:cNvSpPr/>
            <p:nvPr/>
          </p:nvSpPr>
          <p:spPr>
            <a:xfrm>
              <a:off x="7242423" y="449222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" name="pt571"/>
            <p:cNvSpPr/>
            <p:nvPr/>
          </p:nvSpPr>
          <p:spPr>
            <a:xfrm>
              <a:off x="8918921" y="504298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" name="pt572"/>
            <p:cNvSpPr/>
            <p:nvPr/>
          </p:nvSpPr>
          <p:spPr>
            <a:xfrm>
              <a:off x="10595419" y="371994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" name="pt573"/>
            <p:cNvSpPr/>
            <p:nvPr/>
          </p:nvSpPr>
          <p:spPr>
            <a:xfrm>
              <a:off x="7242423" y="235662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" name="pt574"/>
            <p:cNvSpPr/>
            <p:nvPr/>
          </p:nvSpPr>
          <p:spPr>
            <a:xfrm>
              <a:off x="8918921" y="356825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" name="pt575"/>
            <p:cNvSpPr/>
            <p:nvPr/>
          </p:nvSpPr>
          <p:spPr>
            <a:xfrm>
              <a:off x="10595419" y="399389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" name="pt576"/>
            <p:cNvSpPr/>
            <p:nvPr/>
          </p:nvSpPr>
          <p:spPr>
            <a:xfrm>
              <a:off x="7242423" y="319902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" name="pt577"/>
            <p:cNvSpPr/>
            <p:nvPr/>
          </p:nvSpPr>
          <p:spPr>
            <a:xfrm>
              <a:off x="8918921" y="329139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" name="pt578"/>
            <p:cNvSpPr/>
            <p:nvPr/>
          </p:nvSpPr>
          <p:spPr>
            <a:xfrm>
              <a:off x="10595419" y="328249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" name="pt579"/>
            <p:cNvSpPr/>
            <p:nvPr/>
          </p:nvSpPr>
          <p:spPr>
            <a:xfrm>
              <a:off x="7242423" y="386027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" name="pt580"/>
            <p:cNvSpPr/>
            <p:nvPr/>
          </p:nvSpPr>
          <p:spPr>
            <a:xfrm>
              <a:off x="8918921" y="422433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" name="pt581"/>
            <p:cNvSpPr/>
            <p:nvPr/>
          </p:nvSpPr>
          <p:spPr>
            <a:xfrm>
              <a:off x="10595419" y="415699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" name="pt582"/>
            <p:cNvSpPr/>
            <p:nvPr/>
          </p:nvSpPr>
          <p:spPr>
            <a:xfrm>
              <a:off x="7242423" y="364370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" name="pt583"/>
            <p:cNvSpPr/>
            <p:nvPr/>
          </p:nvSpPr>
          <p:spPr>
            <a:xfrm>
              <a:off x="8918921" y="355742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" name="pt584"/>
            <p:cNvSpPr/>
            <p:nvPr/>
          </p:nvSpPr>
          <p:spPr>
            <a:xfrm>
              <a:off x="10595419" y="349414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" name="pt585"/>
            <p:cNvSpPr/>
            <p:nvPr/>
          </p:nvSpPr>
          <p:spPr>
            <a:xfrm>
              <a:off x="7242423" y="395958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" name="pt586"/>
            <p:cNvSpPr/>
            <p:nvPr/>
          </p:nvSpPr>
          <p:spPr>
            <a:xfrm>
              <a:off x="8918921" y="299268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" name="pt587"/>
            <p:cNvSpPr/>
            <p:nvPr/>
          </p:nvSpPr>
          <p:spPr>
            <a:xfrm>
              <a:off x="10595419" y="406796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" name="pt588"/>
            <p:cNvSpPr/>
            <p:nvPr/>
          </p:nvSpPr>
          <p:spPr>
            <a:xfrm>
              <a:off x="7242423" y="215810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" name="pt589"/>
            <p:cNvSpPr/>
            <p:nvPr/>
          </p:nvSpPr>
          <p:spPr>
            <a:xfrm>
              <a:off x="8918921" y="364867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" name="pt590"/>
            <p:cNvSpPr/>
            <p:nvPr/>
          </p:nvSpPr>
          <p:spPr>
            <a:xfrm>
              <a:off x="10595419" y="349952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" name="pt591"/>
            <p:cNvSpPr/>
            <p:nvPr/>
          </p:nvSpPr>
          <p:spPr>
            <a:xfrm>
              <a:off x="7242423" y="312120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" name="pt592"/>
            <p:cNvSpPr/>
            <p:nvPr/>
          </p:nvSpPr>
          <p:spPr>
            <a:xfrm>
              <a:off x="8918921" y="213447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" name="pt593"/>
            <p:cNvSpPr/>
            <p:nvPr/>
          </p:nvSpPr>
          <p:spPr>
            <a:xfrm>
              <a:off x="10595419" y="339994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" name="pt594"/>
            <p:cNvSpPr/>
            <p:nvPr/>
          </p:nvSpPr>
          <p:spPr>
            <a:xfrm>
              <a:off x="7242423" y="449779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" name="pt595"/>
            <p:cNvSpPr/>
            <p:nvPr/>
          </p:nvSpPr>
          <p:spPr>
            <a:xfrm>
              <a:off x="8918921" y="428695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" name="pt596"/>
            <p:cNvSpPr/>
            <p:nvPr/>
          </p:nvSpPr>
          <p:spPr>
            <a:xfrm>
              <a:off x="10595419" y="412419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" name="pt597"/>
            <p:cNvSpPr/>
            <p:nvPr/>
          </p:nvSpPr>
          <p:spPr>
            <a:xfrm>
              <a:off x="7242423" y="411607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" name="pt598"/>
            <p:cNvSpPr/>
            <p:nvPr/>
          </p:nvSpPr>
          <p:spPr>
            <a:xfrm>
              <a:off x="8918921" y="388169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" name="pt599"/>
            <p:cNvSpPr/>
            <p:nvPr/>
          </p:nvSpPr>
          <p:spPr>
            <a:xfrm>
              <a:off x="10595419" y="449717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" name="pt600"/>
            <p:cNvSpPr/>
            <p:nvPr/>
          </p:nvSpPr>
          <p:spPr>
            <a:xfrm>
              <a:off x="7242423" y="456404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" name="pt601"/>
            <p:cNvSpPr/>
            <p:nvPr/>
          </p:nvSpPr>
          <p:spPr>
            <a:xfrm>
              <a:off x="8918921" y="397788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" name="pt602"/>
            <p:cNvSpPr/>
            <p:nvPr/>
          </p:nvSpPr>
          <p:spPr>
            <a:xfrm>
              <a:off x="10595419" y="421886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" name="pt603"/>
            <p:cNvSpPr/>
            <p:nvPr/>
          </p:nvSpPr>
          <p:spPr>
            <a:xfrm>
              <a:off x="7242423" y="307274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" name="pt604"/>
            <p:cNvSpPr/>
            <p:nvPr/>
          </p:nvSpPr>
          <p:spPr>
            <a:xfrm>
              <a:off x="8918921" y="305486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" name="pt605"/>
            <p:cNvSpPr/>
            <p:nvPr/>
          </p:nvSpPr>
          <p:spPr>
            <a:xfrm>
              <a:off x="10595419" y="351581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" name="pt606"/>
            <p:cNvSpPr/>
            <p:nvPr/>
          </p:nvSpPr>
          <p:spPr>
            <a:xfrm>
              <a:off x="7242423" y="361944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" name="pt607"/>
            <p:cNvSpPr/>
            <p:nvPr/>
          </p:nvSpPr>
          <p:spPr>
            <a:xfrm>
              <a:off x="8918921" y="299038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" name="pt608"/>
            <p:cNvSpPr/>
            <p:nvPr/>
          </p:nvSpPr>
          <p:spPr>
            <a:xfrm>
              <a:off x="10595419" y="455349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" name="pt609"/>
            <p:cNvSpPr/>
            <p:nvPr/>
          </p:nvSpPr>
          <p:spPr>
            <a:xfrm>
              <a:off x="7242423" y="414821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" name="pt610"/>
            <p:cNvSpPr/>
            <p:nvPr/>
          </p:nvSpPr>
          <p:spPr>
            <a:xfrm>
              <a:off x="8918921" y="325375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" name="pt611"/>
            <p:cNvSpPr/>
            <p:nvPr/>
          </p:nvSpPr>
          <p:spPr>
            <a:xfrm>
              <a:off x="10595419" y="382680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" name="pt612"/>
            <p:cNvSpPr/>
            <p:nvPr/>
          </p:nvSpPr>
          <p:spPr>
            <a:xfrm>
              <a:off x="7242423" y="419747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" name="pt613"/>
            <p:cNvSpPr/>
            <p:nvPr/>
          </p:nvSpPr>
          <p:spPr>
            <a:xfrm>
              <a:off x="8918921" y="510858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" name="pt614"/>
            <p:cNvSpPr/>
            <p:nvPr/>
          </p:nvSpPr>
          <p:spPr>
            <a:xfrm>
              <a:off x="10595419" y="400630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" name="pt615"/>
            <p:cNvSpPr/>
            <p:nvPr/>
          </p:nvSpPr>
          <p:spPr>
            <a:xfrm>
              <a:off x="7242423" y="364710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" name="pt616"/>
            <p:cNvSpPr/>
            <p:nvPr/>
          </p:nvSpPr>
          <p:spPr>
            <a:xfrm>
              <a:off x="8918921" y="294849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" name="pt617"/>
            <p:cNvSpPr/>
            <p:nvPr/>
          </p:nvSpPr>
          <p:spPr>
            <a:xfrm>
              <a:off x="10595419" y="404788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" name="pt618"/>
            <p:cNvSpPr/>
            <p:nvPr/>
          </p:nvSpPr>
          <p:spPr>
            <a:xfrm>
              <a:off x="7242423" y="397879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" name="pt619"/>
            <p:cNvSpPr/>
            <p:nvPr/>
          </p:nvSpPr>
          <p:spPr>
            <a:xfrm>
              <a:off x="8918921" y="421814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" name="pt620"/>
            <p:cNvSpPr/>
            <p:nvPr/>
          </p:nvSpPr>
          <p:spPr>
            <a:xfrm>
              <a:off x="10595419" y="436523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" name="pt621"/>
            <p:cNvSpPr/>
            <p:nvPr/>
          </p:nvSpPr>
          <p:spPr>
            <a:xfrm>
              <a:off x="7242423" y="504961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" name="pt622"/>
            <p:cNvSpPr/>
            <p:nvPr/>
          </p:nvSpPr>
          <p:spPr>
            <a:xfrm>
              <a:off x="8918921" y="392570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" name="pt623"/>
            <p:cNvSpPr/>
            <p:nvPr/>
          </p:nvSpPr>
          <p:spPr>
            <a:xfrm>
              <a:off x="10595419" y="543854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" name="pt624"/>
            <p:cNvSpPr/>
            <p:nvPr/>
          </p:nvSpPr>
          <p:spPr>
            <a:xfrm>
              <a:off x="7242423" y="319773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" name="pt625"/>
            <p:cNvSpPr/>
            <p:nvPr/>
          </p:nvSpPr>
          <p:spPr>
            <a:xfrm>
              <a:off x="8918921" y="460792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" name="pt626"/>
            <p:cNvSpPr/>
            <p:nvPr/>
          </p:nvSpPr>
          <p:spPr>
            <a:xfrm>
              <a:off x="10595419" y="356984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" name="pt627"/>
            <p:cNvSpPr/>
            <p:nvPr/>
          </p:nvSpPr>
          <p:spPr>
            <a:xfrm>
              <a:off x="7242423" y="259640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" name="pt628"/>
            <p:cNvSpPr/>
            <p:nvPr/>
          </p:nvSpPr>
          <p:spPr>
            <a:xfrm>
              <a:off x="8918921" y="361896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" name="pt629"/>
            <p:cNvSpPr/>
            <p:nvPr/>
          </p:nvSpPr>
          <p:spPr>
            <a:xfrm>
              <a:off x="10595419" y="333204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" name="pt630"/>
            <p:cNvSpPr/>
            <p:nvPr/>
          </p:nvSpPr>
          <p:spPr>
            <a:xfrm>
              <a:off x="7242423" y="340147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" name="pt631"/>
            <p:cNvSpPr/>
            <p:nvPr/>
          </p:nvSpPr>
          <p:spPr>
            <a:xfrm>
              <a:off x="8918921" y="351219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" name="pt632"/>
            <p:cNvSpPr/>
            <p:nvPr/>
          </p:nvSpPr>
          <p:spPr>
            <a:xfrm>
              <a:off x="10595419" y="322342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" name="pt633"/>
            <p:cNvSpPr/>
            <p:nvPr/>
          </p:nvSpPr>
          <p:spPr>
            <a:xfrm>
              <a:off x="7242423" y="295858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" name="pt634"/>
            <p:cNvSpPr/>
            <p:nvPr/>
          </p:nvSpPr>
          <p:spPr>
            <a:xfrm>
              <a:off x="8918921" y="508284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" name="pt635"/>
            <p:cNvSpPr/>
            <p:nvPr/>
          </p:nvSpPr>
          <p:spPr>
            <a:xfrm>
              <a:off x="10595419" y="439333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" name="pt636"/>
            <p:cNvSpPr/>
            <p:nvPr/>
          </p:nvSpPr>
          <p:spPr>
            <a:xfrm>
              <a:off x="7242423" y="291357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" name="pt637"/>
            <p:cNvSpPr/>
            <p:nvPr/>
          </p:nvSpPr>
          <p:spPr>
            <a:xfrm>
              <a:off x="8918921" y="385044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" name="pt638"/>
            <p:cNvSpPr/>
            <p:nvPr/>
          </p:nvSpPr>
          <p:spPr>
            <a:xfrm>
              <a:off x="10595419" y="434238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" name="pt639"/>
            <p:cNvSpPr/>
            <p:nvPr/>
          </p:nvSpPr>
          <p:spPr>
            <a:xfrm>
              <a:off x="7242423" y="328041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" name="pt640"/>
            <p:cNvSpPr/>
            <p:nvPr/>
          </p:nvSpPr>
          <p:spPr>
            <a:xfrm>
              <a:off x="8918921" y="319188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" name="pt641"/>
            <p:cNvSpPr/>
            <p:nvPr/>
          </p:nvSpPr>
          <p:spPr>
            <a:xfrm>
              <a:off x="10595419" y="330523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" name="pt642"/>
            <p:cNvSpPr/>
            <p:nvPr/>
          </p:nvSpPr>
          <p:spPr>
            <a:xfrm>
              <a:off x="7242423" y="424407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" name="pt643"/>
            <p:cNvSpPr/>
            <p:nvPr/>
          </p:nvSpPr>
          <p:spPr>
            <a:xfrm>
              <a:off x="8918921" y="400526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" name="pt644"/>
            <p:cNvSpPr/>
            <p:nvPr/>
          </p:nvSpPr>
          <p:spPr>
            <a:xfrm>
              <a:off x="10595419" y="418980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" name="pt645"/>
            <p:cNvSpPr/>
            <p:nvPr/>
          </p:nvSpPr>
          <p:spPr>
            <a:xfrm>
              <a:off x="7242423" y="291293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" name="pt646"/>
            <p:cNvSpPr/>
            <p:nvPr/>
          </p:nvSpPr>
          <p:spPr>
            <a:xfrm>
              <a:off x="8918921" y="273698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" name="pt647"/>
            <p:cNvSpPr/>
            <p:nvPr/>
          </p:nvSpPr>
          <p:spPr>
            <a:xfrm>
              <a:off x="10595419" y="264550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" name="pt648"/>
            <p:cNvSpPr/>
            <p:nvPr/>
          </p:nvSpPr>
          <p:spPr>
            <a:xfrm>
              <a:off x="7242423" y="369923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" name="pt649"/>
            <p:cNvSpPr/>
            <p:nvPr/>
          </p:nvSpPr>
          <p:spPr>
            <a:xfrm>
              <a:off x="8918921" y="301985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" name="pt650"/>
            <p:cNvSpPr/>
            <p:nvPr/>
          </p:nvSpPr>
          <p:spPr>
            <a:xfrm>
              <a:off x="10595419" y="326372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" name="pt651"/>
            <p:cNvSpPr/>
            <p:nvPr/>
          </p:nvSpPr>
          <p:spPr>
            <a:xfrm>
              <a:off x="7242423" y="236263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" name="pt652"/>
            <p:cNvSpPr/>
            <p:nvPr/>
          </p:nvSpPr>
          <p:spPr>
            <a:xfrm>
              <a:off x="8918921" y="426607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" name="pt653"/>
            <p:cNvSpPr/>
            <p:nvPr/>
          </p:nvSpPr>
          <p:spPr>
            <a:xfrm>
              <a:off x="10595419" y="337644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" name="pt654"/>
            <p:cNvSpPr/>
            <p:nvPr/>
          </p:nvSpPr>
          <p:spPr>
            <a:xfrm>
              <a:off x="7242423" y="354629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" name="pt655"/>
            <p:cNvSpPr/>
            <p:nvPr/>
          </p:nvSpPr>
          <p:spPr>
            <a:xfrm>
              <a:off x="8918921" y="368989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" name="pt656"/>
            <p:cNvSpPr/>
            <p:nvPr/>
          </p:nvSpPr>
          <p:spPr>
            <a:xfrm>
              <a:off x="10595419" y="297215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" name="pt657"/>
            <p:cNvSpPr/>
            <p:nvPr/>
          </p:nvSpPr>
          <p:spPr>
            <a:xfrm>
              <a:off x="7242423" y="392383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" name="pt658"/>
            <p:cNvSpPr/>
            <p:nvPr/>
          </p:nvSpPr>
          <p:spPr>
            <a:xfrm>
              <a:off x="8918921" y="367674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" name="pt659"/>
            <p:cNvSpPr/>
            <p:nvPr/>
          </p:nvSpPr>
          <p:spPr>
            <a:xfrm>
              <a:off x="10595419" y="305197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" name="pt660"/>
            <p:cNvSpPr/>
            <p:nvPr/>
          </p:nvSpPr>
          <p:spPr>
            <a:xfrm>
              <a:off x="7242423" y="225546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" name="pt661"/>
            <p:cNvSpPr/>
            <p:nvPr/>
          </p:nvSpPr>
          <p:spPr>
            <a:xfrm>
              <a:off x="8918921" y="196912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" name="pt662"/>
            <p:cNvSpPr/>
            <p:nvPr/>
          </p:nvSpPr>
          <p:spPr>
            <a:xfrm>
              <a:off x="10595419" y="248139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" name="pt663"/>
            <p:cNvSpPr/>
            <p:nvPr/>
          </p:nvSpPr>
          <p:spPr>
            <a:xfrm>
              <a:off x="7242423" y="345963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" name="pt664"/>
            <p:cNvSpPr/>
            <p:nvPr/>
          </p:nvSpPr>
          <p:spPr>
            <a:xfrm>
              <a:off x="8918921" y="373717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" name="pt665"/>
            <p:cNvSpPr/>
            <p:nvPr/>
          </p:nvSpPr>
          <p:spPr>
            <a:xfrm>
              <a:off x="10595419" y="298367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" name="pt666"/>
            <p:cNvSpPr/>
            <p:nvPr/>
          </p:nvSpPr>
          <p:spPr>
            <a:xfrm>
              <a:off x="7242423" y="305672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" name="pt667"/>
            <p:cNvSpPr/>
            <p:nvPr/>
          </p:nvSpPr>
          <p:spPr>
            <a:xfrm>
              <a:off x="8918921" y="306528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" name="pt668"/>
            <p:cNvSpPr/>
            <p:nvPr/>
          </p:nvSpPr>
          <p:spPr>
            <a:xfrm>
              <a:off x="10595419" y="395174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" name="pt669"/>
            <p:cNvSpPr/>
            <p:nvPr/>
          </p:nvSpPr>
          <p:spPr>
            <a:xfrm>
              <a:off x="7242423" y="442933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" name="pt670"/>
            <p:cNvSpPr/>
            <p:nvPr/>
          </p:nvSpPr>
          <p:spPr>
            <a:xfrm>
              <a:off x="8918921" y="491738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" name="pt671"/>
            <p:cNvSpPr/>
            <p:nvPr/>
          </p:nvSpPr>
          <p:spPr>
            <a:xfrm>
              <a:off x="10595419" y="457795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" name="pt672"/>
            <p:cNvSpPr/>
            <p:nvPr/>
          </p:nvSpPr>
          <p:spPr>
            <a:xfrm>
              <a:off x="7242423" y="462815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" name="pt673"/>
            <p:cNvSpPr/>
            <p:nvPr/>
          </p:nvSpPr>
          <p:spPr>
            <a:xfrm>
              <a:off x="8918921" y="441099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" name="pt674"/>
            <p:cNvSpPr/>
            <p:nvPr/>
          </p:nvSpPr>
          <p:spPr>
            <a:xfrm>
              <a:off x="10595419" y="341828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" name="pt675"/>
            <p:cNvSpPr/>
            <p:nvPr/>
          </p:nvSpPr>
          <p:spPr>
            <a:xfrm>
              <a:off x="7242423" y="463595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" name="pt676"/>
            <p:cNvSpPr/>
            <p:nvPr/>
          </p:nvSpPr>
          <p:spPr>
            <a:xfrm>
              <a:off x="8918921" y="487649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" name="pt677"/>
            <p:cNvSpPr/>
            <p:nvPr/>
          </p:nvSpPr>
          <p:spPr>
            <a:xfrm>
              <a:off x="10595419" y="466542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" name="pt678"/>
            <p:cNvSpPr/>
            <p:nvPr/>
          </p:nvSpPr>
          <p:spPr>
            <a:xfrm>
              <a:off x="7242423" y="470493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" name="pt679"/>
            <p:cNvSpPr/>
            <p:nvPr/>
          </p:nvSpPr>
          <p:spPr>
            <a:xfrm>
              <a:off x="8918921" y="540496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" name="pt680"/>
            <p:cNvSpPr/>
            <p:nvPr/>
          </p:nvSpPr>
          <p:spPr>
            <a:xfrm>
              <a:off x="10595419" y="476586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" name="pt681"/>
            <p:cNvSpPr/>
            <p:nvPr/>
          </p:nvSpPr>
          <p:spPr>
            <a:xfrm>
              <a:off x="7242423" y="455973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" name="pt682"/>
            <p:cNvSpPr/>
            <p:nvPr/>
          </p:nvSpPr>
          <p:spPr>
            <a:xfrm>
              <a:off x="8918921" y="332535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" name="pt683"/>
            <p:cNvSpPr/>
            <p:nvPr/>
          </p:nvSpPr>
          <p:spPr>
            <a:xfrm>
              <a:off x="10595419" y="431046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" name="pl684"/>
            <p:cNvSpPr/>
            <p:nvPr/>
          </p:nvSpPr>
          <p:spPr>
            <a:xfrm>
              <a:off x="7263184" y="3611803"/>
              <a:ext cx="3352995" cy="208306"/>
            </a:xfrm>
            <a:custGeom>
              <a:avLst/>
              <a:pathLst>
                <a:path w="3352995" h="208306">
                  <a:moveTo>
                    <a:pt x="0" y="0"/>
                  </a:moveTo>
                  <a:lnTo>
                    <a:pt x="1676497" y="208306"/>
                  </a:lnTo>
                  <a:lnTo>
                    <a:pt x="3352995" y="166823"/>
                  </a:lnTo>
                </a:path>
              </a:pathLst>
            </a:custGeom>
            <a:ln w="3252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" name="pt685"/>
            <p:cNvSpPr/>
            <p:nvPr/>
          </p:nvSpPr>
          <p:spPr>
            <a:xfrm>
              <a:off x="7218032" y="3566651"/>
              <a:ext cx="90303" cy="90303"/>
            </a:xfrm>
            <a:prstGeom prst="ellipse">
              <a:avLst/>
            </a:prstGeom>
            <a:solidFill>
              <a:srgbClr val="00000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" name="pt686"/>
            <p:cNvSpPr/>
            <p:nvPr/>
          </p:nvSpPr>
          <p:spPr>
            <a:xfrm>
              <a:off x="8894530" y="3774957"/>
              <a:ext cx="90303" cy="90303"/>
            </a:xfrm>
            <a:prstGeom prst="ellipse">
              <a:avLst/>
            </a:prstGeom>
            <a:solidFill>
              <a:srgbClr val="00000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" name="pt687"/>
            <p:cNvSpPr/>
            <p:nvPr/>
          </p:nvSpPr>
          <p:spPr>
            <a:xfrm>
              <a:off x="10571027" y="3733474"/>
              <a:ext cx="90303" cy="90303"/>
            </a:xfrm>
            <a:prstGeom prst="ellipse">
              <a:avLst/>
            </a:prstGeom>
            <a:solidFill>
              <a:srgbClr val="00000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" name="pl688"/>
            <p:cNvSpPr/>
            <p:nvPr/>
          </p:nvSpPr>
          <p:spPr>
            <a:xfrm>
              <a:off x="7179359" y="3529536"/>
              <a:ext cx="167649" cy="0"/>
            </a:xfrm>
            <a:custGeom>
              <a:avLst/>
              <a:pathLst>
                <a:path w="167649" h="0">
                  <a:moveTo>
                    <a:pt x="0" y="0"/>
                  </a:moveTo>
                  <a:lnTo>
                    <a:pt x="167649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" name="pl689"/>
            <p:cNvSpPr/>
            <p:nvPr/>
          </p:nvSpPr>
          <p:spPr>
            <a:xfrm>
              <a:off x="7263184" y="3529536"/>
              <a:ext cx="0" cy="164533"/>
            </a:xfrm>
            <a:custGeom>
              <a:avLst/>
              <a:pathLst>
                <a:path w="0" h="164533">
                  <a:moveTo>
                    <a:pt x="0" y="0"/>
                  </a:moveTo>
                  <a:lnTo>
                    <a:pt x="0" y="164533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" name="pl690"/>
            <p:cNvSpPr/>
            <p:nvPr/>
          </p:nvSpPr>
          <p:spPr>
            <a:xfrm>
              <a:off x="7179359" y="3694069"/>
              <a:ext cx="167649" cy="0"/>
            </a:xfrm>
            <a:custGeom>
              <a:avLst/>
              <a:pathLst>
                <a:path w="167649" h="0">
                  <a:moveTo>
                    <a:pt x="0" y="0"/>
                  </a:moveTo>
                  <a:lnTo>
                    <a:pt x="167649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" name="pl691"/>
            <p:cNvSpPr/>
            <p:nvPr/>
          </p:nvSpPr>
          <p:spPr>
            <a:xfrm>
              <a:off x="8855857" y="3738750"/>
              <a:ext cx="167649" cy="0"/>
            </a:xfrm>
            <a:custGeom>
              <a:avLst/>
              <a:pathLst>
                <a:path w="167649" h="0">
                  <a:moveTo>
                    <a:pt x="0" y="0"/>
                  </a:moveTo>
                  <a:lnTo>
                    <a:pt x="167649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" name="pl692"/>
            <p:cNvSpPr/>
            <p:nvPr/>
          </p:nvSpPr>
          <p:spPr>
            <a:xfrm>
              <a:off x="8939682" y="3738750"/>
              <a:ext cx="0" cy="162718"/>
            </a:xfrm>
            <a:custGeom>
              <a:avLst/>
              <a:pathLst>
                <a:path w="0" h="162718">
                  <a:moveTo>
                    <a:pt x="0" y="0"/>
                  </a:moveTo>
                  <a:lnTo>
                    <a:pt x="0" y="162718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" name="pl693"/>
            <p:cNvSpPr/>
            <p:nvPr/>
          </p:nvSpPr>
          <p:spPr>
            <a:xfrm>
              <a:off x="8855857" y="3901469"/>
              <a:ext cx="167649" cy="0"/>
            </a:xfrm>
            <a:custGeom>
              <a:avLst/>
              <a:pathLst>
                <a:path w="167649" h="0">
                  <a:moveTo>
                    <a:pt x="0" y="0"/>
                  </a:moveTo>
                  <a:lnTo>
                    <a:pt x="167649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" name="pl694"/>
            <p:cNvSpPr/>
            <p:nvPr/>
          </p:nvSpPr>
          <p:spPr>
            <a:xfrm>
              <a:off x="10532354" y="3712773"/>
              <a:ext cx="167649" cy="0"/>
            </a:xfrm>
            <a:custGeom>
              <a:avLst/>
              <a:pathLst>
                <a:path w="167649" h="0">
                  <a:moveTo>
                    <a:pt x="0" y="0"/>
                  </a:moveTo>
                  <a:lnTo>
                    <a:pt x="167649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" name="pl695"/>
            <p:cNvSpPr/>
            <p:nvPr/>
          </p:nvSpPr>
          <p:spPr>
            <a:xfrm>
              <a:off x="10616179" y="3712773"/>
              <a:ext cx="0" cy="131704"/>
            </a:xfrm>
            <a:custGeom>
              <a:avLst/>
              <a:pathLst>
                <a:path w="0" h="131704">
                  <a:moveTo>
                    <a:pt x="0" y="0"/>
                  </a:moveTo>
                  <a:lnTo>
                    <a:pt x="0" y="131704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" name="pl696"/>
            <p:cNvSpPr/>
            <p:nvPr/>
          </p:nvSpPr>
          <p:spPr>
            <a:xfrm>
              <a:off x="10532354" y="3844478"/>
              <a:ext cx="167649" cy="0"/>
            </a:xfrm>
            <a:custGeom>
              <a:avLst/>
              <a:pathLst>
                <a:path w="167649" h="0">
                  <a:moveTo>
                    <a:pt x="0" y="0"/>
                  </a:moveTo>
                  <a:lnTo>
                    <a:pt x="167649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" name="rc697"/>
            <p:cNvSpPr/>
            <p:nvPr/>
          </p:nvSpPr>
          <p:spPr>
            <a:xfrm>
              <a:off x="810251" y="1410558"/>
              <a:ext cx="5364792" cy="25554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32028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" name="tx698"/>
            <p:cNvSpPr/>
            <p:nvPr/>
          </p:nvSpPr>
          <p:spPr>
            <a:xfrm>
              <a:off x="3253994" y="1485735"/>
              <a:ext cx="477306" cy="9996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1A1A1A">
                      <a:alpha val="100000"/>
                    </a:srgbClr>
                  </a:solidFill>
                  <a:latin typeface="Helvetica"/>
                  <a:cs typeface="Helvetica"/>
                </a:rPr>
                <a:t>average</a:t>
              </a:r>
            </a:p>
          </p:txBody>
        </p:sp>
        <p:sp>
          <p:nvSpPr>
            <p:cNvPr id="700" name="rc699"/>
            <p:cNvSpPr/>
            <p:nvPr/>
          </p:nvSpPr>
          <p:spPr>
            <a:xfrm>
              <a:off x="6257285" y="1410558"/>
              <a:ext cx="5364792" cy="25554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32028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" name="tx700"/>
            <p:cNvSpPr/>
            <p:nvPr/>
          </p:nvSpPr>
          <p:spPr>
            <a:xfrm>
              <a:off x="8616608" y="1463420"/>
              <a:ext cx="646147" cy="1222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1A1A1A">
                      <a:alpha val="100000"/>
                    </a:srgbClr>
                  </a:solidFill>
                  <a:latin typeface="Helvetica"/>
                  <a:cs typeface="Helvetica"/>
                </a:rPr>
                <a:t>experience</a:t>
              </a:r>
            </a:p>
          </p:txBody>
        </p:sp>
        <p:sp>
          <p:nvSpPr>
            <p:cNvPr id="702" name="pl701"/>
            <p:cNvSpPr/>
            <p:nvPr/>
          </p:nvSpPr>
          <p:spPr>
            <a:xfrm>
              <a:off x="810251" y="6015963"/>
              <a:ext cx="5364792" cy="0"/>
            </a:xfrm>
            <a:custGeom>
              <a:avLst/>
              <a:pathLst>
                <a:path w="5364792" h="0">
                  <a:moveTo>
                    <a:pt x="0" y="0"/>
                  </a:moveTo>
                  <a:lnTo>
                    <a:pt x="5364792" y="0"/>
                  </a:lnTo>
                </a:path>
              </a:pathLst>
            </a:custGeom>
            <a:ln w="16014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" name="pl702"/>
            <p:cNvSpPr/>
            <p:nvPr/>
          </p:nvSpPr>
          <p:spPr>
            <a:xfrm>
              <a:off x="1816150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" name="pl703"/>
            <p:cNvSpPr/>
            <p:nvPr/>
          </p:nvSpPr>
          <p:spPr>
            <a:xfrm>
              <a:off x="3492647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" name="pl704"/>
            <p:cNvSpPr/>
            <p:nvPr/>
          </p:nvSpPr>
          <p:spPr>
            <a:xfrm>
              <a:off x="5169145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" name="tx705"/>
            <p:cNvSpPr/>
            <p:nvPr/>
          </p:nvSpPr>
          <p:spPr>
            <a:xfrm>
              <a:off x="1526128" y="6064506"/>
              <a:ext cx="580042" cy="1202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 squares</a:t>
              </a:r>
            </a:p>
          </p:txBody>
        </p:sp>
        <p:sp>
          <p:nvSpPr>
            <p:cNvPr id="707" name="tx706"/>
            <p:cNvSpPr/>
            <p:nvPr/>
          </p:nvSpPr>
          <p:spPr>
            <a:xfrm>
              <a:off x="3165898" y="6064829"/>
              <a:ext cx="653499" cy="11989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10 squares</a:t>
              </a:r>
            </a:p>
          </p:txBody>
        </p:sp>
        <p:sp>
          <p:nvSpPr>
            <p:cNvPr id="708" name="tx707"/>
            <p:cNvSpPr/>
            <p:nvPr/>
          </p:nvSpPr>
          <p:spPr>
            <a:xfrm>
              <a:off x="4842395" y="6064506"/>
              <a:ext cx="653499" cy="1202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20 squares</a:t>
              </a:r>
            </a:p>
          </p:txBody>
        </p:sp>
        <p:sp>
          <p:nvSpPr>
            <p:cNvPr id="709" name="pl708"/>
            <p:cNvSpPr/>
            <p:nvPr/>
          </p:nvSpPr>
          <p:spPr>
            <a:xfrm>
              <a:off x="6257285" y="6015963"/>
              <a:ext cx="5364792" cy="0"/>
            </a:xfrm>
            <a:custGeom>
              <a:avLst/>
              <a:pathLst>
                <a:path w="5364792" h="0">
                  <a:moveTo>
                    <a:pt x="0" y="0"/>
                  </a:moveTo>
                  <a:lnTo>
                    <a:pt x="5364792" y="0"/>
                  </a:lnTo>
                </a:path>
              </a:pathLst>
            </a:custGeom>
            <a:ln w="16014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" name="pl709"/>
            <p:cNvSpPr/>
            <p:nvPr/>
          </p:nvSpPr>
          <p:spPr>
            <a:xfrm>
              <a:off x="7263184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" name="pl710"/>
            <p:cNvSpPr/>
            <p:nvPr/>
          </p:nvSpPr>
          <p:spPr>
            <a:xfrm>
              <a:off x="8939682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" name="pl711"/>
            <p:cNvSpPr/>
            <p:nvPr/>
          </p:nvSpPr>
          <p:spPr>
            <a:xfrm>
              <a:off x="10616179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" name="tx712"/>
            <p:cNvSpPr/>
            <p:nvPr/>
          </p:nvSpPr>
          <p:spPr>
            <a:xfrm>
              <a:off x="6973163" y="6064506"/>
              <a:ext cx="580042" cy="1202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 squares</a:t>
              </a:r>
            </a:p>
          </p:txBody>
        </p:sp>
        <p:sp>
          <p:nvSpPr>
            <p:cNvPr id="714" name="tx713"/>
            <p:cNvSpPr/>
            <p:nvPr/>
          </p:nvSpPr>
          <p:spPr>
            <a:xfrm>
              <a:off x="8612932" y="6064829"/>
              <a:ext cx="653499" cy="11989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10 squares</a:t>
              </a:r>
            </a:p>
          </p:txBody>
        </p:sp>
        <p:sp>
          <p:nvSpPr>
            <p:cNvPr id="715" name="tx714"/>
            <p:cNvSpPr/>
            <p:nvPr/>
          </p:nvSpPr>
          <p:spPr>
            <a:xfrm>
              <a:off x="10289430" y="6064506"/>
              <a:ext cx="653499" cy="1202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20 squares</a:t>
              </a:r>
            </a:p>
          </p:txBody>
        </p:sp>
        <p:sp>
          <p:nvSpPr>
            <p:cNvPr id="716" name="pl715"/>
            <p:cNvSpPr/>
            <p:nvPr/>
          </p:nvSpPr>
          <p:spPr>
            <a:xfrm>
              <a:off x="810251" y="1666098"/>
              <a:ext cx="0" cy="4349864"/>
            </a:xfrm>
            <a:custGeom>
              <a:avLst/>
              <a:pathLst>
                <a:path w="0" h="4349864">
                  <a:moveTo>
                    <a:pt x="0" y="4349864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" name="tx716"/>
            <p:cNvSpPr/>
            <p:nvPr/>
          </p:nvSpPr>
          <p:spPr>
            <a:xfrm>
              <a:off x="552624" y="4963422"/>
              <a:ext cx="183609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0.5</a:t>
              </a:r>
            </a:p>
          </p:txBody>
        </p:sp>
        <p:sp>
          <p:nvSpPr>
            <p:cNvPr id="718" name="tx717"/>
            <p:cNvSpPr/>
            <p:nvPr/>
          </p:nvSpPr>
          <p:spPr>
            <a:xfrm>
              <a:off x="552624" y="3827743"/>
              <a:ext cx="183609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1.0</a:t>
              </a:r>
            </a:p>
          </p:txBody>
        </p:sp>
        <p:sp>
          <p:nvSpPr>
            <p:cNvPr id="719" name="tx718"/>
            <p:cNvSpPr/>
            <p:nvPr/>
          </p:nvSpPr>
          <p:spPr>
            <a:xfrm>
              <a:off x="552624" y="2692644"/>
              <a:ext cx="183609" cy="9428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1.5</a:t>
              </a:r>
            </a:p>
          </p:txBody>
        </p:sp>
        <p:sp>
          <p:nvSpPr>
            <p:cNvPr id="720" name="pl719"/>
            <p:cNvSpPr/>
            <p:nvPr/>
          </p:nvSpPr>
          <p:spPr>
            <a:xfrm>
              <a:off x="769130" y="5010921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" name="pl720"/>
            <p:cNvSpPr/>
            <p:nvPr/>
          </p:nvSpPr>
          <p:spPr>
            <a:xfrm>
              <a:off x="769130" y="3875241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" name="pl721"/>
            <p:cNvSpPr/>
            <p:nvPr/>
          </p:nvSpPr>
          <p:spPr>
            <a:xfrm>
              <a:off x="769130" y="2739562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" name="tx722"/>
            <p:cNvSpPr/>
            <p:nvPr/>
          </p:nvSpPr>
          <p:spPr>
            <a:xfrm>
              <a:off x="5849204" y="6219665"/>
              <a:ext cx="733921" cy="1538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Array size</a:t>
              </a:r>
            </a:p>
          </p:txBody>
        </p:sp>
        <p:sp>
          <p:nvSpPr>
            <p:cNvPr id="724" name="tx723"/>
            <p:cNvSpPr/>
            <p:nvPr/>
          </p:nvSpPr>
          <p:spPr>
            <a:xfrm rot="-5400000">
              <a:off x="-756573" y="3779320"/>
              <a:ext cx="2339695" cy="12342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Fisher z-transformed correlation</a:t>
              </a:r>
            </a:p>
          </p:txBody>
        </p:sp>
        <p:sp>
          <p:nvSpPr>
            <p:cNvPr id="725" name="tx724"/>
            <p:cNvSpPr/>
            <p:nvPr/>
          </p:nvSpPr>
          <p:spPr>
            <a:xfrm>
              <a:off x="810251" y="1133630"/>
              <a:ext cx="4211823" cy="15816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Single-subject Pearson correlations, Fisher z-transformed</a:t>
              </a:r>
            </a:p>
          </p:txBody>
        </p:sp>
        <p:sp>
          <p:nvSpPr>
            <p:cNvPr id="726" name="tx725"/>
            <p:cNvSpPr/>
            <p:nvPr/>
          </p:nvSpPr>
          <p:spPr>
            <a:xfrm>
              <a:off x="810251" y="863894"/>
              <a:ext cx="3336503" cy="18341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5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56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Experiment 2 - participant correlations</a:t>
              </a:r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p:ph/>
          </p:nvPr>
        </p:nvSpPr>
        <p:spPr>
          <a:xfrm>
            <a:off x="274320" y="182880"/>
            <a:ext cx="11430000" cy="457200"/>
          </a:xfrm>
        </p:spPr>
        <p:txBody>
          <a:bodyPr/>
          <a:lstStyle/>
          <a:p>
            <a:r>
              <a:rPr/>
              <a:t>Exp 2 - Mean Pearson correlations</a:t>
            </a:r>
          </a:p>
        </p:txBody>
      </p:sp>
      <p:grpSp xmlns:pic="http://schemas.openxmlformats.org/drawingml/2006/picture">
        <p:nvGrpSpPr>
          <p:cNvPr id="3" name=""/>
          <p:cNvGrpSpPr/>
          <p:nvPr/>
        </p:nvGrpSpPr>
        <p:grpSpPr>
          <a:xfrm>
            <a:off x="274320" y="822960"/>
            <a:ext cx="11430000" cy="5669280"/>
            <a:chOff x="274320" y="822960"/>
            <a:chExt cx="11430000" cy="5669280"/>
          </a:xfrm>
        </p:grpSpPr>
        <p:sp>
          <p:nvSpPr>
            <p:cNvPr id="4" name="rc3"/>
            <p:cNvSpPr/>
            <p:nvPr/>
          </p:nvSpPr>
          <p:spPr>
            <a:xfrm>
              <a:off x="274320" y="822960"/>
              <a:ext cx="1143000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4"/>
            <p:cNvSpPr/>
            <p:nvPr/>
          </p:nvSpPr>
          <p:spPr>
            <a:xfrm>
              <a:off x="11704320" y="822960"/>
              <a:ext cx="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6014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rc5"/>
            <p:cNvSpPr/>
            <p:nvPr/>
          </p:nvSpPr>
          <p:spPr>
            <a:xfrm>
              <a:off x="883708" y="1173374"/>
              <a:ext cx="9461559" cy="484258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6"/>
            <p:cNvSpPr/>
            <p:nvPr/>
          </p:nvSpPr>
          <p:spPr>
            <a:xfrm>
              <a:off x="2657750" y="2234209"/>
              <a:ext cx="5913474" cy="305369"/>
            </a:xfrm>
            <a:custGeom>
              <a:avLst/>
              <a:pathLst>
                <a:path w="5913474" h="305369">
                  <a:moveTo>
                    <a:pt x="0" y="0"/>
                  </a:moveTo>
                  <a:lnTo>
                    <a:pt x="2956737" y="305369"/>
                  </a:lnTo>
                  <a:lnTo>
                    <a:pt x="5913474" y="179305"/>
                  </a:lnTo>
                </a:path>
              </a:pathLst>
            </a:custGeom>
            <a:ln w="32521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7"/>
            <p:cNvSpPr/>
            <p:nvPr/>
          </p:nvSpPr>
          <p:spPr>
            <a:xfrm>
              <a:off x="2657750" y="2246812"/>
              <a:ext cx="5913474" cy="152171"/>
            </a:xfrm>
            <a:custGeom>
              <a:avLst/>
              <a:pathLst>
                <a:path w="5913474" h="152171">
                  <a:moveTo>
                    <a:pt x="0" y="0"/>
                  </a:moveTo>
                  <a:lnTo>
                    <a:pt x="2956737" y="152171"/>
                  </a:lnTo>
                  <a:lnTo>
                    <a:pt x="5913474" y="120093"/>
                  </a:lnTo>
                </a:path>
              </a:pathLst>
            </a:custGeom>
            <a:ln w="32521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t8"/>
            <p:cNvSpPr/>
            <p:nvPr/>
          </p:nvSpPr>
          <p:spPr>
            <a:xfrm>
              <a:off x="2612598" y="2189057"/>
              <a:ext cx="90303" cy="90303"/>
            </a:xfrm>
            <a:prstGeom prst="ellipse">
              <a:avLst/>
            </a:prstGeom>
            <a:solidFill>
              <a:srgbClr val="F8766D">
                <a:alpha val="100000"/>
              </a:srgbClr>
            </a:solidFill>
            <a:ln w="9000" cap="rnd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t9"/>
            <p:cNvSpPr/>
            <p:nvPr/>
          </p:nvSpPr>
          <p:spPr>
            <a:xfrm>
              <a:off x="5569335" y="2494427"/>
              <a:ext cx="90303" cy="90303"/>
            </a:xfrm>
            <a:prstGeom prst="ellipse">
              <a:avLst/>
            </a:prstGeom>
            <a:solidFill>
              <a:srgbClr val="F8766D">
                <a:alpha val="100000"/>
              </a:srgbClr>
            </a:solidFill>
            <a:ln w="9000" cap="rnd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t10"/>
            <p:cNvSpPr/>
            <p:nvPr/>
          </p:nvSpPr>
          <p:spPr>
            <a:xfrm>
              <a:off x="8526073" y="2368363"/>
              <a:ext cx="90303" cy="90303"/>
            </a:xfrm>
            <a:prstGeom prst="ellipse">
              <a:avLst/>
            </a:prstGeom>
            <a:solidFill>
              <a:srgbClr val="F8766D">
                <a:alpha val="100000"/>
              </a:srgbClr>
            </a:solidFill>
            <a:ln w="9000" cap="rnd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t11"/>
            <p:cNvSpPr/>
            <p:nvPr/>
          </p:nvSpPr>
          <p:spPr>
            <a:xfrm>
              <a:off x="2612598" y="2201661"/>
              <a:ext cx="90303" cy="90303"/>
            </a:xfrm>
            <a:prstGeom prst="ellipse">
              <a:avLst/>
            </a:prstGeom>
            <a:solidFill>
              <a:srgbClr val="00BFC4">
                <a:alpha val="100000"/>
              </a:srgbClr>
            </a:solidFill>
            <a:ln w="9000" cap="rnd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t12"/>
            <p:cNvSpPr/>
            <p:nvPr/>
          </p:nvSpPr>
          <p:spPr>
            <a:xfrm>
              <a:off x="5569335" y="2353832"/>
              <a:ext cx="90303" cy="90303"/>
            </a:xfrm>
            <a:prstGeom prst="ellipse">
              <a:avLst/>
            </a:prstGeom>
            <a:solidFill>
              <a:srgbClr val="00BFC4">
                <a:alpha val="100000"/>
              </a:srgbClr>
            </a:solidFill>
            <a:ln w="9000" cap="rnd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t13"/>
            <p:cNvSpPr/>
            <p:nvPr/>
          </p:nvSpPr>
          <p:spPr>
            <a:xfrm>
              <a:off x="8526073" y="2321754"/>
              <a:ext cx="90303" cy="90303"/>
            </a:xfrm>
            <a:prstGeom prst="ellipse">
              <a:avLst/>
            </a:prstGeom>
            <a:solidFill>
              <a:srgbClr val="00BFC4">
                <a:alpha val="100000"/>
              </a:srgbClr>
            </a:solidFill>
            <a:ln w="9000" cap="rnd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4"/>
            <p:cNvSpPr/>
            <p:nvPr/>
          </p:nvSpPr>
          <p:spPr>
            <a:xfrm>
              <a:off x="2509913" y="2137383"/>
              <a:ext cx="295673" cy="0"/>
            </a:xfrm>
            <a:custGeom>
              <a:avLst/>
              <a:pathLst>
                <a:path w="295673" h="0">
                  <a:moveTo>
                    <a:pt x="0" y="0"/>
                  </a:moveTo>
                  <a:lnTo>
                    <a:pt x="295673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5"/>
            <p:cNvSpPr/>
            <p:nvPr/>
          </p:nvSpPr>
          <p:spPr>
            <a:xfrm>
              <a:off x="2657750" y="2137383"/>
              <a:ext cx="0" cy="204771"/>
            </a:xfrm>
            <a:custGeom>
              <a:avLst/>
              <a:pathLst>
                <a:path w="0" h="204771">
                  <a:moveTo>
                    <a:pt x="0" y="0"/>
                  </a:moveTo>
                  <a:lnTo>
                    <a:pt x="0" y="204771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6"/>
            <p:cNvSpPr/>
            <p:nvPr/>
          </p:nvSpPr>
          <p:spPr>
            <a:xfrm>
              <a:off x="2509913" y="2342155"/>
              <a:ext cx="295673" cy="0"/>
            </a:xfrm>
            <a:custGeom>
              <a:avLst/>
              <a:pathLst>
                <a:path w="295673" h="0">
                  <a:moveTo>
                    <a:pt x="0" y="0"/>
                  </a:moveTo>
                  <a:lnTo>
                    <a:pt x="295673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7"/>
            <p:cNvSpPr/>
            <p:nvPr/>
          </p:nvSpPr>
          <p:spPr>
            <a:xfrm>
              <a:off x="5466650" y="2419759"/>
              <a:ext cx="295673" cy="0"/>
            </a:xfrm>
            <a:custGeom>
              <a:avLst/>
              <a:pathLst>
                <a:path w="295673" h="0">
                  <a:moveTo>
                    <a:pt x="0" y="0"/>
                  </a:moveTo>
                  <a:lnTo>
                    <a:pt x="295673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8"/>
            <p:cNvSpPr/>
            <p:nvPr/>
          </p:nvSpPr>
          <p:spPr>
            <a:xfrm>
              <a:off x="5614487" y="2419759"/>
              <a:ext cx="0" cy="251330"/>
            </a:xfrm>
            <a:custGeom>
              <a:avLst/>
              <a:pathLst>
                <a:path w="0" h="251330">
                  <a:moveTo>
                    <a:pt x="0" y="0"/>
                  </a:moveTo>
                  <a:lnTo>
                    <a:pt x="0" y="25133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19"/>
            <p:cNvSpPr/>
            <p:nvPr/>
          </p:nvSpPr>
          <p:spPr>
            <a:xfrm>
              <a:off x="5466650" y="2671090"/>
              <a:ext cx="295673" cy="0"/>
            </a:xfrm>
            <a:custGeom>
              <a:avLst/>
              <a:pathLst>
                <a:path w="295673" h="0">
                  <a:moveTo>
                    <a:pt x="0" y="0"/>
                  </a:moveTo>
                  <a:lnTo>
                    <a:pt x="295673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0"/>
            <p:cNvSpPr/>
            <p:nvPr/>
          </p:nvSpPr>
          <p:spPr>
            <a:xfrm>
              <a:off x="8423388" y="2312727"/>
              <a:ext cx="295673" cy="0"/>
            </a:xfrm>
            <a:custGeom>
              <a:avLst/>
              <a:pathLst>
                <a:path w="295673" h="0">
                  <a:moveTo>
                    <a:pt x="0" y="0"/>
                  </a:moveTo>
                  <a:lnTo>
                    <a:pt x="295673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1"/>
            <p:cNvSpPr/>
            <p:nvPr/>
          </p:nvSpPr>
          <p:spPr>
            <a:xfrm>
              <a:off x="8571224" y="2312727"/>
              <a:ext cx="0" cy="211042"/>
            </a:xfrm>
            <a:custGeom>
              <a:avLst/>
              <a:pathLst>
                <a:path w="0" h="211042">
                  <a:moveTo>
                    <a:pt x="0" y="0"/>
                  </a:moveTo>
                  <a:lnTo>
                    <a:pt x="0" y="211042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2"/>
            <p:cNvSpPr/>
            <p:nvPr/>
          </p:nvSpPr>
          <p:spPr>
            <a:xfrm>
              <a:off x="8423388" y="2523769"/>
              <a:ext cx="295673" cy="0"/>
            </a:xfrm>
            <a:custGeom>
              <a:avLst/>
              <a:pathLst>
                <a:path w="295673" h="0">
                  <a:moveTo>
                    <a:pt x="0" y="0"/>
                  </a:moveTo>
                  <a:lnTo>
                    <a:pt x="295673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3"/>
            <p:cNvSpPr/>
            <p:nvPr/>
          </p:nvSpPr>
          <p:spPr>
            <a:xfrm>
              <a:off x="2509913" y="2143487"/>
              <a:ext cx="295673" cy="0"/>
            </a:xfrm>
            <a:custGeom>
              <a:avLst/>
              <a:pathLst>
                <a:path w="295673" h="0">
                  <a:moveTo>
                    <a:pt x="0" y="0"/>
                  </a:moveTo>
                  <a:lnTo>
                    <a:pt x="295673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4"/>
            <p:cNvSpPr/>
            <p:nvPr/>
          </p:nvSpPr>
          <p:spPr>
            <a:xfrm>
              <a:off x="2657750" y="2143487"/>
              <a:ext cx="0" cy="219172"/>
            </a:xfrm>
            <a:custGeom>
              <a:avLst/>
              <a:pathLst>
                <a:path w="0" h="219172">
                  <a:moveTo>
                    <a:pt x="0" y="0"/>
                  </a:moveTo>
                  <a:lnTo>
                    <a:pt x="0" y="219172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5"/>
            <p:cNvSpPr/>
            <p:nvPr/>
          </p:nvSpPr>
          <p:spPr>
            <a:xfrm>
              <a:off x="2509913" y="2362660"/>
              <a:ext cx="295673" cy="0"/>
            </a:xfrm>
            <a:custGeom>
              <a:avLst/>
              <a:pathLst>
                <a:path w="295673" h="0">
                  <a:moveTo>
                    <a:pt x="0" y="0"/>
                  </a:moveTo>
                  <a:lnTo>
                    <a:pt x="295673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6"/>
            <p:cNvSpPr/>
            <p:nvPr/>
          </p:nvSpPr>
          <p:spPr>
            <a:xfrm>
              <a:off x="5466650" y="2280534"/>
              <a:ext cx="295673" cy="0"/>
            </a:xfrm>
            <a:custGeom>
              <a:avLst/>
              <a:pathLst>
                <a:path w="295673" h="0">
                  <a:moveTo>
                    <a:pt x="0" y="0"/>
                  </a:moveTo>
                  <a:lnTo>
                    <a:pt x="295673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7"/>
            <p:cNvSpPr/>
            <p:nvPr/>
          </p:nvSpPr>
          <p:spPr>
            <a:xfrm>
              <a:off x="5614487" y="2280534"/>
              <a:ext cx="0" cy="250445"/>
            </a:xfrm>
            <a:custGeom>
              <a:avLst/>
              <a:pathLst>
                <a:path w="0" h="250445">
                  <a:moveTo>
                    <a:pt x="0" y="0"/>
                  </a:moveTo>
                  <a:lnTo>
                    <a:pt x="0" y="250445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8"/>
            <p:cNvSpPr/>
            <p:nvPr/>
          </p:nvSpPr>
          <p:spPr>
            <a:xfrm>
              <a:off x="5466650" y="2530979"/>
              <a:ext cx="295673" cy="0"/>
            </a:xfrm>
            <a:custGeom>
              <a:avLst/>
              <a:pathLst>
                <a:path w="295673" h="0">
                  <a:moveTo>
                    <a:pt x="0" y="0"/>
                  </a:moveTo>
                  <a:lnTo>
                    <a:pt x="295673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29"/>
            <p:cNvSpPr/>
            <p:nvPr/>
          </p:nvSpPr>
          <p:spPr>
            <a:xfrm>
              <a:off x="8423388" y="2272775"/>
              <a:ext cx="295673" cy="0"/>
            </a:xfrm>
            <a:custGeom>
              <a:avLst/>
              <a:pathLst>
                <a:path w="295673" h="0">
                  <a:moveTo>
                    <a:pt x="0" y="0"/>
                  </a:moveTo>
                  <a:lnTo>
                    <a:pt x="295673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0"/>
            <p:cNvSpPr/>
            <p:nvPr/>
          </p:nvSpPr>
          <p:spPr>
            <a:xfrm>
              <a:off x="8571224" y="2272775"/>
              <a:ext cx="0" cy="196970"/>
            </a:xfrm>
            <a:custGeom>
              <a:avLst/>
              <a:pathLst>
                <a:path w="0" h="196970">
                  <a:moveTo>
                    <a:pt x="0" y="0"/>
                  </a:moveTo>
                  <a:lnTo>
                    <a:pt x="0" y="19697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1"/>
            <p:cNvSpPr/>
            <p:nvPr/>
          </p:nvSpPr>
          <p:spPr>
            <a:xfrm>
              <a:off x="8423388" y="2469746"/>
              <a:ext cx="295673" cy="0"/>
            </a:xfrm>
            <a:custGeom>
              <a:avLst/>
              <a:pathLst>
                <a:path w="295673" h="0">
                  <a:moveTo>
                    <a:pt x="0" y="0"/>
                  </a:moveTo>
                  <a:lnTo>
                    <a:pt x="295673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2"/>
            <p:cNvSpPr/>
            <p:nvPr/>
          </p:nvSpPr>
          <p:spPr>
            <a:xfrm>
              <a:off x="883708" y="1173374"/>
              <a:ext cx="0" cy="4842589"/>
            </a:xfrm>
            <a:custGeom>
              <a:avLst/>
              <a:pathLst>
                <a:path w="0" h="4842589">
                  <a:moveTo>
                    <a:pt x="0" y="4842589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tx33"/>
            <p:cNvSpPr/>
            <p:nvPr/>
          </p:nvSpPr>
          <p:spPr>
            <a:xfrm>
              <a:off x="552624" y="5748347"/>
              <a:ext cx="257065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0.00</a:t>
              </a:r>
            </a:p>
          </p:txBody>
        </p:sp>
        <p:sp>
          <p:nvSpPr>
            <p:cNvPr id="35" name="tx34"/>
            <p:cNvSpPr/>
            <p:nvPr/>
          </p:nvSpPr>
          <p:spPr>
            <a:xfrm>
              <a:off x="552624" y="4647436"/>
              <a:ext cx="257065" cy="9519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0.25</a:t>
              </a:r>
            </a:p>
          </p:txBody>
        </p:sp>
        <p:sp>
          <p:nvSpPr>
            <p:cNvPr id="36" name="tx35"/>
            <p:cNvSpPr/>
            <p:nvPr/>
          </p:nvSpPr>
          <p:spPr>
            <a:xfrm>
              <a:off x="552624" y="3547170"/>
              <a:ext cx="257065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0.50</a:t>
              </a:r>
            </a:p>
          </p:txBody>
        </p:sp>
        <p:sp>
          <p:nvSpPr>
            <p:cNvPr id="37" name="tx36"/>
            <p:cNvSpPr/>
            <p:nvPr/>
          </p:nvSpPr>
          <p:spPr>
            <a:xfrm>
              <a:off x="552624" y="2446581"/>
              <a:ext cx="257065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0.75</a:t>
              </a:r>
            </a:p>
          </p:txBody>
        </p:sp>
        <p:sp>
          <p:nvSpPr>
            <p:cNvPr id="38" name="tx37"/>
            <p:cNvSpPr/>
            <p:nvPr/>
          </p:nvSpPr>
          <p:spPr>
            <a:xfrm>
              <a:off x="552624" y="1345993"/>
              <a:ext cx="257065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1.00</a:t>
              </a:r>
            </a:p>
          </p:txBody>
        </p:sp>
        <p:sp>
          <p:nvSpPr>
            <p:cNvPr id="39" name="pl38"/>
            <p:cNvSpPr/>
            <p:nvPr/>
          </p:nvSpPr>
          <p:spPr>
            <a:xfrm>
              <a:off x="842587" y="5795846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39"/>
            <p:cNvSpPr/>
            <p:nvPr/>
          </p:nvSpPr>
          <p:spPr>
            <a:xfrm>
              <a:off x="842587" y="4695257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0"/>
            <p:cNvSpPr/>
            <p:nvPr/>
          </p:nvSpPr>
          <p:spPr>
            <a:xfrm>
              <a:off x="842587" y="3594668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1"/>
            <p:cNvSpPr/>
            <p:nvPr/>
          </p:nvSpPr>
          <p:spPr>
            <a:xfrm>
              <a:off x="842587" y="2494080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2"/>
            <p:cNvSpPr/>
            <p:nvPr/>
          </p:nvSpPr>
          <p:spPr>
            <a:xfrm>
              <a:off x="842587" y="1393491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3"/>
            <p:cNvSpPr/>
            <p:nvPr/>
          </p:nvSpPr>
          <p:spPr>
            <a:xfrm>
              <a:off x="883708" y="6015963"/>
              <a:ext cx="9461559" cy="0"/>
            </a:xfrm>
            <a:custGeom>
              <a:avLst/>
              <a:pathLst>
                <a:path w="9461559" h="0">
                  <a:moveTo>
                    <a:pt x="0" y="0"/>
                  </a:moveTo>
                  <a:lnTo>
                    <a:pt x="9461559" y="0"/>
                  </a:lnTo>
                </a:path>
              </a:pathLst>
            </a:custGeom>
            <a:ln w="16014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4"/>
            <p:cNvSpPr/>
            <p:nvPr/>
          </p:nvSpPr>
          <p:spPr>
            <a:xfrm>
              <a:off x="2657750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5"/>
            <p:cNvSpPr/>
            <p:nvPr/>
          </p:nvSpPr>
          <p:spPr>
            <a:xfrm>
              <a:off x="5614487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6"/>
            <p:cNvSpPr/>
            <p:nvPr/>
          </p:nvSpPr>
          <p:spPr>
            <a:xfrm>
              <a:off x="8571224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tx47"/>
            <p:cNvSpPr/>
            <p:nvPr/>
          </p:nvSpPr>
          <p:spPr>
            <a:xfrm>
              <a:off x="2367729" y="6064506"/>
              <a:ext cx="580042" cy="1202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 squares</a:t>
              </a:r>
            </a:p>
          </p:txBody>
        </p:sp>
        <p:sp>
          <p:nvSpPr>
            <p:cNvPr id="49" name="tx48"/>
            <p:cNvSpPr/>
            <p:nvPr/>
          </p:nvSpPr>
          <p:spPr>
            <a:xfrm>
              <a:off x="5287738" y="6064829"/>
              <a:ext cx="653499" cy="11989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10 squares</a:t>
              </a:r>
            </a:p>
          </p:txBody>
        </p:sp>
        <p:sp>
          <p:nvSpPr>
            <p:cNvPr id="50" name="tx49"/>
            <p:cNvSpPr/>
            <p:nvPr/>
          </p:nvSpPr>
          <p:spPr>
            <a:xfrm>
              <a:off x="8244475" y="6064506"/>
              <a:ext cx="653499" cy="1202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20 squares</a:t>
              </a:r>
            </a:p>
          </p:txBody>
        </p:sp>
        <p:sp>
          <p:nvSpPr>
            <p:cNvPr id="51" name="tx50"/>
            <p:cNvSpPr/>
            <p:nvPr/>
          </p:nvSpPr>
          <p:spPr>
            <a:xfrm>
              <a:off x="5247527" y="6219665"/>
              <a:ext cx="733921" cy="1538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Array size</a:t>
              </a:r>
            </a:p>
          </p:txBody>
        </p:sp>
        <p:sp>
          <p:nvSpPr>
            <p:cNvPr id="52" name="tx51"/>
            <p:cNvSpPr/>
            <p:nvPr/>
          </p:nvSpPr>
          <p:spPr>
            <a:xfrm rot="-5400000">
              <a:off x="-531133" y="3533804"/>
              <a:ext cx="1890507" cy="1217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Mean Pearson correlation</a:t>
              </a:r>
            </a:p>
          </p:txBody>
        </p:sp>
        <p:sp>
          <p:nvSpPr>
            <p:cNvPr id="53" name="rc52"/>
            <p:cNvSpPr/>
            <p:nvPr/>
          </p:nvSpPr>
          <p:spPr>
            <a:xfrm>
              <a:off x="10509750" y="3174379"/>
              <a:ext cx="1112328" cy="84057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" name="tx53"/>
            <p:cNvSpPr/>
            <p:nvPr/>
          </p:nvSpPr>
          <p:spPr>
            <a:xfrm>
              <a:off x="10591991" y="3268511"/>
              <a:ext cx="697563" cy="12479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Condition</a:t>
              </a:r>
            </a:p>
          </p:txBody>
        </p:sp>
        <p:sp>
          <p:nvSpPr>
            <p:cNvPr id="55" name="rc54"/>
            <p:cNvSpPr/>
            <p:nvPr/>
          </p:nvSpPr>
          <p:spPr>
            <a:xfrm>
              <a:off x="10591991" y="3493804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" name="pl55"/>
            <p:cNvSpPr/>
            <p:nvPr/>
          </p:nvSpPr>
          <p:spPr>
            <a:xfrm>
              <a:off x="10613937" y="3603532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t56"/>
            <p:cNvSpPr/>
            <p:nvPr/>
          </p:nvSpPr>
          <p:spPr>
            <a:xfrm>
              <a:off x="10656568" y="3558381"/>
              <a:ext cx="90303" cy="90303"/>
            </a:xfrm>
            <a:prstGeom prst="ellipse">
              <a:avLst/>
            </a:prstGeom>
            <a:solidFill>
              <a:srgbClr val="F8766D">
                <a:alpha val="100000"/>
              </a:srgbClr>
            </a:solidFill>
            <a:ln w="9000" cap="rnd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7"/>
            <p:cNvSpPr/>
            <p:nvPr/>
          </p:nvSpPr>
          <p:spPr>
            <a:xfrm>
              <a:off x="10613937" y="3603532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rc58"/>
            <p:cNvSpPr/>
            <p:nvPr/>
          </p:nvSpPr>
          <p:spPr>
            <a:xfrm>
              <a:off x="10591991" y="371326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" name="pl59"/>
            <p:cNvSpPr/>
            <p:nvPr/>
          </p:nvSpPr>
          <p:spPr>
            <a:xfrm>
              <a:off x="10613937" y="3822988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t60"/>
            <p:cNvSpPr/>
            <p:nvPr/>
          </p:nvSpPr>
          <p:spPr>
            <a:xfrm>
              <a:off x="10656568" y="3777837"/>
              <a:ext cx="90303" cy="90303"/>
            </a:xfrm>
            <a:prstGeom prst="ellipse">
              <a:avLst/>
            </a:prstGeom>
            <a:solidFill>
              <a:srgbClr val="00BFC4">
                <a:alpha val="100000"/>
              </a:srgbClr>
            </a:solidFill>
            <a:ln w="9000" cap="rnd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1"/>
            <p:cNvSpPr/>
            <p:nvPr/>
          </p:nvSpPr>
          <p:spPr>
            <a:xfrm>
              <a:off x="10613937" y="3822988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tx62"/>
            <p:cNvSpPr/>
            <p:nvPr/>
          </p:nvSpPr>
          <p:spPr>
            <a:xfrm>
              <a:off x="10893689" y="3550939"/>
              <a:ext cx="477306" cy="9996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average</a:t>
              </a:r>
            </a:p>
          </p:txBody>
        </p:sp>
        <p:sp>
          <p:nvSpPr>
            <p:cNvPr id="64" name="tx63"/>
            <p:cNvSpPr/>
            <p:nvPr/>
          </p:nvSpPr>
          <p:spPr>
            <a:xfrm>
              <a:off x="10893689" y="3748081"/>
              <a:ext cx="646147" cy="1222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experience</a:t>
              </a:r>
            </a:p>
          </p:txBody>
        </p:sp>
        <p:sp>
          <p:nvSpPr>
            <p:cNvPr id="65" name="tx64"/>
            <p:cNvSpPr/>
            <p:nvPr/>
          </p:nvSpPr>
          <p:spPr>
            <a:xfrm>
              <a:off x="883708" y="860895"/>
              <a:ext cx="3886847" cy="18641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5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56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Experiment 2 - descriptive tracking accuracy</a:t>
              </a:r>
            </a:p>
          </p:txBody>
        </p: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p:ph/>
          </p:nvPr>
        </p:nvSpPr>
        <p:spPr>
          <a:xfrm>
            <a:off x="274320" y="182880"/>
            <a:ext cx="11430000" cy="457200"/>
          </a:xfrm>
        </p:spPr>
        <p:txBody>
          <a:bodyPr/>
          <a:lstStyle/>
          <a:p>
            <a:r>
              <a:rPr/>
              <a:t>Exp 2 - Beta slopes</a:t>
            </a:r>
          </a:p>
        </p:txBody>
      </p:sp>
      <p:grpSp xmlns:pic="http://schemas.openxmlformats.org/drawingml/2006/picture">
        <p:nvGrpSpPr>
          <p:cNvPr id="3" name=""/>
          <p:cNvGrpSpPr/>
          <p:nvPr/>
        </p:nvGrpSpPr>
        <p:grpSpPr>
          <a:xfrm>
            <a:off x="274320" y="822960"/>
            <a:ext cx="11430000" cy="5669280"/>
            <a:chOff x="274320" y="822960"/>
            <a:chExt cx="11430000" cy="5669280"/>
          </a:xfrm>
        </p:grpSpPr>
        <p:sp>
          <p:nvSpPr>
            <p:cNvPr id="4" name="rc3"/>
            <p:cNvSpPr/>
            <p:nvPr/>
          </p:nvSpPr>
          <p:spPr>
            <a:xfrm>
              <a:off x="274320" y="822960"/>
              <a:ext cx="1143000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4"/>
            <p:cNvSpPr/>
            <p:nvPr/>
          </p:nvSpPr>
          <p:spPr>
            <a:xfrm>
              <a:off x="11704320" y="822960"/>
              <a:ext cx="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6014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rc5"/>
            <p:cNvSpPr/>
            <p:nvPr/>
          </p:nvSpPr>
          <p:spPr>
            <a:xfrm>
              <a:off x="810251" y="1410558"/>
              <a:ext cx="9535015" cy="460540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6"/>
            <p:cNvSpPr/>
            <p:nvPr/>
          </p:nvSpPr>
          <p:spPr>
            <a:xfrm>
              <a:off x="1108220" y="1619894"/>
              <a:ext cx="8939077" cy="0"/>
            </a:xfrm>
            <a:custGeom>
              <a:avLst/>
              <a:pathLst>
                <a:path w="8939077" h="0">
                  <a:moveTo>
                    <a:pt x="0" y="0"/>
                  </a:moveTo>
                  <a:lnTo>
                    <a:pt x="8939077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" name="pl7"/>
            <p:cNvSpPr/>
            <p:nvPr/>
          </p:nvSpPr>
          <p:spPr>
            <a:xfrm>
              <a:off x="2598066" y="4141314"/>
              <a:ext cx="5959384" cy="88787"/>
            </a:xfrm>
            <a:custGeom>
              <a:avLst/>
              <a:pathLst>
                <a:path w="5959384" h="88787">
                  <a:moveTo>
                    <a:pt x="0" y="88787"/>
                  </a:moveTo>
                  <a:lnTo>
                    <a:pt x="2979692" y="39465"/>
                  </a:lnTo>
                  <a:lnTo>
                    <a:pt x="5959384" y="0"/>
                  </a:lnTo>
                </a:path>
              </a:pathLst>
            </a:custGeom>
            <a:ln w="32521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8"/>
            <p:cNvSpPr/>
            <p:nvPr/>
          </p:nvSpPr>
          <p:spPr>
            <a:xfrm>
              <a:off x="2598066" y="5132496"/>
              <a:ext cx="5959384" cy="126053"/>
            </a:xfrm>
            <a:custGeom>
              <a:avLst/>
              <a:pathLst>
                <a:path w="5959384" h="126053">
                  <a:moveTo>
                    <a:pt x="0" y="94239"/>
                  </a:moveTo>
                  <a:lnTo>
                    <a:pt x="2979692" y="0"/>
                  </a:lnTo>
                  <a:lnTo>
                    <a:pt x="5959384" y="126053"/>
                  </a:lnTo>
                </a:path>
              </a:pathLst>
            </a:custGeom>
            <a:ln w="32521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t9"/>
            <p:cNvSpPr/>
            <p:nvPr/>
          </p:nvSpPr>
          <p:spPr>
            <a:xfrm>
              <a:off x="2552915" y="4184950"/>
              <a:ext cx="90303" cy="90303"/>
            </a:xfrm>
            <a:prstGeom prst="ellipse">
              <a:avLst/>
            </a:prstGeom>
            <a:solidFill>
              <a:srgbClr val="F8766D">
                <a:alpha val="100000"/>
              </a:srgbClr>
            </a:solidFill>
            <a:ln w="9000" cap="rnd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t10"/>
            <p:cNvSpPr/>
            <p:nvPr/>
          </p:nvSpPr>
          <p:spPr>
            <a:xfrm>
              <a:off x="5532607" y="4135629"/>
              <a:ext cx="90303" cy="90303"/>
            </a:xfrm>
            <a:prstGeom prst="ellipse">
              <a:avLst/>
            </a:prstGeom>
            <a:solidFill>
              <a:srgbClr val="F8766D">
                <a:alpha val="100000"/>
              </a:srgbClr>
            </a:solidFill>
            <a:ln w="9000" cap="rnd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t11"/>
            <p:cNvSpPr/>
            <p:nvPr/>
          </p:nvSpPr>
          <p:spPr>
            <a:xfrm>
              <a:off x="8512299" y="4096163"/>
              <a:ext cx="90303" cy="90303"/>
            </a:xfrm>
            <a:prstGeom prst="ellipse">
              <a:avLst/>
            </a:prstGeom>
            <a:solidFill>
              <a:srgbClr val="F8766D">
                <a:alpha val="100000"/>
              </a:srgbClr>
            </a:solidFill>
            <a:ln w="9000" cap="rnd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t12"/>
            <p:cNvSpPr/>
            <p:nvPr/>
          </p:nvSpPr>
          <p:spPr>
            <a:xfrm>
              <a:off x="2552915" y="5181583"/>
              <a:ext cx="90303" cy="90303"/>
            </a:xfrm>
            <a:prstGeom prst="ellipse">
              <a:avLst/>
            </a:prstGeom>
            <a:solidFill>
              <a:srgbClr val="00BFC4">
                <a:alpha val="100000"/>
              </a:srgbClr>
            </a:solidFill>
            <a:ln w="9000" cap="rnd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t13"/>
            <p:cNvSpPr/>
            <p:nvPr/>
          </p:nvSpPr>
          <p:spPr>
            <a:xfrm>
              <a:off x="5532607" y="5087344"/>
              <a:ext cx="90303" cy="90303"/>
            </a:xfrm>
            <a:prstGeom prst="ellipse">
              <a:avLst/>
            </a:prstGeom>
            <a:solidFill>
              <a:srgbClr val="00BFC4">
                <a:alpha val="100000"/>
              </a:srgbClr>
            </a:solidFill>
            <a:ln w="9000" cap="rnd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t14"/>
            <p:cNvSpPr/>
            <p:nvPr/>
          </p:nvSpPr>
          <p:spPr>
            <a:xfrm>
              <a:off x="8512299" y="5213398"/>
              <a:ext cx="90303" cy="90303"/>
            </a:xfrm>
            <a:prstGeom prst="ellipse">
              <a:avLst/>
            </a:prstGeom>
            <a:solidFill>
              <a:srgbClr val="00BFC4">
                <a:alpha val="100000"/>
              </a:srgbClr>
            </a:solidFill>
            <a:ln w="9000" cap="rnd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5"/>
            <p:cNvSpPr/>
            <p:nvPr/>
          </p:nvSpPr>
          <p:spPr>
            <a:xfrm>
              <a:off x="2449082" y="3767633"/>
              <a:ext cx="297969" cy="0"/>
            </a:xfrm>
            <a:custGeom>
              <a:avLst/>
              <a:pathLst>
                <a:path w="297969" h="0">
                  <a:moveTo>
                    <a:pt x="0" y="0"/>
                  </a:moveTo>
                  <a:lnTo>
                    <a:pt x="297969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6"/>
            <p:cNvSpPr/>
            <p:nvPr/>
          </p:nvSpPr>
          <p:spPr>
            <a:xfrm>
              <a:off x="2598066" y="3767633"/>
              <a:ext cx="0" cy="924938"/>
            </a:xfrm>
            <a:custGeom>
              <a:avLst/>
              <a:pathLst>
                <a:path w="0" h="924938">
                  <a:moveTo>
                    <a:pt x="0" y="0"/>
                  </a:moveTo>
                  <a:lnTo>
                    <a:pt x="0" y="924938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7"/>
            <p:cNvSpPr/>
            <p:nvPr/>
          </p:nvSpPr>
          <p:spPr>
            <a:xfrm>
              <a:off x="2449082" y="4692571"/>
              <a:ext cx="297969" cy="0"/>
            </a:xfrm>
            <a:custGeom>
              <a:avLst/>
              <a:pathLst>
                <a:path w="297969" h="0">
                  <a:moveTo>
                    <a:pt x="0" y="0"/>
                  </a:moveTo>
                  <a:lnTo>
                    <a:pt x="297969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8"/>
            <p:cNvSpPr/>
            <p:nvPr/>
          </p:nvSpPr>
          <p:spPr>
            <a:xfrm>
              <a:off x="5428774" y="3637644"/>
              <a:ext cx="297969" cy="0"/>
            </a:xfrm>
            <a:custGeom>
              <a:avLst/>
              <a:pathLst>
                <a:path w="297969" h="0">
                  <a:moveTo>
                    <a:pt x="0" y="0"/>
                  </a:moveTo>
                  <a:lnTo>
                    <a:pt x="297969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19"/>
            <p:cNvSpPr/>
            <p:nvPr/>
          </p:nvSpPr>
          <p:spPr>
            <a:xfrm>
              <a:off x="5577759" y="3637644"/>
              <a:ext cx="0" cy="1086273"/>
            </a:xfrm>
            <a:custGeom>
              <a:avLst/>
              <a:pathLst>
                <a:path w="0" h="1086273">
                  <a:moveTo>
                    <a:pt x="0" y="0"/>
                  </a:moveTo>
                  <a:lnTo>
                    <a:pt x="0" y="1086273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0"/>
            <p:cNvSpPr/>
            <p:nvPr/>
          </p:nvSpPr>
          <p:spPr>
            <a:xfrm>
              <a:off x="5428774" y="4723917"/>
              <a:ext cx="297969" cy="0"/>
            </a:xfrm>
            <a:custGeom>
              <a:avLst/>
              <a:pathLst>
                <a:path w="297969" h="0">
                  <a:moveTo>
                    <a:pt x="0" y="0"/>
                  </a:moveTo>
                  <a:lnTo>
                    <a:pt x="297969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1"/>
            <p:cNvSpPr/>
            <p:nvPr/>
          </p:nvSpPr>
          <p:spPr>
            <a:xfrm>
              <a:off x="8408467" y="3638049"/>
              <a:ext cx="297969" cy="0"/>
            </a:xfrm>
            <a:custGeom>
              <a:avLst/>
              <a:pathLst>
                <a:path w="297969" h="0">
                  <a:moveTo>
                    <a:pt x="0" y="0"/>
                  </a:moveTo>
                  <a:lnTo>
                    <a:pt x="297969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2"/>
            <p:cNvSpPr/>
            <p:nvPr/>
          </p:nvSpPr>
          <p:spPr>
            <a:xfrm>
              <a:off x="8557451" y="3638049"/>
              <a:ext cx="0" cy="1006530"/>
            </a:xfrm>
            <a:custGeom>
              <a:avLst/>
              <a:pathLst>
                <a:path w="0" h="1006530">
                  <a:moveTo>
                    <a:pt x="0" y="0"/>
                  </a:moveTo>
                  <a:lnTo>
                    <a:pt x="0" y="100653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3"/>
            <p:cNvSpPr/>
            <p:nvPr/>
          </p:nvSpPr>
          <p:spPr>
            <a:xfrm>
              <a:off x="8408467" y="4644580"/>
              <a:ext cx="297969" cy="0"/>
            </a:xfrm>
            <a:custGeom>
              <a:avLst/>
              <a:pathLst>
                <a:path w="297969" h="0">
                  <a:moveTo>
                    <a:pt x="0" y="0"/>
                  </a:moveTo>
                  <a:lnTo>
                    <a:pt x="297969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4"/>
            <p:cNvSpPr/>
            <p:nvPr/>
          </p:nvSpPr>
          <p:spPr>
            <a:xfrm>
              <a:off x="2449082" y="4695122"/>
              <a:ext cx="297969" cy="0"/>
            </a:xfrm>
            <a:custGeom>
              <a:avLst/>
              <a:pathLst>
                <a:path w="297969" h="0">
                  <a:moveTo>
                    <a:pt x="0" y="0"/>
                  </a:moveTo>
                  <a:lnTo>
                    <a:pt x="297969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5"/>
            <p:cNvSpPr/>
            <p:nvPr/>
          </p:nvSpPr>
          <p:spPr>
            <a:xfrm>
              <a:off x="2598066" y="4695122"/>
              <a:ext cx="0" cy="1063225"/>
            </a:xfrm>
            <a:custGeom>
              <a:avLst/>
              <a:pathLst>
                <a:path w="0" h="1063225">
                  <a:moveTo>
                    <a:pt x="0" y="0"/>
                  </a:moveTo>
                  <a:lnTo>
                    <a:pt x="0" y="1063225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6"/>
            <p:cNvSpPr/>
            <p:nvPr/>
          </p:nvSpPr>
          <p:spPr>
            <a:xfrm>
              <a:off x="2449082" y="5758348"/>
              <a:ext cx="297969" cy="0"/>
            </a:xfrm>
            <a:custGeom>
              <a:avLst/>
              <a:pathLst>
                <a:path w="297969" h="0">
                  <a:moveTo>
                    <a:pt x="0" y="0"/>
                  </a:moveTo>
                  <a:lnTo>
                    <a:pt x="297969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7"/>
            <p:cNvSpPr/>
            <p:nvPr/>
          </p:nvSpPr>
          <p:spPr>
            <a:xfrm>
              <a:off x="5428774" y="4549496"/>
              <a:ext cx="297969" cy="0"/>
            </a:xfrm>
            <a:custGeom>
              <a:avLst/>
              <a:pathLst>
                <a:path w="297969" h="0">
                  <a:moveTo>
                    <a:pt x="0" y="0"/>
                  </a:moveTo>
                  <a:lnTo>
                    <a:pt x="297969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8"/>
            <p:cNvSpPr/>
            <p:nvPr/>
          </p:nvSpPr>
          <p:spPr>
            <a:xfrm>
              <a:off x="5577759" y="4549496"/>
              <a:ext cx="0" cy="1165999"/>
            </a:xfrm>
            <a:custGeom>
              <a:avLst/>
              <a:pathLst>
                <a:path w="0" h="1165999">
                  <a:moveTo>
                    <a:pt x="0" y="0"/>
                  </a:moveTo>
                  <a:lnTo>
                    <a:pt x="0" y="1165999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29"/>
            <p:cNvSpPr/>
            <p:nvPr/>
          </p:nvSpPr>
          <p:spPr>
            <a:xfrm>
              <a:off x="5428774" y="5715496"/>
              <a:ext cx="297969" cy="0"/>
            </a:xfrm>
            <a:custGeom>
              <a:avLst/>
              <a:pathLst>
                <a:path w="297969" h="0">
                  <a:moveTo>
                    <a:pt x="0" y="0"/>
                  </a:moveTo>
                  <a:lnTo>
                    <a:pt x="297969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0"/>
            <p:cNvSpPr/>
            <p:nvPr/>
          </p:nvSpPr>
          <p:spPr>
            <a:xfrm>
              <a:off x="8408467" y="4710473"/>
              <a:ext cx="297969" cy="0"/>
            </a:xfrm>
            <a:custGeom>
              <a:avLst/>
              <a:pathLst>
                <a:path w="297969" h="0">
                  <a:moveTo>
                    <a:pt x="0" y="0"/>
                  </a:moveTo>
                  <a:lnTo>
                    <a:pt x="297969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1"/>
            <p:cNvSpPr/>
            <p:nvPr/>
          </p:nvSpPr>
          <p:spPr>
            <a:xfrm>
              <a:off x="8557451" y="4710473"/>
              <a:ext cx="0" cy="1096153"/>
            </a:xfrm>
            <a:custGeom>
              <a:avLst/>
              <a:pathLst>
                <a:path w="0" h="1096153">
                  <a:moveTo>
                    <a:pt x="0" y="0"/>
                  </a:moveTo>
                  <a:lnTo>
                    <a:pt x="0" y="1096153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2"/>
            <p:cNvSpPr/>
            <p:nvPr/>
          </p:nvSpPr>
          <p:spPr>
            <a:xfrm>
              <a:off x="8408467" y="5806627"/>
              <a:ext cx="297969" cy="0"/>
            </a:xfrm>
            <a:custGeom>
              <a:avLst/>
              <a:pathLst>
                <a:path w="297969" h="0">
                  <a:moveTo>
                    <a:pt x="0" y="0"/>
                  </a:moveTo>
                  <a:lnTo>
                    <a:pt x="297969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3"/>
            <p:cNvSpPr/>
            <p:nvPr/>
          </p:nvSpPr>
          <p:spPr>
            <a:xfrm>
              <a:off x="810251" y="1410558"/>
              <a:ext cx="0" cy="4605405"/>
            </a:xfrm>
            <a:custGeom>
              <a:avLst/>
              <a:pathLst>
                <a:path w="0" h="4605405">
                  <a:moveTo>
                    <a:pt x="0" y="4605405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tx34"/>
            <p:cNvSpPr/>
            <p:nvPr/>
          </p:nvSpPr>
          <p:spPr>
            <a:xfrm>
              <a:off x="552624" y="5149125"/>
              <a:ext cx="183609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0.7</a:t>
              </a:r>
            </a:p>
          </p:txBody>
        </p:sp>
        <p:sp>
          <p:nvSpPr>
            <p:cNvPr id="36" name="tx35"/>
            <p:cNvSpPr/>
            <p:nvPr/>
          </p:nvSpPr>
          <p:spPr>
            <a:xfrm>
              <a:off x="552624" y="3956495"/>
              <a:ext cx="183609" cy="9525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0.8</a:t>
              </a:r>
            </a:p>
          </p:txBody>
        </p:sp>
        <p:sp>
          <p:nvSpPr>
            <p:cNvPr id="37" name="tx36"/>
            <p:cNvSpPr/>
            <p:nvPr/>
          </p:nvSpPr>
          <p:spPr>
            <a:xfrm>
              <a:off x="552624" y="2764446"/>
              <a:ext cx="183609" cy="9506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0.9</a:t>
              </a:r>
            </a:p>
          </p:txBody>
        </p:sp>
        <p:sp>
          <p:nvSpPr>
            <p:cNvPr id="38" name="tx37"/>
            <p:cNvSpPr/>
            <p:nvPr/>
          </p:nvSpPr>
          <p:spPr>
            <a:xfrm>
              <a:off x="552624" y="1572396"/>
              <a:ext cx="183609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1.0</a:t>
              </a:r>
            </a:p>
          </p:txBody>
        </p:sp>
        <p:sp>
          <p:nvSpPr>
            <p:cNvPr id="39" name="pl38"/>
            <p:cNvSpPr/>
            <p:nvPr/>
          </p:nvSpPr>
          <p:spPr>
            <a:xfrm>
              <a:off x="769130" y="5196624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39"/>
            <p:cNvSpPr/>
            <p:nvPr/>
          </p:nvSpPr>
          <p:spPr>
            <a:xfrm>
              <a:off x="769130" y="4004381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0"/>
            <p:cNvSpPr/>
            <p:nvPr/>
          </p:nvSpPr>
          <p:spPr>
            <a:xfrm>
              <a:off x="769130" y="2812138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1"/>
            <p:cNvSpPr/>
            <p:nvPr/>
          </p:nvSpPr>
          <p:spPr>
            <a:xfrm>
              <a:off x="769130" y="1619894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2"/>
            <p:cNvSpPr/>
            <p:nvPr/>
          </p:nvSpPr>
          <p:spPr>
            <a:xfrm>
              <a:off x="810251" y="6015963"/>
              <a:ext cx="9535015" cy="0"/>
            </a:xfrm>
            <a:custGeom>
              <a:avLst/>
              <a:pathLst>
                <a:path w="9535015" h="0">
                  <a:moveTo>
                    <a:pt x="0" y="0"/>
                  </a:moveTo>
                  <a:lnTo>
                    <a:pt x="9535015" y="0"/>
                  </a:lnTo>
                </a:path>
              </a:pathLst>
            </a:custGeom>
            <a:ln w="16014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3"/>
            <p:cNvSpPr/>
            <p:nvPr/>
          </p:nvSpPr>
          <p:spPr>
            <a:xfrm>
              <a:off x="2598066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4"/>
            <p:cNvSpPr/>
            <p:nvPr/>
          </p:nvSpPr>
          <p:spPr>
            <a:xfrm>
              <a:off x="5577759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5"/>
            <p:cNvSpPr/>
            <p:nvPr/>
          </p:nvSpPr>
          <p:spPr>
            <a:xfrm>
              <a:off x="8557451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tx46"/>
            <p:cNvSpPr/>
            <p:nvPr/>
          </p:nvSpPr>
          <p:spPr>
            <a:xfrm>
              <a:off x="2308045" y="6064506"/>
              <a:ext cx="580042" cy="1202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 squares</a:t>
              </a:r>
            </a:p>
          </p:txBody>
        </p:sp>
        <p:sp>
          <p:nvSpPr>
            <p:cNvPr id="48" name="tx47"/>
            <p:cNvSpPr/>
            <p:nvPr/>
          </p:nvSpPr>
          <p:spPr>
            <a:xfrm>
              <a:off x="5251009" y="6064829"/>
              <a:ext cx="653499" cy="11989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10 squares</a:t>
              </a:r>
            </a:p>
          </p:txBody>
        </p:sp>
        <p:sp>
          <p:nvSpPr>
            <p:cNvPr id="49" name="tx48"/>
            <p:cNvSpPr/>
            <p:nvPr/>
          </p:nvSpPr>
          <p:spPr>
            <a:xfrm>
              <a:off x="8230702" y="6064506"/>
              <a:ext cx="653499" cy="1202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20 squares</a:t>
              </a:r>
            </a:p>
          </p:txBody>
        </p:sp>
        <p:sp>
          <p:nvSpPr>
            <p:cNvPr id="50" name="tx49"/>
            <p:cNvSpPr/>
            <p:nvPr/>
          </p:nvSpPr>
          <p:spPr>
            <a:xfrm>
              <a:off x="5210798" y="6219665"/>
              <a:ext cx="733921" cy="1538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Array size</a:t>
              </a:r>
            </a:p>
          </p:txBody>
        </p:sp>
        <p:sp>
          <p:nvSpPr>
            <p:cNvPr id="51" name="tx50"/>
            <p:cNvSpPr/>
            <p:nvPr/>
          </p:nvSpPr>
          <p:spPr>
            <a:xfrm rot="-5400000">
              <a:off x="-497556" y="3635588"/>
              <a:ext cx="1789738" cy="1553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Average participant beta</a:t>
              </a:r>
            </a:p>
          </p:txBody>
        </p:sp>
        <p:sp>
          <p:nvSpPr>
            <p:cNvPr id="52" name="rc51"/>
            <p:cNvSpPr/>
            <p:nvPr/>
          </p:nvSpPr>
          <p:spPr>
            <a:xfrm>
              <a:off x="10509750" y="3292971"/>
              <a:ext cx="1112328" cy="84057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" name="tx52"/>
            <p:cNvSpPr/>
            <p:nvPr/>
          </p:nvSpPr>
          <p:spPr>
            <a:xfrm>
              <a:off x="10591991" y="3387103"/>
              <a:ext cx="697563" cy="12479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Condition</a:t>
              </a:r>
            </a:p>
          </p:txBody>
        </p:sp>
        <p:sp>
          <p:nvSpPr>
            <p:cNvPr id="54" name="rc53"/>
            <p:cNvSpPr/>
            <p:nvPr/>
          </p:nvSpPr>
          <p:spPr>
            <a:xfrm>
              <a:off x="10591991" y="3612397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" name="pl54"/>
            <p:cNvSpPr/>
            <p:nvPr/>
          </p:nvSpPr>
          <p:spPr>
            <a:xfrm>
              <a:off x="10613937" y="3722125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t55"/>
            <p:cNvSpPr/>
            <p:nvPr/>
          </p:nvSpPr>
          <p:spPr>
            <a:xfrm>
              <a:off x="10656568" y="3676973"/>
              <a:ext cx="90303" cy="90303"/>
            </a:xfrm>
            <a:prstGeom prst="ellipse">
              <a:avLst/>
            </a:prstGeom>
            <a:solidFill>
              <a:srgbClr val="F8766D">
                <a:alpha val="100000"/>
              </a:srgbClr>
            </a:solidFill>
            <a:ln w="9000" cap="rnd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6"/>
            <p:cNvSpPr/>
            <p:nvPr/>
          </p:nvSpPr>
          <p:spPr>
            <a:xfrm>
              <a:off x="10613937" y="3722125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rc57"/>
            <p:cNvSpPr/>
            <p:nvPr/>
          </p:nvSpPr>
          <p:spPr>
            <a:xfrm>
              <a:off x="10591991" y="3831853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" name="pl58"/>
            <p:cNvSpPr/>
            <p:nvPr/>
          </p:nvSpPr>
          <p:spPr>
            <a:xfrm>
              <a:off x="10613937" y="3941581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t59"/>
            <p:cNvSpPr/>
            <p:nvPr/>
          </p:nvSpPr>
          <p:spPr>
            <a:xfrm>
              <a:off x="10656568" y="3896429"/>
              <a:ext cx="90303" cy="90303"/>
            </a:xfrm>
            <a:prstGeom prst="ellipse">
              <a:avLst/>
            </a:prstGeom>
            <a:solidFill>
              <a:srgbClr val="00BFC4">
                <a:alpha val="100000"/>
              </a:srgbClr>
            </a:solidFill>
            <a:ln w="9000" cap="rnd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0"/>
            <p:cNvSpPr/>
            <p:nvPr/>
          </p:nvSpPr>
          <p:spPr>
            <a:xfrm>
              <a:off x="10613937" y="3941581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tx61"/>
            <p:cNvSpPr/>
            <p:nvPr/>
          </p:nvSpPr>
          <p:spPr>
            <a:xfrm>
              <a:off x="10893689" y="3669531"/>
              <a:ext cx="477306" cy="9996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average</a:t>
              </a:r>
            </a:p>
          </p:txBody>
        </p:sp>
        <p:sp>
          <p:nvSpPr>
            <p:cNvPr id="63" name="tx62"/>
            <p:cNvSpPr/>
            <p:nvPr/>
          </p:nvSpPr>
          <p:spPr>
            <a:xfrm>
              <a:off x="10893689" y="3866673"/>
              <a:ext cx="646147" cy="1222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experience</a:t>
              </a:r>
            </a:p>
          </p:txBody>
        </p:sp>
        <p:sp>
          <p:nvSpPr>
            <p:cNvPr id="64" name="tx63"/>
            <p:cNvSpPr/>
            <p:nvPr/>
          </p:nvSpPr>
          <p:spPr>
            <a:xfrm>
              <a:off x="810251" y="1136452"/>
              <a:ext cx="3620430" cy="1553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regression: objective mean ~ subjective response</a:t>
              </a:r>
            </a:p>
          </p:txBody>
        </p:sp>
        <p:sp>
          <p:nvSpPr>
            <p:cNvPr id="65" name="tx64"/>
            <p:cNvSpPr/>
            <p:nvPr/>
          </p:nvSpPr>
          <p:spPr>
            <a:xfrm>
              <a:off x="810251" y="863410"/>
              <a:ext cx="3325765" cy="18389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5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56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Experiment 2 - participant beta slopes</a:t>
              </a:r>
            </a:p>
          </p:txBody>
        </p: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p:ph/>
          </p:nvPr>
        </p:nvSpPr>
        <p:spPr>
          <a:xfrm>
            <a:off x="274320" y="182880"/>
            <a:ext cx="11430000" cy="457200"/>
          </a:xfrm>
        </p:spPr>
        <p:txBody>
          <a:bodyPr/>
          <a:lstStyle/>
          <a:p>
            <a:r>
              <a:rPr/>
              <a:t>Exp 3 - Average participant regression</a:t>
            </a:r>
          </a:p>
        </p:txBody>
      </p:sp>
      <p:grpSp xmlns:pic="http://schemas.openxmlformats.org/drawingml/2006/picture">
        <p:nvGrpSpPr>
          <p:cNvPr id="3" name=""/>
          <p:cNvGrpSpPr/>
          <p:nvPr/>
        </p:nvGrpSpPr>
        <p:grpSpPr>
          <a:xfrm>
            <a:off x="274320" y="822960"/>
            <a:ext cx="11430000" cy="5669280"/>
            <a:chOff x="274320" y="822960"/>
            <a:chExt cx="11430000" cy="5669280"/>
          </a:xfrm>
        </p:grpSpPr>
        <p:sp>
          <p:nvSpPr>
            <p:cNvPr id="4" name="rc3"/>
            <p:cNvSpPr/>
            <p:nvPr/>
          </p:nvSpPr>
          <p:spPr>
            <a:xfrm>
              <a:off x="274320" y="822960"/>
              <a:ext cx="1143000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4"/>
            <p:cNvSpPr/>
            <p:nvPr/>
          </p:nvSpPr>
          <p:spPr>
            <a:xfrm>
              <a:off x="11704319" y="822960"/>
              <a:ext cx="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6014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rc5"/>
            <p:cNvSpPr/>
            <p:nvPr/>
          </p:nvSpPr>
          <p:spPr>
            <a:xfrm>
              <a:off x="773555" y="1410558"/>
              <a:ext cx="9564359" cy="460540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6"/>
            <p:cNvSpPr/>
            <p:nvPr/>
          </p:nvSpPr>
          <p:spPr>
            <a:xfrm>
              <a:off x="1208299" y="1782582"/>
              <a:ext cx="8694872" cy="3291545"/>
            </a:xfrm>
            <a:custGeom>
              <a:avLst/>
              <a:pathLst>
                <a:path w="8694872" h="3291545">
                  <a:moveTo>
                    <a:pt x="0" y="3291545"/>
                  </a:moveTo>
                  <a:lnTo>
                    <a:pt x="43692" y="3275005"/>
                  </a:lnTo>
                  <a:lnTo>
                    <a:pt x="87385" y="3258464"/>
                  </a:lnTo>
                  <a:lnTo>
                    <a:pt x="131078" y="3241924"/>
                  </a:lnTo>
                  <a:lnTo>
                    <a:pt x="174771" y="3225383"/>
                  </a:lnTo>
                  <a:lnTo>
                    <a:pt x="218464" y="3208843"/>
                  </a:lnTo>
                  <a:lnTo>
                    <a:pt x="262156" y="3192302"/>
                  </a:lnTo>
                  <a:lnTo>
                    <a:pt x="305849" y="3175762"/>
                  </a:lnTo>
                  <a:lnTo>
                    <a:pt x="349542" y="3159222"/>
                  </a:lnTo>
                  <a:lnTo>
                    <a:pt x="393235" y="3142681"/>
                  </a:lnTo>
                  <a:lnTo>
                    <a:pt x="436928" y="3126141"/>
                  </a:lnTo>
                  <a:lnTo>
                    <a:pt x="480621" y="3109600"/>
                  </a:lnTo>
                  <a:lnTo>
                    <a:pt x="524313" y="3093060"/>
                  </a:lnTo>
                  <a:lnTo>
                    <a:pt x="568006" y="3076519"/>
                  </a:lnTo>
                  <a:lnTo>
                    <a:pt x="611699" y="3059979"/>
                  </a:lnTo>
                  <a:lnTo>
                    <a:pt x="655392" y="3043438"/>
                  </a:lnTo>
                  <a:lnTo>
                    <a:pt x="699085" y="3026898"/>
                  </a:lnTo>
                  <a:lnTo>
                    <a:pt x="742778" y="3010358"/>
                  </a:lnTo>
                  <a:lnTo>
                    <a:pt x="786470" y="2993817"/>
                  </a:lnTo>
                  <a:lnTo>
                    <a:pt x="830163" y="2977277"/>
                  </a:lnTo>
                  <a:lnTo>
                    <a:pt x="873856" y="2960736"/>
                  </a:lnTo>
                  <a:lnTo>
                    <a:pt x="917549" y="2944196"/>
                  </a:lnTo>
                  <a:lnTo>
                    <a:pt x="961242" y="2927655"/>
                  </a:lnTo>
                  <a:lnTo>
                    <a:pt x="1004934" y="2911115"/>
                  </a:lnTo>
                  <a:lnTo>
                    <a:pt x="1048627" y="2894575"/>
                  </a:lnTo>
                  <a:lnTo>
                    <a:pt x="1092320" y="2878034"/>
                  </a:lnTo>
                  <a:lnTo>
                    <a:pt x="1136013" y="2861494"/>
                  </a:lnTo>
                  <a:lnTo>
                    <a:pt x="1179706" y="2844953"/>
                  </a:lnTo>
                  <a:lnTo>
                    <a:pt x="1223399" y="2828413"/>
                  </a:lnTo>
                  <a:lnTo>
                    <a:pt x="1267091" y="2811872"/>
                  </a:lnTo>
                  <a:lnTo>
                    <a:pt x="1310784" y="2795332"/>
                  </a:lnTo>
                  <a:lnTo>
                    <a:pt x="1354477" y="2778792"/>
                  </a:lnTo>
                  <a:lnTo>
                    <a:pt x="1398170" y="2762251"/>
                  </a:lnTo>
                  <a:lnTo>
                    <a:pt x="1441863" y="2745711"/>
                  </a:lnTo>
                  <a:lnTo>
                    <a:pt x="1485556" y="2729170"/>
                  </a:lnTo>
                  <a:lnTo>
                    <a:pt x="1529248" y="2712630"/>
                  </a:lnTo>
                  <a:lnTo>
                    <a:pt x="1572941" y="2696089"/>
                  </a:lnTo>
                  <a:lnTo>
                    <a:pt x="1616634" y="2679549"/>
                  </a:lnTo>
                  <a:lnTo>
                    <a:pt x="1660327" y="2663009"/>
                  </a:lnTo>
                  <a:lnTo>
                    <a:pt x="1704020" y="2646468"/>
                  </a:lnTo>
                  <a:lnTo>
                    <a:pt x="1747713" y="2629928"/>
                  </a:lnTo>
                  <a:lnTo>
                    <a:pt x="1791405" y="2613387"/>
                  </a:lnTo>
                  <a:lnTo>
                    <a:pt x="1835098" y="2596847"/>
                  </a:lnTo>
                  <a:lnTo>
                    <a:pt x="1878791" y="2580306"/>
                  </a:lnTo>
                  <a:lnTo>
                    <a:pt x="1922484" y="2563766"/>
                  </a:lnTo>
                  <a:lnTo>
                    <a:pt x="1966177" y="2547226"/>
                  </a:lnTo>
                  <a:lnTo>
                    <a:pt x="2009869" y="2530685"/>
                  </a:lnTo>
                  <a:lnTo>
                    <a:pt x="2053562" y="2514145"/>
                  </a:lnTo>
                  <a:lnTo>
                    <a:pt x="2097255" y="2497604"/>
                  </a:lnTo>
                  <a:lnTo>
                    <a:pt x="2140948" y="2481064"/>
                  </a:lnTo>
                  <a:lnTo>
                    <a:pt x="2184641" y="2464523"/>
                  </a:lnTo>
                  <a:lnTo>
                    <a:pt x="2228334" y="2447983"/>
                  </a:lnTo>
                  <a:lnTo>
                    <a:pt x="2272026" y="2431443"/>
                  </a:lnTo>
                  <a:lnTo>
                    <a:pt x="2315719" y="2414902"/>
                  </a:lnTo>
                  <a:lnTo>
                    <a:pt x="2359412" y="2398362"/>
                  </a:lnTo>
                  <a:lnTo>
                    <a:pt x="2403105" y="2381821"/>
                  </a:lnTo>
                  <a:lnTo>
                    <a:pt x="2446798" y="2365281"/>
                  </a:lnTo>
                  <a:lnTo>
                    <a:pt x="2490491" y="2348740"/>
                  </a:lnTo>
                  <a:lnTo>
                    <a:pt x="2534183" y="2332200"/>
                  </a:lnTo>
                  <a:lnTo>
                    <a:pt x="2577876" y="2315660"/>
                  </a:lnTo>
                  <a:lnTo>
                    <a:pt x="2621569" y="2299119"/>
                  </a:lnTo>
                  <a:lnTo>
                    <a:pt x="2665262" y="2282579"/>
                  </a:lnTo>
                  <a:lnTo>
                    <a:pt x="2708955" y="2266038"/>
                  </a:lnTo>
                  <a:lnTo>
                    <a:pt x="2752648" y="2249498"/>
                  </a:lnTo>
                  <a:lnTo>
                    <a:pt x="2796340" y="2232957"/>
                  </a:lnTo>
                  <a:lnTo>
                    <a:pt x="2840033" y="2216417"/>
                  </a:lnTo>
                  <a:lnTo>
                    <a:pt x="2883726" y="2199877"/>
                  </a:lnTo>
                  <a:lnTo>
                    <a:pt x="2927419" y="2183336"/>
                  </a:lnTo>
                  <a:lnTo>
                    <a:pt x="2971112" y="2166796"/>
                  </a:lnTo>
                  <a:lnTo>
                    <a:pt x="3014804" y="2150255"/>
                  </a:lnTo>
                  <a:lnTo>
                    <a:pt x="3058497" y="2133715"/>
                  </a:lnTo>
                  <a:lnTo>
                    <a:pt x="3102190" y="2117174"/>
                  </a:lnTo>
                  <a:lnTo>
                    <a:pt x="3145883" y="2100634"/>
                  </a:lnTo>
                  <a:lnTo>
                    <a:pt x="3189576" y="2084094"/>
                  </a:lnTo>
                  <a:lnTo>
                    <a:pt x="3233269" y="2067553"/>
                  </a:lnTo>
                  <a:lnTo>
                    <a:pt x="3276961" y="2051013"/>
                  </a:lnTo>
                  <a:lnTo>
                    <a:pt x="3320654" y="2034472"/>
                  </a:lnTo>
                  <a:lnTo>
                    <a:pt x="3364347" y="2017932"/>
                  </a:lnTo>
                  <a:lnTo>
                    <a:pt x="3408040" y="2001391"/>
                  </a:lnTo>
                  <a:lnTo>
                    <a:pt x="3451733" y="1984851"/>
                  </a:lnTo>
                  <a:lnTo>
                    <a:pt x="3495426" y="1968311"/>
                  </a:lnTo>
                  <a:lnTo>
                    <a:pt x="3539118" y="1951770"/>
                  </a:lnTo>
                  <a:lnTo>
                    <a:pt x="3582811" y="1935230"/>
                  </a:lnTo>
                  <a:lnTo>
                    <a:pt x="3626504" y="1918689"/>
                  </a:lnTo>
                  <a:lnTo>
                    <a:pt x="3670197" y="1902149"/>
                  </a:lnTo>
                  <a:lnTo>
                    <a:pt x="3713890" y="1885608"/>
                  </a:lnTo>
                  <a:lnTo>
                    <a:pt x="3757583" y="1869068"/>
                  </a:lnTo>
                  <a:lnTo>
                    <a:pt x="3801275" y="1852528"/>
                  </a:lnTo>
                  <a:lnTo>
                    <a:pt x="3844968" y="1835987"/>
                  </a:lnTo>
                  <a:lnTo>
                    <a:pt x="3888661" y="1819447"/>
                  </a:lnTo>
                  <a:lnTo>
                    <a:pt x="3932354" y="1802906"/>
                  </a:lnTo>
                  <a:lnTo>
                    <a:pt x="3976047" y="1786366"/>
                  </a:lnTo>
                  <a:lnTo>
                    <a:pt x="4019739" y="1769825"/>
                  </a:lnTo>
                  <a:lnTo>
                    <a:pt x="4063432" y="1753285"/>
                  </a:lnTo>
                  <a:lnTo>
                    <a:pt x="4107125" y="1736745"/>
                  </a:lnTo>
                  <a:lnTo>
                    <a:pt x="4150818" y="1720204"/>
                  </a:lnTo>
                  <a:lnTo>
                    <a:pt x="4194511" y="1703664"/>
                  </a:lnTo>
                  <a:lnTo>
                    <a:pt x="4238204" y="1687123"/>
                  </a:lnTo>
                  <a:lnTo>
                    <a:pt x="4281896" y="1670583"/>
                  </a:lnTo>
                  <a:lnTo>
                    <a:pt x="4325589" y="1654042"/>
                  </a:lnTo>
                  <a:lnTo>
                    <a:pt x="4369282" y="1637502"/>
                  </a:lnTo>
                  <a:lnTo>
                    <a:pt x="4412975" y="1620962"/>
                  </a:lnTo>
                  <a:lnTo>
                    <a:pt x="4456668" y="1604421"/>
                  </a:lnTo>
                  <a:lnTo>
                    <a:pt x="4500361" y="1587881"/>
                  </a:lnTo>
                  <a:lnTo>
                    <a:pt x="4544053" y="1571340"/>
                  </a:lnTo>
                  <a:lnTo>
                    <a:pt x="4587746" y="1554800"/>
                  </a:lnTo>
                  <a:lnTo>
                    <a:pt x="4631439" y="1538259"/>
                  </a:lnTo>
                  <a:lnTo>
                    <a:pt x="4675132" y="1521719"/>
                  </a:lnTo>
                  <a:lnTo>
                    <a:pt x="4718825" y="1505179"/>
                  </a:lnTo>
                  <a:lnTo>
                    <a:pt x="4762518" y="1488638"/>
                  </a:lnTo>
                  <a:lnTo>
                    <a:pt x="4806210" y="1472098"/>
                  </a:lnTo>
                  <a:lnTo>
                    <a:pt x="4849903" y="1455557"/>
                  </a:lnTo>
                  <a:lnTo>
                    <a:pt x="4893596" y="1439017"/>
                  </a:lnTo>
                  <a:lnTo>
                    <a:pt x="4937289" y="1422476"/>
                  </a:lnTo>
                  <a:lnTo>
                    <a:pt x="4980982" y="1405936"/>
                  </a:lnTo>
                  <a:lnTo>
                    <a:pt x="5024674" y="1389396"/>
                  </a:lnTo>
                  <a:lnTo>
                    <a:pt x="5068367" y="1372855"/>
                  </a:lnTo>
                  <a:lnTo>
                    <a:pt x="5112060" y="1356315"/>
                  </a:lnTo>
                  <a:lnTo>
                    <a:pt x="5155753" y="1339774"/>
                  </a:lnTo>
                  <a:lnTo>
                    <a:pt x="5199446" y="1323234"/>
                  </a:lnTo>
                  <a:lnTo>
                    <a:pt x="5243139" y="1306693"/>
                  </a:lnTo>
                  <a:lnTo>
                    <a:pt x="5286831" y="1290153"/>
                  </a:lnTo>
                  <a:lnTo>
                    <a:pt x="5330524" y="1273613"/>
                  </a:lnTo>
                  <a:lnTo>
                    <a:pt x="5374217" y="1257072"/>
                  </a:lnTo>
                  <a:lnTo>
                    <a:pt x="5417910" y="1240532"/>
                  </a:lnTo>
                  <a:lnTo>
                    <a:pt x="5461603" y="1223991"/>
                  </a:lnTo>
                  <a:lnTo>
                    <a:pt x="5505296" y="1207451"/>
                  </a:lnTo>
                  <a:lnTo>
                    <a:pt x="5548988" y="1190910"/>
                  </a:lnTo>
                  <a:lnTo>
                    <a:pt x="5592681" y="1174370"/>
                  </a:lnTo>
                  <a:lnTo>
                    <a:pt x="5636374" y="1157830"/>
                  </a:lnTo>
                  <a:lnTo>
                    <a:pt x="5680067" y="1141289"/>
                  </a:lnTo>
                  <a:lnTo>
                    <a:pt x="5723760" y="1124749"/>
                  </a:lnTo>
                  <a:lnTo>
                    <a:pt x="5767453" y="1108208"/>
                  </a:lnTo>
                  <a:lnTo>
                    <a:pt x="5811145" y="1091668"/>
                  </a:lnTo>
                  <a:lnTo>
                    <a:pt x="5854838" y="1075127"/>
                  </a:lnTo>
                  <a:lnTo>
                    <a:pt x="5898531" y="1058587"/>
                  </a:lnTo>
                  <a:lnTo>
                    <a:pt x="5942224" y="1042047"/>
                  </a:lnTo>
                  <a:lnTo>
                    <a:pt x="5985917" y="1025506"/>
                  </a:lnTo>
                  <a:lnTo>
                    <a:pt x="6029609" y="1008966"/>
                  </a:lnTo>
                  <a:lnTo>
                    <a:pt x="6073302" y="992425"/>
                  </a:lnTo>
                  <a:lnTo>
                    <a:pt x="6116995" y="975885"/>
                  </a:lnTo>
                  <a:lnTo>
                    <a:pt x="6160688" y="959344"/>
                  </a:lnTo>
                  <a:lnTo>
                    <a:pt x="6204381" y="942804"/>
                  </a:lnTo>
                  <a:lnTo>
                    <a:pt x="6248074" y="926264"/>
                  </a:lnTo>
                  <a:lnTo>
                    <a:pt x="6291766" y="909723"/>
                  </a:lnTo>
                  <a:lnTo>
                    <a:pt x="6335459" y="893183"/>
                  </a:lnTo>
                  <a:lnTo>
                    <a:pt x="6379152" y="876642"/>
                  </a:lnTo>
                  <a:lnTo>
                    <a:pt x="6422845" y="860102"/>
                  </a:lnTo>
                  <a:lnTo>
                    <a:pt x="6466538" y="843561"/>
                  </a:lnTo>
                  <a:lnTo>
                    <a:pt x="6510231" y="827021"/>
                  </a:lnTo>
                  <a:lnTo>
                    <a:pt x="6553923" y="810481"/>
                  </a:lnTo>
                  <a:lnTo>
                    <a:pt x="6597616" y="793940"/>
                  </a:lnTo>
                  <a:lnTo>
                    <a:pt x="6641309" y="777400"/>
                  </a:lnTo>
                  <a:lnTo>
                    <a:pt x="6685002" y="760859"/>
                  </a:lnTo>
                  <a:lnTo>
                    <a:pt x="6728695" y="744319"/>
                  </a:lnTo>
                  <a:lnTo>
                    <a:pt x="6772388" y="727778"/>
                  </a:lnTo>
                  <a:lnTo>
                    <a:pt x="6816080" y="711238"/>
                  </a:lnTo>
                  <a:lnTo>
                    <a:pt x="6859773" y="694698"/>
                  </a:lnTo>
                  <a:lnTo>
                    <a:pt x="6903466" y="678157"/>
                  </a:lnTo>
                  <a:lnTo>
                    <a:pt x="6947159" y="661617"/>
                  </a:lnTo>
                  <a:lnTo>
                    <a:pt x="6990852" y="645076"/>
                  </a:lnTo>
                  <a:lnTo>
                    <a:pt x="7034544" y="628536"/>
                  </a:lnTo>
                  <a:lnTo>
                    <a:pt x="7078237" y="611995"/>
                  </a:lnTo>
                  <a:lnTo>
                    <a:pt x="7121930" y="595455"/>
                  </a:lnTo>
                  <a:lnTo>
                    <a:pt x="7165623" y="578915"/>
                  </a:lnTo>
                  <a:lnTo>
                    <a:pt x="7209316" y="562374"/>
                  </a:lnTo>
                  <a:lnTo>
                    <a:pt x="7253009" y="545834"/>
                  </a:lnTo>
                  <a:lnTo>
                    <a:pt x="7296701" y="529293"/>
                  </a:lnTo>
                  <a:lnTo>
                    <a:pt x="7340394" y="512753"/>
                  </a:lnTo>
                  <a:lnTo>
                    <a:pt x="7384087" y="496212"/>
                  </a:lnTo>
                  <a:lnTo>
                    <a:pt x="7427780" y="479672"/>
                  </a:lnTo>
                  <a:lnTo>
                    <a:pt x="7471473" y="463132"/>
                  </a:lnTo>
                  <a:lnTo>
                    <a:pt x="7515166" y="446591"/>
                  </a:lnTo>
                  <a:lnTo>
                    <a:pt x="7558858" y="430051"/>
                  </a:lnTo>
                  <a:lnTo>
                    <a:pt x="7602551" y="413510"/>
                  </a:lnTo>
                  <a:lnTo>
                    <a:pt x="7646244" y="396970"/>
                  </a:lnTo>
                  <a:lnTo>
                    <a:pt x="7689937" y="380429"/>
                  </a:lnTo>
                  <a:lnTo>
                    <a:pt x="7733630" y="363889"/>
                  </a:lnTo>
                  <a:lnTo>
                    <a:pt x="7777323" y="347349"/>
                  </a:lnTo>
                  <a:lnTo>
                    <a:pt x="7821015" y="330808"/>
                  </a:lnTo>
                  <a:lnTo>
                    <a:pt x="7864708" y="314268"/>
                  </a:lnTo>
                  <a:lnTo>
                    <a:pt x="7908401" y="297727"/>
                  </a:lnTo>
                  <a:lnTo>
                    <a:pt x="7952094" y="281187"/>
                  </a:lnTo>
                  <a:lnTo>
                    <a:pt x="7995787" y="264646"/>
                  </a:lnTo>
                  <a:lnTo>
                    <a:pt x="8039479" y="248106"/>
                  </a:lnTo>
                  <a:lnTo>
                    <a:pt x="8083172" y="231566"/>
                  </a:lnTo>
                  <a:lnTo>
                    <a:pt x="8126865" y="215025"/>
                  </a:lnTo>
                  <a:lnTo>
                    <a:pt x="8170558" y="198485"/>
                  </a:lnTo>
                  <a:lnTo>
                    <a:pt x="8214251" y="181944"/>
                  </a:lnTo>
                  <a:lnTo>
                    <a:pt x="8257944" y="165404"/>
                  </a:lnTo>
                  <a:lnTo>
                    <a:pt x="8301636" y="148863"/>
                  </a:lnTo>
                  <a:lnTo>
                    <a:pt x="8345329" y="132323"/>
                  </a:lnTo>
                  <a:lnTo>
                    <a:pt x="8389022" y="115783"/>
                  </a:lnTo>
                  <a:lnTo>
                    <a:pt x="8432715" y="99242"/>
                  </a:lnTo>
                  <a:lnTo>
                    <a:pt x="8476408" y="82702"/>
                  </a:lnTo>
                  <a:lnTo>
                    <a:pt x="8520101" y="66161"/>
                  </a:lnTo>
                  <a:lnTo>
                    <a:pt x="8563793" y="49621"/>
                  </a:lnTo>
                  <a:lnTo>
                    <a:pt x="8607486" y="33080"/>
                  </a:lnTo>
                  <a:lnTo>
                    <a:pt x="8651179" y="16540"/>
                  </a:lnTo>
                  <a:lnTo>
                    <a:pt x="8694872" y="0"/>
                  </a:lnTo>
                </a:path>
              </a:pathLst>
            </a:custGeom>
            <a:ln w="32521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7"/>
            <p:cNvSpPr/>
            <p:nvPr/>
          </p:nvSpPr>
          <p:spPr>
            <a:xfrm>
              <a:off x="1208299" y="2017292"/>
              <a:ext cx="8694872" cy="3158514"/>
            </a:xfrm>
            <a:custGeom>
              <a:avLst/>
              <a:pathLst>
                <a:path w="8694872" h="3158514">
                  <a:moveTo>
                    <a:pt x="0" y="3158514"/>
                  </a:moveTo>
                  <a:lnTo>
                    <a:pt x="43692" y="3142642"/>
                  </a:lnTo>
                  <a:lnTo>
                    <a:pt x="87385" y="3126770"/>
                  </a:lnTo>
                  <a:lnTo>
                    <a:pt x="131078" y="3110898"/>
                  </a:lnTo>
                  <a:lnTo>
                    <a:pt x="174771" y="3095026"/>
                  </a:lnTo>
                  <a:lnTo>
                    <a:pt x="218464" y="3079154"/>
                  </a:lnTo>
                  <a:lnTo>
                    <a:pt x="262156" y="3063282"/>
                  </a:lnTo>
                  <a:lnTo>
                    <a:pt x="305849" y="3047410"/>
                  </a:lnTo>
                  <a:lnTo>
                    <a:pt x="349542" y="3031538"/>
                  </a:lnTo>
                  <a:lnTo>
                    <a:pt x="393235" y="3015666"/>
                  </a:lnTo>
                  <a:lnTo>
                    <a:pt x="436928" y="2999794"/>
                  </a:lnTo>
                  <a:lnTo>
                    <a:pt x="480621" y="2983922"/>
                  </a:lnTo>
                  <a:lnTo>
                    <a:pt x="524313" y="2968050"/>
                  </a:lnTo>
                  <a:lnTo>
                    <a:pt x="568006" y="2952178"/>
                  </a:lnTo>
                  <a:lnTo>
                    <a:pt x="611699" y="2936307"/>
                  </a:lnTo>
                  <a:lnTo>
                    <a:pt x="655392" y="2920435"/>
                  </a:lnTo>
                  <a:lnTo>
                    <a:pt x="699085" y="2904563"/>
                  </a:lnTo>
                  <a:lnTo>
                    <a:pt x="742778" y="2888691"/>
                  </a:lnTo>
                  <a:lnTo>
                    <a:pt x="786470" y="2872819"/>
                  </a:lnTo>
                  <a:lnTo>
                    <a:pt x="830163" y="2856947"/>
                  </a:lnTo>
                  <a:lnTo>
                    <a:pt x="873856" y="2841075"/>
                  </a:lnTo>
                  <a:lnTo>
                    <a:pt x="917549" y="2825203"/>
                  </a:lnTo>
                  <a:lnTo>
                    <a:pt x="961242" y="2809331"/>
                  </a:lnTo>
                  <a:lnTo>
                    <a:pt x="1004934" y="2793459"/>
                  </a:lnTo>
                  <a:lnTo>
                    <a:pt x="1048627" y="2777587"/>
                  </a:lnTo>
                  <a:lnTo>
                    <a:pt x="1092320" y="2761715"/>
                  </a:lnTo>
                  <a:lnTo>
                    <a:pt x="1136013" y="2745843"/>
                  </a:lnTo>
                  <a:lnTo>
                    <a:pt x="1179706" y="2729971"/>
                  </a:lnTo>
                  <a:lnTo>
                    <a:pt x="1223399" y="2714100"/>
                  </a:lnTo>
                  <a:lnTo>
                    <a:pt x="1267091" y="2698228"/>
                  </a:lnTo>
                  <a:lnTo>
                    <a:pt x="1310784" y="2682356"/>
                  </a:lnTo>
                  <a:lnTo>
                    <a:pt x="1354477" y="2666484"/>
                  </a:lnTo>
                  <a:lnTo>
                    <a:pt x="1398170" y="2650612"/>
                  </a:lnTo>
                  <a:lnTo>
                    <a:pt x="1441863" y="2634740"/>
                  </a:lnTo>
                  <a:lnTo>
                    <a:pt x="1485556" y="2618868"/>
                  </a:lnTo>
                  <a:lnTo>
                    <a:pt x="1529248" y="2602996"/>
                  </a:lnTo>
                  <a:lnTo>
                    <a:pt x="1572941" y="2587124"/>
                  </a:lnTo>
                  <a:lnTo>
                    <a:pt x="1616634" y="2571252"/>
                  </a:lnTo>
                  <a:lnTo>
                    <a:pt x="1660327" y="2555380"/>
                  </a:lnTo>
                  <a:lnTo>
                    <a:pt x="1704020" y="2539508"/>
                  </a:lnTo>
                  <a:lnTo>
                    <a:pt x="1747713" y="2523636"/>
                  </a:lnTo>
                  <a:lnTo>
                    <a:pt x="1791405" y="2507764"/>
                  </a:lnTo>
                  <a:lnTo>
                    <a:pt x="1835098" y="2491892"/>
                  </a:lnTo>
                  <a:lnTo>
                    <a:pt x="1878791" y="2476021"/>
                  </a:lnTo>
                  <a:lnTo>
                    <a:pt x="1922484" y="2460149"/>
                  </a:lnTo>
                  <a:lnTo>
                    <a:pt x="1966177" y="2444277"/>
                  </a:lnTo>
                  <a:lnTo>
                    <a:pt x="2009869" y="2428405"/>
                  </a:lnTo>
                  <a:lnTo>
                    <a:pt x="2053562" y="2412533"/>
                  </a:lnTo>
                  <a:lnTo>
                    <a:pt x="2097255" y="2396661"/>
                  </a:lnTo>
                  <a:lnTo>
                    <a:pt x="2140948" y="2380789"/>
                  </a:lnTo>
                  <a:lnTo>
                    <a:pt x="2184641" y="2364917"/>
                  </a:lnTo>
                  <a:lnTo>
                    <a:pt x="2228334" y="2349045"/>
                  </a:lnTo>
                  <a:lnTo>
                    <a:pt x="2272026" y="2333173"/>
                  </a:lnTo>
                  <a:lnTo>
                    <a:pt x="2315719" y="2317301"/>
                  </a:lnTo>
                  <a:lnTo>
                    <a:pt x="2359412" y="2301429"/>
                  </a:lnTo>
                  <a:lnTo>
                    <a:pt x="2403105" y="2285557"/>
                  </a:lnTo>
                  <a:lnTo>
                    <a:pt x="2446798" y="2269685"/>
                  </a:lnTo>
                  <a:lnTo>
                    <a:pt x="2490491" y="2253814"/>
                  </a:lnTo>
                  <a:lnTo>
                    <a:pt x="2534183" y="2237942"/>
                  </a:lnTo>
                  <a:lnTo>
                    <a:pt x="2577876" y="2222070"/>
                  </a:lnTo>
                  <a:lnTo>
                    <a:pt x="2621569" y="2206198"/>
                  </a:lnTo>
                  <a:lnTo>
                    <a:pt x="2665262" y="2190326"/>
                  </a:lnTo>
                  <a:lnTo>
                    <a:pt x="2708955" y="2174454"/>
                  </a:lnTo>
                  <a:lnTo>
                    <a:pt x="2752648" y="2158582"/>
                  </a:lnTo>
                  <a:lnTo>
                    <a:pt x="2796340" y="2142710"/>
                  </a:lnTo>
                  <a:lnTo>
                    <a:pt x="2840033" y="2126838"/>
                  </a:lnTo>
                  <a:lnTo>
                    <a:pt x="2883726" y="2110966"/>
                  </a:lnTo>
                  <a:lnTo>
                    <a:pt x="2927419" y="2095094"/>
                  </a:lnTo>
                  <a:lnTo>
                    <a:pt x="2971112" y="2079222"/>
                  </a:lnTo>
                  <a:lnTo>
                    <a:pt x="3014804" y="2063350"/>
                  </a:lnTo>
                  <a:lnTo>
                    <a:pt x="3058497" y="2047478"/>
                  </a:lnTo>
                  <a:lnTo>
                    <a:pt x="3102190" y="2031607"/>
                  </a:lnTo>
                  <a:lnTo>
                    <a:pt x="3145883" y="2015735"/>
                  </a:lnTo>
                  <a:lnTo>
                    <a:pt x="3189576" y="1999863"/>
                  </a:lnTo>
                  <a:lnTo>
                    <a:pt x="3233269" y="1983991"/>
                  </a:lnTo>
                  <a:lnTo>
                    <a:pt x="3276961" y="1968119"/>
                  </a:lnTo>
                  <a:lnTo>
                    <a:pt x="3320654" y="1952247"/>
                  </a:lnTo>
                  <a:lnTo>
                    <a:pt x="3364347" y="1936375"/>
                  </a:lnTo>
                  <a:lnTo>
                    <a:pt x="3408040" y="1920503"/>
                  </a:lnTo>
                  <a:lnTo>
                    <a:pt x="3451733" y="1904631"/>
                  </a:lnTo>
                  <a:lnTo>
                    <a:pt x="3495426" y="1888759"/>
                  </a:lnTo>
                  <a:lnTo>
                    <a:pt x="3539118" y="1872887"/>
                  </a:lnTo>
                  <a:lnTo>
                    <a:pt x="3582811" y="1857015"/>
                  </a:lnTo>
                  <a:lnTo>
                    <a:pt x="3626504" y="1841143"/>
                  </a:lnTo>
                  <a:lnTo>
                    <a:pt x="3670197" y="1825271"/>
                  </a:lnTo>
                  <a:lnTo>
                    <a:pt x="3713890" y="1809400"/>
                  </a:lnTo>
                  <a:lnTo>
                    <a:pt x="3757583" y="1793528"/>
                  </a:lnTo>
                  <a:lnTo>
                    <a:pt x="3801275" y="1777656"/>
                  </a:lnTo>
                  <a:lnTo>
                    <a:pt x="3844968" y="1761784"/>
                  </a:lnTo>
                  <a:lnTo>
                    <a:pt x="3888661" y="1745912"/>
                  </a:lnTo>
                  <a:lnTo>
                    <a:pt x="3932354" y="1730040"/>
                  </a:lnTo>
                  <a:lnTo>
                    <a:pt x="3976047" y="1714168"/>
                  </a:lnTo>
                  <a:lnTo>
                    <a:pt x="4019739" y="1698296"/>
                  </a:lnTo>
                  <a:lnTo>
                    <a:pt x="4063432" y="1682424"/>
                  </a:lnTo>
                  <a:lnTo>
                    <a:pt x="4107125" y="1666552"/>
                  </a:lnTo>
                  <a:lnTo>
                    <a:pt x="4150818" y="1650680"/>
                  </a:lnTo>
                  <a:lnTo>
                    <a:pt x="4194511" y="1634808"/>
                  </a:lnTo>
                  <a:lnTo>
                    <a:pt x="4238204" y="1618936"/>
                  </a:lnTo>
                  <a:lnTo>
                    <a:pt x="4281896" y="1603064"/>
                  </a:lnTo>
                  <a:lnTo>
                    <a:pt x="4325589" y="1587192"/>
                  </a:lnTo>
                  <a:lnTo>
                    <a:pt x="4369282" y="1571321"/>
                  </a:lnTo>
                  <a:lnTo>
                    <a:pt x="4412975" y="1555449"/>
                  </a:lnTo>
                  <a:lnTo>
                    <a:pt x="4456668" y="1539577"/>
                  </a:lnTo>
                  <a:lnTo>
                    <a:pt x="4500361" y="1523705"/>
                  </a:lnTo>
                  <a:lnTo>
                    <a:pt x="4544053" y="1507833"/>
                  </a:lnTo>
                  <a:lnTo>
                    <a:pt x="4587746" y="1491961"/>
                  </a:lnTo>
                  <a:lnTo>
                    <a:pt x="4631439" y="1476089"/>
                  </a:lnTo>
                  <a:lnTo>
                    <a:pt x="4675132" y="1460217"/>
                  </a:lnTo>
                  <a:lnTo>
                    <a:pt x="4718825" y="1444345"/>
                  </a:lnTo>
                  <a:lnTo>
                    <a:pt x="4762518" y="1428473"/>
                  </a:lnTo>
                  <a:lnTo>
                    <a:pt x="4806210" y="1412601"/>
                  </a:lnTo>
                  <a:lnTo>
                    <a:pt x="4849903" y="1396729"/>
                  </a:lnTo>
                  <a:lnTo>
                    <a:pt x="4893596" y="1380857"/>
                  </a:lnTo>
                  <a:lnTo>
                    <a:pt x="4937289" y="1364985"/>
                  </a:lnTo>
                  <a:lnTo>
                    <a:pt x="4980982" y="1349114"/>
                  </a:lnTo>
                  <a:lnTo>
                    <a:pt x="5024674" y="1333242"/>
                  </a:lnTo>
                  <a:lnTo>
                    <a:pt x="5068367" y="1317370"/>
                  </a:lnTo>
                  <a:lnTo>
                    <a:pt x="5112060" y="1301498"/>
                  </a:lnTo>
                  <a:lnTo>
                    <a:pt x="5155753" y="1285626"/>
                  </a:lnTo>
                  <a:lnTo>
                    <a:pt x="5199446" y="1269754"/>
                  </a:lnTo>
                  <a:lnTo>
                    <a:pt x="5243139" y="1253882"/>
                  </a:lnTo>
                  <a:lnTo>
                    <a:pt x="5286831" y="1238010"/>
                  </a:lnTo>
                  <a:lnTo>
                    <a:pt x="5330524" y="1222138"/>
                  </a:lnTo>
                  <a:lnTo>
                    <a:pt x="5374217" y="1206266"/>
                  </a:lnTo>
                  <a:lnTo>
                    <a:pt x="5417910" y="1190394"/>
                  </a:lnTo>
                  <a:lnTo>
                    <a:pt x="5461603" y="1174522"/>
                  </a:lnTo>
                  <a:lnTo>
                    <a:pt x="5505296" y="1158650"/>
                  </a:lnTo>
                  <a:lnTo>
                    <a:pt x="5548988" y="1142778"/>
                  </a:lnTo>
                  <a:lnTo>
                    <a:pt x="5592681" y="1126907"/>
                  </a:lnTo>
                  <a:lnTo>
                    <a:pt x="5636374" y="1111035"/>
                  </a:lnTo>
                  <a:lnTo>
                    <a:pt x="5680067" y="1095163"/>
                  </a:lnTo>
                  <a:lnTo>
                    <a:pt x="5723760" y="1079291"/>
                  </a:lnTo>
                  <a:lnTo>
                    <a:pt x="5767453" y="1063419"/>
                  </a:lnTo>
                  <a:lnTo>
                    <a:pt x="5811145" y="1047547"/>
                  </a:lnTo>
                  <a:lnTo>
                    <a:pt x="5854838" y="1031675"/>
                  </a:lnTo>
                  <a:lnTo>
                    <a:pt x="5898531" y="1015803"/>
                  </a:lnTo>
                  <a:lnTo>
                    <a:pt x="5942224" y="999931"/>
                  </a:lnTo>
                  <a:lnTo>
                    <a:pt x="5985917" y="984059"/>
                  </a:lnTo>
                  <a:lnTo>
                    <a:pt x="6029609" y="968187"/>
                  </a:lnTo>
                  <a:lnTo>
                    <a:pt x="6073302" y="952315"/>
                  </a:lnTo>
                  <a:lnTo>
                    <a:pt x="6116995" y="936443"/>
                  </a:lnTo>
                  <a:lnTo>
                    <a:pt x="6160688" y="920571"/>
                  </a:lnTo>
                  <a:lnTo>
                    <a:pt x="6204381" y="904700"/>
                  </a:lnTo>
                  <a:lnTo>
                    <a:pt x="6248074" y="888828"/>
                  </a:lnTo>
                  <a:lnTo>
                    <a:pt x="6291766" y="872956"/>
                  </a:lnTo>
                  <a:lnTo>
                    <a:pt x="6335459" y="857084"/>
                  </a:lnTo>
                  <a:lnTo>
                    <a:pt x="6379152" y="841212"/>
                  </a:lnTo>
                  <a:lnTo>
                    <a:pt x="6422845" y="825340"/>
                  </a:lnTo>
                  <a:lnTo>
                    <a:pt x="6466538" y="809468"/>
                  </a:lnTo>
                  <a:lnTo>
                    <a:pt x="6510231" y="793596"/>
                  </a:lnTo>
                  <a:lnTo>
                    <a:pt x="6553923" y="777724"/>
                  </a:lnTo>
                  <a:lnTo>
                    <a:pt x="6597616" y="761852"/>
                  </a:lnTo>
                  <a:lnTo>
                    <a:pt x="6641309" y="745980"/>
                  </a:lnTo>
                  <a:lnTo>
                    <a:pt x="6685002" y="730108"/>
                  </a:lnTo>
                  <a:lnTo>
                    <a:pt x="6728695" y="714236"/>
                  </a:lnTo>
                  <a:lnTo>
                    <a:pt x="6772388" y="698364"/>
                  </a:lnTo>
                  <a:lnTo>
                    <a:pt x="6816080" y="682492"/>
                  </a:lnTo>
                  <a:lnTo>
                    <a:pt x="6859773" y="666621"/>
                  </a:lnTo>
                  <a:lnTo>
                    <a:pt x="6903466" y="650749"/>
                  </a:lnTo>
                  <a:lnTo>
                    <a:pt x="6947159" y="634877"/>
                  </a:lnTo>
                  <a:lnTo>
                    <a:pt x="6990852" y="619005"/>
                  </a:lnTo>
                  <a:lnTo>
                    <a:pt x="7034544" y="603133"/>
                  </a:lnTo>
                  <a:lnTo>
                    <a:pt x="7078237" y="587261"/>
                  </a:lnTo>
                  <a:lnTo>
                    <a:pt x="7121930" y="571389"/>
                  </a:lnTo>
                  <a:lnTo>
                    <a:pt x="7165623" y="555517"/>
                  </a:lnTo>
                  <a:lnTo>
                    <a:pt x="7209316" y="539645"/>
                  </a:lnTo>
                  <a:lnTo>
                    <a:pt x="7253009" y="523773"/>
                  </a:lnTo>
                  <a:lnTo>
                    <a:pt x="7296701" y="507901"/>
                  </a:lnTo>
                  <a:lnTo>
                    <a:pt x="7340394" y="492029"/>
                  </a:lnTo>
                  <a:lnTo>
                    <a:pt x="7384087" y="476157"/>
                  </a:lnTo>
                  <a:lnTo>
                    <a:pt x="7427780" y="460285"/>
                  </a:lnTo>
                  <a:lnTo>
                    <a:pt x="7471473" y="444414"/>
                  </a:lnTo>
                  <a:lnTo>
                    <a:pt x="7515166" y="428542"/>
                  </a:lnTo>
                  <a:lnTo>
                    <a:pt x="7558858" y="412670"/>
                  </a:lnTo>
                  <a:lnTo>
                    <a:pt x="7602551" y="396798"/>
                  </a:lnTo>
                  <a:lnTo>
                    <a:pt x="7646244" y="380926"/>
                  </a:lnTo>
                  <a:lnTo>
                    <a:pt x="7689937" y="365054"/>
                  </a:lnTo>
                  <a:lnTo>
                    <a:pt x="7733630" y="349182"/>
                  </a:lnTo>
                  <a:lnTo>
                    <a:pt x="7777323" y="333310"/>
                  </a:lnTo>
                  <a:lnTo>
                    <a:pt x="7821015" y="317438"/>
                  </a:lnTo>
                  <a:lnTo>
                    <a:pt x="7864708" y="301566"/>
                  </a:lnTo>
                  <a:lnTo>
                    <a:pt x="7908401" y="285694"/>
                  </a:lnTo>
                  <a:lnTo>
                    <a:pt x="7952094" y="269822"/>
                  </a:lnTo>
                  <a:lnTo>
                    <a:pt x="7995787" y="253950"/>
                  </a:lnTo>
                  <a:lnTo>
                    <a:pt x="8039479" y="238078"/>
                  </a:lnTo>
                  <a:lnTo>
                    <a:pt x="8083172" y="222207"/>
                  </a:lnTo>
                  <a:lnTo>
                    <a:pt x="8126865" y="206335"/>
                  </a:lnTo>
                  <a:lnTo>
                    <a:pt x="8170558" y="190463"/>
                  </a:lnTo>
                  <a:lnTo>
                    <a:pt x="8214251" y="174591"/>
                  </a:lnTo>
                  <a:lnTo>
                    <a:pt x="8257944" y="158719"/>
                  </a:lnTo>
                  <a:lnTo>
                    <a:pt x="8301636" y="142847"/>
                  </a:lnTo>
                  <a:lnTo>
                    <a:pt x="8345329" y="126975"/>
                  </a:lnTo>
                  <a:lnTo>
                    <a:pt x="8389022" y="111103"/>
                  </a:lnTo>
                  <a:lnTo>
                    <a:pt x="8432715" y="95231"/>
                  </a:lnTo>
                  <a:lnTo>
                    <a:pt x="8476408" y="79359"/>
                  </a:lnTo>
                  <a:lnTo>
                    <a:pt x="8520101" y="63487"/>
                  </a:lnTo>
                  <a:lnTo>
                    <a:pt x="8563793" y="47615"/>
                  </a:lnTo>
                  <a:lnTo>
                    <a:pt x="8607486" y="31743"/>
                  </a:lnTo>
                  <a:lnTo>
                    <a:pt x="8651179" y="15871"/>
                  </a:lnTo>
                  <a:lnTo>
                    <a:pt x="8694872" y="0"/>
                  </a:lnTo>
                </a:path>
              </a:pathLst>
            </a:custGeom>
            <a:ln w="32521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8"/>
            <p:cNvSpPr/>
            <p:nvPr/>
          </p:nvSpPr>
          <p:spPr>
            <a:xfrm>
              <a:off x="1208299" y="1957183"/>
              <a:ext cx="8694872" cy="3130181"/>
            </a:xfrm>
            <a:custGeom>
              <a:avLst/>
              <a:pathLst>
                <a:path w="8694872" h="3130181">
                  <a:moveTo>
                    <a:pt x="0" y="3130181"/>
                  </a:moveTo>
                  <a:lnTo>
                    <a:pt x="43692" y="3114451"/>
                  </a:lnTo>
                  <a:lnTo>
                    <a:pt x="87385" y="3098722"/>
                  </a:lnTo>
                  <a:lnTo>
                    <a:pt x="131078" y="3082992"/>
                  </a:lnTo>
                  <a:lnTo>
                    <a:pt x="174771" y="3067263"/>
                  </a:lnTo>
                  <a:lnTo>
                    <a:pt x="218464" y="3051533"/>
                  </a:lnTo>
                  <a:lnTo>
                    <a:pt x="262156" y="3035804"/>
                  </a:lnTo>
                  <a:lnTo>
                    <a:pt x="305849" y="3020074"/>
                  </a:lnTo>
                  <a:lnTo>
                    <a:pt x="349542" y="3004344"/>
                  </a:lnTo>
                  <a:lnTo>
                    <a:pt x="393235" y="2988615"/>
                  </a:lnTo>
                  <a:lnTo>
                    <a:pt x="436928" y="2972885"/>
                  </a:lnTo>
                  <a:lnTo>
                    <a:pt x="480621" y="2957156"/>
                  </a:lnTo>
                  <a:lnTo>
                    <a:pt x="524313" y="2941426"/>
                  </a:lnTo>
                  <a:lnTo>
                    <a:pt x="568006" y="2925697"/>
                  </a:lnTo>
                  <a:lnTo>
                    <a:pt x="611699" y="2909967"/>
                  </a:lnTo>
                  <a:lnTo>
                    <a:pt x="655392" y="2894238"/>
                  </a:lnTo>
                  <a:lnTo>
                    <a:pt x="699085" y="2878508"/>
                  </a:lnTo>
                  <a:lnTo>
                    <a:pt x="742778" y="2862778"/>
                  </a:lnTo>
                  <a:lnTo>
                    <a:pt x="786470" y="2847049"/>
                  </a:lnTo>
                  <a:lnTo>
                    <a:pt x="830163" y="2831319"/>
                  </a:lnTo>
                  <a:lnTo>
                    <a:pt x="873856" y="2815590"/>
                  </a:lnTo>
                  <a:lnTo>
                    <a:pt x="917549" y="2799860"/>
                  </a:lnTo>
                  <a:lnTo>
                    <a:pt x="961242" y="2784131"/>
                  </a:lnTo>
                  <a:lnTo>
                    <a:pt x="1004934" y="2768401"/>
                  </a:lnTo>
                  <a:lnTo>
                    <a:pt x="1048627" y="2752672"/>
                  </a:lnTo>
                  <a:lnTo>
                    <a:pt x="1092320" y="2736942"/>
                  </a:lnTo>
                  <a:lnTo>
                    <a:pt x="1136013" y="2721213"/>
                  </a:lnTo>
                  <a:lnTo>
                    <a:pt x="1179706" y="2705483"/>
                  </a:lnTo>
                  <a:lnTo>
                    <a:pt x="1223399" y="2689753"/>
                  </a:lnTo>
                  <a:lnTo>
                    <a:pt x="1267091" y="2674024"/>
                  </a:lnTo>
                  <a:lnTo>
                    <a:pt x="1310784" y="2658294"/>
                  </a:lnTo>
                  <a:lnTo>
                    <a:pt x="1354477" y="2642565"/>
                  </a:lnTo>
                  <a:lnTo>
                    <a:pt x="1398170" y="2626835"/>
                  </a:lnTo>
                  <a:lnTo>
                    <a:pt x="1441863" y="2611106"/>
                  </a:lnTo>
                  <a:lnTo>
                    <a:pt x="1485556" y="2595376"/>
                  </a:lnTo>
                  <a:lnTo>
                    <a:pt x="1529248" y="2579647"/>
                  </a:lnTo>
                  <a:lnTo>
                    <a:pt x="1572941" y="2563917"/>
                  </a:lnTo>
                  <a:lnTo>
                    <a:pt x="1616634" y="2548187"/>
                  </a:lnTo>
                  <a:lnTo>
                    <a:pt x="1660327" y="2532458"/>
                  </a:lnTo>
                  <a:lnTo>
                    <a:pt x="1704020" y="2516728"/>
                  </a:lnTo>
                  <a:lnTo>
                    <a:pt x="1747713" y="2500999"/>
                  </a:lnTo>
                  <a:lnTo>
                    <a:pt x="1791405" y="2485269"/>
                  </a:lnTo>
                  <a:lnTo>
                    <a:pt x="1835098" y="2469540"/>
                  </a:lnTo>
                  <a:lnTo>
                    <a:pt x="1878791" y="2453810"/>
                  </a:lnTo>
                  <a:lnTo>
                    <a:pt x="1922484" y="2438081"/>
                  </a:lnTo>
                  <a:lnTo>
                    <a:pt x="1966177" y="2422351"/>
                  </a:lnTo>
                  <a:lnTo>
                    <a:pt x="2009869" y="2406621"/>
                  </a:lnTo>
                  <a:lnTo>
                    <a:pt x="2053562" y="2390892"/>
                  </a:lnTo>
                  <a:lnTo>
                    <a:pt x="2097255" y="2375162"/>
                  </a:lnTo>
                  <a:lnTo>
                    <a:pt x="2140948" y="2359433"/>
                  </a:lnTo>
                  <a:lnTo>
                    <a:pt x="2184641" y="2343703"/>
                  </a:lnTo>
                  <a:lnTo>
                    <a:pt x="2228334" y="2327974"/>
                  </a:lnTo>
                  <a:lnTo>
                    <a:pt x="2272026" y="2312244"/>
                  </a:lnTo>
                  <a:lnTo>
                    <a:pt x="2315719" y="2296515"/>
                  </a:lnTo>
                  <a:lnTo>
                    <a:pt x="2359412" y="2280785"/>
                  </a:lnTo>
                  <a:lnTo>
                    <a:pt x="2403105" y="2265055"/>
                  </a:lnTo>
                  <a:lnTo>
                    <a:pt x="2446798" y="2249326"/>
                  </a:lnTo>
                  <a:lnTo>
                    <a:pt x="2490491" y="2233596"/>
                  </a:lnTo>
                  <a:lnTo>
                    <a:pt x="2534183" y="2217867"/>
                  </a:lnTo>
                  <a:lnTo>
                    <a:pt x="2577876" y="2202137"/>
                  </a:lnTo>
                  <a:lnTo>
                    <a:pt x="2621569" y="2186408"/>
                  </a:lnTo>
                  <a:lnTo>
                    <a:pt x="2665262" y="2170678"/>
                  </a:lnTo>
                  <a:lnTo>
                    <a:pt x="2708955" y="2154949"/>
                  </a:lnTo>
                  <a:lnTo>
                    <a:pt x="2752648" y="2139219"/>
                  </a:lnTo>
                  <a:lnTo>
                    <a:pt x="2796340" y="2123489"/>
                  </a:lnTo>
                  <a:lnTo>
                    <a:pt x="2840033" y="2107760"/>
                  </a:lnTo>
                  <a:lnTo>
                    <a:pt x="2883726" y="2092030"/>
                  </a:lnTo>
                  <a:lnTo>
                    <a:pt x="2927419" y="2076301"/>
                  </a:lnTo>
                  <a:lnTo>
                    <a:pt x="2971112" y="2060571"/>
                  </a:lnTo>
                  <a:lnTo>
                    <a:pt x="3014804" y="2044842"/>
                  </a:lnTo>
                  <a:lnTo>
                    <a:pt x="3058497" y="2029112"/>
                  </a:lnTo>
                  <a:lnTo>
                    <a:pt x="3102190" y="2013383"/>
                  </a:lnTo>
                  <a:lnTo>
                    <a:pt x="3145883" y="1997653"/>
                  </a:lnTo>
                  <a:lnTo>
                    <a:pt x="3189576" y="1981923"/>
                  </a:lnTo>
                  <a:lnTo>
                    <a:pt x="3233269" y="1966194"/>
                  </a:lnTo>
                  <a:lnTo>
                    <a:pt x="3276961" y="1950464"/>
                  </a:lnTo>
                  <a:lnTo>
                    <a:pt x="3320654" y="1934735"/>
                  </a:lnTo>
                  <a:lnTo>
                    <a:pt x="3364347" y="1919005"/>
                  </a:lnTo>
                  <a:lnTo>
                    <a:pt x="3408040" y="1903276"/>
                  </a:lnTo>
                  <a:lnTo>
                    <a:pt x="3451733" y="1887546"/>
                  </a:lnTo>
                  <a:lnTo>
                    <a:pt x="3495426" y="1871817"/>
                  </a:lnTo>
                  <a:lnTo>
                    <a:pt x="3539118" y="1856087"/>
                  </a:lnTo>
                  <a:lnTo>
                    <a:pt x="3582811" y="1840357"/>
                  </a:lnTo>
                  <a:lnTo>
                    <a:pt x="3626504" y="1824628"/>
                  </a:lnTo>
                  <a:lnTo>
                    <a:pt x="3670197" y="1808898"/>
                  </a:lnTo>
                  <a:lnTo>
                    <a:pt x="3713890" y="1793169"/>
                  </a:lnTo>
                  <a:lnTo>
                    <a:pt x="3757583" y="1777439"/>
                  </a:lnTo>
                  <a:lnTo>
                    <a:pt x="3801275" y="1761710"/>
                  </a:lnTo>
                  <a:lnTo>
                    <a:pt x="3844968" y="1745980"/>
                  </a:lnTo>
                  <a:lnTo>
                    <a:pt x="3888661" y="1730251"/>
                  </a:lnTo>
                  <a:lnTo>
                    <a:pt x="3932354" y="1714521"/>
                  </a:lnTo>
                  <a:lnTo>
                    <a:pt x="3976047" y="1698791"/>
                  </a:lnTo>
                  <a:lnTo>
                    <a:pt x="4019739" y="1683062"/>
                  </a:lnTo>
                  <a:lnTo>
                    <a:pt x="4063432" y="1667332"/>
                  </a:lnTo>
                  <a:lnTo>
                    <a:pt x="4107125" y="1651603"/>
                  </a:lnTo>
                  <a:lnTo>
                    <a:pt x="4150818" y="1635873"/>
                  </a:lnTo>
                  <a:lnTo>
                    <a:pt x="4194511" y="1620144"/>
                  </a:lnTo>
                  <a:lnTo>
                    <a:pt x="4238204" y="1604414"/>
                  </a:lnTo>
                  <a:lnTo>
                    <a:pt x="4281896" y="1588685"/>
                  </a:lnTo>
                  <a:lnTo>
                    <a:pt x="4325589" y="1572955"/>
                  </a:lnTo>
                  <a:lnTo>
                    <a:pt x="4369282" y="1557225"/>
                  </a:lnTo>
                  <a:lnTo>
                    <a:pt x="4412975" y="1541496"/>
                  </a:lnTo>
                  <a:lnTo>
                    <a:pt x="4456668" y="1525766"/>
                  </a:lnTo>
                  <a:lnTo>
                    <a:pt x="4500361" y="1510037"/>
                  </a:lnTo>
                  <a:lnTo>
                    <a:pt x="4544053" y="1494307"/>
                  </a:lnTo>
                  <a:lnTo>
                    <a:pt x="4587746" y="1478578"/>
                  </a:lnTo>
                  <a:lnTo>
                    <a:pt x="4631439" y="1462848"/>
                  </a:lnTo>
                  <a:lnTo>
                    <a:pt x="4675132" y="1447119"/>
                  </a:lnTo>
                  <a:lnTo>
                    <a:pt x="4718825" y="1431389"/>
                  </a:lnTo>
                  <a:lnTo>
                    <a:pt x="4762518" y="1415659"/>
                  </a:lnTo>
                  <a:lnTo>
                    <a:pt x="4806210" y="1399930"/>
                  </a:lnTo>
                  <a:lnTo>
                    <a:pt x="4849903" y="1384200"/>
                  </a:lnTo>
                  <a:lnTo>
                    <a:pt x="4893596" y="1368471"/>
                  </a:lnTo>
                  <a:lnTo>
                    <a:pt x="4937289" y="1352741"/>
                  </a:lnTo>
                  <a:lnTo>
                    <a:pt x="4980982" y="1337012"/>
                  </a:lnTo>
                  <a:lnTo>
                    <a:pt x="5024674" y="1321282"/>
                  </a:lnTo>
                  <a:lnTo>
                    <a:pt x="5068367" y="1305553"/>
                  </a:lnTo>
                  <a:lnTo>
                    <a:pt x="5112060" y="1289823"/>
                  </a:lnTo>
                  <a:lnTo>
                    <a:pt x="5155753" y="1274093"/>
                  </a:lnTo>
                  <a:lnTo>
                    <a:pt x="5199446" y="1258364"/>
                  </a:lnTo>
                  <a:lnTo>
                    <a:pt x="5243139" y="1242634"/>
                  </a:lnTo>
                  <a:lnTo>
                    <a:pt x="5286831" y="1226905"/>
                  </a:lnTo>
                  <a:lnTo>
                    <a:pt x="5330524" y="1211175"/>
                  </a:lnTo>
                  <a:lnTo>
                    <a:pt x="5374217" y="1195446"/>
                  </a:lnTo>
                  <a:lnTo>
                    <a:pt x="5417910" y="1179716"/>
                  </a:lnTo>
                  <a:lnTo>
                    <a:pt x="5461603" y="1163987"/>
                  </a:lnTo>
                  <a:lnTo>
                    <a:pt x="5505296" y="1148257"/>
                  </a:lnTo>
                  <a:lnTo>
                    <a:pt x="5548988" y="1132527"/>
                  </a:lnTo>
                  <a:lnTo>
                    <a:pt x="5592681" y="1116798"/>
                  </a:lnTo>
                  <a:lnTo>
                    <a:pt x="5636374" y="1101068"/>
                  </a:lnTo>
                  <a:lnTo>
                    <a:pt x="5680067" y="1085339"/>
                  </a:lnTo>
                  <a:lnTo>
                    <a:pt x="5723760" y="1069609"/>
                  </a:lnTo>
                  <a:lnTo>
                    <a:pt x="5767453" y="1053880"/>
                  </a:lnTo>
                  <a:lnTo>
                    <a:pt x="5811145" y="1038150"/>
                  </a:lnTo>
                  <a:lnTo>
                    <a:pt x="5854838" y="1022421"/>
                  </a:lnTo>
                  <a:lnTo>
                    <a:pt x="5898531" y="1006691"/>
                  </a:lnTo>
                  <a:lnTo>
                    <a:pt x="5942224" y="990961"/>
                  </a:lnTo>
                  <a:lnTo>
                    <a:pt x="5985917" y="975232"/>
                  </a:lnTo>
                  <a:lnTo>
                    <a:pt x="6029609" y="959502"/>
                  </a:lnTo>
                  <a:lnTo>
                    <a:pt x="6073302" y="943773"/>
                  </a:lnTo>
                  <a:lnTo>
                    <a:pt x="6116995" y="928043"/>
                  </a:lnTo>
                  <a:lnTo>
                    <a:pt x="6160688" y="912314"/>
                  </a:lnTo>
                  <a:lnTo>
                    <a:pt x="6204381" y="896584"/>
                  </a:lnTo>
                  <a:lnTo>
                    <a:pt x="6248074" y="880855"/>
                  </a:lnTo>
                  <a:lnTo>
                    <a:pt x="6291766" y="865125"/>
                  </a:lnTo>
                  <a:lnTo>
                    <a:pt x="6335459" y="849395"/>
                  </a:lnTo>
                  <a:lnTo>
                    <a:pt x="6379152" y="833666"/>
                  </a:lnTo>
                  <a:lnTo>
                    <a:pt x="6422845" y="817936"/>
                  </a:lnTo>
                  <a:lnTo>
                    <a:pt x="6466538" y="802207"/>
                  </a:lnTo>
                  <a:lnTo>
                    <a:pt x="6510231" y="786477"/>
                  </a:lnTo>
                  <a:lnTo>
                    <a:pt x="6553923" y="770748"/>
                  </a:lnTo>
                  <a:lnTo>
                    <a:pt x="6597616" y="755018"/>
                  </a:lnTo>
                  <a:lnTo>
                    <a:pt x="6641309" y="739289"/>
                  </a:lnTo>
                  <a:lnTo>
                    <a:pt x="6685002" y="723559"/>
                  </a:lnTo>
                  <a:lnTo>
                    <a:pt x="6728695" y="707829"/>
                  </a:lnTo>
                  <a:lnTo>
                    <a:pt x="6772388" y="692100"/>
                  </a:lnTo>
                  <a:lnTo>
                    <a:pt x="6816080" y="676370"/>
                  </a:lnTo>
                  <a:lnTo>
                    <a:pt x="6859773" y="660641"/>
                  </a:lnTo>
                  <a:lnTo>
                    <a:pt x="6903466" y="644911"/>
                  </a:lnTo>
                  <a:lnTo>
                    <a:pt x="6947159" y="629182"/>
                  </a:lnTo>
                  <a:lnTo>
                    <a:pt x="6990852" y="613452"/>
                  </a:lnTo>
                  <a:lnTo>
                    <a:pt x="7034544" y="597723"/>
                  </a:lnTo>
                  <a:lnTo>
                    <a:pt x="7078237" y="581993"/>
                  </a:lnTo>
                  <a:lnTo>
                    <a:pt x="7121930" y="566263"/>
                  </a:lnTo>
                  <a:lnTo>
                    <a:pt x="7165623" y="550534"/>
                  </a:lnTo>
                  <a:lnTo>
                    <a:pt x="7209316" y="534804"/>
                  </a:lnTo>
                  <a:lnTo>
                    <a:pt x="7253009" y="519075"/>
                  </a:lnTo>
                  <a:lnTo>
                    <a:pt x="7296701" y="503345"/>
                  </a:lnTo>
                  <a:lnTo>
                    <a:pt x="7340394" y="487616"/>
                  </a:lnTo>
                  <a:lnTo>
                    <a:pt x="7384087" y="471886"/>
                  </a:lnTo>
                  <a:lnTo>
                    <a:pt x="7427780" y="456157"/>
                  </a:lnTo>
                  <a:lnTo>
                    <a:pt x="7471473" y="440427"/>
                  </a:lnTo>
                  <a:lnTo>
                    <a:pt x="7515166" y="424697"/>
                  </a:lnTo>
                  <a:lnTo>
                    <a:pt x="7558858" y="408968"/>
                  </a:lnTo>
                  <a:lnTo>
                    <a:pt x="7602551" y="393238"/>
                  </a:lnTo>
                  <a:lnTo>
                    <a:pt x="7646244" y="377509"/>
                  </a:lnTo>
                  <a:lnTo>
                    <a:pt x="7689937" y="361779"/>
                  </a:lnTo>
                  <a:lnTo>
                    <a:pt x="7733630" y="346050"/>
                  </a:lnTo>
                  <a:lnTo>
                    <a:pt x="7777323" y="330320"/>
                  </a:lnTo>
                  <a:lnTo>
                    <a:pt x="7821015" y="314591"/>
                  </a:lnTo>
                  <a:lnTo>
                    <a:pt x="7864708" y="298861"/>
                  </a:lnTo>
                  <a:lnTo>
                    <a:pt x="7908401" y="283131"/>
                  </a:lnTo>
                  <a:lnTo>
                    <a:pt x="7952094" y="267402"/>
                  </a:lnTo>
                  <a:lnTo>
                    <a:pt x="7995787" y="251672"/>
                  </a:lnTo>
                  <a:lnTo>
                    <a:pt x="8039479" y="235943"/>
                  </a:lnTo>
                  <a:lnTo>
                    <a:pt x="8083172" y="220213"/>
                  </a:lnTo>
                  <a:lnTo>
                    <a:pt x="8126865" y="204484"/>
                  </a:lnTo>
                  <a:lnTo>
                    <a:pt x="8170558" y="188754"/>
                  </a:lnTo>
                  <a:lnTo>
                    <a:pt x="8214251" y="173025"/>
                  </a:lnTo>
                  <a:lnTo>
                    <a:pt x="8257944" y="157295"/>
                  </a:lnTo>
                  <a:lnTo>
                    <a:pt x="8301636" y="141565"/>
                  </a:lnTo>
                  <a:lnTo>
                    <a:pt x="8345329" y="125836"/>
                  </a:lnTo>
                  <a:lnTo>
                    <a:pt x="8389022" y="110106"/>
                  </a:lnTo>
                  <a:lnTo>
                    <a:pt x="8432715" y="94377"/>
                  </a:lnTo>
                  <a:lnTo>
                    <a:pt x="8476408" y="78647"/>
                  </a:lnTo>
                  <a:lnTo>
                    <a:pt x="8520101" y="62918"/>
                  </a:lnTo>
                  <a:lnTo>
                    <a:pt x="8563793" y="47188"/>
                  </a:lnTo>
                  <a:lnTo>
                    <a:pt x="8607486" y="31459"/>
                  </a:lnTo>
                  <a:lnTo>
                    <a:pt x="8651179" y="15729"/>
                  </a:lnTo>
                  <a:lnTo>
                    <a:pt x="8694872" y="0"/>
                  </a:lnTo>
                </a:path>
              </a:pathLst>
            </a:custGeom>
            <a:ln w="32521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" name="pl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" name="pl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" name="pl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" name="pl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" name="pl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" name="pl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" name="pl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" name="pl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" name="pl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" name="pl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" name="pl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" name="pl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" name="pl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" name="pl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" name="pl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" name="pl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" name="pl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" name="pl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" name="pl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" name="pl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" name="pl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" name="pl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" name="pl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" name="pl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" name="pl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" name="pl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" name="pl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" name="pl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" name="pl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" name="pl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" name="pl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" name="pl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" name="pl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" name="pl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" name="pl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" name="pl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" name="pl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" name="pl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" name="pl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" name="pl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" name="pl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" name="pl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" name="pl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" name="pl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" name="pl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" name="pl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" name="pl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" name="pl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" name="pl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" name="pl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" name="pl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" name="pl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" name="pl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" name="pl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" name="pl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" name="pl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" name="pl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" name="pl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" name="pl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" name="pl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" name="pl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" name="pl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" name="pl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" name="pl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" name="pl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" name="pl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" name="pl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" name="pl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" name="pl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" name="pl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" name="pl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" name="pl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" name="pl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" name="pl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" name="pl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" name="pl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" name="pl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" name="pl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" name="pl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" name="pl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" name="pl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" name="pl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" name="pl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" name="pl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" name="pl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" name="pl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" name="pl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" name="pl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" name="pl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" name="pl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" name="pl1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" name="pl1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" name="pl1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" name="pl1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" name="pl1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" name="pl1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" name="pl1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" name="pl1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" name="pl1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" name="pl1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" name="pl1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" name="pl1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" name="pl1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" name="pl1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" name="pl1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" name="pl1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" name="pl1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" name="pl1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" name="pl1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" name="pl1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" name="pl1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" name="pl1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" name="pl1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" name="pl1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" name="pl1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" name="pl1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" name="pl1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" name="pl1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" name="pl1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" name="pl1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" name="pl1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" name="pl1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" name="pl1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" name="pl1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" name="pl1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" name="pl1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" name="pl1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" name="pl1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" name="pl1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" name="pl1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" name="pl1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" name="pl1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" name="pl1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" name="pl1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" name="pl1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" name="pl1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" name="pl1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" name="pl1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" name="pl1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" name="pl1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" name="pl1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" name="pl1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" name="pl1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" name="pl1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" name="pl1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" name="pl1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" name="pl1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" name="pl1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" name="pl1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" name="pl1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" name="pl1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" name="pl1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" name="pl1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" name="pl1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" name="pl1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" name="pl1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" name="pl1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" name="pl1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" name="pl1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" name="pl1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" name="pl1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" name="pl1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" name="pl1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" name="pl1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" name="pl1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" name="pl1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" name="pl1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" name="pl1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" name="pl1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" name="pl1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" name="pl1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" name="pl1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" name="pl1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" name="pl1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" name="pl1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" name="pl1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" name="pl1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" name="pl1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" name="pl1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" name="pl1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" name="pl1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" name="pl1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" name="pl1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" name="pl1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" name="pl1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" name="pl1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" name="pl1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" name="pl1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" name="pl1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" name="pl1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" name="pl2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" name="pl2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" name="pl2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" name="pl2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" name="pl2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" name="pl2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" name="pl2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" name="pl2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" name="pl2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" name="pl2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" name="pl2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" name="pl2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" name="pl2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" name="pl2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" name="pl2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" name="pl2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" name="pl2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" name="pl2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" name="pl2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" name="pl2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" name="pl2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" name="pl2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" name="pl2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" name="pl2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" name="pl2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" name="pl2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" name="pl2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" name="pl2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" name="pl2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" name="pl2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" name="pl2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" name="pl2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" name="pl2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" name="pl2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" name="pl2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" name="pl2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" name="pl2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" name="pl2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" name="pl2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" name="pl2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" name="pl2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" name="pl2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" name="pl2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" name="pl2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" name="pl2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" name="pl2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" name="pl2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" name="pl2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" name="pl2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" name="pl2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" name="pl2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" name="pl2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" name="pl2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" name="pl2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" name="pl2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" name="pl2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" name="pl2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" name="pl2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" name="pl2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" name="pl2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" name="pl2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" name="pl2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" name="pl2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" name="pl2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" name="pl2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" name="pl2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" name="pl2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" name="pl2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" name="pl2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" name="pl2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" name="pl2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" name="pl2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" name="pl2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4" name="pl2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5" name="pl2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6" name="pl2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7" name="pl2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8" name="pl2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9" name="pl2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0" name="pl2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1" name="pl2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2" name="pl2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3" name="pl2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4" name="pl2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5" name="pl2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6" name="pl2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7" name="pl2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8" name="pl2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9" name="pl2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0" name="pl2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1" name="pl2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2" name="pl2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3" name="pl2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4" name="pl2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5" name="pl2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6" name="pl2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7" name="pl2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8" name="pl2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9" name="pl2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0" name="pl2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1" name="pl3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2" name="pl3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3" name="pl3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4" name="pl3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5" name="pl3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6" name="pl3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7" name="pl3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8" name="pl3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9" name="pl3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0" name="pl3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1" name="pl3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2" name="pl3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3" name="pl3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4" name="pl3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5" name="pl3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6" name="pl3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7" name="pl3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8" name="pl3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9" name="pl3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0" name="pl3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1" name="pl3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2" name="pl3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3" name="pl3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4" name="pl3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5" name="pl3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6" name="pl3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7" name="pl3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8" name="pl3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9" name="pl3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0" name="pl3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1" name="pl3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2" name="pl3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3" name="pl3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4" name="pl3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5" name="pl3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6" name="pl3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7" name="pl3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8" name="pl3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9" name="pl3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0" name="pl3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1" name="pl3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2" name="pl3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3" name="pl3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4" name="pl3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5" name="pl3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6" name="pl3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7" name="pl3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8" name="pl3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9" name="pl3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0" name="pl3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1" name="pl3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2" name="pl3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3" name="pl3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4" name="pl3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5" name="pl3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6" name="pl3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7" name="pl3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8" name="pl3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9" name="pl3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0" name="pl3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1" name="pl3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2" name="pl3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3" name="pl3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4" name="pl3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5" name="pl3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6" name="pl3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7" name="pl3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8" name="pl3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9" name="pl3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0" name="pl3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1" name="pl3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2" name="pl3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3" name="pl3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4" name="pl3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5" name="pl3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6" name="pl3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7" name="pl3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8" name="pl3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9" name="pl3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0" name="pl3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1" name="pl3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2" name="pl3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3" name="pl3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4" name="pl3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5" name="pl3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6" name="pl3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7" name="pl3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8" name="pl3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9" name="pl3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0" name="pl3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1" name="pl3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2" name="pl3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3" name="pl3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4" name="pl3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5" name="pl3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6" name="pl3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7" name="pl3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8" name="pl3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9" name="pl3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0" name="pl3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1" name="pl4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2" name="pl4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3" name="pl4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4" name="pl4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5" name="pl4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6" name="pl4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7" name="pl4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8" name="pl4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9" name="pl4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0" name="pl4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1" name="pl4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2" name="pl4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3" name="pl4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4" name="pl4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5" name="pl4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6" name="pl4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7" name="pl4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8" name="pl4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9" name="pl4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0" name="pl4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1" name="pl4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2" name="pl4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3" name="pl4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4" name="pl4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5" name="pl4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6" name="pl4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7" name="pl4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8" name="pl4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9" name="pl4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0" name="pl4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1" name="pl4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2" name="pl4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3" name="pl4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4" name="pl4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5" name="pl4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6" name="pl4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7" name="pl4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8" name="pl4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9" name="pl4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0" name="pl4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1" name="pl4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2" name="pl4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3" name="pl4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4" name="pl4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5" name="pl4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6" name="pl4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7" name="pl4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8" name="pl4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9" name="pl4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0" name="pl4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1" name="pl4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2" name="pl4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3" name="pl4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4" name="pl4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5" name="pl4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6" name="pl4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7" name="pl4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8" name="pl4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9" name="pl4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0" name="pl4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1" name="pl4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2" name="pl4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3" name="pl4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4" name="pl4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5" name="pl4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6" name="pl4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7" name="pl4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8" name="pl4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9" name="pl4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0" name="pl4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1" name="pl4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2" name="pl4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3" name="pl4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4" name="pl4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5" name="pl4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6" name="pl4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7" name="pl4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8" name="pl4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9" name="pl4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0" name="pl4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1" name="pl4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2" name="pl4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3" name="pl4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4" name="pl4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5" name="pl4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6" name="pl4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7" name="pl4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8" name="pl4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9" name="pl4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0" name="pl4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1" name="pl4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2" name="pl4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3" name="pl4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4" name="pl4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5" name="pl4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6" name="pl4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7" name="pl4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8" name="pl4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9" name="pl4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0" name="pl4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1" name="pl5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2" name="pl5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3" name="pl5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4" name="pl5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5" name="pl5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6" name="pl5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7" name="pl5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8" name="pl5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9" name="pl5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0" name="pl5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1" name="pl5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2" name="pl5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3" name="pl5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4" name="pl5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5" name="pl5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6" name="pl5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7" name="pl5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8" name="pl5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9" name="pl5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0" name="pl5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1" name="pl5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2" name="pl5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3" name="pl5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4" name="pl5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5" name="pl5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6" name="pl5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7" name="pl5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8" name="pl5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9" name="pl5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0" name="pl5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1" name="pl5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2" name="pl5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3" name="pl5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4" name="pl5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5" name="pl5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6" name="pl5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7" name="pl5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8" name="pl5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9" name="pl5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0" name="pl5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1" name="pl5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2" name="pl5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3" name="pl5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4" name="pl5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5" name="pl5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6" name="pl5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7" name="pl5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8" name="pl5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9" name="pl5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0" name="pl5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1" name="pl5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2" name="pl5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3" name="pl5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4" name="pl5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5" name="pl5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6" name="pl5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7" name="pl5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8" name="pl5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9" name="pl5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0" name="pl5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1" name="pl5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2" name="pl5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3" name="pl5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4" name="pl5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5" name="pl5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6" name="pl5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7" name="pl5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8" name="pl5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9" name="pl5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0" name="pl5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1" name="pl5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2" name="pl5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3" name="pl5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4" name="pl5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5" name="pl5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6" name="pl5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7" name="pl5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8" name="pl5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9" name="pl5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0" name="pl5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1" name="pl5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2" name="pl5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3" name="pl5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4" name="pl5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5" name="pl5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6" name="pl5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7" name="pl5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8" name="pl5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9" name="pl5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0" name="pl5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1" name="pl5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2" name="pl5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3" name="pl5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4" name="pl5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5" name="pl5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6" name="pl5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7" name="pl5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8" name="pl5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9" name="pl5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0" name="pl5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1" name="pl6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2" name="pl6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3" name="pl6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4" name="pl6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5" name="pl6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6" name="pl6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7" name="pl6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8" name="pl6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9" name="pl6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0" name="pl609"/>
            <p:cNvSpPr/>
            <p:nvPr/>
          </p:nvSpPr>
          <p:spPr>
            <a:xfrm>
              <a:off x="773555" y="1410558"/>
              <a:ext cx="0" cy="4605405"/>
            </a:xfrm>
            <a:custGeom>
              <a:avLst/>
              <a:pathLst>
                <a:path w="0" h="4605405">
                  <a:moveTo>
                    <a:pt x="0" y="4605405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" name="tx610"/>
            <p:cNvSpPr/>
            <p:nvPr/>
          </p:nvSpPr>
          <p:spPr>
            <a:xfrm>
              <a:off x="626081" y="5759128"/>
              <a:ext cx="73456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</a:t>
              </a:r>
            </a:p>
          </p:txBody>
        </p:sp>
        <p:sp>
          <p:nvSpPr>
            <p:cNvPr id="612" name="tx611"/>
            <p:cNvSpPr/>
            <p:nvPr/>
          </p:nvSpPr>
          <p:spPr>
            <a:xfrm>
              <a:off x="552624" y="4921782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613" name="tx612"/>
            <p:cNvSpPr/>
            <p:nvPr/>
          </p:nvSpPr>
          <p:spPr>
            <a:xfrm>
              <a:off x="552624" y="4084113"/>
              <a:ext cx="146913" cy="9519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614" name="tx613"/>
            <p:cNvSpPr/>
            <p:nvPr/>
          </p:nvSpPr>
          <p:spPr>
            <a:xfrm>
              <a:off x="552624" y="3246960"/>
              <a:ext cx="146913" cy="9499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615" name="tx614"/>
            <p:cNvSpPr/>
            <p:nvPr/>
          </p:nvSpPr>
          <p:spPr>
            <a:xfrm>
              <a:off x="552624" y="2409484"/>
              <a:ext cx="146913" cy="9512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616" name="tx615"/>
            <p:cNvSpPr/>
            <p:nvPr/>
          </p:nvSpPr>
          <p:spPr>
            <a:xfrm>
              <a:off x="552624" y="1572396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50</a:t>
              </a:r>
            </a:p>
          </p:txBody>
        </p:sp>
        <p:sp>
          <p:nvSpPr>
            <p:cNvPr id="617" name="pl616"/>
            <p:cNvSpPr/>
            <p:nvPr/>
          </p:nvSpPr>
          <p:spPr>
            <a:xfrm>
              <a:off x="732434" y="5806627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" name="pl617"/>
            <p:cNvSpPr/>
            <p:nvPr/>
          </p:nvSpPr>
          <p:spPr>
            <a:xfrm>
              <a:off x="732434" y="4969280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" name="pl618"/>
            <p:cNvSpPr/>
            <p:nvPr/>
          </p:nvSpPr>
          <p:spPr>
            <a:xfrm>
              <a:off x="732434" y="4131934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" name="pl619"/>
            <p:cNvSpPr/>
            <p:nvPr/>
          </p:nvSpPr>
          <p:spPr>
            <a:xfrm>
              <a:off x="732434" y="3294587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" name="pl620"/>
            <p:cNvSpPr/>
            <p:nvPr/>
          </p:nvSpPr>
          <p:spPr>
            <a:xfrm>
              <a:off x="732434" y="2457241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" name="pl621"/>
            <p:cNvSpPr/>
            <p:nvPr/>
          </p:nvSpPr>
          <p:spPr>
            <a:xfrm>
              <a:off x="732434" y="1619894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" name="pl622"/>
            <p:cNvSpPr/>
            <p:nvPr/>
          </p:nvSpPr>
          <p:spPr>
            <a:xfrm>
              <a:off x="773555" y="6015963"/>
              <a:ext cx="9564359" cy="0"/>
            </a:xfrm>
            <a:custGeom>
              <a:avLst/>
              <a:pathLst>
                <a:path w="9564359" h="0">
                  <a:moveTo>
                    <a:pt x="0" y="0"/>
                  </a:moveTo>
                  <a:lnTo>
                    <a:pt x="9564359" y="0"/>
                  </a:lnTo>
                </a:path>
              </a:pathLst>
            </a:custGeom>
            <a:ln w="16014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" name="pl623"/>
            <p:cNvSpPr/>
            <p:nvPr/>
          </p:nvSpPr>
          <p:spPr>
            <a:xfrm>
              <a:off x="1208299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" name="pl624"/>
            <p:cNvSpPr/>
            <p:nvPr/>
          </p:nvSpPr>
          <p:spPr>
            <a:xfrm>
              <a:off x="2947273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" name="pl625"/>
            <p:cNvSpPr/>
            <p:nvPr/>
          </p:nvSpPr>
          <p:spPr>
            <a:xfrm>
              <a:off x="4686248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" name="pl626"/>
            <p:cNvSpPr/>
            <p:nvPr/>
          </p:nvSpPr>
          <p:spPr>
            <a:xfrm>
              <a:off x="6425222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" name="pl627"/>
            <p:cNvSpPr/>
            <p:nvPr/>
          </p:nvSpPr>
          <p:spPr>
            <a:xfrm>
              <a:off x="8164197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" name="pl628"/>
            <p:cNvSpPr/>
            <p:nvPr/>
          </p:nvSpPr>
          <p:spPr>
            <a:xfrm>
              <a:off x="9903171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" name="tx629"/>
            <p:cNvSpPr/>
            <p:nvPr/>
          </p:nvSpPr>
          <p:spPr>
            <a:xfrm>
              <a:off x="1171570" y="6089852"/>
              <a:ext cx="73456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</a:t>
              </a:r>
            </a:p>
          </p:txBody>
        </p:sp>
        <p:sp>
          <p:nvSpPr>
            <p:cNvPr id="631" name="tx630"/>
            <p:cNvSpPr/>
            <p:nvPr/>
          </p:nvSpPr>
          <p:spPr>
            <a:xfrm>
              <a:off x="2873816" y="6089852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632" name="tx631"/>
            <p:cNvSpPr/>
            <p:nvPr/>
          </p:nvSpPr>
          <p:spPr>
            <a:xfrm>
              <a:off x="4612791" y="6089529"/>
              <a:ext cx="146913" cy="9519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633" name="tx632"/>
            <p:cNvSpPr/>
            <p:nvPr/>
          </p:nvSpPr>
          <p:spPr>
            <a:xfrm>
              <a:off x="6351765" y="6089723"/>
              <a:ext cx="146913" cy="9499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634" name="tx633"/>
            <p:cNvSpPr/>
            <p:nvPr/>
          </p:nvSpPr>
          <p:spPr>
            <a:xfrm>
              <a:off x="8090740" y="6089594"/>
              <a:ext cx="146913" cy="9512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635" name="tx634"/>
            <p:cNvSpPr/>
            <p:nvPr/>
          </p:nvSpPr>
          <p:spPr>
            <a:xfrm>
              <a:off x="9829714" y="6089852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50</a:t>
              </a:r>
            </a:p>
          </p:txBody>
        </p:sp>
        <p:sp>
          <p:nvSpPr>
            <p:cNvPr id="636" name="tx635"/>
            <p:cNvSpPr/>
            <p:nvPr/>
          </p:nvSpPr>
          <p:spPr>
            <a:xfrm>
              <a:off x="4812341" y="6217005"/>
              <a:ext cx="1486786" cy="15647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Subjective response</a:t>
              </a:r>
            </a:p>
          </p:txBody>
        </p:sp>
        <p:sp>
          <p:nvSpPr>
            <p:cNvPr id="637" name="tx636"/>
            <p:cNvSpPr/>
            <p:nvPr/>
          </p:nvSpPr>
          <p:spPr>
            <a:xfrm rot="-5400000">
              <a:off x="-176788" y="3635023"/>
              <a:ext cx="1147074" cy="15647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Objective mean</a:t>
              </a:r>
            </a:p>
          </p:txBody>
        </p:sp>
        <p:sp>
          <p:nvSpPr>
            <p:cNvPr id="638" name="rc637"/>
            <p:cNvSpPr/>
            <p:nvPr/>
          </p:nvSpPr>
          <p:spPr>
            <a:xfrm>
              <a:off x="10502398" y="3183243"/>
              <a:ext cx="1119680" cy="106003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9" name="tx638"/>
            <p:cNvSpPr/>
            <p:nvPr/>
          </p:nvSpPr>
          <p:spPr>
            <a:xfrm>
              <a:off x="10584639" y="3248354"/>
              <a:ext cx="733921" cy="1538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Array size</a:t>
              </a:r>
            </a:p>
          </p:txBody>
        </p:sp>
        <p:sp>
          <p:nvSpPr>
            <p:cNvPr id="640" name="rc639"/>
            <p:cNvSpPr/>
            <p:nvPr/>
          </p:nvSpPr>
          <p:spPr>
            <a:xfrm>
              <a:off x="10584639" y="3502669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1" name="pl640"/>
            <p:cNvSpPr/>
            <p:nvPr/>
          </p:nvSpPr>
          <p:spPr>
            <a:xfrm>
              <a:off x="10606585" y="3612397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" name="rc641"/>
            <p:cNvSpPr/>
            <p:nvPr/>
          </p:nvSpPr>
          <p:spPr>
            <a:xfrm>
              <a:off x="10584639" y="3722125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3" name="pl642"/>
            <p:cNvSpPr/>
            <p:nvPr/>
          </p:nvSpPr>
          <p:spPr>
            <a:xfrm>
              <a:off x="10606585" y="3831853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" name="rc643"/>
            <p:cNvSpPr/>
            <p:nvPr/>
          </p:nvSpPr>
          <p:spPr>
            <a:xfrm>
              <a:off x="10584639" y="3941581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5" name="pl644"/>
            <p:cNvSpPr/>
            <p:nvPr/>
          </p:nvSpPr>
          <p:spPr>
            <a:xfrm>
              <a:off x="10606585" y="4051309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" name="tx645"/>
            <p:cNvSpPr/>
            <p:nvPr/>
          </p:nvSpPr>
          <p:spPr>
            <a:xfrm>
              <a:off x="10886337" y="3539553"/>
              <a:ext cx="580042" cy="1202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 squares</a:t>
              </a:r>
            </a:p>
          </p:txBody>
        </p:sp>
        <p:sp>
          <p:nvSpPr>
            <p:cNvPr id="647" name="tx646"/>
            <p:cNvSpPr/>
            <p:nvPr/>
          </p:nvSpPr>
          <p:spPr>
            <a:xfrm>
              <a:off x="10886337" y="3759331"/>
              <a:ext cx="653499" cy="11989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 squares</a:t>
              </a:r>
            </a:p>
          </p:txBody>
        </p:sp>
        <p:sp>
          <p:nvSpPr>
            <p:cNvPr id="648" name="tx647"/>
            <p:cNvSpPr/>
            <p:nvPr/>
          </p:nvSpPr>
          <p:spPr>
            <a:xfrm>
              <a:off x="10886337" y="3978465"/>
              <a:ext cx="653499" cy="1202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 squares</a:t>
              </a:r>
            </a:p>
          </p:txBody>
        </p:sp>
        <p:sp>
          <p:nvSpPr>
            <p:cNvPr id="649" name="tx648"/>
            <p:cNvSpPr/>
            <p:nvPr/>
          </p:nvSpPr>
          <p:spPr>
            <a:xfrm>
              <a:off x="773555" y="1136855"/>
              <a:ext cx="2542120" cy="1549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Average participant regression line</a:t>
              </a:r>
            </a:p>
          </p:txBody>
        </p:sp>
        <p:sp>
          <p:nvSpPr>
            <p:cNvPr id="650" name="tx649"/>
            <p:cNvSpPr/>
            <p:nvPr/>
          </p:nvSpPr>
          <p:spPr>
            <a:xfrm>
              <a:off x="773555" y="860895"/>
              <a:ext cx="2929331" cy="18641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5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56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Experiment 3 - Average condition</a:t>
              </a:r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p:ph/>
          </p:nvPr>
        </p:nvSpPr>
        <p:spPr>
          <a:xfrm>
            <a:off x="274320" y="182880"/>
            <a:ext cx="11430000" cy="457200"/>
          </a:xfrm>
        </p:spPr>
        <p:txBody>
          <a:bodyPr/>
          <a:lstStyle/>
          <a:p>
            <a:r>
              <a:rPr/>
              <a:t>Exp 3 - Experience participant regression</a:t>
            </a:r>
          </a:p>
        </p:txBody>
      </p:sp>
      <p:grpSp xmlns:pic="http://schemas.openxmlformats.org/drawingml/2006/picture">
        <p:nvGrpSpPr>
          <p:cNvPr id="3" name=""/>
          <p:cNvGrpSpPr/>
          <p:nvPr/>
        </p:nvGrpSpPr>
        <p:grpSpPr>
          <a:xfrm>
            <a:off x="274320" y="822960"/>
            <a:ext cx="11430000" cy="5669280"/>
            <a:chOff x="274320" y="822960"/>
            <a:chExt cx="11430000" cy="5669280"/>
          </a:xfrm>
        </p:grpSpPr>
        <p:sp>
          <p:nvSpPr>
            <p:cNvPr id="4" name="rc3"/>
            <p:cNvSpPr/>
            <p:nvPr/>
          </p:nvSpPr>
          <p:spPr>
            <a:xfrm>
              <a:off x="274320" y="822960"/>
              <a:ext cx="1143000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4"/>
            <p:cNvSpPr/>
            <p:nvPr/>
          </p:nvSpPr>
          <p:spPr>
            <a:xfrm>
              <a:off x="11704319" y="822960"/>
              <a:ext cx="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6014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rc5"/>
            <p:cNvSpPr/>
            <p:nvPr/>
          </p:nvSpPr>
          <p:spPr>
            <a:xfrm>
              <a:off x="773555" y="1410558"/>
              <a:ext cx="9564359" cy="460540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6"/>
            <p:cNvSpPr/>
            <p:nvPr/>
          </p:nvSpPr>
          <p:spPr>
            <a:xfrm>
              <a:off x="1208299" y="1967987"/>
              <a:ext cx="8694872" cy="3006964"/>
            </a:xfrm>
            <a:custGeom>
              <a:avLst/>
              <a:pathLst>
                <a:path w="8694872" h="3006964">
                  <a:moveTo>
                    <a:pt x="0" y="3006964"/>
                  </a:moveTo>
                  <a:lnTo>
                    <a:pt x="43692" y="2991854"/>
                  </a:lnTo>
                  <a:lnTo>
                    <a:pt x="87385" y="2976744"/>
                  </a:lnTo>
                  <a:lnTo>
                    <a:pt x="131078" y="2961633"/>
                  </a:lnTo>
                  <a:lnTo>
                    <a:pt x="174771" y="2946523"/>
                  </a:lnTo>
                  <a:lnTo>
                    <a:pt x="218464" y="2931413"/>
                  </a:lnTo>
                  <a:lnTo>
                    <a:pt x="262156" y="2916302"/>
                  </a:lnTo>
                  <a:lnTo>
                    <a:pt x="305849" y="2901192"/>
                  </a:lnTo>
                  <a:lnTo>
                    <a:pt x="349542" y="2886081"/>
                  </a:lnTo>
                  <a:lnTo>
                    <a:pt x="393235" y="2870971"/>
                  </a:lnTo>
                  <a:lnTo>
                    <a:pt x="436928" y="2855861"/>
                  </a:lnTo>
                  <a:lnTo>
                    <a:pt x="480621" y="2840750"/>
                  </a:lnTo>
                  <a:lnTo>
                    <a:pt x="524313" y="2825640"/>
                  </a:lnTo>
                  <a:lnTo>
                    <a:pt x="568006" y="2810530"/>
                  </a:lnTo>
                  <a:lnTo>
                    <a:pt x="611699" y="2795419"/>
                  </a:lnTo>
                  <a:lnTo>
                    <a:pt x="655392" y="2780309"/>
                  </a:lnTo>
                  <a:lnTo>
                    <a:pt x="699085" y="2765198"/>
                  </a:lnTo>
                  <a:lnTo>
                    <a:pt x="742778" y="2750088"/>
                  </a:lnTo>
                  <a:lnTo>
                    <a:pt x="786470" y="2734978"/>
                  </a:lnTo>
                  <a:lnTo>
                    <a:pt x="830163" y="2719867"/>
                  </a:lnTo>
                  <a:lnTo>
                    <a:pt x="873856" y="2704757"/>
                  </a:lnTo>
                  <a:lnTo>
                    <a:pt x="917549" y="2689647"/>
                  </a:lnTo>
                  <a:lnTo>
                    <a:pt x="961242" y="2674536"/>
                  </a:lnTo>
                  <a:lnTo>
                    <a:pt x="1004934" y="2659426"/>
                  </a:lnTo>
                  <a:lnTo>
                    <a:pt x="1048627" y="2644315"/>
                  </a:lnTo>
                  <a:lnTo>
                    <a:pt x="1092320" y="2629205"/>
                  </a:lnTo>
                  <a:lnTo>
                    <a:pt x="1136013" y="2614095"/>
                  </a:lnTo>
                  <a:lnTo>
                    <a:pt x="1179706" y="2598984"/>
                  </a:lnTo>
                  <a:lnTo>
                    <a:pt x="1223399" y="2583874"/>
                  </a:lnTo>
                  <a:lnTo>
                    <a:pt x="1267091" y="2568764"/>
                  </a:lnTo>
                  <a:lnTo>
                    <a:pt x="1310784" y="2553653"/>
                  </a:lnTo>
                  <a:lnTo>
                    <a:pt x="1354477" y="2538543"/>
                  </a:lnTo>
                  <a:lnTo>
                    <a:pt x="1398170" y="2523432"/>
                  </a:lnTo>
                  <a:lnTo>
                    <a:pt x="1441863" y="2508322"/>
                  </a:lnTo>
                  <a:lnTo>
                    <a:pt x="1485556" y="2493212"/>
                  </a:lnTo>
                  <a:lnTo>
                    <a:pt x="1529248" y="2478101"/>
                  </a:lnTo>
                  <a:lnTo>
                    <a:pt x="1572941" y="2462991"/>
                  </a:lnTo>
                  <a:lnTo>
                    <a:pt x="1616634" y="2447881"/>
                  </a:lnTo>
                  <a:lnTo>
                    <a:pt x="1660327" y="2432770"/>
                  </a:lnTo>
                  <a:lnTo>
                    <a:pt x="1704020" y="2417660"/>
                  </a:lnTo>
                  <a:lnTo>
                    <a:pt x="1747713" y="2402549"/>
                  </a:lnTo>
                  <a:lnTo>
                    <a:pt x="1791405" y="2387439"/>
                  </a:lnTo>
                  <a:lnTo>
                    <a:pt x="1835098" y="2372329"/>
                  </a:lnTo>
                  <a:lnTo>
                    <a:pt x="1878791" y="2357218"/>
                  </a:lnTo>
                  <a:lnTo>
                    <a:pt x="1922484" y="2342108"/>
                  </a:lnTo>
                  <a:lnTo>
                    <a:pt x="1966177" y="2326998"/>
                  </a:lnTo>
                  <a:lnTo>
                    <a:pt x="2009869" y="2311887"/>
                  </a:lnTo>
                  <a:lnTo>
                    <a:pt x="2053562" y="2296777"/>
                  </a:lnTo>
                  <a:lnTo>
                    <a:pt x="2097255" y="2281666"/>
                  </a:lnTo>
                  <a:lnTo>
                    <a:pt x="2140948" y="2266556"/>
                  </a:lnTo>
                  <a:lnTo>
                    <a:pt x="2184641" y="2251446"/>
                  </a:lnTo>
                  <a:lnTo>
                    <a:pt x="2228334" y="2236335"/>
                  </a:lnTo>
                  <a:lnTo>
                    <a:pt x="2272026" y="2221225"/>
                  </a:lnTo>
                  <a:lnTo>
                    <a:pt x="2315719" y="2206115"/>
                  </a:lnTo>
                  <a:lnTo>
                    <a:pt x="2359412" y="2191004"/>
                  </a:lnTo>
                  <a:lnTo>
                    <a:pt x="2403105" y="2175894"/>
                  </a:lnTo>
                  <a:lnTo>
                    <a:pt x="2446798" y="2160783"/>
                  </a:lnTo>
                  <a:lnTo>
                    <a:pt x="2490491" y="2145673"/>
                  </a:lnTo>
                  <a:lnTo>
                    <a:pt x="2534183" y="2130563"/>
                  </a:lnTo>
                  <a:lnTo>
                    <a:pt x="2577876" y="2115452"/>
                  </a:lnTo>
                  <a:lnTo>
                    <a:pt x="2621569" y="2100342"/>
                  </a:lnTo>
                  <a:lnTo>
                    <a:pt x="2665262" y="2085231"/>
                  </a:lnTo>
                  <a:lnTo>
                    <a:pt x="2708955" y="2070121"/>
                  </a:lnTo>
                  <a:lnTo>
                    <a:pt x="2752648" y="2055011"/>
                  </a:lnTo>
                  <a:lnTo>
                    <a:pt x="2796340" y="2039900"/>
                  </a:lnTo>
                  <a:lnTo>
                    <a:pt x="2840033" y="2024790"/>
                  </a:lnTo>
                  <a:lnTo>
                    <a:pt x="2883726" y="2009680"/>
                  </a:lnTo>
                  <a:lnTo>
                    <a:pt x="2927419" y="1994569"/>
                  </a:lnTo>
                  <a:lnTo>
                    <a:pt x="2971112" y="1979459"/>
                  </a:lnTo>
                  <a:lnTo>
                    <a:pt x="3014804" y="1964348"/>
                  </a:lnTo>
                  <a:lnTo>
                    <a:pt x="3058497" y="1949238"/>
                  </a:lnTo>
                  <a:lnTo>
                    <a:pt x="3102190" y="1934128"/>
                  </a:lnTo>
                  <a:lnTo>
                    <a:pt x="3145883" y="1919017"/>
                  </a:lnTo>
                  <a:lnTo>
                    <a:pt x="3189576" y="1903907"/>
                  </a:lnTo>
                  <a:lnTo>
                    <a:pt x="3233269" y="1888797"/>
                  </a:lnTo>
                  <a:lnTo>
                    <a:pt x="3276961" y="1873686"/>
                  </a:lnTo>
                  <a:lnTo>
                    <a:pt x="3320654" y="1858576"/>
                  </a:lnTo>
                  <a:lnTo>
                    <a:pt x="3364347" y="1843465"/>
                  </a:lnTo>
                  <a:lnTo>
                    <a:pt x="3408040" y="1828355"/>
                  </a:lnTo>
                  <a:lnTo>
                    <a:pt x="3451733" y="1813245"/>
                  </a:lnTo>
                  <a:lnTo>
                    <a:pt x="3495426" y="1798134"/>
                  </a:lnTo>
                  <a:lnTo>
                    <a:pt x="3539118" y="1783024"/>
                  </a:lnTo>
                  <a:lnTo>
                    <a:pt x="3582811" y="1767914"/>
                  </a:lnTo>
                  <a:lnTo>
                    <a:pt x="3626504" y="1752803"/>
                  </a:lnTo>
                  <a:lnTo>
                    <a:pt x="3670197" y="1737693"/>
                  </a:lnTo>
                  <a:lnTo>
                    <a:pt x="3713890" y="1722582"/>
                  </a:lnTo>
                  <a:lnTo>
                    <a:pt x="3757583" y="1707472"/>
                  </a:lnTo>
                  <a:lnTo>
                    <a:pt x="3801275" y="1692362"/>
                  </a:lnTo>
                  <a:lnTo>
                    <a:pt x="3844968" y="1677251"/>
                  </a:lnTo>
                  <a:lnTo>
                    <a:pt x="3888661" y="1662141"/>
                  </a:lnTo>
                  <a:lnTo>
                    <a:pt x="3932354" y="1647031"/>
                  </a:lnTo>
                  <a:lnTo>
                    <a:pt x="3976047" y="1631920"/>
                  </a:lnTo>
                  <a:lnTo>
                    <a:pt x="4019739" y="1616810"/>
                  </a:lnTo>
                  <a:lnTo>
                    <a:pt x="4063432" y="1601699"/>
                  </a:lnTo>
                  <a:lnTo>
                    <a:pt x="4107125" y="1586589"/>
                  </a:lnTo>
                  <a:lnTo>
                    <a:pt x="4150818" y="1571479"/>
                  </a:lnTo>
                  <a:lnTo>
                    <a:pt x="4194511" y="1556368"/>
                  </a:lnTo>
                  <a:lnTo>
                    <a:pt x="4238204" y="1541258"/>
                  </a:lnTo>
                  <a:lnTo>
                    <a:pt x="4281896" y="1526148"/>
                  </a:lnTo>
                  <a:lnTo>
                    <a:pt x="4325589" y="1511037"/>
                  </a:lnTo>
                  <a:lnTo>
                    <a:pt x="4369282" y="1495927"/>
                  </a:lnTo>
                  <a:lnTo>
                    <a:pt x="4412975" y="1480816"/>
                  </a:lnTo>
                  <a:lnTo>
                    <a:pt x="4456668" y="1465706"/>
                  </a:lnTo>
                  <a:lnTo>
                    <a:pt x="4500361" y="1450596"/>
                  </a:lnTo>
                  <a:lnTo>
                    <a:pt x="4544053" y="1435485"/>
                  </a:lnTo>
                  <a:lnTo>
                    <a:pt x="4587746" y="1420375"/>
                  </a:lnTo>
                  <a:lnTo>
                    <a:pt x="4631439" y="1405265"/>
                  </a:lnTo>
                  <a:lnTo>
                    <a:pt x="4675132" y="1390154"/>
                  </a:lnTo>
                  <a:lnTo>
                    <a:pt x="4718825" y="1375044"/>
                  </a:lnTo>
                  <a:lnTo>
                    <a:pt x="4762518" y="1359933"/>
                  </a:lnTo>
                  <a:lnTo>
                    <a:pt x="4806210" y="1344823"/>
                  </a:lnTo>
                  <a:lnTo>
                    <a:pt x="4849903" y="1329713"/>
                  </a:lnTo>
                  <a:lnTo>
                    <a:pt x="4893596" y="1314602"/>
                  </a:lnTo>
                  <a:lnTo>
                    <a:pt x="4937289" y="1299492"/>
                  </a:lnTo>
                  <a:lnTo>
                    <a:pt x="4980982" y="1284382"/>
                  </a:lnTo>
                  <a:lnTo>
                    <a:pt x="5024674" y="1269271"/>
                  </a:lnTo>
                  <a:lnTo>
                    <a:pt x="5068367" y="1254161"/>
                  </a:lnTo>
                  <a:lnTo>
                    <a:pt x="5112060" y="1239050"/>
                  </a:lnTo>
                  <a:lnTo>
                    <a:pt x="5155753" y="1223940"/>
                  </a:lnTo>
                  <a:lnTo>
                    <a:pt x="5199446" y="1208830"/>
                  </a:lnTo>
                  <a:lnTo>
                    <a:pt x="5243139" y="1193719"/>
                  </a:lnTo>
                  <a:lnTo>
                    <a:pt x="5286831" y="1178609"/>
                  </a:lnTo>
                  <a:lnTo>
                    <a:pt x="5330524" y="1163499"/>
                  </a:lnTo>
                  <a:lnTo>
                    <a:pt x="5374217" y="1148388"/>
                  </a:lnTo>
                  <a:lnTo>
                    <a:pt x="5417910" y="1133278"/>
                  </a:lnTo>
                  <a:lnTo>
                    <a:pt x="5461603" y="1118167"/>
                  </a:lnTo>
                  <a:lnTo>
                    <a:pt x="5505296" y="1103057"/>
                  </a:lnTo>
                  <a:lnTo>
                    <a:pt x="5548988" y="1087947"/>
                  </a:lnTo>
                  <a:lnTo>
                    <a:pt x="5592681" y="1072836"/>
                  </a:lnTo>
                  <a:lnTo>
                    <a:pt x="5636374" y="1057726"/>
                  </a:lnTo>
                  <a:lnTo>
                    <a:pt x="5680067" y="1042615"/>
                  </a:lnTo>
                  <a:lnTo>
                    <a:pt x="5723760" y="1027505"/>
                  </a:lnTo>
                  <a:lnTo>
                    <a:pt x="5767453" y="1012395"/>
                  </a:lnTo>
                  <a:lnTo>
                    <a:pt x="5811145" y="997284"/>
                  </a:lnTo>
                  <a:lnTo>
                    <a:pt x="5854838" y="982174"/>
                  </a:lnTo>
                  <a:lnTo>
                    <a:pt x="5898531" y="967064"/>
                  </a:lnTo>
                  <a:lnTo>
                    <a:pt x="5942224" y="951953"/>
                  </a:lnTo>
                  <a:lnTo>
                    <a:pt x="5985917" y="936843"/>
                  </a:lnTo>
                  <a:lnTo>
                    <a:pt x="6029609" y="921732"/>
                  </a:lnTo>
                  <a:lnTo>
                    <a:pt x="6073302" y="906622"/>
                  </a:lnTo>
                  <a:lnTo>
                    <a:pt x="6116995" y="891512"/>
                  </a:lnTo>
                  <a:lnTo>
                    <a:pt x="6160688" y="876401"/>
                  </a:lnTo>
                  <a:lnTo>
                    <a:pt x="6204381" y="861291"/>
                  </a:lnTo>
                  <a:lnTo>
                    <a:pt x="6248074" y="846181"/>
                  </a:lnTo>
                  <a:lnTo>
                    <a:pt x="6291766" y="831070"/>
                  </a:lnTo>
                  <a:lnTo>
                    <a:pt x="6335459" y="815960"/>
                  </a:lnTo>
                  <a:lnTo>
                    <a:pt x="6379152" y="800849"/>
                  </a:lnTo>
                  <a:lnTo>
                    <a:pt x="6422845" y="785739"/>
                  </a:lnTo>
                  <a:lnTo>
                    <a:pt x="6466538" y="770629"/>
                  </a:lnTo>
                  <a:lnTo>
                    <a:pt x="6510231" y="755518"/>
                  </a:lnTo>
                  <a:lnTo>
                    <a:pt x="6553923" y="740408"/>
                  </a:lnTo>
                  <a:lnTo>
                    <a:pt x="6597616" y="725298"/>
                  </a:lnTo>
                  <a:lnTo>
                    <a:pt x="6641309" y="710187"/>
                  </a:lnTo>
                  <a:lnTo>
                    <a:pt x="6685002" y="695077"/>
                  </a:lnTo>
                  <a:lnTo>
                    <a:pt x="6728695" y="679966"/>
                  </a:lnTo>
                  <a:lnTo>
                    <a:pt x="6772388" y="664856"/>
                  </a:lnTo>
                  <a:lnTo>
                    <a:pt x="6816080" y="649746"/>
                  </a:lnTo>
                  <a:lnTo>
                    <a:pt x="6859773" y="634635"/>
                  </a:lnTo>
                  <a:lnTo>
                    <a:pt x="6903466" y="619525"/>
                  </a:lnTo>
                  <a:lnTo>
                    <a:pt x="6947159" y="604415"/>
                  </a:lnTo>
                  <a:lnTo>
                    <a:pt x="6990852" y="589304"/>
                  </a:lnTo>
                  <a:lnTo>
                    <a:pt x="7034544" y="574194"/>
                  </a:lnTo>
                  <a:lnTo>
                    <a:pt x="7078237" y="559083"/>
                  </a:lnTo>
                  <a:lnTo>
                    <a:pt x="7121930" y="543973"/>
                  </a:lnTo>
                  <a:lnTo>
                    <a:pt x="7165623" y="528863"/>
                  </a:lnTo>
                  <a:lnTo>
                    <a:pt x="7209316" y="513752"/>
                  </a:lnTo>
                  <a:lnTo>
                    <a:pt x="7253009" y="498642"/>
                  </a:lnTo>
                  <a:lnTo>
                    <a:pt x="7296701" y="483532"/>
                  </a:lnTo>
                  <a:lnTo>
                    <a:pt x="7340394" y="468421"/>
                  </a:lnTo>
                  <a:lnTo>
                    <a:pt x="7384087" y="453311"/>
                  </a:lnTo>
                  <a:lnTo>
                    <a:pt x="7427780" y="438200"/>
                  </a:lnTo>
                  <a:lnTo>
                    <a:pt x="7471473" y="423090"/>
                  </a:lnTo>
                  <a:lnTo>
                    <a:pt x="7515166" y="407980"/>
                  </a:lnTo>
                  <a:lnTo>
                    <a:pt x="7558858" y="392869"/>
                  </a:lnTo>
                  <a:lnTo>
                    <a:pt x="7602551" y="377759"/>
                  </a:lnTo>
                  <a:lnTo>
                    <a:pt x="7646244" y="362649"/>
                  </a:lnTo>
                  <a:lnTo>
                    <a:pt x="7689937" y="347538"/>
                  </a:lnTo>
                  <a:lnTo>
                    <a:pt x="7733630" y="332428"/>
                  </a:lnTo>
                  <a:lnTo>
                    <a:pt x="7777323" y="317317"/>
                  </a:lnTo>
                  <a:lnTo>
                    <a:pt x="7821015" y="302207"/>
                  </a:lnTo>
                  <a:lnTo>
                    <a:pt x="7864708" y="287097"/>
                  </a:lnTo>
                  <a:lnTo>
                    <a:pt x="7908401" y="271986"/>
                  </a:lnTo>
                  <a:lnTo>
                    <a:pt x="7952094" y="256876"/>
                  </a:lnTo>
                  <a:lnTo>
                    <a:pt x="7995787" y="241766"/>
                  </a:lnTo>
                  <a:lnTo>
                    <a:pt x="8039479" y="226655"/>
                  </a:lnTo>
                  <a:lnTo>
                    <a:pt x="8083172" y="211545"/>
                  </a:lnTo>
                  <a:lnTo>
                    <a:pt x="8126865" y="196434"/>
                  </a:lnTo>
                  <a:lnTo>
                    <a:pt x="8170558" y="181324"/>
                  </a:lnTo>
                  <a:lnTo>
                    <a:pt x="8214251" y="166214"/>
                  </a:lnTo>
                  <a:lnTo>
                    <a:pt x="8257944" y="151103"/>
                  </a:lnTo>
                  <a:lnTo>
                    <a:pt x="8301636" y="135993"/>
                  </a:lnTo>
                  <a:lnTo>
                    <a:pt x="8345329" y="120883"/>
                  </a:lnTo>
                  <a:lnTo>
                    <a:pt x="8389022" y="105772"/>
                  </a:lnTo>
                  <a:lnTo>
                    <a:pt x="8432715" y="90662"/>
                  </a:lnTo>
                  <a:lnTo>
                    <a:pt x="8476408" y="75551"/>
                  </a:lnTo>
                  <a:lnTo>
                    <a:pt x="8520101" y="60441"/>
                  </a:lnTo>
                  <a:lnTo>
                    <a:pt x="8563793" y="45331"/>
                  </a:lnTo>
                  <a:lnTo>
                    <a:pt x="8607486" y="30220"/>
                  </a:lnTo>
                  <a:lnTo>
                    <a:pt x="8651179" y="15110"/>
                  </a:lnTo>
                  <a:lnTo>
                    <a:pt x="8694872" y="0"/>
                  </a:lnTo>
                </a:path>
              </a:pathLst>
            </a:custGeom>
            <a:ln w="32521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7"/>
            <p:cNvSpPr/>
            <p:nvPr/>
          </p:nvSpPr>
          <p:spPr>
            <a:xfrm>
              <a:off x="1208299" y="2022562"/>
              <a:ext cx="8694872" cy="3213820"/>
            </a:xfrm>
            <a:custGeom>
              <a:avLst/>
              <a:pathLst>
                <a:path w="8694872" h="3213820">
                  <a:moveTo>
                    <a:pt x="0" y="3213820"/>
                  </a:moveTo>
                  <a:lnTo>
                    <a:pt x="43692" y="3197670"/>
                  </a:lnTo>
                  <a:lnTo>
                    <a:pt x="87385" y="3181520"/>
                  </a:lnTo>
                  <a:lnTo>
                    <a:pt x="131078" y="3165370"/>
                  </a:lnTo>
                  <a:lnTo>
                    <a:pt x="174771" y="3149220"/>
                  </a:lnTo>
                  <a:lnTo>
                    <a:pt x="218464" y="3133070"/>
                  </a:lnTo>
                  <a:lnTo>
                    <a:pt x="262156" y="3116921"/>
                  </a:lnTo>
                  <a:lnTo>
                    <a:pt x="305849" y="3100771"/>
                  </a:lnTo>
                  <a:lnTo>
                    <a:pt x="349542" y="3084621"/>
                  </a:lnTo>
                  <a:lnTo>
                    <a:pt x="393235" y="3068471"/>
                  </a:lnTo>
                  <a:lnTo>
                    <a:pt x="436928" y="3052321"/>
                  </a:lnTo>
                  <a:lnTo>
                    <a:pt x="480621" y="3036171"/>
                  </a:lnTo>
                  <a:lnTo>
                    <a:pt x="524313" y="3020021"/>
                  </a:lnTo>
                  <a:lnTo>
                    <a:pt x="568006" y="3003872"/>
                  </a:lnTo>
                  <a:lnTo>
                    <a:pt x="611699" y="2987722"/>
                  </a:lnTo>
                  <a:lnTo>
                    <a:pt x="655392" y="2971572"/>
                  </a:lnTo>
                  <a:lnTo>
                    <a:pt x="699085" y="2955422"/>
                  </a:lnTo>
                  <a:lnTo>
                    <a:pt x="742778" y="2939272"/>
                  </a:lnTo>
                  <a:lnTo>
                    <a:pt x="786470" y="2923122"/>
                  </a:lnTo>
                  <a:lnTo>
                    <a:pt x="830163" y="2906972"/>
                  </a:lnTo>
                  <a:lnTo>
                    <a:pt x="873856" y="2890823"/>
                  </a:lnTo>
                  <a:lnTo>
                    <a:pt x="917549" y="2874673"/>
                  </a:lnTo>
                  <a:lnTo>
                    <a:pt x="961242" y="2858523"/>
                  </a:lnTo>
                  <a:lnTo>
                    <a:pt x="1004934" y="2842373"/>
                  </a:lnTo>
                  <a:lnTo>
                    <a:pt x="1048627" y="2826223"/>
                  </a:lnTo>
                  <a:lnTo>
                    <a:pt x="1092320" y="2810073"/>
                  </a:lnTo>
                  <a:lnTo>
                    <a:pt x="1136013" y="2793924"/>
                  </a:lnTo>
                  <a:lnTo>
                    <a:pt x="1179706" y="2777774"/>
                  </a:lnTo>
                  <a:lnTo>
                    <a:pt x="1223399" y="2761624"/>
                  </a:lnTo>
                  <a:lnTo>
                    <a:pt x="1267091" y="2745474"/>
                  </a:lnTo>
                  <a:lnTo>
                    <a:pt x="1310784" y="2729324"/>
                  </a:lnTo>
                  <a:lnTo>
                    <a:pt x="1354477" y="2713174"/>
                  </a:lnTo>
                  <a:lnTo>
                    <a:pt x="1398170" y="2697024"/>
                  </a:lnTo>
                  <a:lnTo>
                    <a:pt x="1441863" y="2680875"/>
                  </a:lnTo>
                  <a:lnTo>
                    <a:pt x="1485556" y="2664725"/>
                  </a:lnTo>
                  <a:lnTo>
                    <a:pt x="1529248" y="2648575"/>
                  </a:lnTo>
                  <a:lnTo>
                    <a:pt x="1572941" y="2632425"/>
                  </a:lnTo>
                  <a:lnTo>
                    <a:pt x="1616634" y="2616275"/>
                  </a:lnTo>
                  <a:lnTo>
                    <a:pt x="1660327" y="2600125"/>
                  </a:lnTo>
                  <a:lnTo>
                    <a:pt x="1704020" y="2583975"/>
                  </a:lnTo>
                  <a:lnTo>
                    <a:pt x="1747713" y="2567826"/>
                  </a:lnTo>
                  <a:lnTo>
                    <a:pt x="1791405" y="2551676"/>
                  </a:lnTo>
                  <a:lnTo>
                    <a:pt x="1835098" y="2535526"/>
                  </a:lnTo>
                  <a:lnTo>
                    <a:pt x="1878791" y="2519376"/>
                  </a:lnTo>
                  <a:lnTo>
                    <a:pt x="1922484" y="2503226"/>
                  </a:lnTo>
                  <a:lnTo>
                    <a:pt x="1966177" y="2487076"/>
                  </a:lnTo>
                  <a:lnTo>
                    <a:pt x="2009869" y="2470927"/>
                  </a:lnTo>
                  <a:lnTo>
                    <a:pt x="2053562" y="2454777"/>
                  </a:lnTo>
                  <a:lnTo>
                    <a:pt x="2097255" y="2438627"/>
                  </a:lnTo>
                  <a:lnTo>
                    <a:pt x="2140948" y="2422477"/>
                  </a:lnTo>
                  <a:lnTo>
                    <a:pt x="2184641" y="2406327"/>
                  </a:lnTo>
                  <a:lnTo>
                    <a:pt x="2228334" y="2390177"/>
                  </a:lnTo>
                  <a:lnTo>
                    <a:pt x="2272026" y="2374027"/>
                  </a:lnTo>
                  <a:lnTo>
                    <a:pt x="2315719" y="2357878"/>
                  </a:lnTo>
                  <a:lnTo>
                    <a:pt x="2359412" y="2341728"/>
                  </a:lnTo>
                  <a:lnTo>
                    <a:pt x="2403105" y="2325578"/>
                  </a:lnTo>
                  <a:lnTo>
                    <a:pt x="2446798" y="2309428"/>
                  </a:lnTo>
                  <a:lnTo>
                    <a:pt x="2490491" y="2293278"/>
                  </a:lnTo>
                  <a:lnTo>
                    <a:pt x="2534183" y="2277128"/>
                  </a:lnTo>
                  <a:lnTo>
                    <a:pt x="2577876" y="2260978"/>
                  </a:lnTo>
                  <a:lnTo>
                    <a:pt x="2621569" y="2244829"/>
                  </a:lnTo>
                  <a:lnTo>
                    <a:pt x="2665262" y="2228679"/>
                  </a:lnTo>
                  <a:lnTo>
                    <a:pt x="2708955" y="2212529"/>
                  </a:lnTo>
                  <a:lnTo>
                    <a:pt x="2752648" y="2196379"/>
                  </a:lnTo>
                  <a:lnTo>
                    <a:pt x="2796340" y="2180229"/>
                  </a:lnTo>
                  <a:lnTo>
                    <a:pt x="2840033" y="2164079"/>
                  </a:lnTo>
                  <a:lnTo>
                    <a:pt x="2883726" y="2147930"/>
                  </a:lnTo>
                  <a:lnTo>
                    <a:pt x="2927419" y="2131780"/>
                  </a:lnTo>
                  <a:lnTo>
                    <a:pt x="2971112" y="2115630"/>
                  </a:lnTo>
                  <a:lnTo>
                    <a:pt x="3014804" y="2099480"/>
                  </a:lnTo>
                  <a:lnTo>
                    <a:pt x="3058497" y="2083330"/>
                  </a:lnTo>
                  <a:lnTo>
                    <a:pt x="3102190" y="2067180"/>
                  </a:lnTo>
                  <a:lnTo>
                    <a:pt x="3145883" y="2051030"/>
                  </a:lnTo>
                  <a:lnTo>
                    <a:pt x="3189576" y="2034881"/>
                  </a:lnTo>
                  <a:lnTo>
                    <a:pt x="3233269" y="2018731"/>
                  </a:lnTo>
                  <a:lnTo>
                    <a:pt x="3276961" y="2002581"/>
                  </a:lnTo>
                  <a:lnTo>
                    <a:pt x="3320654" y="1986431"/>
                  </a:lnTo>
                  <a:lnTo>
                    <a:pt x="3364347" y="1970281"/>
                  </a:lnTo>
                  <a:lnTo>
                    <a:pt x="3408040" y="1954131"/>
                  </a:lnTo>
                  <a:lnTo>
                    <a:pt x="3451733" y="1937981"/>
                  </a:lnTo>
                  <a:lnTo>
                    <a:pt x="3495426" y="1921832"/>
                  </a:lnTo>
                  <a:lnTo>
                    <a:pt x="3539118" y="1905682"/>
                  </a:lnTo>
                  <a:lnTo>
                    <a:pt x="3582811" y="1889532"/>
                  </a:lnTo>
                  <a:lnTo>
                    <a:pt x="3626504" y="1873382"/>
                  </a:lnTo>
                  <a:lnTo>
                    <a:pt x="3670197" y="1857232"/>
                  </a:lnTo>
                  <a:lnTo>
                    <a:pt x="3713890" y="1841082"/>
                  </a:lnTo>
                  <a:lnTo>
                    <a:pt x="3757583" y="1824933"/>
                  </a:lnTo>
                  <a:lnTo>
                    <a:pt x="3801275" y="1808783"/>
                  </a:lnTo>
                  <a:lnTo>
                    <a:pt x="3844968" y="1792633"/>
                  </a:lnTo>
                  <a:lnTo>
                    <a:pt x="3888661" y="1776483"/>
                  </a:lnTo>
                  <a:lnTo>
                    <a:pt x="3932354" y="1760333"/>
                  </a:lnTo>
                  <a:lnTo>
                    <a:pt x="3976047" y="1744183"/>
                  </a:lnTo>
                  <a:lnTo>
                    <a:pt x="4019739" y="1728033"/>
                  </a:lnTo>
                  <a:lnTo>
                    <a:pt x="4063432" y="1711884"/>
                  </a:lnTo>
                  <a:lnTo>
                    <a:pt x="4107125" y="1695734"/>
                  </a:lnTo>
                  <a:lnTo>
                    <a:pt x="4150818" y="1679584"/>
                  </a:lnTo>
                  <a:lnTo>
                    <a:pt x="4194511" y="1663434"/>
                  </a:lnTo>
                  <a:lnTo>
                    <a:pt x="4238204" y="1647284"/>
                  </a:lnTo>
                  <a:lnTo>
                    <a:pt x="4281896" y="1631134"/>
                  </a:lnTo>
                  <a:lnTo>
                    <a:pt x="4325589" y="1614984"/>
                  </a:lnTo>
                  <a:lnTo>
                    <a:pt x="4369282" y="1598835"/>
                  </a:lnTo>
                  <a:lnTo>
                    <a:pt x="4412975" y="1582685"/>
                  </a:lnTo>
                  <a:lnTo>
                    <a:pt x="4456668" y="1566535"/>
                  </a:lnTo>
                  <a:lnTo>
                    <a:pt x="4500361" y="1550385"/>
                  </a:lnTo>
                  <a:lnTo>
                    <a:pt x="4544053" y="1534235"/>
                  </a:lnTo>
                  <a:lnTo>
                    <a:pt x="4587746" y="1518085"/>
                  </a:lnTo>
                  <a:lnTo>
                    <a:pt x="4631439" y="1501936"/>
                  </a:lnTo>
                  <a:lnTo>
                    <a:pt x="4675132" y="1485786"/>
                  </a:lnTo>
                  <a:lnTo>
                    <a:pt x="4718825" y="1469636"/>
                  </a:lnTo>
                  <a:lnTo>
                    <a:pt x="4762518" y="1453486"/>
                  </a:lnTo>
                  <a:lnTo>
                    <a:pt x="4806210" y="1437336"/>
                  </a:lnTo>
                  <a:lnTo>
                    <a:pt x="4849903" y="1421186"/>
                  </a:lnTo>
                  <a:lnTo>
                    <a:pt x="4893596" y="1405036"/>
                  </a:lnTo>
                  <a:lnTo>
                    <a:pt x="4937289" y="1388887"/>
                  </a:lnTo>
                  <a:lnTo>
                    <a:pt x="4980982" y="1372737"/>
                  </a:lnTo>
                  <a:lnTo>
                    <a:pt x="5024674" y="1356587"/>
                  </a:lnTo>
                  <a:lnTo>
                    <a:pt x="5068367" y="1340437"/>
                  </a:lnTo>
                  <a:lnTo>
                    <a:pt x="5112060" y="1324287"/>
                  </a:lnTo>
                  <a:lnTo>
                    <a:pt x="5155753" y="1308137"/>
                  </a:lnTo>
                  <a:lnTo>
                    <a:pt x="5199446" y="1291987"/>
                  </a:lnTo>
                  <a:lnTo>
                    <a:pt x="5243139" y="1275838"/>
                  </a:lnTo>
                  <a:lnTo>
                    <a:pt x="5286831" y="1259688"/>
                  </a:lnTo>
                  <a:lnTo>
                    <a:pt x="5330524" y="1243538"/>
                  </a:lnTo>
                  <a:lnTo>
                    <a:pt x="5374217" y="1227388"/>
                  </a:lnTo>
                  <a:lnTo>
                    <a:pt x="5417910" y="1211238"/>
                  </a:lnTo>
                  <a:lnTo>
                    <a:pt x="5461603" y="1195088"/>
                  </a:lnTo>
                  <a:lnTo>
                    <a:pt x="5505296" y="1178939"/>
                  </a:lnTo>
                  <a:lnTo>
                    <a:pt x="5548988" y="1162789"/>
                  </a:lnTo>
                  <a:lnTo>
                    <a:pt x="5592681" y="1146639"/>
                  </a:lnTo>
                  <a:lnTo>
                    <a:pt x="5636374" y="1130489"/>
                  </a:lnTo>
                  <a:lnTo>
                    <a:pt x="5680067" y="1114339"/>
                  </a:lnTo>
                  <a:lnTo>
                    <a:pt x="5723760" y="1098189"/>
                  </a:lnTo>
                  <a:lnTo>
                    <a:pt x="5767453" y="1082039"/>
                  </a:lnTo>
                  <a:lnTo>
                    <a:pt x="5811145" y="1065890"/>
                  </a:lnTo>
                  <a:lnTo>
                    <a:pt x="5854838" y="1049740"/>
                  </a:lnTo>
                  <a:lnTo>
                    <a:pt x="5898531" y="1033590"/>
                  </a:lnTo>
                  <a:lnTo>
                    <a:pt x="5942224" y="1017440"/>
                  </a:lnTo>
                  <a:lnTo>
                    <a:pt x="5985917" y="1001290"/>
                  </a:lnTo>
                  <a:lnTo>
                    <a:pt x="6029609" y="985140"/>
                  </a:lnTo>
                  <a:lnTo>
                    <a:pt x="6073302" y="968990"/>
                  </a:lnTo>
                  <a:lnTo>
                    <a:pt x="6116995" y="952841"/>
                  </a:lnTo>
                  <a:lnTo>
                    <a:pt x="6160688" y="936691"/>
                  </a:lnTo>
                  <a:lnTo>
                    <a:pt x="6204381" y="920541"/>
                  </a:lnTo>
                  <a:lnTo>
                    <a:pt x="6248074" y="904391"/>
                  </a:lnTo>
                  <a:lnTo>
                    <a:pt x="6291766" y="888241"/>
                  </a:lnTo>
                  <a:lnTo>
                    <a:pt x="6335459" y="872091"/>
                  </a:lnTo>
                  <a:lnTo>
                    <a:pt x="6379152" y="855942"/>
                  </a:lnTo>
                  <a:lnTo>
                    <a:pt x="6422845" y="839792"/>
                  </a:lnTo>
                  <a:lnTo>
                    <a:pt x="6466538" y="823642"/>
                  </a:lnTo>
                  <a:lnTo>
                    <a:pt x="6510231" y="807492"/>
                  </a:lnTo>
                  <a:lnTo>
                    <a:pt x="6553923" y="791342"/>
                  </a:lnTo>
                  <a:lnTo>
                    <a:pt x="6597616" y="775192"/>
                  </a:lnTo>
                  <a:lnTo>
                    <a:pt x="6641309" y="759042"/>
                  </a:lnTo>
                  <a:lnTo>
                    <a:pt x="6685002" y="742893"/>
                  </a:lnTo>
                  <a:lnTo>
                    <a:pt x="6728695" y="726743"/>
                  </a:lnTo>
                  <a:lnTo>
                    <a:pt x="6772388" y="710593"/>
                  </a:lnTo>
                  <a:lnTo>
                    <a:pt x="6816080" y="694443"/>
                  </a:lnTo>
                  <a:lnTo>
                    <a:pt x="6859773" y="678293"/>
                  </a:lnTo>
                  <a:lnTo>
                    <a:pt x="6903466" y="662143"/>
                  </a:lnTo>
                  <a:lnTo>
                    <a:pt x="6947159" y="645993"/>
                  </a:lnTo>
                  <a:lnTo>
                    <a:pt x="6990852" y="629844"/>
                  </a:lnTo>
                  <a:lnTo>
                    <a:pt x="7034544" y="613694"/>
                  </a:lnTo>
                  <a:lnTo>
                    <a:pt x="7078237" y="597544"/>
                  </a:lnTo>
                  <a:lnTo>
                    <a:pt x="7121930" y="581394"/>
                  </a:lnTo>
                  <a:lnTo>
                    <a:pt x="7165623" y="565244"/>
                  </a:lnTo>
                  <a:lnTo>
                    <a:pt x="7209316" y="549094"/>
                  </a:lnTo>
                  <a:lnTo>
                    <a:pt x="7253009" y="532945"/>
                  </a:lnTo>
                  <a:lnTo>
                    <a:pt x="7296701" y="516795"/>
                  </a:lnTo>
                  <a:lnTo>
                    <a:pt x="7340394" y="500645"/>
                  </a:lnTo>
                  <a:lnTo>
                    <a:pt x="7384087" y="484495"/>
                  </a:lnTo>
                  <a:lnTo>
                    <a:pt x="7427780" y="468345"/>
                  </a:lnTo>
                  <a:lnTo>
                    <a:pt x="7471473" y="452195"/>
                  </a:lnTo>
                  <a:lnTo>
                    <a:pt x="7515166" y="436045"/>
                  </a:lnTo>
                  <a:lnTo>
                    <a:pt x="7558858" y="419896"/>
                  </a:lnTo>
                  <a:lnTo>
                    <a:pt x="7602551" y="403746"/>
                  </a:lnTo>
                  <a:lnTo>
                    <a:pt x="7646244" y="387596"/>
                  </a:lnTo>
                  <a:lnTo>
                    <a:pt x="7689937" y="371446"/>
                  </a:lnTo>
                  <a:lnTo>
                    <a:pt x="7733630" y="355296"/>
                  </a:lnTo>
                  <a:lnTo>
                    <a:pt x="7777323" y="339146"/>
                  </a:lnTo>
                  <a:lnTo>
                    <a:pt x="7821015" y="322996"/>
                  </a:lnTo>
                  <a:lnTo>
                    <a:pt x="7864708" y="306847"/>
                  </a:lnTo>
                  <a:lnTo>
                    <a:pt x="7908401" y="290697"/>
                  </a:lnTo>
                  <a:lnTo>
                    <a:pt x="7952094" y="274547"/>
                  </a:lnTo>
                  <a:lnTo>
                    <a:pt x="7995787" y="258397"/>
                  </a:lnTo>
                  <a:lnTo>
                    <a:pt x="8039479" y="242247"/>
                  </a:lnTo>
                  <a:lnTo>
                    <a:pt x="8083172" y="226097"/>
                  </a:lnTo>
                  <a:lnTo>
                    <a:pt x="8126865" y="209948"/>
                  </a:lnTo>
                  <a:lnTo>
                    <a:pt x="8170558" y="193798"/>
                  </a:lnTo>
                  <a:lnTo>
                    <a:pt x="8214251" y="177648"/>
                  </a:lnTo>
                  <a:lnTo>
                    <a:pt x="8257944" y="161498"/>
                  </a:lnTo>
                  <a:lnTo>
                    <a:pt x="8301636" y="145348"/>
                  </a:lnTo>
                  <a:lnTo>
                    <a:pt x="8345329" y="129198"/>
                  </a:lnTo>
                  <a:lnTo>
                    <a:pt x="8389022" y="113048"/>
                  </a:lnTo>
                  <a:lnTo>
                    <a:pt x="8432715" y="96899"/>
                  </a:lnTo>
                  <a:lnTo>
                    <a:pt x="8476408" y="80749"/>
                  </a:lnTo>
                  <a:lnTo>
                    <a:pt x="8520101" y="64599"/>
                  </a:lnTo>
                  <a:lnTo>
                    <a:pt x="8563793" y="48449"/>
                  </a:lnTo>
                  <a:lnTo>
                    <a:pt x="8607486" y="32299"/>
                  </a:lnTo>
                  <a:lnTo>
                    <a:pt x="8651179" y="16149"/>
                  </a:lnTo>
                  <a:lnTo>
                    <a:pt x="8694872" y="0"/>
                  </a:lnTo>
                </a:path>
              </a:pathLst>
            </a:custGeom>
            <a:ln w="32521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8"/>
            <p:cNvSpPr/>
            <p:nvPr/>
          </p:nvSpPr>
          <p:spPr>
            <a:xfrm>
              <a:off x="1208299" y="2035259"/>
              <a:ext cx="8694872" cy="3078100"/>
            </a:xfrm>
            <a:custGeom>
              <a:avLst/>
              <a:pathLst>
                <a:path w="8694872" h="3078100">
                  <a:moveTo>
                    <a:pt x="0" y="3078100"/>
                  </a:moveTo>
                  <a:lnTo>
                    <a:pt x="43692" y="3062632"/>
                  </a:lnTo>
                  <a:lnTo>
                    <a:pt x="87385" y="3047165"/>
                  </a:lnTo>
                  <a:lnTo>
                    <a:pt x="131078" y="3031697"/>
                  </a:lnTo>
                  <a:lnTo>
                    <a:pt x="174771" y="3016229"/>
                  </a:lnTo>
                  <a:lnTo>
                    <a:pt x="218464" y="3000761"/>
                  </a:lnTo>
                  <a:lnTo>
                    <a:pt x="262156" y="2985293"/>
                  </a:lnTo>
                  <a:lnTo>
                    <a:pt x="305849" y="2969825"/>
                  </a:lnTo>
                  <a:lnTo>
                    <a:pt x="349542" y="2954357"/>
                  </a:lnTo>
                  <a:lnTo>
                    <a:pt x="393235" y="2938890"/>
                  </a:lnTo>
                  <a:lnTo>
                    <a:pt x="436928" y="2923422"/>
                  </a:lnTo>
                  <a:lnTo>
                    <a:pt x="480621" y="2907954"/>
                  </a:lnTo>
                  <a:lnTo>
                    <a:pt x="524313" y="2892486"/>
                  </a:lnTo>
                  <a:lnTo>
                    <a:pt x="568006" y="2877018"/>
                  </a:lnTo>
                  <a:lnTo>
                    <a:pt x="611699" y="2861550"/>
                  </a:lnTo>
                  <a:lnTo>
                    <a:pt x="655392" y="2846083"/>
                  </a:lnTo>
                  <a:lnTo>
                    <a:pt x="699085" y="2830615"/>
                  </a:lnTo>
                  <a:lnTo>
                    <a:pt x="742778" y="2815147"/>
                  </a:lnTo>
                  <a:lnTo>
                    <a:pt x="786470" y="2799679"/>
                  </a:lnTo>
                  <a:lnTo>
                    <a:pt x="830163" y="2784211"/>
                  </a:lnTo>
                  <a:lnTo>
                    <a:pt x="873856" y="2768743"/>
                  </a:lnTo>
                  <a:lnTo>
                    <a:pt x="917549" y="2753276"/>
                  </a:lnTo>
                  <a:lnTo>
                    <a:pt x="961242" y="2737808"/>
                  </a:lnTo>
                  <a:lnTo>
                    <a:pt x="1004934" y="2722340"/>
                  </a:lnTo>
                  <a:lnTo>
                    <a:pt x="1048627" y="2706872"/>
                  </a:lnTo>
                  <a:lnTo>
                    <a:pt x="1092320" y="2691404"/>
                  </a:lnTo>
                  <a:lnTo>
                    <a:pt x="1136013" y="2675936"/>
                  </a:lnTo>
                  <a:lnTo>
                    <a:pt x="1179706" y="2660468"/>
                  </a:lnTo>
                  <a:lnTo>
                    <a:pt x="1223399" y="2645001"/>
                  </a:lnTo>
                  <a:lnTo>
                    <a:pt x="1267091" y="2629533"/>
                  </a:lnTo>
                  <a:lnTo>
                    <a:pt x="1310784" y="2614065"/>
                  </a:lnTo>
                  <a:lnTo>
                    <a:pt x="1354477" y="2598597"/>
                  </a:lnTo>
                  <a:lnTo>
                    <a:pt x="1398170" y="2583129"/>
                  </a:lnTo>
                  <a:lnTo>
                    <a:pt x="1441863" y="2567661"/>
                  </a:lnTo>
                  <a:lnTo>
                    <a:pt x="1485556" y="2552194"/>
                  </a:lnTo>
                  <a:lnTo>
                    <a:pt x="1529248" y="2536726"/>
                  </a:lnTo>
                  <a:lnTo>
                    <a:pt x="1572941" y="2521258"/>
                  </a:lnTo>
                  <a:lnTo>
                    <a:pt x="1616634" y="2505790"/>
                  </a:lnTo>
                  <a:lnTo>
                    <a:pt x="1660327" y="2490322"/>
                  </a:lnTo>
                  <a:lnTo>
                    <a:pt x="1704020" y="2474854"/>
                  </a:lnTo>
                  <a:lnTo>
                    <a:pt x="1747713" y="2459387"/>
                  </a:lnTo>
                  <a:lnTo>
                    <a:pt x="1791405" y="2443919"/>
                  </a:lnTo>
                  <a:lnTo>
                    <a:pt x="1835098" y="2428451"/>
                  </a:lnTo>
                  <a:lnTo>
                    <a:pt x="1878791" y="2412983"/>
                  </a:lnTo>
                  <a:lnTo>
                    <a:pt x="1922484" y="2397515"/>
                  </a:lnTo>
                  <a:lnTo>
                    <a:pt x="1966177" y="2382047"/>
                  </a:lnTo>
                  <a:lnTo>
                    <a:pt x="2009869" y="2366579"/>
                  </a:lnTo>
                  <a:lnTo>
                    <a:pt x="2053562" y="2351112"/>
                  </a:lnTo>
                  <a:lnTo>
                    <a:pt x="2097255" y="2335644"/>
                  </a:lnTo>
                  <a:lnTo>
                    <a:pt x="2140948" y="2320176"/>
                  </a:lnTo>
                  <a:lnTo>
                    <a:pt x="2184641" y="2304708"/>
                  </a:lnTo>
                  <a:lnTo>
                    <a:pt x="2228334" y="2289240"/>
                  </a:lnTo>
                  <a:lnTo>
                    <a:pt x="2272026" y="2273772"/>
                  </a:lnTo>
                  <a:lnTo>
                    <a:pt x="2315719" y="2258305"/>
                  </a:lnTo>
                  <a:lnTo>
                    <a:pt x="2359412" y="2242837"/>
                  </a:lnTo>
                  <a:lnTo>
                    <a:pt x="2403105" y="2227369"/>
                  </a:lnTo>
                  <a:lnTo>
                    <a:pt x="2446798" y="2211901"/>
                  </a:lnTo>
                  <a:lnTo>
                    <a:pt x="2490491" y="2196433"/>
                  </a:lnTo>
                  <a:lnTo>
                    <a:pt x="2534183" y="2180965"/>
                  </a:lnTo>
                  <a:lnTo>
                    <a:pt x="2577876" y="2165498"/>
                  </a:lnTo>
                  <a:lnTo>
                    <a:pt x="2621569" y="2150030"/>
                  </a:lnTo>
                  <a:lnTo>
                    <a:pt x="2665262" y="2134562"/>
                  </a:lnTo>
                  <a:lnTo>
                    <a:pt x="2708955" y="2119094"/>
                  </a:lnTo>
                  <a:lnTo>
                    <a:pt x="2752648" y="2103626"/>
                  </a:lnTo>
                  <a:lnTo>
                    <a:pt x="2796340" y="2088158"/>
                  </a:lnTo>
                  <a:lnTo>
                    <a:pt x="2840033" y="2072690"/>
                  </a:lnTo>
                  <a:lnTo>
                    <a:pt x="2883726" y="2057223"/>
                  </a:lnTo>
                  <a:lnTo>
                    <a:pt x="2927419" y="2041755"/>
                  </a:lnTo>
                  <a:lnTo>
                    <a:pt x="2971112" y="2026287"/>
                  </a:lnTo>
                  <a:lnTo>
                    <a:pt x="3014804" y="2010819"/>
                  </a:lnTo>
                  <a:lnTo>
                    <a:pt x="3058497" y="1995351"/>
                  </a:lnTo>
                  <a:lnTo>
                    <a:pt x="3102190" y="1979883"/>
                  </a:lnTo>
                  <a:lnTo>
                    <a:pt x="3145883" y="1964416"/>
                  </a:lnTo>
                  <a:lnTo>
                    <a:pt x="3189576" y="1948948"/>
                  </a:lnTo>
                  <a:lnTo>
                    <a:pt x="3233269" y="1933480"/>
                  </a:lnTo>
                  <a:lnTo>
                    <a:pt x="3276961" y="1918012"/>
                  </a:lnTo>
                  <a:lnTo>
                    <a:pt x="3320654" y="1902544"/>
                  </a:lnTo>
                  <a:lnTo>
                    <a:pt x="3364347" y="1887076"/>
                  </a:lnTo>
                  <a:lnTo>
                    <a:pt x="3408040" y="1871608"/>
                  </a:lnTo>
                  <a:lnTo>
                    <a:pt x="3451733" y="1856141"/>
                  </a:lnTo>
                  <a:lnTo>
                    <a:pt x="3495426" y="1840673"/>
                  </a:lnTo>
                  <a:lnTo>
                    <a:pt x="3539118" y="1825205"/>
                  </a:lnTo>
                  <a:lnTo>
                    <a:pt x="3582811" y="1809737"/>
                  </a:lnTo>
                  <a:lnTo>
                    <a:pt x="3626504" y="1794269"/>
                  </a:lnTo>
                  <a:lnTo>
                    <a:pt x="3670197" y="1778801"/>
                  </a:lnTo>
                  <a:lnTo>
                    <a:pt x="3713890" y="1763334"/>
                  </a:lnTo>
                  <a:lnTo>
                    <a:pt x="3757583" y="1747866"/>
                  </a:lnTo>
                  <a:lnTo>
                    <a:pt x="3801275" y="1732398"/>
                  </a:lnTo>
                  <a:lnTo>
                    <a:pt x="3844968" y="1716930"/>
                  </a:lnTo>
                  <a:lnTo>
                    <a:pt x="3888661" y="1701462"/>
                  </a:lnTo>
                  <a:lnTo>
                    <a:pt x="3932354" y="1685994"/>
                  </a:lnTo>
                  <a:lnTo>
                    <a:pt x="3976047" y="1670527"/>
                  </a:lnTo>
                  <a:lnTo>
                    <a:pt x="4019739" y="1655059"/>
                  </a:lnTo>
                  <a:lnTo>
                    <a:pt x="4063432" y="1639591"/>
                  </a:lnTo>
                  <a:lnTo>
                    <a:pt x="4107125" y="1624123"/>
                  </a:lnTo>
                  <a:lnTo>
                    <a:pt x="4150818" y="1608655"/>
                  </a:lnTo>
                  <a:lnTo>
                    <a:pt x="4194511" y="1593187"/>
                  </a:lnTo>
                  <a:lnTo>
                    <a:pt x="4238204" y="1577719"/>
                  </a:lnTo>
                  <a:lnTo>
                    <a:pt x="4281896" y="1562252"/>
                  </a:lnTo>
                  <a:lnTo>
                    <a:pt x="4325589" y="1546784"/>
                  </a:lnTo>
                  <a:lnTo>
                    <a:pt x="4369282" y="1531316"/>
                  </a:lnTo>
                  <a:lnTo>
                    <a:pt x="4412975" y="1515848"/>
                  </a:lnTo>
                  <a:lnTo>
                    <a:pt x="4456668" y="1500380"/>
                  </a:lnTo>
                  <a:lnTo>
                    <a:pt x="4500361" y="1484912"/>
                  </a:lnTo>
                  <a:lnTo>
                    <a:pt x="4544053" y="1469445"/>
                  </a:lnTo>
                  <a:lnTo>
                    <a:pt x="4587746" y="1453977"/>
                  </a:lnTo>
                  <a:lnTo>
                    <a:pt x="4631439" y="1438509"/>
                  </a:lnTo>
                  <a:lnTo>
                    <a:pt x="4675132" y="1423041"/>
                  </a:lnTo>
                  <a:lnTo>
                    <a:pt x="4718825" y="1407573"/>
                  </a:lnTo>
                  <a:lnTo>
                    <a:pt x="4762518" y="1392105"/>
                  </a:lnTo>
                  <a:lnTo>
                    <a:pt x="4806210" y="1376638"/>
                  </a:lnTo>
                  <a:lnTo>
                    <a:pt x="4849903" y="1361170"/>
                  </a:lnTo>
                  <a:lnTo>
                    <a:pt x="4893596" y="1345702"/>
                  </a:lnTo>
                  <a:lnTo>
                    <a:pt x="4937289" y="1330234"/>
                  </a:lnTo>
                  <a:lnTo>
                    <a:pt x="4980982" y="1314766"/>
                  </a:lnTo>
                  <a:lnTo>
                    <a:pt x="5024674" y="1299298"/>
                  </a:lnTo>
                  <a:lnTo>
                    <a:pt x="5068367" y="1283830"/>
                  </a:lnTo>
                  <a:lnTo>
                    <a:pt x="5112060" y="1268363"/>
                  </a:lnTo>
                  <a:lnTo>
                    <a:pt x="5155753" y="1252895"/>
                  </a:lnTo>
                  <a:lnTo>
                    <a:pt x="5199446" y="1237427"/>
                  </a:lnTo>
                  <a:lnTo>
                    <a:pt x="5243139" y="1221959"/>
                  </a:lnTo>
                  <a:lnTo>
                    <a:pt x="5286831" y="1206491"/>
                  </a:lnTo>
                  <a:lnTo>
                    <a:pt x="5330524" y="1191023"/>
                  </a:lnTo>
                  <a:lnTo>
                    <a:pt x="5374217" y="1175556"/>
                  </a:lnTo>
                  <a:lnTo>
                    <a:pt x="5417910" y="1160088"/>
                  </a:lnTo>
                  <a:lnTo>
                    <a:pt x="5461603" y="1144620"/>
                  </a:lnTo>
                  <a:lnTo>
                    <a:pt x="5505296" y="1129152"/>
                  </a:lnTo>
                  <a:lnTo>
                    <a:pt x="5548988" y="1113684"/>
                  </a:lnTo>
                  <a:lnTo>
                    <a:pt x="5592681" y="1098216"/>
                  </a:lnTo>
                  <a:lnTo>
                    <a:pt x="5636374" y="1082749"/>
                  </a:lnTo>
                  <a:lnTo>
                    <a:pt x="5680067" y="1067281"/>
                  </a:lnTo>
                  <a:lnTo>
                    <a:pt x="5723760" y="1051813"/>
                  </a:lnTo>
                  <a:lnTo>
                    <a:pt x="5767453" y="1036345"/>
                  </a:lnTo>
                  <a:lnTo>
                    <a:pt x="5811145" y="1020877"/>
                  </a:lnTo>
                  <a:lnTo>
                    <a:pt x="5854838" y="1005409"/>
                  </a:lnTo>
                  <a:lnTo>
                    <a:pt x="5898531" y="989941"/>
                  </a:lnTo>
                  <a:lnTo>
                    <a:pt x="5942224" y="974474"/>
                  </a:lnTo>
                  <a:lnTo>
                    <a:pt x="5985917" y="959006"/>
                  </a:lnTo>
                  <a:lnTo>
                    <a:pt x="6029609" y="943538"/>
                  </a:lnTo>
                  <a:lnTo>
                    <a:pt x="6073302" y="928070"/>
                  </a:lnTo>
                  <a:lnTo>
                    <a:pt x="6116995" y="912602"/>
                  </a:lnTo>
                  <a:lnTo>
                    <a:pt x="6160688" y="897134"/>
                  </a:lnTo>
                  <a:lnTo>
                    <a:pt x="6204381" y="881667"/>
                  </a:lnTo>
                  <a:lnTo>
                    <a:pt x="6248074" y="866199"/>
                  </a:lnTo>
                  <a:lnTo>
                    <a:pt x="6291766" y="850731"/>
                  </a:lnTo>
                  <a:lnTo>
                    <a:pt x="6335459" y="835263"/>
                  </a:lnTo>
                  <a:lnTo>
                    <a:pt x="6379152" y="819795"/>
                  </a:lnTo>
                  <a:lnTo>
                    <a:pt x="6422845" y="804327"/>
                  </a:lnTo>
                  <a:lnTo>
                    <a:pt x="6466538" y="788859"/>
                  </a:lnTo>
                  <a:lnTo>
                    <a:pt x="6510231" y="773392"/>
                  </a:lnTo>
                  <a:lnTo>
                    <a:pt x="6553923" y="757924"/>
                  </a:lnTo>
                  <a:lnTo>
                    <a:pt x="6597616" y="742456"/>
                  </a:lnTo>
                  <a:lnTo>
                    <a:pt x="6641309" y="726988"/>
                  </a:lnTo>
                  <a:lnTo>
                    <a:pt x="6685002" y="711520"/>
                  </a:lnTo>
                  <a:lnTo>
                    <a:pt x="6728695" y="696052"/>
                  </a:lnTo>
                  <a:lnTo>
                    <a:pt x="6772388" y="680585"/>
                  </a:lnTo>
                  <a:lnTo>
                    <a:pt x="6816080" y="665117"/>
                  </a:lnTo>
                  <a:lnTo>
                    <a:pt x="6859773" y="649649"/>
                  </a:lnTo>
                  <a:lnTo>
                    <a:pt x="6903466" y="634181"/>
                  </a:lnTo>
                  <a:lnTo>
                    <a:pt x="6947159" y="618713"/>
                  </a:lnTo>
                  <a:lnTo>
                    <a:pt x="6990852" y="603245"/>
                  </a:lnTo>
                  <a:lnTo>
                    <a:pt x="7034544" y="587778"/>
                  </a:lnTo>
                  <a:lnTo>
                    <a:pt x="7078237" y="572310"/>
                  </a:lnTo>
                  <a:lnTo>
                    <a:pt x="7121930" y="556842"/>
                  </a:lnTo>
                  <a:lnTo>
                    <a:pt x="7165623" y="541374"/>
                  </a:lnTo>
                  <a:lnTo>
                    <a:pt x="7209316" y="525906"/>
                  </a:lnTo>
                  <a:lnTo>
                    <a:pt x="7253009" y="510438"/>
                  </a:lnTo>
                  <a:lnTo>
                    <a:pt x="7296701" y="494970"/>
                  </a:lnTo>
                  <a:lnTo>
                    <a:pt x="7340394" y="479503"/>
                  </a:lnTo>
                  <a:lnTo>
                    <a:pt x="7384087" y="464035"/>
                  </a:lnTo>
                  <a:lnTo>
                    <a:pt x="7427780" y="448567"/>
                  </a:lnTo>
                  <a:lnTo>
                    <a:pt x="7471473" y="433099"/>
                  </a:lnTo>
                  <a:lnTo>
                    <a:pt x="7515166" y="417631"/>
                  </a:lnTo>
                  <a:lnTo>
                    <a:pt x="7558858" y="402163"/>
                  </a:lnTo>
                  <a:lnTo>
                    <a:pt x="7602551" y="386696"/>
                  </a:lnTo>
                  <a:lnTo>
                    <a:pt x="7646244" y="371228"/>
                  </a:lnTo>
                  <a:lnTo>
                    <a:pt x="7689937" y="355760"/>
                  </a:lnTo>
                  <a:lnTo>
                    <a:pt x="7733630" y="340292"/>
                  </a:lnTo>
                  <a:lnTo>
                    <a:pt x="7777323" y="324824"/>
                  </a:lnTo>
                  <a:lnTo>
                    <a:pt x="7821015" y="309356"/>
                  </a:lnTo>
                  <a:lnTo>
                    <a:pt x="7864708" y="293889"/>
                  </a:lnTo>
                  <a:lnTo>
                    <a:pt x="7908401" y="278421"/>
                  </a:lnTo>
                  <a:lnTo>
                    <a:pt x="7952094" y="262953"/>
                  </a:lnTo>
                  <a:lnTo>
                    <a:pt x="7995787" y="247485"/>
                  </a:lnTo>
                  <a:lnTo>
                    <a:pt x="8039479" y="232017"/>
                  </a:lnTo>
                  <a:lnTo>
                    <a:pt x="8083172" y="216549"/>
                  </a:lnTo>
                  <a:lnTo>
                    <a:pt x="8126865" y="201081"/>
                  </a:lnTo>
                  <a:lnTo>
                    <a:pt x="8170558" y="185614"/>
                  </a:lnTo>
                  <a:lnTo>
                    <a:pt x="8214251" y="170146"/>
                  </a:lnTo>
                  <a:lnTo>
                    <a:pt x="8257944" y="154678"/>
                  </a:lnTo>
                  <a:lnTo>
                    <a:pt x="8301636" y="139210"/>
                  </a:lnTo>
                  <a:lnTo>
                    <a:pt x="8345329" y="123742"/>
                  </a:lnTo>
                  <a:lnTo>
                    <a:pt x="8389022" y="108274"/>
                  </a:lnTo>
                  <a:lnTo>
                    <a:pt x="8432715" y="92807"/>
                  </a:lnTo>
                  <a:lnTo>
                    <a:pt x="8476408" y="77339"/>
                  </a:lnTo>
                  <a:lnTo>
                    <a:pt x="8520101" y="61871"/>
                  </a:lnTo>
                  <a:lnTo>
                    <a:pt x="8563793" y="46403"/>
                  </a:lnTo>
                  <a:lnTo>
                    <a:pt x="8607486" y="30935"/>
                  </a:lnTo>
                  <a:lnTo>
                    <a:pt x="8651179" y="15467"/>
                  </a:lnTo>
                  <a:lnTo>
                    <a:pt x="8694872" y="0"/>
                  </a:lnTo>
                </a:path>
              </a:pathLst>
            </a:custGeom>
            <a:ln w="32521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" name="pl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" name="pl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" name="pl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" name="pl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" name="pl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" name="pl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" name="pl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" name="pl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" name="pl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" name="pl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" name="pl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" name="pl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" name="pl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" name="pl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" name="pl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" name="pl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" name="pl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" name="pl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" name="pl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" name="pl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" name="pl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" name="pl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" name="pl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" name="pl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" name="pl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" name="pl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" name="pl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" name="pl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" name="pl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" name="pl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" name="pl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" name="pl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" name="pl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" name="pl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" name="pl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" name="pl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" name="pl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" name="pl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" name="pl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" name="pl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" name="pl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" name="pl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" name="pl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" name="pl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" name="pl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" name="pl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" name="pl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" name="pl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" name="pl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" name="pl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" name="pl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" name="pl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" name="pl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" name="pl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" name="pl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" name="pl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" name="pl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" name="pl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" name="pl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" name="pl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" name="pl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" name="pl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" name="pl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" name="pl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" name="pl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" name="pl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" name="pl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" name="pl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" name="pl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" name="pl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" name="pl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" name="pl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" name="pl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" name="pl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" name="pl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" name="pl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" name="pl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" name="pl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" name="pl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" name="pl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" name="pl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" name="pl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" name="pl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" name="pl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" name="pl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" name="pl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" name="pl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" name="pl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" name="pl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" name="pl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" name="pl1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" name="pl1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" name="pl1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" name="pl1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" name="pl1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" name="pl1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" name="pl1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" name="pl1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" name="pl1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" name="pl1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" name="pl1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" name="pl1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" name="pl1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" name="pl1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" name="pl1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" name="pl1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" name="pl1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" name="pl1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" name="pl1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" name="pl1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" name="pl1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" name="pl1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" name="pl1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" name="pl1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" name="pl1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" name="pl1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" name="pl1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" name="pl1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" name="pl1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" name="pl1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" name="pl1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" name="pl1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" name="pl1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" name="pl1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" name="pl1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" name="pl1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" name="pl1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" name="pl1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" name="pl1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" name="pl1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" name="pl1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" name="pl1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" name="pl1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" name="pl1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" name="pl1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" name="pl1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" name="pl1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" name="pl1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" name="pl1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" name="pl1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" name="pl1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" name="pl1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" name="pl1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" name="pl1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" name="pl1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" name="pl1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" name="pl1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" name="pl1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" name="pl1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" name="pl1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" name="pl1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" name="pl1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" name="pl1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" name="pl1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" name="pl1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" name="pl1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" name="pl1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" name="pl1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" name="pl1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" name="pl1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" name="pl1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" name="pl1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" name="pl1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" name="pl1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" name="pl1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" name="pl1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" name="pl1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" name="pl1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" name="pl1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" name="pl1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" name="pl1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" name="pl1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" name="pl1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" name="pl1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" name="pl1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" name="pl1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" name="pl1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" name="pl1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" name="pl1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" name="pl1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" name="pl1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" name="pl1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" name="pl1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" name="pl1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" name="pl1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" name="pl1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" name="pl1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" name="pl1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" name="pl1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" name="pl1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" name="pl2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" name="pl2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" name="pl2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" name="pl2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" name="pl2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" name="pl2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" name="pl2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" name="pl2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" name="pl2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" name="pl2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" name="pl2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" name="pl2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" name="pl2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" name="pl2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" name="pl2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" name="pl2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" name="pl2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" name="pl2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" name="pl2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" name="pl2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" name="pl2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" name="pl2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" name="pl2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" name="pl2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" name="pl2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" name="pl2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" name="pl2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" name="pl2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" name="pl2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" name="pl2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" name="pl2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" name="pl2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" name="pl2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" name="pl2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" name="pl2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" name="pl2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" name="pl2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" name="pl2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" name="pl2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" name="pl2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" name="pl2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" name="pl2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" name="pl2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" name="pl2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" name="pl2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" name="pl2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" name="pl2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" name="pl2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" name="pl2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" name="pl2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" name="pl2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" name="pl2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" name="pl2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" name="pl2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" name="pl2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" name="pl2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" name="pl2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" name="pl2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" name="pl2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" name="pl2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" name="pl2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" name="pl2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" name="pl2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" name="pl2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" name="pl2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" name="pl2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" name="pl2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" name="pl2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" name="pl2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" name="pl2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" name="pl2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" name="pl2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" name="pl2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4" name="pl2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5" name="pl2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6" name="pl2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7" name="pl2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8" name="pl2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9" name="pl2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0" name="pl2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1" name="pl2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2" name="pl2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3" name="pl2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4" name="pl2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5" name="pl2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6" name="pl2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7" name="pl2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8" name="pl2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9" name="pl2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0" name="pl2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1" name="pl2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2" name="pl2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3" name="pl2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4" name="pl2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5" name="pl2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6" name="pl2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7" name="pl2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8" name="pl2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9" name="pl2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0" name="pl2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1" name="pl3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2" name="pl3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3" name="pl3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4" name="pl3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5" name="pl3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6" name="pl3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7" name="pl3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8" name="pl3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9" name="pl3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0" name="pl3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1" name="pl3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2" name="pl3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3" name="pl3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4" name="pl3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5" name="pl3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6" name="pl3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7" name="pl3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8" name="pl3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9" name="pl3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0" name="pl3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1" name="pl3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2" name="pl3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3" name="pl3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4" name="pl3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5" name="pl3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6" name="pl3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7" name="pl3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8" name="pl3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9" name="pl3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0" name="pl3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1" name="pl3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2" name="pl3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3" name="pl3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4" name="pl3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5" name="pl3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6" name="pl3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7" name="pl3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8" name="pl3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9" name="pl3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0" name="pl3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1" name="pl3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2" name="pl3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3" name="pl3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4" name="pl3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5" name="pl3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6" name="pl3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7" name="pl3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8" name="pl3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9" name="pl3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0" name="pl3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1" name="pl3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2" name="pl3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3" name="pl3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4" name="pl3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5" name="pl3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6" name="pl3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7" name="pl3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8" name="pl3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9" name="pl3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0" name="pl3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1" name="pl3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2" name="pl3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3" name="pl3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4" name="pl3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5" name="pl3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6" name="pl3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7" name="pl3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8" name="pl3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9" name="pl3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0" name="pl3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1" name="pl3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2" name="pl3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3" name="pl3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4" name="pl3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5" name="pl3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6" name="pl3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7" name="pl3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8" name="pl3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9" name="pl3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0" name="pl3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1" name="pl3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2" name="pl3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3" name="pl3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4" name="pl3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5" name="pl3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6" name="pl3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7" name="pl3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8" name="pl3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9" name="pl3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0" name="pl3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1" name="pl3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2" name="pl3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3" name="pl3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4" name="pl3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5" name="pl3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6" name="pl3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7" name="pl3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8" name="pl3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9" name="pl3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0" name="pl3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1" name="pl4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2" name="pl4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3" name="pl4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4" name="pl4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5" name="pl4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6" name="pl4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7" name="pl4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8" name="pl4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9" name="pl4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0" name="pl4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1" name="pl4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2" name="pl4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3" name="pl4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4" name="pl4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5" name="pl4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6" name="pl4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7" name="pl4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8" name="pl4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9" name="pl4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0" name="pl4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1" name="pl4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2" name="pl4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3" name="pl4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4" name="pl4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5" name="pl4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6" name="pl4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7" name="pl4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8" name="pl4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9" name="pl4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0" name="pl4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1" name="pl4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2" name="pl4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3" name="pl4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4" name="pl4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5" name="pl4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6" name="pl4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7" name="pl4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8" name="pl4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9" name="pl4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0" name="pl4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1" name="pl4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2" name="pl4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3" name="pl4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4" name="pl4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5" name="pl4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6" name="pl4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7" name="pl4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8" name="pl4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9" name="pl4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0" name="pl4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1" name="pl4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2" name="pl4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3" name="pl4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4" name="pl4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5" name="pl4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6" name="pl4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7" name="pl4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8" name="pl4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9" name="pl4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0" name="pl4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1" name="pl4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2" name="pl4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3" name="pl4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4" name="pl4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5" name="pl4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6" name="pl4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7" name="pl4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8" name="pl4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9" name="pl4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0" name="pl4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1" name="pl4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2" name="pl4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3" name="pl4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4" name="pl4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5" name="pl4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6" name="pl4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7" name="pl4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8" name="pl4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9" name="pl4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0" name="pl4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1" name="pl4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2" name="pl4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3" name="pl4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4" name="pl4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5" name="pl4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6" name="pl4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7" name="pl4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8" name="pl4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9" name="pl4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0" name="pl4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1" name="pl4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2" name="pl4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3" name="pl4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4" name="pl4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5" name="pl4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6" name="pl4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7" name="pl4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8" name="pl4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9" name="pl4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0" name="pl4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1" name="pl5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2" name="pl5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3" name="pl5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4" name="pl5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5" name="pl5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6" name="pl5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7" name="pl5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8" name="pl5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9" name="pl5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0" name="pl5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1" name="pl5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2" name="pl5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3" name="pl5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4" name="pl5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5" name="pl5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6" name="pl5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7" name="pl5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8" name="pl5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9" name="pl5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0" name="pl5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1" name="pl5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2" name="pl5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3" name="pl5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4" name="pl5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5" name="pl5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6" name="pl5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7" name="pl5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8" name="pl5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9" name="pl5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0" name="pl5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1" name="pl5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2" name="pl5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3" name="pl5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4" name="pl5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5" name="pl5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6" name="pl5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7" name="pl5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8" name="pl5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9" name="pl5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0" name="pl5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1" name="pl5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2" name="pl5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3" name="pl5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4" name="pl5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5" name="pl5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6" name="pl5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7" name="pl5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8" name="pl5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9" name="pl5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0" name="pl5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1" name="pl5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2" name="pl5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3" name="pl5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4" name="pl5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5" name="pl5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6" name="pl5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7" name="pl5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8" name="pl5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9" name="pl5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0" name="pl5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1" name="pl5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2" name="pl5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3" name="pl5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4" name="pl5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5" name="pl5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6" name="pl5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7" name="pl5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8" name="pl5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9" name="pl5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0" name="pl5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1" name="pl5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2" name="pl5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3" name="pl5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4" name="pl5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5" name="pl5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6" name="pl5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7" name="pl5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8" name="pl5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9" name="pl5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0" name="pl5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1" name="pl5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2" name="pl5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3" name="pl5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4" name="pl5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5" name="pl5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6" name="pl5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7" name="pl5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8" name="pl5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9" name="pl5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0" name="pl5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1" name="pl5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2" name="pl5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3" name="pl5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4" name="pl5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5" name="pl5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6" name="pl5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7" name="pl5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8" name="pl5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9" name="pl5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0" name="pl5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1" name="pl6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2" name="pl6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3" name="pl6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4" name="pl6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5" name="pl6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6" name="pl6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7" name="pl6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8" name="pl6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9" name="pl6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0" name="pl609"/>
            <p:cNvSpPr/>
            <p:nvPr/>
          </p:nvSpPr>
          <p:spPr>
            <a:xfrm>
              <a:off x="773555" y="1410558"/>
              <a:ext cx="0" cy="4605405"/>
            </a:xfrm>
            <a:custGeom>
              <a:avLst/>
              <a:pathLst>
                <a:path w="0" h="4605405">
                  <a:moveTo>
                    <a:pt x="0" y="4605405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" name="tx610"/>
            <p:cNvSpPr/>
            <p:nvPr/>
          </p:nvSpPr>
          <p:spPr>
            <a:xfrm>
              <a:off x="626081" y="5759128"/>
              <a:ext cx="73456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</a:t>
              </a:r>
            </a:p>
          </p:txBody>
        </p:sp>
        <p:sp>
          <p:nvSpPr>
            <p:cNvPr id="612" name="tx611"/>
            <p:cNvSpPr/>
            <p:nvPr/>
          </p:nvSpPr>
          <p:spPr>
            <a:xfrm>
              <a:off x="552624" y="4921782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613" name="tx612"/>
            <p:cNvSpPr/>
            <p:nvPr/>
          </p:nvSpPr>
          <p:spPr>
            <a:xfrm>
              <a:off x="552624" y="4084113"/>
              <a:ext cx="146913" cy="9519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614" name="tx613"/>
            <p:cNvSpPr/>
            <p:nvPr/>
          </p:nvSpPr>
          <p:spPr>
            <a:xfrm>
              <a:off x="552624" y="3246960"/>
              <a:ext cx="146913" cy="9499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615" name="tx614"/>
            <p:cNvSpPr/>
            <p:nvPr/>
          </p:nvSpPr>
          <p:spPr>
            <a:xfrm>
              <a:off x="552624" y="2409484"/>
              <a:ext cx="146913" cy="9512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616" name="tx615"/>
            <p:cNvSpPr/>
            <p:nvPr/>
          </p:nvSpPr>
          <p:spPr>
            <a:xfrm>
              <a:off x="552624" y="1572396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50</a:t>
              </a:r>
            </a:p>
          </p:txBody>
        </p:sp>
        <p:sp>
          <p:nvSpPr>
            <p:cNvPr id="617" name="pl616"/>
            <p:cNvSpPr/>
            <p:nvPr/>
          </p:nvSpPr>
          <p:spPr>
            <a:xfrm>
              <a:off x="732434" y="5806627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" name="pl617"/>
            <p:cNvSpPr/>
            <p:nvPr/>
          </p:nvSpPr>
          <p:spPr>
            <a:xfrm>
              <a:off x="732434" y="4969280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" name="pl618"/>
            <p:cNvSpPr/>
            <p:nvPr/>
          </p:nvSpPr>
          <p:spPr>
            <a:xfrm>
              <a:off x="732434" y="4131934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" name="pl619"/>
            <p:cNvSpPr/>
            <p:nvPr/>
          </p:nvSpPr>
          <p:spPr>
            <a:xfrm>
              <a:off x="732434" y="3294587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" name="pl620"/>
            <p:cNvSpPr/>
            <p:nvPr/>
          </p:nvSpPr>
          <p:spPr>
            <a:xfrm>
              <a:off x="732434" y="2457241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" name="pl621"/>
            <p:cNvSpPr/>
            <p:nvPr/>
          </p:nvSpPr>
          <p:spPr>
            <a:xfrm>
              <a:off x="732434" y="1619894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" name="pl622"/>
            <p:cNvSpPr/>
            <p:nvPr/>
          </p:nvSpPr>
          <p:spPr>
            <a:xfrm>
              <a:off x="773555" y="6015963"/>
              <a:ext cx="9564359" cy="0"/>
            </a:xfrm>
            <a:custGeom>
              <a:avLst/>
              <a:pathLst>
                <a:path w="9564359" h="0">
                  <a:moveTo>
                    <a:pt x="0" y="0"/>
                  </a:moveTo>
                  <a:lnTo>
                    <a:pt x="9564359" y="0"/>
                  </a:lnTo>
                </a:path>
              </a:pathLst>
            </a:custGeom>
            <a:ln w="16014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" name="pl623"/>
            <p:cNvSpPr/>
            <p:nvPr/>
          </p:nvSpPr>
          <p:spPr>
            <a:xfrm>
              <a:off x="1208299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" name="pl624"/>
            <p:cNvSpPr/>
            <p:nvPr/>
          </p:nvSpPr>
          <p:spPr>
            <a:xfrm>
              <a:off x="2947273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" name="pl625"/>
            <p:cNvSpPr/>
            <p:nvPr/>
          </p:nvSpPr>
          <p:spPr>
            <a:xfrm>
              <a:off x="4686248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" name="pl626"/>
            <p:cNvSpPr/>
            <p:nvPr/>
          </p:nvSpPr>
          <p:spPr>
            <a:xfrm>
              <a:off x="6425222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" name="pl627"/>
            <p:cNvSpPr/>
            <p:nvPr/>
          </p:nvSpPr>
          <p:spPr>
            <a:xfrm>
              <a:off x="8164197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" name="pl628"/>
            <p:cNvSpPr/>
            <p:nvPr/>
          </p:nvSpPr>
          <p:spPr>
            <a:xfrm>
              <a:off x="9903171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" name="tx629"/>
            <p:cNvSpPr/>
            <p:nvPr/>
          </p:nvSpPr>
          <p:spPr>
            <a:xfrm>
              <a:off x="1171570" y="6089852"/>
              <a:ext cx="73456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</a:t>
              </a:r>
            </a:p>
          </p:txBody>
        </p:sp>
        <p:sp>
          <p:nvSpPr>
            <p:cNvPr id="631" name="tx630"/>
            <p:cNvSpPr/>
            <p:nvPr/>
          </p:nvSpPr>
          <p:spPr>
            <a:xfrm>
              <a:off x="2873816" y="6089852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632" name="tx631"/>
            <p:cNvSpPr/>
            <p:nvPr/>
          </p:nvSpPr>
          <p:spPr>
            <a:xfrm>
              <a:off x="4612791" y="6089529"/>
              <a:ext cx="146913" cy="9519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633" name="tx632"/>
            <p:cNvSpPr/>
            <p:nvPr/>
          </p:nvSpPr>
          <p:spPr>
            <a:xfrm>
              <a:off x="6351765" y="6089723"/>
              <a:ext cx="146913" cy="9499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634" name="tx633"/>
            <p:cNvSpPr/>
            <p:nvPr/>
          </p:nvSpPr>
          <p:spPr>
            <a:xfrm>
              <a:off x="8090740" y="6089594"/>
              <a:ext cx="146913" cy="9512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635" name="tx634"/>
            <p:cNvSpPr/>
            <p:nvPr/>
          </p:nvSpPr>
          <p:spPr>
            <a:xfrm>
              <a:off x="9829714" y="6089852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50</a:t>
              </a:r>
            </a:p>
          </p:txBody>
        </p:sp>
        <p:sp>
          <p:nvSpPr>
            <p:cNvPr id="636" name="tx635"/>
            <p:cNvSpPr/>
            <p:nvPr/>
          </p:nvSpPr>
          <p:spPr>
            <a:xfrm>
              <a:off x="4812341" y="6217005"/>
              <a:ext cx="1486786" cy="15647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Subjective response</a:t>
              </a:r>
            </a:p>
          </p:txBody>
        </p:sp>
        <p:sp>
          <p:nvSpPr>
            <p:cNvPr id="637" name="tx636"/>
            <p:cNvSpPr/>
            <p:nvPr/>
          </p:nvSpPr>
          <p:spPr>
            <a:xfrm rot="-5400000">
              <a:off x="-176788" y="3635023"/>
              <a:ext cx="1147074" cy="15647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Objective mean</a:t>
              </a:r>
            </a:p>
          </p:txBody>
        </p:sp>
        <p:sp>
          <p:nvSpPr>
            <p:cNvPr id="638" name="rc637"/>
            <p:cNvSpPr/>
            <p:nvPr/>
          </p:nvSpPr>
          <p:spPr>
            <a:xfrm>
              <a:off x="10502398" y="3183243"/>
              <a:ext cx="1119680" cy="106003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9" name="tx638"/>
            <p:cNvSpPr/>
            <p:nvPr/>
          </p:nvSpPr>
          <p:spPr>
            <a:xfrm>
              <a:off x="10584639" y="3248354"/>
              <a:ext cx="733921" cy="1538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Array size</a:t>
              </a:r>
            </a:p>
          </p:txBody>
        </p:sp>
        <p:sp>
          <p:nvSpPr>
            <p:cNvPr id="640" name="rc639"/>
            <p:cNvSpPr/>
            <p:nvPr/>
          </p:nvSpPr>
          <p:spPr>
            <a:xfrm>
              <a:off x="10584639" y="3502669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1" name="pl640"/>
            <p:cNvSpPr/>
            <p:nvPr/>
          </p:nvSpPr>
          <p:spPr>
            <a:xfrm>
              <a:off x="10606585" y="3612397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" name="rc641"/>
            <p:cNvSpPr/>
            <p:nvPr/>
          </p:nvSpPr>
          <p:spPr>
            <a:xfrm>
              <a:off x="10584639" y="3722125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3" name="pl642"/>
            <p:cNvSpPr/>
            <p:nvPr/>
          </p:nvSpPr>
          <p:spPr>
            <a:xfrm>
              <a:off x="10606585" y="3831853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" name="rc643"/>
            <p:cNvSpPr/>
            <p:nvPr/>
          </p:nvSpPr>
          <p:spPr>
            <a:xfrm>
              <a:off x="10584639" y="3941581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5" name="pl644"/>
            <p:cNvSpPr/>
            <p:nvPr/>
          </p:nvSpPr>
          <p:spPr>
            <a:xfrm>
              <a:off x="10606585" y="4051309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" name="tx645"/>
            <p:cNvSpPr/>
            <p:nvPr/>
          </p:nvSpPr>
          <p:spPr>
            <a:xfrm>
              <a:off x="10886337" y="3539553"/>
              <a:ext cx="580042" cy="1202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 squares</a:t>
              </a:r>
            </a:p>
          </p:txBody>
        </p:sp>
        <p:sp>
          <p:nvSpPr>
            <p:cNvPr id="647" name="tx646"/>
            <p:cNvSpPr/>
            <p:nvPr/>
          </p:nvSpPr>
          <p:spPr>
            <a:xfrm>
              <a:off x="10886337" y="3759331"/>
              <a:ext cx="653499" cy="11989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 squares</a:t>
              </a:r>
            </a:p>
          </p:txBody>
        </p:sp>
        <p:sp>
          <p:nvSpPr>
            <p:cNvPr id="648" name="tx647"/>
            <p:cNvSpPr/>
            <p:nvPr/>
          </p:nvSpPr>
          <p:spPr>
            <a:xfrm>
              <a:off x="10886337" y="3978465"/>
              <a:ext cx="653499" cy="1202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 squares</a:t>
              </a:r>
            </a:p>
          </p:txBody>
        </p:sp>
        <p:sp>
          <p:nvSpPr>
            <p:cNvPr id="649" name="tx648"/>
            <p:cNvSpPr/>
            <p:nvPr/>
          </p:nvSpPr>
          <p:spPr>
            <a:xfrm>
              <a:off x="773555" y="1136855"/>
              <a:ext cx="2542120" cy="1549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Average participant regression line</a:t>
              </a:r>
            </a:p>
          </p:txBody>
        </p:sp>
        <p:sp>
          <p:nvSpPr>
            <p:cNvPr id="650" name="tx649"/>
            <p:cNvSpPr/>
            <p:nvPr/>
          </p:nvSpPr>
          <p:spPr>
            <a:xfrm>
              <a:off x="773555" y="863410"/>
              <a:ext cx="3182592" cy="18389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5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56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Experiment 3 - Experience condition</a:t>
              </a:r>
            </a:p>
          </p:txBody>
        </p:sp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p:ph/>
          </p:nvPr>
        </p:nvSpPr>
        <p:spPr>
          <a:xfrm>
            <a:off x="274320" y="182880"/>
            <a:ext cx="11430000" cy="457200"/>
          </a:xfrm>
        </p:spPr>
        <p:txBody>
          <a:bodyPr/>
          <a:lstStyle/>
          <a:p>
            <a:r>
              <a:rPr/>
              <a:t>Exp 3 - Average model regression</a:t>
            </a:r>
          </a:p>
        </p:txBody>
      </p:sp>
      <p:grpSp xmlns:pic="http://schemas.openxmlformats.org/drawingml/2006/picture">
        <p:nvGrpSpPr>
          <p:cNvPr id="3" name=""/>
          <p:cNvGrpSpPr/>
          <p:nvPr/>
        </p:nvGrpSpPr>
        <p:grpSpPr>
          <a:xfrm>
            <a:off x="274320" y="822960"/>
            <a:ext cx="11430000" cy="5669280"/>
            <a:chOff x="274320" y="822960"/>
            <a:chExt cx="11430000" cy="5669280"/>
          </a:xfrm>
        </p:grpSpPr>
        <p:sp>
          <p:nvSpPr>
            <p:cNvPr id="4" name="rc3"/>
            <p:cNvSpPr/>
            <p:nvPr/>
          </p:nvSpPr>
          <p:spPr>
            <a:xfrm>
              <a:off x="274320" y="822960"/>
              <a:ext cx="1143000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4"/>
            <p:cNvSpPr/>
            <p:nvPr/>
          </p:nvSpPr>
          <p:spPr>
            <a:xfrm>
              <a:off x="11704319" y="822960"/>
              <a:ext cx="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6014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rc5"/>
            <p:cNvSpPr/>
            <p:nvPr/>
          </p:nvSpPr>
          <p:spPr>
            <a:xfrm>
              <a:off x="773555" y="1410558"/>
              <a:ext cx="9564359" cy="460540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g6"/>
            <p:cNvSpPr/>
            <p:nvPr/>
          </p:nvSpPr>
          <p:spPr>
            <a:xfrm>
              <a:off x="3338030" y="3110617"/>
              <a:ext cx="4307091" cy="1925061"/>
            </a:xfrm>
            <a:custGeom>
              <a:avLst/>
              <a:pathLst>
                <a:path w="4307091" h="1925061">
                  <a:moveTo>
                    <a:pt x="0" y="1744894"/>
                  </a:moveTo>
                  <a:lnTo>
                    <a:pt x="25389" y="1735342"/>
                  </a:lnTo>
                  <a:lnTo>
                    <a:pt x="117032" y="1700823"/>
                  </a:lnTo>
                  <a:lnTo>
                    <a:pt x="133553" y="1694594"/>
                  </a:lnTo>
                  <a:lnTo>
                    <a:pt x="142074" y="1691380"/>
                  </a:lnTo>
                  <a:lnTo>
                    <a:pt x="148856" y="1688822"/>
                  </a:lnTo>
                  <a:lnTo>
                    <a:pt x="164333" y="1682983"/>
                  </a:lnTo>
                  <a:lnTo>
                    <a:pt x="168158" y="1681539"/>
                  </a:lnTo>
                  <a:lnTo>
                    <a:pt x="172854" y="1679767"/>
                  </a:lnTo>
                  <a:lnTo>
                    <a:pt x="199286" y="1669788"/>
                  </a:lnTo>
                  <a:lnTo>
                    <a:pt x="201199" y="1669066"/>
                  </a:lnTo>
                  <a:lnTo>
                    <a:pt x="206590" y="1667030"/>
                  </a:lnTo>
                  <a:lnTo>
                    <a:pt x="223458" y="1660658"/>
                  </a:lnTo>
                  <a:lnTo>
                    <a:pt x="224849" y="1660132"/>
                  </a:lnTo>
                  <a:lnTo>
                    <a:pt x="241891" y="1653692"/>
                  </a:lnTo>
                  <a:lnTo>
                    <a:pt x="257194" y="1647907"/>
                  </a:lnTo>
                  <a:lnTo>
                    <a:pt x="268671" y="1643567"/>
                  </a:lnTo>
                  <a:lnTo>
                    <a:pt x="285365" y="1637252"/>
                  </a:lnTo>
                  <a:lnTo>
                    <a:pt x="290930" y="1635146"/>
                  </a:lnTo>
                  <a:lnTo>
                    <a:pt x="296495" y="1633040"/>
                  </a:lnTo>
                  <a:lnTo>
                    <a:pt x="298408" y="1632317"/>
                  </a:lnTo>
                  <a:lnTo>
                    <a:pt x="307450" y="1628894"/>
                  </a:lnTo>
                  <a:lnTo>
                    <a:pt x="315623" y="1625800"/>
                  </a:lnTo>
                  <a:lnTo>
                    <a:pt x="315971" y="1625668"/>
                  </a:lnTo>
                  <a:lnTo>
                    <a:pt x="322753" y="1623100"/>
                  </a:lnTo>
                  <a:lnTo>
                    <a:pt x="325362" y="1622112"/>
                  </a:lnTo>
                  <a:lnTo>
                    <a:pt x="326927" y="1621520"/>
                  </a:lnTo>
                  <a:lnTo>
                    <a:pt x="327796" y="1621190"/>
                  </a:lnTo>
                  <a:lnTo>
                    <a:pt x="332144" y="1619544"/>
                  </a:lnTo>
                  <a:lnTo>
                    <a:pt x="338230" y="1617238"/>
                  </a:lnTo>
                  <a:lnTo>
                    <a:pt x="342056" y="1615789"/>
                  </a:lnTo>
                  <a:lnTo>
                    <a:pt x="346055" y="1614274"/>
                  </a:lnTo>
                  <a:lnTo>
                    <a:pt x="346751" y="1614010"/>
                  </a:lnTo>
                  <a:lnTo>
                    <a:pt x="347794" y="1613615"/>
                  </a:lnTo>
                  <a:lnTo>
                    <a:pt x="352664" y="1611770"/>
                  </a:lnTo>
                  <a:lnTo>
                    <a:pt x="355620" y="1610650"/>
                  </a:lnTo>
                  <a:lnTo>
                    <a:pt x="357533" y="1609925"/>
                  </a:lnTo>
                  <a:lnTo>
                    <a:pt x="358228" y="1609661"/>
                  </a:lnTo>
                  <a:lnTo>
                    <a:pt x="367619" y="1606102"/>
                  </a:lnTo>
                  <a:lnTo>
                    <a:pt x="370401" y="1605047"/>
                  </a:lnTo>
                  <a:lnTo>
                    <a:pt x="373183" y="1603992"/>
                  </a:lnTo>
                  <a:lnTo>
                    <a:pt x="375096" y="1603267"/>
                  </a:lnTo>
                  <a:lnTo>
                    <a:pt x="380487" y="1601223"/>
                  </a:lnTo>
                  <a:lnTo>
                    <a:pt x="383617" y="1600036"/>
                  </a:lnTo>
                  <a:lnTo>
                    <a:pt x="390051" y="1597596"/>
                  </a:lnTo>
                  <a:lnTo>
                    <a:pt x="397355" y="1594825"/>
                  </a:lnTo>
                  <a:lnTo>
                    <a:pt x="398746" y="1594298"/>
                  </a:lnTo>
                  <a:lnTo>
                    <a:pt x="400659" y="1593572"/>
                  </a:lnTo>
                  <a:lnTo>
                    <a:pt x="405181" y="1591857"/>
                  </a:lnTo>
                  <a:lnTo>
                    <a:pt x="415788" y="1587831"/>
                  </a:lnTo>
                  <a:lnTo>
                    <a:pt x="431091" y="1582022"/>
                  </a:lnTo>
                  <a:lnTo>
                    <a:pt x="432482" y="1581494"/>
                  </a:lnTo>
                  <a:lnTo>
                    <a:pt x="436482" y="1579975"/>
                  </a:lnTo>
                  <a:lnTo>
                    <a:pt x="438221" y="1579315"/>
                  </a:lnTo>
                  <a:lnTo>
                    <a:pt x="442569" y="1577664"/>
                  </a:lnTo>
                  <a:lnTo>
                    <a:pt x="455437" y="1572776"/>
                  </a:lnTo>
                  <a:lnTo>
                    <a:pt x="459263" y="1571323"/>
                  </a:lnTo>
                  <a:lnTo>
                    <a:pt x="464827" y="1569208"/>
                  </a:lnTo>
                  <a:lnTo>
                    <a:pt x="469697" y="1567358"/>
                  </a:lnTo>
                  <a:lnTo>
                    <a:pt x="470392" y="1567093"/>
                  </a:lnTo>
                  <a:lnTo>
                    <a:pt x="472305" y="1566366"/>
                  </a:lnTo>
                  <a:lnTo>
                    <a:pt x="481348" y="1562929"/>
                  </a:lnTo>
                  <a:lnTo>
                    <a:pt x="489521" y="1559821"/>
                  </a:lnTo>
                  <a:lnTo>
                    <a:pt x="489869" y="1559689"/>
                  </a:lnTo>
                  <a:lnTo>
                    <a:pt x="496651" y="1557110"/>
                  </a:lnTo>
                  <a:lnTo>
                    <a:pt x="499259" y="1556118"/>
                  </a:lnTo>
                  <a:lnTo>
                    <a:pt x="500824" y="1555523"/>
                  </a:lnTo>
                  <a:lnTo>
                    <a:pt x="501694" y="1555192"/>
                  </a:lnTo>
                  <a:lnTo>
                    <a:pt x="506041" y="1553538"/>
                  </a:lnTo>
                  <a:lnTo>
                    <a:pt x="512127" y="1551223"/>
                  </a:lnTo>
                  <a:lnTo>
                    <a:pt x="515953" y="1549767"/>
                  </a:lnTo>
                  <a:lnTo>
                    <a:pt x="519953" y="1548245"/>
                  </a:lnTo>
                  <a:lnTo>
                    <a:pt x="520648" y="1547980"/>
                  </a:lnTo>
                  <a:lnTo>
                    <a:pt x="521692" y="1547583"/>
                  </a:lnTo>
                  <a:lnTo>
                    <a:pt x="526561" y="1545730"/>
                  </a:lnTo>
                  <a:lnTo>
                    <a:pt x="529517" y="1544605"/>
                  </a:lnTo>
                  <a:lnTo>
                    <a:pt x="531430" y="1543876"/>
                  </a:lnTo>
                  <a:lnTo>
                    <a:pt x="532126" y="1543612"/>
                  </a:lnTo>
                  <a:lnTo>
                    <a:pt x="541516" y="1540036"/>
                  </a:lnTo>
                  <a:lnTo>
                    <a:pt x="544299" y="1538977"/>
                  </a:lnTo>
                  <a:lnTo>
                    <a:pt x="547081" y="1537917"/>
                  </a:lnTo>
                  <a:lnTo>
                    <a:pt x="548994" y="1537189"/>
                  </a:lnTo>
                  <a:lnTo>
                    <a:pt x="554385" y="1535135"/>
                  </a:lnTo>
                  <a:lnTo>
                    <a:pt x="557515" y="1533943"/>
                  </a:lnTo>
                  <a:lnTo>
                    <a:pt x="563949" y="1531492"/>
                  </a:lnTo>
                  <a:lnTo>
                    <a:pt x="571253" y="1528708"/>
                  </a:lnTo>
                  <a:lnTo>
                    <a:pt x="572644" y="1528178"/>
                  </a:lnTo>
                  <a:lnTo>
                    <a:pt x="574557" y="1527449"/>
                  </a:lnTo>
                  <a:lnTo>
                    <a:pt x="579078" y="1525726"/>
                  </a:lnTo>
                  <a:lnTo>
                    <a:pt x="589686" y="1521682"/>
                  </a:lnTo>
                  <a:lnTo>
                    <a:pt x="604989" y="1515845"/>
                  </a:lnTo>
                  <a:lnTo>
                    <a:pt x="606380" y="1515315"/>
                  </a:lnTo>
                  <a:lnTo>
                    <a:pt x="610380" y="1513789"/>
                  </a:lnTo>
                  <a:lnTo>
                    <a:pt x="612119" y="1513125"/>
                  </a:lnTo>
                  <a:lnTo>
                    <a:pt x="616466" y="1511466"/>
                  </a:lnTo>
                  <a:lnTo>
                    <a:pt x="629334" y="1506555"/>
                  </a:lnTo>
                  <a:lnTo>
                    <a:pt x="633160" y="1505094"/>
                  </a:lnTo>
                  <a:lnTo>
                    <a:pt x="638725" y="1502969"/>
                  </a:lnTo>
                  <a:lnTo>
                    <a:pt x="643594" y="1501110"/>
                  </a:lnTo>
                  <a:lnTo>
                    <a:pt x="644290" y="1500844"/>
                  </a:lnTo>
                  <a:lnTo>
                    <a:pt x="646202" y="1500114"/>
                  </a:lnTo>
                  <a:lnTo>
                    <a:pt x="655245" y="1496660"/>
                  </a:lnTo>
                  <a:lnTo>
                    <a:pt x="663418" y="1493537"/>
                  </a:lnTo>
                  <a:lnTo>
                    <a:pt x="663766" y="1493404"/>
                  </a:lnTo>
                  <a:lnTo>
                    <a:pt x="670548" y="1490812"/>
                  </a:lnTo>
                  <a:lnTo>
                    <a:pt x="673157" y="1489815"/>
                  </a:lnTo>
                  <a:lnTo>
                    <a:pt x="674722" y="1489217"/>
                  </a:lnTo>
                  <a:lnTo>
                    <a:pt x="675591" y="1488884"/>
                  </a:lnTo>
                  <a:lnTo>
                    <a:pt x="679939" y="1487222"/>
                  </a:lnTo>
                  <a:lnTo>
                    <a:pt x="686025" y="1484895"/>
                  </a:lnTo>
                  <a:lnTo>
                    <a:pt x="689851" y="1483432"/>
                  </a:lnTo>
                  <a:lnTo>
                    <a:pt x="693850" y="1481902"/>
                  </a:lnTo>
                  <a:lnTo>
                    <a:pt x="694546" y="1481636"/>
                  </a:lnTo>
                  <a:lnTo>
                    <a:pt x="695589" y="1481237"/>
                  </a:lnTo>
                  <a:lnTo>
                    <a:pt x="700458" y="1479374"/>
                  </a:lnTo>
                  <a:lnTo>
                    <a:pt x="703415" y="1478243"/>
                  </a:lnTo>
                  <a:lnTo>
                    <a:pt x="705328" y="1477512"/>
                  </a:lnTo>
                  <a:lnTo>
                    <a:pt x="706023" y="1477245"/>
                  </a:lnTo>
                  <a:lnTo>
                    <a:pt x="715414" y="1473652"/>
                  </a:lnTo>
                  <a:lnTo>
                    <a:pt x="718196" y="1472587"/>
                  </a:lnTo>
                  <a:lnTo>
                    <a:pt x="720978" y="1471522"/>
                  </a:lnTo>
                  <a:lnTo>
                    <a:pt x="722891" y="1470789"/>
                  </a:lnTo>
                  <a:lnTo>
                    <a:pt x="728282" y="1468725"/>
                  </a:lnTo>
                  <a:lnTo>
                    <a:pt x="731412" y="1467527"/>
                  </a:lnTo>
                  <a:lnTo>
                    <a:pt x="737846" y="1465063"/>
                  </a:lnTo>
                  <a:lnTo>
                    <a:pt x="745150" y="1462265"/>
                  </a:lnTo>
                  <a:lnTo>
                    <a:pt x="746541" y="1461732"/>
                  </a:lnTo>
                  <a:lnTo>
                    <a:pt x="748454" y="1460999"/>
                  </a:lnTo>
                  <a:lnTo>
                    <a:pt x="752975" y="1459266"/>
                  </a:lnTo>
                  <a:lnTo>
                    <a:pt x="763583" y="1455201"/>
                  </a:lnTo>
                  <a:lnTo>
                    <a:pt x="778886" y="1449333"/>
                  </a:lnTo>
                  <a:lnTo>
                    <a:pt x="780277" y="1448800"/>
                  </a:lnTo>
                  <a:lnTo>
                    <a:pt x="784277" y="1447265"/>
                  </a:lnTo>
                  <a:lnTo>
                    <a:pt x="786016" y="1446598"/>
                  </a:lnTo>
                  <a:lnTo>
                    <a:pt x="790363" y="1444930"/>
                  </a:lnTo>
                  <a:lnTo>
                    <a:pt x="803232" y="1439992"/>
                  </a:lnTo>
                  <a:lnTo>
                    <a:pt x="807058" y="1438524"/>
                  </a:lnTo>
                  <a:lnTo>
                    <a:pt x="812622" y="1436387"/>
                  </a:lnTo>
                  <a:lnTo>
                    <a:pt x="817491" y="1434517"/>
                  </a:lnTo>
                  <a:lnTo>
                    <a:pt x="818187" y="1434250"/>
                  </a:lnTo>
                  <a:lnTo>
                    <a:pt x="820100" y="1433516"/>
                  </a:lnTo>
                  <a:lnTo>
                    <a:pt x="829143" y="1430042"/>
                  </a:lnTo>
                  <a:lnTo>
                    <a:pt x="837316" y="1426902"/>
                  </a:lnTo>
                  <a:lnTo>
                    <a:pt x="837664" y="1426768"/>
                  </a:lnTo>
                  <a:lnTo>
                    <a:pt x="844446" y="1424162"/>
                  </a:lnTo>
                  <a:lnTo>
                    <a:pt x="847054" y="1423159"/>
                  </a:lnTo>
                  <a:lnTo>
                    <a:pt x="848619" y="1422557"/>
                  </a:lnTo>
                  <a:lnTo>
                    <a:pt x="849489" y="1422223"/>
                  </a:lnTo>
                  <a:lnTo>
                    <a:pt x="853836" y="1420552"/>
                  </a:lnTo>
                  <a:lnTo>
                    <a:pt x="859922" y="1418211"/>
                  </a:lnTo>
                  <a:lnTo>
                    <a:pt x="863748" y="1416740"/>
                  </a:lnTo>
                  <a:lnTo>
                    <a:pt x="867748" y="1415201"/>
                  </a:lnTo>
                  <a:lnTo>
                    <a:pt x="868443" y="1414934"/>
                  </a:lnTo>
                  <a:lnTo>
                    <a:pt x="869487" y="1414532"/>
                  </a:lnTo>
                  <a:lnTo>
                    <a:pt x="874356" y="1412659"/>
                  </a:lnTo>
                  <a:lnTo>
                    <a:pt x="879225" y="1410785"/>
                  </a:lnTo>
                  <a:lnTo>
                    <a:pt x="879921" y="1410518"/>
                  </a:lnTo>
                  <a:lnTo>
                    <a:pt x="889311" y="1406903"/>
                  </a:lnTo>
                  <a:lnTo>
                    <a:pt x="892093" y="1405832"/>
                  </a:lnTo>
                  <a:lnTo>
                    <a:pt x="894876" y="1404761"/>
                  </a:lnTo>
                  <a:lnTo>
                    <a:pt x="896789" y="1404024"/>
                  </a:lnTo>
                  <a:lnTo>
                    <a:pt x="902179" y="1401948"/>
                  </a:lnTo>
                  <a:lnTo>
                    <a:pt x="905310" y="1400742"/>
                  </a:lnTo>
                  <a:lnTo>
                    <a:pt x="911744" y="1398264"/>
                  </a:lnTo>
                  <a:lnTo>
                    <a:pt x="919048" y="1395449"/>
                  </a:lnTo>
                  <a:lnTo>
                    <a:pt x="920439" y="1394913"/>
                  </a:lnTo>
                  <a:lnTo>
                    <a:pt x="922352" y="1394176"/>
                  </a:lnTo>
                  <a:lnTo>
                    <a:pt x="926873" y="1392433"/>
                  </a:lnTo>
                  <a:lnTo>
                    <a:pt x="937481" y="1388343"/>
                  </a:lnTo>
                  <a:lnTo>
                    <a:pt x="952784" y="1382440"/>
                  </a:lnTo>
                  <a:lnTo>
                    <a:pt x="954175" y="1381903"/>
                  </a:lnTo>
                  <a:lnTo>
                    <a:pt x="958174" y="1380360"/>
                  </a:lnTo>
                  <a:lnTo>
                    <a:pt x="959913" y="1379689"/>
                  </a:lnTo>
                  <a:lnTo>
                    <a:pt x="964261" y="1378010"/>
                  </a:lnTo>
                  <a:lnTo>
                    <a:pt x="977129" y="1373042"/>
                  </a:lnTo>
                  <a:lnTo>
                    <a:pt x="980955" y="1371564"/>
                  </a:lnTo>
                  <a:lnTo>
                    <a:pt x="986520" y="1369415"/>
                  </a:lnTo>
                  <a:lnTo>
                    <a:pt x="991389" y="1367533"/>
                  </a:lnTo>
                  <a:lnTo>
                    <a:pt x="992084" y="1367264"/>
                  </a:lnTo>
                  <a:lnTo>
                    <a:pt x="993997" y="1366525"/>
                  </a:lnTo>
                  <a:lnTo>
                    <a:pt x="1003040" y="1363030"/>
                  </a:lnTo>
                  <a:lnTo>
                    <a:pt x="1011213" y="1359870"/>
                  </a:lnTo>
                  <a:lnTo>
                    <a:pt x="1011561" y="1359736"/>
                  </a:lnTo>
                  <a:lnTo>
                    <a:pt x="1018343" y="1357113"/>
                  </a:lnTo>
                  <a:lnTo>
                    <a:pt x="1020951" y="1356104"/>
                  </a:lnTo>
                  <a:lnTo>
                    <a:pt x="1022516" y="1355498"/>
                  </a:lnTo>
                  <a:lnTo>
                    <a:pt x="1023386" y="1355162"/>
                  </a:lnTo>
                  <a:lnTo>
                    <a:pt x="1027733" y="1353480"/>
                  </a:lnTo>
                  <a:lnTo>
                    <a:pt x="1033820" y="1351124"/>
                  </a:lnTo>
                  <a:lnTo>
                    <a:pt x="1037646" y="1349643"/>
                  </a:lnTo>
                  <a:lnTo>
                    <a:pt x="1041645" y="1348095"/>
                  </a:lnTo>
                  <a:lnTo>
                    <a:pt x="1042341" y="1347826"/>
                  </a:lnTo>
                  <a:lnTo>
                    <a:pt x="1043384" y="1347422"/>
                  </a:lnTo>
                  <a:lnTo>
                    <a:pt x="1048253" y="1345536"/>
                  </a:lnTo>
                  <a:lnTo>
                    <a:pt x="1051210" y="1344391"/>
                  </a:lnTo>
                  <a:lnTo>
                    <a:pt x="1053122" y="1343651"/>
                  </a:lnTo>
                  <a:lnTo>
                    <a:pt x="1053818" y="1343381"/>
                  </a:lnTo>
                  <a:lnTo>
                    <a:pt x="1063208" y="1339743"/>
                  </a:lnTo>
                  <a:lnTo>
                    <a:pt x="1065991" y="1338665"/>
                  </a:lnTo>
                  <a:lnTo>
                    <a:pt x="1068773" y="1337587"/>
                  </a:lnTo>
                  <a:lnTo>
                    <a:pt x="1070686" y="1336845"/>
                  </a:lnTo>
                  <a:lnTo>
                    <a:pt x="1076077" y="1334756"/>
                  </a:lnTo>
                  <a:lnTo>
                    <a:pt x="1079207" y="1333542"/>
                  </a:lnTo>
                  <a:lnTo>
                    <a:pt x="1085641" y="1331047"/>
                  </a:lnTo>
                  <a:lnTo>
                    <a:pt x="1092945" y="1328214"/>
                  </a:lnTo>
                  <a:lnTo>
                    <a:pt x="1094336" y="1327675"/>
                  </a:lnTo>
                  <a:lnTo>
                    <a:pt x="1096249" y="1326932"/>
                  </a:lnTo>
                  <a:lnTo>
                    <a:pt x="1100770" y="1325178"/>
                  </a:lnTo>
                  <a:lnTo>
                    <a:pt x="1111378" y="1321061"/>
                  </a:lnTo>
                  <a:lnTo>
                    <a:pt x="1126681" y="1315118"/>
                  </a:lnTo>
                  <a:lnTo>
                    <a:pt x="1128072" y="1314578"/>
                  </a:lnTo>
                  <a:lnTo>
                    <a:pt x="1132072" y="1313024"/>
                  </a:lnTo>
                  <a:lnTo>
                    <a:pt x="1133811" y="1312348"/>
                  </a:lnTo>
                  <a:lnTo>
                    <a:pt x="1138158" y="1310659"/>
                  </a:lnTo>
                  <a:lnTo>
                    <a:pt x="1151027" y="1305656"/>
                  </a:lnTo>
                  <a:lnTo>
                    <a:pt x="1154852" y="1304168"/>
                  </a:lnTo>
                  <a:lnTo>
                    <a:pt x="1160417" y="1302004"/>
                  </a:lnTo>
                  <a:lnTo>
                    <a:pt x="1165286" y="1300110"/>
                  </a:lnTo>
                  <a:lnTo>
                    <a:pt x="1165982" y="1299839"/>
                  </a:lnTo>
                  <a:lnTo>
                    <a:pt x="1167895" y="1299095"/>
                  </a:lnTo>
                  <a:lnTo>
                    <a:pt x="1176937" y="1295575"/>
                  </a:lnTo>
                  <a:lnTo>
                    <a:pt x="1185111" y="1292393"/>
                  </a:lnTo>
                  <a:lnTo>
                    <a:pt x="1185458" y="1292258"/>
                  </a:lnTo>
                  <a:lnTo>
                    <a:pt x="1192240" y="1289617"/>
                  </a:lnTo>
                  <a:lnTo>
                    <a:pt x="1194849" y="1288601"/>
                  </a:lnTo>
                  <a:lnTo>
                    <a:pt x="1196414" y="1287991"/>
                  </a:lnTo>
                  <a:lnTo>
                    <a:pt x="1197283" y="1287652"/>
                  </a:lnTo>
                  <a:lnTo>
                    <a:pt x="1201631" y="1285958"/>
                  </a:lnTo>
                  <a:lnTo>
                    <a:pt x="1207717" y="1283586"/>
                  </a:lnTo>
                  <a:lnTo>
                    <a:pt x="1211543" y="1282095"/>
                  </a:lnTo>
                  <a:lnTo>
                    <a:pt x="1215543" y="1280536"/>
                  </a:lnTo>
                  <a:lnTo>
                    <a:pt x="1216238" y="1280265"/>
                  </a:lnTo>
                  <a:lnTo>
                    <a:pt x="1217282" y="1279858"/>
                  </a:lnTo>
                  <a:lnTo>
                    <a:pt x="1222151" y="1277959"/>
                  </a:lnTo>
                  <a:lnTo>
                    <a:pt x="1225107" y="1276806"/>
                  </a:lnTo>
                  <a:lnTo>
                    <a:pt x="1227020" y="1276060"/>
                  </a:lnTo>
                  <a:lnTo>
                    <a:pt x="1227715" y="1275788"/>
                  </a:lnTo>
                  <a:lnTo>
                    <a:pt x="1237106" y="1272125"/>
                  </a:lnTo>
                  <a:lnTo>
                    <a:pt x="1239888" y="1271039"/>
                  </a:lnTo>
                  <a:lnTo>
                    <a:pt x="1242671" y="1269953"/>
                  </a:lnTo>
                  <a:lnTo>
                    <a:pt x="1244584" y="1269206"/>
                  </a:lnTo>
                  <a:lnTo>
                    <a:pt x="1249974" y="1267101"/>
                  </a:lnTo>
                  <a:lnTo>
                    <a:pt x="1253105" y="1265879"/>
                  </a:lnTo>
                  <a:lnTo>
                    <a:pt x="1259539" y="1263366"/>
                  </a:lnTo>
                  <a:lnTo>
                    <a:pt x="1266842" y="1260513"/>
                  </a:lnTo>
                  <a:lnTo>
                    <a:pt x="1268234" y="1259969"/>
                  </a:lnTo>
                  <a:lnTo>
                    <a:pt x="1270146" y="1259221"/>
                  </a:lnTo>
                  <a:lnTo>
                    <a:pt x="1274668" y="1257454"/>
                  </a:lnTo>
                  <a:lnTo>
                    <a:pt x="1285276" y="1253307"/>
                  </a:lnTo>
                  <a:lnTo>
                    <a:pt x="1300579" y="1247321"/>
                  </a:lnTo>
                  <a:lnTo>
                    <a:pt x="1301970" y="1246776"/>
                  </a:lnTo>
                  <a:lnTo>
                    <a:pt x="1305969" y="1245211"/>
                  </a:lnTo>
                  <a:lnTo>
                    <a:pt x="1307708" y="1244530"/>
                  </a:lnTo>
                  <a:lnTo>
                    <a:pt x="1312056" y="1242828"/>
                  </a:lnTo>
                  <a:lnTo>
                    <a:pt x="1324924" y="1237788"/>
                  </a:lnTo>
                  <a:lnTo>
                    <a:pt x="1328750" y="1236290"/>
                  </a:lnTo>
                  <a:lnTo>
                    <a:pt x="1334315" y="1234109"/>
                  </a:lnTo>
                  <a:lnTo>
                    <a:pt x="1339184" y="1232201"/>
                  </a:lnTo>
                  <a:lnTo>
                    <a:pt x="1339879" y="1231928"/>
                  </a:lnTo>
                  <a:lnTo>
                    <a:pt x="1341792" y="1231178"/>
                  </a:lnTo>
                  <a:lnTo>
                    <a:pt x="1350835" y="1227632"/>
                  </a:lnTo>
                  <a:lnTo>
                    <a:pt x="1359008" y="1224426"/>
                  </a:lnTo>
                  <a:lnTo>
                    <a:pt x="1359356" y="1224290"/>
                  </a:lnTo>
                  <a:lnTo>
                    <a:pt x="1366138" y="1221628"/>
                  </a:lnTo>
                  <a:lnTo>
                    <a:pt x="1368746" y="1220605"/>
                  </a:lnTo>
                  <a:lnTo>
                    <a:pt x="1370311" y="1219990"/>
                  </a:lnTo>
                  <a:lnTo>
                    <a:pt x="1371181" y="1219649"/>
                  </a:lnTo>
                  <a:lnTo>
                    <a:pt x="1375528" y="1217942"/>
                  </a:lnTo>
                  <a:lnTo>
                    <a:pt x="1381615" y="1215552"/>
                  </a:lnTo>
                  <a:lnTo>
                    <a:pt x="1385440" y="1214049"/>
                  </a:lnTo>
                  <a:lnTo>
                    <a:pt x="1389440" y="1212478"/>
                  </a:lnTo>
                  <a:lnTo>
                    <a:pt x="1390136" y="1212205"/>
                  </a:lnTo>
                  <a:lnTo>
                    <a:pt x="1391179" y="1211795"/>
                  </a:lnTo>
                  <a:lnTo>
                    <a:pt x="1396048" y="1209882"/>
                  </a:lnTo>
                  <a:lnTo>
                    <a:pt x="1399004" y="1208720"/>
                  </a:lnTo>
                  <a:lnTo>
                    <a:pt x="1400917" y="1207968"/>
                  </a:lnTo>
                  <a:lnTo>
                    <a:pt x="1401613" y="1207695"/>
                  </a:lnTo>
                  <a:lnTo>
                    <a:pt x="1411003" y="1204002"/>
                  </a:lnTo>
                  <a:lnTo>
                    <a:pt x="1413786" y="1202908"/>
                  </a:lnTo>
                  <a:lnTo>
                    <a:pt x="1416568" y="1201814"/>
                  </a:lnTo>
                  <a:lnTo>
                    <a:pt x="1418481" y="1201061"/>
                  </a:lnTo>
                  <a:lnTo>
                    <a:pt x="1423872" y="1198940"/>
                  </a:lnTo>
                  <a:lnTo>
                    <a:pt x="1427002" y="1197708"/>
                  </a:lnTo>
                  <a:lnTo>
                    <a:pt x="1433436" y="1195176"/>
                  </a:lnTo>
                  <a:lnTo>
                    <a:pt x="1440740" y="1192300"/>
                  </a:lnTo>
                  <a:lnTo>
                    <a:pt x="1442131" y="1191752"/>
                  </a:lnTo>
                  <a:lnTo>
                    <a:pt x="1444044" y="1190999"/>
                  </a:lnTo>
                  <a:lnTo>
                    <a:pt x="1448565" y="1189218"/>
                  </a:lnTo>
                  <a:lnTo>
                    <a:pt x="1459173" y="1185038"/>
                  </a:lnTo>
                  <a:lnTo>
                    <a:pt x="1474476" y="1179005"/>
                  </a:lnTo>
                  <a:lnTo>
                    <a:pt x="1475867" y="1178456"/>
                  </a:lnTo>
                  <a:lnTo>
                    <a:pt x="1479867" y="1176878"/>
                  </a:lnTo>
                  <a:lnTo>
                    <a:pt x="1481606" y="1176192"/>
                  </a:lnTo>
                  <a:lnTo>
                    <a:pt x="1485953" y="1174477"/>
                  </a:lnTo>
                  <a:lnTo>
                    <a:pt x="1498822" y="1169397"/>
                  </a:lnTo>
                  <a:lnTo>
                    <a:pt x="1502647" y="1167886"/>
                  </a:lnTo>
                  <a:lnTo>
                    <a:pt x="1508212" y="1165688"/>
                  </a:lnTo>
                  <a:lnTo>
                    <a:pt x="1513081" y="1163765"/>
                  </a:lnTo>
                  <a:lnTo>
                    <a:pt x="1513777" y="1163490"/>
                  </a:lnTo>
                  <a:lnTo>
                    <a:pt x="1515690" y="1162734"/>
                  </a:lnTo>
                  <a:lnTo>
                    <a:pt x="1524732" y="1159160"/>
                  </a:lnTo>
                  <a:lnTo>
                    <a:pt x="1532905" y="1155928"/>
                  </a:lnTo>
                  <a:lnTo>
                    <a:pt x="1533253" y="1155790"/>
                  </a:lnTo>
                  <a:lnTo>
                    <a:pt x="1540035" y="1153108"/>
                  </a:lnTo>
                  <a:lnTo>
                    <a:pt x="1542644" y="1152076"/>
                  </a:lnTo>
                  <a:lnTo>
                    <a:pt x="1544209" y="1151456"/>
                  </a:lnTo>
                  <a:lnTo>
                    <a:pt x="1545078" y="1151112"/>
                  </a:lnTo>
                  <a:lnTo>
                    <a:pt x="1549426" y="1149392"/>
                  </a:lnTo>
                  <a:lnTo>
                    <a:pt x="1555512" y="1146982"/>
                  </a:lnTo>
                  <a:lnTo>
                    <a:pt x="1559338" y="1145468"/>
                  </a:lnTo>
                  <a:lnTo>
                    <a:pt x="1563338" y="1143884"/>
                  </a:lnTo>
                  <a:lnTo>
                    <a:pt x="1564033" y="1143608"/>
                  </a:lnTo>
                  <a:lnTo>
                    <a:pt x="1565077" y="1143195"/>
                  </a:lnTo>
                  <a:lnTo>
                    <a:pt x="1569946" y="1141266"/>
                  </a:lnTo>
                  <a:lnTo>
                    <a:pt x="1572902" y="1140095"/>
                  </a:lnTo>
                  <a:lnTo>
                    <a:pt x="1574815" y="1139337"/>
                  </a:lnTo>
                  <a:lnTo>
                    <a:pt x="1575510" y="1139061"/>
                  </a:lnTo>
                  <a:lnTo>
                    <a:pt x="1584901" y="1135339"/>
                  </a:lnTo>
                  <a:lnTo>
                    <a:pt x="1587683" y="1134236"/>
                  </a:lnTo>
                  <a:lnTo>
                    <a:pt x="1590466" y="1133132"/>
                  </a:lnTo>
                  <a:lnTo>
                    <a:pt x="1592378" y="1132374"/>
                  </a:lnTo>
                  <a:lnTo>
                    <a:pt x="1597769" y="1130235"/>
                  </a:lnTo>
                  <a:lnTo>
                    <a:pt x="1600899" y="1128994"/>
                  </a:lnTo>
                  <a:lnTo>
                    <a:pt x="1607334" y="1126440"/>
                  </a:lnTo>
                  <a:lnTo>
                    <a:pt x="1614637" y="1123541"/>
                  </a:lnTo>
                  <a:lnTo>
                    <a:pt x="1616028" y="1122989"/>
                  </a:lnTo>
                  <a:lnTo>
                    <a:pt x="1617941" y="1122229"/>
                  </a:lnTo>
                  <a:lnTo>
                    <a:pt x="1622463" y="1120433"/>
                  </a:lnTo>
                  <a:lnTo>
                    <a:pt x="1633070" y="1116219"/>
                  </a:lnTo>
                  <a:lnTo>
                    <a:pt x="1648373" y="1110136"/>
                  </a:lnTo>
                  <a:lnTo>
                    <a:pt x="1649765" y="1109583"/>
                  </a:lnTo>
                  <a:lnTo>
                    <a:pt x="1653764" y="1107992"/>
                  </a:lnTo>
                  <a:lnTo>
                    <a:pt x="1655503" y="1107300"/>
                  </a:lnTo>
                  <a:lnTo>
                    <a:pt x="1659851" y="1105571"/>
                  </a:lnTo>
                  <a:lnTo>
                    <a:pt x="1672719" y="1100449"/>
                  </a:lnTo>
                  <a:lnTo>
                    <a:pt x="1676545" y="1098925"/>
                  </a:lnTo>
                  <a:lnTo>
                    <a:pt x="1682110" y="1096709"/>
                  </a:lnTo>
                  <a:lnTo>
                    <a:pt x="1686979" y="1094770"/>
                  </a:lnTo>
                  <a:lnTo>
                    <a:pt x="1687674" y="1094492"/>
                  </a:lnTo>
                  <a:lnTo>
                    <a:pt x="1689587" y="1093730"/>
                  </a:lnTo>
                  <a:lnTo>
                    <a:pt x="1698630" y="1090126"/>
                  </a:lnTo>
                  <a:lnTo>
                    <a:pt x="1706803" y="1086868"/>
                  </a:lnTo>
                  <a:lnTo>
                    <a:pt x="1707151" y="1086729"/>
                  </a:lnTo>
                  <a:lnTo>
                    <a:pt x="1713933" y="1084024"/>
                  </a:lnTo>
                  <a:lnTo>
                    <a:pt x="1716541" y="1082983"/>
                  </a:lnTo>
                  <a:lnTo>
                    <a:pt x="1718106" y="1082359"/>
                  </a:lnTo>
                  <a:lnTo>
                    <a:pt x="1718976" y="1082012"/>
                  </a:lnTo>
                  <a:lnTo>
                    <a:pt x="1723323" y="1080277"/>
                  </a:lnTo>
                  <a:lnTo>
                    <a:pt x="1729410" y="1077847"/>
                  </a:lnTo>
                  <a:lnTo>
                    <a:pt x="1733235" y="1076320"/>
                  </a:lnTo>
                  <a:lnTo>
                    <a:pt x="1737235" y="1074723"/>
                  </a:lnTo>
                  <a:lnTo>
                    <a:pt x="1737931" y="1074445"/>
                  </a:lnTo>
                  <a:lnTo>
                    <a:pt x="1738974" y="1074028"/>
                  </a:lnTo>
                  <a:lnTo>
                    <a:pt x="1743843" y="1072083"/>
                  </a:lnTo>
                  <a:lnTo>
                    <a:pt x="1746799" y="1070902"/>
                  </a:lnTo>
                  <a:lnTo>
                    <a:pt x="1748712" y="1070138"/>
                  </a:lnTo>
                  <a:lnTo>
                    <a:pt x="1749408" y="1069860"/>
                  </a:lnTo>
                  <a:lnTo>
                    <a:pt x="1758798" y="1066106"/>
                  </a:lnTo>
                  <a:lnTo>
                    <a:pt x="1761581" y="1064994"/>
                  </a:lnTo>
                  <a:lnTo>
                    <a:pt x="1764363" y="1063881"/>
                  </a:lnTo>
                  <a:lnTo>
                    <a:pt x="1766276" y="1063116"/>
                  </a:lnTo>
                  <a:lnTo>
                    <a:pt x="1771667" y="1060960"/>
                  </a:lnTo>
                  <a:lnTo>
                    <a:pt x="1774797" y="1059708"/>
                  </a:lnTo>
                  <a:lnTo>
                    <a:pt x="1781231" y="1057133"/>
                  </a:lnTo>
                  <a:lnTo>
                    <a:pt x="1788535" y="1054210"/>
                  </a:lnTo>
                  <a:lnTo>
                    <a:pt x="1789926" y="1053653"/>
                  </a:lnTo>
                  <a:lnTo>
                    <a:pt x="1791839" y="1052887"/>
                  </a:lnTo>
                  <a:lnTo>
                    <a:pt x="1796360" y="1051076"/>
                  </a:lnTo>
                  <a:lnTo>
                    <a:pt x="1806968" y="1046826"/>
                  </a:lnTo>
                  <a:lnTo>
                    <a:pt x="1822271" y="1040692"/>
                  </a:lnTo>
                  <a:lnTo>
                    <a:pt x="1823662" y="1040134"/>
                  </a:lnTo>
                  <a:lnTo>
                    <a:pt x="1827662" y="1038530"/>
                  </a:lnTo>
                  <a:lnTo>
                    <a:pt x="1829401" y="1037832"/>
                  </a:lnTo>
                  <a:lnTo>
                    <a:pt x="1846616" y="1030923"/>
                  </a:lnTo>
                  <a:lnTo>
                    <a:pt x="1850442" y="1029387"/>
                  </a:lnTo>
                  <a:lnTo>
                    <a:pt x="1856007" y="1027152"/>
                  </a:lnTo>
                  <a:lnTo>
                    <a:pt x="1860876" y="1025196"/>
                  </a:lnTo>
                  <a:lnTo>
                    <a:pt x="1861572" y="1024917"/>
                  </a:lnTo>
                  <a:lnTo>
                    <a:pt x="1863485" y="1024148"/>
                  </a:lnTo>
                  <a:lnTo>
                    <a:pt x="1872527" y="1020514"/>
                  </a:lnTo>
                  <a:lnTo>
                    <a:pt x="1880700" y="1017228"/>
                  </a:lnTo>
                  <a:lnTo>
                    <a:pt x="1881048" y="1017088"/>
                  </a:lnTo>
                  <a:lnTo>
                    <a:pt x="1887830" y="1014360"/>
                  </a:lnTo>
                  <a:lnTo>
                    <a:pt x="1890439" y="1013311"/>
                  </a:lnTo>
                  <a:lnTo>
                    <a:pt x="1892004" y="1012681"/>
                  </a:lnTo>
                  <a:lnTo>
                    <a:pt x="1892873" y="1012331"/>
                  </a:lnTo>
                  <a:lnTo>
                    <a:pt x="1897221" y="1010582"/>
                  </a:lnTo>
                  <a:lnTo>
                    <a:pt x="1903307" y="1008132"/>
                  </a:lnTo>
                  <a:lnTo>
                    <a:pt x="1907133" y="1006591"/>
                  </a:lnTo>
                  <a:lnTo>
                    <a:pt x="1911132" y="1004981"/>
                  </a:lnTo>
                  <a:lnTo>
                    <a:pt x="1911828" y="1004701"/>
                  </a:lnTo>
                  <a:lnTo>
                    <a:pt x="1912871" y="1004280"/>
                  </a:lnTo>
                  <a:lnTo>
                    <a:pt x="1917741" y="1002319"/>
                  </a:lnTo>
                  <a:lnTo>
                    <a:pt x="1920697" y="1001128"/>
                  </a:lnTo>
                  <a:lnTo>
                    <a:pt x="1922610" y="1000357"/>
                  </a:lnTo>
                  <a:lnTo>
                    <a:pt x="1923305" y="1000077"/>
                  </a:lnTo>
                  <a:lnTo>
                    <a:pt x="1932696" y="996292"/>
                  </a:lnTo>
                  <a:lnTo>
                    <a:pt x="1935478" y="995170"/>
                  </a:lnTo>
                  <a:lnTo>
                    <a:pt x="1938260" y="994048"/>
                  </a:lnTo>
                  <a:lnTo>
                    <a:pt x="1940173" y="993277"/>
                  </a:lnTo>
                  <a:lnTo>
                    <a:pt x="1945564" y="991103"/>
                  </a:lnTo>
                  <a:lnTo>
                    <a:pt x="1948694" y="989840"/>
                  </a:lnTo>
                  <a:lnTo>
                    <a:pt x="1955128" y="987244"/>
                  </a:lnTo>
                  <a:lnTo>
                    <a:pt x="1962432" y="984295"/>
                  </a:lnTo>
                  <a:lnTo>
                    <a:pt x="1963823" y="983734"/>
                  </a:lnTo>
                  <a:lnTo>
                    <a:pt x="1965736" y="982961"/>
                  </a:lnTo>
                  <a:lnTo>
                    <a:pt x="1970258" y="981136"/>
                  </a:lnTo>
                  <a:lnTo>
                    <a:pt x="1980865" y="976850"/>
                  </a:lnTo>
                  <a:lnTo>
                    <a:pt x="1996168" y="970665"/>
                  </a:lnTo>
                  <a:lnTo>
                    <a:pt x="1997559" y="970102"/>
                  </a:lnTo>
                  <a:lnTo>
                    <a:pt x="2001559" y="968485"/>
                  </a:lnTo>
                  <a:lnTo>
                    <a:pt x="2003298" y="967781"/>
                  </a:lnTo>
                  <a:lnTo>
                    <a:pt x="2007646" y="966023"/>
                  </a:lnTo>
                  <a:lnTo>
                    <a:pt x="2020514" y="960815"/>
                  </a:lnTo>
                  <a:lnTo>
                    <a:pt x="2024340" y="959266"/>
                  </a:lnTo>
                  <a:lnTo>
                    <a:pt x="2029904" y="957012"/>
                  </a:lnTo>
                  <a:lnTo>
                    <a:pt x="2034774" y="955040"/>
                  </a:lnTo>
                  <a:lnTo>
                    <a:pt x="2035469" y="954758"/>
                  </a:lnTo>
                  <a:lnTo>
                    <a:pt x="2037382" y="953983"/>
                  </a:lnTo>
                  <a:lnTo>
                    <a:pt x="2046425" y="950319"/>
                  </a:lnTo>
                  <a:lnTo>
                    <a:pt x="2054598" y="947006"/>
                  </a:lnTo>
                  <a:lnTo>
                    <a:pt x="2054946" y="946865"/>
                  </a:lnTo>
                  <a:lnTo>
                    <a:pt x="2061728" y="944114"/>
                  </a:lnTo>
                  <a:lnTo>
                    <a:pt x="2064336" y="943056"/>
                  </a:lnTo>
                  <a:lnTo>
                    <a:pt x="2065901" y="942421"/>
                  </a:lnTo>
                  <a:lnTo>
                    <a:pt x="2066771" y="942069"/>
                  </a:lnTo>
                  <a:lnTo>
                    <a:pt x="2071118" y="940305"/>
                  </a:lnTo>
                  <a:lnTo>
                    <a:pt x="2077205" y="937835"/>
                  </a:lnTo>
                  <a:lnTo>
                    <a:pt x="2081030" y="936282"/>
                  </a:lnTo>
                  <a:lnTo>
                    <a:pt x="2085030" y="934658"/>
                  </a:lnTo>
                  <a:lnTo>
                    <a:pt x="2085725" y="934375"/>
                  </a:lnTo>
                  <a:lnTo>
                    <a:pt x="2086769" y="933952"/>
                  </a:lnTo>
                  <a:lnTo>
                    <a:pt x="2091638" y="931974"/>
                  </a:lnTo>
                  <a:lnTo>
                    <a:pt x="2094594" y="930773"/>
                  </a:lnTo>
                  <a:lnTo>
                    <a:pt x="2096507" y="929996"/>
                  </a:lnTo>
                  <a:lnTo>
                    <a:pt x="2097203" y="929714"/>
                  </a:lnTo>
                  <a:lnTo>
                    <a:pt x="2106593" y="925898"/>
                  </a:lnTo>
                  <a:lnTo>
                    <a:pt x="2109376" y="924767"/>
                  </a:lnTo>
                  <a:lnTo>
                    <a:pt x="2112158" y="923636"/>
                  </a:lnTo>
                  <a:lnTo>
                    <a:pt x="2114071" y="922858"/>
                  </a:lnTo>
                  <a:lnTo>
                    <a:pt x="2119462" y="920666"/>
                  </a:lnTo>
                  <a:lnTo>
                    <a:pt x="2122592" y="919393"/>
                  </a:lnTo>
                  <a:lnTo>
                    <a:pt x="2129026" y="916775"/>
                  </a:lnTo>
                  <a:lnTo>
                    <a:pt x="2136330" y="913803"/>
                  </a:lnTo>
                  <a:lnTo>
                    <a:pt x="2137721" y="913237"/>
                  </a:lnTo>
                  <a:lnTo>
                    <a:pt x="2139634" y="912458"/>
                  </a:lnTo>
                  <a:lnTo>
                    <a:pt x="2144155" y="910618"/>
                  </a:lnTo>
                  <a:lnTo>
                    <a:pt x="2154763" y="906298"/>
                  </a:lnTo>
                  <a:lnTo>
                    <a:pt x="2170066" y="900062"/>
                  </a:lnTo>
                  <a:lnTo>
                    <a:pt x="2171457" y="899495"/>
                  </a:lnTo>
                  <a:lnTo>
                    <a:pt x="2175457" y="897865"/>
                  </a:lnTo>
                  <a:lnTo>
                    <a:pt x="2177196" y="897156"/>
                  </a:lnTo>
                  <a:lnTo>
                    <a:pt x="2181543" y="895383"/>
                  </a:lnTo>
                  <a:lnTo>
                    <a:pt x="2194411" y="890133"/>
                  </a:lnTo>
                  <a:lnTo>
                    <a:pt x="2198237" y="888572"/>
                  </a:lnTo>
                  <a:lnTo>
                    <a:pt x="2203802" y="886301"/>
                  </a:lnTo>
                  <a:lnTo>
                    <a:pt x="2208671" y="884313"/>
                  </a:lnTo>
                  <a:lnTo>
                    <a:pt x="2209367" y="884029"/>
                  </a:lnTo>
                  <a:lnTo>
                    <a:pt x="2211279" y="883247"/>
                  </a:lnTo>
                  <a:lnTo>
                    <a:pt x="2220322" y="879554"/>
                  </a:lnTo>
                  <a:lnTo>
                    <a:pt x="2228495" y="876214"/>
                  </a:lnTo>
                  <a:lnTo>
                    <a:pt x="2228843" y="876072"/>
                  </a:lnTo>
                  <a:lnTo>
                    <a:pt x="2235625" y="873300"/>
                  </a:lnTo>
                  <a:lnTo>
                    <a:pt x="2238234" y="872234"/>
                  </a:lnTo>
                  <a:lnTo>
                    <a:pt x="2239799" y="871594"/>
                  </a:lnTo>
                  <a:lnTo>
                    <a:pt x="2240668" y="871238"/>
                  </a:lnTo>
                  <a:lnTo>
                    <a:pt x="2245016" y="869461"/>
                  </a:lnTo>
                  <a:lnTo>
                    <a:pt x="2251102" y="866971"/>
                  </a:lnTo>
                  <a:lnTo>
                    <a:pt x="2254928" y="865406"/>
                  </a:lnTo>
                  <a:lnTo>
                    <a:pt x="2258927" y="863769"/>
                  </a:lnTo>
                  <a:lnTo>
                    <a:pt x="2259623" y="863485"/>
                  </a:lnTo>
                  <a:lnTo>
                    <a:pt x="2260666" y="863058"/>
                  </a:lnTo>
                  <a:lnTo>
                    <a:pt x="2265535" y="861065"/>
                  </a:lnTo>
                  <a:lnTo>
                    <a:pt x="2268492" y="859855"/>
                  </a:lnTo>
                  <a:lnTo>
                    <a:pt x="2270405" y="859071"/>
                  </a:lnTo>
                  <a:lnTo>
                    <a:pt x="2271100" y="858787"/>
                  </a:lnTo>
                  <a:lnTo>
                    <a:pt x="2280491" y="854941"/>
                  </a:lnTo>
                  <a:lnTo>
                    <a:pt x="2283273" y="853801"/>
                  </a:lnTo>
                  <a:lnTo>
                    <a:pt x="2286055" y="852661"/>
                  </a:lnTo>
                  <a:lnTo>
                    <a:pt x="2287968" y="851878"/>
                  </a:lnTo>
                  <a:lnTo>
                    <a:pt x="2293359" y="849669"/>
                  </a:lnTo>
                  <a:lnTo>
                    <a:pt x="2296489" y="848386"/>
                  </a:lnTo>
                  <a:lnTo>
                    <a:pt x="2302923" y="845748"/>
                  </a:lnTo>
                  <a:lnTo>
                    <a:pt x="2310227" y="842753"/>
                  </a:lnTo>
                  <a:lnTo>
                    <a:pt x="2311618" y="842183"/>
                  </a:lnTo>
                  <a:lnTo>
                    <a:pt x="2313531" y="841398"/>
                  </a:lnTo>
                  <a:lnTo>
                    <a:pt x="2318052" y="839543"/>
                  </a:lnTo>
                  <a:lnTo>
                    <a:pt x="2328660" y="835190"/>
                  </a:lnTo>
                  <a:lnTo>
                    <a:pt x="2343963" y="828907"/>
                  </a:lnTo>
                  <a:lnTo>
                    <a:pt x="2345354" y="828336"/>
                  </a:lnTo>
                  <a:lnTo>
                    <a:pt x="2349354" y="826693"/>
                  </a:lnTo>
                  <a:lnTo>
                    <a:pt x="2351093" y="825979"/>
                  </a:lnTo>
                  <a:lnTo>
                    <a:pt x="2355440" y="824193"/>
                  </a:lnTo>
                  <a:lnTo>
                    <a:pt x="2368309" y="818904"/>
                  </a:lnTo>
                  <a:lnTo>
                    <a:pt x="2372135" y="817331"/>
                  </a:lnTo>
                  <a:lnTo>
                    <a:pt x="2377699" y="815042"/>
                  </a:lnTo>
                  <a:lnTo>
                    <a:pt x="2382568" y="813039"/>
                  </a:lnTo>
                  <a:lnTo>
                    <a:pt x="2383264" y="812753"/>
                  </a:lnTo>
                  <a:lnTo>
                    <a:pt x="2385177" y="811966"/>
                  </a:lnTo>
                  <a:lnTo>
                    <a:pt x="2394220" y="808246"/>
                  </a:lnTo>
                  <a:lnTo>
                    <a:pt x="2402393" y="804881"/>
                  </a:lnTo>
                  <a:lnTo>
                    <a:pt x="2402741" y="804738"/>
                  </a:lnTo>
                  <a:lnTo>
                    <a:pt x="2409523" y="801946"/>
                  </a:lnTo>
                  <a:lnTo>
                    <a:pt x="2412131" y="800871"/>
                  </a:lnTo>
                  <a:lnTo>
                    <a:pt x="2413696" y="800227"/>
                  </a:lnTo>
                  <a:lnTo>
                    <a:pt x="2414566" y="799869"/>
                  </a:lnTo>
                  <a:lnTo>
                    <a:pt x="2418913" y="798078"/>
                  </a:lnTo>
                  <a:lnTo>
                    <a:pt x="2424999" y="795570"/>
                  </a:lnTo>
                  <a:lnTo>
                    <a:pt x="2428825" y="793993"/>
                  </a:lnTo>
                  <a:lnTo>
                    <a:pt x="2432825" y="792345"/>
                  </a:lnTo>
                  <a:lnTo>
                    <a:pt x="2433520" y="792058"/>
                  </a:lnTo>
                  <a:lnTo>
                    <a:pt x="2434564" y="791628"/>
                  </a:lnTo>
                  <a:lnTo>
                    <a:pt x="2439433" y="789621"/>
                  </a:lnTo>
                  <a:lnTo>
                    <a:pt x="2442389" y="788402"/>
                  </a:lnTo>
                  <a:lnTo>
                    <a:pt x="2444302" y="787613"/>
                  </a:lnTo>
                  <a:lnTo>
                    <a:pt x="2444998" y="787326"/>
                  </a:lnTo>
                  <a:lnTo>
                    <a:pt x="2454388" y="783453"/>
                  </a:lnTo>
                  <a:lnTo>
                    <a:pt x="2457170" y="782305"/>
                  </a:lnTo>
                  <a:lnTo>
                    <a:pt x="2459953" y="781157"/>
                  </a:lnTo>
                  <a:lnTo>
                    <a:pt x="2461866" y="780367"/>
                  </a:lnTo>
                  <a:lnTo>
                    <a:pt x="2467256" y="778143"/>
                  </a:lnTo>
                  <a:lnTo>
                    <a:pt x="2470387" y="776850"/>
                  </a:lnTo>
                  <a:lnTo>
                    <a:pt x="2476821" y="774194"/>
                  </a:lnTo>
                  <a:lnTo>
                    <a:pt x="2484125" y="771178"/>
                  </a:lnTo>
                  <a:lnTo>
                    <a:pt x="2485516" y="770603"/>
                  </a:lnTo>
                  <a:lnTo>
                    <a:pt x="2487429" y="769813"/>
                  </a:lnTo>
                  <a:lnTo>
                    <a:pt x="2491950" y="767945"/>
                  </a:lnTo>
                  <a:lnTo>
                    <a:pt x="2502558" y="763562"/>
                  </a:lnTo>
                  <a:lnTo>
                    <a:pt x="2517861" y="757235"/>
                  </a:lnTo>
                  <a:lnTo>
                    <a:pt x="2519252" y="756659"/>
                  </a:lnTo>
                  <a:lnTo>
                    <a:pt x="2523251" y="755005"/>
                  </a:lnTo>
                  <a:lnTo>
                    <a:pt x="2529338" y="752487"/>
                  </a:lnTo>
                  <a:lnTo>
                    <a:pt x="2542206" y="747162"/>
                  </a:lnTo>
                  <a:lnTo>
                    <a:pt x="2546032" y="745578"/>
                  </a:lnTo>
                  <a:lnTo>
                    <a:pt x="2551597" y="743274"/>
                  </a:lnTo>
                  <a:lnTo>
                    <a:pt x="2556466" y="741257"/>
                  </a:lnTo>
                  <a:lnTo>
                    <a:pt x="2557161" y="740969"/>
                  </a:lnTo>
                  <a:lnTo>
                    <a:pt x="2559074" y="740177"/>
                  </a:lnTo>
                  <a:lnTo>
                    <a:pt x="2568117" y="736431"/>
                  </a:lnTo>
                  <a:lnTo>
                    <a:pt x="2576290" y="733044"/>
                  </a:lnTo>
                  <a:lnTo>
                    <a:pt x="2576638" y="732900"/>
                  </a:lnTo>
                  <a:lnTo>
                    <a:pt x="2583420" y="730088"/>
                  </a:lnTo>
                  <a:lnTo>
                    <a:pt x="2586028" y="729007"/>
                  </a:lnTo>
                  <a:lnTo>
                    <a:pt x="2587594" y="728358"/>
                  </a:lnTo>
                  <a:lnTo>
                    <a:pt x="2588463" y="727997"/>
                  </a:lnTo>
                  <a:lnTo>
                    <a:pt x="2592810" y="726195"/>
                  </a:lnTo>
                  <a:lnTo>
                    <a:pt x="2598897" y="723670"/>
                  </a:lnTo>
                  <a:lnTo>
                    <a:pt x="2602723" y="722083"/>
                  </a:lnTo>
                  <a:lnTo>
                    <a:pt x="2606722" y="720424"/>
                  </a:lnTo>
                  <a:lnTo>
                    <a:pt x="2607418" y="720135"/>
                  </a:lnTo>
                  <a:lnTo>
                    <a:pt x="2608461" y="719702"/>
                  </a:lnTo>
                  <a:lnTo>
                    <a:pt x="2613330" y="717681"/>
                  </a:lnTo>
                  <a:lnTo>
                    <a:pt x="2616287" y="716454"/>
                  </a:lnTo>
                  <a:lnTo>
                    <a:pt x="2618199" y="715660"/>
                  </a:lnTo>
                  <a:lnTo>
                    <a:pt x="2618895" y="715372"/>
                  </a:lnTo>
                  <a:lnTo>
                    <a:pt x="2628286" y="711473"/>
                  </a:lnTo>
                  <a:lnTo>
                    <a:pt x="2631068" y="710318"/>
                  </a:lnTo>
                  <a:lnTo>
                    <a:pt x="2633850" y="709162"/>
                  </a:lnTo>
                  <a:lnTo>
                    <a:pt x="2635763" y="708368"/>
                  </a:lnTo>
                  <a:lnTo>
                    <a:pt x="2641154" y="706128"/>
                  </a:lnTo>
                  <a:lnTo>
                    <a:pt x="2644284" y="704828"/>
                  </a:lnTo>
                  <a:lnTo>
                    <a:pt x="2650718" y="702154"/>
                  </a:lnTo>
                  <a:lnTo>
                    <a:pt x="2659413" y="698540"/>
                  </a:lnTo>
                  <a:lnTo>
                    <a:pt x="2661326" y="697745"/>
                  </a:lnTo>
                  <a:lnTo>
                    <a:pt x="2676455" y="691454"/>
                  </a:lnTo>
                  <a:lnTo>
                    <a:pt x="2691758" y="685087"/>
                  </a:lnTo>
                  <a:lnTo>
                    <a:pt x="2693149" y="684508"/>
                  </a:lnTo>
                  <a:lnTo>
                    <a:pt x="2698888" y="682119"/>
                  </a:lnTo>
                  <a:lnTo>
                    <a:pt x="2703235" y="680310"/>
                  </a:lnTo>
                  <a:lnTo>
                    <a:pt x="2716104" y="674951"/>
                  </a:lnTo>
                  <a:lnTo>
                    <a:pt x="2719929" y="673357"/>
                  </a:lnTo>
                  <a:lnTo>
                    <a:pt x="2725494" y="671039"/>
                  </a:lnTo>
                  <a:lnTo>
                    <a:pt x="2730363" y="669010"/>
                  </a:lnTo>
                  <a:lnTo>
                    <a:pt x="2731059" y="668720"/>
                  </a:lnTo>
                  <a:lnTo>
                    <a:pt x="2732972" y="667923"/>
                  </a:lnTo>
                  <a:lnTo>
                    <a:pt x="2742014" y="664154"/>
                  </a:lnTo>
                  <a:lnTo>
                    <a:pt x="2750188" y="660747"/>
                  </a:lnTo>
                  <a:lnTo>
                    <a:pt x="2750535" y="660602"/>
                  </a:lnTo>
                  <a:lnTo>
                    <a:pt x="2757317" y="657773"/>
                  </a:lnTo>
                  <a:lnTo>
                    <a:pt x="2759926" y="656685"/>
                  </a:lnTo>
                  <a:lnTo>
                    <a:pt x="2761491" y="656033"/>
                  </a:lnTo>
                  <a:lnTo>
                    <a:pt x="2762360" y="655670"/>
                  </a:lnTo>
                  <a:lnTo>
                    <a:pt x="2766708" y="653856"/>
                  </a:lnTo>
                  <a:lnTo>
                    <a:pt x="2772794" y="651317"/>
                  </a:lnTo>
                  <a:lnTo>
                    <a:pt x="2780620" y="648051"/>
                  </a:lnTo>
                  <a:lnTo>
                    <a:pt x="2781315" y="647761"/>
                  </a:lnTo>
                  <a:lnTo>
                    <a:pt x="2782359" y="647325"/>
                  </a:lnTo>
                  <a:lnTo>
                    <a:pt x="2787228" y="645293"/>
                  </a:lnTo>
                  <a:lnTo>
                    <a:pt x="2790184" y="644058"/>
                  </a:lnTo>
                  <a:lnTo>
                    <a:pt x="2792097" y="643260"/>
                  </a:lnTo>
                  <a:lnTo>
                    <a:pt x="2792793" y="642969"/>
                  </a:lnTo>
                  <a:lnTo>
                    <a:pt x="2802183" y="639048"/>
                  </a:lnTo>
                  <a:lnTo>
                    <a:pt x="2804965" y="637886"/>
                  </a:lnTo>
                  <a:lnTo>
                    <a:pt x="2807748" y="636723"/>
                  </a:lnTo>
                  <a:lnTo>
                    <a:pt x="2809661" y="635924"/>
                  </a:lnTo>
                  <a:lnTo>
                    <a:pt x="2815051" y="633672"/>
                  </a:lnTo>
                  <a:lnTo>
                    <a:pt x="2818182" y="632364"/>
                  </a:lnTo>
                  <a:lnTo>
                    <a:pt x="2824616" y="629675"/>
                  </a:lnTo>
                  <a:lnTo>
                    <a:pt x="2831919" y="626622"/>
                  </a:lnTo>
                  <a:lnTo>
                    <a:pt x="2833311" y="626040"/>
                  </a:lnTo>
                  <a:lnTo>
                    <a:pt x="2835223" y="625240"/>
                  </a:lnTo>
                  <a:lnTo>
                    <a:pt x="2839745" y="623350"/>
                  </a:lnTo>
                  <a:lnTo>
                    <a:pt x="2850353" y="618913"/>
                  </a:lnTo>
                  <a:lnTo>
                    <a:pt x="2865656" y="612511"/>
                  </a:lnTo>
                  <a:lnTo>
                    <a:pt x="2867047" y="611929"/>
                  </a:lnTo>
                  <a:lnTo>
                    <a:pt x="2871046" y="610255"/>
                  </a:lnTo>
                  <a:lnTo>
                    <a:pt x="2872785" y="609527"/>
                  </a:lnTo>
                  <a:lnTo>
                    <a:pt x="2877133" y="607707"/>
                  </a:lnTo>
                  <a:lnTo>
                    <a:pt x="2890001" y="602319"/>
                  </a:lnTo>
                  <a:lnTo>
                    <a:pt x="2893827" y="600716"/>
                  </a:lnTo>
                  <a:lnTo>
                    <a:pt x="2899392" y="598386"/>
                  </a:lnTo>
                  <a:lnTo>
                    <a:pt x="2904261" y="596346"/>
                  </a:lnTo>
                  <a:lnTo>
                    <a:pt x="2904956" y="596054"/>
                  </a:lnTo>
                  <a:lnTo>
                    <a:pt x="2906869" y="595253"/>
                  </a:lnTo>
                  <a:lnTo>
                    <a:pt x="2915912" y="591463"/>
                  </a:lnTo>
                  <a:lnTo>
                    <a:pt x="2924085" y="588038"/>
                  </a:lnTo>
                  <a:lnTo>
                    <a:pt x="2924433" y="587892"/>
                  </a:lnTo>
                  <a:lnTo>
                    <a:pt x="2931215" y="585048"/>
                  </a:lnTo>
                  <a:lnTo>
                    <a:pt x="2933823" y="583955"/>
                  </a:lnTo>
                  <a:lnTo>
                    <a:pt x="2935388" y="583298"/>
                  </a:lnTo>
                  <a:lnTo>
                    <a:pt x="2936258" y="582934"/>
                  </a:lnTo>
                  <a:lnTo>
                    <a:pt x="2940605" y="581110"/>
                  </a:lnTo>
                  <a:lnTo>
                    <a:pt x="2946692" y="578558"/>
                  </a:lnTo>
                  <a:lnTo>
                    <a:pt x="2950517" y="576953"/>
                  </a:lnTo>
                  <a:lnTo>
                    <a:pt x="2954517" y="575275"/>
                  </a:lnTo>
                  <a:lnTo>
                    <a:pt x="2955213" y="574983"/>
                  </a:lnTo>
                  <a:lnTo>
                    <a:pt x="2956256" y="574545"/>
                  </a:lnTo>
                  <a:lnTo>
                    <a:pt x="2961125" y="572502"/>
                  </a:lnTo>
                  <a:lnTo>
                    <a:pt x="2964081" y="571261"/>
                  </a:lnTo>
                  <a:lnTo>
                    <a:pt x="2965994" y="570458"/>
                  </a:lnTo>
                  <a:lnTo>
                    <a:pt x="2966690" y="570166"/>
                  </a:lnTo>
                  <a:lnTo>
                    <a:pt x="2976080" y="566225"/>
                  </a:lnTo>
                  <a:lnTo>
                    <a:pt x="2978863" y="565056"/>
                  </a:lnTo>
                  <a:lnTo>
                    <a:pt x="2981645" y="563888"/>
                  </a:lnTo>
                  <a:lnTo>
                    <a:pt x="2983558" y="563085"/>
                  </a:lnTo>
                  <a:lnTo>
                    <a:pt x="2988949" y="560821"/>
                  </a:lnTo>
                  <a:lnTo>
                    <a:pt x="2992079" y="559507"/>
                  </a:lnTo>
                  <a:lnTo>
                    <a:pt x="2998513" y="556804"/>
                  </a:lnTo>
                  <a:lnTo>
                    <a:pt x="3005817" y="553735"/>
                  </a:lnTo>
                  <a:lnTo>
                    <a:pt x="3007208" y="553151"/>
                  </a:lnTo>
                  <a:lnTo>
                    <a:pt x="3009121" y="552347"/>
                  </a:lnTo>
                  <a:lnTo>
                    <a:pt x="3013642" y="550447"/>
                  </a:lnTo>
                  <a:lnTo>
                    <a:pt x="3024250" y="545989"/>
                  </a:lnTo>
                  <a:lnTo>
                    <a:pt x="3039553" y="539554"/>
                  </a:lnTo>
                  <a:lnTo>
                    <a:pt x="3040944" y="538969"/>
                  </a:lnTo>
                  <a:lnTo>
                    <a:pt x="3044944" y="537287"/>
                  </a:lnTo>
                  <a:lnTo>
                    <a:pt x="3046683" y="536556"/>
                  </a:lnTo>
                  <a:lnTo>
                    <a:pt x="3051030" y="534727"/>
                  </a:lnTo>
                  <a:lnTo>
                    <a:pt x="3063899" y="529313"/>
                  </a:lnTo>
                  <a:lnTo>
                    <a:pt x="3067724" y="527703"/>
                  </a:lnTo>
                  <a:lnTo>
                    <a:pt x="3078158" y="523311"/>
                  </a:lnTo>
                  <a:lnTo>
                    <a:pt x="3078854" y="523018"/>
                  </a:lnTo>
                  <a:lnTo>
                    <a:pt x="3080767" y="522213"/>
                  </a:lnTo>
                  <a:lnTo>
                    <a:pt x="3089809" y="518406"/>
                  </a:lnTo>
                  <a:lnTo>
                    <a:pt x="3097983" y="514964"/>
                  </a:lnTo>
                  <a:lnTo>
                    <a:pt x="3105112" y="511960"/>
                  </a:lnTo>
                  <a:lnTo>
                    <a:pt x="3107721" y="510862"/>
                  </a:lnTo>
                  <a:lnTo>
                    <a:pt x="3109286" y="510202"/>
                  </a:lnTo>
                  <a:lnTo>
                    <a:pt x="3110155" y="509836"/>
                  </a:lnTo>
                  <a:lnTo>
                    <a:pt x="3114503" y="508004"/>
                  </a:lnTo>
                  <a:lnTo>
                    <a:pt x="3120589" y="505440"/>
                  </a:lnTo>
                  <a:lnTo>
                    <a:pt x="3124415" y="503827"/>
                  </a:lnTo>
                  <a:lnTo>
                    <a:pt x="3128415" y="502142"/>
                  </a:lnTo>
                  <a:lnTo>
                    <a:pt x="3129110" y="501848"/>
                  </a:lnTo>
                  <a:lnTo>
                    <a:pt x="3130154" y="501409"/>
                  </a:lnTo>
                  <a:lnTo>
                    <a:pt x="3135023" y="499356"/>
                  </a:lnTo>
                  <a:lnTo>
                    <a:pt x="3137979" y="498110"/>
                  </a:lnTo>
                  <a:lnTo>
                    <a:pt x="3139892" y="497303"/>
                  </a:lnTo>
                  <a:lnTo>
                    <a:pt x="3140587" y="497010"/>
                  </a:lnTo>
                  <a:lnTo>
                    <a:pt x="3149978" y="493050"/>
                  </a:lnTo>
                  <a:lnTo>
                    <a:pt x="3152760" y="491877"/>
                  </a:lnTo>
                  <a:lnTo>
                    <a:pt x="3155543" y="490704"/>
                  </a:lnTo>
                  <a:lnTo>
                    <a:pt x="3157455" y="489897"/>
                  </a:lnTo>
                  <a:lnTo>
                    <a:pt x="3162846" y="487623"/>
                  </a:lnTo>
                  <a:lnTo>
                    <a:pt x="3165976" y="486302"/>
                  </a:lnTo>
                  <a:lnTo>
                    <a:pt x="3172411" y="483588"/>
                  </a:lnTo>
                  <a:lnTo>
                    <a:pt x="3179714" y="480506"/>
                  </a:lnTo>
                  <a:lnTo>
                    <a:pt x="3181105" y="479919"/>
                  </a:lnTo>
                  <a:lnTo>
                    <a:pt x="3183018" y="479111"/>
                  </a:lnTo>
                  <a:lnTo>
                    <a:pt x="3187540" y="477203"/>
                  </a:lnTo>
                  <a:lnTo>
                    <a:pt x="3198147" y="472725"/>
                  </a:lnTo>
                  <a:lnTo>
                    <a:pt x="3213450" y="466263"/>
                  </a:lnTo>
                  <a:lnTo>
                    <a:pt x="3214842" y="465676"/>
                  </a:lnTo>
                  <a:lnTo>
                    <a:pt x="3218841" y="463986"/>
                  </a:lnTo>
                  <a:lnTo>
                    <a:pt x="3220580" y="463252"/>
                  </a:lnTo>
                  <a:lnTo>
                    <a:pt x="3224928" y="461415"/>
                  </a:lnTo>
                  <a:lnTo>
                    <a:pt x="3237796" y="455978"/>
                  </a:lnTo>
                  <a:lnTo>
                    <a:pt x="3241622" y="454361"/>
                  </a:lnTo>
                  <a:lnTo>
                    <a:pt x="3247187" y="452010"/>
                  </a:lnTo>
                  <a:lnTo>
                    <a:pt x="3252056" y="449951"/>
                  </a:lnTo>
                  <a:lnTo>
                    <a:pt x="3252751" y="449657"/>
                  </a:lnTo>
                  <a:lnTo>
                    <a:pt x="3254664" y="448849"/>
                  </a:lnTo>
                  <a:lnTo>
                    <a:pt x="3263707" y="445026"/>
                  </a:lnTo>
                  <a:lnTo>
                    <a:pt x="3271880" y="441570"/>
                  </a:lnTo>
                  <a:lnTo>
                    <a:pt x="3272228" y="441423"/>
                  </a:lnTo>
                  <a:lnTo>
                    <a:pt x="3279010" y="438554"/>
                  </a:lnTo>
                  <a:lnTo>
                    <a:pt x="3281618" y="437451"/>
                  </a:lnTo>
                  <a:lnTo>
                    <a:pt x="3283183" y="436789"/>
                  </a:lnTo>
                  <a:lnTo>
                    <a:pt x="3284053" y="436421"/>
                  </a:lnTo>
                  <a:lnTo>
                    <a:pt x="3288400" y="434582"/>
                  </a:lnTo>
                  <a:lnTo>
                    <a:pt x="3294487" y="432007"/>
                  </a:lnTo>
                  <a:lnTo>
                    <a:pt x="3298312" y="430389"/>
                  </a:lnTo>
                  <a:lnTo>
                    <a:pt x="3302312" y="428696"/>
                  </a:lnTo>
                  <a:lnTo>
                    <a:pt x="3303008" y="428402"/>
                  </a:lnTo>
                  <a:lnTo>
                    <a:pt x="3304051" y="427960"/>
                  </a:lnTo>
                  <a:lnTo>
                    <a:pt x="3308920" y="425900"/>
                  </a:lnTo>
                  <a:lnTo>
                    <a:pt x="3311876" y="424648"/>
                  </a:lnTo>
                  <a:lnTo>
                    <a:pt x="3313789" y="423839"/>
                  </a:lnTo>
                  <a:lnTo>
                    <a:pt x="3323875" y="419569"/>
                  </a:lnTo>
                  <a:lnTo>
                    <a:pt x="3326658" y="418391"/>
                  </a:lnTo>
                  <a:lnTo>
                    <a:pt x="3329440" y="417213"/>
                  </a:lnTo>
                  <a:lnTo>
                    <a:pt x="3331353" y="416403"/>
                  </a:lnTo>
                  <a:lnTo>
                    <a:pt x="3336744" y="414120"/>
                  </a:lnTo>
                  <a:lnTo>
                    <a:pt x="3339874" y="412795"/>
                  </a:lnTo>
                  <a:lnTo>
                    <a:pt x="3346308" y="410070"/>
                  </a:lnTo>
                  <a:lnTo>
                    <a:pt x="3353612" y="406976"/>
                  </a:lnTo>
                  <a:lnTo>
                    <a:pt x="3355003" y="406387"/>
                  </a:lnTo>
                  <a:lnTo>
                    <a:pt x="3356916" y="405576"/>
                  </a:lnTo>
                  <a:lnTo>
                    <a:pt x="3361437" y="403661"/>
                  </a:lnTo>
                  <a:lnTo>
                    <a:pt x="3372045" y="399166"/>
                  </a:lnTo>
                  <a:lnTo>
                    <a:pt x="3387348" y="392680"/>
                  </a:lnTo>
                  <a:lnTo>
                    <a:pt x="3388739" y="392090"/>
                  </a:lnTo>
                  <a:lnTo>
                    <a:pt x="3392739" y="390395"/>
                  </a:lnTo>
                  <a:lnTo>
                    <a:pt x="3394478" y="389657"/>
                  </a:lnTo>
                  <a:lnTo>
                    <a:pt x="3398825" y="387814"/>
                  </a:lnTo>
                  <a:lnTo>
                    <a:pt x="3411694" y="382357"/>
                  </a:lnTo>
                  <a:lnTo>
                    <a:pt x="3415519" y="380735"/>
                  </a:lnTo>
                  <a:lnTo>
                    <a:pt x="3421084" y="378374"/>
                  </a:lnTo>
                  <a:lnTo>
                    <a:pt x="3425953" y="376309"/>
                  </a:lnTo>
                  <a:lnTo>
                    <a:pt x="3426649" y="376014"/>
                  </a:lnTo>
                  <a:lnTo>
                    <a:pt x="3428562" y="375202"/>
                  </a:lnTo>
                  <a:lnTo>
                    <a:pt x="3437604" y="371366"/>
                  </a:lnTo>
                  <a:lnTo>
                    <a:pt x="3445777" y="367897"/>
                  </a:lnTo>
                  <a:lnTo>
                    <a:pt x="3446125" y="367750"/>
                  </a:lnTo>
                  <a:lnTo>
                    <a:pt x="3452907" y="364871"/>
                  </a:lnTo>
                  <a:lnTo>
                    <a:pt x="3455516" y="363764"/>
                  </a:lnTo>
                  <a:lnTo>
                    <a:pt x="3457081" y="363100"/>
                  </a:lnTo>
                  <a:lnTo>
                    <a:pt x="3457950" y="362731"/>
                  </a:lnTo>
                  <a:lnTo>
                    <a:pt x="3462298" y="360885"/>
                  </a:lnTo>
                  <a:lnTo>
                    <a:pt x="3468384" y="358301"/>
                  </a:lnTo>
                  <a:lnTo>
                    <a:pt x="3472210" y="356677"/>
                  </a:lnTo>
                  <a:lnTo>
                    <a:pt x="3476209" y="354979"/>
                  </a:lnTo>
                  <a:lnTo>
                    <a:pt x="3476905" y="354683"/>
                  </a:lnTo>
                  <a:lnTo>
                    <a:pt x="3477948" y="354240"/>
                  </a:lnTo>
                  <a:lnTo>
                    <a:pt x="3482818" y="352173"/>
                  </a:lnTo>
                  <a:lnTo>
                    <a:pt x="3485774" y="350917"/>
                  </a:lnTo>
                  <a:lnTo>
                    <a:pt x="3488382" y="349809"/>
                  </a:lnTo>
                  <a:lnTo>
                    <a:pt x="3497773" y="345821"/>
                  </a:lnTo>
                  <a:lnTo>
                    <a:pt x="3500555" y="344639"/>
                  </a:lnTo>
                  <a:lnTo>
                    <a:pt x="3503337" y="343457"/>
                  </a:lnTo>
                  <a:lnTo>
                    <a:pt x="3505250" y="342644"/>
                  </a:lnTo>
                  <a:lnTo>
                    <a:pt x="3510641" y="340354"/>
                  </a:lnTo>
                  <a:lnTo>
                    <a:pt x="3513771" y="339024"/>
                  </a:lnTo>
                  <a:lnTo>
                    <a:pt x="3520206" y="336290"/>
                  </a:lnTo>
                  <a:lnTo>
                    <a:pt x="3527509" y="333186"/>
                  </a:lnTo>
                  <a:lnTo>
                    <a:pt x="3528900" y="332594"/>
                  </a:lnTo>
                  <a:lnTo>
                    <a:pt x="3530813" y="331781"/>
                  </a:lnTo>
                  <a:lnTo>
                    <a:pt x="3535335" y="329859"/>
                  </a:lnTo>
                  <a:lnTo>
                    <a:pt x="3545942" y="325350"/>
                  </a:lnTo>
                  <a:lnTo>
                    <a:pt x="3561245" y="318843"/>
                  </a:lnTo>
                  <a:lnTo>
                    <a:pt x="3562636" y="318251"/>
                  </a:lnTo>
                  <a:lnTo>
                    <a:pt x="3566636" y="316550"/>
                  </a:lnTo>
                  <a:lnTo>
                    <a:pt x="3568375" y="315811"/>
                  </a:lnTo>
                  <a:lnTo>
                    <a:pt x="3572723" y="313962"/>
                  </a:lnTo>
                  <a:lnTo>
                    <a:pt x="3585591" y="308488"/>
                  </a:lnTo>
                  <a:lnTo>
                    <a:pt x="3589417" y="306860"/>
                  </a:lnTo>
                  <a:lnTo>
                    <a:pt x="3594981" y="304492"/>
                  </a:lnTo>
                  <a:lnTo>
                    <a:pt x="3599851" y="302420"/>
                  </a:lnTo>
                  <a:lnTo>
                    <a:pt x="3600546" y="302124"/>
                  </a:lnTo>
                  <a:lnTo>
                    <a:pt x="3602459" y="301310"/>
                  </a:lnTo>
                  <a:lnTo>
                    <a:pt x="3611502" y="297462"/>
                  </a:lnTo>
                  <a:lnTo>
                    <a:pt x="3619675" y="293983"/>
                  </a:lnTo>
                  <a:lnTo>
                    <a:pt x="3620023" y="293835"/>
                  </a:lnTo>
                  <a:lnTo>
                    <a:pt x="3626805" y="290948"/>
                  </a:lnTo>
                  <a:lnTo>
                    <a:pt x="3629413" y="289837"/>
                  </a:lnTo>
                  <a:lnTo>
                    <a:pt x="3630978" y="289171"/>
                  </a:lnTo>
                  <a:lnTo>
                    <a:pt x="3631848" y="288801"/>
                  </a:lnTo>
                  <a:lnTo>
                    <a:pt x="3636195" y="286950"/>
                  </a:lnTo>
                  <a:lnTo>
                    <a:pt x="3642282" y="284358"/>
                  </a:lnTo>
                  <a:lnTo>
                    <a:pt x="3646107" y="282729"/>
                  </a:lnTo>
                  <a:lnTo>
                    <a:pt x="3650107" y="281025"/>
                  </a:lnTo>
                  <a:lnTo>
                    <a:pt x="3650803" y="280729"/>
                  </a:lnTo>
                  <a:lnTo>
                    <a:pt x="3651846" y="280285"/>
                  </a:lnTo>
                  <a:lnTo>
                    <a:pt x="3656715" y="278211"/>
                  </a:lnTo>
                  <a:lnTo>
                    <a:pt x="3659671" y="276952"/>
                  </a:lnTo>
                  <a:lnTo>
                    <a:pt x="3661584" y="276137"/>
                  </a:lnTo>
                  <a:lnTo>
                    <a:pt x="3662280" y="275841"/>
                  </a:lnTo>
                  <a:lnTo>
                    <a:pt x="3671670" y="271840"/>
                  </a:lnTo>
                  <a:lnTo>
                    <a:pt x="3674453" y="270655"/>
                  </a:lnTo>
                  <a:lnTo>
                    <a:pt x="3677235" y="269470"/>
                  </a:lnTo>
                  <a:lnTo>
                    <a:pt x="3679148" y="268655"/>
                  </a:lnTo>
                  <a:lnTo>
                    <a:pt x="3684539" y="266358"/>
                  </a:lnTo>
                  <a:lnTo>
                    <a:pt x="3687669" y="265024"/>
                  </a:lnTo>
                  <a:lnTo>
                    <a:pt x="3694103" y="262282"/>
                  </a:lnTo>
                  <a:lnTo>
                    <a:pt x="3701407" y="259169"/>
                  </a:lnTo>
                  <a:lnTo>
                    <a:pt x="3702798" y="258576"/>
                  </a:lnTo>
                  <a:lnTo>
                    <a:pt x="3704711" y="257761"/>
                  </a:lnTo>
                  <a:lnTo>
                    <a:pt x="3709232" y="255833"/>
                  </a:lnTo>
                  <a:lnTo>
                    <a:pt x="3719840" y="251311"/>
                  </a:lnTo>
                  <a:lnTo>
                    <a:pt x="3735143" y="244786"/>
                  </a:lnTo>
                  <a:lnTo>
                    <a:pt x="3740534" y="242487"/>
                  </a:lnTo>
                  <a:lnTo>
                    <a:pt x="3742273" y="241745"/>
                  </a:lnTo>
                  <a:lnTo>
                    <a:pt x="3746620" y="239891"/>
                  </a:lnTo>
                  <a:lnTo>
                    <a:pt x="3759488" y="234402"/>
                  </a:lnTo>
                  <a:lnTo>
                    <a:pt x="3763314" y="232770"/>
                  </a:lnTo>
                  <a:lnTo>
                    <a:pt x="3768879" y="230396"/>
                  </a:lnTo>
                  <a:lnTo>
                    <a:pt x="3773748" y="228319"/>
                  </a:lnTo>
                  <a:lnTo>
                    <a:pt x="3774444" y="228022"/>
                  </a:lnTo>
                  <a:lnTo>
                    <a:pt x="3776356" y="227206"/>
                  </a:lnTo>
                  <a:lnTo>
                    <a:pt x="3785399" y="223347"/>
                  </a:lnTo>
                  <a:lnTo>
                    <a:pt x="3793572" y="219859"/>
                  </a:lnTo>
                  <a:lnTo>
                    <a:pt x="3793920" y="219710"/>
                  </a:lnTo>
                  <a:lnTo>
                    <a:pt x="3800702" y="216816"/>
                  </a:lnTo>
                  <a:lnTo>
                    <a:pt x="3803311" y="215702"/>
                  </a:lnTo>
                  <a:lnTo>
                    <a:pt x="3804876" y="215034"/>
                  </a:lnTo>
                  <a:lnTo>
                    <a:pt x="3805745" y="214663"/>
                  </a:lnTo>
                  <a:lnTo>
                    <a:pt x="3810093" y="212807"/>
                  </a:lnTo>
                  <a:lnTo>
                    <a:pt x="3816179" y="210209"/>
                  </a:lnTo>
                  <a:lnTo>
                    <a:pt x="3820005" y="208575"/>
                  </a:lnTo>
                  <a:lnTo>
                    <a:pt x="3824004" y="206868"/>
                  </a:lnTo>
                  <a:lnTo>
                    <a:pt x="3824700" y="206571"/>
                  </a:lnTo>
                  <a:lnTo>
                    <a:pt x="3825743" y="206125"/>
                  </a:lnTo>
                  <a:lnTo>
                    <a:pt x="3830612" y="204046"/>
                  </a:lnTo>
                  <a:lnTo>
                    <a:pt x="3833569" y="202784"/>
                  </a:lnTo>
                  <a:lnTo>
                    <a:pt x="3835482" y="201967"/>
                  </a:lnTo>
                  <a:lnTo>
                    <a:pt x="3836177" y="201670"/>
                  </a:lnTo>
                  <a:lnTo>
                    <a:pt x="3845568" y="197659"/>
                  </a:lnTo>
                  <a:lnTo>
                    <a:pt x="3848350" y="196471"/>
                  </a:lnTo>
                  <a:lnTo>
                    <a:pt x="3851132" y="195283"/>
                  </a:lnTo>
                  <a:lnTo>
                    <a:pt x="3853045" y="194465"/>
                  </a:lnTo>
                  <a:lnTo>
                    <a:pt x="3858436" y="192163"/>
                  </a:lnTo>
                  <a:lnTo>
                    <a:pt x="3861566" y="190826"/>
                  </a:lnTo>
                  <a:lnTo>
                    <a:pt x="3868000" y="188077"/>
                  </a:lnTo>
                  <a:lnTo>
                    <a:pt x="3875304" y="184956"/>
                  </a:lnTo>
                  <a:lnTo>
                    <a:pt x="3876695" y="184362"/>
                  </a:lnTo>
                  <a:lnTo>
                    <a:pt x="3878608" y="183545"/>
                  </a:lnTo>
                  <a:lnTo>
                    <a:pt x="3883129" y="181613"/>
                  </a:lnTo>
                  <a:lnTo>
                    <a:pt x="3893737" y="177079"/>
                  </a:lnTo>
                  <a:lnTo>
                    <a:pt x="3909040" y="170539"/>
                  </a:lnTo>
                  <a:lnTo>
                    <a:pt x="3910431" y="169944"/>
                  </a:lnTo>
                  <a:lnTo>
                    <a:pt x="3914431" y="168234"/>
                  </a:lnTo>
                  <a:lnTo>
                    <a:pt x="3916170" y="167491"/>
                  </a:lnTo>
                  <a:lnTo>
                    <a:pt x="3920517" y="165632"/>
                  </a:lnTo>
                  <a:lnTo>
                    <a:pt x="3933386" y="160130"/>
                  </a:lnTo>
                  <a:lnTo>
                    <a:pt x="3937212" y="158494"/>
                  </a:lnTo>
                  <a:lnTo>
                    <a:pt x="3942776" y="156115"/>
                  </a:lnTo>
                  <a:lnTo>
                    <a:pt x="3947645" y="154032"/>
                  </a:lnTo>
                  <a:lnTo>
                    <a:pt x="3948341" y="153735"/>
                  </a:lnTo>
                  <a:lnTo>
                    <a:pt x="3950254" y="152917"/>
                  </a:lnTo>
                  <a:lnTo>
                    <a:pt x="3959297" y="149049"/>
                  </a:lnTo>
                  <a:lnTo>
                    <a:pt x="3967470" y="145553"/>
                  </a:lnTo>
                  <a:lnTo>
                    <a:pt x="3967818" y="145404"/>
                  </a:lnTo>
                  <a:lnTo>
                    <a:pt x="3974600" y="142503"/>
                  </a:lnTo>
                  <a:lnTo>
                    <a:pt x="3977208" y="141387"/>
                  </a:lnTo>
                  <a:lnTo>
                    <a:pt x="3978773" y="140718"/>
                  </a:lnTo>
                  <a:lnTo>
                    <a:pt x="3979643" y="140346"/>
                  </a:lnTo>
                  <a:lnTo>
                    <a:pt x="3983990" y="138486"/>
                  </a:lnTo>
                  <a:lnTo>
                    <a:pt x="3990076" y="135882"/>
                  </a:lnTo>
                  <a:lnTo>
                    <a:pt x="3993902" y="134244"/>
                  </a:lnTo>
                  <a:lnTo>
                    <a:pt x="3997902" y="132533"/>
                  </a:lnTo>
                  <a:lnTo>
                    <a:pt x="3998597" y="132235"/>
                  </a:lnTo>
                  <a:lnTo>
                    <a:pt x="4004510" y="129705"/>
                  </a:lnTo>
                  <a:lnTo>
                    <a:pt x="4007466" y="128440"/>
                  </a:lnTo>
                  <a:lnTo>
                    <a:pt x="4009379" y="127621"/>
                  </a:lnTo>
                  <a:lnTo>
                    <a:pt x="4010075" y="127324"/>
                  </a:lnTo>
                  <a:lnTo>
                    <a:pt x="4019465" y="123304"/>
                  </a:lnTo>
                  <a:lnTo>
                    <a:pt x="4022247" y="122113"/>
                  </a:lnTo>
                  <a:lnTo>
                    <a:pt x="4026943" y="120104"/>
                  </a:lnTo>
                  <a:lnTo>
                    <a:pt x="4032334" y="117796"/>
                  </a:lnTo>
                  <a:lnTo>
                    <a:pt x="4035464" y="116456"/>
                  </a:lnTo>
                  <a:lnTo>
                    <a:pt x="4041898" y="113701"/>
                  </a:lnTo>
                  <a:lnTo>
                    <a:pt x="4049202" y="110574"/>
                  </a:lnTo>
                  <a:lnTo>
                    <a:pt x="4050593" y="109978"/>
                  </a:lnTo>
                  <a:lnTo>
                    <a:pt x="4052506" y="109159"/>
                  </a:lnTo>
                  <a:lnTo>
                    <a:pt x="4057027" y="107223"/>
                  </a:lnTo>
                  <a:lnTo>
                    <a:pt x="4082938" y="96126"/>
                  </a:lnTo>
                  <a:lnTo>
                    <a:pt x="4084329" y="95530"/>
                  </a:lnTo>
                  <a:lnTo>
                    <a:pt x="4088328" y="93817"/>
                  </a:lnTo>
                  <a:lnTo>
                    <a:pt x="4090067" y="93072"/>
                  </a:lnTo>
                  <a:lnTo>
                    <a:pt x="4094415" y="91210"/>
                  </a:lnTo>
                  <a:lnTo>
                    <a:pt x="4107283" y="85696"/>
                  </a:lnTo>
                  <a:lnTo>
                    <a:pt x="4111109" y="84057"/>
                  </a:lnTo>
                  <a:lnTo>
                    <a:pt x="4121543" y="79586"/>
                  </a:lnTo>
                  <a:lnTo>
                    <a:pt x="4122238" y="79288"/>
                  </a:lnTo>
                  <a:lnTo>
                    <a:pt x="4124151" y="78469"/>
                  </a:lnTo>
                  <a:lnTo>
                    <a:pt x="4133194" y="74593"/>
                  </a:lnTo>
                  <a:lnTo>
                    <a:pt x="4141367" y="71090"/>
                  </a:lnTo>
                  <a:lnTo>
                    <a:pt x="4151105" y="66916"/>
                  </a:lnTo>
                  <a:lnTo>
                    <a:pt x="4152671" y="66245"/>
                  </a:lnTo>
                  <a:lnTo>
                    <a:pt x="4153540" y="65873"/>
                  </a:lnTo>
                  <a:lnTo>
                    <a:pt x="4157887" y="64009"/>
                  </a:lnTo>
                  <a:lnTo>
                    <a:pt x="4171799" y="58045"/>
                  </a:lnTo>
                  <a:lnTo>
                    <a:pt x="4178407" y="55211"/>
                  </a:lnTo>
                  <a:lnTo>
                    <a:pt x="4181364" y="53944"/>
                  </a:lnTo>
                  <a:lnTo>
                    <a:pt x="4183276" y="53124"/>
                  </a:lnTo>
                  <a:lnTo>
                    <a:pt x="4183972" y="52825"/>
                  </a:lnTo>
                  <a:lnTo>
                    <a:pt x="4193363" y="48798"/>
                  </a:lnTo>
                  <a:lnTo>
                    <a:pt x="4196145" y="47605"/>
                  </a:lnTo>
                  <a:lnTo>
                    <a:pt x="4209361" y="41937"/>
                  </a:lnTo>
                  <a:lnTo>
                    <a:pt x="4215795" y="39177"/>
                  </a:lnTo>
                  <a:lnTo>
                    <a:pt x="4226403" y="34627"/>
                  </a:lnTo>
                  <a:lnTo>
                    <a:pt x="4230924" y="32687"/>
                  </a:lnTo>
                  <a:lnTo>
                    <a:pt x="4258226" y="20973"/>
                  </a:lnTo>
                  <a:lnTo>
                    <a:pt x="4262226" y="19257"/>
                  </a:lnTo>
                  <a:lnTo>
                    <a:pt x="4263965" y="18511"/>
                  </a:lnTo>
                  <a:lnTo>
                    <a:pt x="4281181" y="11122"/>
                  </a:lnTo>
                  <a:lnTo>
                    <a:pt x="4296136" y="4703"/>
                  </a:lnTo>
                  <a:lnTo>
                    <a:pt x="4307091" y="0"/>
                  </a:lnTo>
                  <a:lnTo>
                    <a:pt x="4307091" y="215696"/>
                  </a:lnTo>
                  <a:lnTo>
                    <a:pt x="4296136" y="219779"/>
                  </a:lnTo>
                  <a:lnTo>
                    <a:pt x="4281181" y="225354"/>
                  </a:lnTo>
                  <a:lnTo>
                    <a:pt x="4263965" y="231772"/>
                  </a:lnTo>
                  <a:lnTo>
                    <a:pt x="4262226" y="232421"/>
                  </a:lnTo>
                  <a:lnTo>
                    <a:pt x="4258226" y="233912"/>
                  </a:lnTo>
                  <a:lnTo>
                    <a:pt x="4230924" y="244094"/>
                  </a:lnTo>
                  <a:lnTo>
                    <a:pt x="4226403" y="245780"/>
                  </a:lnTo>
                  <a:lnTo>
                    <a:pt x="4215795" y="249737"/>
                  </a:lnTo>
                  <a:lnTo>
                    <a:pt x="4209361" y="252138"/>
                  </a:lnTo>
                  <a:lnTo>
                    <a:pt x="4196145" y="257069"/>
                  </a:lnTo>
                  <a:lnTo>
                    <a:pt x="4193363" y="258107"/>
                  </a:lnTo>
                  <a:lnTo>
                    <a:pt x="4183972" y="261611"/>
                  </a:lnTo>
                  <a:lnTo>
                    <a:pt x="4183276" y="261871"/>
                  </a:lnTo>
                  <a:lnTo>
                    <a:pt x="4181364" y="262585"/>
                  </a:lnTo>
                  <a:lnTo>
                    <a:pt x="4178407" y="263688"/>
                  </a:lnTo>
                  <a:lnTo>
                    <a:pt x="4171799" y="266155"/>
                  </a:lnTo>
                  <a:lnTo>
                    <a:pt x="4157887" y="271348"/>
                  </a:lnTo>
                  <a:lnTo>
                    <a:pt x="4153540" y="272970"/>
                  </a:lnTo>
                  <a:lnTo>
                    <a:pt x="4152671" y="273295"/>
                  </a:lnTo>
                  <a:lnTo>
                    <a:pt x="4151105" y="273879"/>
                  </a:lnTo>
                  <a:lnTo>
                    <a:pt x="4141367" y="277515"/>
                  </a:lnTo>
                  <a:lnTo>
                    <a:pt x="4133194" y="280567"/>
                  </a:lnTo>
                  <a:lnTo>
                    <a:pt x="4124151" y="283944"/>
                  </a:lnTo>
                  <a:lnTo>
                    <a:pt x="4122238" y="284658"/>
                  </a:lnTo>
                  <a:lnTo>
                    <a:pt x="4121543" y="284918"/>
                  </a:lnTo>
                  <a:lnTo>
                    <a:pt x="4111109" y="288815"/>
                  </a:lnTo>
                  <a:lnTo>
                    <a:pt x="4107283" y="290244"/>
                  </a:lnTo>
                  <a:lnTo>
                    <a:pt x="4094415" y="295051"/>
                  </a:lnTo>
                  <a:lnTo>
                    <a:pt x="4090067" y="296676"/>
                  </a:lnTo>
                  <a:lnTo>
                    <a:pt x="4088328" y="297325"/>
                  </a:lnTo>
                  <a:lnTo>
                    <a:pt x="4084329" y="298820"/>
                  </a:lnTo>
                  <a:lnTo>
                    <a:pt x="4082938" y="299340"/>
                  </a:lnTo>
                  <a:lnTo>
                    <a:pt x="4057027" y="309023"/>
                  </a:lnTo>
                  <a:lnTo>
                    <a:pt x="4052506" y="310713"/>
                  </a:lnTo>
                  <a:lnTo>
                    <a:pt x="4050593" y="311428"/>
                  </a:lnTo>
                  <a:lnTo>
                    <a:pt x="4049202" y="311948"/>
                  </a:lnTo>
                  <a:lnTo>
                    <a:pt x="4041898" y="314678"/>
                  </a:lnTo>
                  <a:lnTo>
                    <a:pt x="4035464" y="317084"/>
                  </a:lnTo>
                  <a:lnTo>
                    <a:pt x="4032334" y="318254"/>
                  </a:lnTo>
                  <a:lnTo>
                    <a:pt x="4026943" y="320270"/>
                  </a:lnTo>
                  <a:lnTo>
                    <a:pt x="4022247" y="322025"/>
                  </a:lnTo>
                  <a:lnTo>
                    <a:pt x="4019465" y="323066"/>
                  </a:lnTo>
                  <a:lnTo>
                    <a:pt x="4010075" y="326578"/>
                  </a:lnTo>
                  <a:lnTo>
                    <a:pt x="4009379" y="326838"/>
                  </a:lnTo>
                  <a:lnTo>
                    <a:pt x="4007466" y="327553"/>
                  </a:lnTo>
                  <a:lnTo>
                    <a:pt x="4004510" y="328659"/>
                  </a:lnTo>
                  <a:lnTo>
                    <a:pt x="3998597" y="330871"/>
                  </a:lnTo>
                  <a:lnTo>
                    <a:pt x="3997902" y="331131"/>
                  </a:lnTo>
                  <a:lnTo>
                    <a:pt x="3993902" y="332627"/>
                  </a:lnTo>
                  <a:lnTo>
                    <a:pt x="3990076" y="334058"/>
                  </a:lnTo>
                  <a:lnTo>
                    <a:pt x="3983990" y="336335"/>
                  </a:lnTo>
                  <a:lnTo>
                    <a:pt x="3979643" y="337962"/>
                  </a:lnTo>
                  <a:lnTo>
                    <a:pt x="3978773" y="338287"/>
                  </a:lnTo>
                  <a:lnTo>
                    <a:pt x="3977208" y="338873"/>
                  </a:lnTo>
                  <a:lnTo>
                    <a:pt x="3974600" y="339849"/>
                  </a:lnTo>
                  <a:lnTo>
                    <a:pt x="3967818" y="342387"/>
                  </a:lnTo>
                  <a:lnTo>
                    <a:pt x="3967470" y="342517"/>
                  </a:lnTo>
                  <a:lnTo>
                    <a:pt x="3959297" y="345576"/>
                  </a:lnTo>
                  <a:lnTo>
                    <a:pt x="3950254" y="348960"/>
                  </a:lnTo>
                  <a:lnTo>
                    <a:pt x="3948341" y="349676"/>
                  </a:lnTo>
                  <a:lnTo>
                    <a:pt x="3947645" y="349937"/>
                  </a:lnTo>
                  <a:lnTo>
                    <a:pt x="3942776" y="351759"/>
                  </a:lnTo>
                  <a:lnTo>
                    <a:pt x="3937212" y="353843"/>
                  </a:lnTo>
                  <a:lnTo>
                    <a:pt x="3933386" y="355275"/>
                  </a:lnTo>
                  <a:lnTo>
                    <a:pt x="3920517" y="360093"/>
                  </a:lnTo>
                  <a:lnTo>
                    <a:pt x="3916170" y="361721"/>
                  </a:lnTo>
                  <a:lnTo>
                    <a:pt x="3914431" y="362373"/>
                  </a:lnTo>
                  <a:lnTo>
                    <a:pt x="3910431" y="363871"/>
                  </a:lnTo>
                  <a:lnTo>
                    <a:pt x="3909040" y="364392"/>
                  </a:lnTo>
                  <a:lnTo>
                    <a:pt x="3893737" y="370124"/>
                  </a:lnTo>
                  <a:lnTo>
                    <a:pt x="3883129" y="374098"/>
                  </a:lnTo>
                  <a:lnTo>
                    <a:pt x="3878608" y="375792"/>
                  </a:lnTo>
                  <a:lnTo>
                    <a:pt x="3876695" y="376509"/>
                  </a:lnTo>
                  <a:lnTo>
                    <a:pt x="3875304" y="377030"/>
                  </a:lnTo>
                  <a:lnTo>
                    <a:pt x="3868000" y="379767"/>
                  </a:lnTo>
                  <a:lnTo>
                    <a:pt x="3861566" y="382179"/>
                  </a:lnTo>
                  <a:lnTo>
                    <a:pt x="3858436" y="383352"/>
                  </a:lnTo>
                  <a:lnTo>
                    <a:pt x="3853045" y="385372"/>
                  </a:lnTo>
                  <a:lnTo>
                    <a:pt x="3851132" y="386089"/>
                  </a:lnTo>
                  <a:lnTo>
                    <a:pt x="3848350" y="387132"/>
                  </a:lnTo>
                  <a:lnTo>
                    <a:pt x="3845568" y="388175"/>
                  </a:lnTo>
                  <a:lnTo>
                    <a:pt x="3836177" y="391696"/>
                  </a:lnTo>
                  <a:lnTo>
                    <a:pt x="3835482" y="391957"/>
                  </a:lnTo>
                  <a:lnTo>
                    <a:pt x="3833569" y="392674"/>
                  </a:lnTo>
                  <a:lnTo>
                    <a:pt x="3830612" y="393783"/>
                  </a:lnTo>
                  <a:lnTo>
                    <a:pt x="3825743" y="395609"/>
                  </a:lnTo>
                  <a:lnTo>
                    <a:pt x="3824700" y="396000"/>
                  </a:lnTo>
                  <a:lnTo>
                    <a:pt x="3824004" y="396261"/>
                  </a:lnTo>
                  <a:lnTo>
                    <a:pt x="3820005" y="397761"/>
                  </a:lnTo>
                  <a:lnTo>
                    <a:pt x="3816179" y="399196"/>
                  </a:lnTo>
                  <a:lnTo>
                    <a:pt x="3810093" y="401478"/>
                  </a:lnTo>
                  <a:lnTo>
                    <a:pt x="3805745" y="403109"/>
                  </a:lnTo>
                  <a:lnTo>
                    <a:pt x="3804876" y="403435"/>
                  </a:lnTo>
                  <a:lnTo>
                    <a:pt x="3803311" y="404022"/>
                  </a:lnTo>
                  <a:lnTo>
                    <a:pt x="3800702" y="405001"/>
                  </a:lnTo>
                  <a:lnTo>
                    <a:pt x="3793920" y="407545"/>
                  </a:lnTo>
                  <a:lnTo>
                    <a:pt x="3793572" y="407676"/>
                  </a:lnTo>
                  <a:lnTo>
                    <a:pt x="3785399" y="410743"/>
                  </a:lnTo>
                  <a:lnTo>
                    <a:pt x="3776356" y="414136"/>
                  </a:lnTo>
                  <a:lnTo>
                    <a:pt x="3774444" y="414854"/>
                  </a:lnTo>
                  <a:lnTo>
                    <a:pt x="3773748" y="415115"/>
                  </a:lnTo>
                  <a:lnTo>
                    <a:pt x="3768879" y="416943"/>
                  </a:lnTo>
                  <a:lnTo>
                    <a:pt x="3763314" y="419031"/>
                  </a:lnTo>
                  <a:lnTo>
                    <a:pt x="3759488" y="420468"/>
                  </a:lnTo>
                  <a:lnTo>
                    <a:pt x="3746620" y="425299"/>
                  </a:lnTo>
                  <a:lnTo>
                    <a:pt x="3742273" y="426931"/>
                  </a:lnTo>
                  <a:lnTo>
                    <a:pt x="3740534" y="427584"/>
                  </a:lnTo>
                  <a:lnTo>
                    <a:pt x="3735143" y="429609"/>
                  </a:lnTo>
                  <a:lnTo>
                    <a:pt x="3719840" y="435357"/>
                  </a:lnTo>
                  <a:lnTo>
                    <a:pt x="3709232" y="439342"/>
                  </a:lnTo>
                  <a:lnTo>
                    <a:pt x="3704711" y="441041"/>
                  </a:lnTo>
                  <a:lnTo>
                    <a:pt x="3702798" y="441759"/>
                  </a:lnTo>
                  <a:lnTo>
                    <a:pt x="3701407" y="442282"/>
                  </a:lnTo>
                  <a:lnTo>
                    <a:pt x="3694103" y="445027"/>
                  </a:lnTo>
                  <a:lnTo>
                    <a:pt x="3687669" y="447445"/>
                  </a:lnTo>
                  <a:lnTo>
                    <a:pt x="3684539" y="448622"/>
                  </a:lnTo>
                  <a:lnTo>
                    <a:pt x="3679148" y="450648"/>
                  </a:lnTo>
                  <a:lnTo>
                    <a:pt x="3677235" y="451367"/>
                  </a:lnTo>
                  <a:lnTo>
                    <a:pt x="3674453" y="452413"/>
                  </a:lnTo>
                  <a:lnTo>
                    <a:pt x="3671670" y="453459"/>
                  </a:lnTo>
                  <a:lnTo>
                    <a:pt x="3662280" y="456990"/>
                  </a:lnTo>
                  <a:lnTo>
                    <a:pt x="3661584" y="457251"/>
                  </a:lnTo>
                  <a:lnTo>
                    <a:pt x="3659671" y="457971"/>
                  </a:lnTo>
                  <a:lnTo>
                    <a:pt x="3656715" y="459082"/>
                  </a:lnTo>
                  <a:lnTo>
                    <a:pt x="3651846" y="460914"/>
                  </a:lnTo>
                  <a:lnTo>
                    <a:pt x="3650803" y="461306"/>
                  </a:lnTo>
                  <a:lnTo>
                    <a:pt x="3650107" y="461568"/>
                  </a:lnTo>
                  <a:lnTo>
                    <a:pt x="3646107" y="463072"/>
                  </a:lnTo>
                  <a:lnTo>
                    <a:pt x="3642282" y="464511"/>
                  </a:lnTo>
                  <a:lnTo>
                    <a:pt x="3636195" y="466801"/>
                  </a:lnTo>
                  <a:lnTo>
                    <a:pt x="3631848" y="468436"/>
                  </a:lnTo>
                  <a:lnTo>
                    <a:pt x="3630978" y="468763"/>
                  </a:lnTo>
                  <a:lnTo>
                    <a:pt x="3629413" y="469352"/>
                  </a:lnTo>
                  <a:lnTo>
                    <a:pt x="3626805" y="470334"/>
                  </a:lnTo>
                  <a:lnTo>
                    <a:pt x="3620023" y="472886"/>
                  </a:lnTo>
                  <a:lnTo>
                    <a:pt x="3619675" y="473016"/>
                  </a:lnTo>
                  <a:lnTo>
                    <a:pt x="3611502" y="476092"/>
                  </a:lnTo>
                  <a:lnTo>
                    <a:pt x="3602459" y="479496"/>
                  </a:lnTo>
                  <a:lnTo>
                    <a:pt x="3600546" y="480216"/>
                  </a:lnTo>
                  <a:lnTo>
                    <a:pt x="3599851" y="480478"/>
                  </a:lnTo>
                  <a:lnTo>
                    <a:pt x="3594981" y="482311"/>
                  </a:lnTo>
                  <a:lnTo>
                    <a:pt x="3589417" y="484406"/>
                  </a:lnTo>
                  <a:lnTo>
                    <a:pt x="3585591" y="485847"/>
                  </a:lnTo>
                  <a:lnTo>
                    <a:pt x="3572723" y="490693"/>
                  </a:lnTo>
                  <a:lnTo>
                    <a:pt x="3568375" y="492331"/>
                  </a:lnTo>
                  <a:lnTo>
                    <a:pt x="3566636" y="492986"/>
                  </a:lnTo>
                  <a:lnTo>
                    <a:pt x="3562636" y="494492"/>
                  </a:lnTo>
                  <a:lnTo>
                    <a:pt x="3561245" y="495016"/>
                  </a:lnTo>
                  <a:lnTo>
                    <a:pt x="3545942" y="500782"/>
                  </a:lnTo>
                  <a:lnTo>
                    <a:pt x="3535335" y="504780"/>
                  </a:lnTo>
                  <a:lnTo>
                    <a:pt x="3530813" y="506485"/>
                  </a:lnTo>
                  <a:lnTo>
                    <a:pt x="3528900" y="507206"/>
                  </a:lnTo>
                  <a:lnTo>
                    <a:pt x="3527509" y="507730"/>
                  </a:lnTo>
                  <a:lnTo>
                    <a:pt x="3520206" y="510484"/>
                  </a:lnTo>
                  <a:lnTo>
                    <a:pt x="3513771" y="512910"/>
                  </a:lnTo>
                  <a:lnTo>
                    <a:pt x="3510641" y="514090"/>
                  </a:lnTo>
                  <a:lnTo>
                    <a:pt x="3505250" y="516123"/>
                  </a:lnTo>
                  <a:lnTo>
                    <a:pt x="3503337" y="516844"/>
                  </a:lnTo>
                  <a:lnTo>
                    <a:pt x="3500555" y="517894"/>
                  </a:lnTo>
                  <a:lnTo>
                    <a:pt x="3497773" y="518943"/>
                  </a:lnTo>
                  <a:lnTo>
                    <a:pt x="3488382" y="522486"/>
                  </a:lnTo>
                  <a:lnTo>
                    <a:pt x="3485774" y="523470"/>
                  </a:lnTo>
                  <a:lnTo>
                    <a:pt x="3482818" y="524585"/>
                  </a:lnTo>
                  <a:lnTo>
                    <a:pt x="3477948" y="526423"/>
                  </a:lnTo>
                  <a:lnTo>
                    <a:pt x="3476905" y="526816"/>
                  </a:lnTo>
                  <a:lnTo>
                    <a:pt x="3476209" y="527079"/>
                  </a:lnTo>
                  <a:lnTo>
                    <a:pt x="3472210" y="528588"/>
                  </a:lnTo>
                  <a:lnTo>
                    <a:pt x="3468384" y="530032"/>
                  </a:lnTo>
                  <a:lnTo>
                    <a:pt x="3462298" y="532330"/>
                  </a:lnTo>
                  <a:lnTo>
                    <a:pt x="3457950" y="533971"/>
                  </a:lnTo>
                  <a:lnTo>
                    <a:pt x="3457081" y="534299"/>
                  </a:lnTo>
                  <a:lnTo>
                    <a:pt x="3455516" y="534890"/>
                  </a:lnTo>
                  <a:lnTo>
                    <a:pt x="3452907" y="535875"/>
                  </a:lnTo>
                  <a:lnTo>
                    <a:pt x="3446125" y="538435"/>
                  </a:lnTo>
                  <a:lnTo>
                    <a:pt x="3445777" y="538567"/>
                  </a:lnTo>
                  <a:lnTo>
                    <a:pt x="3437604" y="541653"/>
                  </a:lnTo>
                  <a:lnTo>
                    <a:pt x="3428562" y="545069"/>
                  </a:lnTo>
                  <a:lnTo>
                    <a:pt x="3426649" y="545791"/>
                  </a:lnTo>
                  <a:lnTo>
                    <a:pt x="3425953" y="546054"/>
                  </a:lnTo>
                  <a:lnTo>
                    <a:pt x="3421084" y="547894"/>
                  </a:lnTo>
                  <a:lnTo>
                    <a:pt x="3415519" y="549996"/>
                  </a:lnTo>
                  <a:lnTo>
                    <a:pt x="3411694" y="551442"/>
                  </a:lnTo>
                  <a:lnTo>
                    <a:pt x="3398825" y="556305"/>
                  </a:lnTo>
                  <a:lnTo>
                    <a:pt x="3394478" y="557949"/>
                  </a:lnTo>
                  <a:lnTo>
                    <a:pt x="3392739" y="558606"/>
                  </a:lnTo>
                  <a:lnTo>
                    <a:pt x="3388739" y="560118"/>
                  </a:lnTo>
                  <a:lnTo>
                    <a:pt x="3387348" y="560644"/>
                  </a:lnTo>
                  <a:lnTo>
                    <a:pt x="3372045" y="566431"/>
                  </a:lnTo>
                  <a:lnTo>
                    <a:pt x="3361437" y="570443"/>
                  </a:lnTo>
                  <a:lnTo>
                    <a:pt x="3356916" y="572154"/>
                  </a:lnTo>
                  <a:lnTo>
                    <a:pt x="3355003" y="572878"/>
                  </a:lnTo>
                  <a:lnTo>
                    <a:pt x="3353612" y="573404"/>
                  </a:lnTo>
                  <a:lnTo>
                    <a:pt x="3346308" y="576168"/>
                  </a:lnTo>
                  <a:lnTo>
                    <a:pt x="3339874" y="578603"/>
                  </a:lnTo>
                  <a:lnTo>
                    <a:pt x="3336744" y="579788"/>
                  </a:lnTo>
                  <a:lnTo>
                    <a:pt x="3331353" y="581828"/>
                  </a:lnTo>
                  <a:lnTo>
                    <a:pt x="3329440" y="582553"/>
                  </a:lnTo>
                  <a:lnTo>
                    <a:pt x="3326658" y="583606"/>
                  </a:lnTo>
                  <a:lnTo>
                    <a:pt x="3323875" y="584659"/>
                  </a:lnTo>
                  <a:lnTo>
                    <a:pt x="3313789" y="588479"/>
                  </a:lnTo>
                  <a:lnTo>
                    <a:pt x="3311876" y="589203"/>
                  </a:lnTo>
                  <a:lnTo>
                    <a:pt x="3308920" y="590323"/>
                  </a:lnTo>
                  <a:lnTo>
                    <a:pt x="3304051" y="592167"/>
                  </a:lnTo>
                  <a:lnTo>
                    <a:pt x="3303008" y="592563"/>
                  </a:lnTo>
                  <a:lnTo>
                    <a:pt x="3302312" y="592826"/>
                  </a:lnTo>
                  <a:lnTo>
                    <a:pt x="3298312" y="594341"/>
                  </a:lnTo>
                  <a:lnTo>
                    <a:pt x="3294487" y="595791"/>
                  </a:lnTo>
                  <a:lnTo>
                    <a:pt x="3288400" y="598097"/>
                  </a:lnTo>
                  <a:lnTo>
                    <a:pt x="3284053" y="599745"/>
                  </a:lnTo>
                  <a:lnTo>
                    <a:pt x="3283183" y="600074"/>
                  </a:lnTo>
                  <a:lnTo>
                    <a:pt x="3281618" y="600667"/>
                  </a:lnTo>
                  <a:lnTo>
                    <a:pt x="3279010" y="601656"/>
                  </a:lnTo>
                  <a:lnTo>
                    <a:pt x="3272228" y="604227"/>
                  </a:lnTo>
                  <a:lnTo>
                    <a:pt x="3271880" y="604359"/>
                  </a:lnTo>
                  <a:lnTo>
                    <a:pt x="3263707" y="607458"/>
                  </a:lnTo>
                  <a:lnTo>
                    <a:pt x="3254664" y="610887"/>
                  </a:lnTo>
                  <a:lnTo>
                    <a:pt x="3252751" y="611612"/>
                  </a:lnTo>
                  <a:lnTo>
                    <a:pt x="3252056" y="611876"/>
                  </a:lnTo>
                  <a:lnTo>
                    <a:pt x="3247187" y="613723"/>
                  </a:lnTo>
                  <a:lnTo>
                    <a:pt x="3241622" y="615834"/>
                  </a:lnTo>
                  <a:lnTo>
                    <a:pt x="3237796" y="617285"/>
                  </a:lnTo>
                  <a:lnTo>
                    <a:pt x="3224928" y="622169"/>
                  </a:lnTo>
                  <a:lnTo>
                    <a:pt x="3220580" y="623819"/>
                  </a:lnTo>
                  <a:lnTo>
                    <a:pt x="3218841" y="624479"/>
                  </a:lnTo>
                  <a:lnTo>
                    <a:pt x="3214842" y="625997"/>
                  </a:lnTo>
                  <a:lnTo>
                    <a:pt x="3213450" y="626526"/>
                  </a:lnTo>
                  <a:lnTo>
                    <a:pt x="3198147" y="632336"/>
                  </a:lnTo>
                  <a:lnTo>
                    <a:pt x="3187540" y="636366"/>
                  </a:lnTo>
                  <a:lnTo>
                    <a:pt x="3183018" y="638084"/>
                  </a:lnTo>
                  <a:lnTo>
                    <a:pt x="3181105" y="638810"/>
                  </a:lnTo>
                  <a:lnTo>
                    <a:pt x="3179714" y="639339"/>
                  </a:lnTo>
                  <a:lnTo>
                    <a:pt x="3172411" y="642115"/>
                  </a:lnTo>
                  <a:lnTo>
                    <a:pt x="3165976" y="644560"/>
                  </a:lnTo>
                  <a:lnTo>
                    <a:pt x="3162846" y="645750"/>
                  </a:lnTo>
                  <a:lnTo>
                    <a:pt x="3157455" y="647800"/>
                  </a:lnTo>
                  <a:lnTo>
                    <a:pt x="3155543" y="648527"/>
                  </a:lnTo>
                  <a:lnTo>
                    <a:pt x="3152760" y="649585"/>
                  </a:lnTo>
                  <a:lnTo>
                    <a:pt x="3149978" y="650643"/>
                  </a:lnTo>
                  <a:lnTo>
                    <a:pt x="3140587" y="654214"/>
                  </a:lnTo>
                  <a:lnTo>
                    <a:pt x="3139892" y="654479"/>
                  </a:lnTo>
                  <a:lnTo>
                    <a:pt x="3137979" y="655207"/>
                  </a:lnTo>
                  <a:lnTo>
                    <a:pt x="3135023" y="656331"/>
                  </a:lnTo>
                  <a:lnTo>
                    <a:pt x="3130154" y="658184"/>
                  </a:lnTo>
                  <a:lnTo>
                    <a:pt x="3129110" y="658581"/>
                  </a:lnTo>
                  <a:lnTo>
                    <a:pt x="3128415" y="658845"/>
                  </a:lnTo>
                  <a:lnTo>
                    <a:pt x="3124415" y="660367"/>
                  </a:lnTo>
                  <a:lnTo>
                    <a:pt x="3120589" y="661823"/>
                  </a:lnTo>
                  <a:lnTo>
                    <a:pt x="3114503" y="664140"/>
                  </a:lnTo>
                  <a:lnTo>
                    <a:pt x="3110155" y="665795"/>
                  </a:lnTo>
                  <a:lnTo>
                    <a:pt x="3109286" y="666126"/>
                  </a:lnTo>
                  <a:lnTo>
                    <a:pt x="3107721" y="666722"/>
                  </a:lnTo>
                  <a:lnTo>
                    <a:pt x="3105112" y="667715"/>
                  </a:lnTo>
                  <a:lnTo>
                    <a:pt x="3097983" y="670430"/>
                  </a:lnTo>
                  <a:lnTo>
                    <a:pt x="3089809" y="673542"/>
                  </a:lnTo>
                  <a:lnTo>
                    <a:pt x="3080767" y="676987"/>
                  </a:lnTo>
                  <a:lnTo>
                    <a:pt x="3078854" y="677716"/>
                  </a:lnTo>
                  <a:lnTo>
                    <a:pt x="3078158" y="677981"/>
                  </a:lnTo>
                  <a:lnTo>
                    <a:pt x="3067724" y="681957"/>
                  </a:lnTo>
                  <a:lnTo>
                    <a:pt x="3063899" y="683416"/>
                  </a:lnTo>
                  <a:lnTo>
                    <a:pt x="3051030" y="688322"/>
                  </a:lnTo>
                  <a:lnTo>
                    <a:pt x="3046683" y="689980"/>
                  </a:lnTo>
                  <a:lnTo>
                    <a:pt x="3044944" y="690643"/>
                  </a:lnTo>
                  <a:lnTo>
                    <a:pt x="3040944" y="692168"/>
                  </a:lnTo>
                  <a:lnTo>
                    <a:pt x="3039553" y="692699"/>
                  </a:lnTo>
                  <a:lnTo>
                    <a:pt x="3024250" y="698538"/>
                  </a:lnTo>
                  <a:lnTo>
                    <a:pt x="3013642" y="702586"/>
                  </a:lnTo>
                  <a:lnTo>
                    <a:pt x="3009121" y="704312"/>
                  </a:lnTo>
                  <a:lnTo>
                    <a:pt x="3007208" y="705043"/>
                  </a:lnTo>
                  <a:lnTo>
                    <a:pt x="3005817" y="705574"/>
                  </a:lnTo>
                  <a:lnTo>
                    <a:pt x="2998513" y="708363"/>
                  </a:lnTo>
                  <a:lnTo>
                    <a:pt x="2992079" y="710821"/>
                  </a:lnTo>
                  <a:lnTo>
                    <a:pt x="2988949" y="712016"/>
                  </a:lnTo>
                  <a:lnTo>
                    <a:pt x="2983558" y="714076"/>
                  </a:lnTo>
                  <a:lnTo>
                    <a:pt x="2981645" y="714807"/>
                  </a:lnTo>
                  <a:lnTo>
                    <a:pt x="2978863" y="715870"/>
                  </a:lnTo>
                  <a:lnTo>
                    <a:pt x="2976080" y="716933"/>
                  </a:lnTo>
                  <a:lnTo>
                    <a:pt x="2966690" y="720523"/>
                  </a:lnTo>
                  <a:lnTo>
                    <a:pt x="2965994" y="720788"/>
                  </a:lnTo>
                  <a:lnTo>
                    <a:pt x="2964081" y="721520"/>
                  </a:lnTo>
                  <a:lnTo>
                    <a:pt x="2961125" y="722650"/>
                  </a:lnTo>
                  <a:lnTo>
                    <a:pt x="2956256" y="724512"/>
                  </a:lnTo>
                  <a:lnTo>
                    <a:pt x="2955213" y="724911"/>
                  </a:lnTo>
                  <a:lnTo>
                    <a:pt x="2954517" y="725177"/>
                  </a:lnTo>
                  <a:lnTo>
                    <a:pt x="2950517" y="726706"/>
                  </a:lnTo>
                  <a:lnTo>
                    <a:pt x="2946692" y="728170"/>
                  </a:lnTo>
                  <a:lnTo>
                    <a:pt x="2940605" y="730498"/>
                  </a:lnTo>
                  <a:lnTo>
                    <a:pt x="2936258" y="732162"/>
                  </a:lnTo>
                  <a:lnTo>
                    <a:pt x="2935388" y="732494"/>
                  </a:lnTo>
                  <a:lnTo>
                    <a:pt x="2933823" y="733093"/>
                  </a:lnTo>
                  <a:lnTo>
                    <a:pt x="2931215" y="734091"/>
                  </a:lnTo>
                  <a:lnTo>
                    <a:pt x="2924433" y="736687"/>
                  </a:lnTo>
                  <a:lnTo>
                    <a:pt x="2924085" y="736820"/>
                  </a:lnTo>
                  <a:lnTo>
                    <a:pt x="2915912" y="739949"/>
                  </a:lnTo>
                  <a:lnTo>
                    <a:pt x="2906869" y="743412"/>
                  </a:lnTo>
                  <a:lnTo>
                    <a:pt x="2904956" y="744145"/>
                  </a:lnTo>
                  <a:lnTo>
                    <a:pt x="2904261" y="744411"/>
                  </a:lnTo>
                  <a:lnTo>
                    <a:pt x="2899392" y="746276"/>
                  </a:lnTo>
                  <a:lnTo>
                    <a:pt x="2893827" y="748408"/>
                  </a:lnTo>
                  <a:lnTo>
                    <a:pt x="2890001" y="749874"/>
                  </a:lnTo>
                  <a:lnTo>
                    <a:pt x="2877133" y="754806"/>
                  </a:lnTo>
                  <a:lnTo>
                    <a:pt x="2872785" y="756473"/>
                  </a:lnTo>
                  <a:lnTo>
                    <a:pt x="2871046" y="757140"/>
                  </a:lnTo>
                  <a:lnTo>
                    <a:pt x="2867047" y="758674"/>
                  </a:lnTo>
                  <a:lnTo>
                    <a:pt x="2865656" y="759207"/>
                  </a:lnTo>
                  <a:lnTo>
                    <a:pt x="2850353" y="765077"/>
                  </a:lnTo>
                  <a:lnTo>
                    <a:pt x="2839745" y="769148"/>
                  </a:lnTo>
                  <a:lnTo>
                    <a:pt x="2835223" y="770884"/>
                  </a:lnTo>
                  <a:lnTo>
                    <a:pt x="2833311" y="771618"/>
                  </a:lnTo>
                  <a:lnTo>
                    <a:pt x="2831919" y="772152"/>
                  </a:lnTo>
                  <a:lnTo>
                    <a:pt x="2824616" y="774957"/>
                  </a:lnTo>
                  <a:lnTo>
                    <a:pt x="2818182" y="777428"/>
                  </a:lnTo>
                  <a:lnTo>
                    <a:pt x="2815051" y="778630"/>
                  </a:lnTo>
                  <a:lnTo>
                    <a:pt x="2809661" y="780701"/>
                  </a:lnTo>
                  <a:lnTo>
                    <a:pt x="2807748" y="781436"/>
                  </a:lnTo>
                  <a:lnTo>
                    <a:pt x="2804965" y="782505"/>
                  </a:lnTo>
                  <a:lnTo>
                    <a:pt x="2802183" y="783575"/>
                  </a:lnTo>
                  <a:lnTo>
                    <a:pt x="2792793" y="787184"/>
                  </a:lnTo>
                  <a:lnTo>
                    <a:pt x="2792097" y="787452"/>
                  </a:lnTo>
                  <a:lnTo>
                    <a:pt x="2790184" y="788187"/>
                  </a:lnTo>
                  <a:lnTo>
                    <a:pt x="2787228" y="789324"/>
                  </a:lnTo>
                  <a:lnTo>
                    <a:pt x="2782359" y="791196"/>
                  </a:lnTo>
                  <a:lnTo>
                    <a:pt x="2781315" y="791598"/>
                  </a:lnTo>
                  <a:lnTo>
                    <a:pt x="2780620" y="791865"/>
                  </a:lnTo>
                  <a:lnTo>
                    <a:pt x="2772794" y="794875"/>
                  </a:lnTo>
                  <a:lnTo>
                    <a:pt x="2766708" y="797217"/>
                  </a:lnTo>
                  <a:lnTo>
                    <a:pt x="2762360" y="798890"/>
                  </a:lnTo>
                  <a:lnTo>
                    <a:pt x="2761491" y="799225"/>
                  </a:lnTo>
                  <a:lnTo>
                    <a:pt x="2759926" y="799827"/>
                  </a:lnTo>
                  <a:lnTo>
                    <a:pt x="2757317" y="800831"/>
                  </a:lnTo>
                  <a:lnTo>
                    <a:pt x="2750535" y="803442"/>
                  </a:lnTo>
                  <a:lnTo>
                    <a:pt x="2750188" y="803576"/>
                  </a:lnTo>
                  <a:lnTo>
                    <a:pt x="2742014" y="806723"/>
                  </a:lnTo>
                  <a:lnTo>
                    <a:pt x="2732972" y="810206"/>
                  </a:lnTo>
                  <a:lnTo>
                    <a:pt x="2731059" y="810943"/>
                  </a:lnTo>
                  <a:lnTo>
                    <a:pt x="2730363" y="811211"/>
                  </a:lnTo>
                  <a:lnTo>
                    <a:pt x="2725494" y="813087"/>
                  </a:lnTo>
                  <a:lnTo>
                    <a:pt x="2719929" y="815232"/>
                  </a:lnTo>
                  <a:lnTo>
                    <a:pt x="2716104" y="816707"/>
                  </a:lnTo>
                  <a:lnTo>
                    <a:pt x="2703235" y="821668"/>
                  </a:lnTo>
                  <a:lnTo>
                    <a:pt x="2698888" y="823345"/>
                  </a:lnTo>
                  <a:lnTo>
                    <a:pt x="2693149" y="825559"/>
                  </a:lnTo>
                  <a:lnTo>
                    <a:pt x="2691758" y="826096"/>
                  </a:lnTo>
                  <a:lnTo>
                    <a:pt x="2676455" y="832002"/>
                  </a:lnTo>
                  <a:lnTo>
                    <a:pt x="2661326" y="837844"/>
                  </a:lnTo>
                  <a:lnTo>
                    <a:pt x="2659413" y="838583"/>
                  </a:lnTo>
                  <a:lnTo>
                    <a:pt x="2650718" y="841942"/>
                  </a:lnTo>
                  <a:lnTo>
                    <a:pt x="2644284" y="844429"/>
                  </a:lnTo>
                  <a:lnTo>
                    <a:pt x="2641154" y="845638"/>
                  </a:lnTo>
                  <a:lnTo>
                    <a:pt x="2635763" y="847723"/>
                  </a:lnTo>
                  <a:lnTo>
                    <a:pt x="2633850" y="848462"/>
                  </a:lnTo>
                  <a:lnTo>
                    <a:pt x="2631068" y="849538"/>
                  </a:lnTo>
                  <a:lnTo>
                    <a:pt x="2628286" y="850614"/>
                  </a:lnTo>
                  <a:lnTo>
                    <a:pt x="2618895" y="854246"/>
                  </a:lnTo>
                  <a:lnTo>
                    <a:pt x="2618199" y="854516"/>
                  </a:lnTo>
                  <a:lnTo>
                    <a:pt x="2616287" y="855256"/>
                  </a:lnTo>
                  <a:lnTo>
                    <a:pt x="2613330" y="856400"/>
                  </a:lnTo>
                  <a:lnTo>
                    <a:pt x="2608461" y="858284"/>
                  </a:lnTo>
                  <a:lnTo>
                    <a:pt x="2607418" y="858688"/>
                  </a:lnTo>
                  <a:lnTo>
                    <a:pt x="2606722" y="858957"/>
                  </a:lnTo>
                  <a:lnTo>
                    <a:pt x="2602723" y="860505"/>
                  </a:lnTo>
                  <a:lnTo>
                    <a:pt x="2598897" y="861986"/>
                  </a:lnTo>
                  <a:lnTo>
                    <a:pt x="2592810" y="864343"/>
                  </a:lnTo>
                  <a:lnTo>
                    <a:pt x="2588463" y="866027"/>
                  </a:lnTo>
                  <a:lnTo>
                    <a:pt x="2587594" y="866364"/>
                  </a:lnTo>
                  <a:lnTo>
                    <a:pt x="2586028" y="866970"/>
                  </a:lnTo>
                  <a:lnTo>
                    <a:pt x="2583420" y="867981"/>
                  </a:lnTo>
                  <a:lnTo>
                    <a:pt x="2576638" y="870608"/>
                  </a:lnTo>
                  <a:lnTo>
                    <a:pt x="2576290" y="870743"/>
                  </a:lnTo>
                  <a:lnTo>
                    <a:pt x="2568117" y="873911"/>
                  </a:lnTo>
                  <a:lnTo>
                    <a:pt x="2559074" y="877417"/>
                  </a:lnTo>
                  <a:lnTo>
                    <a:pt x="2557161" y="878159"/>
                  </a:lnTo>
                  <a:lnTo>
                    <a:pt x="2556466" y="878429"/>
                  </a:lnTo>
                  <a:lnTo>
                    <a:pt x="2551597" y="880317"/>
                  </a:lnTo>
                  <a:lnTo>
                    <a:pt x="2546032" y="882476"/>
                  </a:lnTo>
                  <a:lnTo>
                    <a:pt x="2542206" y="883960"/>
                  </a:lnTo>
                  <a:lnTo>
                    <a:pt x="2529338" y="888955"/>
                  </a:lnTo>
                  <a:lnTo>
                    <a:pt x="2523251" y="891319"/>
                  </a:lnTo>
                  <a:lnTo>
                    <a:pt x="2519252" y="892872"/>
                  </a:lnTo>
                  <a:lnTo>
                    <a:pt x="2517861" y="893412"/>
                  </a:lnTo>
                  <a:lnTo>
                    <a:pt x="2502558" y="899358"/>
                  </a:lnTo>
                  <a:lnTo>
                    <a:pt x="2491950" y="903482"/>
                  </a:lnTo>
                  <a:lnTo>
                    <a:pt x="2487429" y="905240"/>
                  </a:lnTo>
                  <a:lnTo>
                    <a:pt x="2485516" y="905984"/>
                  </a:lnTo>
                  <a:lnTo>
                    <a:pt x="2484125" y="906525"/>
                  </a:lnTo>
                  <a:lnTo>
                    <a:pt x="2476821" y="909367"/>
                  </a:lnTo>
                  <a:lnTo>
                    <a:pt x="2470387" y="911870"/>
                  </a:lnTo>
                  <a:lnTo>
                    <a:pt x="2467256" y="913089"/>
                  </a:lnTo>
                  <a:lnTo>
                    <a:pt x="2461866" y="915187"/>
                  </a:lnTo>
                  <a:lnTo>
                    <a:pt x="2459953" y="915932"/>
                  </a:lnTo>
                  <a:lnTo>
                    <a:pt x="2457170" y="917015"/>
                  </a:lnTo>
                  <a:lnTo>
                    <a:pt x="2454388" y="918099"/>
                  </a:lnTo>
                  <a:lnTo>
                    <a:pt x="2444998" y="921757"/>
                  </a:lnTo>
                  <a:lnTo>
                    <a:pt x="2444302" y="922028"/>
                  </a:lnTo>
                  <a:lnTo>
                    <a:pt x="2442389" y="922773"/>
                  </a:lnTo>
                  <a:lnTo>
                    <a:pt x="2439433" y="923925"/>
                  </a:lnTo>
                  <a:lnTo>
                    <a:pt x="2434564" y="925823"/>
                  </a:lnTo>
                  <a:lnTo>
                    <a:pt x="2433520" y="926229"/>
                  </a:lnTo>
                  <a:lnTo>
                    <a:pt x="2432825" y="926500"/>
                  </a:lnTo>
                  <a:lnTo>
                    <a:pt x="2428825" y="928060"/>
                  </a:lnTo>
                  <a:lnTo>
                    <a:pt x="2424999" y="929551"/>
                  </a:lnTo>
                  <a:lnTo>
                    <a:pt x="2418913" y="931925"/>
                  </a:lnTo>
                  <a:lnTo>
                    <a:pt x="2414566" y="933621"/>
                  </a:lnTo>
                  <a:lnTo>
                    <a:pt x="2413696" y="933960"/>
                  </a:lnTo>
                  <a:lnTo>
                    <a:pt x="2412131" y="934570"/>
                  </a:lnTo>
                  <a:lnTo>
                    <a:pt x="2409523" y="935588"/>
                  </a:lnTo>
                  <a:lnTo>
                    <a:pt x="2402741" y="938235"/>
                  </a:lnTo>
                  <a:lnTo>
                    <a:pt x="2402393" y="938370"/>
                  </a:lnTo>
                  <a:lnTo>
                    <a:pt x="2394220" y="941561"/>
                  </a:lnTo>
                  <a:lnTo>
                    <a:pt x="2385177" y="945092"/>
                  </a:lnTo>
                  <a:lnTo>
                    <a:pt x="2383264" y="945839"/>
                  </a:lnTo>
                  <a:lnTo>
                    <a:pt x="2382568" y="946111"/>
                  </a:lnTo>
                  <a:lnTo>
                    <a:pt x="2377699" y="948013"/>
                  </a:lnTo>
                  <a:lnTo>
                    <a:pt x="2372135" y="950188"/>
                  </a:lnTo>
                  <a:lnTo>
                    <a:pt x="2368309" y="951683"/>
                  </a:lnTo>
                  <a:lnTo>
                    <a:pt x="2355440" y="956714"/>
                  </a:lnTo>
                  <a:lnTo>
                    <a:pt x="2351093" y="958415"/>
                  </a:lnTo>
                  <a:lnTo>
                    <a:pt x="2349354" y="959095"/>
                  </a:lnTo>
                  <a:lnTo>
                    <a:pt x="2345354" y="960660"/>
                  </a:lnTo>
                  <a:lnTo>
                    <a:pt x="2343963" y="961204"/>
                  </a:lnTo>
                  <a:lnTo>
                    <a:pt x="2328660" y="967194"/>
                  </a:lnTo>
                  <a:lnTo>
                    <a:pt x="2318052" y="971349"/>
                  </a:lnTo>
                  <a:lnTo>
                    <a:pt x="2313531" y="973120"/>
                  </a:lnTo>
                  <a:lnTo>
                    <a:pt x="2311618" y="973869"/>
                  </a:lnTo>
                  <a:lnTo>
                    <a:pt x="2310227" y="974415"/>
                  </a:lnTo>
                  <a:lnTo>
                    <a:pt x="2302923" y="977277"/>
                  </a:lnTo>
                  <a:lnTo>
                    <a:pt x="2296489" y="979800"/>
                  </a:lnTo>
                  <a:lnTo>
                    <a:pt x="2293359" y="981027"/>
                  </a:lnTo>
                  <a:lnTo>
                    <a:pt x="2287968" y="983142"/>
                  </a:lnTo>
                  <a:lnTo>
                    <a:pt x="2286055" y="983892"/>
                  </a:lnTo>
                  <a:lnTo>
                    <a:pt x="2283273" y="984984"/>
                  </a:lnTo>
                  <a:lnTo>
                    <a:pt x="2280491" y="986075"/>
                  </a:lnTo>
                  <a:lnTo>
                    <a:pt x="2271100" y="989761"/>
                  </a:lnTo>
                  <a:lnTo>
                    <a:pt x="2270405" y="990034"/>
                  </a:lnTo>
                  <a:lnTo>
                    <a:pt x="2268492" y="990785"/>
                  </a:lnTo>
                  <a:lnTo>
                    <a:pt x="2265535" y="991946"/>
                  </a:lnTo>
                  <a:lnTo>
                    <a:pt x="2260666" y="993858"/>
                  </a:lnTo>
                  <a:lnTo>
                    <a:pt x="2259623" y="994267"/>
                  </a:lnTo>
                  <a:lnTo>
                    <a:pt x="2258927" y="994541"/>
                  </a:lnTo>
                  <a:lnTo>
                    <a:pt x="2254928" y="996112"/>
                  </a:lnTo>
                  <a:lnTo>
                    <a:pt x="2251102" y="997615"/>
                  </a:lnTo>
                  <a:lnTo>
                    <a:pt x="2245016" y="1000007"/>
                  </a:lnTo>
                  <a:lnTo>
                    <a:pt x="2240668" y="1001715"/>
                  </a:lnTo>
                  <a:lnTo>
                    <a:pt x="2239799" y="1002057"/>
                  </a:lnTo>
                  <a:lnTo>
                    <a:pt x="2238234" y="1002672"/>
                  </a:lnTo>
                  <a:lnTo>
                    <a:pt x="2235625" y="1003698"/>
                  </a:lnTo>
                  <a:lnTo>
                    <a:pt x="2228843" y="1006365"/>
                  </a:lnTo>
                  <a:lnTo>
                    <a:pt x="2228495" y="1006502"/>
                  </a:lnTo>
                  <a:lnTo>
                    <a:pt x="2220322" y="1009717"/>
                  </a:lnTo>
                  <a:lnTo>
                    <a:pt x="2211279" y="1013276"/>
                  </a:lnTo>
                  <a:lnTo>
                    <a:pt x="2209367" y="1014029"/>
                  </a:lnTo>
                  <a:lnTo>
                    <a:pt x="2208671" y="1014303"/>
                  </a:lnTo>
                  <a:lnTo>
                    <a:pt x="2203802" y="1016220"/>
                  </a:lnTo>
                  <a:lnTo>
                    <a:pt x="2198237" y="1018411"/>
                  </a:lnTo>
                  <a:lnTo>
                    <a:pt x="2194411" y="1019918"/>
                  </a:lnTo>
                  <a:lnTo>
                    <a:pt x="2181543" y="1024989"/>
                  </a:lnTo>
                  <a:lnTo>
                    <a:pt x="2177196" y="1026703"/>
                  </a:lnTo>
                  <a:lnTo>
                    <a:pt x="2175457" y="1027388"/>
                  </a:lnTo>
                  <a:lnTo>
                    <a:pt x="2171457" y="1028965"/>
                  </a:lnTo>
                  <a:lnTo>
                    <a:pt x="2170066" y="1029514"/>
                  </a:lnTo>
                  <a:lnTo>
                    <a:pt x="2154763" y="1035551"/>
                  </a:lnTo>
                  <a:lnTo>
                    <a:pt x="2144155" y="1039739"/>
                  </a:lnTo>
                  <a:lnTo>
                    <a:pt x="2139634" y="1041524"/>
                  </a:lnTo>
                  <a:lnTo>
                    <a:pt x="2137721" y="1042280"/>
                  </a:lnTo>
                  <a:lnTo>
                    <a:pt x="2136330" y="1042829"/>
                  </a:lnTo>
                  <a:lnTo>
                    <a:pt x="2129026" y="1045715"/>
                  </a:lnTo>
                  <a:lnTo>
                    <a:pt x="2122592" y="1048257"/>
                  </a:lnTo>
                  <a:lnTo>
                    <a:pt x="2119462" y="1049495"/>
                  </a:lnTo>
                  <a:lnTo>
                    <a:pt x="2114071" y="1051626"/>
                  </a:lnTo>
                  <a:lnTo>
                    <a:pt x="2112158" y="1052382"/>
                  </a:lnTo>
                  <a:lnTo>
                    <a:pt x="2109376" y="1053483"/>
                  </a:lnTo>
                  <a:lnTo>
                    <a:pt x="2106593" y="1054583"/>
                  </a:lnTo>
                  <a:lnTo>
                    <a:pt x="2097203" y="1058298"/>
                  </a:lnTo>
                  <a:lnTo>
                    <a:pt x="2096507" y="1058574"/>
                  </a:lnTo>
                  <a:lnTo>
                    <a:pt x="2094594" y="1059331"/>
                  </a:lnTo>
                  <a:lnTo>
                    <a:pt x="2091638" y="1060501"/>
                  </a:lnTo>
                  <a:lnTo>
                    <a:pt x="2086769" y="1062428"/>
                  </a:lnTo>
                  <a:lnTo>
                    <a:pt x="2085725" y="1062841"/>
                  </a:lnTo>
                  <a:lnTo>
                    <a:pt x="2085030" y="1063117"/>
                  </a:lnTo>
                  <a:lnTo>
                    <a:pt x="2081030" y="1064701"/>
                  </a:lnTo>
                  <a:lnTo>
                    <a:pt x="2077205" y="1066216"/>
                  </a:lnTo>
                  <a:lnTo>
                    <a:pt x="2071118" y="1068627"/>
                  </a:lnTo>
                  <a:lnTo>
                    <a:pt x="2066771" y="1070350"/>
                  </a:lnTo>
                  <a:lnTo>
                    <a:pt x="2065901" y="1070694"/>
                  </a:lnTo>
                  <a:lnTo>
                    <a:pt x="2064336" y="1071315"/>
                  </a:lnTo>
                  <a:lnTo>
                    <a:pt x="2061728" y="1072349"/>
                  </a:lnTo>
                  <a:lnTo>
                    <a:pt x="2054946" y="1075037"/>
                  </a:lnTo>
                  <a:lnTo>
                    <a:pt x="2054598" y="1075175"/>
                  </a:lnTo>
                  <a:lnTo>
                    <a:pt x="2046425" y="1078417"/>
                  </a:lnTo>
                  <a:lnTo>
                    <a:pt x="2037382" y="1082004"/>
                  </a:lnTo>
                  <a:lnTo>
                    <a:pt x="2035469" y="1082764"/>
                  </a:lnTo>
                  <a:lnTo>
                    <a:pt x="2034774" y="1083040"/>
                  </a:lnTo>
                  <a:lnTo>
                    <a:pt x="2029904" y="1084972"/>
                  </a:lnTo>
                  <a:lnTo>
                    <a:pt x="2024340" y="1087182"/>
                  </a:lnTo>
                  <a:lnTo>
                    <a:pt x="2020514" y="1088701"/>
                  </a:lnTo>
                  <a:lnTo>
                    <a:pt x="2007646" y="1093814"/>
                  </a:lnTo>
                  <a:lnTo>
                    <a:pt x="2003298" y="1095542"/>
                  </a:lnTo>
                  <a:lnTo>
                    <a:pt x="2001559" y="1096233"/>
                  </a:lnTo>
                  <a:lnTo>
                    <a:pt x="1997559" y="1097823"/>
                  </a:lnTo>
                  <a:lnTo>
                    <a:pt x="1996168" y="1098376"/>
                  </a:lnTo>
                  <a:lnTo>
                    <a:pt x="1980865" y="1104463"/>
                  </a:lnTo>
                  <a:lnTo>
                    <a:pt x="1970258" y="1108686"/>
                  </a:lnTo>
                  <a:lnTo>
                    <a:pt x="1965736" y="1110486"/>
                  </a:lnTo>
                  <a:lnTo>
                    <a:pt x="1963823" y="1111248"/>
                  </a:lnTo>
                  <a:lnTo>
                    <a:pt x="1962432" y="1111802"/>
                  </a:lnTo>
                  <a:lnTo>
                    <a:pt x="1955128" y="1114711"/>
                  </a:lnTo>
                  <a:lnTo>
                    <a:pt x="1948694" y="1117275"/>
                  </a:lnTo>
                  <a:lnTo>
                    <a:pt x="1945564" y="1118523"/>
                  </a:lnTo>
                  <a:lnTo>
                    <a:pt x="1940173" y="1120672"/>
                  </a:lnTo>
                  <a:lnTo>
                    <a:pt x="1938260" y="1121434"/>
                  </a:lnTo>
                  <a:lnTo>
                    <a:pt x="1935478" y="1122544"/>
                  </a:lnTo>
                  <a:lnTo>
                    <a:pt x="1932696" y="1123653"/>
                  </a:lnTo>
                  <a:lnTo>
                    <a:pt x="1923305" y="1127400"/>
                  </a:lnTo>
                  <a:lnTo>
                    <a:pt x="1922610" y="1127677"/>
                  </a:lnTo>
                  <a:lnTo>
                    <a:pt x="1920697" y="1128441"/>
                  </a:lnTo>
                  <a:lnTo>
                    <a:pt x="1917741" y="1129620"/>
                  </a:lnTo>
                  <a:lnTo>
                    <a:pt x="1912871" y="1131564"/>
                  </a:lnTo>
                  <a:lnTo>
                    <a:pt x="1911828" y="1131981"/>
                  </a:lnTo>
                  <a:lnTo>
                    <a:pt x="1911132" y="1132258"/>
                  </a:lnTo>
                  <a:lnTo>
                    <a:pt x="1907133" y="1133855"/>
                  </a:lnTo>
                  <a:lnTo>
                    <a:pt x="1903307" y="1135383"/>
                  </a:lnTo>
                  <a:lnTo>
                    <a:pt x="1897221" y="1137815"/>
                  </a:lnTo>
                  <a:lnTo>
                    <a:pt x="1892873" y="1139552"/>
                  </a:lnTo>
                  <a:lnTo>
                    <a:pt x="1892004" y="1139899"/>
                  </a:lnTo>
                  <a:lnTo>
                    <a:pt x="1890439" y="1140525"/>
                  </a:lnTo>
                  <a:lnTo>
                    <a:pt x="1887830" y="1141567"/>
                  </a:lnTo>
                  <a:lnTo>
                    <a:pt x="1881048" y="1144279"/>
                  </a:lnTo>
                  <a:lnTo>
                    <a:pt x="1880700" y="1144418"/>
                  </a:lnTo>
                  <a:lnTo>
                    <a:pt x="1872527" y="1147686"/>
                  </a:lnTo>
                  <a:lnTo>
                    <a:pt x="1863485" y="1151304"/>
                  </a:lnTo>
                  <a:lnTo>
                    <a:pt x="1861572" y="1152070"/>
                  </a:lnTo>
                  <a:lnTo>
                    <a:pt x="1860876" y="1152348"/>
                  </a:lnTo>
                  <a:lnTo>
                    <a:pt x="1856007" y="1154297"/>
                  </a:lnTo>
                  <a:lnTo>
                    <a:pt x="1850442" y="1156525"/>
                  </a:lnTo>
                  <a:lnTo>
                    <a:pt x="1846616" y="1158057"/>
                  </a:lnTo>
                  <a:lnTo>
                    <a:pt x="1829401" y="1164955"/>
                  </a:lnTo>
                  <a:lnTo>
                    <a:pt x="1827662" y="1165652"/>
                  </a:lnTo>
                  <a:lnTo>
                    <a:pt x="1823662" y="1167256"/>
                  </a:lnTo>
                  <a:lnTo>
                    <a:pt x="1822271" y="1167814"/>
                  </a:lnTo>
                  <a:lnTo>
                    <a:pt x="1806968" y="1173952"/>
                  </a:lnTo>
                  <a:lnTo>
                    <a:pt x="1796360" y="1178210"/>
                  </a:lnTo>
                  <a:lnTo>
                    <a:pt x="1791839" y="1180025"/>
                  </a:lnTo>
                  <a:lnTo>
                    <a:pt x="1789926" y="1180793"/>
                  </a:lnTo>
                  <a:lnTo>
                    <a:pt x="1788535" y="1181352"/>
                  </a:lnTo>
                  <a:lnTo>
                    <a:pt x="1781231" y="1184286"/>
                  </a:lnTo>
                  <a:lnTo>
                    <a:pt x="1774797" y="1186871"/>
                  </a:lnTo>
                  <a:lnTo>
                    <a:pt x="1771667" y="1188129"/>
                  </a:lnTo>
                  <a:lnTo>
                    <a:pt x="1766276" y="1190297"/>
                  </a:lnTo>
                  <a:lnTo>
                    <a:pt x="1764363" y="1191066"/>
                  </a:lnTo>
                  <a:lnTo>
                    <a:pt x="1761581" y="1192185"/>
                  </a:lnTo>
                  <a:lnTo>
                    <a:pt x="1758798" y="1193304"/>
                  </a:lnTo>
                  <a:lnTo>
                    <a:pt x="1749408" y="1197081"/>
                  </a:lnTo>
                  <a:lnTo>
                    <a:pt x="1748712" y="1197361"/>
                  </a:lnTo>
                  <a:lnTo>
                    <a:pt x="1746799" y="1198131"/>
                  </a:lnTo>
                  <a:lnTo>
                    <a:pt x="1743843" y="1199321"/>
                  </a:lnTo>
                  <a:lnTo>
                    <a:pt x="1738974" y="1201281"/>
                  </a:lnTo>
                  <a:lnTo>
                    <a:pt x="1737931" y="1201701"/>
                  </a:lnTo>
                  <a:lnTo>
                    <a:pt x="1737235" y="1201981"/>
                  </a:lnTo>
                  <a:lnTo>
                    <a:pt x="1733235" y="1203591"/>
                  </a:lnTo>
                  <a:lnTo>
                    <a:pt x="1729410" y="1205132"/>
                  </a:lnTo>
                  <a:lnTo>
                    <a:pt x="1723323" y="1207584"/>
                  </a:lnTo>
                  <a:lnTo>
                    <a:pt x="1718976" y="1209336"/>
                  </a:lnTo>
                  <a:lnTo>
                    <a:pt x="1718106" y="1209686"/>
                  </a:lnTo>
                  <a:lnTo>
                    <a:pt x="1716541" y="1210317"/>
                  </a:lnTo>
                  <a:lnTo>
                    <a:pt x="1713933" y="1211368"/>
                  </a:lnTo>
                  <a:lnTo>
                    <a:pt x="1707151" y="1214102"/>
                  </a:lnTo>
                  <a:lnTo>
                    <a:pt x="1706803" y="1214242"/>
                  </a:lnTo>
                  <a:lnTo>
                    <a:pt x="1698630" y="1217538"/>
                  </a:lnTo>
                  <a:lnTo>
                    <a:pt x="1689587" y="1221187"/>
                  </a:lnTo>
                  <a:lnTo>
                    <a:pt x="1687674" y="1221959"/>
                  </a:lnTo>
                  <a:lnTo>
                    <a:pt x="1686979" y="1222239"/>
                  </a:lnTo>
                  <a:lnTo>
                    <a:pt x="1682110" y="1224205"/>
                  </a:lnTo>
                  <a:lnTo>
                    <a:pt x="1676545" y="1226451"/>
                  </a:lnTo>
                  <a:lnTo>
                    <a:pt x="1672719" y="1227996"/>
                  </a:lnTo>
                  <a:lnTo>
                    <a:pt x="1659851" y="1233195"/>
                  </a:lnTo>
                  <a:lnTo>
                    <a:pt x="1655503" y="1234952"/>
                  </a:lnTo>
                  <a:lnTo>
                    <a:pt x="1653764" y="1235655"/>
                  </a:lnTo>
                  <a:lnTo>
                    <a:pt x="1649765" y="1237272"/>
                  </a:lnTo>
                  <a:lnTo>
                    <a:pt x="1648373" y="1237834"/>
                  </a:lnTo>
                  <a:lnTo>
                    <a:pt x="1633070" y="1244024"/>
                  </a:lnTo>
                  <a:lnTo>
                    <a:pt x="1622463" y="1248317"/>
                  </a:lnTo>
                  <a:lnTo>
                    <a:pt x="1617941" y="1250147"/>
                  </a:lnTo>
                  <a:lnTo>
                    <a:pt x="1616028" y="1250922"/>
                  </a:lnTo>
                  <a:lnTo>
                    <a:pt x="1614637" y="1251485"/>
                  </a:lnTo>
                  <a:lnTo>
                    <a:pt x="1607334" y="1254444"/>
                  </a:lnTo>
                  <a:lnTo>
                    <a:pt x="1600899" y="1257050"/>
                  </a:lnTo>
                  <a:lnTo>
                    <a:pt x="1597769" y="1258319"/>
                  </a:lnTo>
                  <a:lnTo>
                    <a:pt x="1592378" y="1260504"/>
                  </a:lnTo>
                  <a:lnTo>
                    <a:pt x="1590466" y="1261280"/>
                  </a:lnTo>
                  <a:lnTo>
                    <a:pt x="1587683" y="1262408"/>
                  </a:lnTo>
                  <a:lnTo>
                    <a:pt x="1584901" y="1263536"/>
                  </a:lnTo>
                  <a:lnTo>
                    <a:pt x="1575510" y="1267345"/>
                  </a:lnTo>
                  <a:lnTo>
                    <a:pt x="1574815" y="1267627"/>
                  </a:lnTo>
                  <a:lnTo>
                    <a:pt x="1572902" y="1268403"/>
                  </a:lnTo>
                  <a:lnTo>
                    <a:pt x="1569946" y="1269603"/>
                  </a:lnTo>
                  <a:lnTo>
                    <a:pt x="1565077" y="1271579"/>
                  </a:lnTo>
                  <a:lnTo>
                    <a:pt x="1564033" y="1272002"/>
                  </a:lnTo>
                  <a:lnTo>
                    <a:pt x="1563338" y="1272285"/>
                  </a:lnTo>
                  <a:lnTo>
                    <a:pt x="1559338" y="1273909"/>
                  </a:lnTo>
                  <a:lnTo>
                    <a:pt x="1555512" y="1275462"/>
                  </a:lnTo>
                  <a:lnTo>
                    <a:pt x="1549426" y="1277934"/>
                  </a:lnTo>
                  <a:lnTo>
                    <a:pt x="1545078" y="1279700"/>
                  </a:lnTo>
                  <a:lnTo>
                    <a:pt x="1544209" y="1280053"/>
                  </a:lnTo>
                  <a:lnTo>
                    <a:pt x="1542644" y="1280689"/>
                  </a:lnTo>
                  <a:lnTo>
                    <a:pt x="1540035" y="1281749"/>
                  </a:lnTo>
                  <a:lnTo>
                    <a:pt x="1533253" y="1284505"/>
                  </a:lnTo>
                  <a:lnTo>
                    <a:pt x="1532905" y="1284647"/>
                  </a:lnTo>
                  <a:lnTo>
                    <a:pt x="1524732" y="1287970"/>
                  </a:lnTo>
                  <a:lnTo>
                    <a:pt x="1515690" y="1291648"/>
                  </a:lnTo>
                  <a:lnTo>
                    <a:pt x="1513777" y="1292426"/>
                  </a:lnTo>
                  <a:lnTo>
                    <a:pt x="1513081" y="1292709"/>
                  </a:lnTo>
                  <a:lnTo>
                    <a:pt x="1508212" y="1294690"/>
                  </a:lnTo>
                  <a:lnTo>
                    <a:pt x="1502647" y="1296955"/>
                  </a:lnTo>
                  <a:lnTo>
                    <a:pt x="1498822" y="1298513"/>
                  </a:lnTo>
                  <a:lnTo>
                    <a:pt x="1485953" y="1303753"/>
                  </a:lnTo>
                  <a:lnTo>
                    <a:pt x="1481606" y="1305525"/>
                  </a:lnTo>
                  <a:lnTo>
                    <a:pt x="1479867" y="1306233"/>
                  </a:lnTo>
                  <a:lnTo>
                    <a:pt x="1475867" y="1307863"/>
                  </a:lnTo>
                  <a:lnTo>
                    <a:pt x="1474476" y="1308430"/>
                  </a:lnTo>
                  <a:lnTo>
                    <a:pt x="1459173" y="1314669"/>
                  </a:lnTo>
                  <a:lnTo>
                    <a:pt x="1448565" y="1318997"/>
                  </a:lnTo>
                  <a:lnTo>
                    <a:pt x="1444044" y="1320842"/>
                  </a:lnTo>
                  <a:lnTo>
                    <a:pt x="1442131" y="1321623"/>
                  </a:lnTo>
                  <a:lnTo>
                    <a:pt x="1440740" y="1322191"/>
                  </a:lnTo>
                  <a:lnTo>
                    <a:pt x="1433436" y="1325172"/>
                  </a:lnTo>
                  <a:lnTo>
                    <a:pt x="1427002" y="1327800"/>
                  </a:lnTo>
                  <a:lnTo>
                    <a:pt x="1423872" y="1329079"/>
                  </a:lnTo>
                  <a:lnTo>
                    <a:pt x="1418481" y="1331281"/>
                  </a:lnTo>
                  <a:lnTo>
                    <a:pt x="1416568" y="1332063"/>
                  </a:lnTo>
                  <a:lnTo>
                    <a:pt x="1413786" y="1333200"/>
                  </a:lnTo>
                  <a:lnTo>
                    <a:pt x="1411003" y="1334337"/>
                  </a:lnTo>
                  <a:lnTo>
                    <a:pt x="1401613" y="1338176"/>
                  </a:lnTo>
                  <a:lnTo>
                    <a:pt x="1400917" y="1338460"/>
                  </a:lnTo>
                  <a:lnTo>
                    <a:pt x="1399004" y="1339243"/>
                  </a:lnTo>
                  <a:lnTo>
                    <a:pt x="1396048" y="1340452"/>
                  </a:lnTo>
                  <a:lnTo>
                    <a:pt x="1391179" y="1342443"/>
                  </a:lnTo>
                  <a:lnTo>
                    <a:pt x="1390136" y="1342870"/>
                  </a:lnTo>
                  <a:lnTo>
                    <a:pt x="1389440" y="1343155"/>
                  </a:lnTo>
                  <a:lnTo>
                    <a:pt x="1385440" y="1344791"/>
                  </a:lnTo>
                  <a:lnTo>
                    <a:pt x="1381615" y="1346357"/>
                  </a:lnTo>
                  <a:lnTo>
                    <a:pt x="1375528" y="1348848"/>
                  </a:lnTo>
                  <a:lnTo>
                    <a:pt x="1371181" y="1350628"/>
                  </a:lnTo>
                  <a:lnTo>
                    <a:pt x="1370311" y="1350984"/>
                  </a:lnTo>
                  <a:lnTo>
                    <a:pt x="1368746" y="1351625"/>
                  </a:lnTo>
                  <a:lnTo>
                    <a:pt x="1366138" y="1352693"/>
                  </a:lnTo>
                  <a:lnTo>
                    <a:pt x="1359356" y="1355471"/>
                  </a:lnTo>
                  <a:lnTo>
                    <a:pt x="1359008" y="1355613"/>
                  </a:lnTo>
                  <a:lnTo>
                    <a:pt x="1350835" y="1358962"/>
                  </a:lnTo>
                  <a:lnTo>
                    <a:pt x="1341792" y="1362668"/>
                  </a:lnTo>
                  <a:lnTo>
                    <a:pt x="1339879" y="1363453"/>
                  </a:lnTo>
                  <a:lnTo>
                    <a:pt x="1339184" y="1363738"/>
                  </a:lnTo>
                  <a:lnTo>
                    <a:pt x="1334315" y="1365734"/>
                  </a:lnTo>
                  <a:lnTo>
                    <a:pt x="1328750" y="1368017"/>
                  </a:lnTo>
                  <a:lnTo>
                    <a:pt x="1324924" y="1369586"/>
                  </a:lnTo>
                  <a:lnTo>
                    <a:pt x="1312056" y="1374867"/>
                  </a:lnTo>
                  <a:lnTo>
                    <a:pt x="1307708" y="1376651"/>
                  </a:lnTo>
                  <a:lnTo>
                    <a:pt x="1305969" y="1377365"/>
                  </a:lnTo>
                  <a:lnTo>
                    <a:pt x="1301970" y="1379008"/>
                  </a:lnTo>
                  <a:lnTo>
                    <a:pt x="1300579" y="1379579"/>
                  </a:lnTo>
                  <a:lnTo>
                    <a:pt x="1285276" y="1385865"/>
                  </a:lnTo>
                  <a:lnTo>
                    <a:pt x="1274668" y="1390225"/>
                  </a:lnTo>
                  <a:lnTo>
                    <a:pt x="1270146" y="1392084"/>
                  </a:lnTo>
                  <a:lnTo>
                    <a:pt x="1268234" y="1392871"/>
                  </a:lnTo>
                  <a:lnTo>
                    <a:pt x="1266842" y="1393443"/>
                  </a:lnTo>
                  <a:lnTo>
                    <a:pt x="1259539" y="1396447"/>
                  </a:lnTo>
                  <a:lnTo>
                    <a:pt x="1253105" y="1399094"/>
                  </a:lnTo>
                  <a:lnTo>
                    <a:pt x="1249974" y="1400382"/>
                  </a:lnTo>
                  <a:lnTo>
                    <a:pt x="1244584" y="1402601"/>
                  </a:lnTo>
                  <a:lnTo>
                    <a:pt x="1242671" y="1403388"/>
                  </a:lnTo>
                  <a:lnTo>
                    <a:pt x="1239888" y="1404534"/>
                  </a:lnTo>
                  <a:lnTo>
                    <a:pt x="1237106" y="1405679"/>
                  </a:lnTo>
                  <a:lnTo>
                    <a:pt x="1227715" y="1409547"/>
                  </a:lnTo>
                  <a:lnTo>
                    <a:pt x="1227020" y="1409833"/>
                  </a:lnTo>
                  <a:lnTo>
                    <a:pt x="1225107" y="1410621"/>
                  </a:lnTo>
                  <a:lnTo>
                    <a:pt x="1222151" y="1411839"/>
                  </a:lnTo>
                  <a:lnTo>
                    <a:pt x="1217282" y="1413845"/>
                  </a:lnTo>
                  <a:lnTo>
                    <a:pt x="1216238" y="1414275"/>
                  </a:lnTo>
                  <a:lnTo>
                    <a:pt x="1215543" y="1414562"/>
                  </a:lnTo>
                  <a:lnTo>
                    <a:pt x="1211543" y="1416210"/>
                  </a:lnTo>
                  <a:lnTo>
                    <a:pt x="1207717" y="1417787"/>
                  </a:lnTo>
                  <a:lnTo>
                    <a:pt x="1201631" y="1420296"/>
                  </a:lnTo>
                  <a:lnTo>
                    <a:pt x="1197283" y="1422089"/>
                  </a:lnTo>
                  <a:lnTo>
                    <a:pt x="1196414" y="1422448"/>
                  </a:lnTo>
                  <a:lnTo>
                    <a:pt x="1194849" y="1423093"/>
                  </a:lnTo>
                  <a:lnTo>
                    <a:pt x="1192240" y="1424169"/>
                  </a:lnTo>
                  <a:lnTo>
                    <a:pt x="1185458" y="1426967"/>
                  </a:lnTo>
                  <a:lnTo>
                    <a:pt x="1185111" y="1427110"/>
                  </a:lnTo>
                  <a:lnTo>
                    <a:pt x="1176937" y="1430483"/>
                  </a:lnTo>
                  <a:lnTo>
                    <a:pt x="1167895" y="1434216"/>
                  </a:lnTo>
                  <a:lnTo>
                    <a:pt x="1165982" y="1435006"/>
                  </a:lnTo>
                  <a:lnTo>
                    <a:pt x="1165286" y="1435293"/>
                  </a:lnTo>
                  <a:lnTo>
                    <a:pt x="1160417" y="1437304"/>
                  </a:lnTo>
                  <a:lnTo>
                    <a:pt x="1154852" y="1439602"/>
                  </a:lnTo>
                  <a:lnTo>
                    <a:pt x="1151027" y="1441183"/>
                  </a:lnTo>
                  <a:lnTo>
                    <a:pt x="1138158" y="1446501"/>
                  </a:lnTo>
                  <a:lnTo>
                    <a:pt x="1133811" y="1448298"/>
                  </a:lnTo>
                  <a:lnTo>
                    <a:pt x="1132072" y="1449017"/>
                  </a:lnTo>
                  <a:lnTo>
                    <a:pt x="1128072" y="1450671"/>
                  </a:lnTo>
                  <a:lnTo>
                    <a:pt x="1126681" y="1451246"/>
                  </a:lnTo>
                  <a:lnTo>
                    <a:pt x="1111378" y="1457576"/>
                  </a:lnTo>
                  <a:lnTo>
                    <a:pt x="1100770" y="1461966"/>
                  </a:lnTo>
                  <a:lnTo>
                    <a:pt x="1096249" y="1463838"/>
                  </a:lnTo>
                  <a:lnTo>
                    <a:pt x="1094336" y="1464630"/>
                  </a:lnTo>
                  <a:lnTo>
                    <a:pt x="1092945" y="1465206"/>
                  </a:lnTo>
                  <a:lnTo>
                    <a:pt x="1085641" y="1468230"/>
                  </a:lnTo>
                  <a:lnTo>
                    <a:pt x="1079207" y="1470896"/>
                  </a:lnTo>
                  <a:lnTo>
                    <a:pt x="1076077" y="1472192"/>
                  </a:lnTo>
                  <a:lnTo>
                    <a:pt x="1070686" y="1474426"/>
                  </a:lnTo>
                  <a:lnTo>
                    <a:pt x="1068773" y="1475219"/>
                  </a:lnTo>
                  <a:lnTo>
                    <a:pt x="1065991" y="1476372"/>
                  </a:lnTo>
                  <a:lnTo>
                    <a:pt x="1063208" y="1477525"/>
                  </a:lnTo>
                  <a:lnTo>
                    <a:pt x="1053818" y="1481418"/>
                  </a:lnTo>
                  <a:lnTo>
                    <a:pt x="1053122" y="1481707"/>
                  </a:lnTo>
                  <a:lnTo>
                    <a:pt x="1051210" y="1482500"/>
                  </a:lnTo>
                  <a:lnTo>
                    <a:pt x="1048253" y="1483726"/>
                  </a:lnTo>
                  <a:lnTo>
                    <a:pt x="1043384" y="1485746"/>
                  </a:lnTo>
                  <a:lnTo>
                    <a:pt x="1042341" y="1486179"/>
                  </a:lnTo>
                  <a:lnTo>
                    <a:pt x="1041645" y="1486467"/>
                  </a:lnTo>
                  <a:lnTo>
                    <a:pt x="1037646" y="1488126"/>
                  </a:lnTo>
                  <a:lnTo>
                    <a:pt x="1033820" y="1489714"/>
                  </a:lnTo>
                  <a:lnTo>
                    <a:pt x="1027733" y="1492240"/>
                  </a:lnTo>
                  <a:lnTo>
                    <a:pt x="1023386" y="1494044"/>
                  </a:lnTo>
                  <a:lnTo>
                    <a:pt x="1022516" y="1494405"/>
                  </a:lnTo>
                  <a:lnTo>
                    <a:pt x="1020951" y="1495055"/>
                  </a:lnTo>
                  <a:lnTo>
                    <a:pt x="1018343" y="1496138"/>
                  </a:lnTo>
                  <a:lnTo>
                    <a:pt x="1011561" y="1498954"/>
                  </a:lnTo>
                  <a:lnTo>
                    <a:pt x="1011213" y="1499098"/>
                  </a:lnTo>
                  <a:lnTo>
                    <a:pt x="1003040" y="1502493"/>
                  </a:lnTo>
                  <a:lnTo>
                    <a:pt x="993997" y="1506250"/>
                  </a:lnTo>
                  <a:lnTo>
                    <a:pt x="992084" y="1507045"/>
                  </a:lnTo>
                  <a:lnTo>
                    <a:pt x="991389" y="1507334"/>
                  </a:lnTo>
                  <a:lnTo>
                    <a:pt x="986520" y="1509358"/>
                  </a:lnTo>
                  <a:lnTo>
                    <a:pt x="980955" y="1511671"/>
                  </a:lnTo>
                  <a:lnTo>
                    <a:pt x="977129" y="1513262"/>
                  </a:lnTo>
                  <a:lnTo>
                    <a:pt x="964261" y="1518613"/>
                  </a:lnTo>
                  <a:lnTo>
                    <a:pt x="959913" y="1520422"/>
                  </a:lnTo>
                  <a:lnTo>
                    <a:pt x="958174" y="1521146"/>
                  </a:lnTo>
                  <a:lnTo>
                    <a:pt x="954175" y="1522810"/>
                  </a:lnTo>
                  <a:lnTo>
                    <a:pt x="952784" y="1523389"/>
                  </a:lnTo>
                  <a:lnTo>
                    <a:pt x="937481" y="1529758"/>
                  </a:lnTo>
                  <a:lnTo>
                    <a:pt x="926873" y="1534176"/>
                  </a:lnTo>
                  <a:lnTo>
                    <a:pt x="922352" y="1536059"/>
                  </a:lnTo>
                  <a:lnTo>
                    <a:pt x="920439" y="1536856"/>
                  </a:lnTo>
                  <a:lnTo>
                    <a:pt x="919048" y="1537435"/>
                  </a:lnTo>
                  <a:lnTo>
                    <a:pt x="911744" y="1540479"/>
                  </a:lnTo>
                  <a:lnTo>
                    <a:pt x="905310" y="1543160"/>
                  </a:lnTo>
                  <a:lnTo>
                    <a:pt x="902179" y="1544465"/>
                  </a:lnTo>
                  <a:lnTo>
                    <a:pt x="896789" y="1546712"/>
                  </a:lnTo>
                  <a:lnTo>
                    <a:pt x="894876" y="1547510"/>
                  </a:lnTo>
                  <a:lnTo>
                    <a:pt x="892093" y="1548670"/>
                  </a:lnTo>
                  <a:lnTo>
                    <a:pt x="889311" y="1549830"/>
                  </a:lnTo>
                  <a:lnTo>
                    <a:pt x="879921" y="1553747"/>
                  </a:lnTo>
                  <a:lnTo>
                    <a:pt x="879225" y="1554037"/>
                  </a:lnTo>
                  <a:lnTo>
                    <a:pt x="874356" y="1556068"/>
                  </a:lnTo>
                  <a:lnTo>
                    <a:pt x="869487" y="1558100"/>
                  </a:lnTo>
                  <a:lnTo>
                    <a:pt x="868443" y="1558535"/>
                  </a:lnTo>
                  <a:lnTo>
                    <a:pt x="867748" y="1558825"/>
                  </a:lnTo>
                  <a:lnTo>
                    <a:pt x="863748" y="1560495"/>
                  </a:lnTo>
                  <a:lnTo>
                    <a:pt x="859922" y="1562091"/>
                  </a:lnTo>
                  <a:lnTo>
                    <a:pt x="853836" y="1564632"/>
                  </a:lnTo>
                  <a:lnTo>
                    <a:pt x="849489" y="1566447"/>
                  </a:lnTo>
                  <a:lnTo>
                    <a:pt x="848619" y="1566810"/>
                  </a:lnTo>
                  <a:lnTo>
                    <a:pt x="847054" y="1567464"/>
                  </a:lnTo>
                  <a:lnTo>
                    <a:pt x="844446" y="1568553"/>
                  </a:lnTo>
                  <a:lnTo>
                    <a:pt x="837664" y="1571386"/>
                  </a:lnTo>
                  <a:lnTo>
                    <a:pt x="837316" y="1571531"/>
                  </a:lnTo>
                  <a:lnTo>
                    <a:pt x="829143" y="1574946"/>
                  </a:lnTo>
                  <a:lnTo>
                    <a:pt x="820100" y="1578724"/>
                  </a:lnTo>
                  <a:lnTo>
                    <a:pt x="818187" y="1579524"/>
                  </a:lnTo>
                  <a:lnTo>
                    <a:pt x="817491" y="1579815"/>
                  </a:lnTo>
                  <a:lnTo>
                    <a:pt x="812622" y="1581850"/>
                  </a:lnTo>
                  <a:lnTo>
                    <a:pt x="807058" y="1584176"/>
                  </a:lnTo>
                  <a:lnTo>
                    <a:pt x="803232" y="1585776"/>
                  </a:lnTo>
                  <a:lnTo>
                    <a:pt x="790363" y="1591158"/>
                  </a:lnTo>
                  <a:lnTo>
                    <a:pt x="786016" y="1592977"/>
                  </a:lnTo>
                  <a:lnTo>
                    <a:pt x="784277" y="1593704"/>
                  </a:lnTo>
                  <a:lnTo>
                    <a:pt x="780277" y="1595378"/>
                  </a:lnTo>
                  <a:lnTo>
                    <a:pt x="778886" y="1595960"/>
                  </a:lnTo>
                  <a:lnTo>
                    <a:pt x="763583" y="1602365"/>
                  </a:lnTo>
                  <a:lnTo>
                    <a:pt x="752975" y="1606807"/>
                  </a:lnTo>
                  <a:lnTo>
                    <a:pt x="748454" y="1608701"/>
                  </a:lnTo>
                  <a:lnTo>
                    <a:pt x="746541" y="1609502"/>
                  </a:lnTo>
                  <a:lnTo>
                    <a:pt x="745150" y="1610085"/>
                  </a:lnTo>
                  <a:lnTo>
                    <a:pt x="737846" y="1613144"/>
                  </a:lnTo>
                  <a:lnTo>
                    <a:pt x="731412" y="1615840"/>
                  </a:lnTo>
                  <a:lnTo>
                    <a:pt x="728282" y="1617152"/>
                  </a:lnTo>
                  <a:lnTo>
                    <a:pt x="722891" y="1619411"/>
                  </a:lnTo>
                  <a:lnTo>
                    <a:pt x="720978" y="1620213"/>
                  </a:lnTo>
                  <a:lnTo>
                    <a:pt x="718196" y="1621380"/>
                  </a:lnTo>
                  <a:lnTo>
                    <a:pt x="715414" y="1622546"/>
                  </a:lnTo>
                  <a:lnTo>
                    <a:pt x="706023" y="1626483"/>
                  </a:lnTo>
                  <a:lnTo>
                    <a:pt x="705328" y="1626775"/>
                  </a:lnTo>
                  <a:lnTo>
                    <a:pt x="703415" y="1627577"/>
                  </a:lnTo>
                  <a:lnTo>
                    <a:pt x="700458" y="1628817"/>
                  </a:lnTo>
                  <a:lnTo>
                    <a:pt x="695589" y="1630860"/>
                  </a:lnTo>
                  <a:lnTo>
                    <a:pt x="694546" y="1631297"/>
                  </a:lnTo>
                  <a:lnTo>
                    <a:pt x="693850" y="1631589"/>
                  </a:lnTo>
                  <a:lnTo>
                    <a:pt x="689851" y="1633267"/>
                  </a:lnTo>
                  <a:lnTo>
                    <a:pt x="686025" y="1634872"/>
                  </a:lnTo>
                  <a:lnTo>
                    <a:pt x="679939" y="1637426"/>
                  </a:lnTo>
                  <a:lnTo>
                    <a:pt x="675591" y="1639251"/>
                  </a:lnTo>
                  <a:lnTo>
                    <a:pt x="674722" y="1639616"/>
                  </a:lnTo>
                  <a:lnTo>
                    <a:pt x="673157" y="1640273"/>
                  </a:lnTo>
                  <a:lnTo>
                    <a:pt x="670548" y="1641368"/>
                  </a:lnTo>
                  <a:lnTo>
                    <a:pt x="663766" y="1644215"/>
                  </a:lnTo>
                  <a:lnTo>
                    <a:pt x="663418" y="1644361"/>
                  </a:lnTo>
                  <a:lnTo>
                    <a:pt x="655245" y="1647793"/>
                  </a:lnTo>
                  <a:lnTo>
                    <a:pt x="646202" y="1651591"/>
                  </a:lnTo>
                  <a:lnTo>
                    <a:pt x="644290" y="1652394"/>
                  </a:lnTo>
                  <a:lnTo>
                    <a:pt x="643594" y="1652687"/>
                  </a:lnTo>
                  <a:lnTo>
                    <a:pt x="638725" y="1654732"/>
                  </a:lnTo>
                  <a:lnTo>
                    <a:pt x="633160" y="1657070"/>
                  </a:lnTo>
                  <a:lnTo>
                    <a:pt x="629334" y="1658678"/>
                  </a:lnTo>
                  <a:lnTo>
                    <a:pt x="616466" y="1664087"/>
                  </a:lnTo>
                  <a:lnTo>
                    <a:pt x="612119" y="1665915"/>
                  </a:lnTo>
                  <a:lnTo>
                    <a:pt x="610380" y="1666646"/>
                  </a:lnTo>
                  <a:lnTo>
                    <a:pt x="606380" y="1668328"/>
                  </a:lnTo>
                  <a:lnTo>
                    <a:pt x="604989" y="1668913"/>
                  </a:lnTo>
                  <a:lnTo>
                    <a:pt x="589686" y="1675349"/>
                  </a:lnTo>
                  <a:lnTo>
                    <a:pt x="579078" y="1679812"/>
                  </a:lnTo>
                  <a:lnTo>
                    <a:pt x="574557" y="1681715"/>
                  </a:lnTo>
                  <a:lnTo>
                    <a:pt x="572644" y="1682520"/>
                  </a:lnTo>
                  <a:lnTo>
                    <a:pt x="571253" y="1683106"/>
                  </a:lnTo>
                  <a:lnTo>
                    <a:pt x="563949" y="1686180"/>
                  </a:lnTo>
                  <a:lnTo>
                    <a:pt x="557515" y="1688889"/>
                  </a:lnTo>
                  <a:lnTo>
                    <a:pt x="554385" y="1690207"/>
                  </a:lnTo>
                  <a:lnTo>
                    <a:pt x="548994" y="1692477"/>
                  </a:lnTo>
                  <a:lnTo>
                    <a:pt x="547081" y="1693282"/>
                  </a:lnTo>
                  <a:lnTo>
                    <a:pt x="544299" y="1694454"/>
                  </a:lnTo>
                  <a:lnTo>
                    <a:pt x="541516" y="1695626"/>
                  </a:lnTo>
                  <a:lnTo>
                    <a:pt x="532126" y="1699582"/>
                  </a:lnTo>
                  <a:lnTo>
                    <a:pt x="531430" y="1699875"/>
                  </a:lnTo>
                  <a:lnTo>
                    <a:pt x="529517" y="1700681"/>
                  </a:lnTo>
                  <a:lnTo>
                    <a:pt x="526561" y="1701926"/>
                  </a:lnTo>
                  <a:lnTo>
                    <a:pt x="521692" y="1703978"/>
                  </a:lnTo>
                  <a:lnTo>
                    <a:pt x="520648" y="1704418"/>
                  </a:lnTo>
                  <a:lnTo>
                    <a:pt x="519953" y="1704711"/>
                  </a:lnTo>
                  <a:lnTo>
                    <a:pt x="515953" y="1706397"/>
                  </a:lnTo>
                  <a:lnTo>
                    <a:pt x="512127" y="1708009"/>
                  </a:lnTo>
                  <a:lnTo>
                    <a:pt x="506041" y="1710575"/>
                  </a:lnTo>
                  <a:lnTo>
                    <a:pt x="501694" y="1712408"/>
                  </a:lnTo>
                  <a:lnTo>
                    <a:pt x="500824" y="1712774"/>
                  </a:lnTo>
                  <a:lnTo>
                    <a:pt x="499259" y="1713434"/>
                  </a:lnTo>
                  <a:lnTo>
                    <a:pt x="496651" y="1714534"/>
                  </a:lnTo>
                  <a:lnTo>
                    <a:pt x="489869" y="1717394"/>
                  </a:lnTo>
                  <a:lnTo>
                    <a:pt x="489521" y="1717541"/>
                  </a:lnTo>
                  <a:lnTo>
                    <a:pt x="481348" y="1720988"/>
                  </a:lnTo>
                  <a:lnTo>
                    <a:pt x="472305" y="1724803"/>
                  </a:lnTo>
                  <a:lnTo>
                    <a:pt x="470392" y="1725610"/>
                  </a:lnTo>
                  <a:lnTo>
                    <a:pt x="469697" y="1725904"/>
                  </a:lnTo>
                  <a:lnTo>
                    <a:pt x="464827" y="1727958"/>
                  </a:lnTo>
                  <a:lnTo>
                    <a:pt x="459263" y="1730307"/>
                  </a:lnTo>
                  <a:lnTo>
                    <a:pt x="455437" y="1731921"/>
                  </a:lnTo>
                  <a:lnTo>
                    <a:pt x="442569" y="1737354"/>
                  </a:lnTo>
                  <a:lnTo>
                    <a:pt x="438221" y="1739189"/>
                  </a:lnTo>
                  <a:lnTo>
                    <a:pt x="436482" y="1739924"/>
                  </a:lnTo>
                  <a:lnTo>
                    <a:pt x="432482" y="1741613"/>
                  </a:lnTo>
                  <a:lnTo>
                    <a:pt x="431091" y="1742200"/>
                  </a:lnTo>
                  <a:lnTo>
                    <a:pt x="415788" y="1748664"/>
                  </a:lnTo>
                  <a:lnTo>
                    <a:pt x="405181" y="1753146"/>
                  </a:lnTo>
                  <a:lnTo>
                    <a:pt x="400659" y="1755057"/>
                  </a:lnTo>
                  <a:lnTo>
                    <a:pt x="398746" y="1755865"/>
                  </a:lnTo>
                  <a:lnTo>
                    <a:pt x="397355" y="1756453"/>
                  </a:lnTo>
                  <a:lnTo>
                    <a:pt x="390051" y="1759540"/>
                  </a:lnTo>
                  <a:lnTo>
                    <a:pt x="383617" y="1762260"/>
                  </a:lnTo>
                  <a:lnTo>
                    <a:pt x="380487" y="1763584"/>
                  </a:lnTo>
                  <a:lnTo>
                    <a:pt x="375096" y="1765863"/>
                  </a:lnTo>
                  <a:lnTo>
                    <a:pt x="373183" y="1766672"/>
                  </a:lnTo>
                  <a:lnTo>
                    <a:pt x="370401" y="1767848"/>
                  </a:lnTo>
                  <a:lnTo>
                    <a:pt x="367619" y="1769025"/>
                  </a:lnTo>
                  <a:lnTo>
                    <a:pt x="358228" y="1772997"/>
                  </a:lnTo>
                  <a:lnTo>
                    <a:pt x="357533" y="1773291"/>
                  </a:lnTo>
                  <a:lnTo>
                    <a:pt x="355620" y="1774100"/>
                  </a:lnTo>
                  <a:lnTo>
                    <a:pt x="352664" y="1775351"/>
                  </a:lnTo>
                  <a:lnTo>
                    <a:pt x="347794" y="1777411"/>
                  </a:lnTo>
                  <a:lnTo>
                    <a:pt x="346751" y="1777852"/>
                  </a:lnTo>
                  <a:lnTo>
                    <a:pt x="346055" y="1778147"/>
                  </a:lnTo>
                  <a:lnTo>
                    <a:pt x="342056" y="1779839"/>
                  </a:lnTo>
                  <a:lnTo>
                    <a:pt x="338230" y="1781458"/>
                  </a:lnTo>
                  <a:lnTo>
                    <a:pt x="332144" y="1784034"/>
                  </a:lnTo>
                  <a:lnTo>
                    <a:pt x="327796" y="1785874"/>
                  </a:lnTo>
                  <a:lnTo>
                    <a:pt x="326927" y="1786242"/>
                  </a:lnTo>
                  <a:lnTo>
                    <a:pt x="325362" y="1786905"/>
                  </a:lnTo>
                  <a:lnTo>
                    <a:pt x="322753" y="1788009"/>
                  </a:lnTo>
                  <a:lnTo>
                    <a:pt x="315971" y="1790880"/>
                  </a:lnTo>
                  <a:lnTo>
                    <a:pt x="315623" y="1791027"/>
                  </a:lnTo>
                  <a:lnTo>
                    <a:pt x="307450" y="1794488"/>
                  </a:lnTo>
                  <a:lnTo>
                    <a:pt x="298408" y="1798317"/>
                  </a:lnTo>
                  <a:lnTo>
                    <a:pt x="296495" y="1799128"/>
                  </a:lnTo>
                  <a:lnTo>
                    <a:pt x="290930" y="1801485"/>
                  </a:lnTo>
                  <a:lnTo>
                    <a:pt x="285365" y="1803842"/>
                  </a:lnTo>
                  <a:lnTo>
                    <a:pt x="268671" y="1810916"/>
                  </a:lnTo>
                  <a:lnTo>
                    <a:pt x="257194" y="1815780"/>
                  </a:lnTo>
                  <a:lnTo>
                    <a:pt x="241891" y="1822268"/>
                  </a:lnTo>
                  <a:lnTo>
                    <a:pt x="224849" y="1829495"/>
                  </a:lnTo>
                  <a:lnTo>
                    <a:pt x="223458" y="1830085"/>
                  </a:lnTo>
                  <a:lnTo>
                    <a:pt x="206590" y="1837241"/>
                  </a:lnTo>
                  <a:lnTo>
                    <a:pt x="201199" y="1839529"/>
                  </a:lnTo>
                  <a:lnTo>
                    <a:pt x="199286" y="1840341"/>
                  </a:lnTo>
                  <a:lnTo>
                    <a:pt x="172854" y="1851560"/>
                  </a:lnTo>
                  <a:lnTo>
                    <a:pt x="168158" y="1853554"/>
                  </a:lnTo>
                  <a:lnTo>
                    <a:pt x="164333" y="1855178"/>
                  </a:lnTo>
                  <a:lnTo>
                    <a:pt x="148856" y="1861751"/>
                  </a:lnTo>
                  <a:lnTo>
                    <a:pt x="142074" y="1864632"/>
                  </a:lnTo>
                  <a:lnTo>
                    <a:pt x="133553" y="1868252"/>
                  </a:lnTo>
                  <a:lnTo>
                    <a:pt x="117032" y="1875272"/>
                  </a:lnTo>
                  <a:lnTo>
                    <a:pt x="25389" y="1914252"/>
                  </a:lnTo>
                  <a:lnTo>
                    <a:pt x="0" y="1925061"/>
                  </a:lnTo>
                  <a:close/>
                </a:path>
              </a:pathLst>
            </a:custGeom>
            <a:solidFill>
              <a:srgbClr val="F8766D">
                <a:alpha val="14901"/>
              </a:srgbClr>
            </a:solidFill>
          </p:spPr>
          <p:txBody>
            <a:bodyPr/>
            <a:lstStyle/>
            <a:p/>
          </p:txBody>
        </p:sp>
        <p:sp>
          <p:nvSpPr>
            <p:cNvPr id="8" name="pl7"/>
            <p:cNvSpPr/>
            <p:nvPr/>
          </p:nvSpPr>
          <p:spPr>
            <a:xfrm>
              <a:off x="3338030" y="3110617"/>
              <a:ext cx="4307091" cy="1744894"/>
            </a:xfrm>
            <a:custGeom>
              <a:avLst/>
              <a:pathLst>
                <a:path w="4307091" h="1744894">
                  <a:moveTo>
                    <a:pt x="0" y="1744894"/>
                  </a:moveTo>
                  <a:lnTo>
                    <a:pt x="25389" y="1735342"/>
                  </a:lnTo>
                  <a:lnTo>
                    <a:pt x="117032" y="1700823"/>
                  </a:lnTo>
                  <a:lnTo>
                    <a:pt x="133553" y="1694594"/>
                  </a:lnTo>
                  <a:lnTo>
                    <a:pt x="142074" y="1691380"/>
                  </a:lnTo>
                  <a:lnTo>
                    <a:pt x="148856" y="1688822"/>
                  </a:lnTo>
                  <a:lnTo>
                    <a:pt x="164333" y="1682983"/>
                  </a:lnTo>
                  <a:lnTo>
                    <a:pt x="168158" y="1681539"/>
                  </a:lnTo>
                  <a:lnTo>
                    <a:pt x="172854" y="1679767"/>
                  </a:lnTo>
                  <a:lnTo>
                    <a:pt x="199286" y="1669788"/>
                  </a:lnTo>
                  <a:lnTo>
                    <a:pt x="201199" y="1669066"/>
                  </a:lnTo>
                  <a:lnTo>
                    <a:pt x="206590" y="1667030"/>
                  </a:lnTo>
                  <a:lnTo>
                    <a:pt x="223458" y="1660658"/>
                  </a:lnTo>
                  <a:lnTo>
                    <a:pt x="224849" y="1660132"/>
                  </a:lnTo>
                  <a:lnTo>
                    <a:pt x="241891" y="1653692"/>
                  </a:lnTo>
                  <a:lnTo>
                    <a:pt x="257194" y="1647907"/>
                  </a:lnTo>
                  <a:lnTo>
                    <a:pt x="268671" y="1643567"/>
                  </a:lnTo>
                  <a:lnTo>
                    <a:pt x="285365" y="1637252"/>
                  </a:lnTo>
                  <a:lnTo>
                    <a:pt x="290930" y="1635146"/>
                  </a:lnTo>
                  <a:lnTo>
                    <a:pt x="296495" y="1633040"/>
                  </a:lnTo>
                  <a:lnTo>
                    <a:pt x="298408" y="1632317"/>
                  </a:lnTo>
                  <a:lnTo>
                    <a:pt x="307450" y="1628894"/>
                  </a:lnTo>
                  <a:lnTo>
                    <a:pt x="315623" y="1625800"/>
                  </a:lnTo>
                  <a:lnTo>
                    <a:pt x="315971" y="1625668"/>
                  </a:lnTo>
                  <a:lnTo>
                    <a:pt x="322753" y="1623100"/>
                  </a:lnTo>
                  <a:lnTo>
                    <a:pt x="325362" y="1622112"/>
                  </a:lnTo>
                  <a:lnTo>
                    <a:pt x="326927" y="1621520"/>
                  </a:lnTo>
                  <a:lnTo>
                    <a:pt x="327796" y="1621190"/>
                  </a:lnTo>
                  <a:lnTo>
                    <a:pt x="332144" y="1619544"/>
                  </a:lnTo>
                  <a:lnTo>
                    <a:pt x="338230" y="1617238"/>
                  </a:lnTo>
                  <a:lnTo>
                    <a:pt x="342056" y="1615789"/>
                  </a:lnTo>
                  <a:lnTo>
                    <a:pt x="346055" y="1614274"/>
                  </a:lnTo>
                  <a:lnTo>
                    <a:pt x="346751" y="1614010"/>
                  </a:lnTo>
                  <a:lnTo>
                    <a:pt x="347794" y="1613615"/>
                  </a:lnTo>
                  <a:lnTo>
                    <a:pt x="352664" y="1611770"/>
                  </a:lnTo>
                  <a:lnTo>
                    <a:pt x="355620" y="1610650"/>
                  </a:lnTo>
                  <a:lnTo>
                    <a:pt x="357533" y="1609925"/>
                  </a:lnTo>
                  <a:lnTo>
                    <a:pt x="358228" y="1609661"/>
                  </a:lnTo>
                  <a:lnTo>
                    <a:pt x="367619" y="1606102"/>
                  </a:lnTo>
                  <a:lnTo>
                    <a:pt x="370401" y="1605047"/>
                  </a:lnTo>
                  <a:lnTo>
                    <a:pt x="373183" y="1603992"/>
                  </a:lnTo>
                  <a:lnTo>
                    <a:pt x="375096" y="1603267"/>
                  </a:lnTo>
                  <a:lnTo>
                    <a:pt x="380487" y="1601223"/>
                  </a:lnTo>
                  <a:lnTo>
                    <a:pt x="383617" y="1600036"/>
                  </a:lnTo>
                  <a:lnTo>
                    <a:pt x="390051" y="1597596"/>
                  </a:lnTo>
                  <a:lnTo>
                    <a:pt x="397355" y="1594825"/>
                  </a:lnTo>
                  <a:lnTo>
                    <a:pt x="398746" y="1594298"/>
                  </a:lnTo>
                  <a:lnTo>
                    <a:pt x="400659" y="1593572"/>
                  </a:lnTo>
                  <a:lnTo>
                    <a:pt x="405181" y="1591857"/>
                  </a:lnTo>
                  <a:lnTo>
                    <a:pt x="415788" y="1587831"/>
                  </a:lnTo>
                  <a:lnTo>
                    <a:pt x="431091" y="1582022"/>
                  </a:lnTo>
                  <a:lnTo>
                    <a:pt x="432482" y="1581494"/>
                  </a:lnTo>
                  <a:lnTo>
                    <a:pt x="436482" y="1579975"/>
                  </a:lnTo>
                  <a:lnTo>
                    <a:pt x="438221" y="1579315"/>
                  </a:lnTo>
                  <a:lnTo>
                    <a:pt x="442569" y="1577664"/>
                  </a:lnTo>
                  <a:lnTo>
                    <a:pt x="455437" y="1572776"/>
                  </a:lnTo>
                  <a:lnTo>
                    <a:pt x="459263" y="1571323"/>
                  </a:lnTo>
                  <a:lnTo>
                    <a:pt x="464827" y="1569208"/>
                  </a:lnTo>
                  <a:lnTo>
                    <a:pt x="469697" y="1567358"/>
                  </a:lnTo>
                  <a:lnTo>
                    <a:pt x="470392" y="1567093"/>
                  </a:lnTo>
                  <a:lnTo>
                    <a:pt x="472305" y="1566366"/>
                  </a:lnTo>
                  <a:lnTo>
                    <a:pt x="481348" y="1562929"/>
                  </a:lnTo>
                  <a:lnTo>
                    <a:pt x="489521" y="1559821"/>
                  </a:lnTo>
                  <a:lnTo>
                    <a:pt x="489869" y="1559689"/>
                  </a:lnTo>
                  <a:lnTo>
                    <a:pt x="496651" y="1557110"/>
                  </a:lnTo>
                  <a:lnTo>
                    <a:pt x="499259" y="1556118"/>
                  </a:lnTo>
                  <a:lnTo>
                    <a:pt x="500824" y="1555523"/>
                  </a:lnTo>
                  <a:lnTo>
                    <a:pt x="501694" y="1555192"/>
                  </a:lnTo>
                  <a:lnTo>
                    <a:pt x="506041" y="1553538"/>
                  </a:lnTo>
                  <a:lnTo>
                    <a:pt x="512127" y="1551223"/>
                  </a:lnTo>
                  <a:lnTo>
                    <a:pt x="515953" y="1549767"/>
                  </a:lnTo>
                  <a:lnTo>
                    <a:pt x="519953" y="1548245"/>
                  </a:lnTo>
                  <a:lnTo>
                    <a:pt x="520648" y="1547980"/>
                  </a:lnTo>
                  <a:lnTo>
                    <a:pt x="521692" y="1547583"/>
                  </a:lnTo>
                  <a:lnTo>
                    <a:pt x="526561" y="1545730"/>
                  </a:lnTo>
                  <a:lnTo>
                    <a:pt x="529517" y="1544605"/>
                  </a:lnTo>
                  <a:lnTo>
                    <a:pt x="531430" y="1543876"/>
                  </a:lnTo>
                  <a:lnTo>
                    <a:pt x="532126" y="1543612"/>
                  </a:lnTo>
                  <a:lnTo>
                    <a:pt x="541516" y="1540036"/>
                  </a:lnTo>
                  <a:lnTo>
                    <a:pt x="544299" y="1538977"/>
                  </a:lnTo>
                  <a:lnTo>
                    <a:pt x="547081" y="1537917"/>
                  </a:lnTo>
                  <a:lnTo>
                    <a:pt x="548994" y="1537189"/>
                  </a:lnTo>
                  <a:lnTo>
                    <a:pt x="554385" y="1535135"/>
                  </a:lnTo>
                  <a:lnTo>
                    <a:pt x="557515" y="1533943"/>
                  </a:lnTo>
                  <a:lnTo>
                    <a:pt x="563949" y="1531492"/>
                  </a:lnTo>
                  <a:lnTo>
                    <a:pt x="571253" y="1528708"/>
                  </a:lnTo>
                  <a:lnTo>
                    <a:pt x="572644" y="1528178"/>
                  </a:lnTo>
                  <a:lnTo>
                    <a:pt x="574557" y="1527449"/>
                  </a:lnTo>
                  <a:lnTo>
                    <a:pt x="579078" y="1525726"/>
                  </a:lnTo>
                  <a:lnTo>
                    <a:pt x="589686" y="1521682"/>
                  </a:lnTo>
                  <a:lnTo>
                    <a:pt x="604989" y="1515845"/>
                  </a:lnTo>
                  <a:lnTo>
                    <a:pt x="606380" y="1515315"/>
                  </a:lnTo>
                  <a:lnTo>
                    <a:pt x="610380" y="1513789"/>
                  </a:lnTo>
                  <a:lnTo>
                    <a:pt x="612119" y="1513125"/>
                  </a:lnTo>
                  <a:lnTo>
                    <a:pt x="616466" y="1511466"/>
                  </a:lnTo>
                  <a:lnTo>
                    <a:pt x="629334" y="1506555"/>
                  </a:lnTo>
                  <a:lnTo>
                    <a:pt x="633160" y="1505094"/>
                  </a:lnTo>
                  <a:lnTo>
                    <a:pt x="638725" y="1502969"/>
                  </a:lnTo>
                  <a:lnTo>
                    <a:pt x="643594" y="1501110"/>
                  </a:lnTo>
                  <a:lnTo>
                    <a:pt x="644290" y="1500844"/>
                  </a:lnTo>
                  <a:lnTo>
                    <a:pt x="646202" y="1500114"/>
                  </a:lnTo>
                  <a:lnTo>
                    <a:pt x="655245" y="1496660"/>
                  </a:lnTo>
                  <a:lnTo>
                    <a:pt x="663418" y="1493537"/>
                  </a:lnTo>
                  <a:lnTo>
                    <a:pt x="663766" y="1493404"/>
                  </a:lnTo>
                  <a:lnTo>
                    <a:pt x="670548" y="1490812"/>
                  </a:lnTo>
                  <a:lnTo>
                    <a:pt x="673157" y="1489815"/>
                  </a:lnTo>
                  <a:lnTo>
                    <a:pt x="674722" y="1489217"/>
                  </a:lnTo>
                  <a:lnTo>
                    <a:pt x="675591" y="1488884"/>
                  </a:lnTo>
                  <a:lnTo>
                    <a:pt x="679939" y="1487222"/>
                  </a:lnTo>
                  <a:lnTo>
                    <a:pt x="686025" y="1484895"/>
                  </a:lnTo>
                  <a:lnTo>
                    <a:pt x="689851" y="1483432"/>
                  </a:lnTo>
                  <a:lnTo>
                    <a:pt x="693850" y="1481902"/>
                  </a:lnTo>
                  <a:lnTo>
                    <a:pt x="694546" y="1481636"/>
                  </a:lnTo>
                  <a:lnTo>
                    <a:pt x="695589" y="1481237"/>
                  </a:lnTo>
                  <a:lnTo>
                    <a:pt x="700458" y="1479374"/>
                  </a:lnTo>
                  <a:lnTo>
                    <a:pt x="703415" y="1478243"/>
                  </a:lnTo>
                  <a:lnTo>
                    <a:pt x="705328" y="1477512"/>
                  </a:lnTo>
                  <a:lnTo>
                    <a:pt x="706023" y="1477245"/>
                  </a:lnTo>
                  <a:lnTo>
                    <a:pt x="715414" y="1473652"/>
                  </a:lnTo>
                  <a:lnTo>
                    <a:pt x="718196" y="1472587"/>
                  </a:lnTo>
                  <a:lnTo>
                    <a:pt x="720978" y="1471522"/>
                  </a:lnTo>
                  <a:lnTo>
                    <a:pt x="722891" y="1470789"/>
                  </a:lnTo>
                  <a:lnTo>
                    <a:pt x="728282" y="1468725"/>
                  </a:lnTo>
                  <a:lnTo>
                    <a:pt x="731412" y="1467527"/>
                  </a:lnTo>
                  <a:lnTo>
                    <a:pt x="737846" y="1465063"/>
                  </a:lnTo>
                  <a:lnTo>
                    <a:pt x="745150" y="1462265"/>
                  </a:lnTo>
                  <a:lnTo>
                    <a:pt x="746541" y="1461732"/>
                  </a:lnTo>
                  <a:lnTo>
                    <a:pt x="748454" y="1460999"/>
                  </a:lnTo>
                  <a:lnTo>
                    <a:pt x="752975" y="1459266"/>
                  </a:lnTo>
                  <a:lnTo>
                    <a:pt x="763583" y="1455201"/>
                  </a:lnTo>
                  <a:lnTo>
                    <a:pt x="778886" y="1449333"/>
                  </a:lnTo>
                  <a:lnTo>
                    <a:pt x="780277" y="1448800"/>
                  </a:lnTo>
                  <a:lnTo>
                    <a:pt x="784277" y="1447265"/>
                  </a:lnTo>
                  <a:lnTo>
                    <a:pt x="786016" y="1446598"/>
                  </a:lnTo>
                  <a:lnTo>
                    <a:pt x="790363" y="1444930"/>
                  </a:lnTo>
                  <a:lnTo>
                    <a:pt x="803232" y="1439992"/>
                  </a:lnTo>
                  <a:lnTo>
                    <a:pt x="807058" y="1438524"/>
                  </a:lnTo>
                  <a:lnTo>
                    <a:pt x="812622" y="1436387"/>
                  </a:lnTo>
                  <a:lnTo>
                    <a:pt x="817491" y="1434517"/>
                  </a:lnTo>
                  <a:lnTo>
                    <a:pt x="818187" y="1434250"/>
                  </a:lnTo>
                  <a:lnTo>
                    <a:pt x="820100" y="1433516"/>
                  </a:lnTo>
                  <a:lnTo>
                    <a:pt x="829143" y="1430042"/>
                  </a:lnTo>
                  <a:lnTo>
                    <a:pt x="837316" y="1426902"/>
                  </a:lnTo>
                  <a:lnTo>
                    <a:pt x="837664" y="1426768"/>
                  </a:lnTo>
                  <a:lnTo>
                    <a:pt x="844446" y="1424162"/>
                  </a:lnTo>
                  <a:lnTo>
                    <a:pt x="847054" y="1423159"/>
                  </a:lnTo>
                  <a:lnTo>
                    <a:pt x="848619" y="1422557"/>
                  </a:lnTo>
                  <a:lnTo>
                    <a:pt x="849489" y="1422223"/>
                  </a:lnTo>
                  <a:lnTo>
                    <a:pt x="853836" y="1420552"/>
                  </a:lnTo>
                  <a:lnTo>
                    <a:pt x="859922" y="1418211"/>
                  </a:lnTo>
                  <a:lnTo>
                    <a:pt x="863748" y="1416740"/>
                  </a:lnTo>
                  <a:lnTo>
                    <a:pt x="867748" y="1415201"/>
                  </a:lnTo>
                  <a:lnTo>
                    <a:pt x="868443" y="1414934"/>
                  </a:lnTo>
                  <a:lnTo>
                    <a:pt x="869487" y="1414532"/>
                  </a:lnTo>
                  <a:lnTo>
                    <a:pt x="874356" y="1412659"/>
                  </a:lnTo>
                  <a:lnTo>
                    <a:pt x="879225" y="1410785"/>
                  </a:lnTo>
                  <a:lnTo>
                    <a:pt x="879921" y="1410518"/>
                  </a:lnTo>
                  <a:lnTo>
                    <a:pt x="889311" y="1406903"/>
                  </a:lnTo>
                  <a:lnTo>
                    <a:pt x="892093" y="1405832"/>
                  </a:lnTo>
                  <a:lnTo>
                    <a:pt x="894876" y="1404761"/>
                  </a:lnTo>
                  <a:lnTo>
                    <a:pt x="896789" y="1404024"/>
                  </a:lnTo>
                  <a:lnTo>
                    <a:pt x="902179" y="1401948"/>
                  </a:lnTo>
                  <a:lnTo>
                    <a:pt x="905310" y="1400742"/>
                  </a:lnTo>
                  <a:lnTo>
                    <a:pt x="911744" y="1398264"/>
                  </a:lnTo>
                  <a:lnTo>
                    <a:pt x="919048" y="1395449"/>
                  </a:lnTo>
                  <a:lnTo>
                    <a:pt x="920439" y="1394913"/>
                  </a:lnTo>
                  <a:lnTo>
                    <a:pt x="922352" y="1394176"/>
                  </a:lnTo>
                  <a:lnTo>
                    <a:pt x="926873" y="1392433"/>
                  </a:lnTo>
                  <a:lnTo>
                    <a:pt x="937481" y="1388343"/>
                  </a:lnTo>
                  <a:lnTo>
                    <a:pt x="952784" y="1382440"/>
                  </a:lnTo>
                  <a:lnTo>
                    <a:pt x="954175" y="1381903"/>
                  </a:lnTo>
                  <a:lnTo>
                    <a:pt x="958174" y="1380360"/>
                  </a:lnTo>
                  <a:lnTo>
                    <a:pt x="959913" y="1379689"/>
                  </a:lnTo>
                  <a:lnTo>
                    <a:pt x="964261" y="1378010"/>
                  </a:lnTo>
                  <a:lnTo>
                    <a:pt x="977129" y="1373042"/>
                  </a:lnTo>
                  <a:lnTo>
                    <a:pt x="980955" y="1371564"/>
                  </a:lnTo>
                  <a:lnTo>
                    <a:pt x="986520" y="1369415"/>
                  </a:lnTo>
                  <a:lnTo>
                    <a:pt x="991389" y="1367533"/>
                  </a:lnTo>
                  <a:lnTo>
                    <a:pt x="992084" y="1367264"/>
                  </a:lnTo>
                  <a:lnTo>
                    <a:pt x="993997" y="1366525"/>
                  </a:lnTo>
                  <a:lnTo>
                    <a:pt x="1003040" y="1363030"/>
                  </a:lnTo>
                  <a:lnTo>
                    <a:pt x="1011213" y="1359870"/>
                  </a:lnTo>
                  <a:lnTo>
                    <a:pt x="1011561" y="1359736"/>
                  </a:lnTo>
                  <a:lnTo>
                    <a:pt x="1018343" y="1357113"/>
                  </a:lnTo>
                  <a:lnTo>
                    <a:pt x="1020951" y="1356104"/>
                  </a:lnTo>
                  <a:lnTo>
                    <a:pt x="1022516" y="1355498"/>
                  </a:lnTo>
                  <a:lnTo>
                    <a:pt x="1023386" y="1355162"/>
                  </a:lnTo>
                  <a:lnTo>
                    <a:pt x="1027733" y="1353480"/>
                  </a:lnTo>
                  <a:lnTo>
                    <a:pt x="1033820" y="1351124"/>
                  </a:lnTo>
                  <a:lnTo>
                    <a:pt x="1037646" y="1349643"/>
                  </a:lnTo>
                  <a:lnTo>
                    <a:pt x="1041645" y="1348095"/>
                  </a:lnTo>
                  <a:lnTo>
                    <a:pt x="1042341" y="1347826"/>
                  </a:lnTo>
                  <a:lnTo>
                    <a:pt x="1043384" y="1347422"/>
                  </a:lnTo>
                  <a:lnTo>
                    <a:pt x="1048253" y="1345536"/>
                  </a:lnTo>
                  <a:lnTo>
                    <a:pt x="1051210" y="1344391"/>
                  </a:lnTo>
                  <a:lnTo>
                    <a:pt x="1053122" y="1343651"/>
                  </a:lnTo>
                  <a:lnTo>
                    <a:pt x="1053818" y="1343381"/>
                  </a:lnTo>
                  <a:lnTo>
                    <a:pt x="1063208" y="1339743"/>
                  </a:lnTo>
                  <a:lnTo>
                    <a:pt x="1065991" y="1338665"/>
                  </a:lnTo>
                  <a:lnTo>
                    <a:pt x="1068773" y="1337587"/>
                  </a:lnTo>
                  <a:lnTo>
                    <a:pt x="1070686" y="1336845"/>
                  </a:lnTo>
                  <a:lnTo>
                    <a:pt x="1076077" y="1334756"/>
                  </a:lnTo>
                  <a:lnTo>
                    <a:pt x="1079207" y="1333542"/>
                  </a:lnTo>
                  <a:lnTo>
                    <a:pt x="1085641" y="1331047"/>
                  </a:lnTo>
                  <a:lnTo>
                    <a:pt x="1092945" y="1328214"/>
                  </a:lnTo>
                  <a:lnTo>
                    <a:pt x="1094336" y="1327675"/>
                  </a:lnTo>
                  <a:lnTo>
                    <a:pt x="1096249" y="1326932"/>
                  </a:lnTo>
                  <a:lnTo>
                    <a:pt x="1100770" y="1325178"/>
                  </a:lnTo>
                  <a:lnTo>
                    <a:pt x="1111378" y="1321061"/>
                  </a:lnTo>
                  <a:lnTo>
                    <a:pt x="1126681" y="1315118"/>
                  </a:lnTo>
                  <a:lnTo>
                    <a:pt x="1128072" y="1314578"/>
                  </a:lnTo>
                  <a:lnTo>
                    <a:pt x="1132072" y="1313024"/>
                  </a:lnTo>
                  <a:lnTo>
                    <a:pt x="1133811" y="1312348"/>
                  </a:lnTo>
                  <a:lnTo>
                    <a:pt x="1138158" y="1310659"/>
                  </a:lnTo>
                  <a:lnTo>
                    <a:pt x="1151027" y="1305656"/>
                  </a:lnTo>
                  <a:lnTo>
                    <a:pt x="1154852" y="1304168"/>
                  </a:lnTo>
                  <a:lnTo>
                    <a:pt x="1160417" y="1302004"/>
                  </a:lnTo>
                  <a:lnTo>
                    <a:pt x="1165286" y="1300110"/>
                  </a:lnTo>
                  <a:lnTo>
                    <a:pt x="1165982" y="1299839"/>
                  </a:lnTo>
                  <a:lnTo>
                    <a:pt x="1167895" y="1299095"/>
                  </a:lnTo>
                  <a:lnTo>
                    <a:pt x="1176937" y="1295575"/>
                  </a:lnTo>
                  <a:lnTo>
                    <a:pt x="1185111" y="1292393"/>
                  </a:lnTo>
                  <a:lnTo>
                    <a:pt x="1185458" y="1292258"/>
                  </a:lnTo>
                  <a:lnTo>
                    <a:pt x="1192240" y="1289617"/>
                  </a:lnTo>
                  <a:lnTo>
                    <a:pt x="1194849" y="1288601"/>
                  </a:lnTo>
                  <a:lnTo>
                    <a:pt x="1196414" y="1287991"/>
                  </a:lnTo>
                  <a:lnTo>
                    <a:pt x="1197283" y="1287652"/>
                  </a:lnTo>
                  <a:lnTo>
                    <a:pt x="1201631" y="1285958"/>
                  </a:lnTo>
                  <a:lnTo>
                    <a:pt x="1207717" y="1283586"/>
                  </a:lnTo>
                  <a:lnTo>
                    <a:pt x="1211543" y="1282095"/>
                  </a:lnTo>
                  <a:lnTo>
                    <a:pt x="1215543" y="1280536"/>
                  </a:lnTo>
                  <a:lnTo>
                    <a:pt x="1216238" y="1280265"/>
                  </a:lnTo>
                  <a:lnTo>
                    <a:pt x="1217282" y="1279858"/>
                  </a:lnTo>
                  <a:lnTo>
                    <a:pt x="1222151" y="1277959"/>
                  </a:lnTo>
                  <a:lnTo>
                    <a:pt x="1225107" y="1276806"/>
                  </a:lnTo>
                  <a:lnTo>
                    <a:pt x="1227020" y="1276060"/>
                  </a:lnTo>
                  <a:lnTo>
                    <a:pt x="1227715" y="1275788"/>
                  </a:lnTo>
                  <a:lnTo>
                    <a:pt x="1237106" y="1272125"/>
                  </a:lnTo>
                  <a:lnTo>
                    <a:pt x="1239888" y="1271039"/>
                  </a:lnTo>
                  <a:lnTo>
                    <a:pt x="1242671" y="1269953"/>
                  </a:lnTo>
                  <a:lnTo>
                    <a:pt x="1244584" y="1269206"/>
                  </a:lnTo>
                  <a:lnTo>
                    <a:pt x="1249974" y="1267101"/>
                  </a:lnTo>
                  <a:lnTo>
                    <a:pt x="1253105" y="1265879"/>
                  </a:lnTo>
                  <a:lnTo>
                    <a:pt x="1259539" y="1263366"/>
                  </a:lnTo>
                  <a:lnTo>
                    <a:pt x="1266842" y="1260513"/>
                  </a:lnTo>
                  <a:lnTo>
                    <a:pt x="1268234" y="1259969"/>
                  </a:lnTo>
                  <a:lnTo>
                    <a:pt x="1270146" y="1259221"/>
                  </a:lnTo>
                  <a:lnTo>
                    <a:pt x="1274668" y="1257454"/>
                  </a:lnTo>
                  <a:lnTo>
                    <a:pt x="1285276" y="1253307"/>
                  </a:lnTo>
                  <a:lnTo>
                    <a:pt x="1300579" y="1247321"/>
                  </a:lnTo>
                  <a:lnTo>
                    <a:pt x="1301970" y="1246776"/>
                  </a:lnTo>
                  <a:lnTo>
                    <a:pt x="1305969" y="1245211"/>
                  </a:lnTo>
                  <a:lnTo>
                    <a:pt x="1307708" y="1244530"/>
                  </a:lnTo>
                  <a:lnTo>
                    <a:pt x="1312056" y="1242828"/>
                  </a:lnTo>
                  <a:lnTo>
                    <a:pt x="1324924" y="1237788"/>
                  </a:lnTo>
                  <a:lnTo>
                    <a:pt x="1328750" y="1236290"/>
                  </a:lnTo>
                  <a:lnTo>
                    <a:pt x="1334315" y="1234109"/>
                  </a:lnTo>
                  <a:lnTo>
                    <a:pt x="1339184" y="1232201"/>
                  </a:lnTo>
                  <a:lnTo>
                    <a:pt x="1339879" y="1231928"/>
                  </a:lnTo>
                  <a:lnTo>
                    <a:pt x="1341792" y="1231178"/>
                  </a:lnTo>
                  <a:lnTo>
                    <a:pt x="1350835" y="1227632"/>
                  </a:lnTo>
                  <a:lnTo>
                    <a:pt x="1359008" y="1224426"/>
                  </a:lnTo>
                  <a:lnTo>
                    <a:pt x="1359356" y="1224290"/>
                  </a:lnTo>
                  <a:lnTo>
                    <a:pt x="1366138" y="1221628"/>
                  </a:lnTo>
                  <a:lnTo>
                    <a:pt x="1368746" y="1220605"/>
                  </a:lnTo>
                  <a:lnTo>
                    <a:pt x="1370311" y="1219990"/>
                  </a:lnTo>
                  <a:lnTo>
                    <a:pt x="1371181" y="1219649"/>
                  </a:lnTo>
                  <a:lnTo>
                    <a:pt x="1375528" y="1217942"/>
                  </a:lnTo>
                  <a:lnTo>
                    <a:pt x="1381615" y="1215552"/>
                  </a:lnTo>
                  <a:lnTo>
                    <a:pt x="1385440" y="1214049"/>
                  </a:lnTo>
                  <a:lnTo>
                    <a:pt x="1389440" y="1212478"/>
                  </a:lnTo>
                  <a:lnTo>
                    <a:pt x="1390136" y="1212205"/>
                  </a:lnTo>
                  <a:lnTo>
                    <a:pt x="1391179" y="1211795"/>
                  </a:lnTo>
                  <a:lnTo>
                    <a:pt x="1396048" y="1209882"/>
                  </a:lnTo>
                  <a:lnTo>
                    <a:pt x="1399004" y="1208720"/>
                  </a:lnTo>
                  <a:lnTo>
                    <a:pt x="1400917" y="1207968"/>
                  </a:lnTo>
                  <a:lnTo>
                    <a:pt x="1401613" y="1207695"/>
                  </a:lnTo>
                  <a:lnTo>
                    <a:pt x="1411003" y="1204002"/>
                  </a:lnTo>
                  <a:lnTo>
                    <a:pt x="1413786" y="1202908"/>
                  </a:lnTo>
                  <a:lnTo>
                    <a:pt x="1416568" y="1201814"/>
                  </a:lnTo>
                  <a:lnTo>
                    <a:pt x="1418481" y="1201061"/>
                  </a:lnTo>
                  <a:lnTo>
                    <a:pt x="1423872" y="1198940"/>
                  </a:lnTo>
                  <a:lnTo>
                    <a:pt x="1427002" y="1197708"/>
                  </a:lnTo>
                  <a:lnTo>
                    <a:pt x="1433436" y="1195176"/>
                  </a:lnTo>
                  <a:lnTo>
                    <a:pt x="1440740" y="1192300"/>
                  </a:lnTo>
                  <a:lnTo>
                    <a:pt x="1442131" y="1191752"/>
                  </a:lnTo>
                  <a:lnTo>
                    <a:pt x="1444044" y="1190999"/>
                  </a:lnTo>
                  <a:lnTo>
                    <a:pt x="1448565" y="1189218"/>
                  </a:lnTo>
                  <a:lnTo>
                    <a:pt x="1459173" y="1185038"/>
                  </a:lnTo>
                  <a:lnTo>
                    <a:pt x="1474476" y="1179005"/>
                  </a:lnTo>
                  <a:lnTo>
                    <a:pt x="1475867" y="1178456"/>
                  </a:lnTo>
                  <a:lnTo>
                    <a:pt x="1479867" y="1176878"/>
                  </a:lnTo>
                  <a:lnTo>
                    <a:pt x="1481606" y="1176192"/>
                  </a:lnTo>
                  <a:lnTo>
                    <a:pt x="1485953" y="1174477"/>
                  </a:lnTo>
                  <a:lnTo>
                    <a:pt x="1498822" y="1169397"/>
                  </a:lnTo>
                  <a:lnTo>
                    <a:pt x="1502647" y="1167886"/>
                  </a:lnTo>
                  <a:lnTo>
                    <a:pt x="1508212" y="1165688"/>
                  </a:lnTo>
                  <a:lnTo>
                    <a:pt x="1513081" y="1163765"/>
                  </a:lnTo>
                  <a:lnTo>
                    <a:pt x="1513777" y="1163490"/>
                  </a:lnTo>
                  <a:lnTo>
                    <a:pt x="1515690" y="1162734"/>
                  </a:lnTo>
                  <a:lnTo>
                    <a:pt x="1524732" y="1159160"/>
                  </a:lnTo>
                  <a:lnTo>
                    <a:pt x="1532905" y="1155928"/>
                  </a:lnTo>
                  <a:lnTo>
                    <a:pt x="1533253" y="1155790"/>
                  </a:lnTo>
                  <a:lnTo>
                    <a:pt x="1540035" y="1153108"/>
                  </a:lnTo>
                  <a:lnTo>
                    <a:pt x="1542644" y="1152076"/>
                  </a:lnTo>
                  <a:lnTo>
                    <a:pt x="1544209" y="1151456"/>
                  </a:lnTo>
                  <a:lnTo>
                    <a:pt x="1545078" y="1151112"/>
                  </a:lnTo>
                  <a:lnTo>
                    <a:pt x="1549426" y="1149392"/>
                  </a:lnTo>
                  <a:lnTo>
                    <a:pt x="1555512" y="1146982"/>
                  </a:lnTo>
                  <a:lnTo>
                    <a:pt x="1559338" y="1145468"/>
                  </a:lnTo>
                  <a:lnTo>
                    <a:pt x="1563338" y="1143884"/>
                  </a:lnTo>
                  <a:lnTo>
                    <a:pt x="1564033" y="1143608"/>
                  </a:lnTo>
                  <a:lnTo>
                    <a:pt x="1565077" y="1143195"/>
                  </a:lnTo>
                  <a:lnTo>
                    <a:pt x="1569946" y="1141266"/>
                  </a:lnTo>
                  <a:lnTo>
                    <a:pt x="1572902" y="1140095"/>
                  </a:lnTo>
                  <a:lnTo>
                    <a:pt x="1574815" y="1139337"/>
                  </a:lnTo>
                  <a:lnTo>
                    <a:pt x="1575510" y="1139061"/>
                  </a:lnTo>
                  <a:lnTo>
                    <a:pt x="1584901" y="1135339"/>
                  </a:lnTo>
                  <a:lnTo>
                    <a:pt x="1587683" y="1134236"/>
                  </a:lnTo>
                  <a:lnTo>
                    <a:pt x="1590466" y="1133132"/>
                  </a:lnTo>
                  <a:lnTo>
                    <a:pt x="1592378" y="1132374"/>
                  </a:lnTo>
                  <a:lnTo>
                    <a:pt x="1597769" y="1130235"/>
                  </a:lnTo>
                  <a:lnTo>
                    <a:pt x="1600899" y="1128994"/>
                  </a:lnTo>
                  <a:lnTo>
                    <a:pt x="1607334" y="1126440"/>
                  </a:lnTo>
                  <a:lnTo>
                    <a:pt x="1614637" y="1123541"/>
                  </a:lnTo>
                  <a:lnTo>
                    <a:pt x="1616028" y="1122989"/>
                  </a:lnTo>
                  <a:lnTo>
                    <a:pt x="1617941" y="1122229"/>
                  </a:lnTo>
                  <a:lnTo>
                    <a:pt x="1622463" y="1120433"/>
                  </a:lnTo>
                  <a:lnTo>
                    <a:pt x="1633070" y="1116219"/>
                  </a:lnTo>
                  <a:lnTo>
                    <a:pt x="1648373" y="1110136"/>
                  </a:lnTo>
                  <a:lnTo>
                    <a:pt x="1649765" y="1109583"/>
                  </a:lnTo>
                  <a:lnTo>
                    <a:pt x="1653764" y="1107992"/>
                  </a:lnTo>
                  <a:lnTo>
                    <a:pt x="1655503" y="1107300"/>
                  </a:lnTo>
                  <a:lnTo>
                    <a:pt x="1659851" y="1105571"/>
                  </a:lnTo>
                  <a:lnTo>
                    <a:pt x="1672719" y="1100449"/>
                  </a:lnTo>
                  <a:lnTo>
                    <a:pt x="1676545" y="1098925"/>
                  </a:lnTo>
                  <a:lnTo>
                    <a:pt x="1682110" y="1096709"/>
                  </a:lnTo>
                  <a:lnTo>
                    <a:pt x="1686979" y="1094770"/>
                  </a:lnTo>
                  <a:lnTo>
                    <a:pt x="1687674" y="1094492"/>
                  </a:lnTo>
                  <a:lnTo>
                    <a:pt x="1689587" y="1093730"/>
                  </a:lnTo>
                  <a:lnTo>
                    <a:pt x="1698630" y="1090126"/>
                  </a:lnTo>
                  <a:lnTo>
                    <a:pt x="1706803" y="1086868"/>
                  </a:lnTo>
                  <a:lnTo>
                    <a:pt x="1707151" y="1086729"/>
                  </a:lnTo>
                  <a:lnTo>
                    <a:pt x="1713933" y="1084024"/>
                  </a:lnTo>
                  <a:lnTo>
                    <a:pt x="1716541" y="1082983"/>
                  </a:lnTo>
                  <a:lnTo>
                    <a:pt x="1718106" y="1082359"/>
                  </a:lnTo>
                  <a:lnTo>
                    <a:pt x="1718976" y="1082012"/>
                  </a:lnTo>
                  <a:lnTo>
                    <a:pt x="1723323" y="1080277"/>
                  </a:lnTo>
                  <a:lnTo>
                    <a:pt x="1729410" y="1077847"/>
                  </a:lnTo>
                  <a:lnTo>
                    <a:pt x="1733235" y="1076320"/>
                  </a:lnTo>
                  <a:lnTo>
                    <a:pt x="1737235" y="1074723"/>
                  </a:lnTo>
                  <a:lnTo>
                    <a:pt x="1737931" y="1074445"/>
                  </a:lnTo>
                  <a:lnTo>
                    <a:pt x="1738974" y="1074028"/>
                  </a:lnTo>
                  <a:lnTo>
                    <a:pt x="1743843" y="1072083"/>
                  </a:lnTo>
                  <a:lnTo>
                    <a:pt x="1746799" y="1070902"/>
                  </a:lnTo>
                  <a:lnTo>
                    <a:pt x="1748712" y="1070138"/>
                  </a:lnTo>
                  <a:lnTo>
                    <a:pt x="1749408" y="1069860"/>
                  </a:lnTo>
                  <a:lnTo>
                    <a:pt x="1758798" y="1066106"/>
                  </a:lnTo>
                  <a:lnTo>
                    <a:pt x="1761581" y="1064994"/>
                  </a:lnTo>
                  <a:lnTo>
                    <a:pt x="1764363" y="1063881"/>
                  </a:lnTo>
                  <a:lnTo>
                    <a:pt x="1766276" y="1063116"/>
                  </a:lnTo>
                  <a:lnTo>
                    <a:pt x="1771667" y="1060960"/>
                  </a:lnTo>
                  <a:lnTo>
                    <a:pt x="1774797" y="1059708"/>
                  </a:lnTo>
                  <a:lnTo>
                    <a:pt x="1781231" y="1057133"/>
                  </a:lnTo>
                  <a:lnTo>
                    <a:pt x="1788535" y="1054210"/>
                  </a:lnTo>
                  <a:lnTo>
                    <a:pt x="1789926" y="1053653"/>
                  </a:lnTo>
                  <a:lnTo>
                    <a:pt x="1791839" y="1052887"/>
                  </a:lnTo>
                  <a:lnTo>
                    <a:pt x="1796360" y="1051076"/>
                  </a:lnTo>
                  <a:lnTo>
                    <a:pt x="1806968" y="1046826"/>
                  </a:lnTo>
                  <a:lnTo>
                    <a:pt x="1822271" y="1040692"/>
                  </a:lnTo>
                  <a:lnTo>
                    <a:pt x="1823662" y="1040134"/>
                  </a:lnTo>
                  <a:lnTo>
                    <a:pt x="1827662" y="1038530"/>
                  </a:lnTo>
                  <a:lnTo>
                    <a:pt x="1829401" y="1037832"/>
                  </a:lnTo>
                  <a:lnTo>
                    <a:pt x="1846616" y="1030923"/>
                  </a:lnTo>
                  <a:lnTo>
                    <a:pt x="1850442" y="1029387"/>
                  </a:lnTo>
                  <a:lnTo>
                    <a:pt x="1856007" y="1027152"/>
                  </a:lnTo>
                  <a:lnTo>
                    <a:pt x="1860876" y="1025196"/>
                  </a:lnTo>
                  <a:lnTo>
                    <a:pt x="1861572" y="1024917"/>
                  </a:lnTo>
                  <a:lnTo>
                    <a:pt x="1863485" y="1024148"/>
                  </a:lnTo>
                  <a:lnTo>
                    <a:pt x="1872527" y="1020514"/>
                  </a:lnTo>
                  <a:lnTo>
                    <a:pt x="1880700" y="1017228"/>
                  </a:lnTo>
                  <a:lnTo>
                    <a:pt x="1881048" y="1017088"/>
                  </a:lnTo>
                  <a:lnTo>
                    <a:pt x="1887830" y="1014360"/>
                  </a:lnTo>
                  <a:lnTo>
                    <a:pt x="1890439" y="1013311"/>
                  </a:lnTo>
                  <a:lnTo>
                    <a:pt x="1892004" y="1012681"/>
                  </a:lnTo>
                  <a:lnTo>
                    <a:pt x="1892873" y="1012331"/>
                  </a:lnTo>
                  <a:lnTo>
                    <a:pt x="1897221" y="1010582"/>
                  </a:lnTo>
                  <a:lnTo>
                    <a:pt x="1903307" y="1008132"/>
                  </a:lnTo>
                  <a:lnTo>
                    <a:pt x="1907133" y="1006591"/>
                  </a:lnTo>
                  <a:lnTo>
                    <a:pt x="1911132" y="1004981"/>
                  </a:lnTo>
                  <a:lnTo>
                    <a:pt x="1911828" y="1004701"/>
                  </a:lnTo>
                  <a:lnTo>
                    <a:pt x="1912871" y="1004280"/>
                  </a:lnTo>
                  <a:lnTo>
                    <a:pt x="1917741" y="1002319"/>
                  </a:lnTo>
                  <a:lnTo>
                    <a:pt x="1920697" y="1001128"/>
                  </a:lnTo>
                  <a:lnTo>
                    <a:pt x="1922610" y="1000357"/>
                  </a:lnTo>
                  <a:lnTo>
                    <a:pt x="1923305" y="1000077"/>
                  </a:lnTo>
                  <a:lnTo>
                    <a:pt x="1932696" y="996292"/>
                  </a:lnTo>
                  <a:lnTo>
                    <a:pt x="1935478" y="995170"/>
                  </a:lnTo>
                  <a:lnTo>
                    <a:pt x="1938260" y="994048"/>
                  </a:lnTo>
                  <a:lnTo>
                    <a:pt x="1940173" y="993277"/>
                  </a:lnTo>
                  <a:lnTo>
                    <a:pt x="1945564" y="991103"/>
                  </a:lnTo>
                  <a:lnTo>
                    <a:pt x="1948694" y="989840"/>
                  </a:lnTo>
                  <a:lnTo>
                    <a:pt x="1955128" y="987244"/>
                  </a:lnTo>
                  <a:lnTo>
                    <a:pt x="1962432" y="984295"/>
                  </a:lnTo>
                  <a:lnTo>
                    <a:pt x="1963823" y="983734"/>
                  </a:lnTo>
                  <a:lnTo>
                    <a:pt x="1965736" y="982961"/>
                  </a:lnTo>
                  <a:lnTo>
                    <a:pt x="1970258" y="981136"/>
                  </a:lnTo>
                  <a:lnTo>
                    <a:pt x="1980865" y="976850"/>
                  </a:lnTo>
                  <a:lnTo>
                    <a:pt x="1996168" y="970665"/>
                  </a:lnTo>
                  <a:lnTo>
                    <a:pt x="1997559" y="970102"/>
                  </a:lnTo>
                  <a:lnTo>
                    <a:pt x="2001559" y="968485"/>
                  </a:lnTo>
                  <a:lnTo>
                    <a:pt x="2003298" y="967781"/>
                  </a:lnTo>
                  <a:lnTo>
                    <a:pt x="2007646" y="966023"/>
                  </a:lnTo>
                  <a:lnTo>
                    <a:pt x="2020514" y="960815"/>
                  </a:lnTo>
                  <a:lnTo>
                    <a:pt x="2024340" y="959266"/>
                  </a:lnTo>
                  <a:lnTo>
                    <a:pt x="2029904" y="957012"/>
                  </a:lnTo>
                  <a:lnTo>
                    <a:pt x="2034774" y="955040"/>
                  </a:lnTo>
                  <a:lnTo>
                    <a:pt x="2035469" y="954758"/>
                  </a:lnTo>
                  <a:lnTo>
                    <a:pt x="2037382" y="953983"/>
                  </a:lnTo>
                  <a:lnTo>
                    <a:pt x="2046425" y="950319"/>
                  </a:lnTo>
                  <a:lnTo>
                    <a:pt x="2054598" y="947006"/>
                  </a:lnTo>
                  <a:lnTo>
                    <a:pt x="2054946" y="946865"/>
                  </a:lnTo>
                  <a:lnTo>
                    <a:pt x="2061728" y="944114"/>
                  </a:lnTo>
                  <a:lnTo>
                    <a:pt x="2064336" y="943056"/>
                  </a:lnTo>
                  <a:lnTo>
                    <a:pt x="2065901" y="942421"/>
                  </a:lnTo>
                  <a:lnTo>
                    <a:pt x="2066771" y="942069"/>
                  </a:lnTo>
                  <a:lnTo>
                    <a:pt x="2071118" y="940305"/>
                  </a:lnTo>
                  <a:lnTo>
                    <a:pt x="2077205" y="937835"/>
                  </a:lnTo>
                  <a:lnTo>
                    <a:pt x="2081030" y="936282"/>
                  </a:lnTo>
                  <a:lnTo>
                    <a:pt x="2085030" y="934658"/>
                  </a:lnTo>
                  <a:lnTo>
                    <a:pt x="2085725" y="934375"/>
                  </a:lnTo>
                  <a:lnTo>
                    <a:pt x="2086769" y="933952"/>
                  </a:lnTo>
                  <a:lnTo>
                    <a:pt x="2091638" y="931974"/>
                  </a:lnTo>
                  <a:lnTo>
                    <a:pt x="2094594" y="930773"/>
                  </a:lnTo>
                  <a:lnTo>
                    <a:pt x="2096507" y="929996"/>
                  </a:lnTo>
                  <a:lnTo>
                    <a:pt x="2097203" y="929714"/>
                  </a:lnTo>
                  <a:lnTo>
                    <a:pt x="2106593" y="925898"/>
                  </a:lnTo>
                  <a:lnTo>
                    <a:pt x="2109376" y="924767"/>
                  </a:lnTo>
                  <a:lnTo>
                    <a:pt x="2112158" y="923636"/>
                  </a:lnTo>
                  <a:lnTo>
                    <a:pt x="2114071" y="922858"/>
                  </a:lnTo>
                  <a:lnTo>
                    <a:pt x="2119462" y="920666"/>
                  </a:lnTo>
                  <a:lnTo>
                    <a:pt x="2122592" y="919393"/>
                  </a:lnTo>
                  <a:lnTo>
                    <a:pt x="2129026" y="916775"/>
                  </a:lnTo>
                  <a:lnTo>
                    <a:pt x="2136330" y="913803"/>
                  </a:lnTo>
                  <a:lnTo>
                    <a:pt x="2137721" y="913237"/>
                  </a:lnTo>
                  <a:lnTo>
                    <a:pt x="2139634" y="912458"/>
                  </a:lnTo>
                  <a:lnTo>
                    <a:pt x="2144155" y="910618"/>
                  </a:lnTo>
                  <a:lnTo>
                    <a:pt x="2154763" y="906298"/>
                  </a:lnTo>
                  <a:lnTo>
                    <a:pt x="2170066" y="900062"/>
                  </a:lnTo>
                  <a:lnTo>
                    <a:pt x="2171457" y="899495"/>
                  </a:lnTo>
                  <a:lnTo>
                    <a:pt x="2175457" y="897865"/>
                  </a:lnTo>
                  <a:lnTo>
                    <a:pt x="2177196" y="897156"/>
                  </a:lnTo>
                  <a:lnTo>
                    <a:pt x="2181543" y="895383"/>
                  </a:lnTo>
                  <a:lnTo>
                    <a:pt x="2194411" y="890133"/>
                  </a:lnTo>
                  <a:lnTo>
                    <a:pt x="2198237" y="888572"/>
                  </a:lnTo>
                  <a:lnTo>
                    <a:pt x="2203802" y="886301"/>
                  </a:lnTo>
                  <a:lnTo>
                    <a:pt x="2208671" y="884313"/>
                  </a:lnTo>
                  <a:lnTo>
                    <a:pt x="2209367" y="884029"/>
                  </a:lnTo>
                  <a:lnTo>
                    <a:pt x="2211279" y="883247"/>
                  </a:lnTo>
                  <a:lnTo>
                    <a:pt x="2220322" y="879554"/>
                  </a:lnTo>
                  <a:lnTo>
                    <a:pt x="2228495" y="876214"/>
                  </a:lnTo>
                  <a:lnTo>
                    <a:pt x="2228843" y="876072"/>
                  </a:lnTo>
                  <a:lnTo>
                    <a:pt x="2235625" y="873300"/>
                  </a:lnTo>
                  <a:lnTo>
                    <a:pt x="2238234" y="872234"/>
                  </a:lnTo>
                  <a:lnTo>
                    <a:pt x="2239799" y="871594"/>
                  </a:lnTo>
                  <a:lnTo>
                    <a:pt x="2240668" y="871238"/>
                  </a:lnTo>
                  <a:lnTo>
                    <a:pt x="2245016" y="869461"/>
                  </a:lnTo>
                  <a:lnTo>
                    <a:pt x="2251102" y="866971"/>
                  </a:lnTo>
                  <a:lnTo>
                    <a:pt x="2254928" y="865406"/>
                  </a:lnTo>
                  <a:lnTo>
                    <a:pt x="2258927" y="863769"/>
                  </a:lnTo>
                  <a:lnTo>
                    <a:pt x="2259623" y="863485"/>
                  </a:lnTo>
                  <a:lnTo>
                    <a:pt x="2260666" y="863058"/>
                  </a:lnTo>
                  <a:lnTo>
                    <a:pt x="2265535" y="861065"/>
                  </a:lnTo>
                  <a:lnTo>
                    <a:pt x="2268492" y="859855"/>
                  </a:lnTo>
                  <a:lnTo>
                    <a:pt x="2270405" y="859071"/>
                  </a:lnTo>
                  <a:lnTo>
                    <a:pt x="2271100" y="858787"/>
                  </a:lnTo>
                  <a:lnTo>
                    <a:pt x="2280491" y="854941"/>
                  </a:lnTo>
                  <a:lnTo>
                    <a:pt x="2283273" y="853801"/>
                  </a:lnTo>
                  <a:lnTo>
                    <a:pt x="2286055" y="852661"/>
                  </a:lnTo>
                  <a:lnTo>
                    <a:pt x="2287968" y="851878"/>
                  </a:lnTo>
                  <a:lnTo>
                    <a:pt x="2293359" y="849669"/>
                  </a:lnTo>
                  <a:lnTo>
                    <a:pt x="2296489" y="848386"/>
                  </a:lnTo>
                  <a:lnTo>
                    <a:pt x="2302923" y="845748"/>
                  </a:lnTo>
                  <a:lnTo>
                    <a:pt x="2310227" y="842753"/>
                  </a:lnTo>
                  <a:lnTo>
                    <a:pt x="2311618" y="842183"/>
                  </a:lnTo>
                  <a:lnTo>
                    <a:pt x="2313531" y="841398"/>
                  </a:lnTo>
                  <a:lnTo>
                    <a:pt x="2318052" y="839543"/>
                  </a:lnTo>
                  <a:lnTo>
                    <a:pt x="2328660" y="835190"/>
                  </a:lnTo>
                  <a:lnTo>
                    <a:pt x="2343963" y="828907"/>
                  </a:lnTo>
                  <a:lnTo>
                    <a:pt x="2345354" y="828336"/>
                  </a:lnTo>
                  <a:lnTo>
                    <a:pt x="2349354" y="826693"/>
                  </a:lnTo>
                  <a:lnTo>
                    <a:pt x="2351093" y="825979"/>
                  </a:lnTo>
                  <a:lnTo>
                    <a:pt x="2355440" y="824193"/>
                  </a:lnTo>
                  <a:lnTo>
                    <a:pt x="2368309" y="818904"/>
                  </a:lnTo>
                  <a:lnTo>
                    <a:pt x="2372135" y="817331"/>
                  </a:lnTo>
                  <a:lnTo>
                    <a:pt x="2377699" y="815042"/>
                  </a:lnTo>
                  <a:lnTo>
                    <a:pt x="2382568" y="813039"/>
                  </a:lnTo>
                  <a:lnTo>
                    <a:pt x="2383264" y="812753"/>
                  </a:lnTo>
                  <a:lnTo>
                    <a:pt x="2385177" y="811966"/>
                  </a:lnTo>
                  <a:lnTo>
                    <a:pt x="2394220" y="808246"/>
                  </a:lnTo>
                  <a:lnTo>
                    <a:pt x="2402393" y="804881"/>
                  </a:lnTo>
                  <a:lnTo>
                    <a:pt x="2402741" y="804738"/>
                  </a:lnTo>
                  <a:lnTo>
                    <a:pt x="2409523" y="801946"/>
                  </a:lnTo>
                  <a:lnTo>
                    <a:pt x="2412131" y="800871"/>
                  </a:lnTo>
                  <a:lnTo>
                    <a:pt x="2413696" y="800227"/>
                  </a:lnTo>
                  <a:lnTo>
                    <a:pt x="2414566" y="799869"/>
                  </a:lnTo>
                  <a:lnTo>
                    <a:pt x="2418913" y="798078"/>
                  </a:lnTo>
                  <a:lnTo>
                    <a:pt x="2424999" y="795570"/>
                  </a:lnTo>
                  <a:lnTo>
                    <a:pt x="2428825" y="793993"/>
                  </a:lnTo>
                  <a:lnTo>
                    <a:pt x="2432825" y="792345"/>
                  </a:lnTo>
                  <a:lnTo>
                    <a:pt x="2433520" y="792058"/>
                  </a:lnTo>
                  <a:lnTo>
                    <a:pt x="2434564" y="791628"/>
                  </a:lnTo>
                  <a:lnTo>
                    <a:pt x="2439433" y="789621"/>
                  </a:lnTo>
                  <a:lnTo>
                    <a:pt x="2442389" y="788402"/>
                  </a:lnTo>
                  <a:lnTo>
                    <a:pt x="2444302" y="787613"/>
                  </a:lnTo>
                  <a:lnTo>
                    <a:pt x="2444998" y="787326"/>
                  </a:lnTo>
                  <a:lnTo>
                    <a:pt x="2454388" y="783453"/>
                  </a:lnTo>
                  <a:lnTo>
                    <a:pt x="2457170" y="782305"/>
                  </a:lnTo>
                  <a:lnTo>
                    <a:pt x="2459953" y="781157"/>
                  </a:lnTo>
                  <a:lnTo>
                    <a:pt x="2461866" y="780367"/>
                  </a:lnTo>
                  <a:lnTo>
                    <a:pt x="2467256" y="778143"/>
                  </a:lnTo>
                  <a:lnTo>
                    <a:pt x="2470387" y="776850"/>
                  </a:lnTo>
                  <a:lnTo>
                    <a:pt x="2476821" y="774194"/>
                  </a:lnTo>
                  <a:lnTo>
                    <a:pt x="2484125" y="771178"/>
                  </a:lnTo>
                  <a:lnTo>
                    <a:pt x="2485516" y="770603"/>
                  </a:lnTo>
                  <a:lnTo>
                    <a:pt x="2487429" y="769813"/>
                  </a:lnTo>
                  <a:lnTo>
                    <a:pt x="2491950" y="767945"/>
                  </a:lnTo>
                  <a:lnTo>
                    <a:pt x="2502558" y="763562"/>
                  </a:lnTo>
                  <a:lnTo>
                    <a:pt x="2517861" y="757235"/>
                  </a:lnTo>
                  <a:lnTo>
                    <a:pt x="2519252" y="756659"/>
                  </a:lnTo>
                  <a:lnTo>
                    <a:pt x="2523251" y="755005"/>
                  </a:lnTo>
                  <a:lnTo>
                    <a:pt x="2529338" y="752487"/>
                  </a:lnTo>
                  <a:lnTo>
                    <a:pt x="2542206" y="747162"/>
                  </a:lnTo>
                  <a:lnTo>
                    <a:pt x="2546032" y="745578"/>
                  </a:lnTo>
                  <a:lnTo>
                    <a:pt x="2551597" y="743274"/>
                  </a:lnTo>
                  <a:lnTo>
                    <a:pt x="2556466" y="741257"/>
                  </a:lnTo>
                  <a:lnTo>
                    <a:pt x="2557161" y="740969"/>
                  </a:lnTo>
                  <a:lnTo>
                    <a:pt x="2559074" y="740177"/>
                  </a:lnTo>
                  <a:lnTo>
                    <a:pt x="2568117" y="736431"/>
                  </a:lnTo>
                  <a:lnTo>
                    <a:pt x="2576290" y="733044"/>
                  </a:lnTo>
                  <a:lnTo>
                    <a:pt x="2576638" y="732900"/>
                  </a:lnTo>
                  <a:lnTo>
                    <a:pt x="2583420" y="730088"/>
                  </a:lnTo>
                  <a:lnTo>
                    <a:pt x="2586028" y="729007"/>
                  </a:lnTo>
                  <a:lnTo>
                    <a:pt x="2587594" y="728358"/>
                  </a:lnTo>
                  <a:lnTo>
                    <a:pt x="2588463" y="727997"/>
                  </a:lnTo>
                  <a:lnTo>
                    <a:pt x="2592810" y="726195"/>
                  </a:lnTo>
                  <a:lnTo>
                    <a:pt x="2598897" y="723670"/>
                  </a:lnTo>
                  <a:lnTo>
                    <a:pt x="2602723" y="722083"/>
                  </a:lnTo>
                  <a:lnTo>
                    <a:pt x="2606722" y="720424"/>
                  </a:lnTo>
                  <a:lnTo>
                    <a:pt x="2607418" y="720135"/>
                  </a:lnTo>
                  <a:lnTo>
                    <a:pt x="2608461" y="719702"/>
                  </a:lnTo>
                  <a:lnTo>
                    <a:pt x="2613330" y="717681"/>
                  </a:lnTo>
                  <a:lnTo>
                    <a:pt x="2616287" y="716454"/>
                  </a:lnTo>
                  <a:lnTo>
                    <a:pt x="2618199" y="715660"/>
                  </a:lnTo>
                  <a:lnTo>
                    <a:pt x="2618895" y="715372"/>
                  </a:lnTo>
                  <a:lnTo>
                    <a:pt x="2628286" y="711473"/>
                  </a:lnTo>
                  <a:lnTo>
                    <a:pt x="2631068" y="710318"/>
                  </a:lnTo>
                  <a:lnTo>
                    <a:pt x="2633850" y="709162"/>
                  </a:lnTo>
                  <a:lnTo>
                    <a:pt x="2635763" y="708368"/>
                  </a:lnTo>
                  <a:lnTo>
                    <a:pt x="2641154" y="706128"/>
                  </a:lnTo>
                  <a:lnTo>
                    <a:pt x="2644284" y="704828"/>
                  </a:lnTo>
                  <a:lnTo>
                    <a:pt x="2650718" y="702154"/>
                  </a:lnTo>
                  <a:lnTo>
                    <a:pt x="2659413" y="698540"/>
                  </a:lnTo>
                  <a:lnTo>
                    <a:pt x="2661326" y="697745"/>
                  </a:lnTo>
                  <a:lnTo>
                    <a:pt x="2676455" y="691454"/>
                  </a:lnTo>
                  <a:lnTo>
                    <a:pt x="2691758" y="685087"/>
                  </a:lnTo>
                  <a:lnTo>
                    <a:pt x="2693149" y="684508"/>
                  </a:lnTo>
                  <a:lnTo>
                    <a:pt x="2698888" y="682119"/>
                  </a:lnTo>
                  <a:lnTo>
                    <a:pt x="2703235" y="680310"/>
                  </a:lnTo>
                  <a:lnTo>
                    <a:pt x="2716104" y="674951"/>
                  </a:lnTo>
                  <a:lnTo>
                    <a:pt x="2719929" y="673357"/>
                  </a:lnTo>
                  <a:lnTo>
                    <a:pt x="2725494" y="671039"/>
                  </a:lnTo>
                  <a:lnTo>
                    <a:pt x="2730363" y="669010"/>
                  </a:lnTo>
                  <a:lnTo>
                    <a:pt x="2731059" y="668720"/>
                  </a:lnTo>
                  <a:lnTo>
                    <a:pt x="2732972" y="667923"/>
                  </a:lnTo>
                  <a:lnTo>
                    <a:pt x="2742014" y="664154"/>
                  </a:lnTo>
                  <a:lnTo>
                    <a:pt x="2750188" y="660747"/>
                  </a:lnTo>
                  <a:lnTo>
                    <a:pt x="2750535" y="660602"/>
                  </a:lnTo>
                  <a:lnTo>
                    <a:pt x="2757317" y="657773"/>
                  </a:lnTo>
                  <a:lnTo>
                    <a:pt x="2759926" y="656685"/>
                  </a:lnTo>
                  <a:lnTo>
                    <a:pt x="2761491" y="656033"/>
                  </a:lnTo>
                  <a:lnTo>
                    <a:pt x="2762360" y="655670"/>
                  </a:lnTo>
                  <a:lnTo>
                    <a:pt x="2766708" y="653856"/>
                  </a:lnTo>
                  <a:lnTo>
                    <a:pt x="2772794" y="651317"/>
                  </a:lnTo>
                  <a:lnTo>
                    <a:pt x="2780620" y="648051"/>
                  </a:lnTo>
                  <a:lnTo>
                    <a:pt x="2781315" y="647761"/>
                  </a:lnTo>
                  <a:lnTo>
                    <a:pt x="2782359" y="647325"/>
                  </a:lnTo>
                  <a:lnTo>
                    <a:pt x="2787228" y="645293"/>
                  </a:lnTo>
                  <a:lnTo>
                    <a:pt x="2790184" y="644058"/>
                  </a:lnTo>
                  <a:lnTo>
                    <a:pt x="2792097" y="643260"/>
                  </a:lnTo>
                  <a:lnTo>
                    <a:pt x="2792793" y="642969"/>
                  </a:lnTo>
                  <a:lnTo>
                    <a:pt x="2802183" y="639048"/>
                  </a:lnTo>
                  <a:lnTo>
                    <a:pt x="2804965" y="637886"/>
                  </a:lnTo>
                  <a:lnTo>
                    <a:pt x="2807748" y="636723"/>
                  </a:lnTo>
                  <a:lnTo>
                    <a:pt x="2809661" y="635924"/>
                  </a:lnTo>
                  <a:lnTo>
                    <a:pt x="2815051" y="633672"/>
                  </a:lnTo>
                  <a:lnTo>
                    <a:pt x="2818182" y="632364"/>
                  </a:lnTo>
                  <a:lnTo>
                    <a:pt x="2824616" y="629675"/>
                  </a:lnTo>
                  <a:lnTo>
                    <a:pt x="2831919" y="626622"/>
                  </a:lnTo>
                  <a:lnTo>
                    <a:pt x="2833311" y="626040"/>
                  </a:lnTo>
                  <a:lnTo>
                    <a:pt x="2835223" y="625240"/>
                  </a:lnTo>
                  <a:lnTo>
                    <a:pt x="2839745" y="623350"/>
                  </a:lnTo>
                  <a:lnTo>
                    <a:pt x="2850353" y="618913"/>
                  </a:lnTo>
                  <a:lnTo>
                    <a:pt x="2865656" y="612511"/>
                  </a:lnTo>
                  <a:lnTo>
                    <a:pt x="2867047" y="611929"/>
                  </a:lnTo>
                  <a:lnTo>
                    <a:pt x="2871046" y="610255"/>
                  </a:lnTo>
                  <a:lnTo>
                    <a:pt x="2872785" y="609527"/>
                  </a:lnTo>
                  <a:lnTo>
                    <a:pt x="2877133" y="607707"/>
                  </a:lnTo>
                  <a:lnTo>
                    <a:pt x="2890001" y="602319"/>
                  </a:lnTo>
                  <a:lnTo>
                    <a:pt x="2893827" y="600716"/>
                  </a:lnTo>
                  <a:lnTo>
                    <a:pt x="2899392" y="598386"/>
                  </a:lnTo>
                  <a:lnTo>
                    <a:pt x="2904261" y="596346"/>
                  </a:lnTo>
                  <a:lnTo>
                    <a:pt x="2904956" y="596054"/>
                  </a:lnTo>
                  <a:lnTo>
                    <a:pt x="2906869" y="595253"/>
                  </a:lnTo>
                  <a:lnTo>
                    <a:pt x="2915912" y="591463"/>
                  </a:lnTo>
                  <a:lnTo>
                    <a:pt x="2924085" y="588038"/>
                  </a:lnTo>
                  <a:lnTo>
                    <a:pt x="2924433" y="587892"/>
                  </a:lnTo>
                  <a:lnTo>
                    <a:pt x="2931215" y="585048"/>
                  </a:lnTo>
                  <a:lnTo>
                    <a:pt x="2933823" y="583955"/>
                  </a:lnTo>
                  <a:lnTo>
                    <a:pt x="2935388" y="583298"/>
                  </a:lnTo>
                  <a:lnTo>
                    <a:pt x="2936258" y="582934"/>
                  </a:lnTo>
                  <a:lnTo>
                    <a:pt x="2940605" y="581110"/>
                  </a:lnTo>
                  <a:lnTo>
                    <a:pt x="2946692" y="578558"/>
                  </a:lnTo>
                  <a:lnTo>
                    <a:pt x="2950517" y="576953"/>
                  </a:lnTo>
                  <a:lnTo>
                    <a:pt x="2954517" y="575275"/>
                  </a:lnTo>
                  <a:lnTo>
                    <a:pt x="2955213" y="574983"/>
                  </a:lnTo>
                  <a:lnTo>
                    <a:pt x="2956256" y="574545"/>
                  </a:lnTo>
                  <a:lnTo>
                    <a:pt x="2961125" y="572502"/>
                  </a:lnTo>
                  <a:lnTo>
                    <a:pt x="2964081" y="571261"/>
                  </a:lnTo>
                  <a:lnTo>
                    <a:pt x="2965994" y="570458"/>
                  </a:lnTo>
                  <a:lnTo>
                    <a:pt x="2966690" y="570166"/>
                  </a:lnTo>
                  <a:lnTo>
                    <a:pt x="2976080" y="566225"/>
                  </a:lnTo>
                  <a:lnTo>
                    <a:pt x="2978863" y="565056"/>
                  </a:lnTo>
                  <a:lnTo>
                    <a:pt x="2981645" y="563888"/>
                  </a:lnTo>
                  <a:lnTo>
                    <a:pt x="2983558" y="563085"/>
                  </a:lnTo>
                  <a:lnTo>
                    <a:pt x="2988949" y="560821"/>
                  </a:lnTo>
                  <a:lnTo>
                    <a:pt x="2992079" y="559507"/>
                  </a:lnTo>
                  <a:lnTo>
                    <a:pt x="2998513" y="556804"/>
                  </a:lnTo>
                  <a:lnTo>
                    <a:pt x="3005817" y="553735"/>
                  </a:lnTo>
                  <a:lnTo>
                    <a:pt x="3007208" y="553151"/>
                  </a:lnTo>
                  <a:lnTo>
                    <a:pt x="3009121" y="552347"/>
                  </a:lnTo>
                  <a:lnTo>
                    <a:pt x="3013642" y="550447"/>
                  </a:lnTo>
                  <a:lnTo>
                    <a:pt x="3024250" y="545989"/>
                  </a:lnTo>
                  <a:lnTo>
                    <a:pt x="3039553" y="539554"/>
                  </a:lnTo>
                  <a:lnTo>
                    <a:pt x="3040944" y="538969"/>
                  </a:lnTo>
                  <a:lnTo>
                    <a:pt x="3044944" y="537287"/>
                  </a:lnTo>
                  <a:lnTo>
                    <a:pt x="3046683" y="536556"/>
                  </a:lnTo>
                  <a:lnTo>
                    <a:pt x="3051030" y="534727"/>
                  </a:lnTo>
                  <a:lnTo>
                    <a:pt x="3063899" y="529313"/>
                  </a:lnTo>
                  <a:lnTo>
                    <a:pt x="3067724" y="527703"/>
                  </a:lnTo>
                  <a:lnTo>
                    <a:pt x="3078158" y="523311"/>
                  </a:lnTo>
                  <a:lnTo>
                    <a:pt x="3078854" y="523018"/>
                  </a:lnTo>
                  <a:lnTo>
                    <a:pt x="3080767" y="522213"/>
                  </a:lnTo>
                  <a:lnTo>
                    <a:pt x="3089809" y="518406"/>
                  </a:lnTo>
                  <a:lnTo>
                    <a:pt x="3097983" y="514964"/>
                  </a:lnTo>
                  <a:lnTo>
                    <a:pt x="3105112" y="511960"/>
                  </a:lnTo>
                  <a:lnTo>
                    <a:pt x="3107721" y="510862"/>
                  </a:lnTo>
                  <a:lnTo>
                    <a:pt x="3109286" y="510202"/>
                  </a:lnTo>
                  <a:lnTo>
                    <a:pt x="3110155" y="509836"/>
                  </a:lnTo>
                  <a:lnTo>
                    <a:pt x="3114503" y="508004"/>
                  </a:lnTo>
                  <a:lnTo>
                    <a:pt x="3120589" y="505440"/>
                  </a:lnTo>
                  <a:lnTo>
                    <a:pt x="3124415" y="503827"/>
                  </a:lnTo>
                  <a:lnTo>
                    <a:pt x="3128415" y="502142"/>
                  </a:lnTo>
                  <a:lnTo>
                    <a:pt x="3129110" y="501848"/>
                  </a:lnTo>
                  <a:lnTo>
                    <a:pt x="3130154" y="501409"/>
                  </a:lnTo>
                  <a:lnTo>
                    <a:pt x="3135023" y="499356"/>
                  </a:lnTo>
                  <a:lnTo>
                    <a:pt x="3137979" y="498110"/>
                  </a:lnTo>
                  <a:lnTo>
                    <a:pt x="3139892" y="497303"/>
                  </a:lnTo>
                  <a:lnTo>
                    <a:pt x="3140587" y="497010"/>
                  </a:lnTo>
                  <a:lnTo>
                    <a:pt x="3149978" y="493050"/>
                  </a:lnTo>
                  <a:lnTo>
                    <a:pt x="3152760" y="491877"/>
                  </a:lnTo>
                  <a:lnTo>
                    <a:pt x="3155543" y="490704"/>
                  </a:lnTo>
                  <a:lnTo>
                    <a:pt x="3157455" y="489897"/>
                  </a:lnTo>
                  <a:lnTo>
                    <a:pt x="3162846" y="487623"/>
                  </a:lnTo>
                  <a:lnTo>
                    <a:pt x="3165976" y="486302"/>
                  </a:lnTo>
                  <a:lnTo>
                    <a:pt x="3172411" y="483588"/>
                  </a:lnTo>
                  <a:lnTo>
                    <a:pt x="3179714" y="480506"/>
                  </a:lnTo>
                  <a:lnTo>
                    <a:pt x="3181105" y="479919"/>
                  </a:lnTo>
                  <a:lnTo>
                    <a:pt x="3183018" y="479111"/>
                  </a:lnTo>
                  <a:lnTo>
                    <a:pt x="3187540" y="477203"/>
                  </a:lnTo>
                  <a:lnTo>
                    <a:pt x="3198147" y="472725"/>
                  </a:lnTo>
                  <a:lnTo>
                    <a:pt x="3213450" y="466263"/>
                  </a:lnTo>
                  <a:lnTo>
                    <a:pt x="3214842" y="465676"/>
                  </a:lnTo>
                  <a:lnTo>
                    <a:pt x="3218841" y="463986"/>
                  </a:lnTo>
                  <a:lnTo>
                    <a:pt x="3220580" y="463252"/>
                  </a:lnTo>
                  <a:lnTo>
                    <a:pt x="3224928" y="461415"/>
                  </a:lnTo>
                  <a:lnTo>
                    <a:pt x="3237796" y="455978"/>
                  </a:lnTo>
                  <a:lnTo>
                    <a:pt x="3241622" y="454361"/>
                  </a:lnTo>
                  <a:lnTo>
                    <a:pt x="3247187" y="452010"/>
                  </a:lnTo>
                  <a:lnTo>
                    <a:pt x="3252056" y="449951"/>
                  </a:lnTo>
                  <a:lnTo>
                    <a:pt x="3252751" y="449657"/>
                  </a:lnTo>
                  <a:lnTo>
                    <a:pt x="3254664" y="448849"/>
                  </a:lnTo>
                  <a:lnTo>
                    <a:pt x="3263707" y="445026"/>
                  </a:lnTo>
                  <a:lnTo>
                    <a:pt x="3271880" y="441570"/>
                  </a:lnTo>
                  <a:lnTo>
                    <a:pt x="3272228" y="441423"/>
                  </a:lnTo>
                  <a:lnTo>
                    <a:pt x="3279010" y="438554"/>
                  </a:lnTo>
                  <a:lnTo>
                    <a:pt x="3281618" y="437451"/>
                  </a:lnTo>
                  <a:lnTo>
                    <a:pt x="3283183" y="436789"/>
                  </a:lnTo>
                  <a:lnTo>
                    <a:pt x="3284053" y="436421"/>
                  </a:lnTo>
                  <a:lnTo>
                    <a:pt x="3288400" y="434582"/>
                  </a:lnTo>
                  <a:lnTo>
                    <a:pt x="3294487" y="432007"/>
                  </a:lnTo>
                  <a:lnTo>
                    <a:pt x="3298312" y="430389"/>
                  </a:lnTo>
                  <a:lnTo>
                    <a:pt x="3302312" y="428696"/>
                  </a:lnTo>
                  <a:lnTo>
                    <a:pt x="3303008" y="428402"/>
                  </a:lnTo>
                  <a:lnTo>
                    <a:pt x="3304051" y="427960"/>
                  </a:lnTo>
                  <a:lnTo>
                    <a:pt x="3308920" y="425900"/>
                  </a:lnTo>
                  <a:lnTo>
                    <a:pt x="3311876" y="424648"/>
                  </a:lnTo>
                  <a:lnTo>
                    <a:pt x="3313789" y="423839"/>
                  </a:lnTo>
                  <a:lnTo>
                    <a:pt x="3323875" y="419569"/>
                  </a:lnTo>
                  <a:lnTo>
                    <a:pt x="3326658" y="418391"/>
                  </a:lnTo>
                  <a:lnTo>
                    <a:pt x="3329440" y="417213"/>
                  </a:lnTo>
                  <a:lnTo>
                    <a:pt x="3331353" y="416403"/>
                  </a:lnTo>
                  <a:lnTo>
                    <a:pt x="3336744" y="414120"/>
                  </a:lnTo>
                  <a:lnTo>
                    <a:pt x="3339874" y="412795"/>
                  </a:lnTo>
                  <a:lnTo>
                    <a:pt x="3346308" y="410070"/>
                  </a:lnTo>
                  <a:lnTo>
                    <a:pt x="3353612" y="406976"/>
                  </a:lnTo>
                  <a:lnTo>
                    <a:pt x="3355003" y="406387"/>
                  </a:lnTo>
                  <a:lnTo>
                    <a:pt x="3356916" y="405576"/>
                  </a:lnTo>
                  <a:lnTo>
                    <a:pt x="3361437" y="403661"/>
                  </a:lnTo>
                  <a:lnTo>
                    <a:pt x="3372045" y="399166"/>
                  </a:lnTo>
                  <a:lnTo>
                    <a:pt x="3387348" y="392680"/>
                  </a:lnTo>
                  <a:lnTo>
                    <a:pt x="3388739" y="392090"/>
                  </a:lnTo>
                  <a:lnTo>
                    <a:pt x="3392739" y="390395"/>
                  </a:lnTo>
                  <a:lnTo>
                    <a:pt x="3394478" y="389657"/>
                  </a:lnTo>
                  <a:lnTo>
                    <a:pt x="3398825" y="387814"/>
                  </a:lnTo>
                  <a:lnTo>
                    <a:pt x="3411694" y="382357"/>
                  </a:lnTo>
                  <a:lnTo>
                    <a:pt x="3415519" y="380735"/>
                  </a:lnTo>
                  <a:lnTo>
                    <a:pt x="3421084" y="378374"/>
                  </a:lnTo>
                  <a:lnTo>
                    <a:pt x="3425953" y="376309"/>
                  </a:lnTo>
                  <a:lnTo>
                    <a:pt x="3426649" y="376014"/>
                  </a:lnTo>
                  <a:lnTo>
                    <a:pt x="3428562" y="375202"/>
                  </a:lnTo>
                  <a:lnTo>
                    <a:pt x="3437604" y="371366"/>
                  </a:lnTo>
                  <a:lnTo>
                    <a:pt x="3445777" y="367897"/>
                  </a:lnTo>
                  <a:lnTo>
                    <a:pt x="3446125" y="367750"/>
                  </a:lnTo>
                  <a:lnTo>
                    <a:pt x="3452907" y="364871"/>
                  </a:lnTo>
                  <a:lnTo>
                    <a:pt x="3455516" y="363764"/>
                  </a:lnTo>
                  <a:lnTo>
                    <a:pt x="3457081" y="363100"/>
                  </a:lnTo>
                  <a:lnTo>
                    <a:pt x="3457950" y="362731"/>
                  </a:lnTo>
                  <a:lnTo>
                    <a:pt x="3462298" y="360885"/>
                  </a:lnTo>
                  <a:lnTo>
                    <a:pt x="3468384" y="358301"/>
                  </a:lnTo>
                  <a:lnTo>
                    <a:pt x="3472210" y="356677"/>
                  </a:lnTo>
                  <a:lnTo>
                    <a:pt x="3476209" y="354979"/>
                  </a:lnTo>
                  <a:lnTo>
                    <a:pt x="3476905" y="354683"/>
                  </a:lnTo>
                  <a:lnTo>
                    <a:pt x="3477948" y="354240"/>
                  </a:lnTo>
                  <a:lnTo>
                    <a:pt x="3482818" y="352173"/>
                  </a:lnTo>
                  <a:lnTo>
                    <a:pt x="3485774" y="350917"/>
                  </a:lnTo>
                  <a:lnTo>
                    <a:pt x="3488382" y="349809"/>
                  </a:lnTo>
                  <a:lnTo>
                    <a:pt x="3497773" y="345821"/>
                  </a:lnTo>
                  <a:lnTo>
                    <a:pt x="3500555" y="344639"/>
                  </a:lnTo>
                  <a:lnTo>
                    <a:pt x="3503337" y="343457"/>
                  </a:lnTo>
                  <a:lnTo>
                    <a:pt x="3505250" y="342644"/>
                  </a:lnTo>
                  <a:lnTo>
                    <a:pt x="3510641" y="340354"/>
                  </a:lnTo>
                  <a:lnTo>
                    <a:pt x="3513771" y="339024"/>
                  </a:lnTo>
                  <a:lnTo>
                    <a:pt x="3520206" y="336290"/>
                  </a:lnTo>
                  <a:lnTo>
                    <a:pt x="3527509" y="333186"/>
                  </a:lnTo>
                  <a:lnTo>
                    <a:pt x="3528900" y="332594"/>
                  </a:lnTo>
                  <a:lnTo>
                    <a:pt x="3530813" y="331781"/>
                  </a:lnTo>
                  <a:lnTo>
                    <a:pt x="3535335" y="329859"/>
                  </a:lnTo>
                  <a:lnTo>
                    <a:pt x="3545942" y="325350"/>
                  </a:lnTo>
                  <a:lnTo>
                    <a:pt x="3561245" y="318843"/>
                  </a:lnTo>
                  <a:lnTo>
                    <a:pt x="3562636" y="318251"/>
                  </a:lnTo>
                  <a:lnTo>
                    <a:pt x="3566636" y="316550"/>
                  </a:lnTo>
                  <a:lnTo>
                    <a:pt x="3568375" y="315811"/>
                  </a:lnTo>
                  <a:lnTo>
                    <a:pt x="3572723" y="313962"/>
                  </a:lnTo>
                  <a:lnTo>
                    <a:pt x="3585591" y="308488"/>
                  </a:lnTo>
                  <a:lnTo>
                    <a:pt x="3589417" y="306860"/>
                  </a:lnTo>
                  <a:lnTo>
                    <a:pt x="3594981" y="304492"/>
                  </a:lnTo>
                  <a:lnTo>
                    <a:pt x="3599851" y="302420"/>
                  </a:lnTo>
                  <a:lnTo>
                    <a:pt x="3600546" y="302124"/>
                  </a:lnTo>
                  <a:lnTo>
                    <a:pt x="3602459" y="301310"/>
                  </a:lnTo>
                  <a:lnTo>
                    <a:pt x="3611502" y="297462"/>
                  </a:lnTo>
                  <a:lnTo>
                    <a:pt x="3619675" y="293983"/>
                  </a:lnTo>
                  <a:lnTo>
                    <a:pt x="3620023" y="293835"/>
                  </a:lnTo>
                  <a:lnTo>
                    <a:pt x="3626805" y="290948"/>
                  </a:lnTo>
                  <a:lnTo>
                    <a:pt x="3629413" y="289837"/>
                  </a:lnTo>
                  <a:lnTo>
                    <a:pt x="3630978" y="289171"/>
                  </a:lnTo>
                  <a:lnTo>
                    <a:pt x="3631848" y="288801"/>
                  </a:lnTo>
                  <a:lnTo>
                    <a:pt x="3636195" y="286950"/>
                  </a:lnTo>
                  <a:lnTo>
                    <a:pt x="3642282" y="284358"/>
                  </a:lnTo>
                  <a:lnTo>
                    <a:pt x="3646107" y="282729"/>
                  </a:lnTo>
                  <a:lnTo>
                    <a:pt x="3650107" y="281025"/>
                  </a:lnTo>
                  <a:lnTo>
                    <a:pt x="3650803" y="280729"/>
                  </a:lnTo>
                  <a:lnTo>
                    <a:pt x="3651846" y="280285"/>
                  </a:lnTo>
                  <a:lnTo>
                    <a:pt x="3656715" y="278211"/>
                  </a:lnTo>
                  <a:lnTo>
                    <a:pt x="3659671" y="276952"/>
                  </a:lnTo>
                  <a:lnTo>
                    <a:pt x="3661584" y="276137"/>
                  </a:lnTo>
                  <a:lnTo>
                    <a:pt x="3662280" y="275841"/>
                  </a:lnTo>
                  <a:lnTo>
                    <a:pt x="3671670" y="271840"/>
                  </a:lnTo>
                  <a:lnTo>
                    <a:pt x="3674453" y="270655"/>
                  </a:lnTo>
                  <a:lnTo>
                    <a:pt x="3677235" y="269470"/>
                  </a:lnTo>
                  <a:lnTo>
                    <a:pt x="3679148" y="268655"/>
                  </a:lnTo>
                  <a:lnTo>
                    <a:pt x="3684539" y="266358"/>
                  </a:lnTo>
                  <a:lnTo>
                    <a:pt x="3687669" y="265024"/>
                  </a:lnTo>
                  <a:lnTo>
                    <a:pt x="3694103" y="262282"/>
                  </a:lnTo>
                  <a:lnTo>
                    <a:pt x="3701407" y="259169"/>
                  </a:lnTo>
                  <a:lnTo>
                    <a:pt x="3702798" y="258576"/>
                  </a:lnTo>
                  <a:lnTo>
                    <a:pt x="3704711" y="257761"/>
                  </a:lnTo>
                  <a:lnTo>
                    <a:pt x="3709232" y="255833"/>
                  </a:lnTo>
                  <a:lnTo>
                    <a:pt x="3719840" y="251311"/>
                  </a:lnTo>
                  <a:lnTo>
                    <a:pt x="3735143" y="244786"/>
                  </a:lnTo>
                  <a:lnTo>
                    <a:pt x="3740534" y="242487"/>
                  </a:lnTo>
                  <a:lnTo>
                    <a:pt x="3742273" y="241745"/>
                  </a:lnTo>
                  <a:lnTo>
                    <a:pt x="3746620" y="239891"/>
                  </a:lnTo>
                  <a:lnTo>
                    <a:pt x="3759488" y="234402"/>
                  </a:lnTo>
                  <a:lnTo>
                    <a:pt x="3763314" y="232770"/>
                  </a:lnTo>
                  <a:lnTo>
                    <a:pt x="3768879" y="230396"/>
                  </a:lnTo>
                  <a:lnTo>
                    <a:pt x="3773748" y="228319"/>
                  </a:lnTo>
                  <a:lnTo>
                    <a:pt x="3774444" y="228022"/>
                  </a:lnTo>
                  <a:lnTo>
                    <a:pt x="3776356" y="227206"/>
                  </a:lnTo>
                  <a:lnTo>
                    <a:pt x="3785399" y="223347"/>
                  </a:lnTo>
                  <a:lnTo>
                    <a:pt x="3793572" y="219859"/>
                  </a:lnTo>
                  <a:lnTo>
                    <a:pt x="3793920" y="219710"/>
                  </a:lnTo>
                  <a:lnTo>
                    <a:pt x="3800702" y="216816"/>
                  </a:lnTo>
                  <a:lnTo>
                    <a:pt x="3803311" y="215702"/>
                  </a:lnTo>
                  <a:lnTo>
                    <a:pt x="3804876" y="215034"/>
                  </a:lnTo>
                  <a:lnTo>
                    <a:pt x="3805745" y="214663"/>
                  </a:lnTo>
                  <a:lnTo>
                    <a:pt x="3810093" y="212807"/>
                  </a:lnTo>
                  <a:lnTo>
                    <a:pt x="3816179" y="210209"/>
                  </a:lnTo>
                  <a:lnTo>
                    <a:pt x="3820005" y="208575"/>
                  </a:lnTo>
                  <a:lnTo>
                    <a:pt x="3824004" y="206868"/>
                  </a:lnTo>
                  <a:lnTo>
                    <a:pt x="3824700" y="206571"/>
                  </a:lnTo>
                  <a:lnTo>
                    <a:pt x="3825743" y="206125"/>
                  </a:lnTo>
                  <a:lnTo>
                    <a:pt x="3830612" y="204046"/>
                  </a:lnTo>
                  <a:lnTo>
                    <a:pt x="3833569" y="202784"/>
                  </a:lnTo>
                  <a:lnTo>
                    <a:pt x="3835482" y="201967"/>
                  </a:lnTo>
                  <a:lnTo>
                    <a:pt x="3836177" y="201670"/>
                  </a:lnTo>
                  <a:lnTo>
                    <a:pt x="3845568" y="197659"/>
                  </a:lnTo>
                  <a:lnTo>
                    <a:pt x="3848350" y="196471"/>
                  </a:lnTo>
                  <a:lnTo>
                    <a:pt x="3851132" y="195283"/>
                  </a:lnTo>
                  <a:lnTo>
                    <a:pt x="3853045" y="194465"/>
                  </a:lnTo>
                  <a:lnTo>
                    <a:pt x="3858436" y="192163"/>
                  </a:lnTo>
                  <a:lnTo>
                    <a:pt x="3861566" y="190826"/>
                  </a:lnTo>
                  <a:lnTo>
                    <a:pt x="3868000" y="188077"/>
                  </a:lnTo>
                  <a:lnTo>
                    <a:pt x="3875304" y="184956"/>
                  </a:lnTo>
                  <a:lnTo>
                    <a:pt x="3876695" y="184362"/>
                  </a:lnTo>
                  <a:lnTo>
                    <a:pt x="3878608" y="183545"/>
                  </a:lnTo>
                  <a:lnTo>
                    <a:pt x="3883129" y="181613"/>
                  </a:lnTo>
                  <a:lnTo>
                    <a:pt x="3893737" y="177079"/>
                  </a:lnTo>
                  <a:lnTo>
                    <a:pt x="3909040" y="170539"/>
                  </a:lnTo>
                  <a:lnTo>
                    <a:pt x="3910431" y="169944"/>
                  </a:lnTo>
                  <a:lnTo>
                    <a:pt x="3914431" y="168234"/>
                  </a:lnTo>
                  <a:lnTo>
                    <a:pt x="3916170" y="167491"/>
                  </a:lnTo>
                  <a:lnTo>
                    <a:pt x="3920517" y="165632"/>
                  </a:lnTo>
                  <a:lnTo>
                    <a:pt x="3933386" y="160130"/>
                  </a:lnTo>
                  <a:lnTo>
                    <a:pt x="3937212" y="158494"/>
                  </a:lnTo>
                  <a:lnTo>
                    <a:pt x="3942776" y="156115"/>
                  </a:lnTo>
                  <a:lnTo>
                    <a:pt x="3947645" y="154032"/>
                  </a:lnTo>
                  <a:lnTo>
                    <a:pt x="3948341" y="153735"/>
                  </a:lnTo>
                  <a:lnTo>
                    <a:pt x="3950254" y="152917"/>
                  </a:lnTo>
                  <a:lnTo>
                    <a:pt x="3959297" y="149049"/>
                  </a:lnTo>
                  <a:lnTo>
                    <a:pt x="3967470" y="145553"/>
                  </a:lnTo>
                  <a:lnTo>
                    <a:pt x="3967818" y="145404"/>
                  </a:lnTo>
                  <a:lnTo>
                    <a:pt x="3974600" y="142503"/>
                  </a:lnTo>
                  <a:lnTo>
                    <a:pt x="3977208" y="141387"/>
                  </a:lnTo>
                  <a:lnTo>
                    <a:pt x="3978773" y="140718"/>
                  </a:lnTo>
                  <a:lnTo>
                    <a:pt x="3979643" y="140346"/>
                  </a:lnTo>
                  <a:lnTo>
                    <a:pt x="3983990" y="138486"/>
                  </a:lnTo>
                  <a:lnTo>
                    <a:pt x="3990076" y="135882"/>
                  </a:lnTo>
                  <a:lnTo>
                    <a:pt x="3993902" y="134244"/>
                  </a:lnTo>
                  <a:lnTo>
                    <a:pt x="3997902" y="132533"/>
                  </a:lnTo>
                  <a:lnTo>
                    <a:pt x="3998597" y="132235"/>
                  </a:lnTo>
                  <a:lnTo>
                    <a:pt x="4004510" y="129705"/>
                  </a:lnTo>
                  <a:lnTo>
                    <a:pt x="4007466" y="128440"/>
                  </a:lnTo>
                  <a:lnTo>
                    <a:pt x="4009379" y="127621"/>
                  </a:lnTo>
                  <a:lnTo>
                    <a:pt x="4010075" y="127324"/>
                  </a:lnTo>
                  <a:lnTo>
                    <a:pt x="4019465" y="123304"/>
                  </a:lnTo>
                  <a:lnTo>
                    <a:pt x="4022247" y="122113"/>
                  </a:lnTo>
                  <a:lnTo>
                    <a:pt x="4026943" y="120104"/>
                  </a:lnTo>
                  <a:lnTo>
                    <a:pt x="4032334" y="117796"/>
                  </a:lnTo>
                  <a:lnTo>
                    <a:pt x="4035464" y="116456"/>
                  </a:lnTo>
                  <a:lnTo>
                    <a:pt x="4041898" y="113701"/>
                  </a:lnTo>
                  <a:lnTo>
                    <a:pt x="4049202" y="110574"/>
                  </a:lnTo>
                  <a:lnTo>
                    <a:pt x="4050593" y="109978"/>
                  </a:lnTo>
                  <a:lnTo>
                    <a:pt x="4052506" y="109159"/>
                  </a:lnTo>
                  <a:lnTo>
                    <a:pt x="4057027" y="107223"/>
                  </a:lnTo>
                  <a:lnTo>
                    <a:pt x="4082938" y="96126"/>
                  </a:lnTo>
                  <a:lnTo>
                    <a:pt x="4084329" y="95530"/>
                  </a:lnTo>
                  <a:lnTo>
                    <a:pt x="4088328" y="93817"/>
                  </a:lnTo>
                  <a:lnTo>
                    <a:pt x="4090067" y="93072"/>
                  </a:lnTo>
                  <a:lnTo>
                    <a:pt x="4094415" y="91210"/>
                  </a:lnTo>
                  <a:lnTo>
                    <a:pt x="4107283" y="85696"/>
                  </a:lnTo>
                  <a:lnTo>
                    <a:pt x="4111109" y="84057"/>
                  </a:lnTo>
                  <a:lnTo>
                    <a:pt x="4121543" y="79586"/>
                  </a:lnTo>
                  <a:lnTo>
                    <a:pt x="4122238" y="79288"/>
                  </a:lnTo>
                  <a:lnTo>
                    <a:pt x="4124151" y="78469"/>
                  </a:lnTo>
                  <a:lnTo>
                    <a:pt x="4133194" y="74593"/>
                  </a:lnTo>
                  <a:lnTo>
                    <a:pt x="4141367" y="71090"/>
                  </a:lnTo>
                  <a:lnTo>
                    <a:pt x="4151105" y="66916"/>
                  </a:lnTo>
                  <a:lnTo>
                    <a:pt x="4152671" y="66245"/>
                  </a:lnTo>
                  <a:lnTo>
                    <a:pt x="4153540" y="65873"/>
                  </a:lnTo>
                  <a:lnTo>
                    <a:pt x="4157887" y="64009"/>
                  </a:lnTo>
                  <a:lnTo>
                    <a:pt x="4171799" y="58045"/>
                  </a:lnTo>
                  <a:lnTo>
                    <a:pt x="4178407" y="55211"/>
                  </a:lnTo>
                  <a:lnTo>
                    <a:pt x="4181364" y="53944"/>
                  </a:lnTo>
                  <a:lnTo>
                    <a:pt x="4183276" y="53124"/>
                  </a:lnTo>
                  <a:lnTo>
                    <a:pt x="4183972" y="52825"/>
                  </a:lnTo>
                  <a:lnTo>
                    <a:pt x="4193363" y="48798"/>
                  </a:lnTo>
                  <a:lnTo>
                    <a:pt x="4196145" y="47605"/>
                  </a:lnTo>
                  <a:lnTo>
                    <a:pt x="4209361" y="41937"/>
                  </a:lnTo>
                  <a:lnTo>
                    <a:pt x="4215795" y="39177"/>
                  </a:lnTo>
                  <a:lnTo>
                    <a:pt x="4226403" y="34627"/>
                  </a:lnTo>
                  <a:lnTo>
                    <a:pt x="4230924" y="32687"/>
                  </a:lnTo>
                  <a:lnTo>
                    <a:pt x="4258226" y="20973"/>
                  </a:lnTo>
                  <a:lnTo>
                    <a:pt x="4262226" y="19257"/>
                  </a:lnTo>
                  <a:lnTo>
                    <a:pt x="4263965" y="18511"/>
                  </a:lnTo>
                  <a:lnTo>
                    <a:pt x="4281181" y="11122"/>
                  </a:lnTo>
                  <a:lnTo>
                    <a:pt x="4296136" y="4703"/>
                  </a:lnTo>
                  <a:lnTo>
                    <a:pt x="430709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" name="pl8"/>
            <p:cNvSpPr/>
            <p:nvPr/>
          </p:nvSpPr>
          <p:spPr>
            <a:xfrm>
              <a:off x="3338030" y="3326314"/>
              <a:ext cx="4307091" cy="1709364"/>
            </a:xfrm>
            <a:custGeom>
              <a:avLst/>
              <a:pathLst>
                <a:path w="4307091" h="1709364">
                  <a:moveTo>
                    <a:pt x="4307091" y="0"/>
                  </a:moveTo>
                  <a:lnTo>
                    <a:pt x="4296136" y="4083"/>
                  </a:lnTo>
                  <a:lnTo>
                    <a:pt x="4281181" y="9657"/>
                  </a:lnTo>
                  <a:lnTo>
                    <a:pt x="4263965" y="16076"/>
                  </a:lnTo>
                  <a:lnTo>
                    <a:pt x="4262226" y="16724"/>
                  </a:lnTo>
                  <a:lnTo>
                    <a:pt x="4258226" y="18215"/>
                  </a:lnTo>
                  <a:lnTo>
                    <a:pt x="4230924" y="28397"/>
                  </a:lnTo>
                  <a:lnTo>
                    <a:pt x="4226403" y="30084"/>
                  </a:lnTo>
                  <a:lnTo>
                    <a:pt x="4215795" y="34041"/>
                  </a:lnTo>
                  <a:lnTo>
                    <a:pt x="4209361" y="36441"/>
                  </a:lnTo>
                  <a:lnTo>
                    <a:pt x="4196145" y="41372"/>
                  </a:lnTo>
                  <a:lnTo>
                    <a:pt x="4193363" y="42410"/>
                  </a:lnTo>
                  <a:lnTo>
                    <a:pt x="4183972" y="45915"/>
                  </a:lnTo>
                  <a:lnTo>
                    <a:pt x="4183276" y="46174"/>
                  </a:lnTo>
                  <a:lnTo>
                    <a:pt x="4181364" y="46888"/>
                  </a:lnTo>
                  <a:lnTo>
                    <a:pt x="4178407" y="47991"/>
                  </a:lnTo>
                  <a:lnTo>
                    <a:pt x="4171799" y="50458"/>
                  </a:lnTo>
                  <a:lnTo>
                    <a:pt x="4157887" y="55651"/>
                  </a:lnTo>
                  <a:lnTo>
                    <a:pt x="4153540" y="57274"/>
                  </a:lnTo>
                  <a:lnTo>
                    <a:pt x="4152671" y="57598"/>
                  </a:lnTo>
                  <a:lnTo>
                    <a:pt x="4151105" y="58183"/>
                  </a:lnTo>
                  <a:lnTo>
                    <a:pt x="4141367" y="61819"/>
                  </a:lnTo>
                  <a:lnTo>
                    <a:pt x="4133194" y="64870"/>
                  </a:lnTo>
                  <a:lnTo>
                    <a:pt x="4124151" y="68247"/>
                  </a:lnTo>
                  <a:lnTo>
                    <a:pt x="4122238" y="68962"/>
                  </a:lnTo>
                  <a:lnTo>
                    <a:pt x="4121543" y="69221"/>
                  </a:lnTo>
                  <a:lnTo>
                    <a:pt x="4111109" y="73118"/>
                  </a:lnTo>
                  <a:lnTo>
                    <a:pt x="4107283" y="74547"/>
                  </a:lnTo>
                  <a:lnTo>
                    <a:pt x="4094415" y="79355"/>
                  </a:lnTo>
                  <a:lnTo>
                    <a:pt x="4090067" y="80979"/>
                  </a:lnTo>
                  <a:lnTo>
                    <a:pt x="4088328" y="81629"/>
                  </a:lnTo>
                  <a:lnTo>
                    <a:pt x="4084329" y="83123"/>
                  </a:lnTo>
                  <a:lnTo>
                    <a:pt x="4082938" y="83643"/>
                  </a:lnTo>
                  <a:lnTo>
                    <a:pt x="4057027" y="93326"/>
                  </a:lnTo>
                  <a:lnTo>
                    <a:pt x="4052506" y="95016"/>
                  </a:lnTo>
                  <a:lnTo>
                    <a:pt x="4050593" y="95731"/>
                  </a:lnTo>
                  <a:lnTo>
                    <a:pt x="4049202" y="96251"/>
                  </a:lnTo>
                  <a:lnTo>
                    <a:pt x="4041898" y="98981"/>
                  </a:lnTo>
                  <a:lnTo>
                    <a:pt x="4035464" y="101387"/>
                  </a:lnTo>
                  <a:lnTo>
                    <a:pt x="4032334" y="102557"/>
                  </a:lnTo>
                  <a:lnTo>
                    <a:pt x="4026943" y="104573"/>
                  </a:lnTo>
                  <a:lnTo>
                    <a:pt x="4022247" y="106329"/>
                  </a:lnTo>
                  <a:lnTo>
                    <a:pt x="4019465" y="107369"/>
                  </a:lnTo>
                  <a:lnTo>
                    <a:pt x="4010075" y="110881"/>
                  </a:lnTo>
                  <a:lnTo>
                    <a:pt x="4009379" y="111141"/>
                  </a:lnTo>
                  <a:lnTo>
                    <a:pt x="4007466" y="111857"/>
                  </a:lnTo>
                  <a:lnTo>
                    <a:pt x="4004510" y="112962"/>
                  </a:lnTo>
                  <a:lnTo>
                    <a:pt x="3998597" y="115174"/>
                  </a:lnTo>
                  <a:lnTo>
                    <a:pt x="3997902" y="115434"/>
                  </a:lnTo>
                  <a:lnTo>
                    <a:pt x="3993902" y="116930"/>
                  </a:lnTo>
                  <a:lnTo>
                    <a:pt x="3990076" y="118361"/>
                  </a:lnTo>
                  <a:lnTo>
                    <a:pt x="3983990" y="120639"/>
                  </a:lnTo>
                  <a:lnTo>
                    <a:pt x="3979643" y="122265"/>
                  </a:lnTo>
                  <a:lnTo>
                    <a:pt x="3978773" y="122590"/>
                  </a:lnTo>
                  <a:lnTo>
                    <a:pt x="3977208" y="123176"/>
                  </a:lnTo>
                  <a:lnTo>
                    <a:pt x="3974600" y="124152"/>
                  </a:lnTo>
                  <a:lnTo>
                    <a:pt x="3967818" y="126690"/>
                  </a:lnTo>
                  <a:lnTo>
                    <a:pt x="3967470" y="126820"/>
                  </a:lnTo>
                  <a:lnTo>
                    <a:pt x="3959297" y="129879"/>
                  </a:lnTo>
                  <a:lnTo>
                    <a:pt x="3950254" y="133263"/>
                  </a:lnTo>
                  <a:lnTo>
                    <a:pt x="3948341" y="133980"/>
                  </a:lnTo>
                  <a:lnTo>
                    <a:pt x="3947645" y="134240"/>
                  </a:lnTo>
                  <a:lnTo>
                    <a:pt x="3942776" y="136063"/>
                  </a:lnTo>
                  <a:lnTo>
                    <a:pt x="3937212" y="138146"/>
                  </a:lnTo>
                  <a:lnTo>
                    <a:pt x="3933386" y="139578"/>
                  </a:lnTo>
                  <a:lnTo>
                    <a:pt x="3920517" y="144397"/>
                  </a:lnTo>
                  <a:lnTo>
                    <a:pt x="3916170" y="146025"/>
                  </a:lnTo>
                  <a:lnTo>
                    <a:pt x="3914431" y="146676"/>
                  </a:lnTo>
                  <a:lnTo>
                    <a:pt x="3910431" y="148174"/>
                  </a:lnTo>
                  <a:lnTo>
                    <a:pt x="3909040" y="148695"/>
                  </a:lnTo>
                  <a:lnTo>
                    <a:pt x="3893737" y="154427"/>
                  </a:lnTo>
                  <a:lnTo>
                    <a:pt x="3883129" y="158401"/>
                  </a:lnTo>
                  <a:lnTo>
                    <a:pt x="3878608" y="160095"/>
                  </a:lnTo>
                  <a:lnTo>
                    <a:pt x="3876695" y="160812"/>
                  </a:lnTo>
                  <a:lnTo>
                    <a:pt x="3875304" y="161333"/>
                  </a:lnTo>
                  <a:lnTo>
                    <a:pt x="3868000" y="164070"/>
                  </a:lnTo>
                  <a:lnTo>
                    <a:pt x="3861566" y="166482"/>
                  </a:lnTo>
                  <a:lnTo>
                    <a:pt x="3858436" y="167655"/>
                  </a:lnTo>
                  <a:lnTo>
                    <a:pt x="3853045" y="169676"/>
                  </a:lnTo>
                  <a:lnTo>
                    <a:pt x="3851132" y="170393"/>
                  </a:lnTo>
                  <a:lnTo>
                    <a:pt x="3848350" y="171436"/>
                  </a:lnTo>
                  <a:lnTo>
                    <a:pt x="3845568" y="172479"/>
                  </a:lnTo>
                  <a:lnTo>
                    <a:pt x="3836177" y="175999"/>
                  </a:lnTo>
                  <a:lnTo>
                    <a:pt x="3835482" y="176260"/>
                  </a:lnTo>
                  <a:lnTo>
                    <a:pt x="3833569" y="176977"/>
                  </a:lnTo>
                  <a:lnTo>
                    <a:pt x="3830612" y="178086"/>
                  </a:lnTo>
                  <a:lnTo>
                    <a:pt x="3825743" y="179912"/>
                  </a:lnTo>
                  <a:lnTo>
                    <a:pt x="3824700" y="180303"/>
                  </a:lnTo>
                  <a:lnTo>
                    <a:pt x="3824004" y="180564"/>
                  </a:lnTo>
                  <a:lnTo>
                    <a:pt x="3820005" y="182064"/>
                  </a:lnTo>
                  <a:lnTo>
                    <a:pt x="3816179" y="183499"/>
                  </a:lnTo>
                  <a:lnTo>
                    <a:pt x="3810093" y="185782"/>
                  </a:lnTo>
                  <a:lnTo>
                    <a:pt x="3805745" y="187412"/>
                  </a:lnTo>
                  <a:lnTo>
                    <a:pt x="3804876" y="187739"/>
                  </a:lnTo>
                  <a:lnTo>
                    <a:pt x="3803311" y="188326"/>
                  </a:lnTo>
                  <a:lnTo>
                    <a:pt x="3800702" y="189304"/>
                  </a:lnTo>
                  <a:lnTo>
                    <a:pt x="3793920" y="191849"/>
                  </a:lnTo>
                  <a:lnTo>
                    <a:pt x="3793572" y="191979"/>
                  </a:lnTo>
                  <a:lnTo>
                    <a:pt x="3785399" y="195046"/>
                  </a:lnTo>
                  <a:lnTo>
                    <a:pt x="3776356" y="198439"/>
                  </a:lnTo>
                  <a:lnTo>
                    <a:pt x="3774444" y="199157"/>
                  </a:lnTo>
                  <a:lnTo>
                    <a:pt x="3773748" y="199418"/>
                  </a:lnTo>
                  <a:lnTo>
                    <a:pt x="3768879" y="201246"/>
                  </a:lnTo>
                  <a:lnTo>
                    <a:pt x="3763314" y="203335"/>
                  </a:lnTo>
                  <a:lnTo>
                    <a:pt x="3759488" y="204771"/>
                  </a:lnTo>
                  <a:lnTo>
                    <a:pt x="3746620" y="209602"/>
                  </a:lnTo>
                  <a:lnTo>
                    <a:pt x="3742273" y="211235"/>
                  </a:lnTo>
                  <a:lnTo>
                    <a:pt x="3740534" y="211888"/>
                  </a:lnTo>
                  <a:lnTo>
                    <a:pt x="3735143" y="213912"/>
                  </a:lnTo>
                  <a:lnTo>
                    <a:pt x="3719840" y="219660"/>
                  </a:lnTo>
                  <a:lnTo>
                    <a:pt x="3709232" y="223645"/>
                  </a:lnTo>
                  <a:lnTo>
                    <a:pt x="3704711" y="225344"/>
                  </a:lnTo>
                  <a:lnTo>
                    <a:pt x="3702798" y="226063"/>
                  </a:lnTo>
                  <a:lnTo>
                    <a:pt x="3701407" y="226585"/>
                  </a:lnTo>
                  <a:lnTo>
                    <a:pt x="3694103" y="229330"/>
                  </a:lnTo>
                  <a:lnTo>
                    <a:pt x="3687669" y="231748"/>
                  </a:lnTo>
                  <a:lnTo>
                    <a:pt x="3684539" y="232925"/>
                  </a:lnTo>
                  <a:lnTo>
                    <a:pt x="3679148" y="234951"/>
                  </a:lnTo>
                  <a:lnTo>
                    <a:pt x="3677235" y="235670"/>
                  </a:lnTo>
                  <a:lnTo>
                    <a:pt x="3674453" y="236716"/>
                  </a:lnTo>
                  <a:lnTo>
                    <a:pt x="3671670" y="237762"/>
                  </a:lnTo>
                  <a:lnTo>
                    <a:pt x="3662280" y="241293"/>
                  </a:lnTo>
                  <a:lnTo>
                    <a:pt x="3661584" y="241555"/>
                  </a:lnTo>
                  <a:lnTo>
                    <a:pt x="3659671" y="242274"/>
                  </a:lnTo>
                  <a:lnTo>
                    <a:pt x="3656715" y="243386"/>
                  </a:lnTo>
                  <a:lnTo>
                    <a:pt x="3651846" y="245217"/>
                  </a:lnTo>
                  <a:lnTo>
                    <a:pt x="3650803" y="245609"/>
                  </a:lnTo>
                  <a:lnTo>
                    <a:pt x="3650107" y="245871"/>
                  </a:lnTo>
                  <a:lnTo>
                    <a:pt x="3646107" y="247375"/>
                  </a:lnTo>
                  <a:lnTo>
                    <a:pt x="3642282" y="248814"/>
                  </a:lnTo>
                  <a:lnTo>
                    <a:pt x="3636195" y="251104"/>
                  </a:lnTo>
                  <a:lnTo>
                    <a:pt x="3631848" y="252739"/>
                  </a:lnTo>
                  <a:lnTo>
                    <a:pt x="3630978" y="253067"/>
                  </a:lnTo>
                  <a:lnTo>
                    <a:pt x="3629413" y="253655"/>
                  </a:lnTo>
                  <a:lnTo>
                    <a:pt x="3626805" y="254637"/>
                  </a:lnTo>
                  <a:lnTo>
                    <a:pt x="3620023" y="257189"/>
                  </a:lnTo>
                  <a:lnTo>
                    <a:pt x="3619675" y="257320"/>
                  </a:lnTo>
                  <a:lnTo>
                    <a:pt x="3611502" y="260396"/>
                  </a:lnTo>
                  <a:lnTo>
                    <a:pt x="3602459" y="263799"/>
                  </a:lnTo>
                  <a:lnTo>
                    <a:pt x="3600546" y="264519"/>
                  </a:lnTo>
                  <a:lnTo>
                    <a:pt x="3599851" y="264781"/>
                  </a:lnTo>
                  <a:lnTo>
                    <a:pt x="3594981" y="266614"/>
                  </a:lnTo>
                  <a:lnTo>
                    <a:pt x="3589417" y="268710"/>
                  </a:lnTo>
                  <a:lnTo>
                    <a:pt x="3585591" y="270150"/>
                  </a:lnTo>
                  <a:lnTo>
                    <a:pt x="3572723" y="274996"/>
                  </a:lnTo>
                  <a:lnTo>
                    <a:pt x="3568375" y="276634"/>
                  </a:lnTo>
                  <a:lnTo>
                    <a:pt x="3566636" y="277289"/>
                  </a:lnTo>
                  <a:lnTo>
                    <a:pt x="3562636" y="278796"/>
                  </a:lnTo>
                  <a:lnTo>
                    <a:pt x="3561245" y="279320"/>
                  </a:lnTo>
                  <a:lnTo>
                    <a:pt x="3545942" y="285086"/>
                  </a:lnTo>
                  <a:lnTo>
                    <a:pt x="3535335" y="289084"/>
                  </a:lnTo>
                  <a:lnTo>
                    <a:pt x="3530813" y="290788"/>
                  </a:lnTo>
                  <a:lnTo>
                    <a:pt x="3528900" y="291509"/>
                  </a:lnTo>
                  <a:lnTo>
                    <a:pt x="3527509" y="292033"/>
                  </a:lnTo>
                  <a:lnTo>
                    <a:pt x="3520206" y="294787"/>
                  </a:lnTo>
                  <a:lnTo>
                    <a:pt x="3513771" y="297213"/>
                  </a:lnTo>
                  <a:lnTo>
                    <a:pt x="3510641" y="298393"/>
                  </a:lnTo>
                  <a:lnTo>
                    <a:pt x="3505250" y="300426"/>
                  </a:lnTo>
                  <a:lnTo>
                    <a:pt x="3503337" y="301148"/>
                  </a:lnTo>
                  <a:lnTo>
                    <a:pt x="3500555" y="302197"/>
                  </a:lnTo>
                  <a:lnTo>
                    <a:pt x="3497773" y="303247"/>
                  </a:lnTo>
                  <a:lnTo>
                    <a:pt x="3488382" y="306789"/>
                  </a:lnTo>
                  <a:lnTo>
                    <a:pt x="3485774" y="307773"/>
                  </a:lnTo>
                  <a:lnTo>
                    <a:pt x="3482818" y="308889"/>
                  </a:lnTo>
                  <a:lnTo>
                    <a:pt x="3477948" y="310726"/>
                  </a:lnTo>
                  <a:lnTo>
                    <a:pt x="3476905" y="311120"/>
                  </a:lnTo>
                  <a:lnTo>
                    <a:pt x="3476209" y="311382"/>
                  </a:lnTo>
                  <a:lnTo>
                    <a:pt x="3472210" y="312892"/>
                  </a:lnTo>
                  <a:lnTo>
                    <a:pt x="3468384" y="314335"/>
                  </a:lnTo>
                  <a:lnTo>
                    <a:pt x="3462298" y="316633"/>
                  </a:lnTo>
                  <a:lnTo>
                    <a:pt x="3457950" y="318274"/>
                  </a:lnTo>
                  <a:lnTo>
                    <a:pt x="3457081" y="318602"/>
                  </a:lnTo>
                  <a:lnTo>
                    <a:pt x="3455516" y="319193"/>
                  </a:lnTo>
                  <a:lnTo>
                    <a:pt x="3452907" y="320178"/>
                  </a:lnTo>
                  <a:lnTo>
                    <a:pt x="3446125" y="322739"/>
                  </a:lnTo>
                  <a:lnTo>
                    <a:pt x="3445777" y="322870"/>
                  </a:lnTo>
                  <a:lnTo>
                    <a:pt x="3437604" y="325956"/>
                  </a:lnTo>
                  <a:lnTo>
                    <a:pt x="3428562" y="329372"/>
                  </a:lnTo>
                  <a:lnTo>
                    <a:pt x="3426649" y="330095"/>
                  </a:lnTo>
                  <a:lnTo>
                    <a:pt x="3425953" y="330357"/>
                  </a:lnTo>
                  <a:lnTo>
                    <a:pt x="3421084" y="332197"/>
                  </a:lnTo>
                  <a:lnTo>
                    <a:pt x="3415519" y="334299"/>
                  </a:lnTo>
                  <a:lnTo>
                    <a:pt x="3411694" y="335745"/>
                  </a:lnTo>
                  <a:lnTo>
                    <a:pt x="3398825" y="340609"/>
                  </a:lnTo>
                  <a:lnTo>
                    <a:pt x="3394478" y="342252"/>
                  </a:lnTo>
                  <a:lnTo>
                    <a:pt x="3392739" y="342909"/>
                  </a:lnTo>
                  <a:lnTo>
                    <a:pt x="3388739" y="344421"/>
                  </a:lnTo>
                  <a:lnTo>
                    <a:pt x="3387348" y="344947"/>
                  </a:lnTo>
                  <a:lnTo>
                    <a:pt x="3372045" y="350734"/>
                  </a:lnTo>
                  <a:lnTo>
                    <a:pt x="3361437" y="354747"/>
                  </a:lnTo>
                  <a:lnTo>
                    <a:pt x="3356916" y="356457"/>
                  </a:lnTo>
                  <a:lnTo>
                    <a:pt x="3355003" y="357181"/>
                  </a:lnTo>
                  <a:lnTo>
                    <a:pt x="3353612" y="357707"/>
                  </a:lnTo>
                  <a:lnTo>
                    <a:pt x="3346308" y="360471"/>
                  </a:lnTo>
                  <a:lnTo>
                    <a:pt x="3339874" y="362906"/>
                  </a:lnTo>
                  <a:lnTo>
                    <a:pt x="3336744" y="364091"/>
                  </a:lnTo>
                  <a:lnTo>
                    <a:pt x="3331353" y="366132"/>
                  </a:lnTo>
                  <a:lnTo>
                    <a:pt x="3329440" y="366856"/>
                  </a:lnTo>
                  <a:lnTo>
                    <a:pt x="3326658" y="367909"/>
                  </a:lnTo>
                  <a:lnTo>
                    <a:pt x="3323875" y="368963"/>
                  </a:lnTo>
                  <a:lnTo>
                    <a:pt x="3313789" y="372782"/>
                  </a:lnTo>
                  <a:lnTo>
                    <a:pt x="3311876" y="373507"/>
                  </a:lnTo>
                  <a:lnTo>
                    <a:pt x="3308920" y="374626"/>
                  </a:lnTo>
                  <a:lnTo>
                    <a:pt x="3304051" y="376471"/>
                  </a:lnTo>
                  <a:lnTo>
                    <a:pt x="3303008" y="376866"/>
                  </a:lnTo>
                  <a:lnTo>
                    <a:pt x="3302312" y="377129"/>
                  </a:lnTo>
                  <a:lnTo>
                    <a:pt x="3298312" y="378645"/>
                  </a:lnTo>
                  <a:lnTo>
                    <a:pt x="3294487" y="380094"/>
                  </a:lnTo>
                  <a:lnTo>
                    <a:pt x="3288400" y="382400"/>
                  </a:lnTo>
                  <a:lnTo>
                    <a:pt x="3284053" y="384048"/>
                  </a:lnTo>
                  <a:lnTo>
                    <a:pt x="3283183" y="384377"/>
                  </a:lnTo>
                  <a:lnTo>
                    <a:pt x="3281618" y="384971"/>
                  </a:lnTo>
                  <a:lnTo>
                    <a:pt x="3279010" y="385959"/>
                  </a:lnTo>
                  <a:lnTo>
                    <a:pt x="3272228" y="388530"/>
                  </a:lnTo>
                  <a:lnTo>
                    <a:pt x="3271880" y="388662"/>
                  </a:lnTo>
                  <a:lnTo>
                    <a:pt x="3263707" y="391761"/>
                  </a:lnTo>
                  <a:lnTo>
                    <a:pt x="3254664" y="395190"/>
                  </a:lnTo>
                  <a:lnTo>
                    <a:pt x="3252751" y="395915"/>
                  </a:lnTo>
                  <a:lnTo>
                    <a:pt x="3252056" y="396179"/>
                  </a:lnTo>
                  <a:lnTo>
                    <a:pt x="3247187" y="398026"/>
                  </a:lnTo>
                  <a:lnTo>
                    <a:pt x="3241622" y="400137"/>
                  </a:lnTo>
                  <a:lnTo>
                    <a:pt x="3237796" y="401589"/>
                  </a:lnTo>
                  <a:lnTo>
                    <a:pt x="3224928" y="406472"/>
                  </a:lnTo>
                  <a:lnTo>
                    <a:pt x="3220580" y="408122"/>
                  </a:lnTo>
                  <a:lnTo>
                    <a:pt x="3218841" y="408782"/>
                  </a:lnTo>
                  <a:lnTo>
                    <a:pt x="3214842" y="410301"/>
                  </a:lnTo>
                  <a:lnTo>
                    <a:pt x="3213450" y="410829"/>
                  </a:lnTo>
                  <a:lnTo>
                    <a:pt x="3198147" y="416640"/>
                  </a:lnTo>
                  <a:lnTo>
                    <a:pt x="3187540" y="420669"/>
                  </a:lnTo>
                  <a:lnTo>
                    <a:pt x="3183018" y="422387"/>
                  </a:lnTo>
                  <a:lnTo>
                    <a:pt x="3181105" y="423114"/>
                  </a:lnTo>
                  <a:lnTo>
                    <a:pt x="3179714" y="423642"/>
                  </a:lnTo>
                  <a:lnTo>
                    <a:pt x="3172411" y="426418"/>
                  </a:lnTo>
                  <a:lnTo>
                    <a:pt x="3165976" y="428863"/>
                  </a:lnTo>
                  <a:lnTo>
                    <a:pt x="3162846" y="430053"/>
                  </a:lnTo>
                  <a:lnTo>
                    <a:pt x="3157455" y="432103"/>
                  </a:lnTo>
                  <a:lnTo>
                    <a:pt x="3155543" y="432830"/>
                  </a:lnTo>
                  <a:lnTo>
                    <a:pt x="3152760" y="433888"/>
                  </a:lnTo>
                  <a:lnTo>
                    <a:pt x="3149978" y="434946"/>
                  </a:lnTo>
                  <a:lnTo>
                    <a:pt x="3140587" y="438518"/>
                  </a:lnTo>
                  <a:lnTo>
                    <a:pt x="3139892" y="438782"/>
                  </a:lnTo>
                  <a:lnTo>
                    <a:pt x="3137979" y="439510"/>
                  </a:lnTo>
                  <a:lnTo>
                    <a:pt x="3135023" y="440634"/>
                  </a:lnTo>
                  <a:lnTo>
                    <a:pt x="3130154" y="442487"/>
                  </a:lnTo>
                  <a:lnTo>
                    <a:pt x="3129110" y="442884"/>
                  </a:lnTo>
                  <a:lnTo>
                    <a:pt x="3128415" y="443149"/>
                  </a:lnTo>
                  <a:lnTo>
                    <a:pt x="3124415" y="444671"/>
                  </a:lnTo>
                  <a:lnTo>
                    <a:pt x="3120589" y="446126"/>
                  </a:lnTo>
                  <a:lnTo>
                    <a:pt x="3114503" y="448443"/>
                  </a:lnTo>
                  <a:lnTo>
                    <a:pt x="3110155" y="450098"/>
                  </a:lnTo>
                  <a:lnTo>
                    <a:pt x="3109286" y="450429"/>
                  </a:lnTo>
                  <a:lnTo>
                    <a:pt x="3107721" y="451025"/>
                  </a:lnTo>
                  <a:lnTo>
                    <a:pt x="3105112" y="452018"/>
                  </a:lnTo>
                  <a:lnTo>
                    <a:pt x="3097983" y="454733"/>
                  </a:lnTo>
                  <a:lnTo>
                    <a:pt x="3089809" y="457846"/>
                  </a:lnTo>
                  <a:lnTo>
                    <a:pt x="3080767" y="461291"/>
                  </a:lnTo>
                  <a:lnTo>
                    <a:pt x="3078854" y="462019"/>
                  </a:lnTo>
                  <a:lnTo>
                    <a:pt x="3078158" y="462284"/>
                  </a:lnTo>
                  <a:lnTo>
                    <a:pt x="3067724" y="466261"/>
                  </a:lnTo>
                  <a:lnTo>
                    <a:pt x="3063899" y="467719"/>
                  </a:lnTo>
                  <a:lnTo>
                    <a:pt x="3051030" y="472625"/>
                  </a:lnTo>
                  <a:lnTo>
                    <a:pt x="3046683" y="474283"/>
                  </a:lnTo>
                  <a:lnTo>
                    <a:pt x="3044944" y="474946"/>
                  </a:lnTo>
                  <a:lnTo>
                    <a:pt x="3040944" y="476472"/>
                  </a:lnTo>
                  <a:lnTo>
                    <a:pt x="3039553" y="477002"/>
                  </a:lnTo>
                  <a:lnTo>
                    <a:pt x="3024250" y="482841"/>
                  </a:lnTo>
                  <a:lnTo>
                    <a:pt x="3013642" y="486890"/>
                  </a:lnTo>
                  <a:lnTo>
                    <a:pt x="3009121" y="488616"/>
                  </a:lnTo>
                  <a:lnTo>
                    <a:pt x="3007208" y="489346"/>
                  </a:lnTo>
                  <a:lnTo>
                    <a:pt x="3005817" y="489877"/>
                  </a:lnTo>
                  <a:lnTo>
                    <a:pt x="2998513" y="492666"/>
                  </a:lnTo>
                  <a:lnTo>
                    <a:pt x="2992079" y="495124"/>
                  </a:lnTo>
                  <a:lnTo>
                    <a:pt x="2988949" y="496320"/>
                  </a:lnTo>
                  <a:lnTo>
                    <a:pt x="2983558" y="498379"/>
                  </a:lnTo>
                  <a:lnTo>
                    <a:pt x="2981645" y="499110"/>
                  </a:lnTo>
                  <a:lnTo>
                    <a:pt x="2978863" y="500173"/>
                  </a:lnTo>
                  <a:lnTo>
                    <a:pt x="2976080" y="501237"/>
                  </a:lnTo>
                  <a:lnTo>
                    <a:pt x="2966690" y="504826"/>
                  </a:lnTo>
                  <a:lnTo>
                    <a:pt x="2965994" y="505092"/>
                  </a:lnTo>
                  <a:lnTo>
                    <a:pt x="2964081" y="505823"/>
                  </a:lnTo>
                  <a:lnTo>
                    <a:pt x="2961125" y="506953"/>
                  </a:lnTo>
                  <a:lnTo>
                    <a:pt x="2956256" y="508815"/>
                  </a:lnTo>
                  <a:lnTo>
                    <a:pt x="2955213" y="509214"/>
                  </a:lnTo>
                  <a:lnTo>
                    <a:pt x="2954517" y="509480"/>
                  </a:lnTo>
                  <a:lnTo>
                    <a:pt x="2950517" y="511010"/>
                  </a:lnTo>
                  <a:lnTo>
                    <a:pt x="2946692" y="512473"/>
                  </a:lnTo>
                  <a:lnTo>
                    <a:pt x="2940605" y="514801"/>
                  </a:lnTo>
                  <a:lnTo>
                    <a:pt x="2936258" y="516465"/>
                  </a:lnTo>
                  <a:lnTo>
                    <a:pt x="2935388" y="516797"/>
                  </a:lnTo>
                  <a:lnTo>
                    <a:pt x="2933823" y="517396"/>
                  </a:lnTo>
                  <a:lnTo>
                    <a:pt x="2931215" y="518395"/>
                  </a:lnTo>
                  <a:lnTo>
                    <a:pt x="2924433" y="520990"/>
                  </a:lnTo>
                  <a:lnTo>
                    <a:pt x="2924085" y="521123"/>
                  </a:lnTo>
                  <a:lnTo>
                    <a:pt x="2915912" y="524252"/>
                  </a:lnTo>
                  <a:lnTo>
                    <a:pt x="2906869" y="527715"/>
                  </a:lnTo>
                  <a:lnTo>
                    <a:pt x="2904956" y="528448"/>
                  </a:lnTo>
                  <a:lnTo>
                    <a:pt x="2904261" y="528714"/>
                  </a:lnTo>
                  <a:lnTo>
                    <a:pt x="2899392" y="530579"/>
                  </a:lnTo>
                  <a:lnTo>
                    <a:pt x="2893827" y="532711"/>
                  </a:lnTo>
                  <a:lnTo>
                    <a:pt x="2890001" y="534177"/>
                  </a:lnTo>
                  <a:lnTo>
                    <a:pt x="2877133" y="539110"/>
                  </a:lnTo>
                  <a:lnTo>
                    <a:pt x="2872785" y="540776"/>
                  </a:lnTo>
                  <a:lnTo>
                    <a:pt x="2871046" y="541443"/>
                  </a:lnTo>
                  <a:lnTo>
                    <a:pt x="2867047" y="542977"/>
                  </a:lnTo>
                  <a:lnTo>
                    <a:pt x="2865656" y="543510"/>
                  </a:lnTo>
                  <a:lnTo>
                    <a:pt x="2850353" y="549381"/>
                  </a:lnTo>
                  <a:lnTo>
                    <a:pt x="2839745" y="553451"/>
                  </a:lnTo>
                  <a:lnTo>
                    <a:pt x="2835223" y="555187"/>
                  </a:lnTo>
                  <a:lnTo>
                    <a:pt x="2833311" y="555921"/>
                  </a:lnTo>
                  <a:lnTo>
                    <a:pt x="2831919" y="556455"/>
                  </a:lnTo>
                  <a:lnTo>
                    <a:pt x="2824616" y="559260"/>
                  </a:lnTo>
                  <a:lnTo>
                    <a:pt x="2818182" y="561731"/>
                  </a:lnTo>
                  <a:lnTo>
                    <a:pt x="2815051" y="562934"/>
                  </a:lnTo>
                  <a:lnTo>
                    <a:pt x="2809661" y="565005"/>
                  </a:lnTo>
                  <a:lnTo>
                    <a:pt x="2807748" y="565740"/>
                  </a:lnTo>
                  <a:lnTo>
                    <a:pt x="2804965" y="566809"/>
                  </a:lnTo>
                  <a:lnTo>
                    <a:pt x="2802183" y="567878"/>
                  </a:lnTo>
                  <a:lnTo>
                    <a:pt x="2792793" y="571488"/>
                  </a:lnTo>
                  <a:lnTo>
                    <a:pt x="2792097" y="571755"/>
                  </a:lnTo>
                  <a:lnTo>
                    <a:pt x="2790184" y="572490"/>
                  </a:lnTo>
                  <a:lnTo>
                    <a:pt x="2787228" y="573627"/>
                  </a:lnTo>
                  <a:lnTo>
                    <a:pt x="2782359" y="575500"/>
                  </a:lnTo>
                  <a:lnTo>
                    <a:pt x="2781315" y="575901"/>
                  </a:lnTo>
                  <a:lnTo>
                    <a:pt x="2780620" y="576168"/>
                  </a:lnTo>
                  <a:lnTo>
                    <a:pt x="2772794" y="579178"/>
                  </a:lnTo>
                  <a:lnTo>
                    <a:pt x="2766708" y="581520"/>
                  </a:lnTo>
                  <a:lnTo>
                    <a:pt x="2762360" y="583193"/>
                  </a:lnTo>
                  <a:lnTo>
                    <a:pt x="2761491" y="583528"/>
                  </a:lnTo>
                  <a:lnTo>
                    <a:pt x="2759926" y="584130"/>
                  </a:lnTo>
                  <a:lnTo>
                    <a:pt x="2757317" y="585134"/>
                  </a:lnTo>
                  <a:lnTo>
                    <a:pt x="2750535" y="587745"/>
                  </a:lnTo>
                  <a:lnTo>
                    <a:pt x="2750188" y="587879"/>
                  </a:lnTo>
                  <a:lnTo>
                    <a:pt x="2742014" y="591026"/>
                  </a:lnTo>
                  <a:lnTo>
                    <a:pt x="2732972" y="594509"/>
                  </a:lnTo>
                  <a:lnTo>
                    <a:pt x="2731059" y="595246"/>
                  </a:lnTo>
                  <a:lnTo>
                    <a:pt x="2730363" y="595514"/>
                  </a:lnTo>
                  <a:lnTo>
                    <a:pt x="2725494" y="597390"/>
                  </a:lnTo>
                  <a:lnTo>
                    <a:pt x="2719929" y="599535"/>
                  </a:lnTo>
                  <a:lnTo>
                    <a:pt x="2716104" y="601010"/>
                  </a:lnTo>
                  <a:lnTo>
                    <a:pt x="2703235" y="605972"/>
                  </a:lnTo>
                  <a:lnTo>
                    <a:pt x="2698888" y="607648"/>
                  </a:lnTo>
                  <a:lnTo>
                    <a:pt x="2693149" y="609862"/>
                  </a:lnTo>
                  <a:lnTo>
                    <a:pt x="2691758" y="610399"/>
                  </a:lnTo>
                  <a:lnTo>
                    <a:pt x="2676455" y="616305"/>
                  </a:lnTo>
                  <a:lnTo>
                    <a:pt x="2661326" y="622147"/>
                  </a:lnTo>
                  <a:lnTo>
                    <a:pt x="2659413" y="622886"/>
                  </a:lnTo>
                  <a:lnTo>
                    <a:pt x="2650718" y="626245"/>
                  </a:lnTo>
                  <a:lnTo>
                    <a:pt x="2644284" y="628732"/>
                  </a:lnTo>
                  <a:lnTo>
                    <a:pt x="2641154" y="629942"/>
                  </a:lnTo>
                  <a:lnTo>
                    <a:pt x="2635763" y="632026"/>
                  </a:lnTo>
                  <a:lnTo>
                    <a:pt x="2633850" y="632765"/>
                  </a:lnTo>
                  <a:lnTo>
                    <a:pt x="2631068" y="633841"/>
                  </a:lnTo>
                  <a:lnTo>
                    <a:pt x="2628286" y="634917"/>
                  </a:lnTo>
                  <a:lnTo>
                    <a:pt x="2618895" y="638550"/>
                  </a:lnTo>
                  <a:lnTo>
                    <a:pt x="2618199" y="638819"/>
                  </a:lnTo>
                  <a:lnTo>
                    <a:pt x="2616287" y="639559"/>
                  </a:lnTo>
                  <a:lnTo>
                    <a:pt x="2613330" y="640703"/>
                  </a:lnTo>
                  <a:lnTo>
                    <a:pt x="2608461" y="642587"/>
                  </a:lnTo>
                  <a:lnTo>
                    <a:pt x="2607418" y="642991"/>
                  </a:lnTo>
                  <a:lnTo>
                    <a:pt x="2606722" y="643260"/>
                  </a:lnTo>
                  <a:lnTo>
                    <a:pt x="2602723" y="644809"/>
                  </a:lnTo>
                  <a:lnTo>
                    <a:pt x="2598897" y="646290"/>
                  </a:lnTo>
                  <a:lnTo>
                    <a:pt x="2592810" y="648647"/>
                  </a:lnTo>
                  <a:lnTo>
                    <a:pt x="2588463" y="650330"/>
                  </a:lnTo>
                  <a:lnTo>
                    <a:pt x="2587594" y="650667"/>
                  </a:lnTo>
                  <a:lnTo>
                    <a:pt x="2586028" y="651273"/>
                  </a:lnTo>
                  <a:lnTo>
                    <a:pt x="2583420" y="652284"/>
                  </a:lnTo>
                  <a:lnTo>
                    <a:pt x="2576638" y="654912"/>
                  </a:lnTo>
                  <a:lnTo>
                    <a:pt x="2576290" y="655046"/>
                  </a:lnTo>
                  <a:lnTo>
                    <a:pt x="2568117" y="658214"/>
                  </a:lnTo>
                  <a:lnTo>
                    <a:pt x="2559074" y="661720"/>
                  </a:lnTo>
                  <a:lnTo>
                    <a:pt x="2557161" y="662462"/>
                  </a:lnTo>
                  <a:lnTo>
                    <a:pt x="2556466" y="662732"/>
                  </a:lnTo>
                  <a:lnTo>
                    <a:pt x="2551597" y="664620"/>
                  </a:lnTo>
                  <a:lnTo>
                    <a:pt x="2546032" y="666779"/>
                  </a:lnTo>
                  <a:lnTo>
                    <a:pt x="2542206" y="668264"/>
                  </a:lnTo>
                  <a:lnTo>
                    <a:pt x="2529338" y="673259"/>
                  </a:lnTo>
                  <a:lnTo>
                    <a:pt x="2523251" y="675622"/>
                  </a:lnTo>
                  <a:lnTo>
                    <a:pt x="2519252" y="677175"/>
                  </a:lnTo>
                  <a:lnTo>
                    <a:pt x="2517861" y="677716"/>
                  </a:lnTo>
                  <a:lnTo>
                    <a:pt x="2502558" y="683662"/>
                  </a:lnTo>
                  <a:lnTo>
                    <a:pt x="2491950" y="687785"/>
                  </a:lnTo>
                  <a:lnTo>
                    <a:pt x="2487429" y="689544"/>
                  </a:lnTo>
                  <a:lnTo>
                    <a:pt x="2485516" y="690288"/>
                  </a:lnTo>
                  <a:lnTo>
                    <a:pt x="2484125" y="690829"/>
                  </a:lnTo>
                  <a:lnTo>
                    <a:pt x="2476821" y="693670"/>
                  </a:lnTo>
                  <a:lnTo>
                    <a:pt x="2470387" y="696174"/>
                  </a:lnTo>
                  <a:lnTo>
                    <a:pt x="2467256" y="697392"/>
                  </a:lnTo>
                  <a:lnTo>
                    <a:pt x="2461866" y="699491"/>
                  </a:lnTo>
                  <a:lnTo>
                    <a:pt x="2459953" y="700235"/>
                  </a:lnTo>
                  <a:lnTo>
                    <a:pt x="2457170" y="701319"/>
                  </a:lnTo>
                  <a:lnTo>
                    <a:pt x="2454388" y="702402"/>
                  </a:lnTo>
                  <a:lnTo>
                    <a:pt x="2444998" y="706060"/>
                  </a:lnTo>
                  <a:lnTo>
                    <a:pt x="2444302" y="706331"/>
                  </a:lnTo>
                  <a:lnTo>
                    <a:pt x="2442389" y="707076"/>
                  </a:lnTo>
                  <a:lnTo>
                    <a:pt x="2439433" y="708228"/>
                  </a:lnTo>
                  <a:lnTo>
                    <a:pt x="2434564" y="710126"/>
                  </a:lnTo>
                  <a:lnTo>
                    <a:pt x="2433520" y="710533"/>
                  </a:lnTo>
                  <a:lnTo>
                    <a:pt x="2432825" y="710804"/>
                  </a:lnTo>
                  <a:lnTo>
                    <a:pt x="2428825" y="712363"/>
                  </a:lnTo>
                  <a:lnTo>
                    <a:pt x="2424999" y="713854"/>
                  </a:lnTo>
                  <a:lnTo>
                    <a:pt x="2418913" y="716228"/>
                  </a:lnTo>
                  <a:lnTo>
                    <a:pt x="2414566" y="717924"/>
                  </a:lnTo>
                  <a:lnTo>
                    <a:pt x="2413696" y="718263"/>
                  </a:lnTo>
                  <a:lnTo>
                    <a:pt x="2412131" y="718874"/>
                  </a:lnTo>
                  <a:lnTo>
                    <a:pt x="2409523" y="719891"/>
                  </a:lnTo>
                  <a:lnTo>
                    <a:pt x="2402741" y="722538"/>
                  </a:lnTo>
                  <a:lnTo>
                    <a:pt x="2402393" y="722674"/>
                  </a:lnTo>
                  <a:lnTo>
                    <a:pt x="2394220" y="725864"/>
                  </a:lnTo>
                  <a:lnTo>
                    <a:pt x="2385177" y="729395"/>
                  </a:lnTo>
                  <a:lnTo>
                    <a:pt x="2383264" y="730143"/>
                  </a:lnTo>
                  <a:lnTo>
                    <a:pt x="2382568" y="730414"/>
                  </a:lnTo>
                  <a:lnTo>
                    <a:pt x="2377699" y="732317"/>
                  </a:lnTo>
                  <a:lnTo>
                    <a:pt x="2372135" y="734491"/>
                  </a:lnTo>
                  <a:lnTo>
                    <a:pt x="2368309" y="735986"/>
                  </a:lnTo>
                  <a:lnTo>
                    <a:pt x="2355440" y="741018"/>
                  </a:lnTo>
                  <a:lnTo>
                    <a:pt x="2351093" y="742718"/>
                  </a:lnTo>
                  <a:lnTo>
                    <a:pt x="2349354" y="743398"/>
                  </a:lnTo>
                  <a:lnTo>
                    <a:pt x="2345354" y="744963"/>
                  </a:lnTo>
                  <a:lnTo>
                    <a:pt x="2343963" y="745507"/>
                  </a:lnTo>
                  <a:lnTo>
                    <a:pt x="2328660" y="751497"/>
                  </a:lnTo>
                  <a:lnTo>
                    <a:pt x="2318052" y="755652"/>
                  </a:lnTo>
                  <a:lnTo>
                    <a:pt x="2313531" y="757423"/>
                  </a:lnTo>
                  <a:lnTo>
                    <a:pt x="2311618" y="758173"/>
                  </a:lnTo>
                  <a:lnTo>
                    <a:pt x="2310227" y="758718"/>
                  </a:lnTo>
                  <a:lnTo>
                    <a:pt x="2302923" y="761580"/>
                  </a:lnTo>
                  <a:lnTo>
                    <a:pt x="2296489" y="764103"/>
                  </a:lnTo>
                  <a:lnTo>
                    <a:pt x="2293359" y="765330"/>
                  </a:lnTo>
                  <a:lnTo>
                    <a:pt x="2287968" y="767445"/>
                  </a:lnTo>
                  <a:lnTo>
                    <a:pt x="2286055" y="768195"/>
                  </a:lnTo>
                  <a:lnTo>
                    <a:pt x="2283273" y="769287"/>
                  </a:lnTo>
                  <a:lnTo>
                    <a:pt x="2280491" y="770378"/>
                  </a:lnTo>
                  <a:lnTo>
                    <a:pt x="2271100" y="774064"/>
                  </a:lnTo>
                  <a:lnTo>
                    <a:pt x="2270405" y="774337"/>
                  </a:lnTo>
                  <a:lnTo>
                    <a:pt x="2268492" y="775088"/>
                  </a:lnTo>
                  <a:lnTo>
                    <a:pt x="2265535" y="776249"/>
                  </a:lnTo>
                  <a:lnTo>
                    <a:pt x="2260666" y="778161"/>
                  </a:lnTo>
                  <a:lnTo>
                    <a:pt x="2259623" y="778571"/>
                  </a:lnTo>
                  <a:lnTo>
                    <a:pt x="2258927" y="778844"/>
                  </a:lnTo>
                  <a:lnTo>
                    <a:pt x="2254928" y="780415"/>
                  </a:lnTo>
                  <a:lnTo>
                    <a:pt x="2251102" y="781918"/>
                  </a:lnTo>
                  <a:lnTo>
                    <a:pt x="2245016" y="784310"/>
                  </a:lnTo>
                  <a:lnTo>
                    <a:pt x="2240668" y="786019"/>
                  </a:lnTo>
                  <a:lnTo>
                    <a:pt x="2239799" y="786360"/>
                  </a:lnTo>
                  <a:lnTo>
                    <a:pt x="2238234" y="786976"/>
                  </a:lnTo>
                  <a:lnTo>
                    <a:pt x="2235625" y="788001"/>
                  </a:lnTo>
                  <a:lnTo>
                    <a:pt x="2228843" y="790668"/>
                  </a:lnTo>
                  <a:lnTo>
                    <a:pt x="2228495" y="790805"/>
                  </a:lnTo>
                  <a:lnTo>
                    <a:pt x="2220322" y="794020"/>
                  </a:lnTo>
                  <a:lnTo>
                    <a:pt x="2211279" y="797579"/>
                  </a:lnTo>
                  <a:lnTo>
                    <a:pt x="2209367" y="798332"/>
                  </a:lnTo>
                  <a:lnTo>
                    <a:pt x="2208671" y="798606"/>
                  </a:lnTo>
                  <a:lnTo>
                    <a:pt x="2203802" y="800523"/>
                  </a:lnTo>
                  <a:lnTo>
                    <a:pt x="2198237" y="802714"/>
                  </a:lnTo>
                  <a:lnTo>
                    <a:pt x="2194411" y="804221"/>
                  </a:lnTo>
                  <a:lnTo>
                    <a:pt x="2181543" y="809292"/>
                  </a:lnTo>
                  <a:lnTo>
                    <a:pt x="2177196" y="811006"/>
                  </a:lnTo>
                  <a:lnTo>
                    <a:pt x="2175457" y="811691"/>
                  </a:lnTo>
                  <a:lnTo>
                    <a:pt x="2171457" y="813269"/>
                  </a:lnTo>
                  <a:lnTo>
                    <a:pt x="2170066" y="813817"/>
                  </a:lnTo>
                  <a:lnTo>
                    <a:pt x="2154763" y="819855"/>
                  </a:lnTo>
                  <a:lnTo>
                    <a:pt x="2144155" y="824042"/>
                  </a:lnTo>
                  <a:lnTo>
                    <a:pt x="2139634" y="825827"/>
                  </a:lnTo>
                  <a:lnTo>
                    <a:pt x="2137721" y="826583"/>
                  </a:lnTo>
                  <a:lnTo>
                    <a:pt x="2136330" y="827132"/>
                  </a:lnTo>
                  <a:lnTo>
                    <a:pt x="2129026" y="830018"/>
                  </a:lnTo>
                  <a:lnTo>
                    <a:pt x="2122592" y="832561"/>
                  </a:lnTo>
                  <a:lnTo>
                    <a:pt x="2119462" y="833798"/>
                  </a:lnTo>
                  <a:lnTo>
                    <a:pt x="2114071" y="835929"/>
                  </a:lnTo>
                  <a:lnTo>
                    <a:pt x="2112158" y="836686"/>
                  </a:lnTo>
                  <a:lnTo>
                    <a:pt x="2109376" y="837786"/>
                  </a:lnTo>
                  <a:lnTo>
                    <a:pt x="2106593" y="838886"/>
                  </a:lnTo>
                  <a:lnTo>
                    <a:pt x="2097203" y="842602"/>
                  </a:lnTo>
                  <a:lnTo>
                    <a:pt x="2096507" y="842877"/>
                  </a:lnTo>
                  <a:lnTo>
                    <a:pt x="2094594" y="843634"/>
                  </a:lnTo>
                  <a:lnTo>
                    <a:pt x="2091638" y="844804"/>
                  </a:lnTo>
                  <a:lnTo>
                    <a:pt x="2086769" y="846732"/>
                  </a:lnTo>
                  <a:lnTo>
                    <a:pt x="2085725" y="847145"/>
                  </a:lnTo>
                  <a:lnTo>
                    <a:pt x="2085030" y="847420"/>
                  </a:lnTo>
                  <a:lnTo>
                    <a:pt x="2081030" y="849004"/>
                  </a:lnTo>
                  <a:lnTo>
                    <a:pt x="2077205" y="850519"/>
                  </a:lnTo>
                  <a:lnTo>
                    <a:pt x="2071118" y="852930"/>
                  </a:lnTo>
                  <a:lnTo>
                    <a:pt x="2066771" y="854653"/>
                  </a:lnTo>
                  <a:lnTo>
                    <a:pt x="2065901" y="854998"/>
                  </a:lnTo>
                  <a:lnTo>
                    <a:pt x="2064336" y="855618"/>
                  </a:lnTo>
                  <a:lnTo>
                    <a:pt x="2061728" y="856652"/>
                  </a:lnTo>
                  <a:lnTo>
                    <a:pt x="2054946" y="859341"/>
                  </a:lnTo>
                  <a:lnTo>
                    <a:pt x="2054598" y="859478"/>
                  </a:lnTo>
                  <a:lnTo>
                    <a:pt x="2046425" y="862720"/>
                  </a:lnTo>
                  <a:lnTo>
                    <a:pt x="2037382" y="866308"/>
                  </a:lnTo>
                  <a:lnTo>
                    <a:pt x="2035469" y="867067"/>
                  </a:lnTo>
                  <a:lnTo>
                    <a:pt x="2034774" y="867343"/>
                  </a:lnTo>
                  <a:lnTo>
                    <a:pt x="2029904" y="869276"/>
                  </a:lnTo>
                  <a:lnTo>
                    <a:pt x="2024340" y="871485"/>
                  </a:lnTo>
                  <a:lnTo>
                    <a:pt x="2020514" y="873004"/>
                  </a:lnTo>
                  <a:lnTo>
                    <a:pt x="2007646" y="878117"/>
                  </a:lnTo>
                  <a:lnTo>
                    <a:pt x="2003298" y="879845"/>
                  </a:lnTo>
                  <a:lnTo>
                    <a:pt x="2001559" y="880536"/>
                  </a:lnTo>
                  <a:lnTo>
                    <a:pt x="1997559" y="882126"/>
                  </a:lnTo>
                  <a:lnTo>
                    <a:pt x="1996168" y="882679"/>
                  </a:lnTo>
                  <a:lnTo>
                    <a:pt x="1980865" y="888767"/>
                  </a:lnTo>
                  <a:lnTo>
                    <a:pt x="1970258" y="892989"/>
                  </a:lnTo>
                  <a:lnTo>
                    <a:pt x="1965736" y="894789"/>
                  </a:lnTo>
                  <a:lnTo>
                    <a:pt x="1963823" y="895551"/>
                  </a:lnTo>
                  <a:lnTo>
                    <a:pt x="1962432" y="896105"/>
                  </a:lnTo>
                  <a:lnTo>
                    <a:pt x="1955128" y="899014"/>
                  </a:lnTo>
                  <a:lnTo>
                    <a:pt x="1948694" y="901578"/>
                  </a:lnTo>
                  <a:lnTo>
                    <a:pt x="1945564" y="902826"/>
                  </a:lnTo>
                  <a:lnTo>
                    <a:pt x="1940173" y="904975"/>
                  </a:lnTo>
                  <a:lnTo>
                    <a:pt x="1938260" y="905738"/>
                  </a:lnTo>
                  <a:lnTo>
                    <a:pt x="1935478" y="906847"/>
                  </a:lnTo>
                  <a:lnTo>
                    <a:pt x="1932696" y="907957"/>
                  </a:lnTo>
                  <a:lnTo>
                    <a:pt x="1923305" y="911703"/>
                  </a:lnTo>
                  <a:lnTo>
                    <a:pt x="1922610" y="911980"/>
                  </a:lnTo>
                  <a:lnTo>
                    <a:pt x="1920697" y="912744"/>
                  </a:lnTo>
                  <a:lnTo>
                    <a:pt x="1917741" y="913924"/>
                  </a:lnTo>
                  <a:lnTo>
                    <a:pt x="1912871" y="915867"/>
                  </a:lnTo>
                  <a:lnTo>
                    <a:pt x="1911828" y="916284"/>
                  </a:lnTo>
                  <a:lnTo>
                    <a:pt x="1911132" y="916562"/>
                  </a:lnTo>
                  <a:lnTo>
                    <a:pt x="1907133" y="918159"/>
                  </a:lnTo>
                  <a:lnTo>
                    <a:pt x="1903307" y="919687"/>
                  </a:lnTo>
                  <a:lnTo>
                    <a:pt x="1897221" y="922118"/>
                  </a:lnTo>
                  <a:lnTo>
                    <a:pt x="1892873" y="923855"/>
                  </a:lnTo>
                  <a:lnTo>
                    <a:pt x="1892004" y="924203"/>
                  </a:lnTo>
                  <a:lnTo>
                    <a:pt x="1890439" y="924828"/>
                  </a:lnTo>
                  <a:lnTo>
                    <a:pt x="1887830" y="925871"/>
                  </a:lnTo>
                  <a:lnTo>
                    <a:pt x="1881048" y="928582"/>
                  </a:lnTo>
                  <a:lnTo>
                    <a:pt x="1880700" y="928721"/>
                  </a:lnTo>
                  <a:lnTo>
                    <a:pt x="1872527" y="931990"/>
                  </a:lnTo>
                  <a:lnTo>
                    <a:pt x="1863485" y="935608"/>
                  </a:lnTo>
                  <a:lnTo>
                    <a:pt x="1861572" y="936373"/>
                  </a:lnTo>
                  <a:lnTo>
                    <a:pt x="1860876" y="936651"/>
                  </a:lnTo>
                  <a:lnTo>
                    <a:pt x="1856007" y="938600"/>
                  </a:lnTo>
                  <a:lnTo>
                    <a:pt x="1850442" y="940828"/>
                  </a:lnTo>
                  <a:lnTo>
                    <a:pt x="1846616" y="942361"/>
                  </a:lnTo>
                  <a:lnTo>
                    <a:pt x="1829401" y="949258"/>
                  </a:lnTo>
                  <a:lnTo>
                    <a:pt x="1827662" y="949956"/>
                  </a:lnTo>
                  <a:lnTo>
                    <a:pt x="1823662" y="951559"/>
                  </a:lnTo>
                  <a:lnTo>
                    <a:pt x="1822271" y="952117"/>
                  </a:lnTo>
                  <a:lnTo>
                    <a:pt x="1806968" y="958255"/>
                  </a:lnTo>
                  <a:lnTo>
                    <a:pt x="1796360" y="962513"/>
                  </a:lnTo>
                  <a:lnTo>
                    <a:pt x="1791839" y="964328"/>
                  </a:lnTo>
                  <a:lnTo>
                    <a:pt x="1789926" y="965097"/>
                  </a:lnTo>
                  <a:lnTo>
                    <a:pt x="1788535" y="965655"/>
                  </a:lnTo>
                  <a:lnTo>
                    <a:pt x="1781231" y="968589"/>
                  </a:lnTo>
                  <a:lnTo>
                    <a:pt x="1774797" y="971175"/>
                  </a:lnTo>
                  <a:lnTo>
                    <a:pt x="1771667" y="972433"/>
                  </a:lnTo>
                  <a:lnTo>
                    <a:pt x="1766276" y="974600"/>
                  </a:lnTo>
                  <a:lnTo>
                    <a:pt x="1764363" y="975369"/>
                  </a:lnTo>
                  <a:lnTo>
                    <a:pt x="1761581" y="976488"/>
                  </a:lnTo>
                  <a:lnTo>
                    <a:pt x="1758798" y="977607"/>
                  </a:lnTo>
                  <a:lnTo>
                    <a:pt x="1749408" y="981385"/>
                  </a:lnTo>
                  <a:lnTo>
                    <a:pt x="1748712" y="981665"/>
                  </a:lnTo>
                  <a:lnTo>
                    <a:pt x="1746799" y="982434"/>
                  </a:lnTo>
                  <a:lnTo>
                    <a:pt x="1743843" y="983624"/>
                  </a:lnTo>
                  <a:lnTo>
                    <a:pt x="1738974" y="985584"/>
                  </a:lnTo>
                  <a:lnTo>
                    <a:pt x="1737931" y="986004"/>
                  </a:lnTo>
                  <a:lnTo>
                    <a:pt x="1737235" y="986284"/>
                  </a:lnTo>
                  <a:lnTo>
                    <a:pt x="1733235" y="987895"/>
                  </a:lnTo>
                  <a:lnTo>
                    <a:pt x="1729410" y="989435"/>
                  </a:lnTo>
                  <a:lnTo>
                    <a:pt x="1723323" y="991887"/>
                  </a:lnTo>
                  <a:lnTo>
                    <a:pt x="1718976" y="993639"/>
                  </a:lnTo>
                  <a:lnTo>
                    <a:pt x="1718106" y="993989"/>
                  </a:lnTo>
                  <a:lnTo>
                    <a:pt x="1716541" y="994620"/>
                  </a:lnTo>
                  <a:lnTo>
                    <a:pt x="1713933" y="995671"/>
                  </a:lnTo>
                  <a:lnTo>
                    <a:pt x="1707151" y="998405"/>
                  </a:lnTo>
                  <a:lnTo>
                    <a:pt x="1706803" y="998546"/>
                  </a:lnTo>
                  <a:lnTo>
                    <a:pt x="1698630" y="1001842"/>
                  </a:lnTo>
                  <a:lnTo>
                    <a:pt x="1689587" y="1005490"/>
                  </a:lnTo>
                  <a:lnTo>
                    <a:pt x="1687674" y="1006262"/>
                  </a:lnTo>
                  <a:lnTo>
                    <a:pt x="1686979" y="1006543"/>
                  </a:lnTo>
                  <a:lnTo>
                    <a:pt x="1682110" y="1008508"/>
                  </a:lnTo>
                  <a:lnTo>
                    <a:pt x="1676545" y="1010755"/>
                  </a:lnTo>
                  <a:lnTo>
                    <a:pt x="1672719" y="1012300"/>
                  </a:lnTo>
                  <a:lnTo>
                    <a:pt x="1659851" y="1017498"/>
                  </a:lnTo>
                  <a:lnTo>
                    <a:pt x="1655503" y="1019255"/>
                  </a:lnTo>
                  <a:lnTo>
                    <a:pt x="1653764" y="1019958"/>
                  </a:lnTo>
                  <a:lnTo>
                    <a:pt x="1649765" y="1021575"/>
                  </a:lnTo>
                  <a:lnTo>
                    <a:pt x="1648373" y="1022137"/>
                  </a:lnTo>
                  <a:lnTo>
                    <a:pt x="1633070" y="1028327"/>
                  </a:lnTo>
                  <a:lnTo>
                    <a:pt x="1622463" y="1032620"/>
                  </a:lnTo>
                  <a:lnTo>
                    <a:pt x="1617941" y="1034451"/>
                  </a:lnTo>
                  <a:lnTo>
                    <a:pt x="1616028" y="1035225"/>
                  </a:lnTo>
                  <a:lnTo>
                    <a:pt x="1614637" y="1035789"/>
                  </a:lnTo>
                  <a:lnTo>
                    <a:pt x="1607334" y="1038747"/>
                  </a:lnTo>
                  <a:lnTo>
                    <a:pt x="1600899" y="1041354"/>
                  </a:lnTo>
                  <a:lnTo>
                    <a:pt x="1597769" y="1042622"/>
                  </a:lnTo>
                  <a:lnTo>
                    <a:pt x="1592378" y="1044807"/>
                  </a:lnTo>
                  <a:lnTo>
                    <a:pt x="1590466" y="1045583"/>
                  </a:lnTo>
                  <a:lnTo>
                    <a:pt x="1587683" y="1046711"/>
                  </a:lnTo>
                  <a:lnTo>
                    <a:pt x="1584901" y="1047839"/>
                  </a:lnTo>
                  <a:lnTo>
                    <a:pt x="1575510" y="1051648"/>
                  </a:lnTo>
                  <a:lnTo>
                    <a:pt x="1574815" y="1051930"/>
                  </a:lnTo>
                  <a:lnTo>
                    <a:pt x="1572902" y="1052706"/>
                  </a:lnTo>
                  <a:lnTo>
                    <a:pt x="1569946" y="1053906"/>
                  </a:lnTo>
                  <a:lnTo>
                    <a:pt x="1565077" y="1055882"/>
                  </a:lnTo>
                  <a:lnTo>
                    <a:pt x="1564033" y="1056306"/>
                  </a:lnTo>
                  <a:lnTo>
                    <a:pt x="1563338" y="1056588"/>
                  </a:lnTo>
                  <a:lnTo>
                    <a:pt x="1559338" y="1058212"/>
                  </a:lnTo>
                  <a:lnTo>
                    <a:pt x="1555512" y="1059765"/>
                  </a:lnTo>
                  <a:lnTo>
                    <a:pt x="1549426" y="1062237"/>
                  </a:lnTo>
                  <a:lnTo>
                    <a:pt x="1545078" y="1064003"/>
                  </a:lnTo>
                  <a:lnTo>
                    <a:pt x="1544209" y="1064356"/>
                  </a:lnTo>
                  <a:lnTo>
                    <a:pt x="1542644" y="1064992"/>
                  </a:lnTo>
                  <a:lnTo>
                    <a:pt x="1540035" y="1066052"/>
                  </a:lnTo>
                  <a:lnTo>
                    <a:pt x="1533253" y="1068809"/>
                  </a:lnTo>
                  <a:lnTo>
                    <a:pt x="1532905" y="1068950"/>
                  </a:lnTo>
                  <a:lnTo>
                    <a:pt x="1524732" y="1072273"/>
                  </a:lnTo>
                  <a:lnTo>
                    <a:pt x="1515690" y="1075951"/>
                  </a:lnTo>
                  <a:lnTo>
                    <a:pt x="1513777" y="1076729"/>
                  </a:lnTo>
                  <a:lnTo>
                    <a:pt x="1513081" y="1077012"/>
                  </a:lnTo>
                  <a:lnTo>
                    <a:pt x="1508212" y="1078994"/>
                  </a:lnTo>
                  <a:lnTo>
                    <a:pt x="1502647" y="1081259"/>
                  </a:lnTo>
                  <a:lnTo>
                    <a:pt x="1498822" y="1082816"/>
                  </a:lnTo>
                  <a:lnTo>
                    <a:pt x="1485953" y="1088057"/>
                  </a:lnTo>
                  <a:lnTo>
                    <a:pt x="1481606" y="1089828"/>
                  </a:lnTo>
                  <a:lnTo>
                    <a:pt x="1479867" y="1090536"/>
                  </a:lnTo>
                  <a:lnTo>
                    <a:pt x="1475867" y="1092166"/>
                  </a:lnTo>
                  <a:lnTo>
                    <a:pt x="1474476" y="1092733"/>
                  </a:lnTo>
                  <a:lnTo>
                    <a:pt x="1459173" y="1098973"/>
                  </a:lnTo>
                  <a:lnTo>
                    <a:pt x="1448565" y="1103300"/>
                  </a:lnTo>
                  <a:lnTo>
                    <a:pt x="1444044" y="1105145"/>
                  </a:lnTo>
                  <a:lnTo>
                    <a:pt x="1442131" y="1105926"/>
                  </a:lnTo>
                  <a:lnTo>
                    <a:pt x="1440740" y="1106494"/>
                  </a:lnTo>
                  <a:lnTo>
                    <a:pt x="1433436" y="1109476"/>
                  </a:lnTo>
                  <a:lnTo>
                    <a:pt x="1427002" y="1112103"/>
                  </a:lnTo>
                  <a:lnTo>
                    <a:pt x="1423872" y="1113382"/>
                  </a:lnTo>
                  <a:lnTo>
                    <a:pt x="1418481" y="1115584"/>
                  </a:lnTo>
                  <a:lnTo>
                    <a:pt x="1416568" y="1116366"/>
                  </a:lnTo>
                  <a:lnTo>
                    <a:pt x="1413786" y="1117503"/>
                  </a:lnTo>
                  <a:lnTo>
                    <a:pt x="1411003" y="1118640"/>
                  </a:lnTo>
                  <a:lnTo>
                    <a:pt x="1401613" y="1122479"/>
                  </a:lnTo>
                  <a:lnTo>
                    <a:pt x="1400917" y="1122764"/>
                  </a:lnTo>
                  <a:lnTo>
                    <a:pt x="1399004" y="1123546"/>
                  </a:lnTo>
                  <a:lnTo>
                    <a:pt x="1396048" y="1124755"/>
                  </a:lnTo>
                  <a:lnTo>
                    <a:pt x="1391179" y="1126747"/>
                  </a:lnTo>
                  <a:lnTo>
                    <a:pt x="1390136" y="1127173"/>
                  </a:lnTo>
                  <a:lnTo>
                    <a:pt x="1389440" y="1127458"/>
                  </a:lnTo>
                  <a:lnTo>
                    <a:pt x="1385440" y="1129094"/>
                  </a:lnTo>
                  <a:lnTo>
                    <a:pt x="1381615" y="1130660"/>
                  </a:lnTo>
                  <a:lnTo>
                    <a:pt x="1375528" y="1133151"/>
                  </a:lnTo>
                  <a:lnTo>
                    <a:pt x="1371181" y="1134931"/>
                  </a:lnTo>
                  <a:lnTo>
                    <a:pt x="1370311" y="1135287"/>
                  </a:lnTo>
                  <a:lnTo>
                    <a:pt x="1368746" y="1135928"/>
                  </a:lnTo>
                  <a:lnTo>
                    <a:pt x="1366138" y="1136996"/>
                  </a:lnTo>
                  <a:lnTo>
                    <a:pt x="1359356" y="1139774"/>
                  </a:lnTo>
                  <a:lnTo>
                    <a:pt x="1359008" y="1139916"/>
                  </a:lnTo>
                  <a:lnTo>
                    <a:pt x="1350835" y="1143265"/>
                  </a:lnTo>
                  <a:lnTo>
                    <a:pt x="1341792" y="1146972"/>
                  </a:lnTo>
                  <a:lnTo>
                    <a:pt x="1339879" y="1147756"/>
                  </a:lnTo>
                  <a:lnTo>
                    <a:pt x="1339184" y="1148041"/>
                  </a:lnTo>
                  <a:lnTo>
                    <a:pt x="1334315" y="1150038"/>
                  </a:lnTo>
                  <a:lnTo>
                    <a:pt x="1328750" y="1152320"/>
                  </a:lnTo>
                  <a:lnTo>
                    <a:pt x="1324924" y="1153889"/>
                  </a:lnTo>
                  <a:lnTo>
                    <a:pt x="1312056" y="1159170"/>
                  </a:lnTo>
                  <a:lnTo>
                    <a:pt x="1307708" y="1160955"/>
                  </a:lnTo>
                  <a:lnTo>
                    <a:pt x="1305969" y="1161669"/>
                  </a:lnTo>
                  <a:lnTo>
                    <a:pt x="1301970" y="1163311"/>
                  </a:lnTo>
                  <a:lnTo>
                    <a:pt x="1300579" y="1163882"/>
                  </a:lnTo>
                  <a:lnTo>
                    <a:pt x="1285276" y="1170169"/>
                  </a:lnTo>
                  <a:lnTo>
                    <a:pt x="1274668" y="1174529"/>
                  </a:lnTo>
                  <a:lnTo>
                    <a:pt x="1270146" y="1176388"/>
                  </a:lnTo>
                  <a:lnTo>
                    <a:pt x="1268234" y="1177174"/>
                  </a:lnTo>
                  <a:lnTo>
                    <a:pt x="1266842" y="1177746"/>
                  </a:lnTo>
                  <a:lnTo>
                    <a:pt x="1259539" y="1180750"/>
                  </a:lnTo>
                  <a:lnTo>
                    <a:pt x="1253105" y="1183397"/>
                  </a:lnTo>
                  <a:lnTo>
                    <a:pt x="1249974" y="1184686"/>
                  </a:lnTo>
                  <a:lnTo>
                    <a:pt x="1244584" y="1186904"/>
                  </a:lnTo>
                  <a:lnTo>
                    <a:pt x="1242671" y="1187692"/>
                  </a:lnTo>
                  <a:lnTo>
                    <a:pt x="1239888" y="1188837"/>
                  </a:lnTo>
                  <a:lnTo>
                    <a:pt x="1237106" y="1189983"/>
                  </a:lnTo>
                  <a:lnTo>
                    <a:pt x="1227715" y="1193850"/>
                  </a:lnTo>
                  <a:lnTo>
                    <a:pt x="1227020" y="1194136"/>
                  </a:lnTo>
                  <a:lnTo>
                    <a:pt x="1225107" y="1194924"/>
                  </a:lnTo>
                  <a:lnTo>
                    <a:pt x="1222151" y="1196142"/>
                  </a:lnTo>
                  <a:lnTo>
                    <a:pt x="1217282" y="1198148"/>
                  </a:lnTo>
                  <a:lnTo>
                    <a:pt x="1216238" y="1198578"/>
                  </a:lnTo>
                  <a:lnTo>
                    <a:pt x="1215543" y="1198865"/>
                  </a:lnTo>
                  <a:lnTo>
                    <a:pt x="1211543" y="1200513"/>
                  </a:lnTo>
                  <a:lnTo>
                    <a:pt x="1207717" y="1202090"/>
                  </a:lnTo>
                  <a:lnTo>
                    <a:pt x="1201631" y="1204600"/>
                  </a:lnTo>
                  <a:lnTo>
                    <a:pt x="1197283" y="1206392"/>
                  </a:lnTo>
                  <a:lnTo>
                    <a:pt x="1196414" y="1206751"/>
                  </a:lnTo>
                  <a:lnTo>
                    <a:pt x="1194849" y="1207397"/>
                  </a:lnTo>
                  <a:lnTo>
                    <a:pt x="1192240" y="1208472"/>
                  </a:lnTo>
                  <a:lnTo>
                    <a:pt x="1185458" y="1211270"/>
                  </a:lnTo>
                  <a:lnTo>
                    <a:pt x="1185111" y="1211414"/>
                  </a:lnTo>
                  <a:lnTo>
                    <a:pt x="1176937" y="1214787"/>
                  </a:lnTo>
                  <a:lnTo>
                    <a:pt x="1167895" y="1218519"/>
                  </a:lnTo>
                  <a:lnTo>
                    <a:pt x="1165982" y="1219309"/>
                  </a:lnTo>
                  <a:lnTo>
                    <a:pt x="1165286" y="1219596"/>
                  </a:lnTo>
                  <a:lnTo>
                    <a:pt x="1160417" y="1221607"/>
                  </a:lnTo>
                  <a:lnTo>
                    <a:pt x="1154852" y="1223906"/>
                  </a:lnTo>
                  <a:lnTo>
                    <a:pt x="1151027" y="1225486"/>
                  </a:lnTo>
                  <a:lnTo>
                    <a:pt x="1138158" y="1230804"/>
                  </a:lnTo>
                  <a:lnTo>
                    <a:pt x="1133811" y="1232601"/>
                  </a:lnTo>
                  <a:lnTo>
                    <a:pt x="1132072" y="1233320"/>
                  </a:lnTo>
                  <a:lnTo>
                    <a:pt x="1128072" y="1234974"/>
                  </a:lnTo>
                  <a:lnTo>
                    <a:pt x="1126681" y="1235549"/>
                  </a:lnTo>
                  <a:lnTo>
                    <a:pt x="1111378" y="1241879"/>
                  </a:lnTo>
                  <a:lnTo>
                    <a:pt x="1100770" y="1246269"/>
                  </a:lnTo>
                  <a:lnTo>
                    <a:pt x="1096249" y="1248141"/>
                  </a:lnTo>
                  <a:lnTo>
                    <a:pt x="1094336" y="1248933"/>
                  </a:lnTo>
                  <a:lnTo>
                    <a:pt x="1092945" y="1249509"/>
                  </a:lnTo>
                  <a:lnTo>
                    <a:pt x="1085641" y="1252534"/>
                  </a:lnTo>
                  <a:lnTo>
                    <a:pt x="1079207" y="1255199"/>
                  </a:lnTo>
                  <a:lnTo>
                    <a:pt x="1076077" y="1256496"/>
                  </a:lnTo>
                  <a:lnTo>
                    <a:pt x="1070686" y="1258729"/>
                  </a:lnTo>
                  <a:lnTo>
                    <a:pt x="1068773" y="1259522"/>
                  </a:lnTo>
                  <a:lnTo>
                    <a:pt x="1065991" y="1260675"/>
                  </a:lnTo>
                  <a:lnTo>
                    <a:pt x="1063208" y="1261829"/>
                  </a:lnTo>
                  <a:lnTo>
                    <a:pt x="1053818" y="1265722"/>
                  </a:lnTo>
                  <a:lnTo>
                    <a:pt x="1053122" y="1266010"/>
                  </a:lnTo>
                  <a:lnTo>
                    <a:pt x="1051210" y="1266803"/>
                  </a:lnTo>
                  <a:lnTo>
                    <a:pt x="1048253" y="1268029"/>
                  </a:lnTo>
                  <a:lnTo>
                    <a:pt x="1043384" y="1270049"/>
                  </a:lnTo>
                  <a:lnTo>
                    <a:pt x="1042341" y="1270482"/>
                  </a:lnTo>
                  <a:lnTo>
                    <a:pt x="1041645" y="1270770"/>
                  </a:lnTo>
                  <a:lnTo>
                    <a:pt x="1037646" y="1272430"/>
                  </a:lnTo>
                  <a:lnTo>
                    <a:pt x="1033820" y="1274017"/>
                  </a:lnTo>
                  <a:lnTo>
                    <a:pt x="1027733" y="1276543"/>
                  </a:lnTo>
                  <a:lnTo>
                    <a:pt x="1023386" y="1278348"/>
                  </a:lnTo>
                  <a:lnTo>
                    <a:pt x="1022516" y="1278708"/>
                  </a:lnTo>
                  <a:lnTo>
                    <a:pt x="1020951" y="1279358"/>
                  </a:lnTo>
                  <a:lnTo>
                    <a:pt x="1018343" y="1280441"/>
                  </a:lnTo>
                  <a:lnTo>
                    <a:pt x="1011561" y="1283257"/>
                  </a:lnTo>
                  <a:lnTo>
                    <a:pt x="1011213" y="1283402"/>
                  </a:lnTo>
                  <a:lnTo>
                    <a:pt x="1003040" y="1286796"/>
                  </a:lnTo>
                  <a:lnTo>
                    <a:pt x="993997" y="1290554"/>
                  </a:lnTo>
                  <a:lnTo>
                    <a:pt x="992084" y="1291348"/>
                  </a:lnTo>
                  <a:lnTo>
                    <a:pt x="991389" y="1291637"/>
                  </a:lnTo>
                  <a:lnTo>
                    <a:pt x="986520" y="1293661"/>
                  </a:lnTo>
                  <a:lnTo>
                    <a:pt x="980955" y="1295974"/>
                  </a:lnTo>
                  <a:lnTo>
                    <a:pt x="977129" y="1297565"/>
                  </a:lnTo>
                  <a:lnTo>
                    <a:pt x="964261" y="1302917"/>
                  </a:lnTo>
                  <a:lnTo>
                    <a:pt x="959913" y="1304725"/>
                  </a:lnTo>
                  <a:lnTo>
                    <a:pt x="958174" y="1305449"/>
                  </a:lnTo>
                  <a:lnTo>
                    <a:pt x="954175" y="1307113"/>
                  </a:lnTo>
                  <a:lnTo>
                    <a:pt x="952784" y="1307692"/>
                  </a:lnTo>
                  <a:lnTo>
                    <a:pt x="937481" y="1314062"/>
                  </a:lnTo>
                  <a:lnTo>
                    <a:pt x="926873" y="1318479"/>
                  </a:lnTo>
                  <a:lnTo>
                    <a:pt x="922352" y="1320362"/>
                  </a:lnTo>
                  <a:lnTo>
                    <a:pt x="920439" y="1321159"/>
                  </a:lnTo>
                  <a:lnTo>
                    <a:pt x="919048" y="1321739"/>
                  </a:lnTo>
                  <a:lnTo>
                    <a:pt x="911744" y="1324782"/>
                  </a:lnTo>
                  <a:lnTo>
                    <a:pt x="905310" y="1327463"/>
                  </a:lnTo>
                  <a:lnTo>
                    <a:pt x="902179" y="1328768"/>
                  </a:lnTo>
                  <a:lnTo>
                    <a:pt x="896789" y="1331015"/>
                  </a:lnTo>
                  <a:lnTo>
                    <a:pt x="894876" y="1331813"/>
                  </a:lnTo>
                  <a:lnTo>
                    <a:pt x="892093" y="1332973"/>
                  </a:lnTo>
                  <a:lnTo>
                    <a:pt x="889311" y="1334133"/>
                  </a:lnTo>
                  <a:lnTo>
                    <a:pt x="879921" y="1338050"/>
                  </a:lnTo>
                  <a:lnTo>
                    <a:pt x="879225" y="1338340"/>
                  </a:lnTo>
                  <a:lnTo>
                    <a:pt x="874356" y="1340371"/>
                  </a:lnTo>
                  <a:lnTo>
                    <a:pt x="869487" y="1342403"/>
                  </a:lnTo>
                  <a:lnTo>
                    <a:pt x="868443" y="1342838"/>
                  </a:lnTo>
                  <a:lnTo>
                    <a:pt x="867748" y="1343129"/>
                  </a:lnTo>
                  <a:lnTo>
                    <a:pt x="863748" y="1344798"/>
                  </a:lnTo>
                  <a:lnTo>
                    <a:pt x="859922" y="1346395"/>
                  </a:lnTo>
                  <a:lnTo>
                    <a:pt x="853836" y="1348936"/>
                  </a:lnTo>
                  <a:lnTo>
                    <a:pt x="849489" y="1350751"/>
                  </a:lnTo>
                  <a:lnTo>
                    <a:pt x="848619" y="1351114"/>
                  </a:lnTo>
                  <a:lnTo>
                    <a:pt x="847054" y="1351767"/>
                  </a:lnTo>
                  <a:lnTo>
                    <a:pt x="844446" y="1352857"/>
                  </a:lnTo>
                  <a:lnTo>
                    <a:pt x="837664" y="1355689"/>
                  </a:lnTo>
                  <a:lnTo>
                    <a:pt x="837316" y="1355834"/>
                  </a:lnTo>
                  <a:lnTo>
                    <a:pt x="829143" y="1359249"/>
                  </a:lnTo>
                  <a:lnTo>
                    <a:pt x="820100" y="1363028"/>
                  </a:lnTo>
                  <a:lnTo>
                    <a:pt x="818187" y="1363827"/>
                  </a:lnTo>
                  <a:lnTo>
                    <a:pt x="817491" y="1364118"/>
                  </a:lnTo>
                  <a:lnTo>
                    <a:pt x="812622" y="1366153"/>
                  </a:lnTo>
                  <a:lnTo>
                    <a:pt x="807058" y="1368480"/>
                  </a:lnTo>
                  <a:lnTo>
                    <a:pt x="803232" y="1370079"/>
                  </a:lnTo>
                  <a:lnTo>
                    <a:pt x="790363" y="1375461"/>
                  </a:lnTo>
                  <a:lnTo>
                    <a:pt x="786016" y="1377280"/>
                  </a:lnTo>
                  <a:lnTo>
                    <a:pt x="784277" y="1378008"/>
                  </a:lnTo>
                  <a:lnTo>
                    <a:pt x="780277" y="1379681"/>
                  </a:lnTo>
                  <a:lnTo>
                    <a:pt x="778886" y="1380263"/>
                  </a:lnTo>
                  <a:lnTo>
                    <a:pt x="763583" y="1386669"/>
                  </a:lnTo>
                  <a:lnTo>
                    <a:pt x="752975" y="1391110"/>
                  </a:lnTo>
                  <a:lnTo>
                    <a:pt x="748454" y="1393004"/>
                  </a:lnTo>
                  <a:lnTo>
                    <a:pt x="746541" y="1393805"/>
                  </a:lnTo>
                  <a:lnTo>
                    <a:pt x="745150" y="1394388"/>
                  </a:lnTo>
                  <a:lnTo>
                    <a:pt x="737846" y="1397447"/>
                  </a:lnTo>
                  <a:lnTo>
                    <a:pt x="731412" y="1400144"/>
                  </a:lnTo>
                  <a:lnTo>
                    <a:pt x="728282" y="1401455"/>
                  </a:lnTo>
                  <a:lnTo>
                    <a:pt x="722891" y="1403715"/>
                  </a:lnTo>
                  <a:lnTo>
                    <a:pt x="720978" y="1404516"/>
                  </a:lnTo>
                  <a:lnTo>
                    <a:pt x="718196" y="1405683"/>
                  </a:lnTo>
                  <a:lnTo>
                    <a:pt x="715414" y="1406849"/>
                  </a:lnTo>
                  <a:lnTo>
                    <a:pt x="706023" y="1410787"/>
                  </a:lnTo>
                  <a:lnTo>
                    <a:pt x="705328" y="1411078"/>
                  </a:lnTo>
                  <a:lnTo>
                    <a:pt x="703415" y="1411881"/>
                  </a:lnTo>
                  <a:lnTo>
                    <a:pt x="700458" y="1413121"/>
                  </a:lnTo>
                  <a:lnTo>
                    <a:pt x="695589" y="1415163"/>
                  </a:lnTo>
                  <a:lnTo>
                    <a:pt x="694546" y="1415601"/>
                  </a:lnTo>
                  <a:lnTo>
                    <a:pt x="693850" y="1415892"/>
                  </a:lnTo>
                  <a:lnTo>
                    <a:pt x="689851" y="1417570"/>
                  </a:lnTo>
                  <a:lnTo>
                    <a:pt x="686025" y="1419176"/>
                  </a:lnTo>
                  <a:lnTo>
                    <a:pt x="679939" y="1421730"/>
                  </a:lnTo>
                  <a:lnTo>
                    <a:pt x="675591" y="1423554"/>
                  </a:lnTo>
                  <a:lnTo>
                    <a:pt x="674722" y="1423919"/>
                  </a:lnTo>
                  <a:lnTo>
                    <a:pt x="673157" y="1424576"/>
                  </a:lnTo>
                  <a:lnTo>
                    <a:pt x="670548" y="1425671"/>
                  </a:lnTo>
                  <a:lnTo>
                    <a:pt x="663766" y="1428518"/>
                  </a:lnTo>
                  <a:lnTo>
                    <a:pt x="663418" y="1428664"/>
                  </a:lnTo>
                  <a:lnTo>
                    <a:pt x="655245" y="1432096"/>
                  </a:lnTo>
                  <a:lnTo>
                    <a:pt x="646202" y="1435894"/>
                  </a:lnTo>
                  <a:lnTo>
                    <a:pt x="644290" y="1436698"/>
                  </a:lnTo>
                  <a:lnTo>
                    <a:pt x="643594" y="1436990"/>
                  </a:lnTo>
                  <a:lnTo>
                    <a:pt x="638725" y="1439035"/>
                  </a:lnTo>
                  <a:lnTo>
                    <a:pt x="633160" y="1441374"/>
                  </a:lnTo>
                  <a:lnTo>
                    <a:pt x="629334" y="1442981"/>
                  </a:lnTo>
                  <a:lnTo>
                    <a:pt x="616466" y="1448390"/>
                  </a:lnTo>
                  <a:lnTo>
                    <a:pt x="612119" y="1450218"/>
                  </a:lnTo>
                  <a:lnTo>
                    <a:pt x="610380" y="1450949"/>
                  </a:lnTo>
                  <a:lnTo>
                    <a:pt x="606380" y="1452631"/>
                  </a:lnTo>
                  <a:lnTo>
                    <a:pt x="604989" y="1453216"/>
                  </a:lnTo>
                  <a:lnTo>
                    <a:pt x="589686" y="1459652"/>
                  </a:lnTo>
                  <a:lnTo>
                    <a:pt x="579078" y="1464115"/>
                  </a:lnTo>
                  <a:lnTo>
                    <a:pt x="574557" y="1466018"/>
                  </a:lnTo>
                  <a:lnTo>
                    <a:pt x="572644" y="1466823"/>
                  </a:lnTo>
                  <a:lnTo>
                    <a:pt x="571253" y="1467409"/>
                  </a:lnTo>
                  <a:lnTo>
                    <a:pt x="563949" y="1470483"/>
                  </a:lnTo>
                  <a:lnTo>
                    <a:pt x="557515" y="1473192"/>
                  </a:lnTo>
                  <a:lnTo>
                    <a:pt x="554385" y="1474510"/>
                  </a:lnTo>
                  <a:lnTo>
                    <a:pt x="548994" y="1476780"/>
                  </a:lnTo>
                  <a:lnTo>
                    <a:pt x="547081" y="1477586"/>
                  </a:lnTo>
                  <a:lnTo>
                    <a:pt x="544299" y="1478757"/>
                  </a:lnTo>
                  <a:lnTo>
                    <a:pt x="541516" y="1479929"/>
                  </a:lnTo>
                  <a:lnTo>
                    <a:pt x="532126" y="1483885"/>
                  </a:lnTo>
                  <a:lnTo>
                    <a:pt x="531430" y="1484178"/>
                  </a:lnTo>
                  <a:lnTo>
                    <a:pt x="529517" y="1484984"/>
                  </a:lnTo>
                  <a:lnTo>
                    <a:pt x="526561" y="1486230"/>
                  </a:lnTo>
                  <a:lnTo>
                    <a:pt x="521692" y="1488281"/>
                  </a:lnTo>
                  <a:lnTo>
                    <a:pt x="520648" y="1488721"/>
                  </a:lnTo>
                  <a:lnTo>
                    <a:pt x="519953" y="1489014"/>
                  </a:lnTo>
                  <a:lnTo>
                    <a:pt x="515953" y="1490700"/>
                  </a:lnTo>
                  <a:lnTo>
                    <a:pt x="512127" y="1492312"/>
                  </a:lnTo>
                  <a:lnTo>
                    <a:pt x="506041" y="1494878"/>
                  </a:lnTo>
                  <a:lnTo>
                    <a:pt x="501694" y="1496711"/>
                  </a:lnTo>
                  <a:lnTo>
                    <a:pt x="500824" y="1497078"/>
                  </a:lnTo>
                  <a:lnTo>
                    <a:pt x="499259" y="1497738"/>
                  </a:lnTo>
                  <a:lnTo>
                    <a:pt x="496651" y="1498837"/>
                  </a:lnTo>
                  <a:lnTo>
                    <a:pt x="489869" y="1501697"/>
                  </a:lnTo>
                  <a:lnTo>
                    <a:pt x="489521" y="1501844"/>
                  </a:lnTo>
                  <a:lnTo>
                    <a:pt x="481348" y="1505291"/>
                  </a:lnTo>
                  <a:lnTo>
                    <a:pt x="472305" y="1509106"/>
                  </a:lnTo>
                  <a:lnTo>
                    <a:pt x="470392" y="1509913"/>
                  </a:lnTo>
                  <a:lnTo>
                    <a:pt x="469697" y="1510207"/>
                  </a:lnTo>
                  <a:lnTo>
                    <a:pt x="464827" y="1512261"/>
                  </a:lnTo>
                  <a:lnTo>
                    <a:pt x="459263" y="1514610"/>
                  </a:lnTo>
                  <a:lnTo>
                    <a:pt x="455437" y="1516225"/>
                  </a:lnTo>
                  <a:lnTo>
                    <a:pt x="442569" y="1521657"/>
                  </a:lnTo>
                  <a:lnTo>
                    <a:pt x="438221" y="1523493"/>
                  </a:lnTo>
                  <a:lnTo>
                    <a:pt x="436482" y="1524227"/>
                  </a:lnTo>
                  <a:lnTo>
                    <a:pt x="432482" y="1525916"/>
                  </a:lnTo>
                  <a:lnTo>
                    <a:pt x="431091" y="1526503"/>
                  </a:lnTo>
                  <a:lnTo>
                    <a:pt x="415788" y="1532967"/>
                  </a:lnTo>
                  <a:lnTo>
                    <a:pt x="405181" y="1537449"/>
                  </a:lnTo>
                  <a:lnTo>
                    <a:pt x="400659" y="1539360"/>
                  </a:lnTo>
                  <a:lnTo>
                    <a:pt x="398746" y="1540168"/>
                  </a:lnTo>
                  <a:lnTo>
                    <a:pt x="397355" y="1540756"/>
                  </a:lnTo>
                  <a:lnTo>
                    <a:pt x="390051" y="1543843"/>
                  </a:lnTo>
                  <a:lnTo>
                    <a:pt x="383617" y="1546563"/>
                  </a:lnTo>
                  <a:lnTo>
                    <a:pt x="380487" y="1547887"/>
                  </a:lnTo>
                  <a:lnTo>
                    <a:pt x="375096" y="1550166"/>
                  </a:lnTo>
                  <a:lnTo>
                    <a:pt x="373183" y="1550975"/>
                  </a:lnTo>
                  <a:lnTo>
                    <a:pt x="370401" y="1552152"/>
                  </a:lnTo>
                  <a:lnTo>
                    <a:pt x="367619" y="1553328"/>
                  </a:lnTo>
                  <a:lnTo>
                    <a:pt x="358228" y="1557300"/>
                  </a:lnTo>
                  <a:lnTo>
                    <a:pt x="357533" y="1557594"/>
                  </a:lnTo>
                  <a:lnTo>
                    <a:pt x="355620" y="1558404"/>
                  </a:lnTo>
                  <a:lnTo>
                    <a:pt x="352664" y="1559654"/>
                  </a:lnTo>
                  <a:lnTo>
                    <a:pt x="347794" y="1561714"/>
                  </a:lnTo>
                  <a:lnTo>
                    <a:pt x="346751" y="1562156"/>
                  </a:lnTo>
                  <a:lnTo>
                    <a:pt x="346055" y="1562450"/>
                  </a:lnTo>
                  <a:lnTo>
                    <a:pt x="342056" y="1564142"/>
                  </a:lnTo>
                  <a:lnTo>
                    <a:pt x="338230" y="1565761"/>
                  </a:lnTo>
                  <a:lnTo>
                    <a:pt x="332144" y="1568337"/>
                  </a:lnTo>
                  <a:lnTo>
                    <a:pt x="327796" y="1570177"/>
                  </a:lnTo>
                  <a:lnTo>
                    <a:pt x="326927" y="1570545"/>
                  </a:lnTo>
                  <a:lnTo>
                    <a:pt x="325362" y="1571208"/>
                  </a:lnTo>
                  <a:lnTo>
                    <a:pt x="322753" y="1572312"/>
                  </a:lnTo>
                  <a:lnTo>
                    <a:pt x="315971" y="1575183"/>
                  </a:lnTo>
                  <a:lnTo>
                    <a:pt x="315623" y="1575330"/>
                  </a:lnTo>
                  <a:lnTo>
                    <a:pt x="307450" y="1578791"/>
                  </a:lnTo>
                  <a:lnTo>
                    <a:pt x="298408" y="1582621"/>
                  </a:lnTo>
                  <a:lnTo>
                    <a:pt x="296495" y="1583431"/>
                  </a:lnTo>
                  <a:lnTo>
                    <a:pt x="290930" y="1585788"/>
                  </a:lnTo>
                  <a:lnTo>
                    <a:pt x="285365" y="1588145"/>
                  </a:lnTo>
                  <a:lnTo>
                    <a:pt x="268671" y="1595219"/>
                  </a:lnTo>
                  <a:lnTo>
                    <a:pt x="257194" y="1600083"/>
                  </a:lnTo>
                  <a:lnTo>
                    <a:pt x="241891" y="1606571"/>
                  </a:lnTo>
                  <a:lnTo>
                    <a:pt x="224849" y="1613798"/>
                  </a:lnTo>
                  <a:lnTo>
                    <a:pt x="223458" y="1614389"/>
                  </a:lnTo>
                  <a:lnTo>
                    <a:pt x="206590" y="1621545"/>
                  </a:lnTo>
                  <a:lnTo>
                    <a:pt x="201199" y="1623832"/>
                  </a:lnTo>
                  <a:lnTo>
                    <a:pt x="199286" y="1624644"/>
                  </a:lnTo>
                  <a:lnTo>
                    <a:pt x="172854" y="1635864"/>
                  </a:lnTo>
                  <a:lnTo>
                    <a:pt x="168158" y="1637857"/>
                  </a:lnTo>
                  <a:lnTo>
                    <a:pt x="164333" y="1639482"/>
                  </a:lnTo>
                  <a:lnTo>
                    <a:pt x="148856" y="1646055"/>
                  </a:lnTo>
                  <a:lnTo>
                    <a:pt x="142074" y="1648936"/>
                  </a:lnTo>
                  <a:lnTo>
                    <a:pt x="133553" y="1652556"/>
                  </a:lnTo>
                  <a:lnTo>
                    <a:pt x="117032" y="1659576"/>
                  </a:lnTo>
                  <a:lnTo>
                    <a:pt x="25389" y="1698555"/>
                  </a:lnTo>
                  <a:lnTo>
                    <a:pt x="0" y="170936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" name="pg9"/>
            <p:cNvSpPr/>
            <p:nvPr/>
          </p:nvSpPr>
          <p:spPr>
            <a:xfrm>
              <a:off x="3338030" y="3038027"/>
              <a:ext cx="4307091" cy="1665356"/>
            </a:xfrm>
            <a:custGeom>
              <a:avLst/>
              <a:pathLst>
                <a:path w="4307091" h="1665356">
                  <a:moveTo>
                    <a:pt x="0" y="1507092"/>
                  </a:moveTo>
                  <a:lnTo>
                    <a:pt x="25389" y="1499090"/>
                  </a:lnTo>
                  <a:lnTo>
                    <a:pt x="117032" y="1470145"/>
                  </a:lnTo>
                  <a:lnTo>
                    <a:pt x="133553" y="1464916"/>
                  </a:lnTo>
                  <a:lnTo>
                    <a:pt x="142074" y="1462218"/>
                  </a:lnTo>
                  <a:lnTo>
                    <a:pt x="148856" y="1460070"/>
                  </a:lnTo>
                  <a:lnTo>
                    <a:pt x="164333" y="1455166"/>
                  </a:lnTo>
                  <a:lnTo>
                    <a:pt x="168158" y="1453953"/>
                  </a:lnTo>
                  <a:lnTo>
                    <a:pt x="172854" y="1452464"/>
                  </a:lnTo>
                  <a:lnTo>
                    <a:pt x="199286" y="1444079"/>
                  </a:lnTo>
                  <a:lnTo>
                    <a:pt x="201199" y="1443471"/>
                  </a:lnTo>
                  <a:lnTo>
                    <a:pt x="206590" y="1441760"/>
                  </a:lnTo>
                  <a:lnTo>
                    <a:pt x="223458" y="1436402"/>
                  </a:lnTo>
                  <a:lnTo>
                    <a:pt x="224849" y="1435960"/>
                  </a:lnTo>
                  <a:lnTo>
                    <a:pt x="241891" y="1430543"/>
                  </a:lnTo>
                  <a:lnTo>
                    <a:pt x="257194" y="1425675"/>
                  </a:lnTo>
                  <a:lnTo>
                    <a:pt x="268671" y="1422022"/>
                  </a:lnTo>
                  <a:lnTo>
                    <a:pt x="285365" y="1416705"/>
                  </a:lnTo>
                  <a:lnTo>
                    <a:pt x="290930" y="1414932"/>
                  </a:lnTo>
                  <a:lnTo>
                    <a:pt x="296495" y="1413159"/>
                  </a:lnTo>
                  <a:lnTo>
                    <a:pt x="298408" y="1412549"/>
                  </a:lnTo>
                  <a:lnTo>
                    <a:pt x="307450" y="1409666"/>
                  </a:lnTo>
                  <a:lnTo>
                    <a:pt x="315623" y="1407059"/>
                  </a:lnTo>
                  <a:lnTo>
                    <a:pt x="315971" y="1406948"/>
                  </a:lnTo>
                  <a:lnTo>
                    <a:pt x="322753" y="1404784"/>
                  </a:lnTo>
                  <a:lnTo>
                    <a:pt x="325362" y="1403951"/>
                  </a:lnTo>
                  <a:lnTo>
                    <a:pt x="326927" y="1403452"/>
                  </a:lnTo>
                  <a:lnTo>
                    <a:pt x="327796" y="1403174"/>
                  </a:lnTo>
                  <a:lnTo>
                    <a:pt x="332144" y="1401787"/>
                  </a:lnTo>
                  <a:lnTo>
                    <a:pt x="338230" y="1399843"/>
                  </a:lnTo>
                  <a:lnTo>
                    <a:pt x="342056" y="1398621"/>
                  </a:lnTo>
                  <a:lnTo>
                    <a:pt x="346055" y="1397344"/>
                  </a:lnTo>
                  <a:lnTo>
                    <a:pt x="346751" y="1397121"/>
                  </a:lnTo>
                  <a:lnTo>
                    <a:pt x="347794" y="1396788"/>
                  </a:lnTo>
                  <a:lnTo>
                    <a:pt x="352664" y="1395232"/>
                  </a:lnTo>
                  <a:lnTo>
                    <a:pt x="355620" y="1394288"/>
                  </a:lnTo>
                  <a:lnTo>
                    <a:pt x="357533" y="1393676"/>
                  </a:lnTo>
                  <a:lnTo>
                    <a:pt x="358228" y="1393454"/>
                  </a:lnTo>
                  <a:lnTo>
                    <a:pt x="367619" y="1390452"/>
                  </a:lnTo>
                  <a:lnTo>
                    <a:pt x="370401" y="1389562"/>
                  </a:lnTo>
                  <a:lnTo>
                    <a:pt x="373183" y="1388672"/>
                  </a:lnTo>
                  <a:lnTo>
                    <a:pt x="375096" y="1388060"/>
                  </a:lnTo>
                  <a:lnTo>
                    <a:pt x="380487" y="1386335"/>
                  </a:lnTo>
                  <a:lnTo>
                    <a:pt x="383617" y="1385334"/>
                  </a:lnTo>
                  <a:lnTo>
                    <a:pt x="390051" y="1383274"/>
                  </a:lnTo>
                  <a:lnTo>
                    <a:pt x="397355" y="1380936"/>
                  </a:lnTo>
                  <a:lnTo>
                    <a:pt x="398746" y="1380490"/>
                  </a:lnTo>
                  <a:lnTo>
                    <a:pt x="400659" y="1379878"/>
                  </a:lnTo>
                  <a:lnTo>
                    <a:pt x="405181" y="1378429"/>
                  </a:lnTo>
                  <a:lnTo>
                    <a:pt x="415788" y="1375030"/>
                  </a:lnTo>
                  <a:lnTo>
                    <a:pt x="431091" y="1370123"/>
                  </a:lnTo>
                  <a:lnTo>
                    <a:pt x="432482" y="1369677"/>
                  </a:lnTo>
                  <a:lnTo>
                    <a:pt x="436482" y="1368394"/>
                  </a:lnTo>
                  <a:lnTo>
                    <a:pt x="438221" y="1367836"/>
                  </a:lnTo>
                  <a:lnTo>
                    <a:pt x="442569" y="1366441"/>
                  </a:lnTo>
                  <a:lnTo>
                    <a:pt x="455437" y="1362310"/>
                  </a:lnTo>
                  <a:lnTo>
                    <a:pt x="459263" y="1361081"/>
                  </a:lnTo>
                  <a:lnTo>
                    <a:pt x="464827" y="1359293"/>
                  </a:lnTo>
                  <a:lnTo>
                    <a:pt x="469697" y="1357729"/>
                  </a:lnTo>
                  <a:lnTo>
                    <a:pt x="470392" y="1357505"/>
                  </a:lnTo>
                  <a:lnTo>
                    <a:pt x="472305" y="1356890"/>
                  </a:lnTo>
                  <a:lnTo>
                    <a:pt x="481348" y="1353983"/>
                  </a:lnTo>
                  <a:lnTo>
                    <a:pt x="489521" y="1351354"/>
                  </a:lnTo>
                  <a:lnTo>
                    <a:pt x="489869" y="1351243"/>
                  </a:lnTo>
                  <a:lnTo>
                    <a:pt x="496651" y="1349060"/>
                  </a:lnTo>
                  <a:lnTo>
                    <a:pt x="499259" y="1348221"/>
                  </a:lnTo>
                  <a:lnTo>
                    <a:pt x="500824" y="1347717"/>
                  </a:lnTo>
                  <a:lnTo>
                    <a:pt x="501694" y="1347437"/>
                  </a:lnTo>
                  <a:lnTo>
                    <a:pt x="506041" y="1346038"/>
                  </a:lnTo>
                  <a:lnTo>
                    <a:pt x="512127" y="1344078"/>
                  </a:lnTo>
                  <a:lnTo>
                    <a:pt x="515953" y="1342845"/>
                  </a:lnTo>
                  <a:lnTo>
                    <a:pt x="519953" y="1341557"/>
                  </a:lnTo>
                  <a:lnTo>
                    <a:pt x="520648" y="1341333"/>
                  </a:lnTo>
                  <a:lnTo>
                    <a:pt x="521692" y="1340996"/>
                  </a:lnTo>
                  <a:lnTo>
                    <a:pt x="526561" y="1339427"/>
                  </a:lnTo>
                  <a:lnTo>
                    <a:pt x="529517" y="1338474"/>
                  </a:lnTo>
                  <a:lnTo>
                    <a:pt x="531430" y="1337858"/>
                  </a:lnTo>
                  <a:lnTo>
                    <a:pt x="532126" y="1337633"/>
                  </a:lnTo>
                  <a:lnTo>
                    <a:pt x="541516" y="1334605"/>
                  </a:lnTo>
                  <a:lnTo>
                    <a:pt x="544299" y="1333708"/>
                  </a:lnTo>
                  <a:lnTo>
                    <a:pt x="547081" y="1332810"/>
                  </a:lnTo>
                  <a:lnTo>
                    <a:pt x="548994" y="1332193"/>
                  </a:lnTo>
                  <a:lnTo>
                    <a:pt x="554385" y="1330453"/>
                  </a:lnTo>
                  <a:lnTo>
                    <a:pt x="557515" y="1329442"/>
                  </a:lnTo>
                  <a:lnTo>
                    <a:pt x="563949" y="1327365"/>
                  </a:lnTo>
                  <a:lnTo>
                    <a:pt x="571253" y="1325006"/>
                  </a:lnTo>
                  <a:lnTo>
                    <a:pt x="572644" y="1324556"/>
                  </a:lnTo>
                  <a:lnTo>
                    <a:pt x="574557" y="1323938"/>
                  </a:lnTo>
                  <a:lnTo>
                    <a:pt x="579078" y="1322477"/>
                  </a:lnTo>
                  <a:lnTo>
                    <a:pt x="589686" y="1319047"/>
                  </a:lnTo>
                  <a:lnTo>
                    <a:pt x="604989" y="1314096"/>
                  </a:lnTo>
                  <a:lnTo>
                    <a:pt x="606380" y="1313646"/>
                  </a:lnTo>
                  <a:lnTo>
                    <a:pt x="610380" y="1312351"/>
                  </a:lnTo>
                  <a:lnTo>
                    <a:pt x="612119" y="1311788"/>
                  </a:lnTo>
                  <a:lnTo>
                    <a:pt x="616466" y="1310380"/>
                  </a:lnTo>
                  <a:lnTo>
                    <a:pt x="629334" y="1306211"/>
                  </a:lnTo>
                  <a:lnTo>
                    <a:pt x="633160" y="1304971"/>
                  </a:lnTo>
                  <a:lnTo>
                    <a:pt x="638725" y="1303166"/>
                  </a:lnTo>
                  <a:lnTo>
                    <a:pt x="643594" y="1301587"/>
                  </a:lnTo>
                  <a:lnTo>
                    <a:pt x="644290" y="1301362"/>
                  </a:lnTo>
                  <a:lnTo>
                    <a:pt x="646202" y="1300741"/>
                  </a:lnTo>
                  <a:lnTo>
                    <a:pt x="655245" y="1297807"/>
                  </a:lnTo>
                  <a:lnTo>
                    <a:pt x="663418" y="1295153"/>
                  </a:lnTo>
                  <a:lnTo>
                    <a:pt x="663766" y="1295040"/>
                  </a:lnTo>
                  <a:lnTo>
                    <a:pt x="670548" y="1292838"/>
                  </a:lnTo>
                  <a:lnTo>
                    <a:pt x="673157" y="1291990"/>
                  </a:lnTo>
                  <a:lnTo>
                    <a:pt x="674722" y="1291482"/>
                  </a:lnTo>
                  <a:lnTo>
                    <a:pt x="675591" y="1291199"/>
                  </a:lnTo>
                  <a:lnTo>
                    <a:pt x="679939" y="1289786"/>
                  </a:lnTo>
                  <a:lnTo>
                    <a:pt x="686025" y="1287808"/>
                  </a:lnTo>
                  <a:lnTo>
                    <a:pt x="689851" y="1286563"/>
                  </a:lnTo>
                  <a:lnTo>
                    <a:pt x="693850" y="1285263"/>
                  </a:lnTo>
                  <a:lnTo>
                    <a:pt x="694546" y="1285036"/>
                  </a:lnTo>
                  <a:lnTo>
                    <a:pt x="695589" y="1284697"/>
                  </a:lnTo>
                  <a:lnTo>
                    <a:pt x="700458" y="1283113"/>
                  </a:lnTo>
                  <a:lnTo>
                    <a:pt x="703415" y="1282150"/>
                  </a:lnTo>
                  <a:lnTo>
                    <a:pt x="705328" y="1281528"/>
                  </a:lnTo>
                  <a:lnTo>
                    <a:pt x="706023" y="1281301"/>
                  </a:lnTo>
                  <a:lnTo>
                    <a:pt x="715414" y="1278244"/>
                  </a:lnTo>
                  <a:lnTo>
                    <a:pt x="718196" y="1277337"/>
                  </a:lnTo>
                  <a:lnTo>
                    <a:pt x="720978" y="1276431"/>
                  </a:lnTo>
                  <a:lnTo>
                    <a:pt x="722891" y="1275808"/>
                  </a:lnTo>
                  <a:lnTo>
                    <a:pt x="728282" y="1274051"/>
                  </a:lnTo>
                  <a:lnTo>
                    <a:pt x="731412" y="1273030"/>
                  </a:lnTo>
                  <a:lnTo>
                    <a:pt x="737846" y="1270932"/>
                  </a:lnTo>
                  <a:lnTo>
                    <a:pt x="745150" y="1268550"/>
                  </a:lnTo>
                  <a:lnTo>
                    <a:pt x="746541" y="1268096"/>
                  </a:lnTo>
                  <a:lnTo>
                    <a:pt x="748454" y="1267472"/>
                  </a:lnTo>
                  <a:lnTo>
                    <a:pt x="752975" y="1265996"/>
                  </a:lnTo>
                  <a:lnTo>
                    <a:pt x="763583" y="1262532"/>
                  </a:lnTo>
                  <a:lnTo>
                    <a:pt x="778886" y="1257531"/>
                  </a:lnTo>
                  <a:lnTo>
                    <a:pt x="780277" y="1257077"/>
                  </a:lnTo>
                  <a:lnTo>
                    <a:pt x="784277" y="1255769"/>
                  </a:lnTo>
                  <a:lnTo>
                    <a:pt x="786016" y="1255200"/>
                  </a:lnTo>
                  <a:lnTo>
                    <a:pt x="790363" y="1253778"/>
                  </a:lnTo>
                  <a:lnTo>
                    <a:pt x="803232" y="1249566"/>
                  </a:lnTo>
                  <a:lnTo>
                    <a:pt x="807058" y="1248313"/>
                  </a:lnTo>
                  <a:lnTo>
                    <a:pt x="812622" y="1246491"/>
                  </a:lnTo>
                  <a:lnTo>
                    <a:pt x="817491" y="1244895"/>
                  </a:lnTo>
                  <a:lnTo>
                    <a:pt x="818187" y="1244667"/>
                  </a:lnTo>
                  <a:lnTo>
                    <a:pt x="820100" y="1244040"/>
                  </a:lnTo>
                  <a:lnTo>
                    <a:pt x="829143" y="1241076"/>
                  </a:lnTo>
                  <a:lnTo>
                    <a:pt x="837316" y="1238395"/>
                  </a:lnTo>
                  <a:lnTo>
                    <a:pt x="837664" y="1238281"/>
                  </a:lnTo>
                  <a:lnTo>
                    <a:pt x="844446" y="1236055"/>
                  </a:lnTo>
                  <a:lnTo>
                    <a:pt x="847054" y="1235199"/>
                  </a:lnTo>
                  <a:lnTo>
                    <a:pt x="848619" y="1234685"/>
                  </a:lnTo>
                  <a:lnTo>
                    <a:pt x="849489" y="1234399"/>
                  </a:lnTo>
                  <a:lnTo>
                    <a:pt x="853836" y="1232972"/>
                  </a:lnTo>
                  <a:lnTo>
                    <a:pt x="859922" y="1230972"/>
                  </a:lnTo>
                  <a:lnTo>
                    <a:pt x="863748" y="1229715"/>
                  </a:lnTo>
                  <a:lnTo>
                    <a:pt x="867748" y="1228400"/>
                  </a:lnTo>
                  <a:lnTo>
                    <a:pt x="868443" y="1228172"/>
                  </a:lnTo>
                  <a:lnTo>
                    <a:pt x="869487" y="1227829"/>
                  </a:lnTo>
                  <a:lnTo>
                    <a:pt x="874356" y="1226228"/>
                  </a:lnTo>
                  <a:lnTo>
                    <a:pt x="879225" y="1224626"/>
                  </a:lnTo>
                  <a:lnTo>
                    <a:pt x="879921" y="1224397"/>
                  </a:lnTo>
                  <a:lnTo>
                    <a:pt x="889311" y="1221307"/>
                  </a:lnTo>
                  <a:lnTo>
                    <a:pt x="892093" y="1220391"/>
                  </a:lnTo>
                  <a:lnTo>
                    <a:pt x="894876" y="1219475"/>
                  </a:lnTo>
                  <a:lnTo>
                    <a:pt x="896789" y="1218845"/>
                  </a:lnTo>
                  <a:lnTo>
                    <a:pt x="902179" y="1217070"/>
                  </a:lnTo>
                  <a:lnTo>
                    <a:pt x="905310" y="1216038"/>
                  </a:lnTo>
                  <a:lnTo>
                    <a:pt x="911744" y="1213918"/>
                  </a:lnTo>
                  <a:lnTo>
                    <a:pt x="919048" y="1211509"/>
                  </a:lnTo>
                  <a:lnTo>
                    <a:pt x="920439" y="1211051"/>
                  </a:lnTo>
                  <a:lnTo>
                    <a:pt x="922352" y="1210420"/>
                  </a:lnTo>
                  <a:lnTo>
                    <a:pt x="926873" y="1208928"/>
                  </a:lnTo>
                  <a:lnTo>
                    <a:pt x="937481" y="1205427"/>
                  </a:lnTo>
                  <a:lnTo>
                    <a:pt x="952784" y="1200371"/>
                  </a:lnTo>
                  <a:lnTo>
                    <a:pt x="954175" y="1199912"/>
                  </a:lnTo>
                  <a:lnTo>
                    <a:pt x="958174" y="1198589"/>
                  </a:lnTo>
                  <a:lnTo>
                    <a:pt x="959913" y="1198014"/>
                  </a:lnTo>
                  <a:lnTo>
                    <a:pt x="964261" y="1196577"/>
                  </a:lnTo>
                  <a:lnTo>
                    <a:pt x="977129" y="1192319"/>
                  </a:lnTo>
                  <a:lnTo>
                    <a:pt x="980955" y="1191052"/>
                  </a:lnTo>
                  <a:lnTo>
                    <a:pt x="986520" y="1189209"/>
                  </a:lnTo>
                  <a:lnTo>
                    <a:pt x="991389" y="1187596"/>
                  </a:lnTo>
                  <a:lnTo>
                    <a:pt x="992084" y="1187366"/>
                  </a:lnTo>
                  <a:lnTo>
                    <a:pt x="993997" y="1186732"/>
                  </a:lnTo>
                  <a:lnTo>
                    <a:pt x="1003040" y="1183734"/>
                  </a:lnTo>
                  <a:lnTo>
                    <a:pt x="1011213" y="1181023"/>
                  </a:lnTo>
                  <a:lnTo>
                    <a:pt x="1011561" y="1180908"/>
                  </a:lnTo>
                  <a:lnTo>
                    <a:pt x="1018343" y="1178657"/>
                  </a:lnTo>
                  <a:lnTo>
                    <a:pt x="1020951" y="1177791"/>
                  </a:lnTo>
                  <a:lnTo>
                    <a:pt x="1022516" y="1177272"/>
                  </a:lnTo>
                  <a:lnTo>
                    <a:pt x="1023386" y="1176983"/>
                  </a:lnTo>
                  <a:lnTo>
                    <a:pt x="1027733" y="1175539"/>
                  </a:lnTo>
                  <a:lnTo>
                    <a:pt x="1033820" y="1173518"/>
                  </a:lnTo>
                  <a:lnTo>
                    <a:pt x="1037646" y="1172246"/>
                  </a:lnTo>
                  <a:lnTo>
                    <a:pt x="1041645" y="1170917"/>
                  </a:lnTo>
                  <a:lnTo>
                    <a:pt x="1042341" y="1170686"/>
                  </a:lnTo>
                  <a:lnTo>
                    <a:pt x="1043384" y="1170339"/>
                  </a:lnTo>
                  <a:lnTo>
                    <a:pt x="1048253" y="1168720"/>
                  </a:lnTo>
                  <a:lnTo>
                    <a:pt x="1051210" y="1167736"/>
                  </a:lnTo>
                  <a:lnTo>
                    <a:pt x="1053122" y="1167100"/>
                  </a:lnTo>
                  <a:lnTo>
                    <a:pt x="1053818" y="1166868"/>
                  </a:lnTo>
                  <a:lnTo>
                    <a:pt x="1063208" y="1163743"/>
                  </a:lnTo>
                  <a:lnTo>
                    <a:pt x="1065991" y="1162817"/>
                  </a:lnTo>
                  <a:lnTo>
                    <a:pt x="1068773" y="1161890"/>
                  </a:lnTo>
                  <a:lnTo>
                    <a:pt x="1070686" y="1161253"/>
                  </a:lnTo>
                  <a:lnTo>
                    <a:pt x="1076077" y="1159457"/>
                  </a:lnTo>
                  <a:lnTo>
                    <a:pt x="1079207" y="1158414"/>
                  </a:lnTo>
                  <a:lnTo>
                    <a:pt x="1085641" y="1156270"/>
                  </a:lnTo>
                  <a:lnTo>
                    <a:pt x="1092945" y="1153834"/>
                  </a:lnTo>
                  <a:lnTo>
                    <a:pt x="1094336" y="1153370"/>
                  </a:lnTo>
                  <a:lnTo>
                    <a:pt x="1096249" y="1152732"/>
                  </a:lnTo>
                  <a:lnTo>
                    <a:pt x="1100770" y="1151223"/>
                  </a:lnTo>
                  <a:lnTo>
                    <a:pt x="1111378" y="1147682"/>
                  </a:lnTo>
                  <a:lnTo>
                    <a:pt x="1126681" y="1142568"/>
                  </a:lnTo>
                  <a:lnTo>
                    <a:pt x="1128072" y="1142103"/>
                  </a:lnTo>
                  <a:lnTo>
                    <a:pt x="1132072" y="1140765"/>
                  </a:lnTo>
                  <a:lnTo>
                    <a:pt x="1133811" y="1140184"/>
                  </a:lnTo>
                  <a:lnTo>
                    <a:pt x="1138158" y="1138730"/>
                  </a:lnTo>
                  <a:lnTo>
                    <a:pt x="1151027" y="1134422"/>
                  </a:lnTo>
                  <a:lnTo>
                    <a:pt x="1154852" y="1133141"/>
                  </a:lnTo>
                  <a:lnTo>
                    <a:pt x="1160417" y="1131277"/>
                  </a:lnTo>
                  <a:lnTo>
                    <a:pt x="1165286" y="1129645"/>
                  </a:lnTo>
                  <a:lnTo>
                    <a:pt x="1165982" y="1129412"/>
                  </a:lnTo>
                  <a:lnTo>
                    <a:pt x="1167895" y="1128770"/>
                  </a:lnTo>
                  <a:lnTo>
                    <a:pt x="1176937" y="1125738"/>
                  </a:lnTo>
                  <a:lnTo>
                    <a:pt x="1185111" y="1122995"/>
                  </a:lnTo>
                  <a:lnTo>
                    <a:pt x="1185458" y="1122879"/>
                  </a:lnTo>
                  <a:lnTo>
                    <a:pt x="1192240" y="1120602"/>
                  </a:lnTo>
                  <a:lnTo>
                    <a:pt x="1194849" y="1119726"/>
                  </a:lnTo>
                  <a:lnTo>
                    <a:pt x="1196414" y="1119200"/>
                  </a:lnTo>
                  <a:lnTo>
                    <a:pt x="1197283" y="1118908"/>
                  </a:lnTo>
                  <a:lnTo>
                    <a:pt x="1201631" y="1117448"/>
                  </a:lnTo>
                  <a:lnTo>
                    <a:pt x="1207717" y="1115402"/>
                  </a:lnTo>
                  <a:lnTo>
                    <a:pt x="1211543" y="1114116"/>
                  </a:lnTo>
                  <a:lnTo>
                    <a:pt x="1215543" y="1112771"/>
                  </a:lnTo>
                  <a:lnTo>
                    <a:pt x="1216238" y="1112537"/>
                  </a:lnTo>
                  <a:lnTo>
                    <a:pt x="1217282" y="1112186"/>
                  </a:lnTo>
                  <a:lnTo>
                    <a:pt x="1222151" y="1110548"/>
                  </a:lnTo>
                  <a:lnTo>
                    <a:pt x="1225107" y="1109553"/>
                  </a:lnTo>
                  <a:lnTo>
                    <a:pt x="1227020" y="1108909"/>
                  </a:lnTo>
                  <a:lnTo>
                    <a:pt x="1227715" y="1108675"/>
                  </a:lnTo>
                  <a:lnTo>
                    <a:pt x="1237106" y="1105513"/>
                  </a:lnTo>
                  <a:lnTo>
                    <a:pt x="1239888" y="1104576"/>
                  </a:lnTo>
                  <a:lnTo>
                    <a:pt x="1242671" y="1103639"/>
                  </a:lnTo>
                  <a:lnTo>
                    <a:pt x="1244584" y="1102994"/>
                  </a:lnTo>
                  <a:lnTo>
                    <a:pt x="1249974" y="1101177"/>
                  </a:lnTo>
                  <a:lnTo>
                    <a:pt x="1253105" y="1100122"/>
                  </a:lnTo>
                  <a:lnTo>
                    <a:pt x="1259539" y="1097952"/>
                  </a:lnTo>
                  <a:lnTo>
                    <a:pt x="1266842" y="1095488"/>
                  </a:lnTo>
                  <a:lnTo>
                    <a:pt x="1268234" y="1095018"/>
                  </a:lnTo>
                  <a:lnTo>
                    <a:pt x="1270146" y="1094372"/>
                  </a:lnTo>
                  <a:lnTo>
                    <a:pt x="1274668" y="1092846"/>
                  </a:lnTo>
                  <a:lnTo>
                    <a:pt x="1285276" y="1089263"/>
                  </a:lnTo>
                  <a:lnTo>
                    <a:pt x="1300579" y="1084089"/>
                  </a:lnTo>
                  <a:lnTo>
                    <a:pt x="1301970" y="1083618"/>
                  </a:lnTo>
                  <a:lnTo>
                    <a:pt x="1305969" y="1082265"/>
                  </a:lnTo>
                  <a:lnTo>
                    <a:pt x="1307708" y="1081677"/>
                  </a:lnTo>
                  <a:lnTo>
                    <a:pt x="1312056" y="1080205"/>
                  </a:lnTo>
                  <a:lnTo>
                    <a:pt x="1324924" y="1075847"/>
                  </a:lnTo>
                  <a:lnTo>
                    <a:pt x="1328750" y="1074551"/>
                  </a:lnTo>
                  <a:lnTo>
                    <a:pt x="1334315" y="1072664"/>
                  </a:lnTo>
                  <a:lnTo>
                    <a:pt x="1339184" y="1071013"/>
                  </a:lnTo>
                  <a:lnTo>
                    <a:pt x="1339879" y="1070777"/>
                  </a:lnTo>
                  <a:lnTo>
                    <a:pt x="1341792" y="1070129"/>
                  </a:lnTo>
                  <a:lnTo>
                    <a:pt x="1350835" y="1067060"/>
                  </a:lnTo>
                  <a:lnTo>
                    <a:pt x="1359008" y="1064286"/>
                  </a:lnTo>
                  <a:lnTo>
                    <a:pt x="1359356" y="1064167"/>
                  </a:lnTo>
                  <a:lnTo>
                    <a:pt x="1366138" y="1061864"/>
                  </a:lnTo>
                  <a:lnTo>
                    <a:pt x="1368746" y="1060977"/>
                  </a:lnTo>
                  <a:lnTo>
                    <a:pt x="1370311" y="1060446"/>
                  </a:lnTo>
                  <a:lnTo>
                    <a:pt x="1371181" y="1060150"/>
                  </a:lnTo>
                  <a:lnTo>
                    <a:pt x="1375528" y="1058672"/>
                  </a:lnTo>
                  <a:lnTo>
                    <a:pt x="1381615" y="1056603"/>
                  </a:lnTo>
                  <a:lnTo>
                    <a:pt x="1385440" y="1055301"/>
                  </a:lnTo>
                  <a:lnTo>
                    <a:pt x="1389440" y="1053941"/>
                  </a:lnTo>
                  <a:lnTo>
                    <a:pt x="1390136" y="1053704"/>
                  </a:lnTo>
                  <a:lnTo>
                    <a:pt x="1391179" y="1053349"/>
                  </a:lnTo>
                  <a:lnTo>
                    <a:pt x="1396048" y="1051691"/>
                  </a:lnTo>
                  <a:lnTo>
                    <a:pt x="1399004" y="1050685"/>
                  </a:lnTo>
                  <a:lnTo>
                    <a:pt x="1400917" y="1050034"/>
                  </a:lnTo>
                  <a:lnTo>
                    <a:pt x="1401613" y="1049797"/>
                  </a:lnTo>
                  <a:lnTo>
                    <a:pt x="1411003" y="1046598"/>
                  </a:lnTo>
                  <a:lnTo>
                    <a:pt x="1413786" y="1045649"/>
                  </a:lnTo>
                  <a:lnTo>
                    <a:pt x="1416568" y="1044701"/>
                  </a:lnTo>
                  <a:lnTo>
                    <a:pt x="1418481" y="1044049"/>
                  </a:lnTo>
                  <a:lnTo>
                    <a:pt x="1423872" y="1042211"/>
                  </a:lnTo>
                  <a:lnTo>
                    <a:pt x="1427002" y="1041143"/>
                  </a:lnTo>
                  <a:lnTo>
                    <a:pt x="1433436" y="1038947"/>
                  </a:lnTo>
                  <a:lnTo>
                    <a:pt x="1440740" y="1036454"/>
                  </a:lnTo>
                  <a:lnTo>
                    <a:pt x="1442131" y="1035979"/>
                  </a:lnTo>
                  <a:lnTo>
                    <a:pt x="1444044" y="1035326"/>
                  </a:lnTo>
                  <a:lnTo>
                    <a:pt x="1448565" y="1033782"/>
                  </a:lnTo>
                  <a:lnTo>
                    <a:pt x="1459173" y="1030156"/>
                  </a:lnTo>
                  <a:lnTo>
                    <a:pt x="1474476" y="1024922"/>
                  </a:lnTo>
                  <a:lnTo>
                    <a:pt x="1475867" y="1024446"/>
                  </a:lnTo>
                  <a:lnTo>
                    <a:pt x="1479867" y="1023077"/>
                  </a:lnTo>
                  <a:lnTo>
                    <a:pt x="1481606" y="1022482"/>
                  </a:lnTo>
                  <a:lnTo>
                    <a:pt x="1485953" y="1020993"/>
                  </a:lnTo>
                  <a:lnTo>
                    <a:pt x="1498822" y="1016585"/>
                  </a:lnTo>
                  <a:lnTo>
                    <a:pt x="1502647" y="1015273"/>
                  </a:lnTo>
                  <a:lnTo>
                    <a:pt x="1508212" y="1013365"/>
                  </a:lnTo>
                  <a:lnTo>
                    <a:pt x="1513081" y="1011695"/>
                  </a:lnTo>
                  <a:lnTo>
                    <a:pt x="1513777" y="1011456"/>
                  </a:lnTo>
                  <a:lnTo>
                    <a:pt x="1515690" y="1010800"/>
                  </a:lnTo>
                  <a:lnTo>
                    <a:pt x="1524732" y="1007696"/>
                  </a:lnTo>
                  <a:lnTo>
                    <a:pt x="1532905" y="1004889"/>
                  </a:lnTo>
                  <a:lnTo>
                    <a:pt x="1533253" y="1004770"/>
                  </a:lnTo>
                  <a:lnTo>
                    <a:pt x="1540035" y="1002440"/>
                  </a:lnTo>
                  <a:lnTo>
                    <a:pt x="1542644" y="1001543"/>
                  </a:lnTo>
                  <a:lnTo>
                    <a:pt x="1544209" y="1001005"/>
                  </a:lnTo>
                  <a:lnTo>
                    <a:pt x="1545078" y="1000706"/>
                  </a:lnTo>
                  <a:lnTo>
                    <a:pt x="1549426" y="999211"/>
                  </a:lnTo>
                  <a:lnTo>
                    <a:pt x="1555512" y="997118"/>
                  </a:lnTo>
                  <a:lnTo>
                    <a:pt x="1559338" y="995802"/>
                  </a:lnTo>
                  <a:lnTo>
                    <a:pt x="1563338" y="994425"/>
                  </a:lnTo>
                  <a:lnTo>
                    <a:pt x="1564033" y="994186"/>
                  </a:lnTo>
                  <a:lnTo>
                    <a:pt x="1565077" y="993827"/>
                  </a:lnTo>
                  <a:lnTo>
                    <a:pt x="1569946" y="992151"/>
                  </a:lnTo>
                  <a:lnTo>
                    <a:pt x="1572902" y="991132"/>
                  </a:lnTo>
                  <a:lnTo>
                    <a:pt x="1574815" y="990474"/>
                  </a:lnTo>
                  <a:lnTo>
                    <a:pt x="1575510" y="990234"/>
                  </a:lnTo>
                  <a:lnTo>
                    <a:pt x="1584901" y="986999"/>
                  </a:lnTo>
                  <a:lnTo>
                    <a:pt x="1587683" y="986040"/>
                  </a:lnTo>
                  <a:lnTo>
                    <a:pt x="1590466" y="985080"/>
                  </a:lnTo>
                  <a:lnTo>
                    <a:pt x="1592378" y="984421"/>
                  </a:lnTo>
                  <a:lnTo>
                    <a:pt x="1597769" y="982562"/>
                  </a:lnTo>
                  <a:lnTo>
                    <a:pt x="1600899" y="981482"/>
                  </a:lnTo>
                  <a:lnTo>
                    <a:pt x="1607334" y="979262"/>
                  </a:lnTo>
                  <a:lnTo>
                    <a:pt x="1614637" y="976740"/>
                  </a:lnTo>
                  <a:lnTo>
                    <a:pt x="1616028" y="976260"/>
                  </a:lnTo>
                  <a:lnTo>
                    <a:pt x="1617941" y="975599"/>
                  </a:lnTo>
                  <a:lnTo>
                    <a:pt x="1622463" y="974037"/>
                  </a:lnTo>
                  <a:lnTo>
                    <a:pt x="1633070" y="970372"/>
                  </a:lnTo>
                  <a:lnTo>
                    <a:pt x="1648373" y="965079"/>
                  </a:lnTo>
                  <a:lnTo>
                    <a:pt x="1649765" y="964597"/>
                  </a:lnTo>
                  <a:lnTo>
                    <a:pt x="1653764" y="963213"/>
                  </a:lnTo>
                  <a:lnTo>
                    <a:pt x="1655503" y="962611"/>
                  </a:lnTo>
                  <a:lnTo>
                    <a:pt x="1659851" y="961106"/>
                  </a:lnTo>
                  <a:lnTo>
                    <a:pt x="1672719" y="956648"/>
                  </a:lnTo>
                  <a:lnTo>
                    <a:pt x="1676545" y="955322"/>
                  </a:lnTo>
                  <a:lnTo>
                    <a:pt x="1682110" y="953393"/>
                  </a:lnTo>
                  <a:lnTo>
                    <a:pt x="1686979" y="951705"/>
                  </a:lnTo>
                  <a:lnTo>
                    <a:pt x="1687674" y="951463"/>
                  </a:lnTo>
                  <a:lnTo>
                    <a:pt x="1689587" y="950800"/>
                  </a:lnTo>
                  <a:lnTo>
                    <a:pt x="1698630" y="947662"/>
                  </a:lnTo>
                  <a:lnTo>
                    <a:pt x="1706803" y="944824"/>
                  </a:lnTo>
                  <a:lnTo>
                    <a:pt x="1707151" y="944704"/>
                  </a:lnTo>
                  <a:lnTo>
                    <a:pt x="1713933" y="942348"/>
                  </a:lnTo>
                  <a:lnTo>
                    <a:pt x="1716541" y="941442"/>
                  </a:lnTo>
                  <a:lnTo>
                    <a:pt x="1718106" y="940898"/>
                  </a:lnTo>
                  <a:lnTo>
                    <a:pt x="1718976" y="940596"/>
                  </a:lnTo>
                  <a:lnTo>
                    <a:pt x="1723323" y="939085"/>
                  </a:lnTo>
                  <a:lnTo>
                    <a:pt x="1729410" y="936969"/>
                  </a:lnTo>
                  <a:lnTo>
                    <a:pt x="1733235" y="935638"/>
                  </a:lnTo>
                  <a:lnTo>
                    <a:pt x="1737235" y="934247"/>
                  </a:lnTo>
                  <a:lnTo>
                    <a:pt x="1737931" y="934005"/>
                  </a:lnTo>
                  <a:lnTo>
                    <a:pt x="1738974" y="933642"/>
                  </a:lnTo>
                  <a:lnTo>
                    <a:pt x="1743843" y="931948"/>
                  </a:lnTo>
                  <a:lnTo>
                    <a:pt x="1746799" y="930919"/>
                  </a:lnTo>
                  <a:lnTo>
                    <a:pt x="1748712" y="930253"/>
                  </a:lnTo>
                  <a:lnTo>
                    <a:pt x="1749408" y="930011"/>
                  </a:lnTo>
                  <a:lnTo>
                    <a:pt x="1758798" y="926740"/>
                  </a:lnTo>
                  <a:lnTo>
                    <a:pt x="1761581" y="925771"/>
                  </a:lnTo>
                  <a:lnTo>
                    <a:pt x="1764363" y="924802"/>
                  </a:lnTo>
                  <a:lnTo>
                    <a:pt x="1766276" y="924135"/>
                  </a:lnTo>
                  <a:lnTo>
                    <a:pt x="1771667" y="922256"/>
                  </a:lnTo>
                  <a:lnTo>
                    <a:pt x="1774797" y="921165"/>
                  </a:lnTo>
                  <a:lnTo>
                    <a:pt x="1781231" y="918921"/>
                  </a:lnTo>
                  <a:lnTo>
                    <a:pt x="1788535" y="916373"/>
                  </a:lnTo>
                  <a:lnTo>
                    <a:pt x="1789926" y="915888"/>
                  </a:lnTo>
                  <a:lnTo>
                    <a:pt x="1791839" y="915220"/>
                  </a:lnTo>
                  <a:lnTo>
                    <a:pt x="1796360" y="913642"/>
                  </a:lnTo>
                  <a:lnTo>
                    <a:pt x="1806968" y="909938"/>
                  </a:lnTo>
                  <a:lnTo>
                    <a:pt x="1822271" y="904590"/>
                  </a:lnTo>
                  <a:lnTo>
                    <a:pt x="1823662" y="904103"/>
                  </a:lnTo>
                  <a:lnTo>
                    <a:pt x="1827662" y="902705"/>
                  </a:lnTo>
                  <a:lnTo>
                    <a:pt x="1829401" y="902097"/>
                  </a:lnTo>
                  <a:lnTo>
                    <a:pt x="1846616" y="896072"/>
                  </a:lnTo>
                  <a:lnTo>
                    <a:pt x="1850442" y="894733"/>
                  </a:lnTo>
                  <a:lnTo>
                    <a:pt x="1856007" y="892784"/>
                  </a:lnTo>
                  <a:lnTo>
                    <a:pt x="1860876" y="891078"/>
                  </a:lnTo>
                  <a:lnTo>
                    <a:pt x="1861572" y="890834"/>
                  </a:lnTo>
                  <a:lnTo>
                    <a:pt x="1863485" y="890164"/>
                  </a:lnTo>
                  <a:lnTo>
                    <a:pt x="1872527" y="886995"/>
                  </a:lnTo>
                  <a:lnTo>
                    <a:pt x="1880700" y="884128"/>
                  </a:lnTo>
                  <a:lnTo>
                    <a:pt x="1881048" y="884006"/>
                  </a:lnTo>
                  <a:lnTo>
                    <a:pt x="1887830" y="881627"/>
                  </a:lnTo>
                  <a:lnTo>
                    <a:pt x="1890439" y="880712"/>
                  </a:lnTo>
                  <a:lnTo>
                    <a:pt x="1892004" y="880162"/>
                  </a:lnTo>
                  <a:lnTo>
                    <a:pt x="1892873" y="879857"/>
                  </a:lnTo>
                  <a:lnTo>
                    <a:pt x="1897221" y="878331"/>
                  </a:lnTo>
                  <a:lnTo>
                    <a:pt x="1903307" y="876194"/>
                  </a:lnTo>
                  <a:lnTo>
                    <a:pt x="1907133" y="874850"/>
                  </a:lnTo>
                  <a:lnTo>
                    <a:pt x="1911132" y="873445"/>
                  </a:lnTo>
                  <a:lnTo>
                    <a:pt x="1911828" y="873201"/>
                  </a:lnTo>
                  <a:lnTo>
                    <a:pt x="1912871" y="872834"/>
                  </a:lnTo>
                  <a:lnTo>
                    <a:pt x="1917741" y="871123"/>
                  </a:lnTo>
                  <a:lnTo>
                    <a:pt x="1920697" y="870084"/>
                  </a:lnTo>
                  <a:lnTo>
                    <a:pt x="1922610" y="869412"/>
                  </a:lnTo>
                  <a:lnTo>
                    <a:pt x="1923305" y="869167"/>
                  </a:lnTo>
                  <a:lnTo>
                    <a:pt x="1932696" y="865865"/>
                  </a:lnTo>
                  <a:lnTo>
                    <a:pt x="1935478" y="864886"/>
                  </a:lnTo>
                  <a:lnTo>
                    <a:pt x="1938260" y="863908"/>
                  </a:lnTo>
                  <a:lnTo>
                    <a:pt x="1940173" y="863234"/>
                  </a:lnTo>
                  <a:lnTo>
                    <a:pt x="1945564" y="861337"/>
                  </a:lnTo>
                  <a:lnTo>
                    <a:pt x="1948694" y="860235"/>
                  </a:lnTo>
                  <a:lnTo>
                    <a:pt x="1955128" y="857970"/>
                  </a:lnTo>
                  <a:lnTo>
                    <a:pt x="1962432" y="855398"/>
                  </a:lnTo>
                  <a:lnTo>
                    <a:pt x="1963823" y="854907"/>
                  </a:lnTo>
                  <a:lnTo>
                    <a:pt x="1965736" y="854233"/>
                  </a:lnTo>
                  <a:lnTo>
                    <a:pt x="1970258" y="852640"/>
                  </a:lnTo>
                  <a:lnTo>
                    <a:pt x="1980865" y="848901"/>
                  </a:lnTo>
                  <a:lnTo>
                    <a:pt x="1996168" y="843502"/>
                  </a:lnTo>
                  <a:lnTo>
                    <a:pt x="1997559" y="843011"/>
                  </a:lnTo>
                  <a:lnTo>
                    <a:pt x="2001559" y="841600"/>
                  </a:lnTo>
                  <a:lnTo>
                    <a:pt x="2003298" y="840986"/>
                  </a:lnTo>
                  <a:lnTo>
                    <a:pt x="2007646" y="839451"/>
                  </a:lnTo>
                  <a:lnTo>
                    <a:pt x="2020514" y="834906"/>
                  </a:lnTo>
                  <a:lnTo>
                    <a:pt x="2024340" y="833554"/>
                  </a:lnTo>
                  <a:lnTo>
                    <a:pt x="2029904" y="831587"/>
                  </a:lnTo>
                  <a:lnTo>
                    <a:pt x="2034774" y="829866"/>
                  </a:lnTo>
                  <a:lnTo>
                    <a:pt x="2035469" y="829620"/>
                  </a:lnTo>
                  <a:lnTo>
                    <a:pt x="2037382" y="828943"/>
                  </a:lnTo>
                  <a:lnTo>
                    <a:pt x="2046425" y="825745"/>
                  </a:lnTo>
                  <a:lnTo>
                    <a:pt x="2054598" y="822853"/>
                  </a:lnTo>
                  <a:lnTo>
                    <a:pt x="2054946" y="822730"/>
                  </a:lnTo>
                  <a:lnTo>
                    <a:pt x="2061728" y="820329"/>
                  </a:lnTo>
                  <a:lnTo>
                    <a:pt x="2064336" y="819405"/>
                  </a:lnTo>
                  <a:lnTo>
                    <a:pt x="2065901" y="818851"/>
                  </a:lnTo>
                  <a:lnTo>
                    <a:pt x="2066771" y="818543"/>
                  </a:lnTo>
                  <a:lnTo>
                    <a:pt x="2071118" y="817003"/>
                  </a:lnTo>
                  <a:lnTo>
                    <a:pt x="2077205" y="814847"/>
                  </a:lnTo>
                  <a:lnTo>
                    <a:pt x="2081030" y="813492"/>
                  </a:lnTo>
                  <a:lnTo>
                    <a:pt x="2085030" y="812074"/>
                  </a:lnTo>
                  <a:lnTo>
                    <a:pt x="2085725" y="811828"/>
                  </a:lnTo>
                  <a:lnTo>
                    <a:pt x="2086769" y="811458"/>
                  </a:lnTo>
                  <a:lnTo>
                    <a:pt x="2091638" y="809732"/>
                  </a:lnTo>
                  <a:lnTo>
                    <a:pt x="2094594" y="808683"/>
                  </a:lnTo>
                  <a:lnTo>
                    <a:pt x="2096507" y="808005"/>
                  </a:lnTo>
                  <a:lnTo>
                    <a:pt x="2097203" y="807758"/>
                  </a:lnTo>
                  <a:lnTo>
                    <a:pt x="2106593" y="804427"/>
                  </a:lnTo>
                  <a:lnTo>
                    <a:pt x="2109376" y="803440"/>
                  </a:lnTo>
                  <a:lnTo>
                    <a:pt x="2112158" y="802453"/>
                  </a:lnTo>
                  <a:lnTo>
                    <a:pt x="2114071" y="801774"/>
                  </a:lnTo>
                  <a:lnTo>
                    <a:pt x="2119462" y="799860"/>
                  </a:lnTo>
                  <a:lnTo>
                    <a:pt x="2122592" y="798749"/>
                  </a:lnTo>
                  <a:lnTo>
                    <a:pt x="2129026" y="796464"/>
                  </a:lnTo>
                  <a:lnTo>
                    <a:pt x="2136330" y="793870"/>
                  </a:lnTo>
                  <a:lnTo>
                    <a:pt x="2137721" y="793375"/>
                  </a:lnTo>
                  <a:lnTo>
                    <a:pt x="2139634" y="792696"/>
                  </a:lnTo>
                  <a:lnTo>
                    <a:pt x="2144155" y="791089"/>
                  </a:lnTo>
                  <a:lnTo>
                    <a:pt x="2154763" y="787318"/>
                  </a:lnTo>
                  <a:lnTo>
                    <a:pt x="2170066" y="781874"/>
                  </a:lnTo>
                  <a:lnTo>
                    <a:pt x="2171457" y="781379"/>
                  </a:lnTo>
                  <a:lnTo>
                    <a:pt x="2175457" y="779956"/>
                  </a:lnTo>
                  <a:lnTo>
                    <a:pt x="2177196" y="779337"/>
                  </a:lnTo>
                  <a:lnTo>
                    <a:pt x="2181543" y="777789"/>
                  </a:lnTo>
                  <a:lnTo>
                    <a:pt x="2194411" y="773207"/>
                  </a:lnTo>
                  <a:lnTo>
                    <a:pt x="2198237" y="771844"/>
                  </a:lnTo>
                  <a:lnTo>
                    <a:pt x="2203802" y="769861"/>
                  </a:lnTo>
                  <a:lnTo>
                    <a:pt x="2208671" y="768126"/>
                  </a:lnTo>
                  <a:lnTo>
                    <a:pt x="2209367" y="767878"/>
                  </a:lnTo>
                  <a:lnTo>
                    <a:pt x="2211279" y="767196"/>
                  </a:lnTo>
                  <a:lnTo>
                    <a:pt x="2220322" y="763972"/>
                  </a:lnTo>
                  <a:lnTo>
                    <a:pt x="2228495" y="761057"/>
                  </a:lnTo>
                  <a:lnTo>
                    <a:pt x="2228843" y="760933"/>
                  </a:lnTo>
                  <a:lnTo>
                    <a:pt x="2235625" y="758513"/>
                  </a:lnTo>
                  <a:lnTo>
                    <a:pt x="2238234" y="757582"/>
                  </a:lnTo>
                  <a:lnTo>
                    <a:pt x="2239799" y="757024"/>
                  </a:lnTo>
                  <a:lnTo>
                    <a:pt x="2240668" y="756713"/>
                  </a:lnTo>
                  <a:lnTo>
                    <a:pt x="2245016" y="755161"/>
                  </a:lnTo>
                  <a:lnTo>
                    <a:pt x="2251102" y="752988"/>
                  </a:lnTo>
                  <a:lnTo>
                    <a:pt x="2254928" y="751622"/>
                  </a:lnTo>
                  <a:lnTo>
                    <a:pt x="2258927" y="750194"/>
                  </a:lnTo>
                  <a:lnTo>
                    <a:pt x="2259623" y="749945"/>
                  </a:lnTo>
                  <a:lnTo>
                    <a:pt x="2260666" y="749572"/>
                  </a:lnTo>
                  <a:lnTo>
                    <a:pt x="2265535" y="747833"/>
                  </a:lnTo>
                  <a:lnTo>
                    <a:pt x="2268492" y="746777"/>
                  </a:lnTo>
                  <a:lnTo>
                    <a:pt x="2270405" y="746093"/>
                  </a:lnTo>
                  <a:lnTo>
                    <a:pt x="2271100" y="745845"/>
                  </a:lnTo>
                  <a:lnTo>
                    <a:pt x="2280491" y="742488"/>
                  </a:lnTo>
                  <a:lnTo>
                    <a:pt x="2283273" y="741493"/>
                  </a:lnTo>
                  <a:lnTo>
                    <a:pt x="2286055" y="740498"/>
                  </a:lnTo>
                  <a:lnTo>
                    <a:pt x="2287968" y="739814"/>
                  </a:lnTo>
                  <a:lnTo>
                    <a:pt x="2293359" y="737886"/>
                  </a:lnTo>
                  <a:lnTo>
                    <a:pt x="2296489" y="736767"/>
                  </a:lnTo>
                  <a:lnTo>
                    <a:pt x="2302923" y="734464"/>
                  </a:lnTo>
                  <a:lnTo>
                    <a:pt x="2310227" y="731851"/>
                  </a:lnTo>
                  <a:lnTo>
                    <a:pt x="2311618" y="731353"/>
                  </a:lnTo>
                  <a:lnTo>
                    <a:pt x="2313531" y="730668"/>
                  </a:lnTo>
                  <a:lnTo>
                    <a:pt x="2318052" y="729049"/>
                  </a:lnTo>
                  <a:lnTo>
                    <a:pt x="2328660" y="725250"/>
                  </a:lnTo>
                  <a:lnTo>
                    <a:pt x="2343963" y="719767"/>
                  </a:lnTo>
                  <a:lnTo>
                    <a:pt x="2345354" y="719269"/>
                  </a:lnTo>
                  <a:lnTo>
                    <a:pt x="2349354" y="717835"/>
                  </a:lnTo>
                  <a:lnTo>
                    <a:pt x="2351093" y="717212"/>
                  </a:lnTo>
                  <a:lnTo>
                    <a:pt x="2355440" y="715653"/>
                  </a:lnTo>
                  <a:lnTo>
                    <a:pt x="2368309" y="711038"/>
                  </a:lnTo>
                  <a:lnTo>
                    <a:pt x="2372135" y="709665"/>
                  </a:lnTo>
                  <a:lnTo>
                    <a:pt x="2377699" y="707668"/>
                  </a:lnTo>
                  <a:lnTo>
                    <a:pt x="2382568" y="705921"/>
                  </a:lnTo>
                  <a:lnTo>
                    <a:pt x="2383264" y="705671"/>
                  </a:lnTo>
                  <a:lnTo>
                    <a:pt x="2385177" y="704984"/>
                  </a:lnTo>
                  <a:lnTo>
                    <a:pt x="2394220" y="701738"/>
                  </a:lnTo>
                  <a:lnTo>
                    <a:pt x="2402393" y="698802"/>
                  </a:lnTo>
                  <a:lnTo>
                    <a:pt x="2402741" y="698678"/>
                  </a:lnTo>
                  <a:lnTo>
                    <a:pt x="2409523" y="696241"/>
                  </a:lnTo>
                  <a:lnTo>
                    <a:pt x="2412131" y="695304"/>
                  </a:lnTo>
                  <a:lnTo>
                    <a:pt x="2413696" y="694742"/>
                  </a:lnTo>
                  <a:lnTo>
                    <a:pt x="2414566" y="694429"/>
                  </a:lnTo>
                  <a:lnTo>
                    <a:pt x="2418913" y="692867"/>
                  </a:lnTo>
                  <a:lnTo>
                    <a:pt x="2424999" y="690679"/>
                  </a:lnTo>
                  <a:lnTo>
                    <a:pt x="2428825" y="689304"/>
                  </a:lnTo>
                  <a:lnTo>
                    <a:pt x="2432825" y="687865"/>
                  </a:lnTo>
                  <a:lnTo>
                    <a:pt x="2433520" y="687615"/>
                  </a:lnTo>
                  <a:lnTo>
                    <a:pt x="2434564" y="687240"/>
                  </a:lnTo>
                  <a:lnTo>
                    <a:pt x="2439433" y="685489"/>
                  </a:lnTo>
                  <a:lnTo>
                    <a:pt x="2442389" y="684426"/>
                  </a:lnTo>
                  <a:lnTo>
                    <a:pt x="2444302" y="683737"/>
                  </a:lnTo>
                  <a:lnTo>
                    <a:pt x="2444998" y="683487"/>
                  </a:lnTo>
                  <a:lnTo>
                    <a:pt x="2454388" y="680108"/>
                  </a:lnTo>
                  <a:lnTo>
                    <a:pt x="2457170" y="679107"/>
                  </a:lnTo>
                  <a:lnTo>
                    <a:pt x="2459953" y="678106"/>
                  </a:lnTo>
                  <a:lnTo>
                    <a:pt x="2461866" y="677417"/>
                  </a:lnTo>
                  <a:lnTo>
                    <a:pt x="2467256" y="675477"/>
                  </a:lnTo>
                  <a:lnTo>
                    <a:pt x="2470387" y="674350"/>
                  </a:lnTo>
                  <a:lnTo>
                    <a:pt x="2476821" y="672033"/>
                  </a:lnTo>
                  <a:lnTo>
                    <a:pt x="2484125" y="669402"/>
                  </a:lnTo>
                  <a:lnTo>
                    <a:pt x="2485516" y="668901"/>
                  </a:lnTo>
                  <a:lnTo>
                    <a:pt x="2487429" y="668212"/>
                  </a:lnTo>
                  <a:lnTo>
                    <a:pt x="2491950" y="666582"/>
                  </a:lnTo>
                  <a:lnTo>
                    <a:pt x="2502558" y="662760"/>
                  </a:lnTo>
                  <a:lnTo>
                    <a:pt x="2517861" y="657242"/>
                  </a:lnTo>
                  <a:lnTo>
                    <a:pt x="2519252" y="656740"/>
                  </a:lnTo>
                  <a:lnTo>
                    <a:pt x="2523251" y="655298"/>
                  </a:lnTo>
                  <a:lnTo>
                    <a:pt x="2529338" y="653102"/>
                  </a:lnTo>
                  <a:lnTo>
                    <a:pt x="2542206" y="648458"/>
                  </a:lnTo>
                  <a:lnTo>
                    <a:pt x="2546032" y="647077"/>
                  </a:lnTo>
                  <a:lnTo>
                    <a:pt x="2551597" y="645069"/>
                  </a:lnTo>
                  <a:lnTo>
                    <a:pt x="2556466" y="643310"/>
                  </a:lnTo>
                  <a:lnTo>
                    <a:pt x="2557161" y="643059"/>
                  </a:lnTo>
                  <a:lnTo>
                    <a:pt x="2559074" y="642369"/>
                  </a:lnTo>
                  <a:lnTo>
                    <a:pt x="2568117" y="639103"/>
                  </a:lnTo>
                  <a:lnTo>
                    <a:pt x="2576290" y="636150"/>
                  </a:lnTo>
                  <a:lnTo>
                    <a:pt x="2576638" y="636024"/>
                  </a:lnTo>
                  <a:lnTo>
                    <a:pt x="2583420" y="633573"/>
                  </a:lnTo>
                  <a:lnTo>
                    <a:pt x="2586028" y="632631"/>
                  </a:lnTo>
                  <a:lnTo>
                    <a:pt x="2587594" y="632065"/>
                  </a:lnTo>
                  <a:lnTo>
                    <a:pt x="2588463" y="631751"/>
                  </a:lnTo>
                  <a:lnTo>
                    <a:pt x="2592810" y="630179"/>
                  </a:lnTo>
                  <a:lnTo>
                    <a:pt x="2598897" y="627979"/>
                  </a:lnTo>
                  <a:lnTo>
                    <a:pt x="2602723" y="626595"/>
                  </a:lnTo>
                  <a:lnTo>
                    <a:pt x="2606722" y="625149"/>
                  </a:lnTo>
                  <a:lnTo>
                    <a:pt x="2607418" y="624897"/>
                  </a:lnTo>
                  <a:lnTo>
                    <a:pt x="2608461" y="624520"/>
                  </a:lnTo>
                  <a:lnTo>
                    <a:pt x="2613330" y="622759"/>
                  </a:lnTo>
                  <a:lnTo>
                    <a:pt x="2616287" y="621689"/>
                  </a:lnTo>
                  <a:lnTo>
                    <a:pt x="2618199" y="620997"/>
                  </a:lnTo>
                  <a:lnTo>
                    <a:pt x="2618895" y="620745"/>
                  </a:lnTo>
                  <a:lnTo>
                    <a:pt x="2628286" y="617348"/>
                  </a:lnTo>
                  <a:lnTo>
                    <a:pt x="2631068" y="616341"/>
                  </a:lnTo>
                  <a:lnTo>
                    <a:pt x="2633850" y="615334"/>
                  </a:lnTo>
                  <a:lnTo>
                    <a:pt x="2635763" y="614641"/>
                  </a:lnTo>
                  <a:lnTo>
                    <a:pt x="2641154" y="612690"/>
                  </a:lnTo>
                  <a:lnTo>
                    <a:pt x="2644284" y="611556"/>
                  </a:lnTo>
                  <a:lnTo>
                    <a:pt x="2650718" y="609226"/>
                  </a:lnTo>
                  <a:lnTo>
                    <a:pt x="2659413" y="606077"/>
                  </a:lnTo>
                  <a:lnTo>
                    <a:pt x="2661326" y="605384"/>
                  </a:lnTo>
                  <a:lnTo>
                    <a:pt x="2676455" y="599903"/>
                  </a:lnTo>
                  <a:lnTo>
                    <a:pt x="2691758" y="594356"/>
                  </a:lnTo>
                  <a:lnTo>
                    <a:pt x="2693149" y="593851"/>
                  </a:lnTo>
                  <a:lnTo>
                    <a:pt x="2698888" y="591770"/>
                  </a:lnTo>
                  <a:lnTo>
                    <a:pt x="2703235" y="590194"/>
                  </a:lnTo>
                  <a:lnTo>
                    <a:pt x="2716104" y="585526"/>
                  </a:lnTo>
                  <a:lnTo>
                    <a:pt x="2719929" y="584138"/>
                  </a:lnTo>
                  <a:lnTo>
                    <a:pt x="2725494" y="582118"/>
                  </a:lnTo>
                  <a:lnTo>
                    <a:pt x="2730363" y="580351"/>
                  </a:lnTo>
                  <a:lnTo>
                    <a:pt x="2731059" y="580099"/>
                  </a:lnTo>
                  <a:lnTo>
                    <a:pt x="2732972" y="579404"/>
                  </a:lnTo>
                  <a:lnTo>
                    <a:pt x="2742014" y="576122"/>
                  </a:lnTo>
                  <a:lnTo>
                    <a:pt x="2750188" y="573154"/>
                  </a:lnTo>
                  <a:lnTo>
                    <a:pt x="2750535" y="573027"/>
                  </a:lnTo>
                  <a:lnTo>
                    <a:pt x="2757317" y="570564"/>
                  </a:lnTo>
                  <a:lnTo>
                    <a:pt x="2759926" y="569617"/>
                  </a:lnTo>
                  <a:lnTo>
                    <a:pt x="2761491" y="569048"/>
                  </a:lnTo>
                  <a:lnTo>
                    <a:pt x="2762360" y="568733"/>
                  </a:lnTo>
                  <a:lnTo>
                    <a:pt x="2766708" y="567153"/>
                  </a:lnTo>
                  <a:lnTo>
                    <a:pt x="2772794" y="564942"/>
                  </a:lnTo>
                  <a:lnTo>
                    <a:pt x="2780620" y="562098"/>
                  </a:lnTo>
                  <a:lnTo>
                    <a:pt x="2781315" y="561845"/>
                  </a:lnTo>
                  <a:lnTo>
                    <a:pt x="2782359" y="561466"/>
                  </a:lnTo>
                  <a:lnTo>
                    <a:pt x="2787228" y="559696"/>
                  </a:lnTo>
                  <a:lnTo>
                    <a:pt x="2790184" y="558621"/>
                  </a:lnTo>
                  <a:lnTo>
                    <a:pt x="2792097" y="557926"/>
                  </a:lnTo>
                  <a:lnTo>
                    <a:pt x="2792793" y="557673"/>
                  </a:lnTo>
                  <a:lnTo>
                    <a:pt x="2802183" y="554259"/>
                  </a:lnTo>
                  <a:lnTo>
                    <a:pt x="2804965" y="553247"/>
                  </a:lnTo>
                  <a:lnTo>
                    <a:pt x="2807748" y="552235"/>
                  </a:lnTo>
                  <a:lnTo>
                    <a:pt x="2809661" y="551539"/>
                  </a:lnTo>
                  <a:lnTo>
                    <a:pt x="2815051" y="549579"/>
                  </a:lnTo>
                  <a:lnTo>
                    <a:pt x="2818182" y="548440"/>
                  </a:lnTo>
                  <a:lnTo>
                    <a:pt x="2824616" y="546099"/>
                  </a:lnTo>
                  <a:lnTo>
                    <a:pt x="2831919" y="543441"/>
                  </a:lnTo>
                  <a:lnTo>
                    <a:pt x="2833311" y="542935"/>
                  </a:lnTo>
                  <a:lnTo>
                    <a:pt x="2835223" y="542239"/>
                  </a:lnTo>
                  <a:lnTo>
                    <a:pt x="2839745" y="540593"/>
                  </a:lnTo>
                  <a:lnTo>
                    <a:pt x="2850353" y="536732"/>
                  </a:lnTo>
                  <a:lnTo>
                    <a:pt x="2865656" y="531159"/>
                  </a:lnTo>
                  <a:lnTo>
                    <a:pt x="2867047" y="530653"/>
                  </a:lnTo>
                  <a:lnTo>
                    <a:pt x="2871046" y="529196"/>
                  </a:lnTo>
                  <a:lnTo>
                    <a:pt x="2872785" y="528562"/>
                  </a:lnTo>
                  <a:lnTo>
                    <a:pt x="2877133" y="526978"/>
                  </a:lnTo>
                  <a:lnTo>
                    <a:pt x="2890001" y="522290"/>
                  </a:lnTo>
                  <a:lnTo>
                    <a:pt x="2893827" y="520895"/>
                  </a:lnTo>
                  <a:lnTo>
                    <a:pt x="2899392" y="518867"/>
                  </a:lnTo>
                  <a:lnTo>
                    <a:pt x="2904261" y="517092"/>
                  </a:lnTo>
                  <a:lnTo>
                    <a:pt x="2904956" y="516839"/>
                  </a:lnTo>
                  <a:lnTo>
                    <a:pt x="2906869" y="516141"/>
                  </a:lnTo>
                  <a:lnTo>
                    <a:pt x="2915912" y="512844"/>
                  </a:lnTo>
                  <a:lnTo>
                    <a:pt x="2924085" y="509864"/>
                  </a:lnTo>
                  <a:lnTo>
                    <a:pt x="2924433" y="509737"/>
                  </a:lnTo>
                  <a:lnTo>
                    <a:pt x="2931215" y="507263"/>
                  </a:lnTo>
                  <a:lnTo>
                    <a:pt x="2933823" y="506312"/>
                  </a:lnTo>
                  <a:lnTo>
                    <a:pt x="2935388" y="505741"/>
                  </a:lnTo>
                  <a:lnTo>
                    <a:pt x="2936258" y="505424"/>
                  </a:lnTo>
                  <a:lnTo>
                    <a:pt x="2940605" y="503837"/>
                  </a:lnTo>
                  <a:lnTo>
                    <a:pt x="2946692" y="501617"/>
                  </a:lnTo>
                  <a:lnTo>
                    <a:pt x="2950517" y="500221"/>
                  </a:lnTo>
                  <a:lnTo>
                    <a:pt x="2954517" y="498761"/>
                  </a:lnTo>
                  <a:lnTo>
                    <a:pt x="2955213" y="498507"/>
                  </a:lnTo>
                  <a:lnTo>
                    <a:pt x="2956256" y="498126"/>
                  </a:lnTo>
                  <a:lnTo>
                    <a:pt x="2961125" y="496349"/>
                  </a:lnTo>
                  <a:lnTo>
                    <a:pt x="2964081" y="495270"/>
                  </a:lnTo>
                  <a:lnTo>
                    <a:pt x="2965994" y="494572"/>
                  </a:lnTo>
                  <a:lnTo>
                    <a:pt x="2966690" y="494318"/>
                  </a:lnTo>
                  <a:lnTo>
                    <a:pt x="2976080" y="490889"/>
                  </a:lnTo>
                  <a:lnTo>
                    <a:pt x="2978863" y="489873"/>
                  </a:lnTo>
                  <a:lnTo>
                    <a:pt x="2981645" y="488857"/>
                  </a:lnTo>
                  <a:lnTo>
                    <a:pt x="2983558" y="488159"/>
                  </a:lnTo>
                  <a:lnTo>
                    <a:pt x="2988949" y="486190"/>
                  </a:lnTo>
                  <a:lnTo>
                    <a:pt x="2992079" y="485047"/>
                  </a:lnTo>
                  <a:lnTo>
                    <a:pt x="2998513" y="482697"/>
                  </a:lnTo>
                  <a:lnTo>
                    <a:pt x="3005817" y="480028"/>
                  </a:lnTo>
                  <a:lnTo>
                    <a:pt x="3007208" y="479520"/>
                  </a:lnTo>
                  <a:lnTo>
                    <a:pt x="3009121" y="478821"/>
                  </a:lnTo>
                  <a:lnTo>
                    <a:pt x="3013642" y="477169"/>
                  </a:lnTo>
                  <a:lnTo>
                    <a:pt x="3024250" y="473292"/>
                  </a:lnTo>
                  <a:lnTo>
                    <a:pt x="3039553" y="467698"/>
                  </a:lnTo>
                  <a:lnTo>
                    <a:pt x="3040944" y="467189"/>
                  </a:lnTo>
                  <a:lnTo>
                    <a:pt x="3044944" y="465727"/>
                  </a:lnTo>
                  <a:lnTo>
                    <a:pt x="3046683" y="465091"/>
                  </a:lnTo>
                  <a:lnTo>
                    <a:pt x="3051030" y="463501"/>
                  </a:lnTo>
                  <a:lnTo>
                    <a:pt x="3063899" y="458794"/>
                  </a:lnTo>
                  <a:lnTo>
                    <a:pt x="3067724" y="457395"/>
                  </a:lnTo>
                  <a:lnTo>
                    <a:pt x="3078158" y="453578"/>
                  </a:lnTo>
                  <a:lnTo>
                    <a:pt x="3078854" y="453323"/>
                  </a:lnTo>
                  <a:lnTo>
                    <a:pt x="3080767" y="452623"/>
                  </a:lnTo>
                  <a:lnTo>
                    <a:pt x="3089809" y="449314"/>
                  </a:lnTo>
                  <a:lnTo>
                    <a:pt x="3097983" y="446322"/>
                  </a:lnTo>
                  <a:lnTo>
                    <a:pt x="3105112" y="443712"/>
                  </a:lnTo>
                  <a:lnTo>
                    <a:pt x="3107721" y="442757"/>
                  </a:lnTo>
                  <a:lnTo>
                    <a:pt x="3109286" y="442184"/>
                  </a:lnTo>
                  <a:lnTo>
                    <a:pt x="3110155" y="441866"/>
                  </a:lnTo>
                  <a:lnTo>
                    <a:pt x="3114503" y="440274"/>
                  </a:lnTo>
                  <a:lnTo>
                    <a:pt x="3120589" y="438046"/>
                  </a:lnTo>
                  <a:lnTo>
                    <a:pt x="3124415" y="436645"/>
                  </a:lnTo>
                  <a:lnTo>
                    <a:pt x="3128415" y="435180"/>
                  </a:lnTo>
                  <a:lnTo>
                    <a:pt x="3129110" y="434925"/>
                  </a:lnTo>
                  <a:lnTo>
                    <a:pt x="3130154" y="434543"/>
                  </a:lnTo>
                  <a:lnTo>
                    <a:pt x="3135023" y="432759"/>
                  </a:lnTo>
                  <a:lnTo>
                    <a:pt x="3137979" y="431676"/>
                  </a:lnTo>
                  <a:lnTo>
                    <a:pt x="3139892" y="430976"/>
                  </a:lnTo>
                  <a:lnTo>
                    <a:pt x="3140587" y="430721"/>
                  </a:lnTo>
                  <a:lnTo>
                    <a:pt x="3149978" y="427280"/>
                  </a:lnTo>
                  <a:lnTo>
                    <a:pt x="3152760" y="426261"/>
                  </a:lnTo>
                  <a:lnTo>
                    <a:pt x="3155543" y="425241"/>
                  </a:lnTo>
                  <a:lnTo>
                    <a:pt x="3157455" y="424540"/>
                  </a:lnTo>
                  <a:lnTo>
                    <a:pt x="3162846" y="422565"/>
                  </a:lnTo>
                  <a:lnTo>
                    <a:pt x="3165976" y="421418"/>
                  </a:lnTo>
                  <a:lnTo>
                    <a:pt x="3172411" y="419059"/>
                  </a:lnTo>
                  <a:lnTo>
                    <a:pt x="3179714" y="416382"/>
                  </a:lnTo>
                  <a:lnTo>
                    <a:pt x="3181105" y="415872"/>
                  </a:lnTo>
                  <a:lnTo>
                    <a:pt x="3183018" y="415171"/>
                  </a:lnTo>
                  <a:lnTo>
                    <a:pt x="3187540" y="413513"/>
                  </a:lnTo>
                  <a:lnTo>
                    <a:pt x="3198147" y="409623"/>
                  </a:lnTo>
                  <a:lnTo>
                    <a:pt x="3213450" y="404010"/>
                  </a:lnTo>
                  <a:lnTo>
                    <a:pt x="3214842" y="403500"/>
                  </a:lnTo>
                  <a:lnTo>
                    <a:pt x="3218841" y="402033"/>
                  </a:lnTo>
                  <a:lnTo>
                    <a:pt x="3220580" y="401395"/>
                  </a:lnTo>
                  <a:lnTo>
                    <a:pt x="3224928" y="399800"/>
                  </a:lnTo>
                  <a:lnTo>
                    <a:pt x="3237796" y="395078"/>
                  </a:lnTo>
                  <a:lnTo>
                    <a:pt x="3241622" y="393674"/>
                  </a:lnTo>
                  <a:lnTo>
                    <a:pt x="3247187" y="391632"/>
                  </a:lnTo>
                  <a:lnTo>
                    <a:pt x="3252056" y="389845"/>
                  </a:lnTo>
                  <a:lnTo>
                    <a:pt x="3252751" y="389589"/>
                  </a:lnTo>
                  <a:lnTo>
                    <a:pt x="3254664" y="388887"/>
                  </a:lnTo>
                  <a:lnTo>
                    <a:pt x="3263707" y="385567"/>
                  </a:lnTo>
                  <a:lnTo>
                    <a:pt x="3271880" y="382567"/>
                  </a:lnTo>
                  <a:lnTo>
                    <a:pt x="3272228" y="382439"/>
                  </a:lnTo>
                  <a:lnTo>
                    <a:pt x="3279010" y="379948"/>
                  </a:lnTo>
                  <a:lnTo>
                    <a:pt x="3281618" y="378991"/>
                  </a:lnTo>
                  <a:lnTo>
                    <a:pt x="3283183" y="378416"/>
                  </a:lnTo>
                  <a:lnTo>
                    <a:pt x="3284053" y="378096"/>
                  </a:lnTo>
                  <a:lnTo>
                    <a:pt x="3288400" y="376500"/>
                  </a:lnTo>
                  <a:lnTo>
                    <a:pt x="3294487" y="374264"/>
                  </a:lnTo>
                  <a:lnTo>
                    <a:pt x="3298312" y="372859"/>
                  </a:lnTo>
                  <a:lnTo>
                    <a:pt x="3302312" y="371390"/>
                  </a:lnTo>
                  <a:lnTo>
                    <a:pt x="3303008" y="371134"/>
                  </a:lnTo>
                  <a:lnTo>
                    <a:pt x="3304051" y="370751"/>
                  </a:lnTo>
                  <a:lnTo>
                    <a:pt x="3308920" y="368962"/>
                  </a:lnTo>
                  <a:lnTo>
                    <a:pt x="3311876" y="367876"/>
                  </a:lnTo>
                  <a:lnTo>
                    <a:pt x="3313789" y="367173"/>
                  </a:lnTo>
                  <a:lnTo>
                    <a:pt x="3323875" y="363467"/>
                  </a:lnTo>
                  <a:lnTo>
                    <a:pt x="3326658" y="362444"/>
                  </a:lnTo>
                  <a:lnTo>
                    <a:pt x="3329440" y="361422"/>
                  </a:lnTo>
                  <a:lnTo>
                    <a:pt x="3331353" y="360719"/>
                  </a:lnTo>
                  <a:lnTo>
                    <a:pt x="3336744" y="358737"/>
                  </a:lnTo>
                  <a:lnTo>
                    <a:pt x="3339874" y="357587"/>
                  </a:lnTo>
                  <a:lnTo>
                    <a:pt x="3346308" y="355221"/>
                  </a:lnTo>
                  <a:lnTo>
                    <a:pt x="3353612" y="352536"/>
                  </a:lnTo>
                  <a:lnTo>
                    <a:pt x="3355003" y="352025"/>
                  </a:lnTo>
                  <a:lnTo>
                    <a:pt x="3356916" y="351321"/>
                  </a:lnTo>
                  <a:lnTo>
                    <a:pt x="3361437" y="349659"/>
                  </a:lnTo>
                  <a:lnTo>
                    <a:pt x="3372045" y="345758"/>
                  </a:lnTo>
                  <a:lnTo>
                    <a:pt x="3387348" y="340130"/>
                  </a:lnTo>
                  <a:lnTo>
                    <a:pt x="3388739" y="339618"/>
                  </a:lnTo>
                  <a:lnTo>
                    <a:pt x="3392739" y="338147"/>
                  </a:lnTo>
                  <a:lnTo>
                    <a:pt x="3394478" y="337507"/>
                  </a:lnTo>
                  <a:lnTo>
                    <a:pt x="3398825" y="335907"/>
                  </a:lnTo>
                  <a:lnTo>
                    <a:pt x="3411694" y="331172"/>
                  </a:lnTo>
                  <a:lnTo>
                    <a:pt x="3415519" y="329765"/>
                  </a:lnTo>
                  <a:lnTo>
                    <a:pt x="3421084" y="327717"/>
                  </a:lnTo>
                  <a:lnTo>
                    <a:pt x="3425953" y="325925"/>
                  </a:lnTo>
                  <a:lnTo>
                    <a:pt x="3426649" y="325669"/>
                  </a:lnTo>
                  <a:lnTo>
                    <a:pt x="3428562" y="324965"/>
                  </a:lnTo>
                  <a:lnTo>
                    <a:pt x="3437604" y="321636"/>
                  </a:lnTo>
                  <a:lnTo>
                    <a:pt x="3445777" y="318627"/>
                  </a:lnTo>
                  <a:lnTo>
                    <a:pt x="3446125" y="318499"/>
                  </a:lnTo>
                  <a:lnTo>
                    <a:pt x="3452907" y="316002"/>
                  </a:lnTo>
                  <a:lnTo>
                    <a:pt x="3455516" y="315042"/>
                  </a:lnTo>
                  <a:lnTo>
                    <a:pt x="3457081" y="314465"/>
                  </a:lnTo>
                  <a:lnTo>
                    <a:pt x="3457950" y="314145"/>
                  </a:lnTo>
                  <a:lnTo>
                    <a:pt x="3462298" y="312544"/>
                  </a:lnTo>
                  <a:lnTo>
                    <a:pt x="3468384" y="310303"/>
                  </a:lnTo>
                  <a:lnTo>
                    <a:pt x="3472210" y="308894"/>
                  </a:lnTo>
                  <a:lnTo>
                    <a:pt x="3476209" y="307421"/>
                  </a:lnTo>
                  <a:lnTo>
                    <a:pt x="3476905" y="307165"/>
                  </a:lnTo>
                  <a:lnTo>
                    <a:pt x="3477948" y="306781"/>
                  </a:lnTo>
                  <a:lnTo>
                    <a:pt x="3482818" y="304987"/>
                  </a:lnTo>
                  <a:lnTo>
                    <a:pt x="3485774" y="303898"/>
                  </a:lnTo>
                  <a:lnTo>
                    <a:pt x="3488382" y="302937"/>
                  </a:lnTo>
                  <a:lnTo>
                    <a:pt x="3497773" y="299478"/>
                  </a:lnTo>
                  <a:lnTo>
                    <a:pt x="3500555" y="298453"/>
                  </a:lnTo>
                  <a:lnTo>
                    <a:pt x="3503337" y="297428"/>
                  </a:lnTo>
                  <a:lnTo>
                    <a:pt x="3505250" y="296723"/>
                  </a:lnTo>
                  <a:lnTo>
                    <a:pt x="3510641" y="294736"/>
                  </a:lnTo>
                  <a:lnTo>
                    <a:pt x="3513771" y="293583"/>
                  </a:lnTo>
                  <a:lnTo>
                    <a:pt x="3520206" y="291212"/>
                  </a:lnTo>
                  <a:lnTo>
                    <a:pt x="3527509" y="288520"/>
                  </a:lnTo>
                  <a:lnTo>
                    <a:pt x="3528900" y="288007"/>
                  </a:lnTo>
                  <a:lnTo>
                    <a:pt x="3530813" y="287302"/>
                  </a:lnTo>
                  <a:lnTo>
                    <a:pt x="3535335" y="285636"/>
                  </a:lnTo>
                  <a:lnTo>
                    <a:pt x="3545942" y="281725"/>
                  </a:lnTo>
                  <a:lnTo>
                    <a:pt x="3561245" y="276083"/>
                  </a:lnTo>
                  <a:lnTo>
                    <a:pt x="3562636" y="275570"/>
                  </a:lnTo>
                  <a:lnTo>
                    <a:pt x="3566636" y="274095"/>
                  </a:lnTo>
                  <a:lnTo>
                    <a:pt x="3568375" y="273454"/>
                  </a:lnTo>
                  <a:lnTo>
                    <a:pt x="3572723" y="271851"/>
                  </a:lnTo>
                  <a:lnTo>
                    <a:pt x="3585591" y="267105"/>
                  </a:lnTo>
                  <a:lnTo>
                    <a:pt x="3589417" y="265694"/>
                  </a:lnTo>
                  <a:lnTo>
                    <a:pt x="3594981" y="263641"/>
                  </a:lnTo>
                  <a:lnTo>
                    <a:pt x="3599851" y="261845"/>
                  </a:lnTo>
                  <a:lnTo>
                    <a:pt x="3600546" y="261588"/>
                  </a:lnTo>
                  <a:lnTo>
                    <a:pt x="3602459" y="260883"/>
                  </a:lnTo>
                  <a:lnTo>
                    <a:pt x="3611502" y="257546"/>
                  </a:lnTo>
                  <a:lnTo>
                    <a:pt x="3619675" y="254531"/>
                  </a:lnTo>
                  <a:lnTo>
                    <a:pt x="3620023" y="254402"/>
                  </a:lnTo>
                  <a:lnTo>
                    <a:pt x="3626805" y="251900"/>
                  </a:lnTo>
                  <a:lnTo>
                    <a:pt x="3629413" y="250937"/>
                  </a:lnTo>
                  <a:lnTo>
                    <a:pt x="3630978" y="250360"/>
                  </a:lnTo>
                  <a:lnTo>
                    <a:pt x="3631848" y="250039"/>
                  </a:lnTo>
                  <a:lnTo>
                    <a:pt x="3636195" y="248434"/>
                  </a:lnTo>
                  <a:lnTo>
                    <a:pt x="3642282" y="246188"/>
                  </a:lnTo>
                  <a:lnTo>
                    <a:pt x="3646107" y="244776"/>
                  </a:lnTo>
                  <a:lnTo>
                    <a:pt x="3650107" y="243299"/>
                  </a:lnTo>
                  <a:lnTo>
                    <a:pt x="3650803" y="243043"/>
                  </a:lnTo>
                  <a:lnTo>
                    <a:pt x="3651846" y="242657"/>
                  </a:lnTo>
                  <a:lnTo>
                    <a:pt x="3656715" y="240860"/>
                  </a:lnTo>
                  <a:lnTo>
                    <a:pt x="3659671" y="239769"/>
                  </a:lnTo>
                  <a:lnTo>
                    <a:pt x="3661584" y="239062"/>
                  </a:lnTo>
                  <a:lnTo>
                    <a:pt x="3662280" y="238806"/>
                  </a:lnTo>
                  <a:lnTo>
                    <a:pt x="3671670" y="235339"/>
                  </a:lnTo>
                  <a:lnTo>
                    <a:pt x="3674453" y="234311"/>
                  </a:lnTo>
                  <a:lnTo>
                    <a:pt x="3677235" y="233284"/>
                  </a:lnTo>
                  <a:lnTo>
                    <a:pt x="3679148" y="232578"/>
                  </a:lnTo>
                  <a:lnTo>
                    <a:pt x="3684539" y="230587"/>
                  </a:lnTo>
                  <a:lnTo>
                    <a:pt x="3687669" y="229431"/>
                  </a:lnTo>
                  <a:lnTo>
                    <a:pt x="3694103" y="227055"/>
                  </a:lnTo>
                  <a:lnTo>
                    <a:pt x="3701407" y="224357"/>
                  </a:lnTo>
                  <a:lnTo>
                    <a:pt x="3702798" y="223844"/>
                  </a:lnTo>
                  <a:lnTo>
                    <a:pt x="3704711" y="223137"/>
                  </a:lnTo>
                  <a:lnTo>
                    <a:pt x="3709232" y="221467"/>
                  </a:lnTo>
                  <a:lnTo>
                    <a:pt x="3719840" y="217549"/>
                  </a:lnTo>
                  <a:lnTo>
                    <a:pt x="3735143" y="211895"/>
                  </a:lnTo>
                  <a:lnTo>
                    <a:pt x="3740534" y="209903"/>
                  </a:lnTo>
                  <a:lnTo>
                    <a:pt x="3742273" y="209260"/>
                  </a:lnTo>
                  <a:lnTo>
                    <a:pt x="3746620" y="207654"/>
                  </a:lnTo>
                  <a:lnTo>
                    <a:pt x="3759488" y="202898"/>
                  </a:lnTo>
                  <a:lnTo>
                    <a:pt x="3763314" y="201484"/>
                  </a:lnTo>
                  <a:lnTo>
                    <a:pt x="3768879" y="199427"/>
                  </a:lnTo>
                  <a:lnTo>
                    <a:pt x="3773748" y="197628"/>
                  </a:lnTo>
                  <a:lnTo>
                    <a:pt x="3774444" y="197371"/>
                  </a:lnTo>
                  <a:lnTo>
                    <a:pt x="3776356" y="196663"/>
                  </a:lnTo>
                  <a:lnTo>
                    <a:pt x="3785399" y="193321"/>
                  </a:lnTo>
                  <a:lnTo>
                    <a:pt x="3793572" y="190299"/>
                  </a:lnTo>
                  <a:lnTo>
                    <a:pt x="3793920" y="190170"/>
                  </a:lnTo>
                  <a:lnTo>
                    <a:pt x="3800702" y="187663"/>
                  </a:lnTo>
                  <a:lnTo>
                    <a:pt x="3803311" y="186698"/>
                  </a:lnTo>
                  <a:lnTo>
                    <a:pt x="3804876" y="186120"/>
                  </a:lnTo>
                  <a:lnTo>
                    <a:pt x="3805745" y="185798"/>
                  </a:lnTo>
                  <a:lnTo>
                    <a:pt x="3810093" y="184191"/>
                  </a:lnTo>
                  <a:lnTo>
                    <a:pt x="3816179" y="181940"/>
                  </a:lnTo>
                  <a:lnTo>
                    <a:pt x="3820005" y="180525"/>
                  </a:lnTo>
                  <a:lnTo>
                    <a:pt x="3824004" y="179046"/>
                  </a:lnTo>
                  <a:lnTo>
                    <a:pt x="3824700" y="178789"/>
                  </a:lnTo>
                  <a:lnTo>
                    <a:pt x="3825743" y="178403"/>
                  </a:lnTo>
                  <a:lnTo>
                    <a:pt x="3830612" y="176602"/>
                  </a:lnTo>
                  <a:lnTo>
                    <a:pt x="3833569" y="175509"/>
                  </a:lnTo>
                  <a:lnTo>
                    <a:pt x="3835482" y="174801"/>
                  </a:lnTo>
                  <a:lnTo>
                    <a:pt x="3836177" y="174544"/>
                  </a:lnTo>
                  <a:lnTo>
                    <a:pt x="3845568" y="171070"/>
                  </a:lnTo>
                  <a:lnTo>
                    <a:pt x="3848350" y="170041"/>
                  </a:lnTo>
                  <a:lnTo>
                    <a:pt x="3851132" y="169012"/>
                  </a:lnTo>
                  <a:lnTo>
                    <a:pt x="3853045" y="168304"/>
                  </a:lnTo>
                  <a:lnTo>
                    <a:pt x="3858436" y="166310"/>
                  </a:lnTo>
                  <a:lnTo>
                    <a:pt x="3861566" y="165152"/>
                  </a:lnTo>
                  <a:lnTo>
                    <a:pt x="3868000" y="162771"/>
                  </a:lnTo>
                  <a:lnTo>
                    <a:pt x="3875304" y="160069"/>
                  </a:lnTo>
                  <a:lnTo>
                    <a:pt x="3876695" y="159554"/>
                  </a:lnTo>
                  <a:lnTo>
                    <a:pt x="3878608" y="158846"/>
                  </a:lnTo>
                  <a:lnTo>
                    <a:pt x="3883129" y="157173"/>
                  </a:lnTo>
                  <a:lnTo>
                    <a:pt x="3893737" y="153248"/>
                  </a:lnTo>
                  <a:lnTo>
                    <a:pt x="3909040" y="147584"/>
                  </a:lnTo>
                  <a:lnTo>
                    <a:pt x="3910431" y="147069"/>
                  </a:lnTo>
                  <a:lnTo>
                    <a:pt x="3914431" y="145588"/>
                  </a:lnTo>
                  <a:lnTo>
                    <a:pt x="3916170" y="144945"/>
                  </a:lnTo>
                  <a:lnTo>
                    <a:pt x="3920517" y="143335"/>
                  </a:lnTo>
                  <a:lnTo>
                    <a:pt x="3933386" y="138571"/>
                  </a:lnTo>
                  <a:lnTo>
                    <a:pt x="3937212" y="137155"/>
                  </a:lnTo>
                  <a:lnTo>
                    <a:pt x="3942776" y="135095"/>
                  </a:lnTo>
                  <a:lnTo>
                    <a:pt x="3947645" y="133292"/>
                  </a:lnTo>
                  <a:lnTo>
                    <a:pt x="3948341" y="133034"/>
                  </a:lnTo>
                  <a:lnTo>
                    <a:pt x="3950254" y="132326"/>
                  </a:lnTo>
                  <a:lnTo>
                    <a:pt x="3959297" y="128978"/>
                  </a:lnTo>
                  <a:lnTo>
                    <a:pt x="3967470" y="125951"/>
                  </a:lnTo>
                  <a:lnTo>
                    <a:pt x="3967818" y="125822"/>
                  </a:lnTo>
                  <a:lnTo>
                    <a:pt x="3974600" y="123310"/>
                  </a:lnTo>
                  <a:lnTo>
                    <a:pt x="3977208" y="122344"/>
                  </a:lnTo>
                  <a:lnTo>
                    <a:pt x="3978773" y="121764"/>
                  </a:lnTo>
                  <a:lnTo>
                    <a:pt x="3979643" y="121442"/>
                  </a:lnTo>
                  <a:lnTo>
                    <a:pt x="3983990" y="119832"/>
                  </a:lnTo>
                  <a:lnTo>
                    <a:pt x="3990076" y="117578"/>
                  </a:lnTo>
                  <a:lnTo>
                    <a:pt x="3993902" y="116161"/>
                  </a:lnTo>
                  <a:lnTo>
                    <a:pt x="3997902" y="114679"/>
                  </a:lnTo>
                  <a:lnTo>
                    <a:pt x="3998597" y="114421"/>
                  </a:lnTo>
                  <a:lnTo>
                    <a:pt x="4004510" y="112231"/>
                  </a:lnTo>
                  <a:lnTo>
                    <a:pt x="4007466" y="111136"/>
                  </a:lnTo>
                  <a:lnTo>
                    <a:pt x="4009379" y="110427"/>
                  </a:lnTo>
                  <a:lnTo>
                    <a:pt x="4010075" y="110170"/>
                  </a:lnTo>
                  <a:lnTo>
                    <a:pt x="4019465" y="106690"/>
                  </a:lnTo>
                  <a:lnTo>
                    <a:pt x="4022247" y="105659"/>
                  </a:lnTo>
                  <a:lnTo>
                    <a:pt x="4026943" y="103920"/>
                  </a:lnTo>
                  <a:lnTo>
                    <a:pt x="4032334" y="101922"/>
                  </a:lnTo>
                  <a:lnTo>
                    <a:pt x="4035464" y="100762"/>
                  </a:lnTo>
                  <a:lnTo>
                    <a:pt x="4041898" y="98378"/>
                  </a:lnTo>
                  <a:lnTo>
                    <a:pt x="4049202" y="95671"/>
                  </a:lnTo>
                  <a:lnTo>
                    <a:pt x="4050593" y="95156"/>
                  </a:lnTo>
                  <a:lnTo>
                    <a:pt x="4052506" y="94447"/>
                  </a:lnTo>
                  <a:lnTo>
                    <a:pt x="4057027" y="92771"/>
                  </a:lnTo>
                  <a:lnTo>
                    <a:pt x="4082938" y="83167"/>
                  </a:lnTo>
                  <a:lnTo>
                    <a:pt x="4084329" y="82651"/>
                  </a:lnTo>
                  <a:lnTo>
                    <a:pt x="4088328" y="81168"/>
                  </a:lnTo>
                  <a:lnTo>
                    <a:pt x="4090067" y="80524"/>
                  </a:lnTo>
                  <a:lnTo>
                    <a:pt x="4094415" y="78912"/>
                  </a:lnTo>
                  <a:lnTo>
                    <a:pt x="4107283" y="74141"/>
                  </a:lnTo>
                  <a:lnTo>
                    <a:pt x="4111109" y="72722"/>
                  </a:lnTo>
                  <a:lnTo>
                    <a:pt x="4121543" y="68853"/>
                  </a:lnTo>
                  <a:lnTo>
                    <a:pt x="4122238" y="68595"/>
                  </a:lnTo>
                  <a:lnTo>
                    <a:pt x="4124151" y="67886"/>
                  </a:lnTo>
                  <a:lnTo>
                    <a:pt x="4133194" y="64533"/>
                  </a:lnTo>
                  <a:lnTo>
                    <a:pt x="4141367" y="61502"/>
                  </a:lnTo>
                  <a:lnTo>
                    <a:pt x="4151105" y="57890"/>
                  </a:lnTo>
                  <a:lnTo>
                    <a:pt x="4152671" y="57309"/>
                  </a:lnTo>
                  <a:lnTo>
                    <a:pt x="4153540" y="56987"/>
                  </a:lnTo>
                  <a:lnTo>
                    <a:pt x="4157887" y="55374"/>
                  </a:lnTo>
                  <a:lnTo>
                    <a:pt x="4171799" y="50214"/>
                  </a:lnTo>
                  <a:lnTo>
                    <a:pt x="4178407" y="47762"/>
                  </a:lnTo>
                  <a:lnTo>
                    <a:pt x="4181364" y="46665"/>
                  </a:lnTo>
                  <a:lnTo>
                    <a:pt x="4183276" y="45956"/>
                  </a:lnTo>
                  <a:lnTo>
                    <a:pt x="4183972" y="45698"/>
                  </a:lnTo>
                  <a:lnTo>
                    <a:pt x="4193363" y="42214"/>
                  </a:lnTo>
                  <a:lnTo>
                    <a:pt x="4196145" y="41181"/>
                  </a:lnTo>
                  <a:lnTo>
                    <a:pt x="4209361" y="36277"/>
                  </a:lnTo>
                  <a:lnTo>
                    <a:pt x="4215795" y="33890"/>
                  </a:lnTo>
                  <a:lnTo>
                    <a:pt x="4226403" y="29953"/>
                  </a:lnTo>
                  <a:lnTo>
                    <a:pt x="4230924" y="28275"/>
                  </a:lnTo>
                  <a:lnTo>
                    <a:pt x="4258226" y="18142"/>
                  </a:lnTo>
                  <a:lnTo>
                    <a:pt x="4262226" y="16657"/>
                  </a:lnTo>
                  <a:lnTo>
                    <a:pt x="4263965" y="16011"/>
                  </a:lnTo>
                  <a:lnTo>
                    <a:pt x="4281181" y="9620"/>
                  </a:lnTo>
                  <a:lnTo>
                    <a:pt x="4296136" y="4067"/>
                  </a:lnTo>
                  <a:lnTo>
                    <a:pt x="4307091" y="0"/>
                  </a:lnTo>
                  <a:lnTo>
                    <a:pt x="4307091" y="257680"/>
                  </a:lnTo>
                  <a:lnTo>
                    <a:pt x="4296136" y="261026"/>
                  </a:lnTo>
                  <a:lnTo>
                    <a:pt x="4281181" y="265594"/>
                  </a:lnTo>
                  <a:lnTo>
                    <a:pt x="4263965" y="270854"/>
                  </a:lnTo>
                  <a:lnTo>
                    <a:pt x="4262226" y="271385"/>
                  </a:lnTo>
                  <a:lnTo>
                    <a:pt x="4258226" y="272607"/>
                  </a:lnTo>
                  <a:lnTo>
                    <a:pt x="4230924" y="280950"/>
                  </a:lnTo>
                  <a:lnTo>
                    <a:pt x="4226403" y="282331"/>
                  </a:lnTo>
                  <a:lnTo>
                    <a:pt x="4215795" y="285573"/>
                  </a:lnTo>
                  <a:lnTo>
                    <a:pt x="4209361" y="287540"/>
                  </a:lnTo>
                  <a:lnTo>
                    <a:pt x="4196145" y="291580"/>
                  </a:lnTo>
                  <a:lnTo>
                    <a:pt x="4193363" y="292431"/>
                  </a:lnTo>
                  <a:lnTo>
                    <a:pt x="4183972" y="295301"/>
                  </a:lnTo>
                  <a:lnTo>
                    <a:pt x="4183276" y="295514"/>
                  </a:lnTo>
                  <a:lnTo>
                    <a:pt x="4181364" y="296099"/>
                  </a:lnTo>
                  <a:lnTo>
                    <a:pt x="4178407" y="297003"/>
                  </a:lnTo>
                  <a:lnTo>
                    <a:pt x="4171799" y="299023"/>
                  </a:lnTo>
                  <a:lnTo>
                    <a:pt x="4157887" y="303277"/>
                  </a:lnTo>
                  <a:lnTo>
                    <a:pt x="4153540" y="304607"/>
                  </a:lnTo>
                  <a:lnTo>
                    <a:pt x="4152671" y="304873"/>
                  </a:lnTo>
                  <a:lnTo>
                    <a:pt x="4151105" y="305351"/>
                  </a:lnTo>
                  <a:lnTo>
                    <a:pt x="4141367" y="308330"/>
                  </a:lnTo>
                  <a:lnTo>
                    <a:pt x="4133194" y="310830"/>
                  </a:lnTo>
                  <a:lnTo>
                    <a:pt x="4124151" y="313596"/>
                  </a:lnTo>
                  <a:lnTo>
                    <a:pt x="4122238" y="314181"/>
                  </a:lnTo>
                  <a:lnTo>
                    <a:pt x="4121543" y="314394"/>
                  </a:lnTo>
                  <a:lnTo>
                    <a:pt x="4111109" y="317586"/>
                  </a:lnTo>
                  <a:lnTo>
                    <a:pt x="4107283" y="318756"/>
                  </a:lnTo>
                  <a:lnTo>
                    <a:pt x="4094415" y="322694"/>
                  </a:lnTo>
                  <a:lnTo>
                    <a:pt x="4090067" y="324024"/>
                  </a:lnTo>
                  <a:lnTo>
                    <a:pt x="4088328" y="324556"/>
                  </a:lnTo>
                  <a:lnTo>
                    <a:pt x="4084329" y="325780"/>
                  </a:lnTo>
                  <a:lnTo>
                    <a:pt x="4082938" y="326206"/>
                  </a:lnTo>
                  <a:lnTo>
                    <a:pt x="4057027" y="334136"/>
                  </a:lnTo>
                  <a:lnTo>
                    <a:pt x="4052506" y="335520"/>
                  </a:lnTo>
                  <a:lnTo>
                    <a:pt x="4050593" y="336106"/>
                  </a:lnTo>
                  <a:lnTo>
                    <a:pt x="4049202" y="336532"/>
                  </a:lnTo>
                  <a:lnTo>
                    <a:pt x="4041898" y="338768"/>
                  </a:lnTo>
                  <a:lnTo>
                    <a:pt x="4035464" y="340738"/>
                  </a:lnTo>
                  <a:lnTo>
                    <a:pt x="4032334" y="341696"/>
                  </a:lnTo>
                  <a:lnTo>
                    <a:pt x="4026943" y="343347"/>
                  </a:lnTo>
                  <a:lnTo>
                    <a:pt x="4022247" y="344785"/>
                  </a:lnTo>
                  <a:lnTo>
                    <a:pt x="4019465" y="345637"/>
                  </a:lnTo>
                  <a:lnTo>
                    <a:pt x="4010075" y="348512"/>
                  </a:lnTo>
                  <a:lnTo>
                    <a:pt x="4009379" y="348725"/>
                  </a:lnTo>
                  <a:lnTo>
                    <a:pt x="4007466" y="349311"/>
                  </a:lnTo>
                  <a:lnTo>
                    <a:pt x="4004510" y="350217"/>
                  </a:lnTo>
                  <a:lnTo>
                    <a:pt x="3998597" y="352028"/>
                  </a:lnTo>
                  <a:lnTo>
                    <a:pt x="3997902" y="352241"/>
                  </a:lnTo>
                  <a:lnTo>
                    <a:pt x="3993902" y="353466"/>
                  </a:lnTo>
                  <a:lnTo>
                    <a:pt x="3990076" y="354638"/>
                  </a:lnTo>
                  <a:lnTo>
                    <a:pt x="3983990" y="356502"/>
                  </a:lnTo>
                  <a:lnTo>
                    <a:pt x="3979643" y="357834"/>
                  </a:lnTo>
                  <a:lnTo>
                    <a:pt x="3978773" y="358100"/>
                  </a:lnTo>
                  <a:lnTo>
                    <a:pt x="3977208" y="358580"/>
                  </a:lnTo>
                  <a:lnTo>
                    <a:pt x="3974600" y="359379"/>
                  </a:lnTo>
                  <a:lnTo>
                    <a:pt x="3967818" y="361457"/>
                  </a:lnTo>
                  <a:lnTo>
                    <a:pt x="3967470" y="361563"/>
                  </a:lnTo>
                  <a:lnTo>
                    <a:pt x="3959297" y="364068"/>
                  </a:lnTo>
                  <a:lnTo>
                    <a:pt x="3950254" y="366839"/>
                  </a:lnTo>
                  <a:lnTo>
                    <a:pt x="3948341" y="367425"/>
                  </a:lnTo>
                  <a:lnTo>
                    <a:pt x="3947645" y="367638"/>
                  </a:lnTo>
                  <a:lnTo>
                    <a:pt x="3942776" y="369130"/>
                  </a:lnTo>
                  <a:lnTo>
                    <a:pt x="3937212" y="370836"/>
                  </a:lnTo>
                  <a:lnTo>
                    <a:pt x="3933386" y="372009"/>
                  </a:lnTo>
                  <a:lnTo>
                    <a:pt x="3920517" y="375953"/>
                  </a:lnTo>
                  <a:lnTo>
                    <a:pt x="3916170" y="377286"/>
                  </a:lnTo>
                  <a:lnTo>
                    <a:pt x="3914431" y="377819"/>
                  </a:lnTo>
                  <a:lnTo>
                    <a:pt x="3910431" y="379045"/>
                  </a:lnTo>
                  <a:lnTo>
                    <a:pt x="3909040" y="379472"/>
                  </a:lnTo>
                  <a:lnTo>
                    <a:pt x="3893737" y="384164"/>
                  </a:lnTo>
                  <a:lnTo>
                    <a:pt x="3883129" y="387417"/>
                  </a:lnTo>
                  <a:lnTo>
                    <a:pt x="3878608" y="388804"/>
                  </a:lnTo>
                  <a:lnTo>
                    <a:pt x="3876695" y="389391"/>
                  </a:lnTo>
                  <a:lnTo>
                    <a:pt x="3875304" y="389817"/>
                  </a:lnTo>
                  <a:lnTo>
                    <a:pt x="3868000" y="392057"/>
                  </a:lnTo>
                  <a:lnTo>
                    <a:pt x="3861566" y="394031"/>
                  </a:lnTo>
                  <a:lnTo>
                    <a:pt x="3858436" y="394991"/>
                  </a:lnTo>
                  <a:lnTo>
                    <a:pt x="3853045" y="396645"/>
                  </a:lnTo>
                  <a:lnTo>
                    <a:pt x="3851132" y="397232"/>
                  </a:lnTo>
                  <a:lnTo>
                    <a:pt x="3848350" y="398086"/>
                  </a:lnTo>
                  <a:lnTo>
                    <a:pt x="3845568" y="398939"/>
                  </a:lnTo>
                  <a:lnTo>
                    <a:pt x="3836177" y="401821"/>
                  </a:lnTo>
                  <a:lnTo>
                    <a:pt x="3835482" y="402034"/>
                  </a:lnTo>
                  <a:lnTo>
                    <a:pt x="3833569" y="402621"/>
                  </a:lnTo>
                  <a:lnTo>
                    <a:pt x="3830612" y="403528"/>
                  </a:lnTo>
                  <a:lnTo>
                    <a:pt x="3825743" y="405023"/>
                  </a:lnTo>
                  <a:lnTo>
                    <a:pt x="3824700" y="405343"/>
                  </a:lnTo>
                  <a:lnTo>
                    <a:pt x="3824004" y="405556"/>
                  </a:lnTo>
                  <a:lnTo>
                    <a:pt x="3820005" y="406784"/>
                  </a:lnTo>
                  <a:lnTo>
                    <a:pt x="3816179" y="407958"/>
                  </a:lnTo>
                  <a:lnTo>
                    <a:pt x="3810093" y="409826"/>
                  </a:lnTo>
                  <a:lnTo>
                    <a:pt x="3805745" y="411161"/>
                  </a:lnTo>
                  <a:lnTo>
                    <a:pt x="3804876" y="411428"/>
                  </a:lnTo>
                  <a:lnTo>
                    <a:pt x="3803311" y="411908"/>
                  </a:lnTo>
                  <a:lnTo>
                    <a:pt x="3800702" y="412709"/>
                  </a:lnTo>
                  <a:lnTo>
                    <a:pt x="3793920" y="414791"/>
                  </a:lnTo>
                  <a:lnTo>
                    <a:pt x="3793572" y="414898"/>
                  </a:lnTo>
                  <a:lnTo>
                    <a:pt x="3785399" y="417407"/>
                  </a:lnTo>
                  <a:lnTo>
                    <a:pt x="3776356" y="420184"/>
                  </a:lnTo>
                  <a:lnTo>
                    <a:pt x="3774444" y="420772"/>
                  </a:lnTo>
                  <a:lnTo>
                    <a:pt x="3773748" y="420985"/>
                  </a:lnTo>
                  <a:lnTo>
                    <a:pt x="3768879" y="422481"/>
                  </a:lnTo>
                  <a:lnTo>
                    <a:pt x="3763314" y="424190"/>
                  </a:lnTo>
                  <a:lnTo>
                    <a:pt x="3759488" y="425365"/>
                  </a:lnTo>
                  <a:lnTo>
                    <a:pt x="3746620" y="429318"/>
                  </a:lnTo>
                  <a:lnTo>
                    <a:pt x="3742273" y="430653"/>
                  </a:lnTo>
                  <a:lnTo>
                    <a:pt x="3740534" y="431187"/>
                  </a:lnTo>
                  <a:lnTo>
                    <a:pt x="3735143" y="432844"/>
                  </a:lnTo>
                  <a:lnTo>
                    <a:pt x="3719840" y="437546"/>
                  </a:lnTo>
                  <a:lnTo>
                    <a:pt x="3709232" y="440806"/>
                  </a:lnTo>
                  <a:lnTo>
                    <a:pt x="3704711" y="442196"/>
                  </a:lnTo>
                  <a:lnTo>
                    <a:pt x="3702798" y="442784"/>
                  </a:lnTo>
                  <a:lnTo>
                    <a:pt x="3701407" y="443211"/>
                  </a:lnTo>
                  <a:lnTo>
                    <a:pt x="3694103" y="445457"/>
                  </a:lnTo>
                  <a:lnTo>
                    <a:pt x="3687669" y="447435"/>
                  </a:lnTo>
                  <a:lnTo>
                    <a:pt x="3684539" y="448397"/>
                  </a:lnTo>
                  <a:lnTo>
                    <a:pt x="3679148" y="450055"/>
                  </a:lnTo>
                  <a:lnTo>
                    <a:pt x="3677235" y="450643"/>
                  </a:lnTo>
                  <a:lnTo>
                    <a:pt x="3674453" y="451498"/>
                  </a:lnTo>
                  <a:lnTo>
                    <a:pt x="3671670" y="452354"/>
                  </a:lnTo>
                  <a:lnTo>
                    <a:pt x="3662280" y="455242"/>
                  </a:lnTo>
                  <a:lnTo>
                    <a:pt x="3661584" y="455456"/>
                  </a:lnTo>
                  <a:lnTo>
                    <a:pt x="3659671" y="456044"/>
                  </a:lnTo>
                  <a:lnTo>
                    <a:pt x="3656715" y="456953"/>
                  </a:lnTo>
                  <a:lnTo>
                    <a:pt x="3651846" y="458451"/>
                  </a:lnTo>
                  <a:lnTo>
                    <a:pt x="3650803" y="458772"/>
                  </a:lnTo>
                  <a:lnTo>
                    <a:pt x="3650107" y="458986"/>
                  </a:lnTo>
                  <a:lnTo>
                    <a:pt x="3646107" y="460216"/>
                  </a:lnTo>
                  <a:lnTo>
                    <a:pt x="3642282" y="461393"/>
                  </a:lnTo>
                  <a:lnTo>
                    <a:pt x="3636195" y="463266"/>
                  </a:lnTo>
                  <a:lnTo>
                    <a:pt x="3631848" y="464603"/>
                  </a:lnTo>
                  <a:lnTo>
                    <a:pt x="3630978" y="464871"/>
                  </a:lnTo>
                  <a:lnTo>
                    <a:pt x="3629413" y="465352"/>
                  </a:lnTo>
                  <a:lnTo>
                    <a:pt x="3626805" y="466155"/>
                  </a:lnTo>
                  <a:lnTo>
                    <a:pt x="3620023" y="468242"/>
                  </a:lnTo>
                  <a:lnTo>
                    <a:pt x="3619675" y="468349"/>
                  </a:lnTo>
                  <a:lnTo>
                    <a:pt x="3611502" y="470864"/>
                  </a:lnTo>
                  <a:lnTo>
                    <a:pt x="3602459" y="473648"/>
                  </a:lnTo>
                  <a:lnTo>
                    <a:pt x="3600546" y="474237"/>
                  </a:lnTo>
                  <a:lnTo>
                    <a:pt x="3599851" y="474451"/>
                  </a:lnTo>
                  <a:lnTo>
                    <a:pt x="3594981" y="475950"/>
                  </a:lnTo>
                  <a:lnTo>
                    <a:pt x="3589417" y="477663"/>
                  </a:lnTo>
                  <a:lnTo>
                    <a:pt x="3585591" y="478841"/>
                  </a:lnTo>
                  <a:lnTo>
                    <a:pt x="3572723" y="482803"/>
                  </a:lnTo>
                  <a:lnTo>
                    <a:pt x="3568375" y="484142"/>
                  </a:lnTo>
                  <a:lnTo>
                    <a:pt x="3566636" y="484678"/>
                  </a:lnTo>
                  <a:lnTo>
                    <a:pt x="3562636" y="485909"/>
                  </a:lnTo>
                  <a:lnTo>
                    <a:pt x="3561245" y="486338"/>
                  </a:lnTo>
                  <a:lnTo>
                    <a:pt x="3545942" y="491052"/>
                  </a:lnTo>
                  <a:lnTo>
                    <a:pt x="3535335" y="494320"/>
                  </a:lnTo>
                  <a:lnTo>
                    <a:pt x="3530813" y="495713"/>
                  </a:lnTo>
                  <a:lnTo>
                    <a:pt x="3528900" y="496303"/>
                  </a:lnTo>
                  <a:lnTo>
                    <a:pt x="3527509" y="496732"/>
                  </a:lnTo>
                  <a:lnTo>
                    <a:pt x="3520206" y="498983"/>
                  </a:lnTo>
                  <a:lnTo>
                    <a:pt x="3513771" y="500966"/>
                  </a:lnTo>
                  <a:lnTo>
                    <a:pt x="3510641" y="501931"/>
                  </a:lnTo>
                  <a:lnTo>
                    <a:pt x="3505250" y="503592"/>
                  </a:lnTo>
                  <a:lnTo>
                    <a:pt x="3503337" y="504182"/>
                  </a:lnTo>
                  <a:lnTo>
                    <a:pt x="3500555" y="505040"/>
                  </a:lnTo>
                  <a:lnTo>
                    <a:pt x="3497773" y="505898"/>
                  </a:lnTo>
                  <a:lnTo>
                    <a:pt x="3488382" y="508793"/>
                  </a:lnTo>
                  <a:lnTo>
                    <a:pt x="3485774" y="509597"/>
                  </a:lnTo>
                  <a:lnTo>
                    <a:pt x="3482818" y="510509"/>
                  </a:lnTo>
                  <a:lnTo>
                    <a:pt x="3477948" y="512011"/>
                  </a:lnTo>
                  <a:lnTo>
                    <a:pt x="3476905" y="512333"/>
                  </a:lnTo>
                  <a:lnTo>
                    <a:pt x="3476209" y="512547"/>
                  </a:lnTo>
                  <a:lnTo>
                    <a:pt x="3472210" y="513781"/>
                  </a:lnTo>
                  <a:lnTo>
                    <a:pt x="3468384" y="514961"/>
                  </a:lnTo>
                  <a:lnTo>
                    <a:pt x="3462298" y="516838"/>
                  </a:lnTo>
                  <a:lnTo>
                    <a:pt x="3457950" y="518179"/>
                  </a:lnTo>
                  <a:lnTo>
                    <a:pt x="3457081" y="518448"/>
                  </a:lnTo>
                  <a:lnTo>
                    <a:pt x="3455516" y="518931"/>
                  </a:lnTo>
                  <a:lnTo>
                    <a:pt x="3452907" y="519735"/>
                  </a:lnTo>
                  <a:lnTo>
                    <a:pt x="3446125" y="521828"/>
                  </a:lnTo>
                  <a:lnTo>
                    <a:pt x="3445777" y="521935"/>
                  </a:lnTo>
                  <a:lnTo>
                    <a:pt x="3437604" y="524458"/>
                  </a:lnTo>
                  <a:lnTo>
                    <a:pt x="3428562" y="527249"/>
                  </a:lnTo>
                  <a:lnTo>
                    <a:pt x="3426649" y="527839"/>
                  </a:lnTo>
                  <a:lnTo>
                    <a:pt x="3425953" y="528054"/>
                  </a:lnTo>
                  <a:lnTo>
                    <a:pt x="3421084" y="529557"/>
                  </a:lnTo>
                  <a:lnTo>
                    <a:pt x="3415519" y="531275"/>
                  </a:lnTo>
                  <a:lnTo>
                    <a:pt x="3411694" y="532456"/>
                  </a:lnTo>
                  <a:lnTo>
                    <a:pt x="3398825" y="536430"/>
                  </a:lnTo>
                  <a:lnTo>
                    <a:pt x="3394478" y="537772"/>
                  </a:lnTo>
                  <a:lnTo>
                    <a:pt x="3392739" y="538309"/>
                  </a:lnTo>
                  <a:lnTo>
                    <a:pt x="3388739" y="539545"/>
                  </a:lnTo>
                  <a:lnTo>
                    <a:pt x="3387348" y="539974"/>
                  </a:lnTo>
                  <a:lnTo>
                    <a:pt x="3372045" y="544702"/>
                  </a:lnTo>
                  <a:lnTo>
                    <a:pt x="3361437" y="547980"/>
                  </a:lnTo>
                  <a:lnTo>
                    <a:pt x="3356916" y="549377"/>
                  </a:lnTo>
                  <a:lnTo>
                    <a:pt x="3355003" y="549968"/>
                  </a:lnTo>
                  <a:lnTo>
                    <a:pt x="3353612" y="550398"/>
                  </a:lnTo>
                  <a:lnTo>
                    <a:pt x="3346308" y="552656"/>
                  </a:lnTo>
                  <a:lnTo>
                    <a:pt x="3339874" y="554645"/>
                  </a:lnTo>
                  <a:lnTo>
                    <a:pt x="3336744" y="555613"/>
                  </a:lnTo>
                  <a:lnTo>
                    <a:pt x="3331353" y="557279"/>
                  </a:lnTo>
                  <a:lnTo>
                    <a:pt x="3329440" y="557871"/>
                  </a:lnTo>
                  <a:lnTo>
                    <a:pt x="3326658" y="558731"/>
                  </a:lnTo>
                  <a:lnTo>
                    <a:pt x="3323875" y="559592"/>
                  </a:lnTo>
                  <a:lnTo>
                    <a:pt x="3313789" y="562711"/>
                  </a:lnTo>
                  <a:lnTo>
                    <a:pt x="3311876" y="563303"/>
                  </a:lnTo>
                  <a:lnTo>
                    <a:pt x="3308920" y="564217"/>
                  </a:lnTo>
                  <a:lnTo>
                    <a:pt x="3304051" y="565723"/>
                  </a:lnTo>
                  <a:lnTo>
                    <a:pt x="3303008" y="566046"/>
                  </a:lnTo>
                  <a:lnTo>
                    <a:pt x="3302312" y="566261"/>
                  </a:lnTo>
                  <a:lnTo>
                    <a:pt x="3298312" y="567499"/>
                  </a:lnTo>
                  <a:lnTo>
                    <a:pt x="3294487" y="568682"/>
                  </a:lnTo>
                  <a:lnTo>
                    <a:pt x="3288400" y="570566"/>
                  </a:lnTo>
                  <a:lnTo>
                    <a:pt x="3284053" y="571911"/>
                  </a:lnTo>
                  <a:lnTo>
                    <a:pt x="3283183" y="572180"/>
                  </a:lnTo>
                  <a:lnTo>
                    <a:pt x="3281618" y="572665"/>
                  </a:lnTo>
                  <a:lnTo>
                    <a:pt x="3279010" y="573472"/>
                  </a:lnTo>
                  <a:lnTo>
                    <a:pt x="3272228" y="575571"/>
                  </a:lnTo>
                  <a:lnTo>
                    <a:pt x="3271880" y="575679"/>
                  </a:lnTo>
                  <a:lnTo>
                    <a:pt x="3263707" y="578209"/>
                  </a:lnTo>
                  <a:lnTo>
                    <a:pt x="3254664" y="581009"/>
                  </a:lnTo>
                  <a:lnTo>
                    <a:pt x="3252751" y="581601"/>
                  </a:lnTo>
                  <a:lnTo>
                    <a:pt x="3252056" y="581817"/>
                  </a:lnTo>
                  <a:lnTo>
                    <a:pt x="3247187" y="583325"/>
                  </a:lnTo>
                  <a:lnTo>
                    <a:pt x="3241622" y="585048"/>
                  </a:lnTo>
                  <a:lnTo>
                    <a:pt x="3237796" y="586233"/>
                  </a:lnTo>
                  <a:lnTo>
                    <a:pt x="3224928" y="590220"/>
                  </a:lnTo>
                  <a:lnTo>
                    <a:pt x="3220580" y="591567"/>
                  </a:lnTo>
                  <a:lnTo>
                    <a:pt x="3218841" y="592106"/>
                  </a:lnTo>
                  <a:lnTo>
                    <a:pt x="3214842" y="593345"/>
                  </a:lnTo>
                  <a:lnTo>
                    <a:pt x="3213450" y="593776"/>
                  </a:lnTo>
                  <a:lnTo>
                    <a:pt x="3198147" y="598520"/>
                  </a:lnTo>
                  <a:lnTo>
                    <a:pt x="3187540" y="601809"/>
                  </a:lnTo>
                  <a:lnTo>
                    <a:pt x="3183018" y="603211"/>
                  </a:lnTo>
                  <a:lnTo>
                    <a:pt x="3181105" y="603804"/>
                  </a:lnTo>
                  <a:lnTo>
                    <a:pt x="3179714" y="604235"/>
                  </a:lnTo>
                  <a:lnTo>
                    <a:pt x="3172411" y="606501"/>
                  </a:lnTo>
                  <a:lnTo>
                    <a:pt x="3165976" y="608497"/>
                  </a:lnTo>
                  <a:lnTo>
                    <a:pt x="3162846" y="609468"/>
                  </a:lnTo>
                  <a:lnTo>
                    <a:pt x="3157455" y="611140"/>
                  </a:lnTo>
                  <a:lnTo>
                    <a:pt x="3155543" y="611734"/>
                  </a:lnTo>
                  <a:lnTo>
                    <a:pt x="3152760" y="612597"/>
                  </a:lnTo>
                  <a:lnTo>
                    <a:pt x="3149978" y="613461"/>
                  </a:lnTo>
                  <a:lnTo>
                    <a:pt x="3140587" y="616375"/>
                  </a:lnTo>
                  <a:lnTo>
                    <a:pt x="3139892" y="616591"/>
                  </a:lnTo>
                  <a:lnTo>
                    <a:pt x="3137979" y="617185"/>
                  </a:lnTo>
                  <a:lnTo>
                    <a:pt x="3135023" y="618102"/>
                  </a:lnTo>
                  <a:lnTo>
                    <a:pt x="3130154" y="619614"/>
                  </a:lnTo>
                  <a:lnTo>
                    <a:pt x="3129110" y="619938"/>
                  </a:lnTo>
                  <a:lnTo>
                    <a:pt x="3128415" y="620154"/>
                  </a:lnTo>
                  <a:lnTo>
                    <a:pt x="3124415" y="621396"/>
                  </a:lnTo>
                  <a:lnTo>
                    <a:pt x="3120589" y="622584"/>
                  </a:lnTo>
                  <a:lnTo>
                    <a:pt x="3114503" y="624474"/>
                  </a:lnTo>
                  <a:lnTo>
                    <a:pt x="3110155" y="625824"/>
                  </a:lnTo>
                  <a:lnTo>
                    <a:pt x="3109286" y="626094"/>
                  </a:lnTo>
                  <a:lnTo>
                    <a:pt x="3107721" y="626581"/>
                  </a:lnTo>
                  <a:lnTo>
                    <a:pt x="3105112" y="627391"/>
                  </a:lnTo>
                  <a:lnTo>
                    <a:pt x="3097983" y="629606"/>
                  </a:lnTo>
                  <a:lnTo>
                    <a:pt x="3089809" y="632145"/>
                  </a:lnTo>
                  <a:lnTo>
                    <a:pt x="3080767" y="634956"/>
                  </a:lnTo>
                  <a:lnTo>
                    <a:pt x="3078854" y="635550"/>
                  </a:lnTo>
                  <a:lnTo>
                    <a:pt x="3078158" y="635766"/>
                  </a:lnTo>
                  <a:lnTo>
                    <a:pt x="3067724" y="639010"/>
                  </a:lnTo>
                  <a:lnTo>
                    <a:pt x="3063899" y="640200"/>
                  </a:lnTo>
                  <a:lnTo>
                    <a:pt x="3051030" y="644201"/>
                  </a:lnTo>
                  <a:lnTo>
                    <a:pt x="3046683" y="645554"/>
                  </a:lnTo>
                  <a:lnTo>
                    <a:pt x="3044944" y="646095"/>
                  </a:lnTo>
                  <a:lnTo>
                    <a:pt x="3040944" y="647339"/>
                  </a:lnTo>
                  <a:lnTo>
                    <a:pt x="3039553" y="647772"/>
                  </a:lnTo>
                  <a:lnTo>
                    <a:pt x="3024250" y="652534"/>
                  </a:lnTo>
                  <a:lnTo>
                    <a:pt x="3013642" y="655835"/>
                  </a:lnTo>
                  <a:lnTo>
                    <a:pt x="3009121" y="657243"/>
                  </a:lnTo>
                  <a:lnTo>
                    <a:pt x="3007208" y="657839"/>
                  </a:lnTo>
                  <a:lnTo>
                    <a:pt x="3005817" y="658272"/>
                  </a:lnTo>
                  <a:lnTo>
                    <a:pt x="2998513" y="660546"/>
                  </a:lnTo>
                  <a:lnTo>
                    <a:pt x="2992079" y="662550"/>
                  </a:lnTo>
                  <a:lnTo>
                    <a:pt x="2988949" y="663525"/>
                  </a:lnTo>
                  <a:lnTo>
                    <a:pt x="2983558" y="665205"/>
                  </a:lnTo>
                  <a:lnTo>
                    <a:pt x="2981645" y="665801"/>
                  </a:lnTo>
                  <a:lnTo>
                    <a:pt x="2978863" y="666667"/>
                  </a:lnTo>
                  <a:lnTo>
                    <a:pt x="2976080" y="667534"/>
                  </a:lnTo>
                  <a:lnTo>
                    <a:pt x="2966690" y="670461"/>
                  </a:lnTo>
                  <a:lnTo>
                    <a:pt x="2965994" y="670678"/>
                  </a:lnTo>
                  <a:lnTo>
                    <a:pt x="2964081" y="671274"/>
                  </a:lnTo>
                  <a:lnTo>
                    <a:pt x="2961125" y="672195"/>
                  </a:lnTo>
                  <a:lnTo>
                    <a:pt x="2956256" y="673713"/>
                  </a:lnTo>
                  <a:lnTo>
                    <a:pt x="2955213" y="674039"/>
                  </a:lnTo>
                  <a:lnTo>
                    <a:pt x="2954517" y="674255"/>
                  </a:lnTo>
                  <a:lnTo>
                    <a:pt x="2950517" y="675503"/>
                  </a:lnTo>
                  <a:lnTo>
                    <a:pt x="2946692" y="676696"/>
                  </a:lnTo>
                  <a:lnTo>
                    <a:pt x="2940605" y="678594"/>
                  </a:lnTo>
                  <a:lnTo>
                    <a:pt x="2936258" y="679950"/>
                  </a:lnTo>
                  <a:lnTo>
                    <a:pt x="2935388" y="680221"/>
                  </a:lnTo>
                  <a:lnTo>
                    <a:pt x="2933823" y="680709"/>
                  </a:lnTo>
                  <a:lnTo>
                    <a:pt x="2931215" y="681523"/>
                  </a:lnTo>
                  <a:lnTo>
                    <a:pt x="2924433" y="683639"/>
                  </a:lnTo>
                  <a:lnTo>
                    <a:pt x="2924085" y="683747"/>
                  </a:lnTo>
                  <a:lnTo>
                    <a:pt x="2915912" y="686298"/>
                  </a:lnTo>
                  <a:lnTo>
                    <a:pt x="2906869" y="689120"/>
                  </a:lnTo>
                  <a:lnTo>
                    <a:pt x="2904956" y="689717"/>
                  </a:lnTo>
                  <a:lnTo>
                    <a:pt x="2904261" y="689935"/>
                  </a:lnTo>
                  <a:lnTo>
                    <a:pt x="2899392" y="691455"/>
                  </a:lnTo>
                  <a:lnTo>
                    <a:pt x="2893827" y="693192"/>
                  </a:lnTo>
                  <a:lnTo>
                    <a:pt x="2890001" y="694387"/>
                  </a:lnTo>
                  <a:lnTo>
                    <a:pt x="2877133" y="698407"/>
                  </a:lnTo>
                  <a:lnTo>
                    <a:pt x="2872785" y="699765"/>
                  </a:lnTo>
                  <a:lnTo>
                    <a:pt x="2871046" y="700309"/>
                  </a:lnTo>
                  <a:lnTo>
                    <a:pt x="2867047" y="701558"/>
                  </a:lnTo>
                  <a:lnTo>
                    <a:pt x="2865656" y="701993"/>
                  </a:lnTo>
                  <a:lnTo>
                    <a:pt x="2850353" y="706777"/>
                  </a:lnTo>
                  <a:lnTo>
                    <a:pt x="2839745" y="710094"/>
                  </a:lnTo>
                  <a:lnTo>
                    <a:pt x="2835223" y="711508"/>
                  </a:lnTo>
                  <a:lnTo>
                    <a:pt x="2833311" y="712106"/>
                  </a:lnTo>
                  <a:lnTo>
                    <a:pt x="2831919" y="712542"/>
                  </a:lnTo>
                  <a:lnTo>
                    <a:pt x="2824616" y="714827"/>
                  </a:lnTo>
                  <a:lnTo>
                    <a:pt x="2818182" y="716840"/>
                  </a:lnTo>
                  <a:lnTo>
                    <a:pt x="2815051" y="717820"/>
                  </a:lnTo>
                  <a:lnTo>
                    <a:pt x="2809661" y="719507"/>
                  </a:lnTo>
                  <a:lnTo>
                    <a:pt x="2807748" y="720106"/>
                  </a:lnTo>
                  <a:lnTo>
                    <a:pt x="2804965" y="720977"/>
                  </a:lnTo>
                  <a:lnTo>
                    <a:pt x="2802183" y="721848"/>
                  </a:lnTo>
                  <a:lnTo>
                    <a:pt x="2792793" y="724788"/>
                  </a:lnTo>
                  <a:lnTo>
                    <a:pt x="2792097" y="725006"/>
                  </a:lnTo>
                  <a:lnTo>
                    <a:pt x="2790184" y="725605"/>
                  </a:lnTo>
                  <a:lnTo>
                    <a:pt x="2787228" y="726531"/>
                  </a:lnTo>
                  <a:lnTo>
                    <a:pt x="2782359" y="728057"/>
                  </a:lnTo>
                  <a:lnTo>
                    <a:pt x="2781315" y="728383"/>
                  </a:lnTo>
                  <a:lnTo>
                    <a:pt x="2780620" y="728601"/>
                  </a:lnTo>
                  <a:lnTo>
                    <a:pt x="2772794" y="731053"/>
                  </a:lnTo>
                  <a:lnTo>
                    <a:pt x="2766708" y="732961"/>
                  </a:lnTo>
                  <a:lnTo>
                    <a:pt x="2762360" y="734323"/>
                  </a:lnTo>
                  <a:lnTo>
                    <a:pt x="2761491" y="734596"/>
                  </a:lnTo>
                  <a:lnTo>
                    <a:pt x="2759926" y="735087"/>
                  </a:lnTo>
                  <a:lnTo>
                    <a:pt x="2757317" y="735904"/>
                  </a:lnTo>
                  <a:lnTo>
                    <a:pt x="2750535" y="738031"/>
                  </a:lnTo>
                  <a:lnTo>
                    <a:pt x="2750188" y="738140"/>
                  </a:lnTo>
                  <a:lnTo>
                    <a:pt x="2742014" y="740703"/>
                  </a:lnTo>
                  <a:lnTo>
                    <a:pt x="2732972" y="743540"/>
                  </a:lnTo>
                  <a:lnTo>
                    <a:pt x="2731059" y="744140"/>
                  </a:lnTo>
                  <a:lnTo>
                    <a:pt x="2730363" y="744359"/>
                  </a:lnTo>
                  <a:lnTo>
                    <a:pt x="2725494" y="745887"/>
                  </a:lnTo>
                  <a:lnTo>
                    <a:pt x="2719929" y="747633"/>
                  </a:lnTo>
                  <a:lnTo>
                    <a:pt x="2716104" y="748834"/>
                  </a:lnTo>
                  <a:lnTo>
                    <a:pt x="2703235" y="752875"/>
                  </a:lnTo>
                  <a:lnTo>
                    <a:pt x="2698888" y="754240"/>
                  </a:lnTo>
                  <a:lnTo>
                    <a:pt x="2693149" y="756043"/>
                  </a:lnTo>
                  <a:lnTo>
                    <a:pt x="2691758" y="756480"/>
                  </a:lnTo>
                  <a:lnTo>
                    <a:pt x="2676455" y="761289"/>
                  </a:lnTo>
                  <a:lnTo>
                    <a:pt x="2661326" y="766045"/>
                  </a:lnTo>
                  <a:lnTo>
                    <a:pt x="2659413" y="766647"/>
                  </a:lnTo>
                  <a:lnTo>
                    <a:pt x="2650718" y="769382"/>
                  </a:lnTo>
                  <a:lnTo>
                    <a:pt x="2644284" y="771406"/>
                  </a:lnTo>
                  <a:lnTo>
                    <a:pt x="2641154" y="772391"/>
                  </a:lnTo>
                  <a:lnTo>
                    <a:pt x="2635763" y="774088"/>
                  </a:lnTo>
                  <a:lnTo>
                    <a:pt x="2633850" y="774690"/>
                  </a:lnTo>
                  <a:lnTo>
                    <a:pt x="2631068" y="775566"/>
                  </a:lnTo>
                  <a:lnTo>
                    <a:pt x="2628286" y="776442"/>
                  </a:lnTo>
                  <a:lnTo>
                    <a:pt x="2618895" y="779399"/>
                  </a:lnTo>
                  <a:lnTo>
                    <a:pt x="2618199" y="779618"/>
                  </a:lnTo>
                  <a:lnTo>
                    <a:pt x="2616287" y="780220"/>
                  </a:lnTo>
                  <a:lnTo>
                    <a:pt x="2613330" y="781152"/>
                  </a:lnTo>
                  <a:lnTo>
                    <a:pt x="2608461" y="782685"/>
                  </a:lnTo>
                  <a:lnTo>
                    <a:pt x="2607418" y="783014"/>
                  </a:lnTo>
                  <a:lnTo>
                    <a:pt x="2606722" y="783233"/>
                  </a:lnTo>
                  <a:lnTo>
                    <a:pt x="2602723" y="784494"/>
                  </a:lnTo>
                  <a:lnTo>
                    <a:pt x="2598897" y="785699"/>
                  </a:lnTo>
                  <a:lnTo>
                    <a:pt x="2592810" y="787618"/>
                  </a:lnTo>
                  <a:lnTo>
                    <a:pt x="2588463" y="788988"/>
                  </a:lnTo>
                  <a:lnTo>
                    <a:pt x="2587594" y="789262"/>
                  </a:lnTo>
                  <a:lnTo>
                    <a:pt x="2586028" y="789756"/>
                  </a:lnTo>
                  <a:lnTo>
                    <a:pt x="2583420" y="790578"/>
                  </a:lnTo>
                  <a:lnTo>
                    <a:pt x="2576638" y="792717"/>
                  </a:lnTo>
                  <a:lnTo>
                    <a:pt x="2576290" y="792827"/>
                  </a:lnTo>
                  <a:lnTo>
                    <a:pt x="2568117" y="795405"/>
                  </a:lnTo>
                  <a:lnTo>
                    <a:pt x="2559074" y="798259"/>
                  </a:lnTo>
                  <a:lnTo>
                    <a:pt x="2557161" y="798862"/>
                  </a:lnTo>
                  <a:lnTo>
                    <a:pt x="2556466" y="799082"/>
                  </a:lnTo>
                  <a:lnTo>
                    <a:pt x="2551597" y="800619"/>
                  </a:lnTo>
                  <a:lnTo>
                    <a:pt x="2546032" y="802376"/>
                  </a:lnTo>
                  <a:lnTo>
                    <a:pt x="2542206" y="803584"/>
                  </a:lnTo>
                  <a:lnTo>
                    <a:pt x="2529338" y="807649"/>
                  </a:lnTo>
                  <a:lnTo>
                    <a:pt x="2523251" y="809572"/>
                  </a:lnTo>
                  <a:lnTo>
                    <a:pt x="2519252" y="810836"/>
                  </a:lnTo>
                  <a:lnTo>
                    <a:pt x="2517861" y="811276"/>
                  </a:lnTo>
                  <a:lnTo>
                    <a:pt x="2502558" y="816115"/>
                  </a:lnTo>
                  <a:lnTo>
                    <a:pt x="2491950" y="819470"/>
                  </a:lnTo>
                  <a:lnTo>
                    <a:pt x="2487429" y="820901"/>
                  </a:lnTo>
                  <a:lnTo>
                    <a:pt x="2485516" y="821506"/>
                  </a:lnTo>
                  <a:lnTo>
                    <a:pt x="2484125" y="821947"/>
                  </a:lnTo>
                  <a:lnTo>
                    <a:pt x="2476821" y="824259"/>
                  </a:lnTo>
                  <a:lnTo>
                    <a:pt x="2470387" y="826296"/>
                  </a:lnTo>
                  <a:lnTo>
                    <a:pt x="2467256" y="827287"/>
                  </a:lnTo>
                  <a:lnTo>
                    <a:pt x="2461866" y="828995"/>
                  </a:lnTo>
                  <a:lnTo>
                    <a:pt x="2459953" y="829601"/>
                  </a:lnTo>
                  <a:lnTo>
                    <a:pt x="2457170" y="830482"/>
                  </a:lnTo>
                  <a:lnTo>
                    <a:pt x="2454388" y="831364"/>
                  </a:lnTo>
                  <a:lnTo>
                    <a:pt x="2444998" y="834340"/>
                  </a:lnTo>
                  <a:lnTo>
                    <a:pt x="2444302" y="834560"/>
                  </a:lnTo>
                  <a:lnTo>
                    <a:pt x="2442389" y="835167"/>
                  </a:lnTo>
                  <a:lnTo>
                    <a:pt x="2439433" y="836104"/>
                  </a:lnTo>
                  <a:lnTo>
                    <a:pt x="2434564" y="837648"/>
                  </a:lnTo>
                  <a:lnTo>
                    <a:pt x="2433520" y="837979"/>
                  </a:lnTo>
                  <a:lnTo>
                    <a:pt x="2432825" y="838200"/>
                  </a:lnTo>
                  <a:lnTo>
                    <a:pt x="2428825" y="839468"/>
                  </a:lnTo>
                  <a:lnTo>
                    <a:pt x="2424999" y="840682"/>
                  </a:lnTo>
                  <a:lnTo>
                    <a:pt x="2418913" y="842613"/>
                  </a:lnTo>
                  <a:lnTo>
                    <a:pt x="2414566" y="843992"/>
                  </a:lnTo>
                  <a:lnTo>
                    <a:pt x="2413696" y="844268"/>
                  </a:lnTo>
                  <a:lnTo>
                    <a:pt x="2412131" y="844765"/>
                  </a:lnTo>
                  <a:lnTo>
                    <a:pt x="2409523" y="845593"/>
                  </a:lnTo>
                  <a:lnTo>
                    <a:pt x="2402741" y="847746"/>
                  </a:lnTo>
                  <a:lnTo>
                    <a:pt x="2402393" y="847857"/>
                  </a:lnTo>
                  <a:lnTo>
                    <a:pt x="2394220" y="850453"/>
                  </a:lnTo>
                  <a:lnTo>
                    <a:pt x="2385177" y="853326"/>
                  </a:lnTo>
                  <a:lnTo>
                    <a:pt x="2383264" y="853933"/>
                  </a:lnTo>
                  <a:lnTo>
                    <a:pt x="2382568" y="854155"/>
                  </a:lnTo>
                  <a:lnTo>
                    <a:pt x="2377699" y="855702"/>
                  </a:lnTo>
                  <a:lnTo>
                    <a:pt x="2372135" y="857471"/>
                  </a:lnTo>
                  <a:lnTo>
                    <a:pt x="2368309" y="858688"/>
                  </a:lnTo>
                  <a:lnTo>
                    <a:pt x="2355440" y="862781"/>
                  </a:lnTo>
                  <a:lnTo>
                    <a:pt x="2351093" y="864164"/>
                  </a:lnTo>
                  <a:lnTo>
                    <a:pt x="2349354" y="864718"/>
                  </a:lnTo>
                  <a:lnTo>
                    <a:pt x="2345354" y="865991"/>
                  </a:lnTo>
                  <a:lnTo>
                    <a:pt x="2343963" y="866434"/>
                  </a:lnTo>
                  <a:lnTo>
                    <a:pt x="2328660" y="871307"/>
                  </a:lnTo>
                  <a:lnTo>
                    <a:pt x="2318052" y="874686"/>
                  </a:lnTo>
                  <a:lnTo>
                    <a:pt x="2313531" y="876127"/>
                  </a:lnTo>
                  <a:lnTo>
                    <a:pt x="2311618" y="876737"/>
                  </a:lnTo>
                  <a:lnTo>
                    <a:pt x="2310227" y="877181"/>
                  </a:lnTo>
                  <a:lnTo>
                    <a:pt x="2302923" y="879509"/>
                  </a:lnTo>
                  <a:lnTo>
                    <a:pt x="2296489" y="881562"/>
                  </a:lnTo>
                  <a:lnTo>
                    <a:pt x="2293359" y="882560"/>
                  </a:lnTo>
                  <a:lnTo>
                    <a:pt x="2287968" y="884280"/>
                  </a:lnTo>
                  <a:lnTo>
                    <a:pt x="2286055" y="884891"/>
                  </a:lnTo>
                  <a:lnTo>
                    <a:pt x="2283273" y="885779"/>
                  </a:lnTo>
                  <a:lnTo>
                    <a:pt x="2280491" y="886667"/>
                  </a:lnTo>
                  <a:lnTo>
                    <a:pt x="2271100" y="889665"/>
                  </a:lnTo>
                  <a:lnTo>
                    <a:pt x="2270405" y="889888"/>
                  </a:lnTo>
                  <a:lnTo>
                    <a:pt x="2268492" y="890499"/>
                  </a:lnTo>
                  <a:lnTo>
                    <a:pt x="2265535" y="891443"/>
                  </a:lnTo>
                  <a:lnTo>
                    <a:pt x="2260666" y="892998"/>
                  </a:lnTo>
                  <a:lnTo>
                    <a:pt x="2259623" y="893332"/>
                  </a:lnTo>
                  <a:lnTo>
                    <a:pt x="2258927" y="893554"/>
                  </a:lnTo>
                  <a:lnTo>
                    <a:pt x="2254928" y="894832"/>
                  </a:lnTo>
                  <a:lnTo>
                    <a:pt x="2251102" y="896055"/>
                  </a:lnTo>
                  <a:lnTo>
                    <a:pt x="2245016" y="898001"/>
                  </a:lnTo>
                  <a:lnTo>
                    <a:pt x="2240668" y="899391"/>
                  </a:lnTo>
                  <a:lnTo>
                    <a:pt x="2239799" y="899669"/>
                  </a:lnTo>
                  <a:lnTo>
                    <a:pt x="2238234" y="900170"/>
                  </a:lnTo>
                  <a:lnTo>
                    <a:pt x="2235625" y="901004"/>
                  </a:lnTo>
                  <a:lnTo>
                    <a:pt x="2228843" y="903174"/>
                  </a:lnTo>
                  <a:lnTo>
                    <a:pt x="2228495" y="903285"/>
                  </a:lnTo>
                  <a:lnTo>
                    <a:pt x="2220322" y="905901"/>
                  </a:lnTo>
                  <a:lnTo>
                    <a:pt x="2211279" y="908797"/>
                  </a:lnTo>
                  <a:lnTo>
                    <a:pt x="2209367" y="909409"/>
                  </a:lnTo>
                  <a:lnTo>
                    <a:pt x="2208671" y="909632"/>
                  </a:lnTo>
                  <a:lnTo>
                    <a:pt x="2203802" y="911192"/>
                  </a:lnTo>
                  <a:lnTo>
                    <a:pt x="2198237" y="912975"/>
                  </a:lnTo>
                  <a:lnTo>
                    <a:pt x="2194411" y="914201"/>
                  </a:lnTo>
                  <a:lnTo>
                    <a:pt x="2181543" y="918327"/>
                  </a:lnTo>
                  <a:lnTo>
                    <a:pt x="2177196" y="919722"/>
                  </a:lnTo>
                  <a:lnTo>
                    <a:pt x="2175457" y="920280"/>
                  </a:lnTo>
                  <a:lnTo>
                    <a:pt x="2171457" y="921563"/>
                  </a:lnTo>
                  <a:lnTo>
                    <a:pt x="2170066" y="922009"/>
                  </a:lnTo>
                  <a:lnTo>
                    <a:pt x="2154763" y="926922"/>
                  </a:lnTo>
                  <a:lnTo>
                    <a:pt x="2144155" y="930330"/>
                  </a:lnTo>
                  <a:lnTo>
                    <a:pt x="2139634" y="931782"/>
                  </a:lnTo>
                  <a:lnTo>
                    <a:pt x="2137721" y="932397"/>
                  </a:lnTo>
                  <a:lnTo>
                    <a:pt x="2136330" y="932844"/>
                  </a:lnTo>
                  <a:lnTo>
                    <a:pt x="2129026" y="935193"/>
                  </a:lnTo>
                  <a:lnTo>
                    <a:pt x="2122592" y="937262"/>
                  </a:lnTo>
                  <a:lnTo>
                    <a:pt x="2119462" y="938269"/>
                  </a:lnTo>
                  <a:lnTo>
                    <a:pt x="2114071" y="940004"/>
                  </a:lnTo>
                  <a:lnTo>
                    <a:pt x="2112158" y="940619"/>
                  </a:lnTo>
                  <a:lnTo>
                    <a:pt x="2109376" y="941515"/>
                  </a:lnTo>
                  <a:lnTo>
                    <a:pt x="2106593" y="942410"/>
                  </a:lnTo>
                  <a:lnTo>
                    <a:pt x="2097203" y="945434"/>
                  </a:lnTo>
                  <a:lnTo>
                    <a:pt x="2096507" y="945658"/>
                  </a:lnTo>
                  <a:lnTo>
                    <a:pt x="2094594" y="946275"/>
                  </a:lnTo>
                  <a:lnTo>
                    <a:pt x="2091638" y="947227"/>
                  </a:lnTo>
                  <a:lnTo>
                    <a:pt x="2086769" y="948796"/>
                  </a:lnTo>
                  <a:lnTo>
                    <a:pt x="2085725" y="949132"/>
                  </a:lnTo>
                  <a:lnTo>
                    <a:pt x="2085030" y="949356"/>
                  </a:lnTo>
                  <a:lnTo>
                    <a:pt x="2081030" y="950646"/>
                  </a:lnTo>
                  <a:lnTo>
                    <a:pt x="2077205" y="951879"/>
                  </a:lnTo>
                  <a:lnTo>
                    <a:pt x="2071118" y="953842"/>
                  </a:lnTo>
                  <a:lnTo>
                    <a:pt x="2066771" y="955244"/>
                  </a:lnTo>
                  <a:lnTo>
                    <a:pt x="2065901" y="955525"/>
                  </a:lnTo>
                  <a:lnTo>
                    <a:pt x="2064336" y="956029"/>
                  </a:lnTo>
                  <a:lnTo>
                    <a:pt x="2061728" y="956871"/>
                  </a:lnTo>
                  <a:lnTo>
                    <a:pt x="2054946" y="959060"/>
                  </a:lnTo>
                  <a:lnTo>
                    <a:pt x="2054598" y="959172"/>
                  </a:lnTo>
                  <a:lnTo>
                    <a:pt x="2046425" y="961811"/>
                  </a:lnTo>
                  <a:lnTo>
                    <a:pt x="2037382" y="964732"/>
                  </a:lnTo>
                  <a:lnTo>
                    <a:pt x="2035469" y="965351"/>
                  </a:lnTo>
                  <a:lnTo>
                    <a:pt x="2034774" y="965575"/>
                  </a:lnTo>
                  <a:lnTo>
                    <a:pt x="2029904" y="967149"/>
                  </a:lnTo>
                  <a:lnTo>
                    <a:pt x="2024340" y="968948"/>
                  </a:lnTo>
                  <a:lnTo>
                    <a:pt x="2020514" y="970185"/>
                  </a:lnTo>
                  <a:lnTo>
                    <a:pt x="2007646" y="974348"/>
                  </a:lnTo>
                  <a:lnTo>
                    <a:pt x="2003298" y="975756"/>
                  </a:lnTo>
                  <a:lnTo>
                    <a:pt x="2001559" y="976319"/>
                  </a:lnTo>
                  <a:lnTo>
                    <a:pt x="1997559" y="977614"/>
                  </a:lnTo>
                  <a:lnTo>
                    <a:pt x="1996168" y="978064"/>
                  </a:lnTo>
                  <a:lnTo>
                    <a:pt x="1980865" y="983022"/>
                  </a:lnTo>
                  <a:lnTo>
                    <a:pt x="1970258" y="986461"/>
                  </a:lnTo>
                  <a:lnTo>
                    <a:pt x="1965736" y="987927"/>
                  </a:lnTo>
                  <a:lnTo>
                    <a:pt x="1963823" y="988548"/>
                  </a:lnTo>
                  <a:lnTo>
                    <a:pt x="1962432" y="988999"/>
                  </a:lnTo>
                  <a:lnTo>
                    <a:pt x="1955128" y="991370"/>
                  </a:lnTo>
                  <a:lnTo>
                    <a:pt x="1948694" y="993458"/>
                  </a:lnTo>
                  <a:lnTo>
                    <a:pt x="1945564" y="994475"/>
                  </a:lnTo>
                  <a:lnTo>
                    <a:pt x="1940173" y="996226"/>
                  </a:lnTo>
                  <a:lnTo>
                    <a:pt x="1938260" y="996847"/>
                  </a:lnTo>
                  <a:lnTo>
                    <a:pt x="1935478" y="997751"/>
                  </a:lnTo>
                  <a:lnTo>
                    <a:pt x="1932696" y="998656"/>
                  </a:lnTo>
                  <a:lnTo>
                    <a:pt x="1923305" y="1001708"/>
                  </a:lnTo>
                  <a:lnTo>
                    <a:pt x="1922610" y="1001934"/>
                  </a:lnTo>
                  <a:lnTo>
                    <a:pt x="1920697" y="1002557"/>
                  </a:lnTo>
                  <a:lnTo>
                    <a:pt x="1917741" y="1003518"/>
                  </a:lnTo>
                  <a:lnTo>
                    <a:pt x="1912871" y="1005102"/>
                  </a:lnTo>
                  <a:lnTo>
                    <a:pt x="1911828" y="1005442"/>
                  </a:lnTo>
                  <a:lnTo>
                    <a:pt x="1911132" y="1005668"/>
                  </a:lnTo>
                  <a:lnTo>
                    <a:pt x="1907133" y="1006970"/>
                  </a:lnTo>
                  <a:lnTo>
                    <a:pt x="1903307" y="1008215"/>
                  </a:lnTo>
                  <a:lnTo>
                    <a:pt x="1897221" y="1010197"/>
                  </a:lnTo>
                  <a:lnTo>
                    <a:pt x="1892873" y="1011613"/>
                  </a:lnTo>
                  <a:lnTo>
                    <a:pt x="1892004" y="1011896"/>
                  </a:lnTo>
                  <a:lnTo>
                    <a:pt x="1890439" y="1012406"/>
                  </a:lnTo>
                  <a:lnTo>
                    <a:pt x="1887830" y="1013256"/>
                  </a:lnTo>
                  <a:lnTo>
                    <a:pt x="1881048" y="1015466"/>
                  </a:lnTo>
                  <a:lnTo>
                    <a:pt x="1880700" y="1015579"/>
                  </a:lnTo>
                  <a:lnTo>
                    <a:pt x="1872527" y="1018244"/>
                  </a:lnTo>
                  <a:lnTo>
                    <a:pt x="1863485" y="1021194"/>
                  </a:lnTo>
                  <a:lnTo>
                    <a:pt x="1861572" y="1021819"/>
                  </a:lnTo>
                  <a:lnTo>
                    <a:pt x="1860876" y="1022046"/>
                  </a:lnTo>
                  <a:lnTo>
                    <a:pt x="1856007" y="1023635"/>
                  </a:lnTo>
                  <a:lnTo>
                    <a:pt x="1850442" y="1025452"/>
                  </a:lnTo>
                  <a:lnTo>
                    <a:pt x="1846616" y="1026701"/>
                  </a:lnTo>
                  <a:lnTo>
                    <a:pt x="1829401" y="1032328"/>
                  </a:lnTo>
                  <a:lnTo>
                    <a:pt x="1827662" y="1032896"/>
                  </a:lnTo>
                  <a:lnTo>
                    <a:pt x="1823662" y="1034204"/>
                  </a:lnTo>
                  <a:lnTo>
                    <a:pt x="1822271" y="1034659"/>
                  </a:lnTo>
                  <a:lnTo>
                    <a:pt x="1806968" y="1039668"/>
                  </a:lnTo>
                  <a:lnTo>
                    <a:pt x="1796360" y="1043142"/>
                  </a:lnTo>
                  <a:lnTo>
                    <a:pt x="1791839" y="1044624"/>
                  </a:lnTo>
                  <a:lnTo>
                    <a:pt x="1789926" y="1045251"/>
                  </a:lnTo>
                  <a:lnTo>
                    <a:pt x="1788535" y="1045707"/>
                  </a:lnTo>
                  <a:lnTo>
                    <a:pt x="1781231" y="1048101"/>
                  </a:lnTo>
                  <a:lnTo>
                    <a:pt x="1774797" y="1050212"/>
                  </a:lnTo>
                  <a:lnTo>
                    <a:pt x="1771667" y="1051239"/>
                  </a:lnTo>
                  <a:lnTo>
                    <a:pt x="1766276" y="1053008"/>
                  </a:lnTo>
                  <a:lnTo>
                    <a:pt x="1764363" y="1053636"/>
                  </a:lnTo>
                  <a:lnTo>
                    <a:pt x="1761581" y="1054549"/>
                  </a:lnTo>
                  <a:lnTo>
                    <a:pt x="1758798" y="1055463"/>
                  </a:lnTo>
                  <a:lnTo>
                    <a:pt x="1749408" y="1058548"/>
                  </a:lnTo>
                  <a:lnTo>
                    <a:pt x="1748712" y="1058776"/>
                  </a:lnTo>
                  <a:lnTo>
                    <a:pt x="1746799" y="1059405"/>
                  </a:lnTo>
                  <a:lnTo>
                    <a:pt x="1743843" y="1060377"/>
                  </a:lnTo>
                  <a:lnTo>
                    <a:pt x="1738974" y="1061977"/>
                  </a:lnTo>
                  <a:lnTo>
                    <a:pt x="1737931" y="1062320"/>
                  </a:lnTo>
                  <a:lnTo>
                    <a:pt x="1737235" y="1062549"/>
                  </a:lnTo>
                  <a:lnTo>
                    <a:pt x="1733235" y="1063865"/>
                  </a:lnTo>
                  <a:lnTo>
                    <a:pt x="1729410" y="1065123"/>
                  </a:lnTo>
                  <a:lnTo>
                    <a:pt x="1723323" y="1067126"/>
                  </a:lnTo>
                  <a:lnTo>
                    <a:pt x="1718976" y="1068557"/>
                  </a:lnTo>
                  <a:lnTo>
                    <a:pt x="1718106" y="1068843"/>
                  </a:lnTo>
                  <a:lnTo>
                    <a:pt x="1716541" y="1069359"/>
                  </a:lnTo>
                  <a:lnTo>
                    <a:pt x="1713933" y="1070218"/>
                  </a:lnTo>
                  <a:lnTo>
                    <a:pt x="1707151" y="1072452"/>
                  </a:lnTo>
                  <a:lnTo>
                    <a:pt x="1706803" y="1072566"/>
                  </a:lnTo>
                  <a:lnTo>
                    <a:pt x="1698630" y="1075260"/>
                  </a:lnTo>
                  <a:lnTo>
                    <a:pt x="1689587" y="1078241"/>
                  </a:lnTo>
                  <a:lnTo>
                    <a:pt x="1687674" y="1078872"/>
                  </a:lnTo>
                  <a:lnTo>
                    <a:pt x="1686979" y="1079102"/>
                  </a:lnTo>
                  <a:lnTo>
                    <a:pt x="1682110" y="1080708"/>
                  </a:lnTo>
                  <a:lnTo>
                    <a:pt x="1676545" y="1082545"/>
                  </a:lnTo>
                  <a:lnTo>
                    <a:pt x="1672719" y="1083808"/>
                  </a:lnTo>
                  <a:lnTo>
                    <a:pt x="1659851" y="1088059"/>
                  </a:lnTo>
                  <a:lnTo>
                    <a:pt x="1655503" y="1089496"/>
                  </a:lnTo>
                  <a:lnTo>
                    <a:pt x="1653764" y="1090071"/>
                  </a:lnTo>
                  <a:lnTo>
                    <a:pt x="1649765" y="1091393"/>
                  </a:lnTo>
                  <a:lnTo>
                    <a:pt x="1648373" y="1091853"/>
                  </a:lnTo>
                  <a:lnTo>
                    <a:pt x="1633070" y="1096917"/>
                  </a:lnTo>
                  <a:lnTo>
                    <a:pt x="1622463" y="1100429"/>
                  </a:lnTo>
                  <a:lnTo>
                    <a:pt x="1617941" y="1101927"/>
                  </a:lnTo>
                  <a:lnTo>
                    <a:pt x="1616028" y="1102561"/>
                  </a:lnTo>
                  <a:lnTo>
                    <a:pt x="1614637" y="1103022"/>
                  </a:lnTo>
                  <a:lnTo>
                    <a:pt x="1607334" y="1105444"/>
                  </a:lnTo>
                  <a:lnTo>
                    <a:pt x="1600899" y="1107578"/>
                  </a:lnTo>
                  <a:lnTo>
                    <a:pt x="1597769" y="1108616"/>
                  </a:lnTo>
                  <a:lnTo>
                    <a:pt x="1592378" y="1110405"/>
                  </a:lnTo>
                  <a:lnTo>
                    <a:pt x="1590466" y="1111040"/>
                  </a:lnTo>
                  <a:lnTo>
                    <a:pt x="1587683" y="1111964"/>
                  </a:lnTo>
                  <a:lnTo>
                    <a:pt x="1584901" y="1112888"/>
                  </a:lnTo>
                  <a:lnTo>
                    <a:pt x="1575510" y="1116007"/>
                  </a:lnTo>
                  <a:lnTo>
                    <a:pt x="1574815" y="1116238"/>
                  </a:lnTo>
                  <a:lnTo>
                    <a:pt x="1572902" y="1116874"/>
                  </a:lnTo>
                  <a:lnTo>
                    <a:pt x="1569946" y="1117856"/>
                  </a:lnTo>
                  <a:lnTo>
                    <a:pt x="1565077" y="1119475"/>
                  </a:lnTo>
                  <a:lnTo>
                    <a:pt x="1564033" y="1119822"/>
                  </a:lnTo>
                  <a:lnTo>
                    <a:pt x="1563338" y="1120054"/>
                  </a:lnTo>
                  <a:lnTo>
                    <a:pt x="1559338" y="1121384"/>
                  </a:lnTo>
                  <a:lnTo>
                    <a:pt x="1555512" y="1122657"/>
                  </a:lnTo>
                  <a:lnTo>
                    <a:pt x="1549426" y="1124682"/>
                  </a:lnTo>
                  <a:lnTo>
                    <a:pt x="1545078" y="1126129"/>
                  </a:lnTo>
                  <a:lnTo>
                    <a:pt x="1544209" y="1126419"/>
                  </a:lnTo>
                  <a:lnTo>
                    <a:pt x="1542644" y="1126940"/>
                  </a:lnTo>
                  <a:lnTo>
                    <a:pt x="1540035" y="1127809"/>
                  </a:lnTo>
                  <a:lnTo>
                    <a:pt x="1533253" y="1130068"/>
                  </a:lnTo>
                  <a:lnTo>
                    <a:pt x="1532905" y="1130184"/>
                  </a:lnTo>
                  <a:lnTo>
                    <a:pt x="1524732" y="1132908"/>
                  </a:lnTo>
                  <a:lnTo>
                    <a:pt x="1515690" y="1135924"/>
                  </a:lnTo>
                  <a:lnTo>
                    <a:pt x="1513777" y="1136562"/>
                  </a:lnTo>
                  <a:lnTo>
                    <a:pt x="1513081" y="1136794"/>
                  </a:lnTo>
                  <a:lnTo>
                    <a:pt x="1508212" y="1138419"/>
                  </a:lnTo>
                  <a:lnTo>
                    <a:pt x="1502647" y="1140277"/>
                  </a:lnTo>
                  <a:lnTo>
                    <a:pt x="1498822" y="1141555"/>
                  </a:lnTo>
                  <a:lnTo>
                    <a:pt x="1485953" y="1145854"/>
                  </a:lnTo>
                  <a:lnTo>
                    <a:pt x="1481606" y="1147308"/>
                  </a:lnTo>
                  <a:lnTo>
                    <a:pt x="1479867" y="1147889"/>
                  </a:lnTo>
                  <a:lnTo>
                    <a:pt x="1475867" y="1149227"/>
                  </a:lnTo>
                  <a:lnTo>
                    <a:pt x="1474476" y="1149692"/>
                  </a:lnTo>
                  <a:lnTo>
                    <a:pt x="1459173" y="1154814"/>
                  </a:lnTo>
                  <a:lnTo>
                    <a:pt x="1448565" y="1158368"/>
                  </a:lnTo>
                  <a:lnTo>
                    <a:pt x="1444044" y="1159883"/>
                  </a:lnTo>
                  <a:lnTo>
                    <a:pt x="1442131" y="1160525"/>
                  </a:lnTo>
                  <a:lnTo>
                    <a:pt x="1440740" y="1160991"/>
                  </a:lnTo>
                  <a:lnTo>
                    <a:pt x="1433436" y="1163441"/>
                  </a:lnTo>
                  <a:lnTo>
                    <a:pt x="1427002" y="1165599"/>
                  </a:lnTo>
                  <a:lnTo>
                    <a:pt x="1423872" y="1166650"/>
                  </a:lnTo>
                  <a:lnTo>
                    <a:pt x="1418481" y="1168460"/>
                  </a:lnTo>
                  <a:lnTo>
                    <a:pt x="1416568" y="1169102"/>
                  </a:lnTo>
                  <a:lnTo>
                    <a:pt x="1413786" y="1170037"/>
                  </a:lnTo>
                  <a:lnTo>
                    <a:pt x="1411003" y="1170971"/>
                  </a:lnTo>
                  <a:lnTo>
                    <a:pt x="1401613" y="1174127"/>
                  </a:lnTo>
                  <a:lnTo>
                    <a:pt x="1400917" y="1174361"/>
                  </a:lnTo>
                  <a:lnTo>
                    <a:pt x="1399004" y="1175004"/>
                  </a:lnTo>
                  <a:lnTo>
                    <a:pt x="1396048" y="1175998"/>
                  </a:lnTo>
                  <a:lnTo>
                    <a:pt x="1391179" y="1177636"/>
                  </a:lnTo>
                  <a:lnTo>
                    <a:pt x="1390136" y="1177987"/>
                  </a:lnTo>
                  <a:lnTo>
                    <a:pt x="1389440" y="1178221"/>
                  </a:lnTo>
                  <a:lnTo>
                    <a:pt x="1385440" y="1179567"/>
                  </a:lnTo>
                  <a:lnTo>
                    <a:pt x="1381615" y="1180855"/>
                  </a:lnTo>
                  <a:lnTo>
                    <a:pt x="1375528" y="1182904"/>
                  </a:lnTo>
                  <a:lnTo>
                    <a:pt x="1371181" y="1184368"/>
                  </a:lnTo>
                  <a:lnTo>
                    <a:pt x="1370311" y="1184661"/>
                  </a:lnTo>
                  <a:lnTo>
                    <a:pt x="1368746" y="1185188"/>
                  </a:lnTo>
                  <a:lnTo>
                    <a:pt x="1366138" y="1186067"/>
                  </a:lnTo>
                  <a:lnTo>
                    <a:pt x="1359356" y="1188353"/>
                  </a:lnTo>
                  <a:lnTo>
                    <a:pt x="1359008" y="1188471"/>
                  </a:lnTo>
                  <a:lnTo>
                    <a:pt x="1350835" y="1191227"/>
                  </a:lnTo>
                  <a:lnTo>
                    <a:pt x="1341792" y="1194278"/>
                  </a:lnTo>
                  <a:lnTo>
                    <a:pt x="1339879" y="1194924"/>
                  </a:lnTo>
                  <a:lnTo>
                    <a:pt x="1339184" y="1195159"/>
                  </a:lnTo>
                  <a:lnTo>
                    <a:pt x="1334315" y="1196803"/>
                  </a:lnTo>
                  <a:lnTo>
                    <a:pt x="1328750" y="1198682"/>
                  </a:lnTo>
                  <a:lnTo>
                    <a:pt x="1324924" y="1199975"/>
                  </a:lnTo>
                  <a:lnTo>
                    <a:pt x="1312056" y="1204325"/>
                  </a:lnTo>
                  <a:lnTo>
                    <a:pt x="1307708" y="1205796"/>
                  </a:lnTo>
                  <a:lnTo>
                    <a:pt x="1305969" y="1206384"/>
                  </a:lnTo>
                  <a:lnTo>
                    <a:pt x="1301970" y="1207738"/>
                  </a:lnTo>
                  <a:lnTo>
                    <a:pt x="1300579" y="1208209"/>
                  </a:lnTo>
                  <a:lnTo>
                    <a:pt x="1285276" y="1213391"/>
                  </a:lnTo>
                  <a:lnTo>
                    <a:pt x="1274668" y="1216986"/>
                  </a:lnTo>
                  <a:lnTo>
                    <a:pt x="1270146" y="1218520"/>
                  </a:lnTo>
                  <a:lnTo>
                    <a:pt x="1268234" y="1219169"/>
                  </a:lnTo>
                  <a:lnTo>
                    <a:pt x="1266842" y="1219641"/>
                  </a:lnTo>
                  <a:lnTo>
                    <a:pt x="1259539" y="1222119"/>
                  </a:lnTo>
                  <a:lnTo>
                    <a:pt x="1253105" y="1224303"/>
                  </a:lnTo>
                  <a:lnTo>
                    <a:pt x="1249974" y="1225366"/>
                  </a:lnTo>
                  <a:lnTo>
                    <a:pt x="1244584" y="1227197"/>
                  </a:lnTo>
                  <a:lnTo>
                    <a:pt x="1242671" y="1227847"/>
                  </a:lnTo>
                  <a:lnTo>
                    <a:pt x="1239888" y="1228793"/>
                  </a:lnTo>
                  <a:lnTo>
                    <a:pt x="1237106" y="1229738"/>
                  </a:lnTo>
                  <a:lnTo>
                    <a:pt x="1227715" y="1232932"/>
                  </a:lnTo>
                  <a:lnTo>
                    <a:pt x="1227020" y="1233168"/>
                  </a:lnTo>
                  <a:lnTo>
                    <a:pt x="1225107" y="1233819"/>
                  </a:lnTo>
                  <a:lnTo>
                    <a:pt x="1222151" y="1234825"/>
                  </a:lnTo>
                  <a:lnTo>
                    <a:pt x="1217282" y="1236482"/>
                  </a:lnTo>
                  <a:lnTo>
                    <a:pt x="1216238" y="1236837"/>
                  </a:lnTo>
                  <a:lnTo>
                    <a:pt x="1215543" y="1237074"/>
                  </a:lnTo>
                  <a:lnTo>
                    <a:pt x="1211543" y="1238435"/>
                  </a:lnTo>
                  <a:lnTo>
                    <a:pt x="1207717" y="1239738"/>
                  </a:lnTo>
                  <a:lnTo>
                    <a:pt x="1201631" y="1241812"/>
                  </a:lnTo>
                  <a:lnTo>
                    <a:pt x="1197283" y="1243293"/>
                  </a:lnTo>
                  <a:lnTo>
                    <a:pt x="1196414" y="1243589"/>
                  </a:lnTo>
                  <a:lnTo>
                    <a:pt x="1194849" y="1244123"/>
                  </a:lnTo>
                  <a:lnTo>
                    <a:pt x="1192240" y="1245012"/>
                  </a:lnTo>
                  <a:lnTo>
                    <a:pt x="1185458" y="1247325"/>
                  </a:lnTo>
                  <a:lnTo>
                    <a:pt x="1185111" y="1247444"/>
                  </a:lnTo>
                  <a:lnTo>
                    <a:pt x="1176937" y="1250232"/>
                  </a:lnTo>
                  <a:lnTo>
                    <a:pt x="1167895" y="1253319"/>
                  </a:lnTo>
                  <a:lnTo>
                    <a:pt x="1165982" y="1253972"/>
                  </a:lnTo>
                  <a:lnTo>
                    <a:pt x="1165286" y="1254210"/>
                  </a:lnTo>
                  <a:lnTo>
                    <a:pt x="1160417" y="1255873"/>
                  </a:lnTo>
                  <a:lnTo>
                    <a:pt x="1154852" y="1257775"/>
                  </a:lnTo>
                  <a:lnTo>
                    <a:pt x="1151027" y="1259083"/>
                  </a:lnTo>
                  <a:lnTo>
                    <a:pt x="1138158" y="1263484"/>
                  </a:lnTo>
                  <a:lnTo>
                    <a:pt x="1133811" y="1264972"/>
                  </a:lnTo>
                  <a:lnTo>
                    <a:pt x="1132072" y="1265567"/>
                  </a:lnTo>
                  <a:lnTo>
                    <a:pt x="1128072" y="1266936"/>
                  </a:lnTo>
                  <a:lnTo>
                    <a:pt x="1126681" y="1267412"/>
                  </a:lnTo>
                  <a:lnTo>
                    <a:pt x="1111378" y="1272655"/>
                  </a:lnTo>
                  <a:lnTo>
                    <a:pt x="1100770" y="1276292"/>
                  </a:lnTo>
                  <a:lnTo>
                    <a:pt x="1096249" y="1277843"/>
                  </a:lnTo>
                  <a:lnTo>
                    <a:pt x="1094336" y="1278499"/>
                  </a:lnTo>
                  <a:lnTo>
                    <a:pt x="1092945" y="1278977"/>
                  </a:lnTo>
                  <a:lnTo>
                    <a:pt x="1085641" y="1281484"/>
                  </a:lnTo>
                  <a:lnTo>
                    <a:pt x="1079207" y="1283693"/>
                  </a:lnTo>
                  <a:lnTo>
                    <a:pt x="1076077" y="1284769"/>
                  </a:lnTo>
                  <a:lnTo>
                    <a:pt x="1070686" y="1286621"/>
                  </a:lnTo>
                  <a:lnTo>
                    <a:pt x="1068773" y="1287278"/>
                  </a:lnTo>
                  <a:lnTo>
                    <a:pt x="1065991" y="1288235"/>
                  </a:lnTo>
                  <a:lnTo>
                    <a:pt x="1063208" y="1289191"/>
                  </a:lnTo>
                  <a:lnTo>
                    <a:pt x="1053818" y="1292421"/>
                  </a:lnTo>
                  <a:lnTo>
                    <a:pt x="1053122" y="1292660"/>
                  </a:lnTo>
                  <a:lnTo>
                    <a:pt x="1051210" y="1293319"/>
                  </a:lnTo>
                  <a:lnTo>
                    <a:pt x="1048253" y="1294336"/>
                  </a:lnTo>
                  <a:lnTo>
                    <a:pt x="1043384" y="1296012"/>
                  </a:lnTo>
                  <a:lnTo>
                    <a:pt x="1042341" y="1296371"/>
                  </a:lnTo>
                  <a:lnTo>
                    <a:pt x="1041645" y="1296611"/>
                  </a:lnTo>
                  <a:lnTo>
                    <a:pt x="1037646" y="1297988"/>
                  </a:lnTo>
                  <a:lnTo>
                    <a:pt x="1033820" y="1299306"/>
                  </a:lnTo>
                  <a:lnTo>
                    <a:pt x="1027733" y="1301403"/>
                  </a:lnTo>
                  <a:lnTo>
                    <a:pt x="1023386" y="1302901"/>
                  </a:lnTo>
                  <a:lnTo>
                    <a:pt x="1022516" y="1303201"/>
                  </a:lnTo>
                  <a:lnTo>
                    <a:pt x="1020951" y="1303740"/>
                  </a:lnTo>
                  <a:lnTo>
                    <a:pt x="1018343" y="1304640"/>
                  </a:lnTo>
                  <a:lnTo>
                    <a:pt x="1011561" y="1306979"/>
                  </a:lnTo>
                  <a:lnTo>
                    <a:pt x="1011213" y="1307099"/>
                  </a:lnTo>
                  <a:lnTo>
                    <a:pt x="1003040" y="1309919"/>
                  </a:lnTo>
                  <a:lnTo>
                    <a:pt x="993997" y="1313041"/>
                  </a:lnTo>
                  <a:lnTo>
                    <a:pt x="992084" y="1313701"/>
                  </a:lnTo>
                  <a:lnTo>
                    <a:pt x="991389" y="1313942"/>
                  </a:lnTo>
                  <a:lnTo>
                    <a:pt x="986520" y="1315624"/>
                  </a:lnTo>
                  <a:lnTo>
                    <a:pt x="980955" y="1317547"/>
                  </a:lnTo>
                  <a:lnTo>
                    <a:pt x="977129" y="1318869"/>
                  </a:lnTo>
                  <a:lnTo>
                    <a:pt x="964261" y="1323319"/>
                  </a:lnTo>
                  <a:lnTo>
                    <a:pt x="959913" y="1324824"/>
                  </a:lnTo>
                  <a:lnTo>
                    <a:pt x="958174" y="1325426"/>
                  </a:lnTo>
                  <a:lnTo>
                    <a:pt x="954175" y="1326810"/>
                  </a:lnTo>
                  <a:lnTo>
                    <a:pt x="952784" y="1327292"/>
                  </a:lnTo>
                  <a:lnTo>
                    <a:pt x="937481" y="1332593"/>
                  </a:lnTo>
                  <a:lnTo>
                    <a:pt x="926873" y="1336270"/>
                  </a:lnTo>
                  <a:lnTo>
                    <a:pt x="922352" y="1337838"/>
                  </a:lnTo>
                  <a:lnTo>
                    <a:pt x="920439" y="1338502"/>
                  </a:lnTo>
                  <a:lnTo>
                    <a:pt x="919048" y="1338984"/>
                  </a:lnTo>
                  <a:lnTo>
                    <a:pt x="911744" y="1341519"/>
                  </a:lnTo>
                  <a:lnTo>
                    <a:pt x="905310" y="1343752"/>
                  </a:lnTo>
                  <a:lnTo>
                    <a:pt x="902179" y="1344839"/>
                  </a:lnTo>
                  <a:lnTo>
                    <a:pt x="896789" y="1346712"/>
                  </a:lnTo>
                  <a:lnTo>
                    <a:pt x="894876" y="1347377"/>
                  </a:lnTo>
                  <a:lnTo>
                    <a:pt x="892093" y="1348343"/>
                  </a:lnTo>
                  <a:lnTo>
                    <a:pt x="889311" y="1349310"/>
                  </a:lnTo>
                  <a:lnTo>
                    <a:pt x="879921" y="1352575"/>
                  </a:lnTo>
                  <a:lnTo>
                    <a:pt x="879225" y="1352817"/>
                  </a:lnTo>
                  <a:lnTo>
                    <a:pt x="874356" y="1354510"/>
                  </a:lnTo>
                  <a:lnTo>
                    <a:pt x="869487" y="1356205"/>
                  </a:lnTo>
                  <a:lnTo>
                    <a:pt x="868443" y="1356568"/>
                  </a:lnTo>
                  <a:lnTo>
                    <a:pt x="867748" y="1356810"/>
                  </a:lnTo>
                  <a:lnTo>
                    <a:pt x="863748" y="1358202"/>
                  </a:lnTo>
                  <a:lnTo>
                    <a:pt x="859922" y="1359534"/>
                  </a:lnTo>
                  <a:lnTo>
                    <a:pt x="853836" y="1361653"/>
                  </a:lnTo>
                  <a:lnTo>
                    <a:pt x="849489" y="1363168"/>
                  </a:lnTo>
                  <a:lnTo>
                    <a:pt x="848619" y="1363470"/>
                  </a:lnTo>
                  <a:lnTo>
                    <a:pt x="847054" y="1364016"/>
                  </a:lnTo>
                  <a:lnTo>
                    <a:pt x="844446" y="1364925"/>
                  </a:lnTo>
                  <a:lnTo>
                    <a:pt x="837664" y="1367289"/>
                  </a:lnTo>
                  <a:lnTo>
                    <a:pt x="837316" y="1367410"/>
                  </a:lnTo>
                  <a:lnTo>
                    <a:pt x="829143" y="1370260"/>
                  </a:lnTo>
                  <a:lnTo>
                    <a:pt x="820100" y="1373415"/>
                  </a:lnTo>
                  <a:lnTo>
                    <a:pt x="818187" y="1374082"/>
                  </a:lnTo>
                  <a:lnTo>
                    <a:pt x="817491" y="1374325"/>
                  </a:lnTo>
                  <a:lnTo>
                    <a:pt x="812622" y="1376025"/>
                  </a:lnTo>
                  <a:lnTo>
                    <a:pt x="807058" y="1377968"/>
                  </a:lnTo>
                  <a:lnTo>
                    <a:pt x="803232" y="1379304"/>
                  </a:lnTo>
                  <a:lnTo>
                    <a:pt x="790363" y="1383801"/>
                  </a:lnTo>
                  <a:lnTo>
                    <a:pt x="786016" y="1385321"/>
                  </a:lnTo>
                  <a:lnTo>
                    <a:pt x="784277" y="1385929"/>
                  </a:lnTo>
                  <a:lnTo>
                    <a:pt x="780277" y="1387328"/>
                  </a:lnTo>
                  <a:lnTo>
                    <a:pt x="778886" y="1387815"/>
                  </a:lnTo>
                  <a:lnTo>
                    <a:pt x="763583" y="1393170"/>
                  </a:lnTo>
                  <a:lnTo>
                    <a:pt x="752975" y="1396885"/>
                  </a:lnTo>
                  <a:lnTo>
                    <a:pt x="748454" y="1398469"/>
                  </a:lnTo>
                  <a:lnTo>
                    <a:pt x="746541" y="1399139"/>
                  </a:lnTo>
                  <a:lnTo>
                    <a:pt x="745150" y="1399627"/>
                  </a:lnTo>
                  <a:lnTo>
                    <a:pt x="737846" y="1402187"/>
                  </a:lnTo>
                  <a:lnTo>
                    <a:pt x="731412" y="1404443"/>
                  </a:lnTo>
                  <a:lnTo>
                    <a:pt x="728282" y="1405541"/>
                  </a:lnTo>
                  <a:lnTo>
                    <a:pt x="722891" y="1407432"/>
                  </a:lnTo>
                  <a:lnTo>
                    <a:pt x="720978" y="1408104"/>
                  </a:lnTo>
                  <a:lnTo>
                    <a:pt x="718196" y="1409080"/>
                  </a:lnTo>
                  <a:lnTo>
                    <a:pt x="715414" y="1410057"/>
                  </a:lnTo>
                  <a:lnTo>
                    <a:pt x="706023" y="1413354"/>
                  </a:lnTo>
                  <a:lnTo>
                    <a:pt x="705328" y="1413598"/>
                  </a:lnTo>
                  <a:lnTo>
                    <a:pt x="703415" y="1414270"/>
                  </a:lnTo>
                  <a:lnTo>
                    <a:pt x="700458" y="1415308"/>
                  </a:lnTo>
                  <a:lnTo>
                    <a:pt x="695589" y="1417019"/>
                  </a:lnTo>
                  <a:lnTo>
                    <a:pt x="694546" y="1417386"/>
                  </a:lnTo>
                  <a:lnTo>
                    <a:pt x="693850" y="1417630"/>
                  </a:lnTo>
                  <a:lnTo>
                    <a:pt x="689851" y="1419036"/>
                  </a:lnTo>
                  <a:lnTo>
                    <a:pt x="686025" y="1420381"/>
                  </a:lnTo>
                  <a:lnTo>
                    <a:pt x="679939" y="1422521"/>
                  </a:lnTo>
                  <a:lnTo>
                    <a:pt x="675591" y="1424051"/>
                  </a:lnTo>
                  <a:lnTo>
                    <a:pt x="674722" y="1424356"/>
                  </a:lnTo>
                  <a:lnTo>
                    <a:pt x="673157" y="1424907"/>
                  </a:lnTo>
                  <a:lnTo>
                    <a:pt x="670548" y="1425825"/>
                  </a:lnTo>
                  <a:lnTo>
                    <a:pt x="663766" y="1428212"/>
                  </a:lnTo>
                  <a:lnTo>
                    <a:pt x="663418" y="1428334"/>
                  </a:lnTo>
                  <a:lnTo>
                    <a:pt x="655245" y="1431212"/>
                  </a:lnTo>
                  <a:lnTo>
                    <a:pt x="646202" y="1434397"/>
                  </a:lnTo>
                  <a:lnTo>
                    <a:pt x="644290" y="1435071"/>
                  </a:lnTo>
                  <a:lnTo>
                    <a:pt x="643594" y="1435316"/>
                  </a:lnTo>
                  <a:lnTo>
                    <a:pt x="638725" y="1437032"/>
                  </a:lnTo>
                  <a:lnTo>
                    <a:pt x="633160" y="1438993"/>
                  </a:lnTo>
                  <a:lnTo>
                    <a:pt x="629334" y="1440342"/>
                  </a:lnTo>
                  <a:lnTo>
                    <a:pt x="616466" y="1444882"/>
                  </a:lnTo>
                  <a:lnTo>
                    <a:pt x="612119" y="1446416"/>
                  </a:lnTo>
                  <a:lnTo>
                    <a:pt x="610380" y="1447030"/>
                  </a:lnTo>
                  <a:lnTo>
                    <a:pt x="606380" y="1448442"/>
                  </a:lnTo>
                  <a:lnTo>
                    <a:pt x="604989" y="1448933"/>
                  </a:lnTo>
                  <a:lnTo>
                    <a:pt x="589686" y="1454338"/>
                  </a:lnTo>
                  <a:lnTo>
                    <a:pt x="579078" y="1458087"/>
                  </a:lnTo>
                  <a:lnTo>
                    <a:pt x="574557" y="1459685"/>
                  </a:lnTo>
                  <a:lnTo>
                    <a:pt x="572644" y="1460362"/>
                  </a:lnTo>
                  <a:lnTo>
                    <a:pt x="571253" y="1460854"/>
                  </a:lnTo>
                  <a:lnTo>
                    <a:pt x="563949" y="1463437"/>
                  </a:lnTo>
                  <a:lnTo>
                    <a:pt x="557515" y="1465714"/>
                  </a:lnTo>
                  <a:lnTo>
                    <a:pt x="554385" y="1466822"/>
                  </a:lnTo>
                  <a:lnTo>
                    <a:pt x="548994" y="1468730"/>
                  </a:lnTo>
                  <a:lnTo>
                    <a:pt x="547081" y="1469407"/>
                  </a:lnTo>
                  <a:lnTo>
                    <a:pt x="544299" y="1470393"/>
                  </a:lnTo>
                  <a:lnTo>
                    <a:pt x="541516" y="1471378"/>
                  </a:lnTo>
                  <a:lnTo>
                    <a:pt x="532126" y="1474704"/>
                  </a:lnTo>
                  <a:lnTo>
                    <a:pt x="531430" y="1474951"/>
                  </a:lnTo>
                  <a:lnTo>
                    <a:pt x="529517" y="1475629"/>
                  </a:lnTo>
                  <a:lnTo>
                    <a:pt x="526561" y="1476676"/>
                  </a:lnTo>
                  <a:lnTo>
                    <a:pt x="521692" y="1478402"/>
                  </a:lnTo>
                  <a:lnTo>
                    <a:pt x="520648" y="1478772"/>
                  </a:lnTo>
                  <a:lnTo>
                    <a:pt x="519953" y="1479019"/>
                  </a:lnTo>
                  <a:lnTo>
                    <a:pt x="515953" y="1480437"/>
                  </a:lnTo>
                  <a:lnTo>
                    <a:pt x="512127" y="1481794"/>
                  </a:lnTo>
                  <a:lnTo>
                    <a:pt x="506041" y="1483953"/>
                  </a:lnTo>
                  <a:lnTo>
                    <a:pt x="501694" y="1485495"/>
                  </a:lnTo>
                  <a:lnTo>
                    <a:pt x="500824" y="1485804"/>
                  </a:lnTo>
                  <a:lnTo>
                    <a:pt x="499259" y="1486359"/>
                  </a:lnTo>
                  <a:lnTo>
                    <a:pt x="496651" y="1487285"/>
                  </a:lnTo>
                  <a:lnTo>
                    <a:pt x="489869" y="1489692"/>
                  </a:lnTo>
                  <a:lnTo>
                    <a:pt x="489521" y="1489816"/>
                  </a:lnTo>
                  <a:lnTo>
                    <a:pt x="481348" y="1492718"/>
                  </a:lnTo>
                  <a:lnTo>
                    <a:pt x="472305" y="1495931"/>
                  </a:lnTo>
                  <a:lnTo>
                    <a:pt x="470392" y="1496610"/>
                  </a:lnTo>
                  <a:lnTo>
                    <a:pt x="469697" y="1496857"/>
                  </a:lnTo>
                  <a:lnTo>
                    <a:pt x="464827" y="1498588"/>
                  </a:lnTo>
                  <a:lnTo>
                    <a:pt x="459263" y="1500566"/>
                  </a:lnTo>
                  <a:lnTo>
                    <a:pt x="455437" y="1501926"/>
                  </a:lnTo>
                  <a:lnTo>
                    <a:pt x="442569" y="1506504"/>
                  </a:lnTo>
                  <a:lnTo>
                    <a:pt x="438221" y="1508051"/>
                  </a:lnTo>
                  <a:lnTo>
                    <a:pt x="436482" y="1508669"/>
                  </a:lnTo>
                  <a:lnTo>
                    <a:pt x="432482" y="1510093"/>
                  </a:lnTo>
                  <a:lnTo>
                    <a:pt x="431091" y="1510588"/>
                  </a:lnTo>
                  <a:lnTo>
                    <a:pt x="415788" y="1516038"/>
                  </a:lnTo>
                  <a:lnTo>
                    <a:pt x="405181" y="1519817"/>
                  </a:lnTo>
                  <a:lnTo>
                    <a:pt x="400659" y="1521429"/>
                  </a:lnTo>
                  <a:lnTo>
                    <a:pt x="398746" y="1522110"/>
                  </a:lnTo>
                  <a:lnTo>
                    <a:pt x="397355" y="1522606"/>
                  </a:lnTo>
                  <a:lnTo>
                    <a:pt x="390051" y="1525211"/>
                  </a:lnTo>
                  <a:lnTo>
                    <a:pt x="383617" y="1527505"/>
                  </a:lnTo>
                  <a:lnTo>
                    <a:pt x="380487" y="1528622"/>
                  </a:lnTo>
                  <a:lnTo>
                    <a:pt x="375096" y="1530546"/>
                  </a:lnTo>
                  <a:lnTo>
                    <a:pt x="373183" y="1531228"/>
                  </a:lnTo>
                  <a:lnTo>
                    <a:pt x="370401" y="1532221"/>
                  </a:lnTo>
                  <a:lnTo>
                    <a:pt x="367619" y="1533214"/>
                  </a:lnTo>
                  <a:lnTo>
                    <a:pt x="358228" y="1536567"/>
                  </a:lnTo>
                  <a:lnTo>
                    <a:pt x="357533" y="1536815"/>
                  </a:lnTo>
                  <a:lnTo>
                    <a:pt x="355620" y="1537498"/>
                  </a:lnTo>
                  <a:lnTo>
                    <a:pt x="352664" y="1538554"/>
                  </a:lnTo>
                  <a:lnTo>
                    <a:pt x="347794" y="1540294"/>
                  </a:lnTo>
                  <a:lnTo>
                    <a:pt x="346751" y="1540666"/>
                  </a:lnTo>
                  <a:lnTo>
                    <a:pt x="346055" y="1540915"/>
                  </a:lnTo>
                  <a:lnTo>
                    <a:pt x="342056" y="1542344"/>
                  </a:lnTo>
                  <a:lnTo>
                    <a:pt x="338230" y="1543711"/>
                  </a:lnTo>
                  <a:lnTo>
                    <a:pt x="332144" y="1545887"/>
                  </a:lnTo>
                  <a:lnTo>
                    <a:pt x="327796" y="1547441"/>
                  </a:lnTo>
                  <a:lnTo>
                    <a:pt x="326927" y="1547752"/>
                  </a:lnTo>
                  <a:lnTo>
                    <a:pt x="325362" y="1548311"/>
                  </a:lnTo>
                  <a:lnTo>
                    <a:pt x="322753" y="1549244"/>
                  </a:lnTo>
                  <a:lnTo>
                    <a:pt x="315971" y="1551670"/>
                  </a:lnTo>
                  <a:lnTo>
                    <a:pt x="315623" y="1551794"/>
                  </a:lnTo>
                  <a:lnTo>
                    <a:pt x="307450" y="1554718"/>
                  </a:lnTo>
                  <a:lnTo>
                    <a:pt x="298408" y="1557955"/>
                  </a:lnTo>
                  <a:lnTo>
                    <a:pt x="296495" y="1558639"/>
                  </a:lnTo>
                  <a:lnTo>
                    <a:pt x="290930" y="1560632"/>
                  </a:lnTo>
                  <a:lnTo>
                    <a:pt x="285365" y="1562625"/>
                  </a:lnTo>
                  <a:lnTo>
                    <a:pt x="268671" y="1568605"/>
                  </a:lnTo>
                  <a:lnTo>
                    <a:pt x="257194" y="1572719"/>
                  </a:lnTo>
                  <a:lnTo>
                    <a:pt x="241891" y="1578208"/>
                  </a:lnTo>
                  <a:lnTo>
                    <a:pt x="224849" y="1584323"/>
                  </a:lnTo>
                  <a:lnTo>
                    <a:pt x="223458" y="1584823"/>
                  </a:lnTo>
                  <a:lnTo>
                    <a:pt x="206590" y="1590880"/>
                  </a:lnTo>
                  <a:lnTo>
                    <a:pt x="201199" y="1592817"/>
                  </a:lnTo>
                  <a:lnTo>
                    <a:pt x="199286" y="1593504"/>
                  </a:lnTo>
                  <a:lnTo>
                    <a:pt x="172854" y="1603006"/>
                  </a:lnTo>
                  <a:lnTo>
                    <a:pt x="168158" y="1604695"/>
                  </a:lnTo>
                  <a:lnTo>
                    <a:pt x="164333" y="1606071"/>
                  </a:lnTo>
                  <a:lnTo>
                    <a:pt x="148856" y="1611641"/>
                  </a:lnTo>
                  <a:lnTo>
                    <a:pt x="142074" y="1614082"/>
                  </a:lnTo>
                  <a:lnTo>
                    <a:pt x="133553" y="1617151"/>
                  </a:lnTo>
                  <a:lnTo>
                    <a:pt x="117032" y="1623102"/>
                  </a:lnTo>
                  <a:lnTo>
                    <a:pt x="25389" y="1656176"/>
                  </a:lnTo>
                  <a:lnTo>
                    <a:pt x="0" y="1665356"/>
                  </a:lnTo>
                  <a:close/>
                </a:path>
              </a:pathLst>
            </a:custGeom>
            <a:solidFill>
              <a:srgbClr val="00BA38">
                <a:alpha val="14901"/>
              </a:srgbClr>
            </a:solidFill>
          </p:spPr>
          <p:txBody>
            <a:bodyPr/>
            <a:lstStyle/>
            <a:p/>
          </p:txBody>
        </p:sp>
        <p:sp>
          <p:nvSpPr>
            <p:cNvPr id="11" name="pl10"/>
            <p:cNvSpPr/>
            <p:nvPr/>
          </p:nvSpPr>
          <p:spPr>
            <a:xfrm>
              <a:off x="3338030" y="3038027"/>
              <a:ext cx="4307091" cy="1507092"/>
            </a:xfrm>
            <a:custGeom>
              <a:avLst/>
              <a:pathLst>
                <a:path w="4307091" h="1507092">
                  <a:moveTo>
                    <a:pt x="0" y="1507092"/>
                  </a:moveTo>
                  <a:lnTo>
                    <a:pt x="25389" y="1499090"/>
                  </a:lnTo>
                  <a:lnTo>
                    <a:pt x="117032" y="1470145"/>
                  </a:lnTo>
                  <a:lnTo>
                    <a:pt x="133553" y="1464916"/>
                  </a:lnTo>
                  <a:lnTo>
                    <a:pt x="142074" y="1462218"/>
                  </a:lnTo>
                  <a:lnTo>
                    <a:pt x="148856" y="1460070"/>
                  </a:lnTo>
                  <a:lnTo>
                    <a:pt x="164333" y="1455166"/>
                  </a:lnTo>
                  <a:lnTo>
                    <a:pt x="168158" y="1453953"/>
                  </a:lnTo>
                  <a:lnTo>
                    <a:pt x="172854" y="1452464"/>
                  </a:lnTo>
                  <a:lnTo>
                    <a:pt x="199286" y="1444079"/>
                  </a:lnTo>
                  <a:lnTo>
                    <a:pt x="201199" y="1443471"/>
                  </a:lnTo>
                  <a:lnTo>
                    <a:pt x="206590" y="1441760"/>
                  </a:lnTo>
                  <a:lnTo>
                    <a:pt x="223458" y="1436402"/>
                  </a:lnTo>
                  <a:lnTo>
                    <a:pt x="224849" y="1435960"/>
                  </a:lnTo>
                  <a:lnTo>
                    <a:pt x="241891" y="1430543"/>
                  </a:lnTo>
                  <a:lnTo>
                    <a:pt x="257194" y="1425675"/>
                  </a:lnTo>
                  <a:lnTo>
                    <a:pt x="268671" y="1422022"/>
                  </a:lnTo>
                  <a:lnTo>
                    <a:pt x="285365" y="1416705"/>
                  </a:lnTo>
                  <a:lnTo>
                    <a:pt x="290930" y="1414932"/>
                  </a:lnTo>
                  <a:lnTo>
                    <a:pt x="296495" y="1413159"/>
                  </a:lnTo>
                  <a:lnTo>
                    <a:pt x="298408" y="1412549"/>
                  </a:lnTo>
                  <a:lnTo>
                    <a:pt x="307450" y="1409666"/>
                  </a:lnTo>
                  <a:lnTo>
                    <a:pt x="315623" y="1407059"/>
                  </a:lnTo>
                  <a:lnTo>
                    <a:pt x="315971" y="1406948"/>
                  </a:lnTo>
                  <a:lnTo>
                    <a:pt x="322753" y="1404784"/>
                  </a:lnTo>
                  <a:lnTo>
                    <a:pt x="325362" y="1403951"/>
                  </a:lnTo>
                  <a:lnTo>
                    <a:pt x="326927" y="1403452"/>
                  </a:lnTo>
                  <a:lnTo>
                    <a:pt x="327796" y="1403174"/>
                  </a:lnTo>
                  <a:lnTo>
                    <a:pt x="332144" y="1401787"/>
                  </a:lnTo>
                  <a:lnTo>
                    <a:pt x="338230" y="1399843"/>
                  </a:lnTo>
                  <a:lnTo>
                    <a:pt x="342056" y="1398621"/>
                  </a:lnTo>
                  <a:lnTo>
                    <a:pt x="346055" y="1397344"/>
                  </a:lnTo>
                  <a:lnTo>
                    <a:pt x="346751" y="1397121"/>
                  </a:lnTo>
                  <a:lnTo>
                    <a:pt x="347794" y="1396788"/>
                  </a:lnTo>
                  <a:lnTo>
                    <a:pt x="352664" y="1395232"/>
                  </a:lnTo>
                  <a:lnTo>
                    <a:pt x="355620" y="1394288"/>
                  </a:lnTo>
                  <a:lnTo>
                    <a:pt x="357533" y="1393676"/>
                  </a:lnTo>
                  <a:lnTo>
                    <a:pt x="358228" y="1393454"/>
                  </a:lnTo>
                  <a:lnTo>
                    <a:pt x="367619" y="1390452"/>
                  </a:lnTo>
                  <a:lnTo>
                    <a:pt x="370401" y="1389562"/>
                  </a:lnTo>
                  <a:lnTo>
                    <a:pt x="373183" y="1388672"/>
                  </a:lnTo>
                  <a:lnTo>
                    <a:pt x="375096" y="1388060"/>
                  </a:lnTo>
                  <a:lnTo>
                    <a:pt x="380487" y="1386335"/>
                  </a:lnTo>
                  <a:lnTo>
                    <a:pt x="383617" y="1385334"/>
                  </a:lnTo>
                  <a:lnTo>
                    <a:pt x="390051" y="1383274"/>
                  </a:lnTo>
                  <a:lnTo>
                    <a:pt x="397355" y="1380936"/>
                  </a:lnTo>
                  <a:lnTo>
                    <a:pt x="398746" y="1380490"/>
                  </a:lnTo>
                  <a:lnTo>
                    <a:pt x="400659" y="1379878"/>
                  </a:lnTo>
                  <a:lnTo>
                    <a:pt x="405181" y="1378429"/>
                  </a:lnTo>
                  <a:lnTo>
                    <a:pt x="415788" y="1375030"/>
                  </a:lnTo>
                  <a:lnTo>
                    <a:pt x="431091" y="1370123"/>
                  </a:lnTo>
                  <a:lnTo>
                    <a:pt x="432482" y="1369677"/>
                  </a:lnTo>
                  <a:lnTo>
                    <a:pt x="436482" y="1368394"/>
                  </a:lnTo>
                  <a:lnTo>
                    <a:pt x="438221" y="1367836"/>
                  </a:lnTo>
                  <a:lnTo>
                    <a:pt x="442569" y="1366441"/>
                  </a:lnTo>
                  <a:lnTo>
                    <a:pt x="455437" y="1362310"/>
                  </a:lnTo>
                  <a:lnTo>
                    <a:pt x="459263" y="1361081"/>
                  </a:lnTo>
                  <a:lnTo>
                    <a:pt x="464827" y="1359293"/>
                  </a:lnTo>
                  <a:lnTo>
                    <a:pt x="469697" y="1357729"/>
                  </a:lnTo>
                  <a:lnTo>
                    <a:pt x="470392" y="1357505"/>
                  </a:lnTo>
                  <a:lnTo>
                    <a:pt x="472305" y="1356890"/>
                  </a:lnTo>
                  <a:lnTo>
                    <a:pt x="481348" y="1353983"/>
                  </a:lnTo>
                  <a:lnTo>
                    <a:pt x="489521" y="1351354"/>
                  </a:lnTo>
                  <a:lnTo>
                    <a:pt x="489869" y="1351243"/>
                  </a:lnTo>
                  <a:lnTo>
                    <a:pt x="496651" y="1349060"/>
                  </a:lnTo>
                  <a:lnTo>
                    <a:pt x="499259" y="1348221"/>
                  </a:lnTo>
                  <a:lnTo>
                    <a:pt x="500824" y="1347717"/>
                  </a:lnTo>
                  <a:lnTo>
                    <a:pt x="501694" y="1347437"/>
                  </a:lnTo>
                  <a:lnTo>
                    <a:pt x="506041" y="1346038"/>
                  </a:lnTo>
                  <a:lnTo>
                    <a:pt x="512127" y="1344078"/>
                  </a:lnTo>
                  <a:lnTo>
                    <a:pt x="515953" y="1342845"/>
                  </a:lnTo>
                  <a:lnTo>
                    <a:pt x="519953" y="1341557"/>
                  </a:lnTo>
                  <a:lnTo>
                    <a:pt x="520648" y="1341333"/>
                  </a:lnTo>
                  <a:lnTo>
                    <a:pt x="521692" y="1340996"/>
                  </a:lnTo>
                  <a:lnTo>
                    <a:pt x="526561" y="1339427"/>
                  </a:lnTo>
                  <a:lnTo>
                    <a:pt x="529517" y="1338474"/>
                  </a:lnTo>
                  <a:lnTo>
                    <a:pt x="531430" y="1337858"/>
                  </a:lnTo>
                  <a:lnTo>
                    <a:pt x="532126" y="1337633"/>
                  </a:lnTo>
                  <a:lnTo>
                    <a:pt x="541516" y="1334605"/>
                  </a:lnTo>
                  <a:lnTo>
                    <a:pt x="544299" y="1333708"/>
                  </a:lnTo>
                  <a:lnTo>
                    <a:pt x="547081" y="1332810"/>
                  </a:lnTo>
                  <a:lnTo>
                    <a:pt x="548994" y="1332193"/>
                  </a:lnTo>
                  <a:lnTo>
                    <a:pt x="554385" y="1330453"/>
                  </a:lnTo>
                  <a:lnTo>
                    <a:pt x="557515" y="1329442"/>
                  </a:lnTo>
                  <a:lnTo>
                    <a:pt x="563949" y="1327365"/>
                  </a:lnTo>
                  <a:lnTo>
                    <a:pt x="571253" y="1325006"/>
                  </a:lnTo>
                  <a:lnTo>
                    <a:pt x="572644" y="1324556"/>
                  </a:lnTo>
                  <a:lnTo>
                    <a:pt x="574557" y="1323938"/>
                  </a:lnTo>
                  <a:lnTo>
                    <a:pt x="579078" y="1322477"/>
                  </a:lnTo>
                  <a:lnTo>
                    <a:pt x="589686" y="1319047"/>
                  </a:lnTo>
                  <a:lnTo>
                    <a:pt x="604989" y="1314096"/>
                  </a:lnTo>
                  <a:lnTo>
                    <a:pt x="606380" y="1313646"/>
                  </a:lnTo>
                  <a:lnTo>
                    <a:pt x="610380" y="1312351"/>
                  </a:lnTo>
                  <a:lnTo>
                    <a:pt x="612119" y="1311788"/>
                  </a:lnTo>
                  <a:lnTo>
                    <a:pt x="616466" y="1310380"/>
                  </a:lnTo>
                  <a:lnTo>
                    <a:pt x="629334" y="1306211"/>
                  </a:lnTo>
                  <a:lnTo>
                    <a:pt x="633160" y="1304971"/>
                  </a:lnTo>
                  <a:lnTo>
                    <a:pt x="638725" y="1303166"/>
                  </a:lnTo>
                  <a:lnTo>
                    <a:pt x="643594" y="1301587"/>
                  </a:lnTo>
                  <a:lnTo>
                    <a:pt x="644290" y="1301362"/>
                  </a:lnTo>
                  <a:lnTo>
                    <a:pt x="646202" y="1300741"/>
                  </a:lnTo>
                  <a:lnTo>
                    <a:pt x="655245" y="1297807"/>
                  </a:lnTo>
                  <a:lnTo>
                    <a:pt x="663418" y="1295153"/>
                  </a:lnTo>
                  <a:lnTo>
                    <a:pt x="663766" y="1295040"/>
                  </a:lnTo>
                  <a:lnTo>
                    <a:pt x="670548" y="1292838"/>
                  </a:lnTo>
                  <a:lnTo>
                    <a:pt x="673157" y="1291990"/>
                  </a:lnTo>
                  <a:lnTo>
                    <a:pt x="674722" y="1291482"/>
                  </a:lnTo>
                  <a:lnTo>
                    <a:pt x="675591" y="1291199"/>
                  </a:lnTo>
                  <a:lnTo>
                    <a:pt x="679939" y="1289786"/>
                  </a:lnTo>
                  <a:lnTo>
                    <a:pt x="686025" y="1287808"/>
                  </a:lnTo>
                  <a:lnTo>
                    <a:pt x="689851" y="1286563"/>
                  </a:lnTo>
                  <a:lnTo>
                    <a:pt x="693850" y="1285263"/>
                  </a:lnTo>
                  <a:lnTo>
                    <a:pt x="694546" y="1285036"/>
                  </a:lnTo>
                  <a:lnTo>
                    <a:pt x="695589" y="1284697"/>
                  </a:lnTo>
                  <a:lnTo>
                    <a:pt x="700458" y="1283113"/>
                  </a:lnTo>
                  <a:lnTo>
                    <a:pt x="703415" y="1282150"/>
                  </a:lnTo>
                  <a:lnTo>
                    <a:pt x="705328" y="1281528"/>
                  </a:lnTo>
                  <a:lnTo>
                    <a:pt x="706023" y="1281301"/>
                  </a:lnTo>
                  <a:lnTo>
                    <a:pt x="715414" y="1278244"/>
                  </a:lnTo>
                  <a:lnTo>
                    <a:pt x="718196" y="1277337"/>
                  </a:lnTo>
                  <a:lnTo>
                    <a:pt x="720978" y="1276431"/>
                  </a:lnTo>
                  <a:lnTo>
                    <a:pt x="722891" y="1275808"/>
                  </a:lnTo>
                  <a:lnTo>
                    <a:pt x="728282" y="1274051"/>
                  </a:lnTo>
                  <a:lnTo>
                    <a:pt x="731412" y="1273030"/>
                  </a:lnTo>
                  <a:lnTo>
                    <a:pt x="737846" y="1270932"/>
                  </a:lnTo>
                  <a:lnTo>
                    <a:pt x="745150" y="1268550"/>
                  </a:lnTo>
                  <a:lnTo>
                    <a:pt x="746541" y="1268096"/>
                  </a:lnTo>
                  <a:lnTo>
                    <a:pt x="748454" y="1267472"/>
                  </a:lnTo>
                  <a:lnTo>
                    <a:pt x="752975" y="1265996"/>
                  </a:lnTo>
                  <a:lnTo>
                    <a:pt x="763583" y="1262532"/>
                  </a:lnTo>
                  <a:lnTo>
                    <a:pt x="778886" y="1257531"/>
                  </a:lnTo>
                  <a:lnTo>
                    <a:pt x="780277" y="1257077"/>
                  </a:lnTo>
                  <a:lnTo>
                    <a:pt x="784277" y="1255769"/>
                  </a:lnTo>
                  <a:lnTo>
                    <a:pt x="786016" y="1255200"/>
                  </a:lnTo>
                  <a:lnTo>
                    <a:pt x="790363" y="1253778"/>
                  </a:lnTo>
                  <a:lnTo>
                    <a:pt x="803232" y="1249566"/>
                  </a:lnTo>
                  <a:lnTo>
                    <a:pt x="807058" y="1248313"/>
                  </a:lnTo>
                  <a:lnTo>
                    <a:pt x="812622" y="1246491"/>
                  </a:lnTo>
                  <a:lnTo>
                    <a:pt x="817491" y="1244895"/>
                  </a:lnTo>
                  <a:lnTo>
                    <a:pt x="818187" y="1244667"/>
                  </a:lnTo>
                  <a:lnTo>
                    <a:pt x="820100" y="1244040"/>
                  </a:lnTo>
                  <a:lnTo>
                    <a:pt x="829143" y="1241076"/>
                  </a:lnTo>
                  <a:lnTo>
                    <a:pt x="837316" y="1238395"/>
                  </a:lnTo>
                  <a:lnTo>
                    <a:pt x="837664" y="1238281"/>
                  </a:lnTo>
                  <a:lnTo>
                    <a:pt x="844446" y="1236055"/>
                  </a:lnTo>
                  <a:lnTo>
                    <a:pt x="847054" y="1235199"/>
                  </a:lnTo>
                  <a:lnTo>
                    <a:pt x="848619" y="1234685"/>
                  </a:lnTo>
                  <a:lnTo>
                    <a:pt x="849489" y="1234399"/>
                  </a:lnTo>
                  <a:lnTo>
                    <a:pt x="853836" y="1232972"/>
                  </a:lnTo>
                  <a:lnTo>
                    <a:pt x="859922" y="1230972"/>
                  </a:lnTo>
                  <a:lnTo>
                    <a:pt x="863748" y="1229715"/>
                  </a:lnTo>
                  <a:lnTo>
                    <a:pt x="867748" y="1228400"/>
                  </a:lnTo>
                  <a:lnTo>
                    <a:pt x="868443" y="1228172"/>
                  </a:lnTo>
                  <a:lnTo>
                    <a:pt x="869487" y="1227829"/>
                  </a:lnTo>
                  <a:lnTo>
                    <a:pt x="874356" y="1226228"/>
                  </a:lnTo>
                  <a:lnTo>
                    <a:pt x="879225" y="1224626"/>
                  </a:lnTo>
                  <a:lnTo>
                    <a:pt x="879921" y="1224397"/>
                  </a:lnTo>
                  <a:lnTo>
                    <a:pt x="889311" y="1221307"/>
                  </a:lnTo>
                  <a:lnTo>
                    <a:pt x="892093" y="1220391"/>
                  </a:lnTo>
                  <a:lnTo>
                    <a:pt x="894876" y="1219475"/>
                  </a:lnTo>
                  <a:lnTo>
                    <a:pt x="896789" y="1218845"/>
                  </a:lnTo>
                  <a:lnTo>
                    <a:pt x="902179" y="1217070"/>
                  </a:lnTo>
                  <a:lnTo>
                    <a:pt x="905310" y="1216038"/>
                  </a:lnTo>
                  <a:lnTo>
                    <a:pt x="911744" y="1213918"/>
                  </a:lnTo>
                  <a:lnTo>
                    <a:pt x="919048" y="1211509"/>
                  </a:lnTo>
                  <a:lnTo>
                    <a:pt x="920439" y="1211051"/>
                  </a:lnTo>
                  <a:lnTo>
                    <a:pt x="922352" y="1210420"/>
                  </a:lnTo>
                  <a:lnTo>
                    <a:pt x="926873" y="1208928"/>
                  </a:lnTo>
                  <a:lnTo>
                    <a:pt x="937481" y="1205427"/>
                  </a:lnTo>
                  <a:lnTo>
                    <a:pt x="952784" y="1200371"/>
                  </a:lnTo>
                  <a:lnTo>
                    <a:pt x="954175" y="1199912"/>
                  </a:lnTo>
                  <a:lnTo>
                    <a:pt x="958174" y="1198589"/>
                  </a:lnTo>
                  <a:lnTo>
                    <a:pt x="959913" y="1198014"/>
                  </a:lnTo>
                  <a:lnTo>
                    <a:pt x="964261" y="1196577"/>
                  </a:lnTo>
                  <a:lnTo>
                    <a:pt x="977129" y="1192319"/>
                  </a:lnTo>
                  <a:lnTo>
                    <a:pt x="980955" y="1191052"/>
                  </a:lnTo>
                  <a:lnTo>
                    <a:pt x="986520" y="1189209"/>
                  </a:lnTo>
                  <a:lnTo>
                    <a:pt x="991389" y="1187596"/>
                  </a:lnTo>
                  <a:lnTo>
                    <a:pt x="992084" y="1187366"/>
                  </a:lnTo>
                  <a:lnTo>
                    <a:pt x="993997" y="1186732"/>
                  </a:lnTo>
                  <a:lnTo>
                    <a:pt x="1003040" y="1183734"/>
                  </a:lnTo>
                  <a:lnTo>
                    <a:pt x="1011213" y="1181023"/>
                  </a:lnTo>
                  <a:lnTo>
                    <a:pt x="1011561" y="1180908"/>
                  </a:lnTo>
                  <a:lnTo>
                    <a:pt x="1018343" y="1178657"/>
                  </a:lnTo>
                  <a:lnTo>
                    <a:pt x="1020951" y="1177791"/>
                  </a:lnTo>
                  <a:lnTo>
                    <a:pt x="1022516" y="1177272"/>
                  </a:lnTo>
                  <a:lnTo>
                    <a:pt x="1023386" y="1176983"/>
                  </a:lnTo>
                  <a:lnTo>
                    <a:pt x="1027733" y="1175539"/>
                  </a:lnTo>
                  <a:lnTo>
                    <a:pt x="1033820" y="1173518"/>
                  </a:lnTo>
                  <a:lnTo>
                    <a:pt x="1037646" y="1172246"/>
                  </a:lnTo>
                  <a:lnTo>
                    <a:pt x="1041645" y="1170917"/>
                  </a:lnTo>
                  <a:lnTo>
                    <a:pt x="1042341" y="1170686"/>
                  </a:lnTo>
                  <a:lnTo>
                    <a:pt x="1043384" y="1170339"/>
                  </a:lnTo>
                  <a:lnTo>
                    <a:pt x="1048253" y="1168720"/>
                  </a:lnTo>
                  <a:lnTo>
                    <a:pt x="1051210" y="1167736"/>
                  </a:lnTo>
                  <a:lnTo>
                    <a:pt x="1053122" y="1167100"/>
                  </a:lnTo>
                  <a:lnTo>
                    <a:pt x="1053818" y="1166868"/>
                  </a:lnTo>
                  <a:lnTo>
                    <a:pt x="1063208" y="1163743"/>
                  </a:lnTo>
                  <a:lnTo>
                    <a:pt x="1065991" y="1162817"/>
                  </a:lnTo>
                  <a:lnTo>
                    <a:pt x="1068773" y="1161890"/>
                  </a:lnTo>
                  <a:lnTo>
                    <a:pt x="1070686" y="1161253"/>
                  </a:lnTo>
                  <a:lnTo>
                    <a:pt x="1076077" y="1159457"/>
                  </a:lnTo>
                  <a:lnTo>
                    <a:pt x="1079207" y="1158414"/>
                  </a:lnTo>
                  <a:lnTo>
                    <a:pt x="1085641" y="1156270"/>
                  </a:lnTo>
                  <a:lnTo>
                    <a:pt x="1092945" y="1153834"/>
                  </a:lnTo>
                  <a:lnTo>
                    <a:pt x="1094336" y="1153370"/>
                  </a:lnTo>
                  <a:lnTo>
                    <a:pt x="1096249" y="1152732"/>
                  </a:lnTo>
                  <a:lnTo>
                    <a:pt x="1100770" y="1151223"/>
                  </a:lnTo>
                  <a:lnTo>
                    <a:pt x="1111378" y="1147682"/>
                  </a:lnTo>
                  <a:lnTo>
                    <a:pt x="1126681" y="1142568"/>
                  </a:lnTo>
                  <a:lnTo>
                    <a:pt x="1128072" y="1142103"/>
                  </a:lnTo>
                  <a:lnTo>
                    <a:pt x="1132072" y="1140765"/>
                  </a:lnTo>
                  <a:lnTo>
                    <a:pt x="1133811" y="1140184"/>
                  </a:lnTo>
                  <a:lnTo>
                    <a:pt x="1138158" y="1138730"/>
                  </a:lnTo>
                  <a:lnTo>
                    <a:pt x="1151027" y="1134422"/>
                  </a:lnTo>
                  <a:lnTo>
                    <a:pt x="1154852" y="1133141"/>
                  </a:lnTo>
                  <a:lnTo>
                    <a:pt x="1160417" y="1131277"/>
                  </a:lnTo>
                  <a:lnTo>
                    <a:pt x="1165286" y="1129645"/>
                  </a:lnTo>
                  <a:lnTo>
                    <a:pt x="1165982" y="1129412"/>
                  </a:lnTo>
                  <a:lnTo>
                    <a:pt x="1167895" y="1128770"/>
                  </a:lnTo>
                  <a:lnTo>
                    <a:pt x="1176937" y="1125738"/>
                  </a:lnTo>
                  <a:lnTo>
                    <a:pt x="1185111" y="1122995"/>
                  </a:lnTo>
                  <a:lnTo>
                    <a:pt x="1185458" y="1122879"/>
                  </a:lnTo>
                  <a:lnTo>
                    <a:pt x="1192240" y="1120602"/>
                  </a:lnTo>
                  <a:lnTo>
                    <a:pt x="1194849" y="1119726"/>
                  </a:lnTo>
                  <a:lnTo>
                    <a:pt x="1196414" y="1119200"/>
                  </a:lnTo>
                  <a:lnTo>
                    <a:pt x="1197283" y="1118908"/>
                  </a:lnTo>
                  <a:lnTo>
                    <a:pt x="1201631" y="1117448"/>
                  </a:lnTo>
                  <a:lnTo>
                    <a:pt x="1207717" y="1115402"/>
                  </a:lnTo>
                  <a:lnTo>
                    <a:pt x="1211543" y="1114116"/>
                  </a:lnTo>
                  <a:lnTo>
                    <a:pt x="1215543" y="1112771"/>
                  </a:lnTo>
                  <a:lnTo>
                    <a:pt x="1216238" y="1112537"/>
                  </a:lnTo>
                  <a:lnTo>
                    <a:pt x="1217282" y="1112186"/>
                  </a:lnTo>
                  <a:lnTo>
                    <a:pt x="1222151" y="1110548"/>
                  </a:lnTo>
                  <a:lnTo>
                    <a:pt x="1225107" y="1109553"/>
                  </a:lnTo>
                  <a:lnTo>
                    <a:pt x="1227020" y="1108909"/>
                  </a:lnTo>
                  <a:lnTo>
                    <a:pt x="1227715" y="1108675"/>
                  </a:lnTo>
                  <a:lnTo>
                    <a:pt x="1237106" y="1105513"/>
                  </a:lnTo>
                  <a:lnTo>
                    <a:pt x="1239888" y="1104576"/>
                  </a:lnTo>
                  <a:lnTo>
                    <a:pt x="1242671" y="1103639"/>
                  </a:lnTo>
                  <a:lnTo>
                    <a:pt x="1244584" y="1102994"/>
                  </a:lnTo>
                  <a:lnTo>
                    <a:pt x="1249974" y="1101177"/>
                  </a:lnTo>
                  <a:lnTo>
                    <a:pt x="1253105" y="1100122"/>
                  </a:lnTo>
                  <a:lnTo>
                    <a:pt x="1259539" y="1097952"/>
                  </a:lnTo>
                  <a:lnTo>
                    <a:pt x="1266842" y="1095488"/>
                  </a:lnTo>
                  <a:lnTo>
                    <a:pt x="1268234" y="1095018"/>
                  </a:lnTo>
                  <a:lnTo>
                    <a:pt x="1270146" y="1094372"/>
                  </a:lnTo>
                  <a:lnTo>
                    <a:pt x="1274668" y="1092846"/>
                  </a:lnTo>
                  <a:lnTo>
                    <a:pt x="1285276" y="1089263"/>
                  </a:lnTo>
                  <a:lnTo>
                    <a:pt x="1300579" y="1084089"/>
                  </a:lnTo>
                  <a:lnTo>
                    <a:pt x="1301970" y="1083618"/>
                  </a:lnTo>
                  <a:lnTo>
                    <a:pt x="1305969" y="1082265"/>
                  </a:lnTo>
                  <a:lnTo>
                    <a:pt x="1307708" y="1081677"/>
                  </a:lnTo>
                  <a:lnTo>
                    <a:pt x="1312056" y="1080205"/>
                  </a:lnTo>
                  <a:lnTo>
                    <a:pt x="1324924" y="1075847"/>
                  </a:lnTo>
                  <a:lnTo>
                    <a:pt x="1328750" y="1074551"/>
                  </a:lnTo>
                  <a:lnTo>
                    <a:pt x="1334315" y="1072664"/>
                  </a:lnTo>
                  <a:lnTo>
                    <a:pt x="1339184" y="1071013"/>
                  </a:lnTo>
                  <a:lnTo>
                    <a:pt x="1339879" y="1070777"/>
                  </a:lnTo>
                  <a:lnTo>
                    <a:pt x="1341792" y="1070129"/>
                  </a:lnTo>
                  <a:lnTo>
                    <a:pt x="1350835" y="1067060"/>
                  </a:lnTo>
                  <a:lnTo>
                    <a:pt x="1359008" y="1064286"/>
                  </a:lnTo>
                  <a:lnTo>
                    <a:pt x="1359356" y="1064167"/>
                  </a:lnTo>
                  <a:lnTo>
                    <a:pt x="1366138" y="1061864"/>
                  </a:lnTo>
                  <a:lnTo>
                    <a:pt x="1368746" y="1060977"/>
                  </a:lnTo>
                  <a:lnTo>
                    <a:pt x="1370311" y="1060446"/>
                  </a:lnTo>
                  <a:lnTo>
                    <a:pt x="1371181" y="1060150"/>
                  </a:lnTo>
                  <a:lnTo>
                    <a:pt x="1375528" y="1058672"/>
                  </a:lnTo>
                  <a:lnTo>
                    <a:pt x="1381615" y="1056603"/>
                  </a:lnTo>
                  <a:lnTo>
                    <a:pt x="1385440" y="1055301"/>
                  </a:lnTo>
                  <a:lnTo>
                    <a:pt x="1389440" y="1053941"/>
                  </a:lnTo>
                  <a:lnTo>
                    <a:pt x="1390136" y="1053704"/>
                  </a:lnTo>
                  <a:lnTo>
                    <a:pt x="1391179" y="1053349"/>
                  </a:lnTo>
                  <a:lnTo>
                    <a:pt x="1396048" y="1051691"/>
                  </a:lnTo>
                  <a:lnTo>
                    <a:pt x="1399004" y="1050685"/>
                  </a:lnTo>
                  <a:lnTo>
                    <a:pt x="1400917" y="1050034"/>
                  </a:lnTo>
                  <a:lnTo>
                    <a:pt x="1401613" y="1049797"/>
                  </a:lnTo>
                  <a:lnTo>
                    <a:pt x="1411003" y="1046598"/>
                  </a:lnTo>
                  <a:lnTo>
                    <a:pt x="1413786" y="1045649"/>
                  </a:lnTo>
                  <a:lnTo>
                    <a:pt x="1416568" y="1044701"/>
                  </a:lnTo>
                  <a:lnTo>
                    <a:pt x="1418481" y="1044049"/>
                  </a:lnTo>
                  <a:lnTo>
                    <a:pt x="1423872" y="1042211"/>
                  </a:lnTo>
                  <a:lnTo>
                    <a:pt x="1427002" y="1041143"/>
                  </a:lnTo>
                  <a:lnTo>
                    <a:pt x="1433436" y="1038947"/>
                  </a:lnTo>
                  <a:lnTo>
                    <a:pt x="1440740" y="1036454"/>
                  </a:lnTo>
                  <a:lnTo>
                    <a:pt x="1442131" y="1035979"/>
                  </a:lnTo>
                  <a:lnTo>
                    <a:pt x="1444044" y="1035326"/>
                  </a:lnTo>
                  <a:lnTo>
                    <a:pt x="1448565" y="1033782"/>
                  </a:lnTo>
                  <a:lnTo>
                    <a:pt x="1459173" y="1030156"/>
                  </a:lnTo>
                  <a:lnTo>
                    <a:pt x="1474476" y="1024922"/>
                  </a:lnTo>
                  <a:lnTo>
                    <a:pt x="1475867" y="1024446"/>
                  </a:lnTo>
                  <a:lnTo>
                    <a:pt x="1479867" y="1023077"/>
                  </a:lnTo>
                  <a:lnTo>
                    <a:pt x="1481606" y="1022482"/>
                  </a:lnTo>
                  <a:lnTo>
                    <a:pt x="1485953" y="1020993"/>
                  </a:lnTo>
                  <a:lnTo>
                    <a:pt x="1498822" y="1016585"/>
                  </a:lnTo>
                  <a:lnTo>
                    <a:pt x="1502647" y="1015273"/>
                  </a:lnTo>
                  <a:lnTo>
                    <a:pt x="1508212" y="1013365"/>
                  </a:lnTo>
                  <a:lnTo>
                    <a:pt x="1513081" y="1011695"/>
                  </a:lnTo>
                  <a:lnTo>
                    <a:pt x="1513777" y="1011456"/>
                  </a:lnTo>
                  <a:lnTo>
                    <a:pt x="1515690" y="1010800"/>
                  </a:lnTo>
                  <a:lnTo>
                    <a:pt x="1524732" y="1007696"/>
                  </a:lnTo>
                  <a:lnTo>
                    <a:pt x="1532905" y="1004889"/>
                  </a:lnTo>
                  <a:lnTo>
                    <a:pt x="1533253" y="1004770"/>
                  </a:lnTo>
                  <a:lnTo>
                    <a:pt x="1540035" y="1002440"/>
                  </a:lnTo>
                  <a:lnTo>
                    <a:pt x="1542644" y="1001543"/>
                  </a:lnTo>
                  <a:lnTo>
                    <a:pt x="1544209" y="1001005"/>
                  </a:lnTo>
                  <a:lnTo>
                    <a:pt x="1545078" y="1000706"/>
                  </a:lnTo>
                  <a:lnTo>
                    <a:pt x="1549426" y="999211"/>
                  </a:lnTo>
                  <a:lnTo>
                    <a:pt x="1555512" y="997118"/>
                  </a:lnTo>
                  <a:lnTo>
                    <a:pt x="1559338" y="995802"/>
                  </a:lnTo>
                  <a:lnTo>
                    <a:pt x="1563338" y="994425"/>
                  </a:lnTo>
                  <a:lnTo>
                    <a:pt x="1564033" y="994186"/>
                  </a:lnTo>
                  <a:lnTo>
                    <a:pt x="1565077" y="993827"/>
                  </a:lnTo>
                  <a:lnTo>
                    <a:pt x="1569946" y="992151"/>
                  </a:lnTo>
                  <a:lnTo>
                    <a:pt x="1572902" y="991132"/>
                  </a:lnTo>
                  <a:lnTo>
                    <a:pt x="1574815" y="990474"/>
                  </a:lnTo>
                  <a:lnTo>
                    <a:pt x="1575510" y="990234"/>
                  </a:lnTo>
                  <a:lnTo>
                    <a:pt x="1584901" y="986999"/>
                  </a:lnTo>
                  <a:lnTo>
                    <a:pt x="1587683" y="986040"/>
                  </a:lnTo>
                  <a:lnTo>
                    <a:pt x="1590466" y="985080"/>
                  </a:lnTo>
                  <a:lnTo>
                    <a:pt x="1592378" y="984421"/>
                  </a:lnTo>
                  <a:lnTo>
                    <a:pt x="1597769" y="982562"/>
                  </a:lnTo>
                  <a:lnTo>
                    <a:pt x="1600899" y="981482"/>
                  </a:lnTo>
                  <a:lnTo>
                    <a:pt x="1607334" y="979262"/>
                  </a:lnTo>
                  <a:lnTo>
                    <a:pt x="1614637" y="976740"/>
                  </a:lnTo>
                  <a:lnTo>
                    <a:pt x="1616028" y="976260"/>
                  </a:lnTo>
                  <a:lnTo>
                    <a:pt x="1617941" y="975599"/>
                  </a:lnTo>
                  <a:lnTo>
                    <a:pt x="1622463" y="974037"/>
                  </a:lnTo>
                  <a:lnTo>
                    <a:pt x="1633070" y="970372"/>
                  </a:lnTo>
                  <a:lnTo>
                    <a:pt x="1648373" y="965079"/>
                  </a:lnTo>
                  <a:lnTo>
                    <a:pt x="1649765" y="964597"/>
                  </a:lnTo>
                  <a:lnTo>
                    <a:pt x="1653764" y="963213"/>
                  </a:lnTo>
                  <a:lnTo>
                    <a:pt x="1655503" y="962611"/>
                  </a:lnTo>
                  <a:lnTo>
                    <a:pt x="1659851" y="961106"/>
                  </a:lnTo>
                  <a:lnTo>
                    <a:pt x="1672719" y="956648"/>
                  </a:lnTo>
                  <a:lnTo>
                    <a:pt x="1676545" y="955322"/>
                  </a:lnTo>
                  <a:lnTo>
                    <a:pt x="1682110" y="953393"/>
                  </a:lnTo>
                  <a:lnTo>
                    <a:pt x="1686979" y="951705"/>
                  </a:lnTo>
                  <a:lnTo>
                    <a:pt x="1687674" y="951463"/>
                  </a:lnTo>
                  <a:lnTo>
                    <a:pt x="1689587" y="950800"/>
                  </a:lnTo>
                  <a:lnTo>
                    <a:pt x="1698630" y="947662"/>
                  </a:lnTo>
                  <a:lnTo>
                    <a:pt x="1706803" y="944824"/>
                  </a:lnTo>
                  <a:lnTo>
                    <a:pt x="1707151" y="944704"/>
                  </a:lnTo>
                  <a:lnTo>
                    <a:pt x="1713933" y="942348"/>
                  </a:lnTo>
                  <a:lnTo>
                    <a:pt x="1716541" y="941442"/>
                  </a:lnTo>
                  <a:lnTo>
                    <a:pt x="1718106" y="940898"/>
                  </a:lnTo>
                  <a:lnTo>
                    <a:pt x="1718976" y="940596"/>
                  </a:lnTo>
                  <a:lnTo>
                    <a:pt x="1723323" y="939085"/>
                  </a:lnTo>
                  <a:lnTo>
                    <a:pt x="1729410" y="936969"/>
                  </a:lnTo>
                  <a:lnTo>
                    <a:pt x="1733235" y="935638"/>
                  </a:lnTo>
                  <a:lnTo>
                    <a:pt x="1737235" y="934247"/>
                  </a:lnTo>
                  <a:lnTo>
                    <a:pt x="1737931" y="934005"/>
                  </a:lnTo>
                  <a:lnTo>
                    <a:pt x="1738974" y="933642"/>
                  </a:lnTo>
                  <a:lnTo>
                    <a:pt x="1743843" y="931948"/>
                  </a:lnTo>
                  <a:lnTo>
                    <a:pt x="1746799" y="930919"/>
                  </a:lnTo>
                  <a:lnTo>
                    <a:pt x="1748712" y="930253"/>
                  </a:lnTo>
                  <a:lnTo>
                    <a:pt x="1749408" y="930011"/>
                  </a:lnTo>
                  <a:lnTo>
                    <a:pt x="1758798" y="926740"/>
                  </a:lnTo>
                  <a:lnTo>
                    <a:pt x="1761581" y="925771"/>
                  </a:lnTo>
                  <a:lnTo>
                    <a:pt x="1764363" y="924802"/>
                  </a:lnTo>
                  <a:lnTo>
                    <a:pt x="1766276" y="924135"/>
                  </a:lnTo>
                  <a:lnTo>
                    <a:pt x="1771667" y="922256"/>
                  </a:lnTo>
                  <a:lnTo>
                    <a:pt x="1774797" y="921165"/>
                  </a:lnTo>
                  <a:lnTo>
                    <a:pt x="1781231" y="918921"/>
                  </a:lnTo>
                  <a:lnTo>
                    <a:pt x="1788535" y="916373"/>
                  </a:lnTo>
                  <a:lnTo>
                    <a:pt x="1789926" y="915888"/>
                  </a:lnTo>
                  <a:lnTo>
                    <a:pt x="1791839" y="915220"/>
                  </a:lnTo>
                  <a:lnTo>
                    <a:pt x="1796360" y="913642"/>
                  </a:lnTo>
                  <a:lnTo>
                    <a:pt x="1806968" y="909938"/>
                  </a:lnTo>
                  <a:lnTo>
                    <a:pt x="1822271" y="904590"/>
                  </a:lnTo>
                  <a:lnTo>
                    <a:pt x="1823662" y="904103"/>
                  </a:lnTo>
                  <a:lnTo>
                    <a:pt x="1827662" y="902705"/>
                  </a:lnTo>
                  <a:lnTo>
                    <a:pt x="1829401" y="902097"/>
                  </a:lnTo>
                  <a:lnTo>
                    <a:pt x="1846616" y="896072"/>
                  </a:lnTo>
                  <a:lnTo>
                    <a:pt x="1850442" y="894733"/>
                  </a:lnTo>
                  <a:lnTo>
                    <a:pt x="1856007" y="892784"/>
                  </a:lnTo>
                  <a:lnTo>
                    <a:pt x="1860876" y="891078"/>
                  </a:lnTo>
                  <a:lnTo>
                    <a:pt x="1861572" y="890834"/>
                  </a:lnTo>
                  <a:lnTo>
                    <a:pt x="1863485" y="890164"/>
                  </a:lnTo>
                  <a:lnTo>
                    <a:pt x="1872527" y="886995"/>
                  </a:lnTo>
                  <a:lnTo>
                    <a:pt x="1880700" y="884128"/>
                  </a:lnTo>
                  <a:lnTo>
                    <a:pt x="1881048" y="884006"/>
                  </a:lnTo>
                  <a:lnTo>
                    <a:pt x="1887830" y="881627"/>
                  </a:lnTo>
                  <a:lnTo>
                    <a:pt x="1890439" y="880712"/>
                  </a:lnTo>
                  <a:lnTo>
                    <a:pt x="1892004" y="880162"/>
                  </a:lnTo>
                  <a:lnTo>
                    <a:pt x="1892873" y="879857"/>
                  </a:lnTo>
                  <a:lnTo>
                    <a:pt x="1897221" y="878331"/>
                  </a:lnTo>
                  <a:lnTo>
                    <a:pt x="1903307" y="876194"/>
                  </a:lnTo>
                  <a:lnTo>
                    <a:pt x="1907133" y="874850"/>
                  </a:lnTo>
                  <a:lnTo>
                    <a:pt x="1911132" y="873445"/>
                  </a:lnTo>
                  <a:lnTo>
                    <a:pt x="1911828" y="873201"/>
                  </a:lnTo>
                  <a:lnTo>
                    <a:pt x="1912871" y="872834"/>
                  </a:lnTo>
                  <a:lnTo>
                    <a:pt x="1917741" y="871123"/>
                  </a:lnTo>
                  <a:lnTo>
                    <a:pt x="1920697" y="870084"/>
                  </a:lnTo>
                  <a:lnTo>
                    <a:pt x="1922610" y="869412"/>
                  </a:lnTo>
                  <a:lnTo>
                    <a:pt x="1923305" y="869167"/>
                  </a:lnTo>
                  <a:lnTo>
                    <a:pt x="1932696" y="865865"/>
                  </a:lnTo>
                  <a:lnTo>
                    <a:pt x="1935478" y="864886"/>
                  </a:lnTo>
                  <a:lnTo>
                    <a:pt x="1938260" y="863908"/>
                  </a:lnTo>
                  <a:lnTo>
                    <a:pt x="1940173" y="863234"/>
                  </a:lnTo>
                  <a:lnTo>
                    <a:pt x="1945564" y="861337"/>
                  </a:lnTo>
                  <a:lnTo>
                    <a:pt x="1948694" y="860235"/>
                  </a:lnTo>
                  <a:lnTo>
                    <a:pt x="1955128" y="857970"/>
                  </a:lnTo>
                  <a:lnTo>
                    <a:pt x="1962432" y="855398"/>
                  </a:lnTo>
                  <a:lnTo>
                    <a:pt x="1963823" y="854907"/>
                  </a:lnTo>
                  <a:lnTo>
                    <a:pt x="1965736" y="854233"/>
                  </a:lnTo>
                  <a:lnTo>
                    <a:pt x="1970258" y="852640"/>
                  </a:lnTo>
                  <a:lnTo>
                    <a:pt x="1980865" y="848901"/>
                  </a:lnTo>
                  <a:lnTo>
                    <a:pt x="1996168" y="843502"/>
                  </a:lnTo>
                  <a:lnTo>
                    <a:pt x="1997559" y="843011"/>
                  </a:lnTo>
                  <a:lnTo>
                    <a:pt x="2001559" y="841600"/>
                  </a:lnTo>
                  <a:lnTo>
                    <a:pt x="2003298" y="840986"/>
                  </a:lnTo>
                  <a:lnTo>
                    <a:pt x="2007646" y="839451"/>
                  </a:lnTo>
                  <a:lnTo>
                    <a:pt x="2020514" y="834906"/>
                  </a:lnTo>
                  <a:lnTo>
                    <a:pt x="2024340" y="833554"/>
                  </a:lnTo>
                  <a:lnTo>
                    <a:pt x="2029904" y="831587"/>
                  </a:lnTo>
                  <a:lnTo>
                    <a:pt x="2034774" y="829866"/>
                  </a:lnTo>
                  <a:lnTo>
                    <a:pt x="2035469" y="829620"/>
                  </a:lnTo>
                  <a:lnTo>
                    <a:pt x="2037382" y="828943"/>
                  </a:lnTo>
                  <a:lnTo>
                    <a:pt x="2046425" y="825745"/>
                  </a:lnTo>
                  <a:lnTo>
                    <a:pt x="2054598" y="822853"/>
                  </a:lnTo>
                  <a:lnTo>
                    <a:pt x="2054946" y="822730"/>
                  </a:lnTo>
                  <a:lnTo>
                    <a:pt x="2061728" y="820329"/>
                  </a:lnTo>
                  <a:lnTo>
                    <a:pt x="2064336" y="819405"/>
                  </a:lnTo>
                  <a:lnTo>
                    <a:pt x="2065901" y="818851"/>
                  </a:lnTo>
                  <a:lnTo>
                    <a:pt x="2066771" y="818543"/>
                  </a:lnTo>
                  <a:lnTo>
                    <a:pt x="2071118" y="817003"/>
                  </a:lnTo>
                  <a:lnTo>
                    <a:pt x="2077205" y="814847"/>
                  </a:lnTo>
                  <a:lnTo>
                    <a:pt x="2081030" y="813492"/>
                  </a:lnTo>
                  <a:lnTo>
                    <a:pt x="2085030" y="812074"/>
                  </a:lnTo>
                  <a:lnTo>
                    <a:pt x="2085725" y="811828"/>
                  </a:lnTo>
                  <a:lnTo>
                    <a:pt x="2086769" y="811458"/>
                  </a:lnTo>
                  <a:lnTo>
                    <a:pt x="2091638" y="809732"/>
                  </a:lnTo>
                  <a:lnTo>
                    <a:pt x="2094594" y="808683"/>
                  </a:lnTo>
                  <a:lnTo>
                    <a:pt x="2096507" y="808005"/>
                  </a:lnTo>
                  <a:lnTo>
                    <a:pt x="2097203" y="807758"/>
                  </a:lnTo>
                  <a:lnTo>
                    <a:pt x="2106593" y="804427"/>
                  </a:lnTo>
                  <a:lnTo>
                    <a:pt x="2109376" y="803440"/>
                  </a:lnTo>
                  <a:lnTo>
                    <a:pt x="2112158" y="802453"/>
                  </a:lnTo>
                  <a:lnTo>
                    <a:pt x="2114071" y="801774"/>
                  </a:lnTo>
                  <a:lnTo>
                    <a:pt x="2119462" y="799860"/>
                  </a:lnTo>
                  <a:lnTo>
                    <a:pt x="2122592" y="798749"/>
                  </a:lnTo>
                  <a:lnTo>
                    <a:pt x="2129026" y="796464"/>
                  </a:lnTo>
                  <a:lnTo>
                    <a:pt x="2136330" y="793870"/>
                  </a:lnTo>
                  <a:lnTo>
                    <a:pt x="2137721" y="793375"/>
                  </a:lnTo>
                  <a:lnTo>
                    <a:pt x="2139634" y="792696"/>
                  </a:lnTo>
                  <a:lnTo>
                    <a:pt x="2144155" y="791089"/>
                  </a:lnTo>
                  <a:lnTo>
                    <a:pt x="2154763" y="787318"/>
                  </a:lnTo>
                  <a:lnTo>
                    <a:pt x="2170066" y="781874"/>
                  </a:lnTo>
                  <a:lnTo>
                    <a:pt x="2171457" y="781379"/>
                  </a:lnTo>
                  <a:lnTo>
                    <a:pt x="2175457" y="779956"/>
                  </a:lnTo>
                  <a:lnTo>
                    <a:pt x="2177196" y="779337"/>
                  </a:lnTo>
                  <a:lnTo>
                    <a:pt x="2181543" y="777789"/>
                  </a:lnTo>
                  <a:lnTo>
                    <a:pt x="2194411" y="773207"/>
                  </a:lnTo>
                  <a:lnTo>
                    <a:pt x="2198237" y="771844"/>
                  </a:lnTo>
                  <a:lnTo>
                    <a:pt x="2203802" y="769861"/>
                  </a:lnTo>
                  <a:lnTo>
                    <a:pt x="2208671" y="768126"/>
                  </a:lnTo>
                  <a:lnTo>
                    <a:pt x="2209367" y="767878"/>
                  </a:lnTo>
                  <a:lnTo>
                    <a:pt x="2211279" y="767196"/>
                  </a:lnTo>
                  <a:lnTo>
                    <a:pt x="2220322" y="763972"/>
                  </a:lnTo>
                  <a:lnTo>
                    <a:pt x="2228495" y="761057"/>
                  </a:lnTo>
                  <a:lnTo>
                    <a:pt x="2228843" y="760933"/>
                  </a:lnTo>
                  <a:lnTo>
                    <a:pt x="2235625" y="758513"/>
                  </a:lnTo>
                  <a:lnTo>
                    <a:pt x="2238234" y="757582"/>
                  </a:lnTo>
                  <a:lnTo>
                    <a:pt x="2239799" y="757024"/>
                  </a:lnTo>
                  <a:lnTo>
                    <a:pt x="2240668" y="756713"/>
                  </a:lnTo>
                  <a:lnTo>
                    <a:pt x="2245016" y="755161"/>
                  </a:lnTo>
                  <a:lnTo>
                    <a:pt x="2251102" y="752988"/>
                  </a:lnTo>
                  <a:lnTo>
                    <a:pt x="2254928" y="751622"/>
                  </a:lnTo>
                  <a:lnTo>
                    <a:pt x="2258927" y="750194"/>
                  </a:lnTo>
                  <a:lnTo>
                    <a:pt x="2259623" y="749945"/>
                  </a:lnTo>
                  <a:lnTo>
                    <a:pt x="2260666" y="749572"/>
                  </a:lnTo>
                  <a:lnTo>
                    <a:pt x="2265535" y="747833"/>
                  </a:lnTo>
                  <a:lnTo>
                    <a:pt x="2268492" y="746777"/>
                  </a:lnTo>
                  <a:lnTo>
                    <a:pt x="2270405" y="746093"/>
                  </a:lnTo>
                  <a:lnTo>
                    <a:pt x="2271100" y="745845"/>
                  </a:lnTo>
                  <a:lnTo>
                    <a:pt x="2280491" y="742488"/>
                  </a:lnTo>
                  <a:lnTo>
                    <a:pt x="2283273" y="741493"/>
                  </a:lnTo>
                  <a:lnTo>
                    <a:pt x="2286055" y="740498"/>
                  </a:lnTo>
                  <a:lnTo>
                    <a:pt x="2287968" y="739814"/>
                  </a:lnTo>
                  <a:lnTo>
                    <a:pt x="2293359" y="737886"/>
                  </a:lnTo>
                  <a:lnTo>
                    <a:pt x="2296489" y="736767"/>
                  </a:lnTo>
                  <a:lnTo>
                    <a:pt x="2302923" y="734464"/>
                  </a:lnTo>
                  <a:lnTo>
                    <a:pt x="2310227" y="731851"/>
                  </a:lnTo>
                  <a:lnTo>
                    <a:pt x="2311618" y="731353"/>
                  </a:lnTo>
                  <a:lnTo>
                    <a:pt x="2313531" y="730668"/>
                  </a:lnTo>
                  <a:lnTo>
                    <a:pt x="2318052" y="729049"/>
                  </a:lnTo>
                  <a:lnTo>
                    <a:pt x="2328660" y="725250"/>
                  </a:lnTo>
                  <a:lnTo>
                    <a:pt x="2343963" y="719767"/>
                  </a:lnTo>
                  <a:lnTo>
                    <a:pt x="2345354" y="719269"/>
                  </a:lnTo>
                  <a:lnTo>
                    <a:pt x="2349354" y="717835"/>
                  </a:lnTo>
                  <a:lnTo>
                    <a:pt x="2351093" y="717212"/>
                  </a:lnTo>
                  <a:lnTo>
                    <a:pt x="2355440" y="715653"/>
                  </a:lnTo>
                  <a:lnTo>
                    <a:pt x="2368309" y="711038"/>
                  </a:lnTo>
                  <a:lnTo>
                    <a:pt x="2372135" y="709665"/>
                  </a:lnTo>
                  <a:lnTo>
                    <a:pt x="2377699" y="707668"/>
                  </a:lnTo>
                  <a:lnTo>
                    <a:pt x="2382568" y="705921"/>
                  </a:lnTo>
                  <a:lnTo>
                    <a:pt x="2383264" y="705671"/>
                  </a:lnTo>
                  <a:lnTo>
                    <a:pt x="2385177" y="704984"/>
                  </a:lnTo>
                  <a:lnTo>
                    <a:pt x="2394220" y="701738"/>
                  </a:lnTo>
                  <a:lnTo>
                    <a:pt x="2402393" y="698802"/>
                  </a:lnTo>
                  <a:lnTo>
                    <a:pt x="2402741" y="698678"/>
                  </a:lnTo>
                  <a:lnTo>
                    <a:pt x="2409523" y="696241"/>
                  </a:lnTo>
                  <a:lnTo>
                    <a:pt x="2412131" y="695304"/>
                  </a:lnTo>
                  <a:lnTo>
                    <a:pt x="2413696" y="694742"/>
                  </a:lnTo>
                  <a:lnTo>
                    <a:pt x="2414566" y="694429"/>
                  </a:lnTo>
                  <a:lnTo>
                    <a:pt x="2418913" y="692867"/>
                  </a:lnTo>
                  <a:lnTo>
                    <a:pt x="2424999" y="690679"/>
                  </a:lnTo>
                  <a:lnTo>
                    <a:pt x="2428825" y="689304"/>
                  </a:lnTo>
                  <a:lnTo>
                    <a:pt x="2432825" y="687865"/>
                  </a:lnTo>
                  <a:lnTo>
                    <a:pt x="2433520" y="687615"/>
                  </a:lnTo>
                  <a:lnTo>
                    <a:pt x="2434564" y="687240"/>
                  </a:lnTo>
                  <a:lnTo>
                    <a:pt x="2439433" y="685489"/>
                  </a:lnTo>
                  <a:lnTo>
                    <a:pt x="2442389" y="684426"/>
                  </a:lnTo>
                  <a:lnTo>
                    <a:pt x="2444302" y="683737"/>
                  </a:lnTo>
                  <a:lnTo>
                    <a:pt x="2444998" y="683487"/>
                  </a:lnTo>
                  <a:lnTo>
                    <a:pt x="2454388" y="680108"/>
                  </a:lnTo>
                  <a:lnTo>
                    <a:pt x="2457170" y="679107"/>
                  </a:lnTo>
                  <a:lnTo>
                    <a:pt x="2459953" y="678106"/>
                  </a:lnTo>
                  <a:lnTo>
                    <a:pt x="2461866" y="677417"/>
                  </a:lnTo>
                  <a:lnTo>
                    <a:pt x="2467256" y="675477"/>
                  </a:lnTo>
                  <a:lnTo>
                    <a:pt x="2470387" y="674350"/>
                  </a:lnTo>
                  <a:lnTo>
                    <a:pt x="2476821" y="672033"/>
                  </a:lnTo>
                  <a:lnTo>
                    <a:pt x="2484125" y="669402"/>
                  </a:lnTo>
                  <a:lnTo>
                    <a:pt x="2485516" y="668901"/>
                  </a:lnTo>
                  <a:lnTo>
                    <a:pt x="2487429" y="668212"/>
                  </a:lnTo>
                  <a:lnTo>
                    <a:pt x="2491950" y="666582"/>
                  </a:lnTo>
                  <a:lnTo>
                    <a:pt x="2502558" y="662760"/>
                  </a:lnTo>
                  <a:lnTo>
                    <a:pt x="2517861" y="657242"/>
                  </a:lnTo>
                  <a:lnTo>
                    <a:pt x="2519252" y="656740"/>
                  </a:lnTo>
                  <a:lnTo>
                    <a:pt x="2523251" y="655298"/>
                  </a:lnTo>
                  <a:lnTo>
                    <a:pt x="2529338" y="653102"/>
                  </a:lnTo>
                  <a:lnTo>
                    <a:pt x="2542206" y="648458"/>
                  </a:lnTo>
                  <a:lnTo>
                    <a:pt x="2546032" y="647077"/>
                  </a:lnTo>
                  <a:lnTo>
                    <a:pt x="2551597" y="645069"/>
                  </a:lnTo>
                  <a:lnTo>
                    <a:pt x="2556466" y="643310"/>
                  </a:lnTo>
                  <a:lnTo>
                    <a:pt x="2557161" y="643059"/>
                  </a:lnTo>
                  <a:lnTo>
                    <a:pt x="2559074" y="642369"/>
                  </a:lnTo>
                  <a:lnTo>
                    <a:pt x="2568117" y="639103"/>
                  </a:lnTo>
                  <a:lnTo>
                    <a:pt x="2576290" y="636150"/>
                  </a:lnTo>
                  <a:lnTo>
                    <a:pt x="2576638" y="636024"/>
                  </a:lnTo>
                  <a:lnTo>
                    <a:pt x="2583420" y="633573"/>
                  </a:lnTo>
                  <a:lnTo>
                    <a:pt x="2586028" y="632631"/>
                  </a:lnTo>
                  <a:lnTo>
                    <a:pt x="2587594" y="632065"/>
                  </a:lnTo>
                  <a:lnTo>
                    <a:pt x="2588463" y="631751"/>
                  </a:lnTo>
                  <a:lnTo>
                    <a:pt x="2592810" y="630179"/>
                  </a:lnTo>
                  <a:lnTo>
                    <a:pt x="2598897" y="627979"/>
                  </a:lnTo>
                  <a:lnTo>
                    <a:pt x="2602723" y="626595"/>
                  </a:lnTo>
                  <a:lnTo>
                    <a:pt x="2606722" y="625149"/>
                  </a:lnTo>
                  <a:lnTo>
                    <a:pt x="2607418" y="624897"/>
                  </a:lnTo>
                  <a:lnTo>
                    <a:pt x="2608461" y="624520"/>
                  </a:lnTo>
                  <a:lnTo>
                    <a:pt x="2613330" y="622759"/>
                  </a:lnTo>
                  <a:lnTo>
                    <a:pt x="2616287" y="621689"/>
                  </a:lnTo>
                  <a:lnTo>
                    <a:pt x="2618199" y="620997"/>
                  </a:lnTo>
                  <a:lnTo>
                    <a:pt x="2618895" y="620745"/>
                  </a:lnTo>
                  <a:lnTo>
                    <a:pt x="2628286" y="617348"/>
                  </a:lnTo>
                  <a:lnTo>
                    <a:pt x="2631068" y="616341"/>
                  </a:lnTo>
                  <a:lnTo>
                    <a:pt x="2633850" y="615334"/>
                  </a:lnTo>
                  <a:lnTo>
                    <a:pt x="2635763" y="614641"/>
                  </a:lnTo>
                  <a:lnTo>
                    <a:pt x="2641154" y="612690"/>
                  </a:lnTo>
                  <a:lnTo>
                    <a:pt x="2644284" y="611556"/>
                  </a:lnTo>
                  <a:lnTo>
                    <a:pt x="2650718" y="609226"/>
                  </a:lnTo>
                  <a:lnTo>
                    <a:pt x="2659413" y="606077"/>
                  </a:lnTo>
                  <a:lnTo>
                    <a:pt x="2661326" y="605384"/>
                  </a:lnTo>
                  <a:lnTo>
                    <a:pt x="2676455" y="599903"/>
                  </a:lnTo>
                  <a:lnTo>
                    <a:pt x="2691758" y="594356"/>
                  </a:lnTo>
                  <a:lnTo>
                    <a:pt x="2693149" y="593851"/>
                  </a:lnTo>
                  <a:lnTo>
                    <a:pt x="2698888" y="591770"/>
                  </a:lnTo>
                  <a:lnTo>
                    <a:pt x="2703235" y="590194"/>
                  </a:lnTo>
                  <a:lnTo>
                    <a:pt x="2716104" y="585526"/>
                  </a:lnTo>
                  <a:lnTo>
                    <a:pt x="2719929" y="584138"/>
                  </a:lnTo>
                  <a:lnTo>
                    <a:pt x="2725494" y="582118"/>
                  </a:lnTo>
                  <a:lnTo>
                    <a:pt x="2730363" y="580351"/>
                  </a:lnTo>
                  <a:lnTo>
                    <a:pt x="2731059" y="580099"/>
                  </a:lnTo>
                  <a:lnTo>
                    <a:pt x="2732972" y="579404"/>
                  </a:lnTo>
                  <a:lnTo>
                    <a:pt x="2742014" y="576122"/>
                  </a:lnTo>
                  <a:lnTo>
                    <a:pt x="2750188" y="573154"/>
                  </a:lnTo>
                  <a:lnTo>
                    <a:pt x="2750535" y="573027"/>
                  </a:lnTo>
                  <a:lnTo>
                    <a:pt x="2757317" y="570564"/>
                  </a:lnTo>
                  <a:lnTo>
                    <a:pt x="2759926" y="569617"/>
                  </a:lnTo>
                  <a:lnTo>
                    <a:pt x="2761491" y="569048"/>
                  </a:lnTo>
                  <a:lnTo>
                    <a:pt x="2762360" y="568733"/>
                  </a:lnTo>
                  <a:lnTo>
                    <a:pt x="2766708" y="567153"/>
                  </a:lnTo>
                  <a:lnTo>
                    <a:pt x="2772794" y="564942"/>
                  </a:lnTo>
                  <a:lnTo>
                    <a:pt x="2780620" y="562098"/>
                  </a:lnTo>
                  <a:lnTo>
                    <a:pt x="2781315" y="561845"/>
                  </a:lnTo>
                  <a:lnTo>
                    <a:pt x="2782359" y="561466"/>
                  </a:lnTo>
                  <a:lnTo>
                    <a:pt x="2787228" y="559696"/>
                  </a:lnTo>
                  <a:lnTo>
                    <a:pt x="2790184" y="558621"/>
                  </a:lnTo>
                  <a:lnTo>
                    <a:pt x="2792097" y="557926"/>
                  </a:lnTo>
                  <a:lnTo>
                    <a:pt x="2792793" y="557673"/>
                  </a:lnTo>
                  <a:lnTo>
                    <a:pt x="2802183" y="554259"/>
                  </a:lnTo>
                  <a:lnTo>
                    <a:pt x="2804965" y="553247"/>
                  </a:lnTo>
                  <a:lnTo>
                    <a:pt x="2807748" y="552235"/>
                  </a:lnTo>
                  <a:lnTo>
                    <a:pt x="2809661" y="551539"/>
                  </a:lnTo>
                  <a:lnTo>
                    <a:pt x="2815051" y="549579"/>
                  </a:lnTo>
                  <a:lnTo>
                    <a:pt x="2818182" y="548440"/>
                  </a:lnTo>
                  <a:lnTo>
                    <a:pt x="2824616" y="546099"/>
                  </a:lnTo>
                  <a:lnTo>
                    <a:pt x="2831919" y="543441"/>
                  </a:lnTo>
                  <a:lnTo>
                    <a:pt x="2833311" y="542935"/>
                  </a:lnTo>
                  <a:lnTo>
                    <a:pt x="2835223" y="542239"/>
                  </a:lnTo>
                  <a:lnTo>
                    <a:pt x="2839745" y="540593"/>
                  </a:lnTo>
                  <a:lnTo>
                    <a:pt x="2850353" y="536732"/>
                  </a:lnTo>
                  <a:lnTo>
                    <a:pt x="2865656" y="531159"/>
                  </a:lnTo>
                  <a:lnTo>
                    <a:pt x="2867047" y="530653"/>
                  </a:lnTo>
                  <a:lnTo>
                    <a:pt x="2871046" y="529196"/>
                  </a:lnTo>
                  <a:lnTo>
                    <a:pt x="2872785" y="528562"/>
                  </a:lnTo>
                  <a:lnTo>
                    <a:pt x="2877133" y="526978"/>
                  </a:lnTo>
                  <a:lnTo>
                    <a:pt x="2890001" y="522290"/>
                  </a:lnTo>
                  <a:lnTo>
                    <a:pt x="2893827" y="520895"/>
                  </a:lnTo>
                  <a:lnTo>
                    <a:pt x="2899392" y="518867"/>
                  </a:lnTo>
                  <a:lnTo>
                    <a:pt x="2904261" y="517092"/>
                  </a:lnTo>
                  <a:lnTo>
                    <a:pt x="2904956" y="516839"/>
                  </a:lnTo>
                  <a:lnTo>
                    <a:pt x="2906869" y="516141"/>
                  </a:lnTo>
                  <a:lnTo>
                    <a:pt x="2915912" y="512844"/>
                  </a:lnTo>
                  <a:lnTo>
                    <a:pt x="2924085" y="509864"/>
                  </a:lnTo>
                  <a:lnTo>
                    <a:pt x="2924433" y="509737"/>
                  </a:lnTo>
                  <a:lnTo>
                    <a:pt x="2931215" y="507263"/>
                  </a:lnTo>
                  <a:lnTo>
                    <a:pt x="2933823" y="506312"/>
                  </a:lnTo>
                  <a:lnTo>
                    <a:pt x="2935388" y="505741"/>
                  </a:lnTo>
                  <a:lnTo>
                    <a:pt x="2936258" y="505424"/>
                  </a:lnTo>
                  <a:lnTo>
                    <a:pt x="2940605" y="503837"/>
                  </a:lnTo>
                  <a:lnTo>
                    <a:pt x="2946692" y="501617"/>
                  </a:lnTo>
                  <a:lnTo>
                    <a:pt x="2950517" y="500221"/>
                  </a:lnTo>
                  <a:lnTo>
                    <a:pt x="2954517" y="498761"/>
                  </a:lnTo>
                  <a:lnTo>
                    <a:pt x="2955213" y="498507"/>
                  </a:lnTo>
                  <a:lnTo>
                    <a:pt x="2956256" y="498126"/>
                  </a:lnTo>
                  <a:lnTo>
                    <a:pt x="2961125" y="496349"/>
                  </a:lnTo>
                  <a:lnTo>
                    <a:pt x="2964081" y="495270"/>
                  </a:lnTo>
                  <a:lnTo>
                    <a:pt x="2965994" y="494572"/>
                  </a:lnTo>
                  <a:lnTo>
                    <a:pt x="2966690" y="494318"/>
                  </a:lnTo>
                  <a:lnTo>
                    <a:pt x="2976080" y="490889"/>
                  </a:lnTo>
                  <a:lnTo>
                    <a:pt x="2978863" y="489873"/>
                  </a:lnTo>
                  <a:lnTo>
                    <a:pt x="2981645" y="488857"/>
                  </a:lnTo>
                  <a:lnTo>
                    <a:pt x="2983558" y="488159"/>
                  </a:lnTo>
                  <a:lnTo>
                    <a:pt x="2988949" y="486190"/>
                  </a:lnTo>
                  <a:lnTo>
                    <a:pt x="2992079" y="485047"/>
                  </a:lnTo>
                  <a:lnTo>
                    <a:pt x="2998513" y="482697"/>
                  </a:lnTo>
                  <a:lnTo>
                    <a:pt x="3005817" y="480028"/>
                  </a:lnTo>
                  <a:lnTo>
                    <a:pt x="3007208" y="479520"/>
                  </a:lnTo>
                  <a:lnTo>
                    <a:pt x="3009121" y="478821"/>
                  </a:lnTo>
                  <a:lnTo>
                    <a:pt x="3013642" y="477169"/>
                  </a:lnTo>
                  <a:lnTo>
                    <a:pt x="3024250" y="473292"/>
                  </a:lnTo>
                  <a:lnTo>
                    <a:pt x="3039553" y="467698"/>
                  </a:lnTo>
                  <a:lnTo>
                    <a:pt x="3040944" y="467189"/>
                  </a:lnTo>
                  <a:lnTo>
                    <a:pt x="3044944" y="465727"/>
                  </a:lnTo>
                  <a:lnTo>
                    <a:pt x="3046683" y="465091"/>
                  </a:lnTo>
                  <a:lnTo>
                    <a:pt x="3051030" y="463501"/>
                  </a:lnTo>
                  <a:lnTo>
                    <a:pt x="3063899" y="458794"/>
                  </a:lnTo>
                  <a:lnTo>
                    <a:pt x="3067724" y="457395"/>
                  </a:lnTo>
                  <a:lnTo>
                    <a:pt x="3078158" y="453578"/>
                  </a:lnTo>
                  <a:lnTo>
                    <a:pt x="3078854" y="453323"/>
                  </a:lnTo>
                  <a:lnTo>
                    <a:pt x="3080767" y="452623"/>
                  </a:lnTo>
                  <a:lnTo>
                    <a:pt x="3089809" y="449314"/>
                  </a:lnTo>
                  <a:lnTo>
                    <a:pt x="3097983" y="446322"/>
                  </a:lnTo>
                  <a:lnTo>
                    <a:pt x="3105112" y="443712"/>
                  </a:lnTo>
                  <a:lnTo>
                    <a:pt x="3107721" y="442757"/>
                  </a:lnTo>
                  <a:lnTo>
                    <a:pt x="3109286" y="442184"/>
                  </a:lnTo>
                  <a:lnTo>
                    <a:pt x="3110155" y="441866"/>
                  </a:lnTo>
                  <a:lnTo>
                    <a:pt x="3114503" y="440274"/>
                  </a:lnTo>
                  <a:lnTo>
                    <a:pt x="3120589" y="438046"/>
                  </a:lnTo>
                  <a:lnTo>
                    <a:pt x="3124415" y="436645"/>
                  </a:lnTo>
                  <a:lnTo>
                    <a:pt x="3128415" y="435180"/>
                  </a:lnTo>
                  <a:lnTo>
                    <a:pt x="3129110" y="434925"/>
                  </a:lnTo>
                  <a:lnTo>
                    <a:pt x="3130154" y="434543"/>
                  </a:lnTo>
                  <a:lnTo>
                    <a:pt x="3135023" y="432759"/>
                  </a:lnTo>
                  <a:lnTo>
                    <a:pt x="3137979" y="431676"/>
                  </a:lnTo>
                  <a:lnTo>
                    <a:pt x="3139892" y="430976"/>
                  </a:lnTo>
                  <a:lnTo>
                    <a:pt x="3140587" y="430721"/>
                  </a:lnTo>
                  <a:lnTo>
                    <a:pt x="3149978" y="427280"/>
                  </a:lnTo>
                  <a:lnTo>
                    <a:pt x="3152760" y="426261"/>
                  </a:lnTo>
                  <a:lnTo>
                    <a:pt x="3155543" y="425241"/>
                  </a:lnTo>
                  <a:lnTo>
                    <a:pt x="3157455" y="424540"/>
                  </a:lnTo>
                  <a:lnTo>
                    <a:pt x="3162846" y="422565"/>
                  </a:lnTo>
                  <a:lnTo>
                    <a:pt x="3165976" y="421418"/>
                  </a:lnTo>
                  <a:lnTo>
                    <a:pt x="3172411" y="419059"/>
                  </a:lnTo>
                  <a:lnTo>
                    <a:pt x="3179714" y="416382"/>
                  </a:lnTo>
                  <a:lnTo>
                    <a:pt x="3181105" y="415872"/>
                  </a:lnTo>
                  <a:lnTo>
                    <a:pt x="3183018" y="415171"/>
                  </a:lnTo>
                  <a:lnTo>
                    <a:pt x="3187540" y="413513"/>
                  </a:lnTo>
                  <a:lnTo>
                    <a:pt x="3198147" y="409623"/>
                  </a:lnTo>
                  <a:lnTo>
                    <a:pt x="3213450" y="404010"/>
                  </a:lnTo>
                  <a:lnTo>
                    <a:pt x="3214842" y="403500"/>
                  </a:lnTo>
                  <a:lnTo>
                    <a:pt x="3218841" y="402033"/>
                  </a:lnTo>
                  <a:lnTo>
                    <a:pt x="3220580" y="401395"/>
                  </a:lnTo>
                  <a:lnTo>
                    <a:pt x="3224928" y="399800"/>
                  </a:lnTo>
                  <a:lnTo>
                    <a:pt x="3237796" y="395078"/>
                  </a:lnTo>
                  <a:lnTo>
                    <a:pt x="3241622" y="393674"/>
                  </a:lnTo>
                  <a:lnTo>
                    <a:pt x="3247187" y="391632"/>
                  </a:lnTo>
                  <a:lnTo>
                    <a:pt x="3252056" y="389845"/>
                  </a:lnTo>
                  <a:lnTo>
                    <a:pt x="3252751" y="389589"/>
                  </a:lnTo>
                  <a:lnTo>
                    <a:pt x="3254664" y="388887"/>
                  </a:lnTo>
                  <a:lnTo>
                    <a:pt x="3263707" y="385567"/>
                  </a:lnTo>
                  <a:lnTo>
                    <a:pt x="3271880" y="382567"/>
                  </a:lnTo>
                  <a:lnTo>
                    <a:pt x="3272228" y="382439"/>
                  </a:lnTo>
                  <a:lnTo>
                    <a:pt x="3279010" y="379948"/>
                  </a:lnTo>
                  <a:lnTo>
                    <a:pt x="3281618" y="378991"/>
                  </a:lnTo>
                  <a:lnTo>
                    <a:pt x="3283183" y="378416"/>
                  </a:lnTo>
                  <a:lnTo>
                    <a:pt x="3284053" y="378096"/>
                  </a:lnTo>
                  <a:lnTo>
                    <a:pt x="3288400" y="376500"/>
                  </a:lnTo>
                  <a:lnTo>
                    <a:pt x="3294487" y="374264"/>
                  </a:lnTo>
                  <a:lnTo>
                    <a:pt x="3298312" y="372859"/>
                  </a:lnTo>
                  <a:lnTo>
                    <a:pt x="3302312" y="371390"/>
                  </a:lnTo>
                  <a:lnTo>
                    <a:pt x="3303008" y="371134"/>
                  </a:lnTo>
                  <a:lnTo>
                    <a:pt x="3304051" y="370751"/>
                  </a:lnTo>
                  <a:lnTo>
                    <a:pt x="3308920" y="368962"/>
                  </a:lnTo>
                  <a:lnTo>
                    <a:pt x="3311876" y="367876"/>
                  </a:lnTo>
                  <a:lnTo>
                    <a:pt x="3313789" y="367173"/>
                  </a:lnTo>
                  <a:lnTo>
                    <a:pt x="3323875" y="363467"/>
                  </a:lnTo>
                  <a:lnTo>
                    <a:pt x="3326658" y="362444"/>
                  </a:lnTo>
                  <a:lnTo>
                    <a:pt x="3329440" y="361422"/>
                  </a:lnTo>
                  <a:lnTo>
                    <a:pt x="3331353" y="360719"/>
                  </a:lnTo>
                  <a:lnTo>
                    <a:pt x="3336744" y="358737"/>
                  </a:lnTo>
                  <a:lnTo>
                    <a:pt x="3339874" y="357587"/>
                  </a:lnTo>
                  <a:lnTo>
                    <a:pt x="3346308" y="355221"/>
                  </a:lnTo>
                  <a:lnTo>
                    <a:pt x="3353612" y="352536"/>
                  </a:lnTo>
                  <a:lnTo>
                    <a:pt x="3355003" y="352025"/>
                  </a:lnTo>
                  <a:lnTo>
                    <a:pt x="3356916" y="351321"/>
                  </a:lnTo>
                  <a:lnTo>
                    <a:pt x="3361437" y="349659"/>
                  </a:lnTo>
                  <a:lnTo>
                    <a:pt x="3372045" y="345758"/>
                  </a:lnTo>
                  <a:lnTo>
                    <a:pt x="3387348" y="340130"/>
                  </a:lnTo>
                  <a:lnTo>
                    <a:pt x="3388739" y="339618"/>
                  </a:lnTo>
                  <a:lnTo>
                    <a:pt x="3392739" y="338147"/>
                  </a:lnTo>
                  <a:lnTo>
                    <a:pt x="3394478" y="337507"/>
                  </a:lnTo>
                  <a:lnTo>
                    <a:pt x="3398825" y="335907"/>
                  </a:lnTo>
                  <a:lnTo>
                    <a:pt x="3411694" y="331172"/>
                  </a:lnTo>
                  <a:lnTo>
                    <a:pt x="3415519" y="329765"/>
                  </a:lnTo>
                  <a:lnTo>
                    <a:pt x="3421084" y="327717"/>
                  </a:lnTo>
                  <a:lnTo>
                    <a:pt x="3425953" y="325925"/>
                  </a:lnTo>
                  <a:lnTo>
                    <a:pt x="3426649" y="325669"/>
                  </a:lnTo>
                  <a:lnTo>
                    <a:pt x="3428562" y="324965"/>
                  </a:lnTo>
                  <a:lnTo>
                    <a:pt x="3437604" y="321636"/>
                  </a:lnTo>
                  <a:lnTo>
                    <a:pt x="3445777" y="318627"/>
                  </a:lnTo>
                  <a:lnTo>
                    <a:pt x="3446125" y="318499"/>
                  </a:lnTo>
                  <a:lnTo>
                    <a:pt x="3452907" y="316002"/>
                  </a:lnTo>
                  <a:lnTo>
                    <a:pt x="3455516" y="315042"/>
                  </a:lnTo>
                  <a:lnTo>
                    <a:pt x="3457081" y="314465"/>
                  </a:lnTo>
                  <a:lnTo>
                    <a:pt x="3457950" y="314145"/>
                  </a:lnTo>
                  <a:lnTo>
                    <a:pt x="3462298" y="312544"/>
                  </a:lnTo>
                  <a:lnTo>
                    <a:pt x="3468384" y="310303"/>
                  </a:lnTo>
                  <a:lnTo>
                    <a:pt x="3472210" y="308894"/>
                  </a:lnTo>
                  <a:lnTo>
                    <a:pt x="3476209" y="307421"/>
                  </a:lnTo>
                  <a:lnTo>
                    <a:pt x="3476905" y="307165"/>
                  </a:lnTo>
                  <a:lnTo>
                    <a:pt x="3477948" y="306781"/>
                  </a:lnTo>
                  <a:lnTo>
                    <a:pt x="3482818" y="304987"/>
                  </a:lnTo>
                  <a:lnTo>
                    <a:pt x="3485774" y="303898"/>
                  </a:lnTo>
                  <a:lnTo>
                    <a:pt x="3488382" y="302937"/>
                  </a:lnTo>
                  <a:lnTo>
                    <a:pt x="3497773" y="299478"/>
                  </a:lnTo>
                  <a:lnTo>
                    <a:pt x="3500555" y="298453"/>
                  </a:lnTo>
                  <a:lnTo>
                    <a:pt x="3503337" y="297428"/>
                  </a:lnTo>
                  <a:lnTo>
                    <a:pt x="3505250" y="296723"/>
                  </a:lnTo>
                  <a:lnTo>
                    <a:pt x="3510641" y="294736"/>
                  </a:lnTo>
                  <a:lnTo>
                    <a:pt x="3513771" y="293583"/>
                  </a:lnTo>
                  <a:lnTo>
                    <a:pt x="3520206" y="291212"/>
                  </a:lnTo>
                  <a:lnTo>
                    <a:pt x="3527509" y="288520"/>
                  </a:lnTo>
                  <a:lnTo>
                    <a:pt x="3528900" y="288007"/>
                  </a:lnTo>
                  <a:lnTo>
                    <a:pt x="3530813" y="287302"/>
                  </a:lnTo>
                  <a:lnTo>
                    <a:pt x="3535335" y="285636"/>
                  </a:lnTo>
                  <a:lnTo>
                    <a:pt x="3545942" y="281725"/>
                  </a:lnTo>
                  <a:lnTo>
                    <a:pt x="3561245" y="276083"/>
                  </a:lnTo>
                  <a:lnTo>
                    <a:pt x="3562636" y="275570"/>
                  </a:lnTo>
                  <a:lnTo>
                    <a:pt x="3566636" y="274095"/>
                  </a:lnTo>
                  <a:lnTo>
                    <a:pt x="3568375" y="273454"/>
                  </a:lnTo>
                  <a:lnTo>
                    <a:pt x="3572723" y="271851"/>
                  </a:lnTo>
                  <a:lnTo>
                    <a:pt x="3585591" y="267105"/>
                  </a:lnTo>
                  <a:lnTo>
                    <a:pt x="3589417" y="265694"/>
                  </a:lnTo>
                  <a:lnTo>
                    <a:pt x="3594981" y="263641"/>
                  </a:lnTo>
                  <a:lnTo>
                    <a:pt x="3599851" y="261845"/>
                  </a:lnTo>
                  <a:lnTo>
                    <a:pt x="3600546" y="261588"/>
                  </a:lnTo>
                  <a:lnTo>
                    <a:pt x="3602459" y="260883"/>
                  </a:lnTo>
                  <a:lnTo>
                    <a:pt x="3611502" y="257546"/>
                  </a:lnTo>
                  <a:lnTo>
                    <a:pt x="3619675" y="254531"/>
                  </a:lnTo>
                  <a:lnTo>
                    <a:pt x="3620023" y="254402"/>
                  </a:lnTo>
                  <a:lnTo>
                    <a:pt x="3626805" y="251900"/>
                  </a:lnTo>
                  <a:lnTo>
                    <a:pt x="3629413" y="250937"/>
                  </a:lnTo>
                  <a:lnTo>
                    <a:pt x="3630978" y="250360"/>
                  </a:lnTo>
                  <a:lnTo>
                    <a:pt x="3631848" y="250039"/>
                  </a:lnTo>
                  <a:lnTo>
                    <a:pt x="3636195" y="248434"/>
                  </a:lnTo>
                  <a:lnTo>
                    <a:pt x="3642282" y="246188"/>
                  </a:lnTo>
                  <a:lnTo>
                    <a:pt x="3646107" y="244776"/>
                  </a:lnTo>
                  <a:lnTo>
                    <a:pt x="3650107" y="243299"/>
                  </a:lnTo>
                  <a:lnTo>
                    <a:pt x="3650803" y="243043"/>
                  </a:lnTo>
                  <a:lnTo>
                    <a:pt x="3651846" y="242657"/>
                  </a:lnTo>
                  <a:lnTo>
                    <a:pt x="3656715" y="240860"/>
                  </a:lnTo>
                  <a:lnTo>
                    <a:pt x="3659671" y="239769"/>
                  </a:lnTo>
                  <a:lnTo>
                    <a:pt x="3661584" y="239062"/>
                  </a:lnTo>
                  <a:lnTo>
                    <a:pt x="3662280" y="238806"/>
                  </a:lnTo>
                  <a:lnTo>
                    <a:pt x="3671670" y="235339"/>
                  </a:lnTo>
                  <a:lnTo>
                    <a:pt x="3674453" y="234311"/>
                  </a:lnTo>
                  <a:lnTo>
                    <a:pt x="3677235" y="233284"/>
                  </a:lnTo>
                  <a:lnTo>
                    <a:pt x="3679148" y="232578"/>
                  </a:lnTo>
                  <a:lnTo>
                    <a:pt x="3684539" y="230587"/>
                  </a:lnTo>
                  <a:lnTo>
                    <a:pt x="3687669" y="229431"/>
                  </a:lnTo>
                  <a:lnTo>
                    <a:pt x="3694103" y="227055"/>
                  </a:lnTo>
                  <a:lnTo>
                    <a:pt x="3701407" y="224357"/>
                  </a:lnTo>
                  <a:lnTo>
                    <a:pt x="3702798" y="223844"/>
                  </a:lnTo>
                  <a:lnTo>
                    <a:pt x="3704711" y="223137"/>
                  </a:lnTo>
                  <a:lnTo>
                    <a:pt x="3709232" y="221467"/>
                  </a:lnTo>
                  <a:lnTo>
                    <a:pt x="3719840" y="217549"/>
                  </a:lnTo>
                  <a:lnTo>
                    <a:pt x="3735143" y="211895"/>
                  </a:lnTo>
                  <a:lnTo>
                    <a:pt x="3740534" y="209903"/>
                  </a:lnTo>
                  <a:lnTo>
                    <a:pt x="3742273" y="209260"/>
                  </a:lnTo>
                  <a:lnTo>
                    <a:pt x="3746620" y="207654"/>
                  </a:lnTo>
                  <a:lnTo>
                    <a:pt x="3759488" y="202898"/>
                  </a:lnTo>
                  <a:lnTo>
                    <a:pt x="3763314" y="201484"/>
                  </a:lnTo>
                  <a:lnTo>
                    <a:pt x="3768879" y="199427"/>
                  </a:lnTo>
                  <a:lnTo>
                    <a:pt x="3773748" y="197628"/>
                  </a:lnTo>
                  <a:lnTo>
                    <a:pt x="3774444" y="197371"/>
                  </a:lnTo>
                  <a:lnTo>
                    <a:pt x="3776356" y="196663"/>
                  </a:lnTo>
                  <a:lnTo>
                    <a:pt x="3785399" y="193321"/>
                  </a:lnTo>
                  <a:lnTo>
                    <a:pt x="3793572" y="190299"/>
                  </a:lnTo>
                  <a:lnTo>
                    <a:pt x="3793920" y="190170"/>
                  </a:lnTo>
                  <a:lnTo>
                    <a:pt x="3800702" y="187663"/>
                  </a:lnTo>
                  <a:lnTo>
                    <a:pt x="3803311" y="186698"/>
                  </a:lnTo>
                  <a:lnTo>
                    <a:pt x="3804876" y="186120"/>
                  </a:lnTo>
                  <a:lnTo>
                    <a:pt x="3805745" y="185798"/>
                  </a:lnTo>
                  <a:lnTo>
                    <a:pt x="3810093" y="184191"/>
                  </a:lnTo>
                  <a:lnTo>
                    <a:pt x="3816179" y="181940"/>
                  </a:lnTo>
                  <a:lnTo>
                    <a:pt x="3820005" y="180525"/>
                  </a:lnTo>
                  <a:lnTo>
                    <a:pt x="3824004" y="179046"/>
                  </a:lnTo>
                  <a:lnTo>
                    <a:pt x="3824700" y="178789"/>
                  </a:lnTo>
                  <a:lnTo>
                    <a:pt x="3825743" y="178403"/>
                  </a:lnTo>
                  <a:lnTo>
                    <a:pt x="3830612" y="176602"/>
                  </a:lnTo>
                  <a:lnTo>
                    <a:pt x="3833569" y="175509"/>
                  </a:lnTo>
                  <a:lnTo>
                    <a:pt x="3835482" y="174801"/>
                  </a:lnTo>
                  <a:lnTo>
                    <a:pt x="3836177" y="174544"/>
                  </a:lnTo>
                  <a:lnTo>
                    <a:pt x="3845568" y="171070"/>
                  </a:lnTo>
                  <a:lnTo>
                    <a:pt x="3848350" y="170041"/>
                  </a:lnTo>
                  <a:lnTo>
                    <a:pt x="3851132" y="169012"/>
                  </a:lnTo>
                  <a:lnTo>
                    <a:pt x="3853045" y="168304"/>
                  </a:lnTo>
                  <a:lnTo>
                    <a:pt x="3858436" y="166310"/>
                  </a:lnTo>
                  <a:lnTo>
                    <a:pt x="3861566" y="165152"/>
                  </a:lnTo>
                  <a:lnTo>
                    <a:pt x="3868000" y="162771"/>
                  </a:lnTo>
                  <a:lnTo>
                    <a:pt x="3875304" y="160069"/>
                  </a:lnTo>
                  <a:lnTo>
                    <a:pt x="3876695" y="159554"/>
                  </a:lnTo>
                  <a:lnTo>
                    <a:pt x="3878608" y="158846"/>
                  </a:lnTo>
                  <a:lnTo>
                    <a:pt x="3883129" y="157173"/>
                  </a:lnTo>
                  <a:lnTo>
                    <a:pt x="3893737" y="153248"/>
                  </a:lnTo>
                  <a:lnTo>
                    <a:pt x="3909040" y="147584"/>
                  </a:lnTo>
                  <a:lnTo>
                    <a:pt x="3910431" y="147069"/>
                  </a:lnTo>
                  <a:lnTo>
                    <a:pt x="3914431" y="145588"/>
                  </a:lnTo>
                  <a:lnTo>
                    <a:pt x="3916170" y="144945"/>
                  </a:lnTo>
                  <a:lnTo>
                    <a:pt x="3920517" y="143335"/>
                  </a:lnTo>
                  <a:lnTo>
                    <a:pt x="3933386" y="138571"/>
                  </a:lnTo>
                  <a:lnTo>
                    <a:pt x="3937212" y="137155"/>
                  </a:lnTo>
                  <a:lnTo>
                    <a:pt x="3942776" y="135095"/>
                  </a:lnTo>
                  <a:lnTo>
                    <a:pt x="3947645" y="133292"/>
                  </a:lnTo>
                  <a:lnTo>
                    <a:pt x="3948341" y="133034"/>
                  </a:lnTo>
                  <a:lnTo>
                    <a:pt x="3950254" y="132326"/>
                  </a:lnTo>
                  <a:lnTo>
                    <a:pt x="3959297" y="128978"/>
                  </a:lnTo>
                  <a:lnTo>
                    <a:pt x="3967470" y="125951"/>
                  </a:lnTo>
                  <a:lnTo>
                    <a:pt x="3967818" y="125822"/>
                  </a:lnTo>
                  <a:lnTo>
                    <a:pt x="3974600" y="123310"/>
                  </a:lnTo>
                  <a:lnTo>
                    <a:pt x="3977208" y="122344"/>
                  </a:lnTo>
                  <a:lnTo>
                    <a:pt x="3978773" y="121764"/>
                  </a:lnTo>
                  <a:lnTo>
                    <a:pt x="3979643" y="121442"/>
                  </a:lnTo>
                  <a:lnTo>
                    <a:pt x="3983990" y="119832"/>
                  </a:lnTo>
                  <a:lnTo>
                    <a:pt x="3990076" y="117578"/>
                  </a:lnTo>
                  <a:lnTo>
                    <a:pt x="3993902" y="116161"/>
                  </a:lnTo>
                  <a:lnTo>
                    <a:pt x="3997902" y="114679"/>
                  </a:lnTo>
                  <a:lnTo>
                    <a:pt x="3998597" y="114421"/>
                  </a:lnTo>
                  <a:lnTo>
                    <a:pt x="4004510" y="112231"/>
                  </a:lnTo>
                  <a:lnTo>
                    <a:pt x="4007466" y="111136"/>
                  </a:lnTo>
                  <a:lnTo>
                    <a:pt x="4009379" y="110427"/>
                  </a:lnTo>
                  <a:lnTo>
                    <a:pt x="4010075" y="110170"/>
                  </a:lnTo>
                  <a:lnTo>
                    <a:pt x="4019465" y="106690"/>
                  </a:lnTo>
                  <a:lnTo>
                    <a:pt x="4022247" y="105659"/>
                  </a:lnTo>
                  <a:lnTo>
                    <a:pt x="4026943" y="103920"/>
                  </a:lnTo>
                  <a:lnTo>
                    <a:pt x="4032334" y="101922"/>
                  </a:lnTo>
                  <a:lnTo>
                    <a:pt x="4035464" y="100762"/>
                  </a:lnTo>
                  <a:lnTo>
                    <a:pt x="4041898" y="98378"/>
                  </a:lnTo>
                  <a:lnTo>
                    <a:pt x="4049202" y="95671"/>
                  </a:lnTo>
                  <a:lnTo>
                    <a:pt x="4050593" y="95156"/>
                  </a:lnTo>
                  <a:lnTo>
                    <a:pt x="4052506" y="94447"/>
                  </a:lnTo>
                  <a:lnTo>
                    <a:pt x="4057027" y="92771"/>
                  </a:lnTo>
                  <a:lnTo>
                    <a:pt x="4082938" y="83167"/>
                  </a:lnTo>
                  <a:lnTo>
                    <a:pt x="4084329" y="82651"/>
                  </a:lnTo>
                  <a:lnTo>
                    <a:pt x="4088328" y="81168"/>
                  </a:lnTo>
                  <a:lnTo>
                    <a:pt x="4090067" y="80524"/>
                  </a:lnTo>
                  <a:lnTo>
                    <a:pt x="4094415" y="78912"/>
                  </a:lnTo>
                  <a:lnTo>
                    <a:pt x="4107283" y="74141"/>
                  </a:lnTo>
                  <a:lnTo>
                    <a:pt x="4111109" y="72722"/>
                  </a:lnTo>
                  <a:lnTo>
                    <a:pt x="4121543" y="68853"/>
                  </a:lnTo>
                  <a:lnTo>
                    <a:pt x="4122238" y="68595"/>
                  </a:lnTo>
                  <a:lnTo>
                    <a:pt x="4124151" y="67886"/>
                  </a:lnTo>
                  <a:lnTo>
                    <a:pt x="4133194" y="64533"/>
                  </a:lnTo>
                  <a:lnTo>
                    <a:pt x="4141367" y="61502"/>
                  </a:lnTo>
                  <a:lnTo>
                    <a:pt x="4151105" y="57890"/>
                  </a:lnTo>
                  <a:lnTo>
                    <a:pt x="4152671" y="57309"/>
                  </a:lnTo>
                  <a:lnTo>
                    <a:pt x="4153540" y="56987"/>
                  </a:lnTo>
                  <a:lnTo>
                    <a:pt x="4157887" y="55374"/>
                  </a:lnTo>
                  <a:lnTo>
                    <a:pt x="4171799" y="50214"/>
                  </a:lnTo>
                  <a:lnTo>
                    <a:pt x="4178407" y="47762"/>
                  </a:lnTo>
                  <a:lnTo>
                    <a:pt x="4181364" y="46665"/>
                  </a:lnTo>
                  <a:lnTo>
                    <a:pt x="4183276" y="45956"/>
                  </a:lnTo>
                  <a:lnTo>
                    <a:pt x="4183972" y="45698"/>
                  </a:lnTo>
                  <a:lnTo>
                    <a:pt x="4193363" y="42214"/>
                  </a:lnTo>
                  <a:lnTo>
                    <a:pt x="4196145" y="41181"/>
                  </a:lnTo>
                  <a:lnTo>
                    <a:pt x="4209361" y="36277"/>
                  </a:lnTo>
                  <a:lnTo>
                    <a:pt x="4215795" y="33890"/>
                  </a:lnTo>
                  <a:lnTo>
                    <a:pt x="4226403" y="29953"/>
                  </a:lnTo>
                  <a:lnTo>
                    <a:pt x="4230924" y="28275"/>
                  </a:lnTo>
                  <a:lnTo>
                    <a:pt x="4258226" y="18142"/>
                  </a:lnTo>
                  <a:lnTo>
                    <a:pt x="4262226" y="16657"/>
                  </a:lnTo>
                  <a:lnTo>
                    <a:pt x="4263965" y="16011"/>
                  </a:lnTo>
                  <a:lnTo>
                    <a:pt x="4281181" y="9620"/>
                  </a:lnTo>
                  <a:lnTo>
                    <a:pt x="4296136" y="4067"/>
                  </a:lnTo>
                  <a:lnTo>
                    <a:pt x="430709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" name="pl11"/>
            <p:cNvSpPr/>
            <p:nvPr/>
          </p:nvSpPr>
          <p:spPr>
            <a:xfrm>
              <a:off x="3338030" y="3295707"/>
              <a:ext cx="4307091" cy="1407675"/>
            </a:xfrm>
            <a:custGeom>
              <a:avLst/>
              <a:pathLst>
                <a:path w="4307091" h="1407675">
                  <a:moveTo>
                    <a:pt x="4307091" y="0"/>
                  </a:moveTo>
                  <a:lnTo>
                    <a:pt x="4296136" y="3346"/>
                  </a:lnTo>
                  <a:lnTo>
                    <a:pt x="4281181" y="7914"/>
                  </a:lnTo>
                  <a:lnTo>
                    <a:pt x="4263965" y="13173"/>
                  </a:lnTo>
                  <a:lnTo>
                    <a:pt x="4262226" y="13704"/>
                  </a:lnTo>
                  <a:lnTo>
                    <a:pt x="4258226" y="14926"/>
                  </a:lnTo>
                  <a:lnTo>
                    <a:pt x="4230924" y="23269"/>
                  </a:lnTo>
                  <a:lnTo>
                    <a:pt x="4226403" y="24651"/>
                  </a:lnTo>
                  <a:lnTo>
                    <a:pt x="4215795" y="27893"/>
                  </a:lnTo>
                  <a:lnTo>
                    <a:pt x="4209361" y="29859"/>
                  </a:lnTo>
                  <a:lnTo>
                    <a:pt x="4196145" y="33899"/>
                  </a:lnTo>
                  <a:lnTo>
                    <a:pt x="4193363" y="34750"/>
                  </a:lnTo>
                  <a:lnTo>
                    <a:pt x="4183972" y="37621"/>
                  </a:lnTo>
                  <a:lnTo>
                    <a:pt x="4183276" y="37833"/>
                  </a:lnTo>
                  <a:lnTo>
                    <a:pt x="4181364" y="38418"/>
                  </a:lnTo>
                  <a:lnTo>
                    <a:pt x="4178407" y="39322"/>
                  </a:lnTo>
                  <a:lnTo>
                    <a:pt x="4171799" y="41343"/>
                  </a:lnTo>
                  <a:lnTo>
                    <a:pt x="4157887" y="45597"/>
                  </a:lnTo>
                  <a:lnTo>
                    <a:pt x="4153540" y="46926"/>
                  </a:lnTo>
                  <a:lnTo>
                    <a:pt x="4152671" y="47192"/>
                  </a:lnTo>
                  <a:lnTo>
                    <a:pt x="4151105" y="47671"/>
                  </a:lnTo>
                  <a:lnTo>
                    <a:pt x="4141367" y="50649"/>
                  </a:lnTo>
                  <a:lnTo>
                    <a:pt x="4133194" y="53149"/>
                  </a:lnTo>
                  <a:lnTo>
                    <a:pt x="4124151" y="55915"/>
                  </a:lnTo>
                  <a:lnTo>
                    <a:pt x="4122238" y="56500"/>
                  </a:lnTo>
                  <a:lnTo>
                    <a:pt x="4121543" y="56713"/>
                  </a:lnTo>
                  <a:lnTo>
                    <a:pt x="4111109" y="59905"/>
                  </a:lnTo>
                  <a:lnTo>
                    <a:pt x="4107283" y="61076"/>
                  </a:lnTo>
                  <a:lnTo>
                    <a:pt x="4094415" y="65013"/>
                  </a:lnTo>
                  <a:lnTo>
                    <a:pt x="4090067" y="66343"/>
                  </a:lnTo>
                  <a:lnTo>
                    <a:pt x="4088328" y="66876"/>
                  </a:lnTo>
                  <a:lnTo>
                    <a:pt x="4084329" y="68100"/>
                  </a:lnTo>
                  <a:lnTo>
                    <a:pt x="4082938" y="68525"/>
                  </a:lnTo>
                  <a:lnTo>
                    <a:pt x="4057027" y="76456"/>
                  </a:lnTo>
                  <a:lnTo>
                    <a:pt x="4052506" y="77840"/>
                  </a:lnTo>
                  <a:lnTo>
                    <a:pt x="4050593" y="78425"/>
                  </a:lnTo>
                  <a:lnTo>
                    <a:pt x="4049202" y="78851"/>
                  </a:lnTo>
                  <a:lnTo>
                    <a:pt x="4041898" y="81087"/>
                  </a:lnTo>
                  <a:lnTo>
                    <a:pt x="4035464" y="83057"/>
                  </a:lnTo>
                  <a:lnTo>
                    <a:pt x="4032334" y="84016"/>
                  </a:lnTo>
                  <a:lnTo>
                    <a:pt x="4026943" y="85666"/>
                  </a:lnTo>
                  <a:lnTo>
                    <a:pt x="4022247" y="87104"/>
                  </a:lnTo>
                  <a:lnTo>
                    <a:pt x="4019465" y="87956"/>
                  </a:lnTo>
                  <a:lnTo>
                    <a:pt x="4010075" y="90832"/>
                  </a:lnTo>
                  <a:lnTo>
                    <a:pt x="4009379" y="91045"/>
                  </a:lnTo>
                  <a:lnTo>
                    <a:pt x="4007466" y="91631"/>
                  </a:lnTo>
                  <a:lnTo>
                    <a:pt x="4004510" y="92536"/>
                  </a:lnTo>
                  <a:lnTo>
                    <a:pt x="3998597" y="94347"/>
                  </a:lnTo>
                  <a:lnTo>
                    <a:pt x="3997902" y="94560"/>
                  </a:lnTo>
                  <a:lnTo>
                    <a:pt x="3993902" y="95785"/>
                  </a:lnTo>
                  <a:lnTo>
                    <a:pt x="3990076" y="96957"/>
                  </a:lnTo>
                  <a:lnTo>
                    <a:pt x="3983990" y="98821"/>
                  </a:lnTo>
                  <a:lnTo>
                    <a:pt x="3979643" y="100153"/>
                  </a:lnTo>
                  <a:lnTo>
                    <a:pt x="3978773" y="100420"/>
                  </a:lnTo>
                  <a:lnTo>
                    <a:pt x="3977208" y="100899"/>
                  </a:lnTo>
                  <a:lnTo>
                    <a:pt x="3974600" y="101698"/>
                  </a:lnTo>
                  <a:lnTo>
                    <a:pt x="3967818" y="103776"/>
                  </a:lnTo>
                  <a:lnTo>
                    <a:pt x="3967470" y="103883"/>
                  </a:lnTo>
                  <a:lnTo>
                    <a:pt x="3959297" y="106387"/>
                  </a:lnTo>
                  <a:lnTo>
                    <a:pt x="3950254" y="109158"/>
                  </a:lnTo>
                  <a:lnTo>
                    <a:pt x="3948341" y="109744"/>
                  </a:lnTo>
                  <a:lnTo>
                    <a:pt x="3947645" y="109957"/>
                  </a:lnTo>
                  <a:lnTo>
                    <a:pt x="3942776" y="111450"/>
                  </a:lnTo>
                  <a:lnTo>
                    <a:pt x="3937212" y="113155"/>
                  </a:lnTo>
                  <a:lnTo>
                    <a:pt x="3933386" y="114328"/>
                  </a:lnTo>
                  <a:lnTo>
                    <a:pt x="3920517" y="118272"/>
                  </a:lnTo>
                  <a:lnTo>
                    <a:pt x="3916170" y="119605"/>
                  </a:lnTo>
                  <a:lnTo>
                    <a:pt x="3914431" y="120138"/>
                  </a:lnTo>
                  <a:lnTo>
                    <a:pt x="3910431" y="121365"/>
                  </a:lnTo>
                  <a:lnTo>
                    <a:pt x="3909040" y="121791"/>
                  </a:lnTo>
                  <a:lnTo>
                    <a:pt x="3893737" y="126483"/>
                  </a:lnTo>
                  <a:lnTo>
                    <a:pt x="3883129" y="129736"/>
                  </a:lnTo>
                  <a:lnTo>
                    <a:pt x="3878608" y="131123"/>
                  </a:lnTo>
                  <a:lnTo>
                    <a:pt x="3876695" y="131710"/>
                  </a:lnTo>
                  <a:lnTo>
                    <a:pt x="3875304" y="132137"/>
                  </a:lnTo>
                  <a:lnTo>
                    <a:pt x="3868000" y="134377"/>
                  </a:lnTo>
                  <a:lnTo>
                    <a:pt x="3861566" y="136351"/>
                  </a:lnTo>
                  <a:lnTo>
                    <a:pt x="3858436" y="137311"/>
                  </a:lnTo>
                  <a:lnTo>
                    <a:pt x="3853045" y="138965"/>
                  </a:lnTo>
                  <a:lnTo>
                    <a:pt x="3851132" y="139551"/>
                  </a:lnTo>
                  <a:lnTo>
                    <a:pt x="3848350" y="140405"/>
                  </a:lnTo>
                  <a:lnTo>
                    <a:pt x="3845568" y="141259"/>
                  </a:lnTo>
                  <a:lnTo>
                    <a:pt x="3836177" y="144140"/>
                  </a:lnTo>
                  <a:lnTo>
                    <a:pt x="3835482" y="144354"/>
                  </a:lnTo>
                  <a:lnTo>
                    <a:pt x="3833569" y="144941"/>
                  </a:lnTo>
                  <a:lnTo>
                    <a:pt x="3830612" y="145848"/>
                  </a:lnTo>
                  <a:lnTo>
                    <a:pt x="3825743" y="147342"/>
                  </a:lnTo>
                  <a:lnTo>
                    <a:pt x="3824700" y="147662"/>
                  </a:lnTo>
                  <a:lnTo>
                    <a:pt x="3824004" y="147876"/>
                  </a:lnTo>
                  <a:lnTo>
                    <a:pt x="3820005" y="149103"/>
                  </a:lnTo>
                  <a:lnTo>
                    <a:pt x="3816179" y="150278"/>
                  </a:lnTo>
                  <a:lnTo>
                    <a:pt x="3810093" y="152146"/>
                  </a:lnTo>
                  <a:lnTo>
                    <a:pt x="3805745" y="153480"/>
                  </a:lnTo>
                  <a:lnTo>
                    <a:pt x="3804876" y="153747"/>
                  </a:lnTo>
                  <a:lnTo>
                    <a:pt x="3803311" y="154228"/>
                  </a:lnTo>
                  <a:lnTo>
                    <a:pt x="3800702" y="155028"/>
                  </a:lnTo>
                  <a:lnTo>
                    <a:pt x="3793920" y="157110"/>
                  </a:lnTo>
                  <a:lnTo>
                    <a:pt x="3793572" y="157217"/>
                  </a:lnTo>
                  <a:lnTo>
                    <a:pt x="3785399" y="159727"/>
                  </a:lnTo>
                  <a:lnTo>
                    <a:pt x="3776356" y="162503"/>
                  </a:lnTo>
                  <a:lnTo>
                    <a:pt x="3774444" y="163091"/>
                  </a:lnTo>
                  <a:lnTo>
                    <a:pt x="3773748" y="163304"/>
                  </a:lnTo>
                  <a:lnTo>
                    <a:pt x="3768879" y="164800"/>
                  </a:lnTo>
                  <a:lnTo>
                    <a:pt x="3763314" y="166509"/>
                  </a:lnTo>
                  <a:lnTo>
                    <a:pt x="3759488" y="167684"/>
                  </a:lnTo>
                  <a:lnTo>
                    <a:pt x="3746620" y="171637"/>
                  </a:lnTo>
                  <a:lnTo>
                    <a:pt x="3742273" y="172972"/>
                  </a:lnTo>
                  <a:lnTo>
                    <a:pt x="3740534" y="173507"/>
                  </a:lnTo>
                  <a:lnTo>
                    <a:pt x="3735143" y="175163"/>
                  </a:lnTo>
                  <a:lnTo>
                    <a:pt x="3719840" y="179865"/>
                  </a:lnTo>
                  <a:lnTo>
                    <a:pt x="3709232" y="183125"/>
                  </a:lnTo>
                  <a:lnTo>
                    <a:pt x="3704711" y="184515"/>
                  </a:lnTo>
                  <a:lnTo>
                    <a:pt x="3702798" y="185103"/>
                  </a:lnTo>
                  <a:lnTo>
                    <a:pt x="3701407" y="185531"/>
                  </a:lnTo>
                  <a:lnTo>
                    <a:pt x="3694103" y="187776"/>
                  </a:lnTo>
                  <a:lnTo>
                    <a:pt x="3687669" y="189754"/>
                  </a:lnTo>
                  <a:lnTo>
                    <a:pt x="3684539" y="190716"/>
                  </a:lnTo>
                  <a:lnTo>
                    <a:pt x="3679148" y="192374"/>
                  </a:lnTo>
                  <a:lnTo>
                    <a:pt x="3677235" y="192962"/>
                  </a:lnTo>
                  <a:lnTo>
                    <a:pt x="3674453" y="193818"/>
                  </a:lnTo>
                  <a:lnTo>
                    <a:pt x="3671670" y="194673"/>
                  </a:lnTo>
                  <a:lnTo>
                    <a:pt x="3662280" y="197561"/>
                  </a:lnTo>
                  <a:lnTo>
                    <a:pt x="3661584" y="197775"/>
                  </a:lnTo>
                  <a:lnTo>
                    <a:pt x="3659671" y="198363"/>
                  </a:lnTo>
                  <a:lnTo>
                    <a:pt x="3656715" y="199273"/>
                  </a:lnTo>
                  <a:lnTo>
                    <a:pt x="3651846" y="200770"/>
                  </a:lnTo>
                  <a:lnTo>
                    <a:pt x="3650803" y="201091"/>
                  </a:lnTo>
                  <a:lnTo>
                    <a:pt x="3650107" y="201305"/>
                  </a:lnTo>
                  <a:lnTo>
                    <a:pt x="3646107" y="202536"/>
                  </a:lnTo>
                  <a:lnTo>
                    <a:pt x="3642282" y="203713"/>
                  </a:lnTo>
                  <a:lnTo>
                    <a:pt x="3636195" y="205585"/>
                  </a:lnTo>
                  <a:lnTo>
                    <a:pt x="3631848" y="206923"/>
                  </a:lnTo>
                  <a:lnTo>
                    <a:pt x="3630978" y="207190"/>
                  </a:lnTo>
                  <a:lnTo>
                    <a:pt x="3629413" y="207672"/>
                  </a:lnTo>
                  <a:lnTo>
                    <a:pt x="3626805" y="208474"/>
                  </a:lnTo>
                  <a:lnTo>
                    <a:pt x="3620023" y="210561"/>
                  </a:lnTo>
                  <a:lnTo>
                    <a:pt x="3619675" y="210668"/>
                  </a:lnTo>
                  <a:lnTo>
                    <a:pt x="3611502" y="213184"/>
                  </a:lnTo>
                  <a:lnTo>
                    <a:pt x="3602459" y="215967"/>
                  </a:lnTo>
                  <a:lnTo>
                    <a:pt x="3600546" y="216556"/>
                  </a:lnTo>
                  <a:lnTo>
                    <a:pt x="3599851" y="216770"/>
                  </a:lnTo>
                  <a:lnTo>
                    <a:pt x="3594981" y="218269"/>
                  </a:lnTo>
                  <a:lnTo>
                    <a:pt x="3589417" y="219982"/>
                  </a:lnTo>
                  <a:lnTo>
                    <a:pt x="3585591" y="221160"/>
                  </a:lnTo>
                  <a:lnTo>
                    <a:pt x="3572723" y="225123"/>
                  </a:lnTo>
                  <a:lnTo>
                    <a:pt x="3568375" y="226461"/>
                  </a:lnTo>
                  <a:lnTo>
                    <a:pt x="3566636" y="226997"/>
                  </a:lnTo>
                  <a:lnTo>
                    <a:pt x="3562636" y="228229"/>
                  </a:lnTo>
                  <a:lnTo>
                    <a:pt x="3561245" y="228657"/>
                  </a:lnTo>
                  <a:lnTo>
                    <a:pt x="3545942" y="233371"/>
                  </a:lnTo>
                  <a:lnTo>
                    <a:pt x="3535335" y="236640"/>
                  </a:lnTo>
                  <a:lnTo>
                    <a:pt x="3530813" y="238033"/>
                  </a:lnTo>
                  <a:lnTo>
                    <a:pt x="3528900" y="238622"/>
                  </a:lnTo>
                  <a:lnTo>
                    <a:pt x="3527509" y="239051"/>
                  </a:lnTo>
                  <a:lnTo>
                    <a:pt x="3520206" y="241302"/>
                  </a:lnTo>
                  <a:lnTo>
                    <a:pt x="3513771" y="243285"/>
                  </a:lnTo>
                  <a:lnTo>
                    <a:pt x="3510641" y="244250"/>
                  </a:lnTo>
                  <a:lnTo>
                    <a:pt x="3505250" y="245912"/>
                  </a:lnTo>
                  <a:lnTo>
                    <a:pt x="3503337" y="246501"/>
                  </a:lnTo>
                  <a:lnTo>
                    <a:pt x="3500555" y="247359"/>
                  </a:lnTo>
                  <a:lnTo>
                    <a:pt x="3497773" y="248217"/>
                  </a:lnTo>
                  <a:lnTo>
                    <a:pt x="3488382" y="251112"/>
                  </a:lnTo>
                  <a:lnTo>
                    <a:pt x="3485774" y="251917"/>
                  </a:lnTo>
                  <a:lnTo>
                    <a:pt x="3482818" y="252828"/>
                  </a:lnTo>
                  <a:lnTo>
                    <a:pt x="3477948" y="254330"/>
                  </a:lnTo>
                  <a:lnTo>
                    <a:pt x="3476905" y="254652"/>
                  </a:lnTo>
                  <a:lnTo>
                    <a:pt x="3476209" y="254866"/>
                  </a:lnTo>
                  <a:lnTo>
                    <a:pt x="3472210" y="256100"/>
                  </a:lnTo>
                  <a:lnTo>
                    <a:pt x="3468384" y="257280"/>
                  </a:lnTo>
                  <a:lnTo>
                    <a:pt x="3462298" y="259158"/>
                  </a:lnTo>
                  <a:lnTo>
                    <a:pt x="3457950" y="260499"/>
                  </a:lnTo>
                  <a:lnTo>
                    <a:pt x="3457081" y="260767"/>
                  </a:lnTo>
                  <a:lnTo>
                    <a:pt x="3455516" y="261250"/>
                  </a:lnTo>
                  <a:lnTo>
                    <a:pt x="3452907" y="262055"/>
                  </a:lnTo>
                  <a:lnTo>
                    <a:pt x="3446125" y="264147"/>
                  </a:lnTo>
                  <a:lnTo>
                    <a:pt x="3445777" y="264255"/>
                  </a:lnTo>
                  <a:lnTo>
                    <a:pt x="3437604" y="266777"/>
                  </a:lnTo>
                  <a:lnTo>
                    <a:pt x="3428562" y="269568"/>
                  </a:lnTo>
                  <a:lnTo>
                    <a:pt x="3426649" y="270158"/>
                  </a:lnTo>
                  <a:lnTo>
                    <a:pt x="3425953" y="270373"/>
                  </a:lnTo>
                  <a:lnTo>
                    <a:pt x="3421084" y="271876"/>
                  </a:lnTo>
                  <a:lnTo>
                    <a:pt x="3415519" y="273594"/>
                  </a:lnTo>
                  <a:lnTo>
                    <a:pt x="3411694" y="274775"/>
                  </a:lnTo>
                  <a:lnTo>
                    <a:pt x="3398825" y="278749"/>
                  </a:lnTo>
                  <a:lnTo>
                    <a:pt x="3394478" y="280092"/>
                  </a:lnTo>
                  <a:lnTo>
                    <a:pt x="3392739" y="280629"/>
                  </a:lnTo>
                  <a:lnTo>
                    <a:pt x="3388739" y="281864"/>
                  </a:lnTo>
                  <a:lnTo>
                    <a:pt x="3387348" y="282294"/>
                  </a:lnTo>
                  <a:lnTo>
                    <a:pt x="3372045" y="287021"/>
                  </a:lnTo>
                  <a:lnTo>
                    <a:pt x="3361437" y="290299"/>
                  </a:lnTo>
                  <a:lnTo>
                    <a:pt x="3356916" y="291696"/>
                  </a:lnTo>
                  <a:lnTo>
                    <a:pt x="3355003" y="292288"/>
                  </a:lnTo>
                  <a:lnTo>
                    <a:pt x="3353612" y="292718"/>
                  </a:lnTo>
                  <a:lnTo>
                    <a:pt x="3346308" y="294975"/>
                  </a:lnTo>
                  <a:lnTo>
                    <a:pt x="3339874" y="296964"/>
                  </a:lnTo>
                  <a:lnTo>
                    <a:pt x="3336744" y="297932"/>
                  </a:lnTo>
                  <a:lnTo>
                    <a:pt x="3331353" y="299599"/>
                  </a:lnTo>
                  <a:lnTo>
                    <a:pt x="3329440" y="300190"/>
                  </a:lnTo>
                  <a:lnTo>
                    <a:pt x="3326658" y="301051"/>
                  </a:lnTo>
                  <a:lnTo>
                    <a:pt x="3323875" y="301911"/>
                  </a:lnTo>
                  <a:lnTo>
                    <a:pt x="3313789" y="305030"/>
                  </a:lnTo>
                  <a:lnTo>
                    <a:pt x="3311876" y="305622"/>
                  </a:lnTo>
                  <a:lnTo>
                    <a:pt x="3308920" y="306536"/>
                  </a:lnTo>
                  <a:lnTo>
                    <a:pt x="3304051" y="308043"/>
                  </a:lnTo>
                  <a:lnTo>
                    <a:pt x="3303008" y="308365"/>
                  </a:lnTo>
                  <a:lnTo>
                    <a:pt x="3302312" y="308581"/>
                  </a:lnTo>
                  <a:lnTo>
                    <a:pt x="3298312" y="309818"/>
                  </a:lnTo>
                  <a:lnTo>
                    <a:pt x="3294487" y="311002"/>
                  </a:lnTo>
                  <a:lnTo>
                    <a:pt x="3288400" y="312885"/>
                  </a:lnTo>
                  <a:lnTo>
                    <a:pt x="3284053" y="314230"/>
                  </a:lnTo>
                  <a:lnTo>
                    <a:pt x="3283183" y="314500"/>
                  </a:lnTo>
                  <a:lnTo>
                    <a:pt x="3281618" y="314984"/>
                  </a:lnTo>
                  <a:lnTo>
                    <a:pt x="3279010" y="315791"/>
                  </a:lnTo>
                  <a:lnTo>
                    <a:pt x="3272228" y="317891"/>
                  </a:lnTo>
                  <a:lnTo>
                    <a:pt x="3271880" y="317998"/>
                  </a:lnTo>
                  <a:lnTo>
                    <a:pt x="3263707" y="320528"/>
                  </a:lnTo>
                  <a:lnTo>
                    <a:pt x="3254664" y="323328"/>
                  </a:lnTo>
                  <a:lnTo>
                    <a:pt x="3252751" y="323921"/>
                  </a:lnTo>
                  <a:lnTo>
                    <a:pt x="3252056" y="324136"/>
                  </a:lnTo>
                  <a:lnTo>
                    <a:pt x="3247187" y="325644"/>
                  </a:lnTo>
                  <a:lnTo>
                    <a:pt x="3241622" y="327367"/>
                  </a:lnTo>
                  <a:lnTo>
                    <a:pt x="3237796" y="328552"/>
                  </a:lnTo>
                  <a:lnTo>
                    <a:pt x="3224928" y="332539"/>
                  </a:lnTo>
                  <a:lnTo>
                    <a:pt x="3220580" y="333886"/>
                  </a:lnTo>
                  <a:lnTo>
                    <a:pt x="3218841" y="334425"/>
                  </a:lnTo>
                  <a:lnTo>
                    <a:pt x="3214842" y="335665"/>
                  </a:lnTo>
                  <a:lnTo>
                    <a:pt x="3213450" y="336096"/>
                  </a:lnTo>
                  <a:lnTo>
                    <a:pt x="3198147" y="340839"/>
                  </a:lnTo>
                  <a:lnTo>
                    <a:pt x="3187540" y="344128"/>
                  </a:lnTo>
                  <a:lnTo>
                    <a:pt x="3183018" y="345530"/>
                  </a:lnTo>
                  <a:lnTo>
                    <a:pt x="3181105" y="346123"/>
                  </a:lnTo>
                  <a:lnTo>
                    <a:pt x="3179714" y="346555"/>
                  </a:lnTo>
                  <a:lnTo>
                    <a:pt x="3172411" y="348820"/>
                  </a:lnTo>
                  <a:lnTo>
                    <a:pt x="3165976" y="350816"/>
                  </a:lnTo>
                  <a:lnTo>
                    <a:pt x="3162846" y="351787"/>
                  </a:lnTo>
                  <a:lnTo>
                    <a:pt x="3157455" y="353460"/>
                  </a:lnTo>
                  <a:lnTo>
                    <a:pt x="3155543" y="354053"/>
                  </a:lnTo>
                  <a:lnTo>
                    <a:pt x="3152760" y="354917"/>
                  </a:lnTo>
                  <a:lnTo>
                    <a:pt x="3149978" y="355780"/>
                  </a:lnTo>
                  <a:lnTo>
                    <a:pt x="3140587" y="358694"/>
                  </a:lnTo>
                  <a:lnTo>
                    <a:pt x="3139892" y="358910"/>
                  </a:lnTo>
                  <a:lnTo>
                    <a:pt x="3137979" y="359504"/>
                  </a:lnTo>
                  <a:lnTo>
                    <a:pt x="3135023" y="360422"/>
                  </a:lnTo>
                  <a:lnTo>
                    <a:pt x="3130154" y="361933"/>
                  </a:lnTo>
                  <a:lnTo>
                    <a:pt x="3129110" y="362257"/>
                  </a:lnTo>
                  <a:lnTo>
                    <a:pt x="3128415" y="362473"/>
                  </a:lnTo>
                  <a:lnTo>
                    <a:pt x="3124415" y="363715"/>
                  </a:lnTo>
                  <a:lnTo>
                    <a:pt x="3120589" y="364903"/>
                  </a:lnTo>
                  <a:lnTo>
                    <a:pt x="3114503" y="366793"/>
                  </a:lnTo>
                  <a:lnTo>
                    <a:pt x="3110155" y="368144"/>
                  </a:lnTo>
                  <a:lnTo>
                    <a:pt x="3109286" y="368414"/>
                  </a:lnTo>
                  <a:lnTo>
                    <a:pt x="3107721" y="368900"/>
                  </a:lnTo>
                  <a:lnTo>
                    <a:pt x="3105112" y="369710"/>
                  </a:lnTo>
                  <a:lnTo>
                    <a:pt x="3097983" y="371925"/>
                  </a:lnTo>
                  <a:lnTo>
                    <a:pt x="3089809" y="374465"/>
                  </a:lnTo>
                  <a:lnTo>
                    <a:pt x="3080767" y="377275"/>
                  </a:lnTo>
                  <a:lnTo>
                    <a:pt x="3078854" y="377870"/>
                  </a:lnTo>
                  <a:lnTo>
                    <a:pt x="3078158" y="378086"/>
                  </a:lnTo>
                  <a:lnTo>
                    <a:pt x="3067724" y="381329"/>
                  </a:lnTo>
                  <a:lnTo>
                    <a:pt x="3063899" y="382519"/>
                  </a:lnTo>
                  <a:lnTo>
                    <a:pt x="3051030" y="386521"/>
                  </a:lnTo>
                  <a:lnTo>
                    <a:pt x="3046683" y="387873"/>
                  </a:lnTo>
                  <a:lnTo>
                    <a:pt x="3044944" y="388414"/>
                  </a:lnTo>
                  <a:lnTo>
                    <a:pt x="3040944" y="389658"/>
                  </a:lnTo>
                  <a:lnTo>
                    <a:pt x="3039553" y="390091"/>
                  </a:lnTo>
                  <a:lnTo>
                    <a:pt x="3024250" y="394853"/>
                  </a:lnTo>
                  <a:lnTo>
                    <a:pt x="3013642" y="398155"/>
                  </a:lnTo>
                  <a:lnTo>
                    <a:pt x="3009121" y="399562"/>
                  </a:lnTo>
                  <a:lnTo>
                    <a:pt x="3007208" y="400158"/>
                  </a:lnTo>
                  <a:lnTo>
                    <a:pt x="3005817" y="400591"/>
                  </a:lnTo>
                  <a:lnTo>
                    <a:pt x="2998513" y="402866"/>
                  </a:lnTo>
                  <a:lnTo>
                    <a:pt x="2992079" y="404870"/>
                  </a:lnTo>
                  <a:lnTo>
                    <a:pt x="2988949" y="405845"/>
                  </a:lnTo>
                  <a:lnTo>
                    <a:pt x="2983558" y="407524"/>
                  </a:lnTo>
                  <a:lnTo>
                    <a:pt x="2981645" y="408120"/>
                  </a:lnTo>
                  <a:lnTo>
                    <a:pt x="2978863" y="408987"/>
                  </a:lnTo>
                  <a:lnTo>
                    <a:pt x="2976080" y="409854"/>
                  </a:lnTo>
                  <a:lnTo>
                    <a:pt x="2966690" y="412780"/>
                  </a:lnTo>
                  <a:lnTo>
                    <a:pt x="2965994" y="412997"/>
                  </a:lnTo>
                  <a:lnTo>
                    <a:pt x="2964081" y="413593"/>
                  </a:lnTo>
                  <a:lnTo>
                    <a:pt x="2961125" y="414515"/>
                  </a:lnTo>
                  <a:lnTo>
                    <a:pt x="2956256" y="416033"/>
                  </a:lnTo>
                  <a:lnTo>
                    <a:pt x="2955213" y="416358"/>
                  </a:lnTo>
                  <a:lnTo>
                    <a:pt x="2954517" y="416575"/>
                  </a:lnTo>
                  <a:lnTo>
                    <a:pt x="2950517" y="417822"/>
                  </a:lnTo>
                  <a:lnTo>
                    <a:pt x="2946692" y="419015"/>
                  </a:lnTo>
                  <a:lnTo>
                    <a:pt x="2940605" y="420913"/>
                  </a:lnTo>
                  <a:lnTo>
                    <a:pt x="2936258" y="422269"/>
                  </a:lnTo>
                  <a:lnTo>
                    <a:pt x="2935388" y="422540"/>
                  </a:lnTo>
                  <a:lnTo>
                    <a:pt x="2933823" y="423028"/>
                  </a:lnTo>
                  <a:lnTo>
                    <a:pt x="2931215" y="423842"/>
                  </a:lnTo>
                  <a:lnTo>
                    <a:pt x="2924433" y="425958"/>
                  </a:lnTo>
                  <a:lnTo>
                    <a:pt x="2924085" y="426067"/>
                  </a:lnTo>
                  <a:lnTo>
                    <a:pt x="2915912" y="428617"/>
                  </a:lnTo>
                  <a:lnTo>
                    <a:pt x="2906869" y="431440"/>
                  </a:lnTo>
                  <a:lnTo>
                    <a:pt x="2904956" y="432037"/>
                  </a:lnTo>
                  <a:lnTo>
                    <a:pt x="2904261" y="432254"/>
                  </a:lnTo>
                  <a:lnTo>
                    <a:pt x="2899392" y="433774"/>
                  </a:lnTo>
                  <a:lnTo>
                    <a:pt x="2893827" y="435512"/>
                  </a:lnTo>
                  <a:lnTo>
                    <a:pt x="2890001" y="436707"/>
                  </a:lnTo>
                  <a:lnTo>
                    <a:pt x="2877133" y="440726"/>
                  </a:lnTo>
                  <a:lnTo>
                    <a:pt x="2872785" y="442085"/>
                  </a:lnTo>
                  <a:lnTo>
                    <a:pt x="2871046" y="442628"/>
                  </a:lnTo>
                  <a:lnTo>
                    <a:pt x="2867047" y="443878"/>
                  </a:lnTo>
                  <a:lnTo>
                    <a:pt x="2865656" y="444313"/>
                  </a:lnTo>
                  <a:lnTo>
                    <a:pt x="2850353" y="449096"/>
                  </a:lnTo>
                  <a:lnTo>
                    <a:pt x="2839745" y="452413"/>
                  </a:lnTo>
                  <a:lnTo>
                    <a:pt x="2835223" y="453827"/>
                  </a:lnTo>
                  <a:lnTo>
                    <a:pt x="2833311" y="454426"/>
                  </a:lnTo>
                  <a:lnTo>
                    <a:pt x="2831919" y="454861"/>
                  </a:lnTo>
                  <a:lnTo>
                    <a:pt x="2824616" y="457146"/>
                  </a:lnTo>
                  <a:lnTo>
                    <a:pt x="2818182" y="459159"/>
                  </a:lnTo>
                  <a:lnTo>
                    <a:pt x="2815051" y="460139"/>
                  </a:lnTo>
                  <a:lnTo>
                    <a:pt x="2809661" y="461826"/>
                  </a:lnTo>
                  <a:lnTo>
                    <a:pt x="2807748" y="462425"/>
                  </a:lnTo>
                  <a:lnTo>
                    <a:pt x="2804965" y="463296"/>
                  </a:lnTo>
                  <a:lnTo>
                    <a:pt x="2802183" y="464167"/>
                  </a:lnTo>
                  <a:lnTo>
                    <a:pt x="2792793" y="467108"/>
                  </a:lnTo>
                  <a:lnTo>
                    <a:pt x="2792097" y="467326"/>
                  </a:lnTo>
                  <a:lnTo>
                    <a:pt x="2790184" y="467925"/>
                  </a:lnTo>
                  <a:lnTo>
                    <a:pt x="2787228" y="468851"/>
                  </a:lnTo>
                  <a:lnTo>
                    <a:pt x="2782359" y="470376"/>
                  </a:lnTo>
                  <a:lnTo>
                    <a:pt x="2781315" y="470703"/>
                  </a:lnTo>
                  <a:lnTo>
                    <a:pt x="2780620" y="470921"/>
                  </a:lnTo>
                  <a:lnTo>
                    <a:pt x="2772794" y="473373"/>
                  </a:lnTo>
                  <a:lnTo>
                    <a:pt x="2766708" y="475280"/>
                  </a:lnTo>
                  <a:lnTo>
                    <a:pt x="2762360" y="476643"/>
                  </a:lnTo>
                  <a:lnTo>
                    <a:pt x="2761491" y="476915"/>
                  </a:lnTo>
                  <a:lnTo>
                    <a:pt x="2759926" y="477406"/>
                  </a:lnTo>
                  <a:lnTo>
                    <a:pt x="2757317" y="478224"/>
                  </a:lnTo>
                  <a:lnTo>
                    <a:pt x="2750535" y="480350"/>
                  </a:lnTo>
                  <a:lnTo>
                    <a:pt x="2750188" y="480459"/>
                  </a:lnTo>
                  <a:lnTo>
                    <a:pt x="2742014" y="483023"/>
                  </a:lnTo>
                  <a:lnTo>
                    <a:pt x="2732972" y="485859"/>
                  </a:lnTo>
                  <a:lnTo>
                    <a:pt x="2731059" y="486460"/>
                  </a:lnTo>
                  <a:lnTo>
                    <a:pt x="2730363" y="486678"/>
                  </a:lnTo>
                  <a:lnTo>
                    <a:pt x="2725494" y="488206"/>
                  </a:lnTo>
                  <a:lnTo>
                    <a:pt x="2719929" y="489952"/>
                  </a:lnTo>
                  <a:lnTo>
                    <a:pt x="2716104" y="491153"/>
                  </a:lnTo>
                  <a:lnTo>
                    <a:pt x="2703235" y="495194"/>
                  </a:lnTo>
                  <a:lnTo>
                    <a:pt x="2698888" y="496559"/>
                  </a:lnTo>
                  <a:lnTo>
                    <a:pt x="2693149" y="498362"/>
                  </a:lnTo>
                  <a:lnTo>
                    <a:pt x="2691758" y="498799"/>
                  </a:lnTo>
                  <a:lnTo>
                    <a:pt x="2676455" y="503608"/>
                  </a:lnTo>
                  <a:lnTo>
                    <a:pt x="2661326" y="508365"/>
                  </a:lnTo>
                  <a:lnTo>
                    <a:pt x="2659413" y="508966"/>
                  </a:lnTo>
                  <a:lnTo>
                    <a:pt x="2650718" y="511701"/>
                  </a:lnTo>
                  <a:lnTo>
                    <a:pt x="2644284" y="513726"/>
                  </a:lnTo>
                  <a:lnTo>
                    <a:pt x="2641154" y="514711"/>
                  </a:lnTo>
                  <a:lnTo>
                    <a:pt x="2635763" y="516407"/>
                  </a:lnTo>
                  <a:lnTo>
                    <a:pt x="2633850" y="517009"/>
                  </a:lnTo>
                  <a:lnTo>
                    <a:pt x="2631068" y="517885"/>
                  </a:lnTo>
                  <a:lnTo>
                    <a:pt x="2628286" y="518761"/>
                  </a:lnTo>
                  <a:lnTo>
                    <a:pt x="2618895" y="521718"/>
                  </a:lnTo>
                  <a:lnTo>
                    <a:pt x="2618199" y="521937"/>
                  </a:lnTo>
                  <a:lnTo>
                    <a:pt x="2616287" y="522540"/>
                  </a:lnTo>
                  <a:lnTo>
                    <a:pt x="2613330" y="523471"/>
                  </a:lnTo>
                  <a:lnTo>
                    <a:pt x="2608461" y="525005"/>
                  </a:lnTo>
                  <a:lnTo>
                    <a:pt x="2607418" y="525333"/>
                  </a:lnTo>
                  <a:lnTo>
                    <a:pt x="2606722" y="525553"/>
                  </a:lnTo>
                  <a:lnTo>
                    <a:pt x="2602723" y="526813"/>
                  </a:lnTo>
                  <a:lnTo>
                    <a:pt x="2598897" y="528019"/>
                  </a:lnTo>
                  <a:lnTo>
                    <a:pt x="2592810" y="529937"/>
                  </a:lnTo>
                  <a:lnTo>
                    <a:pt x="2588463" y="531308"/>
                  </a:lnTo>
                  <a:lnTo>
                    <a:pt x="2587594" y="531582"/>
                  </a:lnTo>
                  <a:lnTo>
                    <a:pt x="2586028" y="532075"/>
                  </a:lnTo>
                  <a:lnTo>
                    <a:pt x="2583420" y="532898"/>
                  </a:lnTo>
                  <a:lnTo>
                    <a:pt x="2576638" y="535036"/>
                  </a:lnTo>
                  <a:lnTo>
                    <a:pt x="2576290" y="535146"/>
                  </a:lnTo>
                  <a:lnTo>
                    <a:pt x="2568117" y="537724"/>
                  </a:lnTo>
                  <a:lnTo>
                    <a:pt x="2559074" y="540578"/>
                  </a:lnTo>
                  <a:lnTo>
                    <a:pt x="2557161" y="541182"/>
                  </a:lnTo>
                  <a:lnTo>
                    <a:pt x="2556466" y="541401"/>
                  </a:lnTo>
                  <a:lnTo>
                    <a:pt x="2551597" y="542938"/>
                  </a:lnTo>
                  <a:lnTo>
                    <a:pt x="2546032" y="544695"/>
                  </a:lnTo>
                  <a:lnTo>
                    <a:pt x="2542206" y="545903"/>
                  </a:lnTo>
                  <a:lnTo>
                    <a:pt x="2529338" y="549968"/>
                  </a:lnTo>
                  <a:lnTo>
                    <a:pt x="2523251" y="551892"/>
                  </a:lnTo>
                  <a:lnTo>
                    <a:pt x="2519252" y="553156"/>
                  </a:lnTo>
                  <a:lnTo>
                    <a:pt x="2517861" y="553595"/>
                  </a:lnTo>
                  <a:lnTo>
                    <a:pt x="2502558" y="558434"/>
                  </a:lnTo>
                  <a:lnTo>
                    <a:pt x="2491950" y="561790"/>
                  </a:lnTo>
                  <a:lnTo>
                    <a:pt x="2487429" y="563220"/>
                  </a:lnTo>
                  <a:lnTo>
                    <a:pt x="2485516" y="563826"/>
                  </a:lnTo>
                  <a:lnTo>
                    <a:pt x="2484125" y="564266"/>
                  </a:lnTo>
                  <a:lnTo>
                    <a:pt x="2476821" y="566578"/>
                  </a:lnTo>
                  <a:lnTo>
                    <a:pt x="2470387" y="568615"/>
                  </a:lnTo>
                  <a:lnTo>
                    <a:pt x="2467256" y="569606"/>
                  </a:lnTo>
                  <a:lnTo>
                    <a:pt x="2461866" y="571314"/>
                  </a:lnTo>
                  <a:lnTo>
                    <a:pt x="2459953" y="571920"/>
                  </a:lnTo>
                  <a:lnTo>
                    <a:pt x="2457170" y="572801"/>
                  </a:lnTo>
                  <a:lnTo>
                    <a:pt x="2454388" y="573683"/>
                  </a:lnTo>
                  <a:lnTo>
                    <a:pt x="2444998" y="576659"/>
                  </a:lnTo>
                  <a:lnTo>
                    <a:pt x="2444302" y="576880"/>
                  </a:lnTo>
                  <a:lnTo>
                    <a:pt x="2442389" y="577486"/>
                  </a:lnTo>
                  <a:lnTo>
                    <a:pt x="2439433" y="578423"/>
                  </a:lnTo>
                  <a:lnTo>
                    <a:pt x="2434564" y="579967"/>
                  </a:lnTo>
                  <a:lnTo>
                    <a:pt x="2433520" y="580298"/>
                  </a:lnTo>
                  <a:lnTo>
                    <a:pt x="2432825" y="580519"/>
                  </a:lnTo>
                  <a:lnTo>
                    <a:pt x="2428825" y="581787"/>
                  </a:lnTo>
                  <a:lnTo>
                    <a:pt x="2424999" y="583001"/>
                  </a:lnTo>
                  <a:lnTo>
                    <a:pt x="2418913" y="584932"/>
                  </a:lnTo>
                  <a:lnTo>
                    <a:pt x="2414566" y="586312"/>
                  </a:lnTo>
                  <a:lnTo>
                    <a:pt x="2413696" y="586588"/>
                  </a:lnTo>
                  <a:lnTo>
                    <a:pt x="2412131" y="587085"/>
                  </a:lnTo>
                  <a:lnTo>
                    <a:pt x="2409523" y="587913"/>
                  </a:lnTo>
                  <a:lnTo>
                    <a:pt x="2402741" y="590066"/>
                  </a:lnTo>
                  <a:lnTo>
                    <a:pt x="2402393" y="590176"/>
                  </a:lnTo>
                  <a:lnTo>
                    <a:pt x="2394220" y="592772"/>
                  </a:lnTo>
                  <a:lnTo>
                    <a:pt x="2385177" y="595645"/>
                  </a:lnTo>
                  <a:lnTo>
                    <a:pt x="2383264" y="596253"/>
                  </a:lnTo>
                  <a:lnTo>
                    <a:pt x="2382568" y="596474"/>
                  </a:lnTo>
                  <a:lnTo>
                    <a:pt x="2377699" y="598021"/>
                  </a:lnTo>
                  <a:lnTo>
                    <a:pt x="2372135" y="599791"/>
                  </a:lnTo>
                  <a:lnTo>
                    <a:pt x="2368309" y="601007"/>
                  </a:lnTo>
                  <a:lnTo>
                    <a:pt x="2355440" y="605100"/>
                  </a:lnTo>
                  <a:lnTo>
                    <a:pt x="2351093" y="606484"/>
                  </a:lnTo>
                  <a:lnTo>
                    <a:pt x="2349354" y="607037"/>
                  </a:lnTo>
                  <a:lnTo>
                    <a:pt x="2345354" y="608310"/>
                  </a:lnTo>
                  <a:lnTo>
                    <a:pt x="2343963" y="608753"/>
                  </a:lnTo>
                  <a:lnTo>
                    <a:pt x="2328660" y="613626"/>
                  </a:lnTo>
                  <a:lnTo>
                    <a:pt x="2318052" y="617006"/>
                  </a:lnTo>
                  <a:lnTo>
                    <a:pt x="2313531" y="618447"/>
                  </a:lnTo>
                  <a:lnTo>
                    <a:pt x="2311618" y="619056"/>
                  </a:lnTo>
                  <a:lnTo>
                    <a:pt x="2310227" y="619500"/>
                  </a:lnTo>
                  <a:lnTo>
                    <a:pt x="2302923" y="621829"/>
                  </a:lnTo>
                  <a:lnTo>
                    <a:pt x="2296489" y="623881"/>
                  </a:lnTo>
                  <a:lnTo>
                    <a:pt x="2293359" y="624880"/>
                  </a:lnTo>
                  <a:lnTo>
                    <a:pt x="2287968" y="626600"/>
                  </a:lnTo>
                  <a:lnTo>
                    <a:pt x="2286055" y="627210"/>
                  </a:lnTo>
                  <a:lnTo>
                    <a:pt x="2283273" y="628098"/>
                  </a:lnTo>
                  <a:lnTo>
                    <a:pt x="2280491" y="628986"/>
                  </a:lnTo>
                  <a:lnTo>
                    <a:pt x="2271100" y="631985"/>
                  </a:lnTo>
                  <a:lnTo>
                    <a:pt x="2270405" y="632207"/>
                  </a:lnTo>
                  <a:lnTo>
                    <a:pt x="2268492" y="632818"/>
                  </a:lnTo>
                  <a:lnTo>
                    <a:pt x="2265535" y="633762"/>
                  </a:lnTo>
                  <a:lnTo>
                    <a:pt x="2260666" y="635318"/>
                  </a:lnTo>
                  <a:lnTo>
                    <a:pt x="2259623" y="635651"/>
                  </a:lnTo>
                  <a:lnTo>
                    <a:pt x="2258927" y="635873"/>
                  </a:lnTo>
                  <a:lnTo>
                    <a:pt x="2254928" y="637152"/>
                  </a:lnTo>
                  <a:lnTo>
                    <a:pt x="2251102" y="638374"/>
                  </a:lnTo>
                  <a:lnTo>
                    <a:pt x="2245016" y="640320"/>
                  </a:lnTo>
                  <a:lnTo>
                    <a:pt x="2240668" y="641711"/>
                  </a:lnTo>
                  <a:lnTo>
                    <a:pt x="2239799" y="641989"/>
                  </a:lnTo>
                  <a:lnTo>
                    <a:pt x="2238234" y="642489"/>
                  </a:lnTo>
                  <a:lnTo>
                    <a:pt x="2235625" y="643324"/>
                  </a:lnTo>
                  <a:lnTo>
                    <a:pt x="2228843" y="645493"/>
                  </a:lnTo>
                  <a:lnTo>
                    <a:pt x="2228495" y="645605"/>
                  </a:lnTo>
                  <a:lnTo>
                    <a:pt x="2220322" y="648221"/>
                  </a:lnTo>
                  <a:lnTo>
                    <a:pt x="2211279" y="651116"/>
                  </a:lnTo>
                  <a:lnTo>
                    <a:pt x="2209367" y="651729"/>
                  </a:lnTo>
                  <a:lnTo>
                    <a:pt x="2208671" y="651952"/>
                  </a:lnTo>
                  <a:lnTo>
                    <a:pt x="2203802" y="653511"/>
                  </a:lnTo>
                  <a:lnTo>
                    <a:pt x="2198237" y="655294"/>
                  </a:lnTo>
                  <a:lnTo>
                    <a:pt x="2194411" y="656521"/>
                  </a:lnTo>
                  <a:lnTo>
                    <a:pt x="2181543" y="660646"/>
                  </a:lnTo>
                  <a:lnTo>
                    <a:pt x="2177196" y="662041"/>
                  </a:lnTo>
                  <a:lnTo>
                    <a:pt x="2175457" y="662599"/>
                  </a:lnTo>
                  <a:lnTo>
                    <a:pt x="2171457" y="663882"/>
                  </a:lnTo>
                  <a:lnTo>
                    <a:pt x="2170066" y="664329"/>
                  </a:lnTo>
                  <a:lnTo>
                    <a:pt x="2154763" y="669241"/>
                  </a:lnTo>
                  <a:lnTo>
                    <a:pt x="2144155" y="672649"/>
                  </a:lnTo>
                  <a:lnTo>
                    <a:pt x="2139634" y="674102"/>
                  </a:lnTo>
                  <a:lnTo>
                    <a:pt x="2137721" y="674717"/>
                  </a:lnTo>
                  <a:lnTo>
                    <a:pt x="2136330" y="675164"/>
                  </a:lnTo>
                  <a:lnTo>
                    <a:pt x="2129026" y="677512"/>
                  </a:lnTo>
                  <a:lnTo>
                    <a:pt x="2122592" y="679581"/>
                  </a:lnTo>
                  <a:lnTo>
                    <a:pt x="2119462" y="680588"/>
                  </a:lnTo>
                  <a:lnTo>
                    <a:pt x="2114071" y="682323"/>
                  </a:lnTo>
                  <a:lnTo>
                    <a:pt x="2112158" y="682939"/>
                  </a:lnTo>
                  <a:lnTo>
                    <a:pt x="2109376" y="683834"/>
                  </a:lnTo>
                  <a:lnTo>
                    <a:pt x="2106593" y="684730"/>
                  </a:lnTo>
                  <a:lnTo>
                    <a:pt x="2097203" y="687754"/>
                  </a:lnTo>
                  <a:lnTo>
                    <a:pt x="2096507" y="687978"/>
                  </a:lnTo>
                  <a:lnTo>
                    <a:pt x="2094594" y="688594"/>
                  </a:lnTo>
                  <a:lnTo>
                    <a:pt x="2091638" y="689546"/>
                  </a:lnTo>
                  <a:lnTo>
                    <a:pt x="2086769" y="691115"/>
                  </a:lnTo>
                  <a:lnTo>
                    <a:pt x="2085725" y="691451"/>
                  </a:lnTo>
                  <a:lnTo>
                    <a:pt x="2085030" y="691676"/>
                  </a:lnTo>
                  <a:lnTo>
                    <a:pt x="2081030" y="692965"/>
                  </a:lnTo>
                  <a:lnTo>
                    <a:pt x="2077205" y="694198"/>
                  </a:lnTo>
                  <a:lnTo>
                    <a:pt x="2071118" y="696161"/>
                  </a:lnTo>
                  <a:lnTo>
                    <a:pt x="2066771" y="697563"/>
                  </a:lnTo>
                  <a:lnTo>
                    <a:pt x="2065901" y="697844"/>
                  </a:lnTo>
                  <a:lnTo>
                    <a:pt x="2064336" y="698349"/>
                  </a:lnTo>
                  <a:lnTo>
                    <a:pt x="2061728" y="699190"/>
                  </a:lnTo>
                  <a:lnTo>
                    <a:pt x="2054946" y="701379"/>
                  </a:lnTo>
                  <a:lnTo>
                    <a:pt x="2054598" y="701492"/>
                  </a:lnTo>
                  <a:lnTo>
                    <a:pt x="2046425" y="704131"/>
                  </a:lnTo>
                  <a:lnTo>
                    <a:pt x="2037382" y="707052"/>
                  </a:lnTo>
                  <a:lnTo>
                    <a:pt x="2035469" y="707670"/>
                  </a:lnTo>
                  <a:lnTo>
                    <a:pt x="2034774" y="707895"/>
                  </a:lnTo>
                  <a:lnTo>
                    <a:pt x="2029904" y="709468"/>
                  </a:lnTo>
                  <a:lnTo>
                    <a:pt x="2024340" y="711267"/>
                  </a:lnTo>
                  <a:lnTo>
                    <a:pt x="2020514" y="712504"/>
                  </a:lnTo>
                  <a:lnTo>
                    <a:pt x="2007646" y="716668"/>
                  </a:lnTo>
                  <a:lnTo>
                    <a:pt x="2003298" y="718075"/>
                  </a:lnTo>
                  <a:lnTo>
                    <a:pt x="2001559" y="718638"/>
                  </a:lnTo>
                  <a:lnTo>
                    <a:pt x="1997559" y="719933"/>
                  </a:lnTo>
                  <a:lnTo>
                    <a:pt x="1996168" y="720383"/>
                  </a:lnTo>
                  <a:lnTo>
                    <a:pt x="1980865" y="725341"/>
                  </a:lnTo>
                  <a:lnTo>
                    <a:pt x="1970258" y="728780"/>
                  </a:lnTo>
                  <a:lnTo>
                    <a:pt x="1965736" y="730247"/>
                  </a:lnTo>
                  <a:lnTo>
                    <a:pt x="1963823" y="730867"/>
                  </a:lnTo>
                  <a:lnTo>
                    <a:pt x="1962432" y="731319"/>
                  </a:lnTo>
                  <a:lnTo>
                    <a:pt x="1955128" y="733689"/>
                  </a:lnTo>
                  <a:lnTo>
                    <a:pt x="1948694" y="735778"/>
                  </a:lnTo>
                  <a:lnTo>
                    <a:pt x="1945564" y="736794"/>
                  </a:lnTo>
                  <a:lnTo>
                    <a:pt x="1940173" y="738545"/>
                  </a:lnTo>
                  <a:lnTo>
                    <a:pt x="1938260" y="739167"/>
                  </a:lnTo>
                  <a:lnTo>
                    <a:pt x="1935478" y="740071"/>
                  </a:lnTo>
                  <a:lnTo>
                    <a:pt x="1932696" y="740975"/>
                  </a:lnTo>
                  <a:lnTo>
                    <a:pt x="1923305" y="744028"/>
                  </a:lnTo>
                  <a:lnTo>
                    <a:pt x="1922610" y="744254"/>
                  </a:lnTo>
                  <a:lnTo>
                    <a:pt x="1920697" y="744876"/>
                  </a:lnTo>
                  <a:lnTo>
                    <a:pt x="1917741" y="745837"/>
                  </a:lnTo>
                  <a:lnTo>
                    <a:pt x="1912871" y="747421"/>
                  </a:lnTo>
                  <a:lnTo>
                    <a:pt x="1911828" y="747761"/>
                  </a:lnTo>
                  <a:lnTo>
                    <a:pt x="1911132" y="747987"/>
                  </a:lnTo>
                  <a:lnTo>
                    <a:pt x="1907133" y="749289"/>
                  </a:lnTo>
                  <a:lnTo>
                    <a:pt x="1903307" y="750534"/>
                  </a:lnTo>
                  <a:lnTo>
                    <a:pt x="1897221" y="752516"/>
                  </a:lnTo>
                  <a:lnTo>
                    <a:pt x="1892873" y="753932"/>
                  </a:lnTo>
                  <a:lnTo>
                    <a:pt x="1892004" y="754215"/>
                  </a:lnTo>
                  <a:lnTo>
                    <a:pt x="1890439" y="754725"/>
                  </a:lnTo>
                  <a:lnTo>
                    <a:pt x="1887830" y="755575"/>
                  </a:lnTo>
                  <a:lnTo>
                    <a:pt x="1881048" y="757785"/>
                  </a:lnTo>
                  <a:lnTo>
                    <a:pt x="1880700" y="757899"/>
                  </a:lnTo>
                  <a:lnTo>
                    <a:pt x="1872527" y="760564"/>
                  </a:lnTo>
                  <a:lnTo>
                    <a:pt x="1863485" y="763514"/>
                  </a:lnTo>
                  <a:lnTo>
                    <a:pt x="1861572" y="764138"/>
                  </a:lnTo>
                  <a:lnTo>
                    <a:pt x="1860876" y="764365"/>
                  </a:lnTo>
                  <a:lnTo>
                    <a:pt x="1856007" y="765954"/>
                  </a:lnTo>
                  <a:lnTo>
                    <a:pt x="1850442" y="767771"/>
                  </a:lnTo>
                  <a:lnTo>
                    <a:pt x="1846616" y="769021"/>
                  </a:lnTo>
                  <a:lnTo>
                    <a:pt x="1829401" y="774647"/>
                  </a:lnTo>
                  <a:lnTo>
                    <a:pt x="1827662" y="775216"/>
                  </a:lnTo>
                  <a:lnTo>
                    <a:pt x="1823662" y="776524"/>
                  </a:lnTo>
                  <a:lnTo>
                    <a:pt x="1822271" y="776979"/>
                  </a:lnTo>
                  <a:lnTo>
                    <a:pt x="1806968" y="781987"/>
                  </a:lnTo>
                  <a:lnTo>
                    <a:pt x="1796360" y="785461"/>
                  </a:lnTo>
                  <a:lnTo>
                    <a:pt x="1791839" y="786943"/>
                  </a:lnTo>
                  <a:lnTo>
                    <a:pt x="1789926" y="787570"/>
                  </a:lnTo>
                  <a:lnTo>
                    <a:pt x="1788535" y="788026"/>
                  </a:lnTo>
                  <a:lnTo>
                    <a:pt x="1781231" y="790421"/>
                  </a:lnTo>
                  <a:lnTo>
                    <a:pt x="1774797" y="792531"/>
                  </a:lnTo>
                  <a:lnTo>
                    <a:pt x="1771667" y="793558"/>
                  </a:lnTo>
                  <a:lnTo>
                    <a:pt x="1766276" y="795327"/>
                  </a:lnTo>
                  <a:lnTo>
                    <a:pt x="1764363" y="795955"/>
                  </a:lnTo>
                  <a:lnTo>
                    <a:pt x="1761581" y="796869"/>
                  </a:lnTo>
                  <a:lnTo>
                    <a:pt x="1758798" y="797782"/>
                  </a:lnTo>
                  <a:lnTo>
                    <a:pt x="1749408" y="800867"/>
                  </a:lnTo>
                  <a:lnTo>
                    <a:pt x="1748712" y="801096"/>
                  </a:lnTo>
                  <a:lnTo>
                    <a:pt x="1746799" y="801724"/>
                  </a:lnTo>
                  <a:lnTo>
                    <a:pt x="1743843" y="802696"/>
                  </a:lnTo>
                  <a:lnTo>
                    <a:pt x="1738974" y="804297"/>
                  </a:lnTo>
                  <a:lnTo>
                    <a:pt x="1737931" y="804640"/>
                  </a:lnTo>
                  <a:lnTo>
                    <a:pt x="1737235" y="804869"/>
                  </a:lnTo>
                  <a:lnTo>
                    <a:pt x="1733235" y="806184"/>
                  </a:lnTo>
                  <a:lnTo>
                    <a:pt x="1729410" y="807442"/>
                  </a:lnTo>
                  <a:lnTo>
                    <a:pt x="1723323" y="809445"/>
                  </a:lnTo>
                  <a:lnTo>
                    <a:pt x="1718976" y="810876"/>
                  </a:lnTo>
                  <a:lnTo>
                    <a:pt x="1718106" y="811163"/>
                  </a:lnTo>
                  <a:lnTo>
                    <a:pt x="1716541" y="811678"/>
                  </a:lnTo>
                  <a:lnTo>
                    <a:pt x="1713933" y="812537"/>
                  </a:lnTo>
                  <a:lnTo>
                    <a:pt x="1707151" y="814771"/>
                  </a:lnTo>
                  <a:lnTo>
                    <a:pt x="1706803" y="814885"/>
                  </a:lnTo>
                  <a:lnTo>
                    <a:pt x="1698630" y="817579"/>
                  </a:lnTo>
                  <a:lnTo>
                    <a:pt x="1689587" y="820561"/>
                  </a:lnTo>
                  <a:lnTo>
                    <a:pt x="1687674" y="821192"/>
                  </a:lnTo>
                  <a:lnTo>
                    <a:pt x="1686979" y="821421"/>
                  </a:lnTo>
                  <a:lnTo>
                    <a:pt x="1682110" y="823028"/>
                  </a:lnTo>
                  <a:lnTo>
                    <a:pt x="1676545" y="824864"/>
                  </a:lnTo>
                  <a:lnTo>
                    <a:pt x="1672719" y="826127"/>
                  </a:lnTo>
                  <a:lnTo>
                    <a:pt x="1659851" y="830378"/>
                  </a:lnTo>
                  <a:lnTo>
                    <a:pt x="1655503" y="831815"/>
                  </a:lnTo>
                  <a:lnTo>
                    <a:pt x="1653764" y="832390"/>
                  </a:lnTo>
                  <a:lnTo>
                    <a:pt x="1649765" y="833712"/>
                  </a:lnTo>
                  <a:lnTo>
                    <a:pt x="1648373" y="834172"/>
                  </a:lnTo>
                  <a:lnTo>
                    <a:pt x="1633070" y="839236"/>
                  </a:lnTo>
                  <a:lnTo>
                    <a:pt x="1622463" y="842749"/>
                  </a:lnTo>
                  <a:lnTo>
                    <a:pt x="1617941" y="844247"/>
                  </a:lnTo>
                  <a:lnTo>
                    <a:pt x="1616028" y="844881"/>
                  </a:lnTo>
                  <a:lnTo>
                    <a:pt x="1614637" y="845342"/>
                  </a:lnTo>
                  <a:lnTo>
                    <a:pt x="1607334" y="847763"/>
                  </a:lnTo>
                  <a:lnTo>
                    <a:pt x="1600899" y="849897"/>
                  </a:lnTo>
                  <a:lnTo>
                    <a:pt x="1597769" y="850935"/>
                  </a:lnTo>
                  <a:lnTo>
                    <a:pt x="1592378" y="852724"/>
                  </a:lnTo>
                  <a:lnTo>
                    <a:pt x="1590466" y="853359"/>
                  </a:lnTo>
                  <a:lnTo>
                    <a:pt x="1587683" y="854283"/>
                  </a:lnTo>
                  <a:lnTo>
                    <a:pt x="1584901" y="855207"/>
                  </a:lnTo>
                  <a:lnTo>
                    <a:pt x="1575510" y="858326"/>
                  </a:lnTo>
                  <a:lnTo>
                    <a:pt x="1574815" y="858557"/>
                  </a:lnTo>
                  <a:lnTo>
                    <a:pt x="1572902" y="859193"/>
                  </a:lnTo>
                  <a:lnTo>
                    <a:pt x="1569946" y="860176"/>
                  </a:lnTo>
                  <a:lnTo>
                    <a:pt x="1565077" y="861795"/>
                  </a:lnTo>
                  <a:lnTo>
                    <a:pt x="1564033" y="862142"/>
                  </a:lnTo>
                  <a:lnTo>
                    <a:pt x="1563338" y="862373"/>
                  </a:lnTo>
                  <a:lnTo>
                    <a:pt x="1559338" y="863703"/>
                  </a:lnTo>
                  <a:lnTo>
                    <a:pt x="1555512" y="864976"/>
                  </a:lnTo>
                  <a:lnTo>
                    <a:pt x="1549426" y="867001"/>
                  </a:lnTo>
                  <a:lnTo>
                    <a:pt x="1545078" y="868449"/>
                  </a:lnTo>
                  <a:lnTo>
                    <a:pt x="1544209" y="868738"/>
                  </a:lnTo>
                  <a:lnTo>
                    <a:pt x="1542644" y="869259"/>
                  </a:lnTo>
                  <a:lnTo>
                    <a:pt x="1540035" y="870128"/>
                  </a:lnTo>
                  <a:lnTo>
                    <a:pt x="1533253" y="872388"/>
                  </a:lnTo>
                  <a:lnTo>
                    <a:pt x="1532905" y="872503"/>
                  </a:lnTo>
                  <a:lnTo>
                    <a:pt x="1524732" y="875228"/>
                  </a:lnTo>
                  <a:lnTo>
                    <a:pt x="1515690" y="878244"/>
                  </a:lnTo>
                  <a:lnTo>
                    <a:pt x="1513777" y="878882"/>
                  </a:lnTo>
                  <a:lnTo>
                    <a:pt x="1513081" y="879114"/>
                  </a:lnTo>
                  <a:lnTo>
                    <a:pt x="1508212" y="880739"/>
                  </a:lnTo>
                  <a:lnTo>
                    <a:pt x="1502647" y="882596"/>
                  </a:lnTo>
                  <a:lnTo>
                    <a:pt x="1498822" y="883874"/>
                  </a:lnTo>
                  <a:lnTo>
                    <a:pt x="1485953" y="888174"/>
                  </a:lnTo>
                  <a:lnTo>
                    <a:pt x="1481606" y="889627"/>
                  </a:lnTo>
                  <a:lnTo>
                    <a:pt x="1479867" y="890209"/>
                  </a:lnTo>
                  <a:lnTo>
                    <a:pt x="1475867" y="891546"/>
                  </a:lnTo>
                  <a:lnTo>
                    <a:pt x="1474476" y="892012"/>
                  </a:lnTo>
                  <a:lnTo>
                    <a:pt x="1459173" y="897134"/>
                  </a:lnTo>
                  <a:lnTo>
                    <a:pt x="1448565" y="900687"/>
                  </a:lnTo>
                  <a:lnTo>
                    <a:pt x="1444044" y="902203"/>
                  </a:lnTo>
                  <a:lnTo>
                    <a:pt x="1442131" y="902844"/>
                  </a:lnTo>
                  <a:lnTo>
                    <a:pt x="1440740" y="903310"/>
                  </a:lnTo>
                  <a:lnTo>
                    <a:pt x="1433436" y="905760"/>
                  </a:lnTo>
                  <a:lnTo>
                    <a:pt x="1427002" y="907919"/>
                  </a:lnTo>
                  <a:lnTo>
                    <a:pt x="1423872" y="908969"/>
                  </a:lnTo>
                  <a:lnTo>
                    <a:pt x="1418481" y="910779"/>
                  </a:lnTo>
                  <a:lnTo>
                    <a:pt x="1416568" y="911422"/>
                  </a:lnTo>
                  <a:lnTo>
                    <a:pt x="1413786" y="912356"/>
                  </a:lnTo>
                  <a:lnTo>
                    <a:pt x="1411003" y="913291"/>
                  </a:lnTo>
                  <a:lnTo>
                    <a:pt x="1401613" y="916447"/>
                  </a:lnTo>
                  <a:lnTo>
                    <a:pt x="1400917" y="916680"/>
                  </a:lnTo>
                  <a:lnTo>
                    <a:pt x="1399004" y="917324"/>
                  </a:lnTo>
                  <a:lnTo>
                    <a:pt x="1396048" y="918318"/>
                  </a:lnTo>
                  <a:lnTo>
                    <a:pt x="1391179" y="919955"/>
                  </a:lnTo>
                  <a:lnTo>
                    <a:pt x="1390136" y="920306"/>
                  </a:lnTo>
                  <a:lnTo>
                    <a:pt x="1389440" y="920540"/>
                  </a:lnTo>
                  <a:lnTo>
                    <a:pt x="1385440" y="921886"/>
                  </a:lnTo>
                  <a:lnTo>
                    <a:pt x="1381615" y="923174"/>
                  </a:lnTo>
                  <a:lnTo>
                    <a:pt x="1375528" y="925223"/>
                  </a:lnTo>
                  <a:lnTo>
                    <a:pt x="1371181" y="926688"/>
                  </a:lnTo>
                  <a:lnTo>
                    <a:pt x="1370311" y="926981"/>
                  </a:lnTo>
                  <a:lnTo>
                    <a:pt x="1368746" y="927508"/>
                  </a:lnTo>
                  <a:lnTo>
                    <a:pt x="1366138" y="928387"/>
                  </a:lnTo>
                  <a:lnTo>
                    <a:pt x="1359356" y="930673"/>
                  </a:lnTo>
                  <a:lnTo>
                    <a:pt x="1359008" y="930790"/>
                  </a:lnTo>
                  <a:lnTo>
                    <a:pt x="1350835" y="933546"/>
                  </a:lnTo>
                  <a:lnTo>
                    <a:pt x="1341792" y="936598"/>
                  </a:lnTo>
                  <a:lnTo>
                    <a:pt x="1339879" y="937243"/>
                  </a:lnTo>
                  <a:lnTo>
                    <a:pt x="1339184" y="937478"/>
                  </a:lnTo>
                  <a:lnTo>
                    <a:pt x="1334315" y="939122"/>
                  </a:lnTo>
                  <a:lnTo>
                    <a:pt x="1328750" y="941002"/>
                  </a:lnTo>
                  <a:lnTo>
                    <a:pt x="1324924" y="942294"/>
                  </a:lnTo>
                  <a:lnTo>
                    <a:pt x="1312056" y="946645"/>
                  </a:lnTo>
                  <a:lnTo>
                    <a:pt x="1307708" y="948115"/>
                  </a:lnTo>
                  <a:lnTo>
                    <a:pt x="1305969" y="948704"/>
                  </a:lnTo>
                  <a:lnTo>
                    <a:pt x="1301970" y="950057"/>
                  </a:lnTo>
                  <a:lnTo>
                    <a:pt x="1300579" y="950528"/>
                  </a:lnTo>
                  <a:lnTo>
                    <a:pt x="1285276" y="955710"/>
                  </a:lnTo>
                  <a:lnTo>
                    <a:pt x="1274668" y="959306"/>
                  </a:lnTo>
                  <a:lnTo>
                    <a:pt x="1270146" y="960839"/>
                  </a:lnTo>
                  <a:lnTo>
                    <a:pt x="1268234" y="961488"/>
                  </a:lnTo>
                  <a:lnTo>
                    <a:pt x="1266842" y="961960"/>
                  </a:lnTo>
                  <a:lnTo>
                    <a:pt x="1259539" y="964438"/>
                  </a:lnTo>
                  <a:lnTo>
                    <a:pt x="1253105" y="966622"/>
                  </a:lnTo>
                  <a:lnTo>
                    <a:pt x="1249974" y="967685"/>
                  </a:lnTo>
                  <a:lnTo>
                    <a:pt x="1244584" y="969517"/>
                  </a:lnTo>
                  <a:lnTo>
                    <a:pt x="1242671" y="970167"/>
                  </a:lnTo>
                  <a:lnTo>
                    <a:pt x="1239888" y="971112"/>
                  </a:lnTo>
                  <a:lnTo>
                    <a:pt x="1237106" y="972058"/>
                  </a:lnTo>
                  <a:lnTo>
                    <a:pt x="1227715" y="975251"/>
                  </a:lnTo>
                  <a:lnTo>
                    <a:pt x="1227020" y="975487"/>
                  </a:lnTo>
                  <a:lnTo>
                    <a:pt x="1225107" y="976138"/>
                  </a:lnTo>
                  <a:lnTo>
                    <a:pt x="1222151" y="977144"/>
                  </a:lnTo>
                  <a:lnTo>
                    <a:pt x="1217282" y="978801"/>
                  </a:lnTo>
                  <a:lnTo>
                    <a:pt x="1216238" y="979156"/>
                  </a:lnTo>
                  <a:lnTo>
                    <a:pt x="1215543" y="979393"/>
                  </a:lnTo>
                  <a:lnTo>
                    <a:pt x="1211543" y="980755"/>
                  </a:lnTo>
                  <a:lnTo>
                    <a:pt x="1207717" y="982057"/>
                  </a:lnTo>
                  <a:lnTo>
                    <a:pt x="1201631" y="984131"/>
                  </a:lnTo>
                  <a:lnTo>
                    <a:pt x="1197283" y="985612"/>
                  </a:lnTo>
                  <a:lnTo>
                    <a:pt x="1196414" y="985909"/>
                  </a:lnTo>
                  <a:lnTo>
                    <a:pt x="1194849" y="986442"/>
                  </a:lnTo>
                  <a:lnTo>
                    <a:pt x="1192240" y="987331"/>
                  </a:lnTo>
                  <a:lnTo>
                    <a:pt x="1185458" y="989644"/>
                  </a:lnTo>
                  <a:lnTo>
                    <a:pt x="1185111" y="989763"/>
                  </a:lnTo>
                  <a:lnTo>
                    <a:pt x="1176937" y="992551"/>
                  </a:lnTo>
                  <a:lnTo>
                    <a:pt x="1167895" y="995639"/>
                  </a:lnTo>
                  <a:lnTo>
                    <a:pt x="1165982" y="996292"/>
                  </a:lnTo>
                  <a:lnTo>
                    <a:pt x="1165286" y="996529"/>
                  </a:lnTo>
                  <a:lnTo>
                    <a:pt x="1160417" y="998193"/>
                  </a:lnTo>
                  <a:lnTo>
                    <a:pt x="1154852" y="1000094"/>
                  </a:lnTo>
                  <a:lnTo>
                    <a:pt x="1151027" y="1001402"/>
                  </a:lnTo>
                  <a:lnTo>
                    <a:pt x="1138158" y="1005803"/>
                  </a:lnTo>
                  <a:lnTo>
                    <a:pt x="1133811" y="1007291"/>
                  </a:lnTo>
                  <a:lnTo>
                    <a:pt x="1132072" y="1007886"/>
                  </a:lnTo>
                  <a:lnTo>
                    <a:pt x="1128072" y="1009255"/>
                  </a:lnTo>
                  <a:lnTo>
                    <a:pt x="1126681" y="1009732"/>
                  </a:lnTo>
                  <a:lnTo>
                    <a:pt x="1111378" y="1014974"/>
                  </a:lnTo>
                  <a:lnTo>
                    <a:pt x="1100770" y="1018611"/>
                  </a:lnTo>
                  <a:lnTo>
                    <a:pt x="1096249" y="1020162"/>
                  </a:lnTo>
                  <a:lnTo>
                    <a:pt x="1094336" y="1020819"/>
                  </a:lnTo>
                  <a:lnTo>
                    <a:pt x="1092945" y="1021296"/>
                  </a:lnTo>
                  <a:lnTo>
                    <a:pt x="1085641" y="1023803"/>
                  </a:lnTo>
                  <a:lnTo>
                    <a:pt x="1079207" y="1026013"/>
                  </a:lnTo>
                  <a:lnTo>
                    <a:pt x="1076077" y="1027088"/>
                  </a:lnTo>
                  <a:lnTo>
                    <a:pt x="1070686" y="1028940"/>
                  </a:lnTo>
                  <a:lnTo>
                    <a:pt x="1068773" y="1029598"/>
                  </a:lnTo>
                  <a:lnTo>
                    <a:pt x="1065991" y="1030554"/>
                  </a:lnTo>
                  <a:lnTo>
                    <a:pt x="1063208" y="1031511"/>
                  </a:lnTo>
                  <a:lnTo>
                    <a:pt x="1053818" y="1034740"/>
                  </a:lnTo>
                  <a:lnTo>
                    <a:pt x="1053122" y="1034980"/>
                  </a:lnTo>
                  <a:lnTo>
                    <a:pt x="1051210" y="1035638"/>
                  </a:lnTo>
                  <a:lnTo>
                    <a:pt x="1048253" y="1036655"/>
                  </a:lnTo>
                  <a:lnTo>
                    <a:pt x="1043384" y="1038331"/>
                  </a:lnTo>
                  <a:lnTo>
                    <a:pt x="1042341" y="1038690"/>
                  </a:lnTo>
                  <a:lnTo>
                    <a:pt x="1041645" y="1038930"/>
                  </a:lnTo>
                  <a:lnTo>
                    <a:pt x="1037646" y="1040307"/>
                  </a:lnTo>
                  <a:lnTo>
                    <a:pt x="1033820" y="1041625"/>
                  </a:lnTo>
                  <a:lnTo>
                    <a:pt x="1027733" y="1043722"/>
                  </a:lnTo>
                  <a:lnTo>
                    <a:pt x="1023386" y="1045220"/>
                  </a:lnTo>
                  <a:lnTo>
                    <a:pt x="1022516" y="1045520"/>
                  </a:lnTo>
                  <a:lnTo>
                    <a:pt x="1020951" y="1046059"/>
                  </a:lnTo>
                  <a:lnTo>
                    <a:pt x="1018343" y="1046959"/>
                  </a:lnTo>
                  <a:lnTo>
                    <a:pt x="1011561" y="1049298"/>
                  </a:lnTo>
                  <a:lnTo>
                    <a:pt x="1011213" y="1049418"/>
                  </a:lnTo>
                  <a:lnTo>
                    <a:pt x="1003040" y="1052238"/>
                  </a:lnTo>
                  <a:lnTo>
                    <a:pt x="993997" y="1055360"/>
                  </a:lnTo>
                  <a:lnTo>
                    <a:pt x="992084" y="1056021"/>
                  </a:lnTo>
                  <a:lnTo>
                    <a:pt x="991389" y="1056261"/>
                  </a:lnTo>
                  <a:lnTo>
                    <a:pt x="986520" y="1057943"/>
                  </a:lnTo>
                  <a:lnTo>
                    <a:pt x="980955" y="1059866"/>
                  </a:lnTo>
                  <a:lnTo>
                    <a:pt x="977129" y="1061188"/>
                  </a:lnTo>
                  <a:lnTo>
                    <a:pt x="964261" y="1065639"/>
                  </a:lnTo>
                  <a:lnTo>
                    <a:pt x="959913" y="1067143"/>
                  </a:lnTo>
                  <a:lnTo>
                    <a:pt x="958174" y="1067745"/>
                  </a:lnTo>
                  <a:lnTo>
                    <a:pt x="954175" y="1069129"/>
                  </a:lnTo>
                  <a:lnTo>
                    <a:pt x="952784" y="1069611"/>
                  </a:lnTo>
                  <a:lnTo>
                    <a:pt x="937481" y="1074912"/>
                  </a:lnTo>
                  <a:lnTo>
                    <a:pt x="926873" y="1078589"/>
                  </a:lnTo>
                  <a:lnTo>
                    <a:pt x="922352" y="1080157"/>
                  </a:lnTo>
                  <a:lnTo>
                    <a:pt x="920439" y="1080821"/>
                  </a:lnTo>
                  <a:lnTo>
                    <a:pt x="919048" y="1081304"/>
                  </a:lnTo>
                  <a:lnTo>
                    <a:pt x="911744" y="1083838"/>
                  </a:lnTo>
                  <a:lnTo>
                    <a:pt x="905310" y="1086072"/>
                  </a:lnTo>
                  <a:lnTo>
                    <a:pt x="902179" y="1087159"/>
                  </a:lnTo>
                  <a:lnTo>
                    <a:pt x="896789" y="1089031"/>
                  </a:lnTo>
                  <a:lnTo>
                    <a:pt x="894876" y="1089696"/>
                  </a:lnTo>
                  <a:lnTo>
                    <a:pt x="892093" y="1090663"/>
                  </a:lnTo>
                  <a:lnTo>
                    <a:pt x="889311" y="1091630"/>
                  </a:lnTo>
                  <a:lnTo>
                    <a:pt x="879921" y="1094894"/>
                  </a:lnTo>
                  <a:lnTo>
                    <a:pt x="879225" y="1095136"/>
                  </a:lnTo>
                  <a:lnTo>
                    <a:pt x="874356" y="1096830"/>
                  </a:lnTo>
                  <a:lnTo>
                    <a:pt x="869487" y="1098524"/>
                  </a:lnTo>
                  <a:lnTo>
                    <a:pt x="868443" y="1098887"/>
                  </a:lnTo>
                  <a:lnTo>
                    <a:pt x="867748" y="1099129"/>
                  </a:lnTo>
                  <a:lnTo>
                    <a:pt x="863748" y="1100521"/>
                  </a:lnTo>
                  <a:lnTo>
                    <a:pt x="859922" y="1101853"/>
                  </a:lnTo>
                  <a:lnTo>
                    <a:pt x="853836" y="1103972"/>
                  </a:lnTo>
                  <a:lnTo>
                    <a:pt x="849489" y="1105487"/>
                  </a:lnTo>
                  <a:lnTo>
                    <a:pt x="848619" y="1105790"/>
                  </a:lnTo>
                  <a:lnTo>
                    <a:pt x="847054" y="1106335"/>
                  </a:lnTo>
                  <a:lnTo>
                    <a:pt x="844446" y="1107244"/>
                  </a:lnTo>
                  <a:lnTo>
                    <a:pt x="837664" y="1109608"/>
                  </a:lnTo>
                  <a:lnTo>
                    <a:pt x="837316" y="1109729"/>
                  </a:lnTo>
                  <a:lnTo>
                    <a:pt x="829143" y="1112579"/>
                  </a:lnTo>
                  <a:lnTo>
                    <a:pt x="820100" y="1115734"/>
                  </a:lnTo>
                  <a:lnTo>
                    <a:pt x="818187" y="1116402"/>
                  </a:lnTo>
                  <a:lnTo>
                    <a:pt x="817491" y="1116645"/>
                  </a:lnTo>
                  <a:lnTo>
                    <a:pt x="812622" y="1118344"/>
                  </a:lnTo>
                  <a:lnTo>
                    <a:pt x="807058" y="1120287"/>
                  </a:lnTo>
                  <a:lnTo>
                    <a:pt x="803232" y="1121624"/>
                  </a:lnTo>
                  <a:lnTo>
                    <a:pt x="790363" y="1126120"/>
                  </a:lnTo>
                  <a:lnTo>
                    <a:pt x="786016" y="1127640"/>
                  </a:lnTo>
                  <a:lnTo>
                    <a:pt x="784277" y="1128248"/>
                  </a:lnTo>
                  <a:lnTo>
                    <a:pt x="780277" y="1129647"/>
                  </a:lnTo>
                  <a:lnTo>
                    <a:pt x="778886" y="1130134"/>
                  </a:lnTo>
                  <a:lnTo>
                    <a:pt x="763583" y="1135489"/>
                  </a:lnTo>
                  <a:lnTo>
                    <a:pt x="752975" y="1139204"/>
                  </a:lnTo>
                  <a:lnTo>
                    <a:pt x="748454" y="1140788"/>
                  </a:lnTo>
                  <a:lnTo>
                    <a:pt x="746541" y="1141458"/>
                  </a:lnTo>
                  <a:lnTo>
                    <a:pt x="745150" y="1141946"/>
                  </a:lnTo>
                  <a:lnTo>
                    <a:pt x="737846" y="1144506"/>
                  </a:lnTo>
                  <a:lnTo>
                    <a:pt x="731412" y="1146762"/>
                  </a:lnTo>
                  <a:lnTo>
                    <a:pt x="728282" y="1147860"/>
                  </a:lnTo>
                  <a:lnTo>
                    <a:pt x="722891" y="1149752"/>
                  </a:lnTo>
                  <a:lnTo>
                    <a:pt x="720978" y="1150423"/>
                  </a:lnTo>
                  <a:lnTo>
                    <a:pt x="718196" y="1151399"/>
                  </a:lnTo>
                  <a:lnTo>
                    <a:pt x="715414" y="1152376"/>
                  </a:lnTo>
                  <a:lnTo>
                    <a:pt x="706023" y="1155673"/>
                  </a:lnTo>
                  <a:lnTo>
                    <a:pt x="705328" y="1155917"/>
                  </a:lnTo>
                  <a:lnTo>
                    <a:pt x="703415" y="1156589"/>
                  </a:lnTo>
                  <a:lnTo>
                    <a:pt x="700458" y="1157628"/>
                  </a:lnTo>
                  <a:lnTo>
                    <a:pt x="695589" y="1159339"/>
                  </a:lnTo>
                  <a:lnTo>
                    <a:pt x="694546" y="1159705"/>
                  </a:lnTo>
                  <a:lnTo>
                    <a:pt x="693850" y="1159950"/>
                  </a:lnTo>
                  <a:lnTo>
                    <a:pt x="689851" y="1161355"/>
                  </a:lnTo>
                  <a:lnTo>
                    <a:pt x="686025" y="1162700"/>
                  </a:lnTo>
                  <a:lnTo>
                    <a:pt x="679939" y="1164841"/>
                  </a:lnTo>
                  <a:lnTo>
                    <a:pt x="675591" y="1166370"/>
                  </a:lnTo>
                  <a:lnTo>
                    <a:pt x="674722" y="1166676"/>
                  </a:lnTo>
                  <a:lnTo>
                    <a:pt x="673157" y="1167226"/>
                  </a:lnTo>
                  <a:lnTo>
                    <a:pt x="670548" y="1168144"/>
                  </a:lnTo>
                  <a:lnTo>
                    <a:pt x="663766" y="1170531"/>
                  </a:lnTo>
                  <a:lnTo>
                    <a:pt x="663418" y="1170653"/>
                  </a:lnTo>
                  <a:lnTo>
                    <a:pt x="655245" y="1173531"/>
                  </a:lnTo>
                  <a:lnTo>
                    <a:pt x="646202" y="1176716"/>
                  </a:lnTo>
                  <a:lnTo>
                    <a:pt x="644290" y="1177390"/>
                  </a:lnTo>
                  <a:lnTo>
                    <a:pt x="643594" y="1177635"/>
                  </a:lnTo>
                  <a:lnTo>
                    <a:pt x="638725" y="1179351"/>
                  </a:lnTo>
                  <a:lnTo>
                    <a:pt x="633160" y="1181313"/>
                  </a:lnTo>
                  <a:lnTo>
                    <a:pt x="629334" y="1182662"/>
                  </a:lnTo>
                  <a:lnTo>
                    <a:pt x="616466" y="1187201"/>
                  </a:lnTo>
                  <a:lnTo>
                    <a:pt x="612119" y="1188735"/>
                  </a:lnTo>
                  <a:lnTo>
                    <a:pt x="610380" y="1189349"/>
                  </a:lnTo>
                  <a:lnTo>
                    <a:pt x="606380" y="1190761"/>
                  </a:lnTo>
                  <a:lnTo>
                    <a:pt x="604989" y="1191252"/>
                  </a:lnTo>
                  <a:lnTo>
                    <a:pt x="589686" y="1196657"/>
                  </a:lnTo>
                  <a:lnTo>
                    <a:pt x="579078" y="1200406"/>
                  </a:lnTo>
                  <a:lnTo>
                    <a:pt x="574557" y="1202005"/>
                  </a:lnTo>
                  <a:lnTo>
                    <a:pt x="572644" y="1202681"/>
                  </a:lnTo>
                  <a:lnTo>
                    <a:pt x="571253" y="1203173"/>
                  </a:lnTo>
                  <a:lnTo>
                    <a:pt x="563949" y="1205757"/>
                  </a:lnTo>
                  <a:lnTo>
                    <a:pt x="557515" y="1208033"/>
                  </a:lnTo>
                  <a:lnTo>
                    <a:pt x="554385" y="1209141"/>
                  </a:lnTo>
                  <a:lnTo>
                    <a:pt x="548994" y="1211049"/>
                  </a:lnTo>
                  <a:lnTo>
                    <a:pt x="547081" y="1211727"/>
                  </a:lnTo>
                  <a:lnTo>
                    <a:pt x="544299" y="1212712"/>
                  </a:lnTo>
                  <a:lnTo>
                    <a:pt x="541516" y="1213697"/>
                  </a:lnTo>
                  <a:lnTo>
                    <a:pt x="532126" y="1217024"/>
                  </a:lnTo>
                  <a:lnTo>
                    <a:pt x="531430" y="1217270"/>
                  </a:lnTo>
                  <a:lnTo>
                    <a:pt x="529517" y="1217948"/>
                  </a:lnTo>
                  <a:lnTo>
                    <a:pt x="526561" y="1218996"/>
                  </a:lnTo>
                  <a:lnTo>
                    <a:pt x="521692" y="1220722"/>
                  </a:lnTo>
                  <a:lnTo>
                    <a:pt x="520648" y="1221092"/>
                  </a:lnTo>
                  <a:lnTo>
                    <a:pt x="519953" y="1221338"/>
                  </a:lnTo>
                  <a:lnTo>
                    <a:pt x="515953" y="1222756"/>
                  </a:lnTo>
                  <a:lnTo>
                    <a:pt x="512127" y="1224113"/>
                  </a:lnTo>
                  <a:lnTo>
                    <a:pt x="506041" y="1226272"/>
                  </a:lnTo>
                  <a:lnTo>
                    <a:pt x="501694" y="1227815"/>
                  </a:lnTo>
                  <a:lnTo>
                    <a:pt x="500824" y="1228123"/>
                  </a:lnTo>
                  <a:lnTo>
                    <a:pt x="499259" y="1228678"/>
                  </a:lnTo>
                  <a:lnTo>
                    <a:pt x="496651" y="1229604"/>
                  </a:lnTo>
                  <a:lnTo>
                    <a:pt x="489869" y="1232012"/>
                  </a:lnTo>
                  <a:lnTo>
                    <a:pt x="489521" y="1232135"/>
                  </a:lnTo>
                  <a:lnTo>
                    <a:pt x="481348" y="1235037"/>
                  </a:lnTo>
                  <a:lnTo>
                    <a:pt x="472305" y="1238250"/>
                  </a:lnTo>
                  <a:lnTo>
                    <a:pt x="470392" y="1238930"/>
                  </a:lnTo>
                  <a:lnTo>
                    <a:pt x="469697" y="1239177"/>
                  </a:lnTo>
                  <a:lnTo>
                    <a:pt x="464827" y="1240907"/>
                  </a:lnTo>
                  <a:lnTo>
                    <a:pt x="459263" y="1242885"/>
                  </a:lnTo>
                  <a:lnTo>
                    <a:pt x="455437" y="1244246"/>
                  </a:lnTo>
                  <a:lnTo>
                    <a:pt x="442569" y="1248823"/>
                  </a:lnTo>
                  <a:lnTo>
                    <a:pt x="438221" y="1250370"/>
                  </a:lnTo>
                  <a:lnTo>
                    <a:pt x="436482" y="1250989"/>
                  </a:lnTo>
                  <a:lnTo>
                    <a:pt x="432482" y="1252412"/>
                  </a:lnTo>
                  <a:lnTo>
                    <a:pt x="431091" y="1252908"/>
                  </a:lnTo>
                  <a:lnTo>
                    <a:pt x="415788" y="1258357"/>
                  </a:lnTo>
                  <a:lnTo>
                    <a:pt x="405181" y="1262136"/>
                  </a:lnTo>
                  <a:lnTo>
                    <a:pt x="400659" y="1263748"/>
                  </a:lnTo>
                  <a:lnTo>
                    <a:pt x="398746" y="1264430"/>
                  </a:lnTo>
                  <a:lnTo>
                    <a:pt x="397355" y="1264926"/>
                  </a:lnTo>
                  <a:lnTo>
                    <a:pt x="390051" y="1267530"/>
                  </a:lnTo>
                  <a:lnTo>
                    <a:pt x="383617" y="1269825"/>
                  </a:lnTo>
                  <a:lnTo>
                    <a:pt x="380487" y="1270941"/>
                  </a:lnTo>
                  <a:lnTo>
                    <a:pt x="375096" y="1272865"/>
                  </a:lnTo>
                  <a:lnTo>
                    <a:pt x="373183" y="1273547"/>
                  </a:lnTo>
                  <a:lnTo>
                    <a:pt x="370401" y="1274540"/>
                  </a:lnTo>
                  <a:lnTo>
                    <a:pt x="367619" y="1275534"/>
                  </a:lnTo>
                  <a:lnTo>
                    <a:pt x="358228" y="1278886"/>
                  </a:lnTo>
                  <a:lnTo>
                    <a:pt x="357533" y="1279135"/>
                  </a:lnTo>
                  <a:lnTo>
                    <a:pt x="355620" y="1279818"/>
                  </a:lnTo>
                  <a:lnTo>
                    <a:pt x="352664" y="1280874"/>
                  </a:lnTo>
                  <a:lnTo>
                    <a:pt x="347794" y="1282613"/>
                  </a:lnTo>
                  <a:lnTo>
                    <a:pt x="346751" y="1282986"/>
                  </a:lnTo>
                  <a:lnTo>
                    <a:pt x="346055" y="1283234"/>
                  </a:lnTo>
                  <a:lnTo>
                    <a:pt x="342056" y="1284663"/>
                  </a:lnTo>
                  <a:lnTo>
                    <a:pt x="338230" y="1286030"/>
                  </a:lnTo>
                  <a:lnTo>
                    <a:pt x="332144" y="1288206"/>
                  </a:lnTo>
                  <a:lnTo>
                    <a:pt x="327796" y="1289760"/>
                  </a:lnTo>
                  <a:lnTo>
                    <a:pt x="326927" y="1290071"/>
                  </a:lnTo>
                  <a:lnTo>
                    <a:pt x="325362" y="1290631"/>
                  </a:lnTo>
                  <a:lnTo>
                    <a:pt x="322753" y="1291563"/>
                  </a:lnTo>
                  <a:lnTo>
                    <a:pt x="315971" y="1293989"/>
                  </a:lnTo>
                  <a:lnTo>
                    <a:pt x="315623" y="1294113"/>
                  </a:lnTo>
                  <a:lnTo>
                    <a:pt x="307450" y="1297038"/>
                  </a:lnTo>
                  <a:lnTo>
                    <a:pt x="298408" y="1300274"/>
                  </a:lnTo>
                  <a:lnTo>
                    <a:pt x="296495" y="1300959"/>
                  </a:lnTo>
                  <a:lnTo>
                    <a:pt x="290930" y="1302951"/>
                  </a:lnTo>
                  <a:lnTo>
                    <a:pt x="285365" y="1304944"/>
                  </a:lnTo>
                  <a:lnTo>
                    <a:pt x="268671" y="1310925"/>
                  </a:lnTo>
                  <a:lnTo>
                    <a:pt x="257194" y="1315039"/>
                  </a:lnTo>
                  <a:lnTo>
                    <a:pt x="241891" y="1320527"/>
                  </a:lnTo>
                  <a:lnTo>
                    <a:pt x="224849" y="1326643"/>
                  </a:lnTo>
                  <a:lnTo>
                    <a:pt x="223458" y="1327142"/>
                  </a:lnTo>
                  <a:lnTo>
                    <a:pt x="206590" y="1333200"/>
                  </a:lnTo>
                  <a:lnTo>
                    <a:pt x="201199" y="1335136"/>
                  </a:lnTo>
                  <a:lnTo>
                    <a:pt x="199286" y="1335824"/>
                  </a:lnTo>
                  <a:lnTo>
                    <a:pt x="172854" y="1345326"/>
                  </a:lnTo>
                  <a:lnTo>
                    <a:pt x="168158" y="1347014"/>
                  </a:lnTo>
                  <a:lnTo>
                    <a:pt x="164333" y="1348391"/>
                  </a:lnTo>
                  <a:lnTo>
                    <a:pt x="148856" y="1353960"/>
                  </a:lnTo>
                  <a:lnTo>
                    <a:pt x="142074" y="1356402"/>
                  </a:lnTo>
                  <a:lnTo>
                    <a:pt x="133553" y="1359470"/>
                  </a:lnTo>
                  <a:lnTo>
                    <a:pt x="117032" y="1365421"/>
                  </a:lnTo>
                  <a:lnTo>
                    <a:pt x="25389" y="1398495"/>
                  </a:lnTo>
                  <a:lnTo>
                    <a:pt x="0" y="140767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" name="pg12"/>
            <p:cNvSpPr/>
            <p:nvPr/>
          </p:nvSpPr>
          <p:spPr>
            <a:xfrm>
              <a:off x="3338030" y="3106207"/>
              <a:ext cx="4307091" cy="1741373"/>
            </a:xfrm>
            <a:custGeom>
              <a:avLst/>
              <a:pathLst>
                <a:path w="4307091" h="1741373">
                  <a:moveTo>
                    <a:pt x="0" y="1575221"/>
                  </a:moveTo>
                  <a:lnTo>
                    <a:pt x="25389" y="1566817"/>
                  </a:lnTo>
                  <a:lnTo>
                    <a:pt x="117032" y="1536426"/>
                  </a:lnTo>
                  <a:lnTo>
                    <a:pt x="133553" y="1530938"/>
                  </a:lnTo>
                  <a:lnTo>
                    <a:pt x="142074" y="1528106"/>
                  </a:lnTo>
                  <a:lnTo>
                    <a:pt x="148856" y="1525852"/>
                  </a:lnTo>
                  <a:lnTo>
                    <a:pt x="164333" y="1520705"/>
                  </a:lnTo>
                  <a:lnTo>
                    <a:pt x="168158" y="1519433"/>
                  </a:lnTo>
                  <a:lnTo>
                    <a:pt x="172854" y="1517870"/>
                  </a:lnTo>
                  <a:lnTo>
                    <a:pt x="199286" y="1509072"/>
                  </a:lnTo>
                  <a:lnTo>
                    <a:pt x="201199" y="1508435"/>
                  </a:lnTo>
                  <a:lnTo>
                    <a:pt x="206590" y="1506639"/>
                  </a:lnTo>
                  <a:lnTo>
                    <a:pt x="223458" y="1501018"/>
                  </a:lnTo>
                  <a:lnTo>
                    <a:pt x="224849" y="1500555"/>
                  </a:lnTo>
                  <a:lnTo>
                    <a:pt x="241891" y="1494872"/>
                  </a:lnTo>
                  <a:lnTo>
                    <a:pt x="257194" y="1489767"/>
                  </a:lnTo>
                  <a:lnTo>
                    <a:pt x="268671" y="1485936"/>
                  </a:lnTo>
                  <a:lnTo>
                    <a:pt x="285365" y="1480361"/>
                  </a:lnTo>
                  <a:lnTo>
                    <a:pt x="290930" y="1478501"/>
                  </a:lnTo>
                  <a:lnTo>
                    <a:pt x="296495" y="1476642"/>
                  </a:lnTo>
                  <a:lnTo>
                    <a:pt x="298408" y="1476002"/>
                  </a:lnTo>
                  <a:lnTo>
                    <a:pt x="307450" y="1472980"/>
                  </a:lnTo>
                  <a:lnTo>
                    <a:pt x="315623" y="1470246"/>
                  </a:lnTo>
                  <a:lnTo>
                    <a:pt x="315971" y="1470130"/>
                  </a:lnTo>
                  <a:lnTo>
                    <a:pt x="322753" y="1467861"/>
                  </a:lnTo>
                  <a:lnTo>
                    <a:pt x="325362" y="1466989"/>
                  </a:lnTo>
                  <a:lnTo>
                    <a:pt x="326927" y="1466465"/>
                  </a:lnTo>
                  <a:lnTo>
                    <a:pt x="327796" y="1466174"/>
                  </a:lnTo>
                  <a:lnTo>
                    <a:pt x="332144" y="1464719"/>
                  </a:lnTo>
                  <a:lnTo>
                    <a:pt x="338230" y="1462682"/>
                  </a:lnTo>
                  <a:lnTo>
                    <a:pt x="342056" y="1461401"/>
                  </a:lnTo>
                  <a:lnTo>
                    <a:pt x="346055" y="1460062"/>
                  </a:lnTo>
                  <a:lnTo>
                    <a:pt x="346751" y="1459829"/>
                  </a:lnTo>
                  <a:lnTo>
                    <a:pt x="347794" y="1459480"/>
                  </a:lnTo>
                  <a:lnTo>
                    <a:pt x="352664" y="1457849"/>
                  </a:lnTo>
                  <a:lnTo>
                    <a:pt x="355620" y="1456859"/>
                  </a:lnTo>
                  <a:lnTo>
                    <a:pt x="357533" y="1456218"/>
                  </a:lnTo>
                  <a:lnTo>
                    <a:pt x="358228" y="1455985"/>
                  </a:lnTo>
                  <a:lnTo>
                    <a:pt x="367619" y="1452839"/>
                  </a:lnTo>
                  <a:lnTo>
                    <a:pt x="370401" y="1451906"/>
                  </a:lnTo>
                  <a:lnTo>
                    <a:pt x="373183" y="1450973"/>
                  </a:lnTo>
                  <a:lnTo>
                    <a:pt x="375096" y="1450332"/>
                  </a:lnTo>
                  <a:lnTo>
                    <a:pt x="380487" y="1448525"/>
                  </a:lnTo>
                  <a:lnTo>
                    <a:pt x="383617" y="1447475"/>
                  </a:lnTo>
                  <a:lnTo>
                    <a:pt x="390051" y="1445317"/>
                  </a:lnTo>
                  <a:lnTo>
                    <a:pt x="397355" y="1442867"/>
                  </a:lnTo>
                  <a:lnTo>
                    <a:pt x="398746" y="1442400"/>
                  </a:lnTo>
                  <a:lnTo>
                    <a:pt x="400659" y="1441758"/>
                  </a:lnTo>
                  <a:lnTo>
                    <a:pt x="405181" y="1440240"/>
                  </a:lnTo>
                  <a:lnTo>
                    <a:pt x="415788" y="1436679"/>
                  </a:lnTo>
                  <a:lnTo>
                    <a:pt x="431091" y="1431539"/>
                  </a:lnTo>
                  <a:lnTo>
                    <a:pt x="432482" y="1431071"/>
                  </a:lnTo>
                  <a:lnTo>
                    <a:pt x="436482" y="1429727"/>
                  </a:lnTo>
                  <a:lnTo>
                    <a:pt x="438221" y="1429142"/>
                  </a:lnTo>
                  <a:lnTo>
                    <a:pt x="442569" y="1427681"/>
                  </a:lnTo>
                  <a:lnTo>
                    <a:pt x="455437" y="1423354"/>
                  </a:lnTo>
                  <a:lnTo>
                    <a:pt x="459263" y="1422067"/>
                  </a:lnTo>
                  <a:lnTo>
                    <a:pt x="464827" y="1420194"/>
                  </a:lnTo>
                  <a:lnTo>
                    <a:pt x="469697" y="1418556"/>
                  </a:lnTo>
                  <a:lnTo>
                    <a:pt x="470392" y="1418322"/>
                  </a:lnTo>
                  <a:lnTo>
                    <a:pt x="472305" y="1417678"/>
                  </a:lnTo>
                  <a:lnTo>
                    <a:pt x="481348" y="1414633"/>
                  </a:lnTo>
                  <a:lnTo>
                    <a:pt x="489521" y="1411880"/>
                  </a:lnTo>
                  <a:lnTo>
                    <a:pt x="489869" y="1411763"/>
                  </a:lnTo>
                  <a:lnTo>
                    <a:pt x="496651" y="1409478"/>
                  </a:lnTo>
                  <a:lnTo>
                    <a:pt x="499259" y="1408599"/>
                  </a:lnTo>
                  <a:lnTo>
                    <a:pt x="500824" y="1408072"/>
                  </a:lnTo>
                  <a:lnTo>
                    <a:pt x="501694" y="1407779"/>
                  </a:lnTo>
                  <a:lnTo>
                    <a:pt x="506041" y="1406313"/>
                  </a:lnTo>
                  <a:lnTo>
                    <a:pt x="512127" y="1404261"/>
                  </a:lnTo>
                  <a:lnTo>
                    <a:pt x="515953" y="1402971"/>
                  </a:lnTo>
                  <a:lnTo>
                    <a:pt x="519953" y="1401622"/>
                  </a:lnTo>
                  <a:lnTo>
                    <a:pt x="520648" y="1401387"/>
                  </a:lnTo>
                  <a:lnTo>
                    <a:pt x="521692" y="1401035"/>
                  </a:lnTo>
                  <a:lnTo>
                    <a:pt x="526561" y="1399392"/>
                  </a:lnTo>
                  <a:lnTo>
                    <a:pt x="529517" y="1398395"/>
                  </a:lnTo>
                  <a:lnTo>
                    <a:pt x="531430" y="1397749"/>
                  </a:lnTo>
                  <a:lnTo>
                    <a:pt x="532126" y="1397514"/>
                  </a:lnTo>
                  <a:lnTo>
                    <a:pt x="541516" y="1394344"/>
                  </a:lnTo>
                  <a:lnTo>
                    <a:pt x="544299" y="1393405"/>
                  </a:lnTo>
                  <a:lnTo>
                    <a:pt x="547081" y="1392465"/>
                  </a:lnTo>
                  <a:lnTo>
                    <a:pt x="548994" y="1391819"/>
                  </a:lnTo>
                  <a:lnTo>
                    <a:pt x="554385" y="1389998"/>
                  </a:lnTo>
                  <a:lnTo>
                    <a:pt x="557515" y="1388940"/>
                  </a:lnTo>
                  <a:lnTo>
                    <a:pt x="563949" y="1386766"/>
                  </a:lnTo>
                  <a:lnTo>
                    <a:pt x="571253" y="1384296"/>
                  </a:lnTo>
                  <a:lnTo>
                    <a:pt x="572644" y="1383826"/>
                  </a:lnTo>
                  <a:lnTo>
                    <a:pt x="574557" y="1383179"/>
                  </a:lnTo>
                  <a:lnTo>
                    <a:pt x="579078" y="1381650"/>
                  </a:lnTo>
                  <a:lnTo>
                    <a:pt x="589686" y="1378061"/>
                  </a:lnTo>
                  <a:lnTo>
                    <a:pt x="604989" y="1372880"/>
                  </a:lnTo>
                  <a:lnTo>
                    <a:pt x="606380" y="1372409"/>
                  </a:lnTo>
                  <a:lnTo>
                    <a:pt x="610380" y="1371054"/>
                  </a:lnTo>
                  <a:lnTo>
                    <a:pt x="612119" y="1370465"/>
                  </a:lnTo>
                  <a:lnTo>
                    <a:pt x="616466" y="1368992"/>
                  </a:lnTo>
                  <a:lnTo>
                    <a:pt x="629334" y="1364630"/>
                  </a:lnTo>
                  <a:lnTo>
                    <a:pt x="633160" y="1363333"/>
                  </a:lnTo>
                  <a:lnTo>
                    <a:pt x="638725" y="1361445"/>
                  </a:lnTo>
                  <a:lnTo>
                    <a:pt x="643594" y="1359794"/>
                  </a:lnTo>
                  <a:lnTo>
                    <a:pt x="644290" y="1359558"/>
                  </a:lnTo>
                  <a:lnTo>
                    <a:pt x="646202" y="1358908"/>
                  </a:lnTo>
                  <a:lnTo>
                    <a:pt x="655245" y="1355839"/>
                  </a:lnTo>
                  <a:lnTo>
                    <a:pt x="663418" y="1353064"/>
                  </a:lnTo>
                  <a:lnTo>
                    <a:pt x="663766" y="1352946"/>
                  </a:lnTo>
                  <a:lnTo>
                    <a:pt x="670548" y="1350642"/>
                  </a:lnTo>
                  <a:lnTo>
                    <a:pt x="673157" y="1349755"/>
                  </a:lnTo>
                  <a:lnTo>
                    <a:pt x="674722" y="1349224"/>
                  </a:lnTo>
                  <a:lnTo>
                    <a:pt x="675591" y="1348928"/>
                  </a:lnTo>
                  <a:lnTo>
                    <a:pt x="679939" y="1347450"/>
                  </a:lnTo>
                  <a:lnTo>
                    <a:pt x="686025" y="1345381"/>
                  </a:lnTo>
                  <a:lnTo>
                    <a:pt x="689851" y="1344080"/>
                  </a:lnTo>
                  <a:lnTo>
                    <a:pt x="693850" y="1342720"/>
                  </a:lnTo>
                  <a:lnTo>
                    <a:pt x="694546" y="1342483"/>
                  </a:lnTo>
                  <a:lnTo>
                    <a:pt x="695589" y="1342128"/>
                  </a:lnTo>
                  <a:lnTo>
                    <a:pt x="700458" y="1340472"/>
                  </a:lnTo>
                  <a:lnTo>
                    <a:pt x="703415" y="1339466"/>
                  </a:lnTo>
                  <a:lnTo>
                    <a:pt x="705328" y="1338815"/>
                  </a:lnTo>
                  <a:lnTo>
                    <a:pt x="706023" y="1338578"/>
                  </a:lnTo>
                  <a:lnTo>
                    <a:pt x="715414" y="1335381"/>
                  </a:lnTo>
                  <a:lnTo>
                    <a:pt x="718196" y="1334433"/>
                  </a:lnTo>
                  <a:lnTo>
                    <a:pt x="720978" y="1333485"/>
                  </a:lnTo>
                  <a:lnTo>
                    <a:pt x="722891" y="1332834"/>
                  </a:lnTo>
                  <a:lnTo>
                    <a:pt x="728282" y="1330997"/>
                  </a:lnTo>
                  <a:lnTo>
                    <a:pt x="731412" y="1329930"/>
                  </a:lnTo>
                  <a:lnTo>
                    <a:pt x="737846" y="1327737"/>
                  </a:lnTo>
                  <a:lnTo>
                    <a:pt x="745150" y="1325246"/>
                  </a:lnTo>
                  <a:lnTo>
                    <a:pt x="746541" y="1324772"/>
                  </a:lnTo>
                  <a:lnTo>
                    <a:pt x="748454" y="1324119"/>
                  </a:lnTo>
                  <a:lnTo>
                    <a:pt x="752975" y="1322577"/>
                  </a:lnTo>
                  <a:lnTo>
                    <a:pt x="763583" y="1318956"/>
                  </a:lnTo>
                  <a:lnTo>
                    <a:pt x="778886" y="1313730"/>
                  </a:lnTo>
                  <a:lnTo>
                    <a:pt x="780277" y="1313255"/>
                  </a:lnTo>
                  <a:lnTo>
                    <a:pt x="784277" y="1311888"/>
                  </a:lnTo>
                  <a:lnTo>
                    <a:pt x="786016" y="1311293"/>
                  </a:lnTo>
                  <a:lnTo>
                    <a:pt x="790363" y="1309807"/>
                  </a:lnTo>
                  <a:lnTo>
                    <a:pt x="803232" y="1305406"/>
                  </a:lnTo>
                  <a:lnTo>
                    <a:pt x="807058" y="1304097"/>
                  </a:lnTo>
                  <a:lnTo>
                    <a:pt x="812622" y="1302192"/>
                  </a:lnTo>
                  <a:lnTo>
                    <a:pt x="817491" y="1300525"/>
                  </a:lnTo>
                  <a:lnTo>
                    <a:pt x="818187" y="1300287"/>
                  </a:lnTo>
                  <a:lnTo>
                    <a:pt x="820100" y="1299632"/>
                  </a:lnTo>
                  <a:lnTo>
                    <a:pt x="829143" y="1296535"/>
                  </a:lnTo>
                  <a:lnTo>
                    <a:pt x="837316" y="1293734"/>
                  </a:lnTo>
                  <a:lnTo>
                    <a:pt x="837664" y="1293615"/>
                  </a:lnTo>
                  <a:lnTo>
                    <a:pt x="844446" y="1291290"/>
                  </a:lnTo>
                  <a:lnTo>
                    <a:pt x="847054" y="1290395"/>
                  </a:lnTo>
                  <a:lnTo>
                    <a:pt x="848619" y="1289858"/>
                  </a:lnTo>
                  <a:lnTo>
                    <a:pt x="849489" y="1289560"/>
                  </a:lnTo>
                  <a:lnTo>
                    <a:pt x="853836" y="1288069"/>
                  </a:lnTo>
                  <a:lnTo>
                    <a:pt x="859922" y="1285980"/>
                  </a:lnTo>
                  <a:lnTo>
                    <a:pt x="863748" y="1284667"/>
                  </a:lnTo>
                  <a:lnTo>
                    <a:pt x="867748" y="1283294"/>
                  </a:lnTo>
                  <a:lnTo>
                    <a:pt x="868443" y="1283055"/>
                  </a:lnTo>
                  <a:lnTo>
                    <a:pt x="869487" y="1282697"/>
                  </a:lnTo>
                  <a:lnTo>
                    <a:pt x="874356" y="1281024"/>
                  </a:lnTo>
                  <a:lnTo>
                    <a:pt x="879225" y="1279352"/>
                  </a:lnTo>
                  <a:lnTo>
                    <a:pt x="879921" y="1279113"/>
                  </a:lnTo>
                  <a:lnTo>
                    <a:pt x="889311" y="1275885"/>
                  </a:lnTo>
                  <a:lnTo>
                    <a:pt x="892093" y="1274929"/>
                  </a:lnTo>
                  <a:lnTo>
                    <a:pt x="894876" y="1273972"/>
                  </a:lnTo>
                  <a:lnTo>
                    <a:pt x="896789" y="1273314"/>
                  </a:lnTo>
                  <a:lnTo>
                    <a:pt x="902179" y="1271460"/>
                  </a:lnTo>
                  <a:lnTo>
                    <a:pt x="905310" y="1270383"/>
                  </a:lnTo>
                  <a:lnTo>
                    <a:pt x="911744" y="1268169"/>
                  </a:lnTo>
                  <a:lnTo>
                    <a:pt x="919048" y="1265654"/>
                  </a:lnTo>
                  <a:lnTo>
                    <a:pt x="920439" y="1265175"/>
                  </a:lnTo>
                  <a:lnTo>
                    <a:pt x="922352" y="1264516"/>
                  </a:lnTo>
                  <a:lnTo>
                    <a:pt x="926873" y="1262959"/>
                  </a:lnTo>
                  <a:lnTo>
                    <a:pt x="937481" y="1259303"/>
                  </a:lnTo>
                  <a:lnTo>
                    <a:pt x="952784" y="1254025"/>
                  </a:lnTo>
                  <a:lnTo>
                    <a:pt x="954175" y="1253545"/>
                  </a:lnTo>
                  <a:lnTo>
                    <a:pt x="958174" y="1252165"/>
                  </a:lnTo>
                  <a:lnTo>
                    <a:pt x="959913" y="1251564"/>
                  </a:lnTo>
                  <a:lnTo>
                    <a:pt x="964261" y="1250064"/>
                  </a:lnTo>
                  <a:lnTo>
                    <a:pt x="977129" y="1245619"/>
                  </a:lnTo>
                  <a:lnTo>
                    <a:pt x="980955" y="1244297"/>
                  </a:lnTo>
                  <a:lnTo>
                    <a:pt x="986520" y="1242373"/>
                  </a:lnTo>
                  <a:lnTo>
                    <a:pt x="991389" y="1240689"/>
                  </a:lnTo>
                  <a:lnTo>
                    <a:pt x="992084" y="1240449"/>
                  </a:lnTo>
                  <a:lnTo>
                    <a:pt x="993997" y="1239787"/>
                  </a:lnTo>
                  <a:lnTo>
                    <a:pt x="1003040" y="1236659"/>
                  </a:lnTo>
                  <a:lnTo>
                    <a:pt x="1011213" y="1233829"/>
                  </a:lnTo>
                  <a:lnTo>
                    <a:pt x="1011561" y="1233709"/>
                  </a:lnTo>
                  <a:lnTo>
                    <a:pt x="1018343" y="1231360"/>
                  </a:lnTo>
                  <a:lnTo>
                    <a:pt x="1020951" y="1230457"/>
                  </a:lnTo>
                  <a:lnTo>
                    <a:pt x="1022516" y="1229914"/>
                  </a:lnTo>
                  <a:lnTo>
                    <a:pt x="1023386" y="1229613"/>
                  </a:lnTo>
                  <a:lnTo>
                    <a:pt x="1027733" y="1228107"/>
                  </a:lnTo>
                  <a:lnTo>
                    <a:pt x="1033820" y="1225997"/>
                  </a:lnTo>
                  <a:lnTo>
                    <a:pt x="1037646" y="1224670"/>
                  </a:lnTo>
                  <a:lnTo>
                    <a:pt x="1041645" y="1223283"/>
                  </a:lnTo>
                  <a:lnTo>
                    <a:pt x="1042341" y="1223042"/>
                  </a:lnTo>
                  <a:lnTo>
                    <a:pt x="1043384" y="1222680"/>
                  </a:lnTo>
                  <a:lnTo>
                    <a:pt x="1048253" y="1220990"/>
                  </a:lnTo>
                  <a:lnTo>
                    <a:pt x="1051210" y="1219964"/>
                  </a:lnTo>
                  <a:lnTo>
                    <a:pt x="1053122" y="1219300"/>
                  </a:lnTo>
                  <a:lnTo>
                    <a:pt x="1053818" y="1219059"/>
                  </a:lnTo>
                  <a:lnTo>
                    <a:pt x="1063208" y="1215798"/>
                  </a:lnTo>
                  <a:lnTo>
                    <a:pt x="1065991" y="1214832"/>
                  </a:lnTo>
                  <a:lnTo>
                    <a:pt x="1068773" y="1213865"/>
                  </a:lnTo>
                  <a:lnTo>
                    <a:pt x="1070686" y="1213200"/>
                  </a:lnTo>
                  <a:lnTo>
                    <a:pt x="1076077" y="1211327"/>
                  </a:lnTo>
                  <a:lnTo>
                    <a:pt x="1079207" y="1210238"/>
                  </a:lnTo>
                  <a:lnTo>
                    <a:pt x="1085641" y="1208001"/>
                  </a:lnTo>
                  <a:lnTo>
                    <a:pt x="1092945" y="1205460"/>
                  </a:lnTo>
                  <a:lnTo>
                    <a:pt x="1094336" y="1204976"/>
                  </a:lnTo>
                  <a:lnTo>
                    <a:pt x="1096249" y="1204310"/>
                  </a:lnTo>
                  <a:lnTo>
                    <a:pt x="1100770" y="1202736"/>
                  </a:lnTo>
                  <a:lnTo>
                    <a:pt x="1111378" y="1199042"/>
                  </a:lnTo>
                  <a:lnTo>
                    <a:pt x="1126681" y="1193708"/>
                  </a:lnTo>
                  <a:lnTo>
                    <a:pt x="1128072" y="1193223"/>
                  </a:lnTo>
                  <a:lnTo>
                    <a:pt x="1132072" y="1191828"/>
                  </a:lnTo>
                  <a:lnTo>
                    <a:pt x="1133811" y="1191222"/>
                  </a:lnTo>
                  <a:lnTo>
                    <a:pt x="1138158" y="1189705"/>
                  </a:lnTo>
                  <a:lnTo>
                    <a:pt x="1151027" y="1185212"/>
                  </a:lnTo>
                  <a:lnTo>
                    <a:pt x="1154852" y="1183876"/>
                  </a:lnTo>
                  <a:lnTo>
                    <a:pt x="1160417" y="1181932"/>
                  </a:lnTo>
                  <a:lnTo>
                    <a:pt x="1165286" y="1180230"/>
                  </a:lnTo>
                  <a:lnTo>
                    <a:pt x="1165982" y="1179987"/>
                  </a:lnTo>
                  <a:lnTo>
                    <a:pt x="1167895" y="1179318"/>
                  </a:lnTo>
                  <a:lnTo>
                    <a:pt x="1176937" y="1176156"/>
                  </a:lnTo>
                  <a:lnTo>
                    <a:pt x="1185111" y="1173296"/>
                  </a:lnTo>
                  <a:lnTo>
                    <a:pt x="1185458" y="1173174"/>
                  </a:lnTo>
                  <a:lnTo>
                    <a:pt x="1192240" y="1170800"/>
                  </a:lnTo>
                  <a:lnTo>
                    <a:pt x="1194849" y="1169887"/>
                  </a:lnTo>
                  <a:lnTo>
                    <a:pt x="1196414" y="1169338"/>
                  </a:lnTo>
                  <a:lnTo>
                    <a:pt x="1197283" y="1169034"/>
                  </a:lnTo>
                  <a:lnTo>
                    <a:pt x="1201631" y="1167511"/>
                  </a:lnTo>
                  <a:lnTo>
                    <a:pt x="1207717" y="1165378"/>
                  </a:lnTo>
                  <a:lnTo>
                    <a:pt x="1211543" y="1164037"/>
                  </a:lnTo>
                  <a:lnTo>
                    <a:pt x="1215543" y="1162635"/>
                  </a:lnTo>
                  <a:lnTo>
                    <a:pt x="1216238" y="1162391"/>
                  </a:lnTo>
                  <a:lnTo>
                    <a:pt x="1217282" y="1162025"/>
                  </a:lnTo>
                  <a:lnTo>
                    <a:pt x="1222151" y="1160317"/>
                  </a:lnTo>
                  <a:lnTo>
                    <a:pt x="1225107" y="1159280"/>
                  </a:lnTo>
                  <a:lnTo>
                    <a:pt x="1227020" y="1158608"/>
                  </a:lnTo>
                  <a:lnTo>
                    <a:pt x="1227715" y="1158364"/>
                  </a:lnTo>
                  <a:lnTo>
                    <a:pt x="1237106" y="1155068"/>
                  </a:lnTo>
                  <a:lnTo>
                    <a:pt x="1239888" y="1154091"/>
                  </a:lnTo>
                  <a:lnTo>
                    <a:pt x="1242671" y="1153113"/>
                  </a:lnTo>
                  <a:lnTo>
                    <a:pt x="1244584" y="1152441"/>
                  </a:lnTo>
                  <a:lnTo>
                    <a:pt x="1249974" y="1150547"/>
                  </a:lnTo>
                  <a:lnTo>
                    <a:pt x="1253105" y="1149447"/>
                  </a:lnTo>
                  <a:lnTo>
                    <a:pt x="1259539" y="1147184"/>
                  </a:lnTo>
                  <a:lnTo>
                    <a:pt x="1266842" y="1144615"/>
                  </a:lnTo>
                  <a:lnTo>
                    <a:pt x="1268234" y="1144126"/>
                  </a:lnTo>
                  <a:lnTo>
                    <a:pt x="1270146" y="1143453"/>
                  </a:lnTo>
                  <a:lnTo>
                    <a:pt x="1274668" y="1141862"/>
                  </a:lnTo>
                  <a:lnTo>
                    <a:pt x="1285276" y="1138126"/>
                  </a:lnTo>
                  <a:lnTo>
                    <a:pt x="1300579" y="1132733"/>
                  </a:lnTo>
                  <a:lnTo>
                    <a:pt x="1301970" y="1132243"/>
                  </a:lnTo>
                  <a:lnTo>
                    <a:pt x="1305969" y="1130832"/>
                  </a:lnTo>
                  <a:lnTo>
                    <a:pt x="1307708" y="1130219"/>
                  </a:lnTo>
                  <a:lnTo>
                    <a:pt x="1312056" y="1128685"/>
                  </a:lnTo>
                  <a:lnTo>
                    <a:pt x="1324924" y="1124142"/>
                  </a:lnTo>
                  <a:lnTo>
                    <a:pt x="1328750" y="1122791"/>
                  </a:lnTo>
                  <a:lnTo>
                    <a:pt x="1334315" y="1120825"/>
                  </a:lnTo>
                  <a:lnTo>
                    <a:pt x="1339184" y="1119104"/>
                  </a:lnTo>
                  <a:lnTo>
                    <a:pt x="1339879" y="1118858"/>
                  </a:lnTo>
                  <a:lnTo>
                    <a:pt x="1341792" y="1118182"/>
                  </a:lnTo>
                  <a:lnTo>
                    <a:pt x="1350835" y="1114984"/>
                  </a:lnTo>
                  <a:lnTo>
                    <a:pt x="1359008" y="1112092"/>
                  </a:lnTo>
                  <a:lnTo>
                    <a:pt x="1359356" y="1111969"/>
                  </a:lnTo>
                  <a:lnTo>
                    <a:pt x="1366138" y="1109568"/>
                  </a:lnTo>
                  <a:lnTo>
                    <a:pt x="1368746" y="1108644"/>
                  </a:lnTo>
                  <a:lnTo>
                    <a:pt x="1370311" y="1108090"/>
                  </a:lnTo>
                  <a:lnTo>
                    <a:pt x="1371181" y="1107782"/>
                  </a:lnTo>
                  <a:lnTo>
                    <a:pt x="1375528" y="1106242"/>
                  </a:lnTo>
                  <a:lnTo>
                    <a:pt x="1381615" y="1104085"/>
                  </a:lnTo>
                  <a:lnTo>
                    <a:pt x="1385440" y="1102729"/>
                  </a:lnTo>
                  <a:lnTo>
                    <a:pt x="1389440" y="1101310"/>
                  </a:lnTo>
                  <a:lnTo>
                    <a:pt x="1390136" y="1101064"/>
                  </a:lnTo>
                  <a:lnTo>
                    <a:pt x="1391179" y="1100694"/>
                  </a:lnTo>
                  <a:lnTo>
                    <a:pt x="1396048" y="1098966"/>
                  </a:lnTo>
                  <a:lnTo>
                    <a:pt x="1399004" y="1097917"/>
                  </a:lnTo>
                  <a:lnTo>
                    <a:pt x="1400917" y="1097239"/>
                  </a:lnTo>
                  <a:lnTo>
                    <a:pt x="1401613" y="1096992"/>
                  </a:lnTo>
                  <a:lnTo>
                    <a:pt x="1411003" y="1093658"/>
                  </a:lnTo>
                  <a:lnTo>
                    <a:pt x="1413786" y="1092670"/>
                  </a:lnTo>
                  <a:lnTo>
                    <a:pt x="1416568" y="1091681"/>
                  </a:lnTo>
                  <a:lnTo>
                    <a:pt x="1418481" y="1091002"/>
                  </a:lnTo>
                  <a:lnTo>
                    <a:pt x="1423872" y="1089086"/>
                  </a:lnTo>
                  <a:lnTo>
                    <a:pt x="1427002" y="1087973"/>
                  </a:lnTo>
                  <a:lnTo>
                    <a:pt x="1433436" y="1085685"/>
                  </a:lnTo>
                  <a:lnTo>
                    <a:pt x="1440740" y="1083087"/>
                  </a:lnTo>
                  <a:lnTo>
                    <a:pt x="1442131" y="1082592"/>
                  </a:lnTo>
                  <a:lnTo>
                    <a:pt x="1444044" y="1081912"/>
                  </a:lnTo>
                  <a:lnTo>
                    <a:pt x="1448565" y="1080302"/>
                  </a:lnTo>
                  <a:lnTo>
                    <a:pt x="1459173" y="1076525"/>
                  </a:lnTo>
                  <a:lnTo>
                    <a:pt x="1474476" y="1071070"/>
                  </a:lnTo>
                  <a:lnTo>
                    <a:pt x="1475867" y="1070574"/>
                  </a:lnTo>
                  <a:lnTo>
                    <a:pt x="1479867" y="1069148"/>
                  </a:lnTo>
                  <a:lnTo>
                    <a:pt x="1481606" y="1068527"/>
                  </a:lnTo>
                  <a:lnTo>
                    <a:pt x="1485953" y="1066976"/>
                  </a:lnTo>
                  <a:lnTo>
                    <a:pt x="1498822" y="1062382"/>
                  </a:lnTo>
                  <a:lnTo>
                    <a:pt x="1502647" y="1061015"/>
                  </a:lnTo>
                  <a:lnTo>
                    <a:pt x="1508212" y="1059027"/>
                  </a:lnTo>
                  <a:lnTo>
                    <a:pt x="1513081" y="1057287"/>
                  </a:lnTo>
                  <a:lnTo>
                    <a:pt x="1513777" y="1057038"/>
                  </a:lnTo>
                  <a:lnTo>
                    <a:pt x="1515690" y="1056354"/>
                  </a:lnTo>
                  <a:lnTo>
                    <a:pt x="1524732" y="1053120"/>
                  </a:lnTo>
                  <a:lnTo>
                    <a:pt x="1532905" y="1050195"/>
                  </a:lnTo>
                  <a:lnTo>
                    <a:pt x="1533253" y="1050071"/>
                  </a:lnTo>
                  <a:lnTo>
                    <a:pt x="1540035" y="1047642"/>
                  </a:lnTo>
                  <a:lnTo>
                    <a:pt x="1542644" y="1046708"/>
                  </a:lnTo>
                  <a:lnTo>
                    <a:pt x="1544209" y="1046148"/>
                  </a:lnTo>
                  <a:lnTo>
                    <a:pt x="1545078" y="1045836"/>
                  </a:lnTo>
                  <a:lnTo>
                    <a:pt x="1549426" y="1044279"/>
                  </a:lnTo>
                  <a:lnTo>
                    <a:pt x="1555512" y="1042097"/>
                  </a:lnTo>
                  <a:lnTo>
                    <a:pt x="1559338" y="1040726"/>
                  </a:lnTo>
                  <a:lnTo>
                    <a:pt x="1563338" y="1039292"/>
                  </a:lnTo>
                  <a:lnTo>
                    <a:pt x="1564033" y="1039042"/>
                  </a:lnTo>
                  <a:lnTo>
                    <a:pt x="1565077" y="1038668"/>
                  </a:lnTo>
                  <a:lnTo>
                    <a:pt x="1569946" y="1036921"/>
                  </a:lnTo>
                  <a:lnTo>
                    <a:pt x="1572902" y="1035860"/>
                  </a:lnTo>
                  <a:lnTo>
                    <a:pt x="1574815" y="1035174"/>
                  </a:lnTo>
                  <a:lnTo>
                    <a:pt x="1575510" y="1034924"/>
                  </a:lnTo>
                  <a:lnTo>
                    <a:pt x="1584901" y="1031553"/>
                  </a:lnTo>
                  <a:lnTo>
                    <a:pt x="1587683" y="1030553"/>
                  </a:lnTo>
                  <a:lnTo>
                    <a:pt x="1590466" y="1029554"/>
                  </a:lnTo>
                  <a:lnTo>
                    <a:pt x="1592378" y="1028867"/>
                  </a:lnTo>
                  <a:lnTo>
                    <a:pt x="1597769" y="1026929"/>
                  </a:lnTo>
                  <a:lnTo>
                    <a:pt x="1600899" y="1025804"/>
                  </a:lnTo>
                  <a:lnTo>
                    <a:pt x="1607334" y="1023491"/>
                  </a:lnTo>
                  <a:lnTo>
                    <a:pt x="1614637" y="1020863"/>
                  </a:lnTo>
                  <a:lnTo>
                    <a:pt x="1616028" y="1020363"/>
                  </a:lnTo>
                  <a:lnTo>
                    <a:pt x="1617941" y="1019674"/>
                  </a:lnTo>
                  <a:lnTo>
                    <a:pt x="1622463" y="1018047"/>
                  </a:lnTo>
                  <a:lnTo>
                    <a:pt x="1633070" y="1014227"/>
                  </a:lnTo>
                  <a:lnTo>
                    <a:pt x="1648373" y="1008712"/>
                  </a:lnTo>
                  <a:lnTo>
                    <a:pt x="1649765" y="1008210"/>
                  </a:lnTo>
                  <a:lnTo>
                    <a:pt x="1653764" y="1006768"/>
                  </a:lnTo>
                  <a:lnTo>
                    <a:pt x="1655503" y="1006140"/>
                  </a:lnTo>
                  <a:lnTo>
                    <a:pt x="1659851" y="1004572"/>
                  </a:lnTo>
                  <a:lnTo>
                    <a:pt x="1672719" y="999927"/>
                  </a:lnTo>
                  <a:lnTo>
                    <a:pt x="1676545" y="998545"/>
                  </a:lnTo>
                  <a:lnTo>
                    <a:pt x="1682110" y="996535"/>
                  </a:lnTo>
                  <a:lnTo>
                    <a:pt x="1686979" y="994775"/>
                  </a:lnTo>
                  <a:lnTo>
                    <a:pt x="1687674" y="994524"/>
                  </a:lnTo>
                  <a:lnTo>
                    <a:pt x="1689587" y="993832"/>
                  </a:lnTo>
                  <a:lnTo>
                    <a:pt x="1698630" y="990562"/>
                  </a:lnTo>
                  <a:lnTo>
                    <a:pt x="1706803" y="987605"/>
                  </a:lnTo>
                  <a:lnTo>
                    <a:pt x="1707151" y="987479"/>
                  </a:lnTo>
                  <a:lnTo>
                    <a:pt x="1713933" y="985024"/>
                  </a:lnTo>
                  <a:lnTo>
                    <a:pt x="1716541" y="984080"/>
                  </a:lnTo>
                  <a:lnTo>
                    <a:pt x="1718106" y="983513"/>
                  </a:lnTo>
                  <a:lnTo>
                    <a:pt x="1718976" y="983198"/>
                  </a:lnTo>
                  <a:lnTo>
                    <a:pt x="1723323" y="981624"/>
                  </a:lnTo>
                  <a:lnTo>
                    <a:pt x="1729410" y="979419"/>
                  </a:lnTo>
                  <a:lnTo>
                    <a:pt x="1733235" y="978032"/>
                  </a:lnTo>
                  <a:lnTo>
                    <a:pt x="1737235" y="976582"/>
                  </a:lnTo>
                  <a:lnTo>
                    <a:pt x="1737931" y="976330"/>
                  </a:lnTo>
                  <a:lnTo>
                    <a:pt x="1738974" y="975952"/>
                  </a:lnTo>
                  <a:lnTo>
                    <a:pt x="1743843" y="974186"/>
                  </a:lnTo>
                  <a:lnTo>
                    <a:pt x="1746799" y="973113"/>
                  </a:lnTo>
                  <a:lnTo>
                    <a:pt x="1748712" y="972419"/>
                  </a:lnTo>
                  <a:lnTo>
                    <a:pt x="1749408" y="972167"/>
                  </a:lnTo>
                  <a:lnTo>
                    <a:pt x="1758798" y="968759"/>
                  </a:lnTo>
                  <a:lnTo>
                    <a:pt x="1761581" y="967749"/>
                  </a:lnTo>
                  <a:lnTo>
                    <a:pt x="1764363" y="966739"/>
                  </a:lnTo>
                  <a:lnTo>
                    <a:pt x="1766276" y="966044"/>
                  </a:lnTo>
                  <a:lnTo>
                    <a:pt x="1771667" y="964086"/>
                  </a:lnTo>
                  <a:lnTo>
                    <a:pt x="1774797" y="962948"/>
                  </a:lnTo>
                  <a:lnTo>
                    <a:pt x="1781231" y="960610"/>
                  </a:lnTo>
                  <a:lnTo>
                    <a:pt x="1788535" y="957954"/>
                  </a:lnTo>
                  <a:lnTo>
                    <a:pt x="1789926" y="957448"/>
                  </a:lnTo>
                  <a:lnTo>
                    <a:pt x="1791839" y="956752"/>
                  </a:lnTo>
                  <a:lnTo>
                    <a:pt x="1796360" y="955108"/>
                  </a:lnTo>
                  <a:lnTo>
                    <a:pt x="1806968" y="951247"/>
                  </a:lnTo>
                  <a:lnTo>
                    <a:pt x="1822271" y="945673"/>
                  </a:lnTo>
                  <a:lnTo>
                    <a:pt x="1823662" y="945166"/>
                  </a:lnTo>
                  <a:lnTo>
                    <a:pt x="1827662" y="943708"/>
                  </a:lnTo>
                  <a:lnTo>
                    <a:pt x="1829401" y="943074"/>
                  </a:lnTo>
                  <a:lnTo>
                    <a:pt x="1846616" y="936795"/>
                  </a:lnTo>
                  <a:lnTo>
                    <a:pt x="1850442" y="935398"/>
                  </a:lnTo>
                  <a:lnTo>
                    <a:pt x="1856007" y="933367"/>
                  </a:lnTo>
                  <a:lnTo>
                    <a:pt x="1860876" y="931589"/>
                  </a:lnTo>
                  <a:lnTo>
                    <a:pt x="1861572" y="931335"/>
                  </a:lnTo>
                  <a:lnTo>
                    <a:pt x="1863485" y="930636"/>
                  </a:lnTo>
                  <a:lnTo>
                    <a:pt x="1872527" y="927332"/>
                  </a:lnTo>
                  <a:lnTo>
                    <a:pt x="1880700" y="924345"/>
                  </a:lnTo>
                  <a:lnTo>
                    <a:pt x="1881048" y="924217"/>
                  </a:lnTo>
                  <a:lnTo>
                    <a:pt x="1887830" y="921737"/>
                  </a:lnTo>
                  <a:lnTo>
                    <a:pt x="1890439" y="920783"/>
                  </a:lnTo>
                  <a:lnTo>
                    <a:pt x="1892004" y="920210"/>
                  </a:lnTo>
                  <a:lnTo>
                    <a:pt x="1892873" y="919892"/>
                  </a:lnTo>
                  <a:lnTo>
                    <a:pt x="1897221" y="918301"/>
                  </a:lnTo>
                  <a:lnTo>
                    <a:pt x="1903307" y="916073"/>
                  </a:lnTo>
                  <a:lnTo>
                    <a:pt x="1907133" y="914673"/>
                  </a:lnTo>
                  <a:lnTo>
                    <a:pt x="1911132" y="913208"/>
                  </a:lnTo>
                  <a:lnTo>
                    <a:pt x="1911828" y="912953"/>
                  </a:lnTo>
                  <a:lnTo>
                    <a:pt x="1912871" y="912571"/>
                  </a:lnTo>
                  <a:lnTo>
                    <a:pt x="1917741" y="910787"/>
                  </a:lnTo>
                  <a:lnTo>
                    <a:pt x="1920697" y="909704"/>
                  </a:lnTo>
                  <a:lnTo>
                    <a:pt x="1922610" y="909003"/>
                  </a:lnTo>
                  <a:lnTo>
                    <a:pt x="1923305" y="908748"/>
                  </a:lnTo>
                  <a:lnTo>
                    <a:pt x="1932696" y="905305"/>
                  </a:lnTo>
                  <a:lnTo>
                    <a:pt x="1935478" y="904285"/>
                  </a:lnTo>
                  <a:lnTo>
                    <a:pt x="1938260" y="903264"/>
                  </a:lnTo>
                  <a:lnTo>
                    <a:pt x="1940173" y="902562"/>
                  </a:lnTo>
                  <a:lnTo>
                    <a:pt x="1945564" y="900584"/>
                  </a:lnTo>
                  <a:lnTo>
                    <a:pt x="1948694" y="899436"/>
                  </a:lnTo>
                  <a:lnTo>
                    <a:pt x="1955128" y="897074"/>
                  </a:lnTo>
                  <a:lnTo>
                    <a:pt x="1962432" y="894391"/>
                  </a:lnTo>
                  <a:lnTo>
                    <a:pt x="1963823" y="893880"/>
                  </a:lnTo>
                  <a:lnTo>
                    <a:pt x="1965736" y="893178"/>
                  </a:lnTo>
                  <a:lnTo>
                    <a:pt x="1970258" y="891516"/>
                  </a:lnTo>
                  <a:lnTo>
                    <a:pt x="1980865" y="887617"/>
                  </a:lnTo>
                  <a:lnTo>
                    <a:pt x="1996168" y="881988"/>
                  </a:lnTo>
                  <a:lnTo>
                    <a:pt x="1997559" y="881476"/>
                  </a:lnTo>
                  <a:lnTo>
                    <a:pt x="2001559" y="880004"/>
                  </a:lnTo>
                  <a:lnTo>
                    <a:pt x="2003298" y="879364"/>
                  </a:lnTo>
                  <a:lnTo>
                    <a:pt x="2007646" y="877764"/>
                  </a:lnTo>
                  <a:lnTo>
                    <a:pt x="2020514" y="873024"/>
                  </a:lnTo>
                  <a:lnTo>
                    <a:pt x="2024340" y="871614"/>
                  </a:lnTo>
                  <a:lnTo>
                    <a:pt x="2029904" y="869563"/>
                  </a:lnTo>
                  <a:lnTo>
                    <a:pt x="2034774" y="867768"/>
                  </a:lnTo>
                  <a:lnTo>
                    <a:pt x="2035469" y="867511"/>
                  </a:lnTo>
                  <a:lnTo>
                    <a:pt x="2037382" y="866806"/>
                  </a:lnTo>
                  <a:lnTo>
                    <a:pt x="2046425" y="863470"/>
                  </a:lnTo>
                  <a:lnTo>
                    <a:pt x="2054598" y="860454"/>
                  </a:lnTo>
                  <a:lnTo>
                    <a:pt x="2054946" y="860326"/>
                  </a:lnTo>
                  <a:lnTo>
                    <a:pt x="2061728" y="857822"/>
                  </a:lnTo>
                  <a:lnTo>
                    <a:pt x="2064336" y="856859"/>
                  </a:lnTo>
                  <a:lnTo>
                    <a:pt x="2065901" y="856281"/>
                  </a:lnTo>
                  <a:lnTo>
                    <a:pt x="2066771" y="855960"/>
                  </a:lnTo>
                  <a:lnTo>
                    <a:pt x="2071118" y="854354"/>
                  </a:lnTo>
                  <a:lnTo>
                    <a:pt x="2077205" y="852105"/>
                  </a:lnTo>
                  <a:lnTo>
                    <a:pt x="2081030" y="850691"/>
                  </a:lnTo>
                  <a:lnTo>
                    <a:pt x="2085030" y="849213"/>
                  </a:lnTo>
                  <a:lnTo>
                    <a:pt x="2085725" y="848955"/>
                  </a:lnTo>
                  <a:lnTo>
                    <a:pt x="2086769" y="848570"/>
                  </a:lnTo>
                  <a:lnTo>
                    <a:pt x="2091638" y="846769"/>
                  </a:lnTo>
                  <a:lnTo>
                    <a:pt x="2094594" y="845676"/>
                  </a:lnTo>
                  <a:lnTo>
                    <a:pt x="2096507" y="844968"/>
                  </a:lnTo>
                  <a:lnTo>
                    <a:pt x="2097203" y="844711"/>
                  </a:lnTo>
                  <a:lnTo>
                    <a:pt x="2106593" y="841237"/>
                  </a:lnTo>
                  <a:lnTo>
                    <a:pt x="2109376" y="840207"/>
                  </a:lnTo>
                  <a:lnTo>
                    <a:pt x="2112158" y="839177"/>
                  </a:lnTo>
                  <a:lnTo>
                    <a:pt x="2114071" y="838469"/>
                  </a:lnTo>
                  <a:lnTo>
                    <a:pt x="2119462" y="836473"/>
                  </a:lnTo>
                  <a:lnTo>
                    <a:pt x="2122592" y="835313"/>
                  </a:lnTo>
                  <a:lnTo>
                    <a:pt x="2129026" y="832930"/>
                  </a:lnTo>
                  <a:lnTo>
                    <a:pt x="2136330" y="830223"/>
                  </a:lnTo>
                  <a:lnTo>
                    <a:pt x="2137721" y="829708"/>
                  </a:lnTo>
                  <a:lnTo>
                    <a:pt x="2139634" y="828999"/>
                  </a:lnTo>
                  <a:lnTo>
                    <a:pt x="2144155" y="827323"/>
                  </a:lnTo>
                  <a:lnTo>
                    <a:pt x="2154763" y="823388"/>
                  </a:lnTo>
                  <a:lnTo>
                    <a:pt x="2170066" y="817710"/>
                  </a:lnTo>
                  <a:lnTo>
                    <a:pt x="2171457" y="817193"/>
                  </a:lnTo>
                  <a:lnTo>
                    <a:pt x="2175457" y="815708"/>
                  </a:lnTo>
                  <a:lnTo>
                    <a:pt x="2177196" y="815062"/>
                  </a:lnTo>
                  <a:lnTo>
                    <a:pt x="2181543" y="813448"/>
                  </a:lnTo>
                  <a:lnTo>
                    <a:pt x="2194411" y="808666"/>
                  </a:lnTo>
                  <a:lnTo>
                    <a:pt x="2198237" y="807244"/>
                  </a:lnTo>
                  <a:lnTo>
                    <a:pt x="2203802" y="805176"/>
                  </a:lnTo>
                  <a:lnTo>
                    <a:pt x="2208671" y="803365"/>
                  </a:lnTo>
                  <a:lnTo>
                    <a:pt x="2209367" y="803106"/>
                  </a:lnTo>
                  <a:lnTo>
                    <a:pt x="2211279" y="802395"/>
                  </a:lnTo>
                  <a:lnTo>
                    <a:pt x="2220322" y="799031"/>
                  </a:lnTo>
                  <a:lnTo>
                    <a:pt x="2228495" y="795989"/>
                  </a:lnTo>
                  <a:lnTo>
                    <a:pt x="2228843" y="795859"/>
                  </a:lnTo>
                  <a:lnTo>
                    <a:pt x="2235625" y="793334"/>
                  </a:lnTo>
                  <a:lnTo>
                    <a:pt x="2238234" y="792363"/>
                  </a:lnTo>
                  <a:lnTo>
                    <a:pt x="2239799" y="791780"/>
                  </a:lnTo>
                  <a:lnTo>
                    <a:pt x="2240668" y="791456"/>
                  </a:lnTo>
                  <a:lnTo>
                    <a:pt x="2245016" y="789837"/>
                  </a:lnTo>
                  <a:lnTo>
                    <a:pt x="2251102" y="787569"/>
                  </a:lnTo>
                  <a:lnTo>
                    <a:pt x="2254928" y="786143"/>
                  </a:lnTo>
                  <a:lnTo>
                    <a:pt x="2258927" y="784653"/>
                  </a:lnTo>
                  <a:lnTo>
                    <a:pt x="2259623" y="784393"/>
                  </a:lnTo>
                  <a:lnTo>
                    <a:pt x="2260666" y="784004"/>
                  </a:lnTo>
                  <a:lnTo>
                    <a:pt x="2265535" y="782189"/>
                  </a:lnTo>
                  <a:lnTo>
                    <a:pt x="2268492" y="781087"/>
                  </a:lnTo>
                  <a:lnTo>
                    <a:pt x="2270405" y="780373"/>
                  </a:lnTo>
                  <a:lnTo>
                    <a:pt x="2271100" y="780114"/>
                  </a:lnTo>
                  <a:lnTo>
                    <a:pt x="2280491" y="776611"/>
                  </a:lnTo>
                  <a:lnTo>
                    <a:pt x="2283273" y="775573"/>
                  </a:lnTo>
                  <a:lnTo>
                    <a:pt x="2286055" y="774534"/>
                  </a:lnTo>
                  <a:lnTo>
                    <a:pt x="2287968" y="773820"/>
                  </a:lnTo>
                  <a:lnTo>
                    <a:pt x="2293359" y="771808"/>
                  </a:lnTo>
                  <a:lnTo>
                    <a:pt x="2296489" y="770639"/>
                  </a:lnTo>
                  <a:lnTo>
                    <a:pt x="2302923" y="768237"/>
                  </a:lnTo>
                  <a:lnTo>
                    <a:pt x="2310227" y="765508"/>
                  </a:lnTo>
                  <a:lnTo>
                    <a:pt x="2311618" y="764989"/>
                  </a:lnTo>
                  <a:lnTo>
                    <a:pt x="2313531" y="764274"/>
                  </a:lnTo>
                  <a:lnTo>
                    <a:pt x="2318052" y="762584"/>
                  </a:lnTo>
                  <a:lnTo>
                    <a:pt x="2328660" y="758619"/>
                  </a:lnTo>
                  <a:lnTo>
                    <a:pt x="2343963" y="752896"/>
                  </a:lnTo>
                  <a:lnTo>
                    <a:pt x="2345354" y="752375"/>
                  </a:lnTo>
                  <a:lnTo>
                    <a:pt x="2349354" y="750879"/>
                  </a:lnTo>
                  <a:lnTo>
                    <a:pt x="2351093" y="750228"/>
                  </a:lnTo>
                  <a:lnTo>
                    <a:pt x="2355440" y="748601"/>
                  </a:lnTo>
                  <a:lnTo>
                    <a:pt x="2368309" y="743783"/>
                  </a:lnTo>
                  <a:lnTo>
                    <a:pt x="2372135" y="742350"/>
                  </a:lnTo>
                  <a:lnTo>
                    <a:pt x="2377699" y="740265"/>
                  </a:lnTo>
                  <a:lnTo>
                    <a:pt x="2382568" y="738441"/>
                  </a:lnTo>
                  <a:lnTo>
                    <a:pt x="2383264" y="738180"/>
                  </a:lnTo>
                  <a:lnTo>
                    <a:pt x="2385177" y="737463"/>
                  </a:lnTo>
                  <a:lnTo>
                    <a:pt x="2394220" y="734074"/>
                  </a:lnTo>
                  <a:lnTo>
                    <a:pt x="2402393" y="731009"/>
                  </a:lnTo>
                  <a:lnTo>
                    <a:pt x="2402741" y="730879"/>
                  </a:lnTo>
                  <a:lnTo>
                    <a:pt x="2409523" y="728335"/>
                  </a:lnTo>
                  <a:lnTo>
                    <a:pt x="2412131" y="727356"/>
                  </a:lnTo>
                  <a:lnTo>
                    <a:pt x="2413696" y="726769"/>
                  </a:lnTo>
                  <a:lnTo>
                    <a:pt x="2414566" y="726443"/>
                  </a:lnTo>
                  <a:lnTo>
                    <a:pt x="2418913" y="724812"/>
                  </a:lnTo>
                  <a:lnTo>
                    <a:pt x="2424999" y="722527"/>
                  </a:lnTo>
                  <a:lnTo>
                    <a:pt x="2428825" y="721091"/>
                  </a:lnTo>
                  <a:lnTo>
                    <a:pt x="2432825" y="719590"/>
                  </a:lnTo>
                  <a:lnTo>
                    <a:pt x="2433520" y="719329"/>
                  </a:lnTo>
                  <a:lnTo>
                    <a:pt x="2434564" y="718937"/>
                  </a:lnTo>
                  <a:lnTo>
                    <a:pt x="2439433" y="717108"/>
                  </a:lnTo>
                  <a:lnTo>
                    <a:pt x="2442389" y="715998"/>
                  </a:lnTo>
                  <a:lnTo>
                    <a:pt x="2444302" y="715279"/>
                  </a:lnTo>
                  <a:lnTo>
                    <a:pt x="2444998" y="715018"/>
                  </a:lnTo>
                  <a:lnTo>
                    <a:pt x="2454388" y="711490"/>
                  </a:lnTo>
                  <a:lnTo>
                    <a:pt x="2457170" y="710444"/>
                  </a:lnTo>
                  <a:lnTo>
                    <a:pt x="2459953" y="709399"/>
                  </a:lnTo>
                  <a:lnTo>
                    <a:pt x="2461866" y="708680"/>
                  </a:lnTo>
                  <a:lnTo>
                    <a:pt x="2467256" y="706653"/>
                  </a:lnTo>
                  <a:lnTo>
                    <a:pt x="2470387" y="705476"/>
                  </a:lnTo>
                  <a:lnTo>
                    <a:pt x="2476821" y="703057"/>
                  </a:lnTo>
                  <a:lnTo>
                    <a:pt x="2484125" y="700309"/>
                  </a:lnTo>
                  <a:lnTo>
                    <a:pt x="2485516" y="699786"/>
                  </a:lnTo>
                  <a:lnTo>
                    <a:pt x="2487429" y="699066"/>
                  </a:lnTo>
                  <a:lnTo>
                    <a:pt x="2491950" y="697365"/>
                  </a:lnTo>
                  <a:lnTo>
                    <a:pt x="2502558" y="693372"/>
                  </a:lnTo>
                  <a:lnTo>
                    <a:pt x="2517861" y="687610"/>
                  </a:lnTo>
                  <a:lnTo>
                    <a:pt x="2519252" y="687086"/>
                  </a:lnTo>
                  <a:lnTo>
                    <a:pt x="2523251" y="685579"/>
                  </a:lnTo>
                  <a:lnTo>
                    <a:pt x="2529338" y="683286"/>
                  </a:lnTo>
                  <a:lnTo>
                    <a:pt x="2542206" y="678436"/>
                  </a:lnTo>
                  <a:lnTo>
                    <a:pt x="2546032" y="676993"/>
                  </a:lnTo>
                  <a:lnTo>
                    <a:pt x="2551597" y="674895"/>
                  </a:lnTo>
                  <a:lnTo>
                    <a:pt x="2556466" y="673059"/>
                  </a:lnTo>
                  <a:lnTo>
                    <a:pt x="2557161" y="672796"/>
                  </a:lnTo>
                  <a:lnTo>
                    <a:pt x="2559074" y="672075"/>
                  </a:lnTo>
                  <a:lnTo>
                    <a:pt x="2568117" y="668663"/>
                  </a:lnTo>
                  <a:lnTo>
                    <a:pt x="2576290" y="665579"/>
                  </a:lnTo>
                  <a:lnTo>
                    <a:pt x="2576638" y="665447"/>
                  </a:lnTo>
                  <a:lnTo>
                    <a:pt x="2583420" y="662887"/>
                  </a:lnTo>
                  <a:lnTo>
                    <a:pt x="2586028" y="661902"/>
                  </a:lnTo>
                  <a:lnTo>
                    <a:pt x="2587594" y="661311"/>
                  </a:lnTo>
                  <a:lnTo>
                    <a:pt x="2588463" y="660983"/>
                  </a:lnTo>
                  <a:lnTo>
                    <a:pt x="2592810" y="659341"/>
                  </a:lnTo>
                  <a:lnTo>
                    <a:pt x="2598897" y="657043"/>
                  </a:lnTo>
                  <a:lnTo>
                    <a:pt x="2602723" y="655597"/>
                  </a:lnTo>
                  <a:lnTo>
                    <a:pt x="2606722" y="654086"/>
                  </a:lnTo>
                  <a:lnTo>
                    <a:pt x="2607418" y="653824"/>
                  </a:lnTo>
                  <a:lnTo>
                    <a:pt x="2608461" y="653429"/>
                  </a:lnTo>
                  <a:lnTo>
                    <a:pt x="2613330" y="651589"/>
                  </a:lnTo>
                  <a:lnTo>
                    <a:pt x="2616287" y="650472"/>
                  </a:lnTo>
                  <a:lnTo>
                    <a:pt x="2618199" y="649749"/>
                  </a:lnTo>
                  <a:lnTo>
                    <a:pt x="2618895" y="649486"/>
                  </a:lnTo>
                  <a:lnTo>
                    <a:pt x="2628286" y="645936"/>
                  </a:lnTo>
                  <a:lnTo>
                    <a:pt x="2631068" y="644884"/>
                  </a:lnTo>
                  <a:lnTo>
                    <a:pt x="2633850" y="643832"/>
                  </a:lnTo>
                  <a:lnTo>
                    <a:pt x="2635763" y="643109"/>
                  </a:lnTo>
                  <a:lnTo>
                    <a:pt x="2641154" y="641070"/>
                  </a:lnTo>
                  <a:lnTo>
                    <a:pt x="2644284" y="639886"/>
                  </a:lnTo>
                  <a:lnTo>
                    <a:pt x="2650718" y="637451"/>
                  </a:lnTo>
                  <a:lnTo>
                    <a:pt x="2659413" y="634161"/>
                  </a:lnTo>
                  <a:lnTo>
                    <a:pt x="2661326" y="633437"/>
                  </a:lnTo>
                  <a:lnTo>
                    <a:pt x="2676455" y="627709"/>
                  </a:lnTo>
                  <a:lnTo>
                    <a:pt x="2691758" y="621913"/>
                  </a:lnTo>
                  <a:lnTo>
                    <a:pt x="2693149" y="621386"/>
                  </a:lnTo>
                  <a:lnTo>
                    <a:pt x="2698888" y="619212"/>
                  </a:lnTo>
                  <a:lnTo>
                    <a:pt x="2703235" y="617564"/>
                  </a:lnTo>
                  <a:lnTo>
                    <a:pt x="2716104" y="612686"/>
                  </a:lnTo>
                  <a:lnTo>
                    <a:pt x="2719929" y="611235"/>
                  </a:lnTo>
                  <a:lnTo>
                    <a:pt x="2725494" y="609125"/>
                  </a:lnTo>
                  <a:lnTo>
                    <a:pt x="2730363" y="607278"/>
                  </a:lnTo>
                  <a:lnTo>
                    <a:pt x="2731059" y="607015"/>
                  </a:lnTo>
                  <a:lnTo>
                    <a:pt x="2732972" y="606289"/>
                  </a:lnTo>
                  <a:lnTo>
                    <a:pt x="2742014" y="602858"/>
                  </a:lnTo>
                  <a:lnTo>
                    <a:pt x="2750188" y="599757"/>
                  </a:lnTo>
                  <a:lnTo>
                    <a:pt x="2750535" y="599625"/>
                  </a:lnTo>
                  <a:lnTo>
                    <a:pt x="2757317" y="597051"/>
                  </a:lnTo>
                  <a:lnTo>
                    <a:pt x="2759926" y="596060"/>
                  </a:lnTo>
                  <a:lnTo>
                    <a:pt x="2761491" y="595466"/>
                  </a:lnTo>
                  <a:lnTo>
                    <a:pt x="2762360" y="595136"/>
                  </a:lnTo>
                  <a:lnTo>
                    <a:pt x="2766708" y="593485"/>
                  </a:lnTo>
                  <a:lnTo>
                    <a:pt x="2772794" y="591174"/>
                  </a:lnTo>
                  <a:lnTo>
                    <a:pt x="2780620" y="588202"/>
                  </a:lnTo>
                  <a:lnTo>
                    <a:pt x="2781315" y="587938"/>
                  </a:lnTo>
                  <a:lnTo>
                    <a:pt x="2782359" y="587541"/>
                  </a:lnTo>
                  <a:lnTo>
                    <a:pt x="2787228" y="585692"/>
                  </a:lnTo>
                  <a:lnTo>
                    <a:pt x="2790184" y="584568"/>
                  </a:lnTo>
                  <a:lnTo>
                    <a:pt x="2792097" y="583842"/>
                  </a:lnTo>
                  <a:lnTo>
                    <a:pt x="2792793" y="583577"/>
                  </a:lnTo>
                  <a:lnTo>
                    <a:pt x="2802183" y="580008"/>
                  </a:lnTo>
                  <a:lnTo>
                    <a:pt x="2804965" y="578951"/>
                  </a:lnTo>
                  <a:lnTo>
                    <a:pt x="2807748" y="577893"/>
                  </a:lnTo>
                  <a:lnTo>
                    <a:pt x="2809661" y="577166"/>
                  </a:lnTo>
                  <a:lnTo>
                    <a:pt x="2815051" y="575116"/>
                  </a:lnTo>
                  <a:lnTo>
                    <a:pt x="2818182" y="573926"/>
                  </a:lnTo>
                  <a:lnTo>
                    <a:pt x="2824616" y="571479"/>
                  </a:lnTo>
                  <a:lnTo>
                    <a:pt x="2831919" y="568701"/>
                  </a:lnTo>
                  <a:lnTo>
                    <a:pt x="2833311" y="568172"/>
                  </a:lnTo>
                  <a:lnTo>
                    <a:pt x="2835223" y="567444"/>
                  </a:lnTo>
                  <a:lnTo>
                    <a:pt x="2839745" y="565724"/>
                  </a:lnTo>
                  <a:lnTo>
                    <a:pt x="2850353" y="561688"/>
                  </a:lnTo>
                  <a:lnTo>
                    <a:pt x="2865656" y="555862"/>
                  </a:lnTo>
                  <a:lnTo>
                    <a:pt x="2867047" y="555333"/>
                  </a:lnTo>
                  <a:lnTo>
                    <a:pt x="2871046" y="553810"/>
                  </a:lnTo>
                  <a:lnTo>
                    <a:pt x="2872785" y="553147"/>
                  </a:lnTo>
                  <a:lnTo>
                    <a:pt x="2877133" y="551492"/>
                  </a:lnTo>
                  <a:lnTo>
                    <a:pt x="2890001" y="546590"/>
                  </a:lnTo>
                  <a:lnTo>
                    <a:pt x="2893827" y="545132"/>
                  </a:lnTo>
                  <a:lnTo>
                    <a:pt x="2899392" y="543012"/>
                  </a:lnTo>
                  <a:lnTo>
                    <a:pt x="2904261" y="541156"/>
                  </a:lnTo>
                  <a:lnTo>
                    <a:pt x="2904956" y="540891"/>
                  </a:lnTo>
                  <a:lnTo>
                    <a:pt x="2906869" y="540162"/>
                  </a:lnTo>
                  <a:lnTo>
                    <a:pt x="2915912" y="536715"/>
                  </a:lnTo>
                  <a:lnTo>
                    <a:pt x="2924085" y="533599"/>
                  </a:lnTo>
                  <a:lnTo>
                    <a:pt x="2924433" y="533466"/>
                  </a:lnTo>
                  <a:lnTo>
                    <a:pt x="2931215" y="530880"/>
                  </a:lnTo>
                  <a:lnTo>
                    <a:pt x="2933823" y="529885"/>
                  </a:lnTo>
                  <a:lnTo>
                    <a:pt x="2935388" y="529288"/>
                  </a:lnTo>
                  <a:lnTo>
                    <a:pt x="2936258" y="528956"/>
                  </a:lnTo>
                  <a:lnTo>
                    <a:pt x="2940605" y="527298"/>
                  </a:lnTo>
                  <a:lnTo>
                    <a:pt x="2946692" y="524976"/>
                  </a:lnTo>
                  <a:lnTo>
                    <a:pt x="2950517" y="523516"/>
                  </a:lnTo>
                  <a:lnTo>
                    <a:pt x="2954517" y="521990"/>
                  </a:lnTo>
                  <a:lnTo>
                    <a:pt x="2955213" y="521725"/>
                  </a:lnTo>
                  <a:lnTo>
                    <a:pt x="2956256" y="521327"/>
                  </a:lnTo>
                  <a:lnTo>
                    <a:pt x="2961125" y="519468"/>
                  </a:lnTo>
                  <a:lnTo>
                    <a:pt x="2964081" y="518340"/>
                  </a:lnTo>
                  <a:lnTo>
                    <a:pt x="2965994" y="517610"/>
                  </a:lnTo>
                  <a:lnTo>
                    <a:pt x="2966690" y="517344"/>
                  </a:lnTo>
                  <a:lnTo>
                    <a:pt x="2976080" y="513760"/>
                  </a:lnTo>
                  <a:lnTo>
                    <a:pt x="2978863" y="512697"/>
                  </a:lnTo>
                  <a:lnTo>
                    <a:pt x="2981645" y="511635"/>
                  </a:lnTo>
                  <a:lnTo>
                    <a:pt x="2983558" y="510904"/>
                  </a:lnTo>
                  <a:lnTo>
                    <a:pt x="2988949" y="508846"/>
                  </a:lnTo>
                  <a:lnTo>
                    <a:pt x="2992079" y="507650"/>
                  </a:lnTo>
                  <a:lnTo>
                    <a:pt x="2998513" y="505193"/>
                  </a:lnTo>
                  <a:lnTo>
                    <a:pt x="3005817" y="502402"/>
                  </a:lnTo>
                  <a:lnTo>
                    <a:pt x="3007208" y="501871"/>
                  </a:lnTo>
                  <a:lnTo>
                    <a:pt x="3009121" y="501140"/>
                  </a:lnTo>
                  <a:lnTo>
                    <a:pt x="3013642" y="499412"/>
                  </a:lnTo>
                  <a:lnTo>
                    <a:pt x="3024250" y="495358"/>
                  </a:lnTo>
                  <a:lnTo>
                    <a:pt x="3039553" y="489508"/>
                  </a:lnTo>
                  <a:lnTo>
                    <a:pt x="3040944" y="488976"/>
                  </a:lnTo>
                  <a:lnTo>
                    <a:pt x="3044944" y="487447"/>
                  </a:lnTo>
                  <a:lnTo>
                    <a:pt x="3046683" y="486782"/>
                  </a:lnTo>
                  <a:lnTo>
                    <a:pt x="3051030" y="485119"/>
                  </a:lnTo>
                  <a:lnTo>
                    <a:pt x="3063899" y="480197"/>
                  </a:lnTo>
                  <a:lnTo>
                    <a:pt x="3067724" y="478733"/>
                  </a:lnTo>
                  <a:lnTo>
                    <a:pt x="3078158" y="474741"/>
                  </a:lnTo>
                  <a:lnTo>
                    <a:pt x="3078854" y="474475"/>
                  </a:lnTo>
                  <a:lnTo>
                    <a:pt x="3080767" y="473743"/>
                  </a:lnTo>
                  <a:lnTo>
                    <a:pt x="3089809" y="470282"/>
                  </a:lnTo>
                  <a:lnTo>
                    <a:pt x="3097983" y="467153"/>
                  </a:lnTo>
                  <a:lnTo>
                    <a:pt x="3105112" y="464423"/>
                  </a:lnTo>
                  <a:lnTo>
                    <a:pt x="3107721" y="463424"/>
                  </a:lnTo>
                  <a:lnTo>
                    <a:pt x="3109286" y="462825"/>
                  </a:lnTo>
                  <a:lnTo>
                    <a:pt x="3110155" y="462492"/>
                  </a:lnTo>
                  <a:lnTo>
                    <a:pt x="3114503" y="460827"/>
                  </a:lnTo>
                  <a:lnTo>
                    <a:pt x="3120589" y="458496"/>
                  </a:lnTo>
                  <a:lnTo>
                    <a:pt x="3124415" y="457031"/>
                  </a:lnTo>
                  <a:lnTo>
                    <a:pt x="3128415" y="455499"/>
                  </a:lnTo>
                  <a:lnTo>
                    <a:pt x="3129110" y="455232"/>
                  </a:lnTo>
                  <a:lnTo>
                    <a:pt x="3130154" y="454832"/>
                  </a:lnTo>
                  <a:lnTo>
                    <a:pt x="3135023" y="452967"/>
                  </a:lnTo>
                  <a:lnTo>
                    <a:pt x="3137979" y="451834"/>
                  </a:lnTo>
                  <a:lnTo>
                    <a:pt x="3139892" y="451101"/>
                  </a:lnTo>
                  <a:lnTo>
                    <a:pt x="3140587" y="450835"/>
                  </a:lnTo>
                  <a:lnTo>
                    <a:pt x="3149978" y="447236"/>
                  </a:lnTo>
                  <a:lnTo>
                    <a:pt x="3152760" y="446170"/>
                  </a:lnTo>
                  <a:lnTo>
                    <a:pt x="3155543" y="445103"/>
                  </a:lnTo>
                  <a:lnTo>
                    <a:pt x="3157455" y="444370"/>
                  </a:lnTo>
                  <a:lnTo>
                    <a:pt x="3162846" y="442304"/>
                  </a:lnTo>
                  <a:lnTo>
                    <a:pt x="3165976" y="441104"/>
                  </a:lnTo>
                  <a:lnTo>
                    <a:pt x="3172411" y="438637"/>
                  </a:lnTo>
                  <a:lnTo>
                    <a:pt x="3179714" y="435836"/>
                  </a:lnTo>
                  <a:lnTo>
                    <a:pt x="3181105" y="435303"/>
                  </a:lnTo>
                  <a:lnTo>
                    <a:pt x="3183018" y="434569"/>
                  </a:lnTo>
                  <a:lnTo>
                    <a:pt x="3187540" y="432835"/>
                  </a:lnTo>
                  <a:lnTo>
                    <a:pt x="3198147" y="428766"/>
                  </a:lnTo>
                  <a:lnTo>
                    <a:pt x="3213450" y="422895"/>
                  </a:lnTo>
                  <a:lnTo>
                    <a:pt x="3214842" y="422361"/>
                  </a:lnTo>
                  <a:lnTo>
                    <a:pt x="3218841" y="420826"/>
                  </a:lnTo>
                  <a:lnTo>
                    <a:pt x="3220580" y="420159"/>
                  </a:lnTo>
                  <a:lnTo>
                    <a:pt x="3224928" y="418490"/>
                  </a:lnTo>
                  <a:lnTo>
                    <a:pt x="3237796" y="413551"/>
                  </a:lnTo>
                  <a:lnTo>
                    <a:pt x="3241622" y="412082"/>
                  </a:lnTo>
                  <a:lnTo>
                    <a:pt x="3247187" y="409945"/>
                  </a:lnTo>
                  <a:lnTo>
                    <a:pt x="3252056" y="408076"/>
                  </a:lnTo>
                  <a:lnTo>
                    <a:pt x="3252751" y="407808"/>
                  </a:lnTo>
                  <a:lnTo>
                    <a:pt x="3254664" y="407074"/>
                  </a:lnTo>
                  <a:lnTo>
                    <a:pt x="3263707" y="403601"/>
                  </a:lnTo>
                  <a:lnTo>
                    <a:pt x="3271880" y="400462"/>
                  </a:lnTo>
                  <a:lnTo>
                    <a:pt x="3272228" y="400328"/>
                  </a:lnTo>
                  <a:lnTo>
                    <a:pt x="3279010" y="397722"/>
                  </a:lnTo>
                  <a:lnTo>
                    <a:pt x="3281618" y="396720"/>
                  </a:lnTo>
                  <a:lnTo>
                    <a:pt x="3283183" y="396119"/>
                  </a:lnTo>
                  <a:lnTo>
                    <a:pt x="3284053" y="395785"/>
                  </a:lnTo>
                  <a:lnTo>
                    <a:pt x="3288400" y="394114"/>
                  </a:lnTo>
                  <a:lnTo>
                    <a:pt x="3294487" y="391776"/>
                  </a:lnTo>
                  <a:lnTo>
                    <a:pt x="3298312" y="390305"/>
                  </a:lnTo>
                  <a:lnTo>
                    <a:pt x="3302312" y="388768"/>
                  </a:lnTo>
                  <a:lnTo>
                    <a:pt x="3303008" y="388501"/>
                  </a:lnTo>
                  <a:lnTo>
                    <a:pt x="3304051" y="388100"/>
                  </a:lnTo>
                  <a:lnTo>
                    <a:pt x="3308920" y="386228"/>
                  </a:lnTo>
                  <a:lnTo>
                    <a:pt x="3311876" y="385092"/>
                  </a:lnTo>
                  <a:lnTo>
                    <a:pt x="3313789" y="384356"/>
                  </a:lnTo>
                  <a:lnTo>
                    <a:pt x="3323875" y="380479"/>
                  </a:lnTo>
                  <a:lnTo>
                    <a:pt x="3326658" y="379409"/>
                  </a:lnTo>
                  <a:lnTo>
                    <a:pt x="3329440" y="378339"/>
                  </a:lnTo>
                  <a:lnTo>
                    <a:pt x="3331353" y="377603"/>
                  </a:lnTo>
                  <a:lnTo>
                    <a:pt x="3336744" y="375530"/>
                  </a:lnTo>
                  <a:lnTo>
                    <a:pt x="3339874" y="374326"/>
                  </a:lnTo>
                  <a:lnTo>
                    <a:pt x="3346308" y="371852"/>
                  </a:lnTo>
                  <a:lnTo>
                    <a:pt x="3353612" y="369042"/>
                  </a:lnTo>
                  <a:lnTo>
                    <a:pt x="3355003" y="368507"/>
                  </a:lnTo>
                  <a:lnTo>
                    <a:pt x="3356916" y="367771"/>
                  </a:lnTo>
                  <a:lnTo>
                    <a:pt x="3361437" y="366032"/>
                  </a:lnTo>
                  <a:lnTo>
                    <a:pt x="3372045" y="361950"/>
                  </a:lnTo>
                  <a:lnTo>
                    <a:pt x="3387348" y="356061"/>
                  </a:lnTo>
                  <a:lnTo>
                    <a:pt x="3388739" y="355525"/>
                  </a:lnTo>
                  <a:lnTo>
                    <a:pt x="3392739" y="353986"/>
                  </a:lnTo>
                  <a:lnTo>
                    <a:pt x="3394478" y="353316"/>
                  </a:lnTo>
                  <a:lnTo>
                    <a:pt x="3398825" y="351643"/>
                  </a:lnTo>
                  <a:lnTo>
                    <a:pt x="3411694" y="346688"/>
                  </a:lnTo>
                  <a:lnTo>
                    <a:pt x="3415519" y="345215"/>
                  </a:lnTo>
                  <a:lnTo>
                    <a:pt x="3421084" y="343072"/>
                  </a:lnTo>
                  <a:lnTo>
                    <a:pt x="3425953" y="341197"/>
                  </a:lnTo>
                  <a:lnTo>
                    <a:pt x="3426649" y="340929"/>
                  </a:lnTo>
                  <a:lnTo>
                    <a:pt x="3428562" y="340192"/>
                  </a:lnTo>
                  <a:lnTo>
                    <a:pt x="3437604" y="336709"/>
                  </a:lnTo>
                  <a:lnTo>
                    <a:pt x="3445777" y="333560"/>
                  </a:lnTo>
                  <a:lnTo>
                    <a:pt x="3446125" y="333426"/>
                  </a:lnTo>
                  <a:lnTo>
                    <a:pt x="3452907" y="330813"/>
                  </a:lnTo>
                  <a:lnTo>
                    <a:pt x="3455516" y="329808"/>
                  </a:lnTo>
                  <a:lnTo>
                    <a:pt x="3457081" y="329205"/>
                  </a:lnTo>
                  <a:lnTo>
                    <a:pt x="3457950" y="328870"/>
                  </a:lnTo>
                  <a:lnTo>
                    <a:pt x="3462298" y="327195"/>
                  </a:lnTo>
                  <a:lnTo>
                    <a:pt x="3468384" y="324850"/>
                  </a:lnTo>
                  <a:lnTo>
                    <a:pt x="3472210" y="323375"/>
                  </a:lnTo>
                  <a:lnTo>
                    <a:pt x="3476209" y="321834"/>
                  </a:lnTo>
                  <a:lnTo>
                    <a:pt x="3476905" y="321565"/>
                  </a:lnTo>
                  <a:lnTo>
                    <a:pt x="3477948" y="321163"/>
                  </a:lnTo>
                  <a:lnTo>
                    <a:pt x="3482818" y="319286"/>
                  </a:lnTo>
                  <a:lnTo>
                    <a:pt x="3485774" y="318147"/>
                  </a:lnTo>
                  <a:lnTo>
                    <a:pt x="3488382" y="317141"/>
                  </a:lnTo>
                  <a:lnTo>
                    <a:pt x="3497773" y="313521"/>
                  </a:lnTo>
                  <a:lnTo>
                    <a:pt x="3500555" y="312448"/>
                  </a:lnTo>
                  <a:lnTo>
                    <a:pt x="3503337" y="311375"/>
                  </a:lnTo>
                  <a:lnTo>
                    <a:pt x="3505250" y="310638"/>
                  </a:lnTo>
                  <a:lnTo>
                    <a:pt x="3510641" y="308559"/>
                  </a:lnTo>
                  <a:lnTo>
                    <a:pt x="3513771" y="307352"/>
                  </a:lnTo>
                  <a:lnTo>
                    <a:pt x="3520206" y="304870"/>
                  </a:lnTo>
                  <a:lnTo>
                    <a:pt x="3527509" y="302053"/>
                  </a:lnTo>
                  <a:lnTo>
                    <a:pt x="3528900" y="301517"/>
                  </a:lnTo>
                  <a:lnTo>
                    <a:pt x="3530813" y="300779"/>
                  </a:lnTo>
                  <a:lnTo>
                    <a:pt x="3535335" y="299035"/>
                  </a:lnTo>
                  <a:lnTo>
                    <a:pt x="3545942" y="294942"/>
                  </a:lnTo>
                  <a:lnTo>
                    <a:pt x="3561245" y="289037"/>
                  </a:lnTo>
                  <a:lnTo>
                    <a:pt x="3562636" y="288501"/>
                  </a:lnTo>
                  <a:lnTo>
                    <a:pt x="3566636" y="286957"/>
                  </a:lnTo>
                  <a:lnTo>
                    <a:pt x="3568375" y="286286"/>
                  </a:lnTo>
                  <a:lnTo>
                    <a:pt x="3572723" y="284608"/>
                  </a:lnTo>
                  <a:lnTo>
                    <a:pt x="3585591" y="279641"/>
                  </a:lnTo>
                  <a:lnTo>
                    <a:pt x="3589417" y="278164"/>
                  </a:lnTo>
                  <a:lnTo>
                    <a:pt x="3594981" y="276015"/>
                  </a:lnTo>
                  <a:lnTo>
                    <a:pt x="3599851" y="274135"/>
                  </a:lnTo>
                  <a:lnTo>
                    <a:pt x="3600546" y="273867"/>
                  </a:lnTo>
                  <a:lnTo>
                    <a:pt x="3602459" y="273128"/>
                  </a:lnTo>
                  <a:lnTo>
                    <a:pt x="3611502" y="269637"/>
                  </a:lnTo>
                  <a:lnTo>
                    <a:pt x="3619675" y="266480"/>
                  </a:lnTo>
                  <a:lnTo>
                    <a:pt x="3620023" y="266346"/>
                  </a:lnTo>
                  <a:lnTo>
                    <a:pt x="3626805" y="263726"/>
                  </a:lnTo>
                  <a:lnTo>
                    <a:pt x="3629413" y="262719"/>
                  </a:lnTo>
                  <a:lnTo>
                    <a:pt x="3630978" y="262114"/>
                  </a:lnTo>
                  <a:lnTo>
                    <a:pt x="3631848" y="261778"/>
                  </a:lnTo>
                  <a:lnTo>
                    <a:pt x="3636195" y="260099"/>
                  </a:lnTo>
                  <a:lnTo>
                    <a:pt x="3642282" y="257748"/>
                  </a:lnTo>
                  <a:lnTo>
                    <a:pt x="3646107" y="256270"/>
                  </a:lnTo>
                  <a:lnTo>
                    <a:pt x="3650107" y="254725"/>
                  </a:lnTo>
                  <a:lnTo>
                    <a:pt x="3650803" y="254456"/>
                  </a:lnTo>
                  <a:lnTo>
                    <a:pt x="3651846" y="254053"/>
                  </a:lnTo>
                  <a:lnTo>
                    <a:pt x="3656715" y="252171"/>
                  </a:lnTo>
                  <a:lnTo>
                    <a:pt x="3659671" y="251029"/>
                  </a:lnTo>
                  <a:lnTo>
                    <a:pt x="3661584" y="250290"/>
                  </a:lnTo>
                  <a:lnTo>
                    <a:pt x="3662280" y="250021"/>
                  </a:lnTo>
                  <a:lnTo>
                    <a:pt x="3671670" y="246392"/>
                  </a:lnTo>
                  <a:lnTo>
                    <a:pt x="3674453" y="245317"/>
                  </a:lnTo>
                  <a:lnTo>
                    <a:pt x="3677235" y="244242"/>
                  </a:lnTo>
                  <a:lnTo>
                    <a:pt x="3679148" y="243502"/>
                  </a:lnTo>
                  <a:lnTo>
                    <a:pt x="3684539" y="241419"/>
                  </a:lnTo>
                  <a:lnTo>
                    <a:pt x="3687669" y="240209"/>
                  </a:lnTo>
                  <a:lnTo>
                    <a:pt x="3694103" y="237721"/>
                  </a:lnTo>
                  <a:lnTo>
                    <a:pt x="3701407" y="234898"/>
                  </a:lnTo>
                  <a:lnTo>
                    <a:pt x="3702798" y="234360"/>
                  </a:lnTo>
                  <a:lnTo>
                    <a:pt x="3704711" y="233620"/>
                  </a:lnTo>
                  <a:lnTo>
                    <a:pt x="3709232" y="231872"/>
                  </a:lnTo>
                  <a:lnTo>
                    <a:pt x="3719840" y="227771"/>
                  </a:lnTo>
                  <a:lnTo>
                    <a:pt x="3735143" y="221853"/>
                  </a:lnTo>
                  <a:lnTo>
                    <a:pt x="3740534" y="219767"/>
                  </a:lnTo>
                  <a:lnTo>
                    <a:pt x="3742273" y="219095"/>
                  </a:lnTo>
                  <a:lnTo>
                    <a:pt x="3746620" y="217413"/>
                  </a:lnTo>
                  <a:lnTo>
                    <a:pt x="3759488" y="212435"/>
                  </a:lnTo>
                  <a:lnTo>
                    <a:pt x="3763314" y="210955"/>
                  </a:lnTo>
                  <a:lnTo>
                    <a:pt x="3768879" y="208802"/>
                  </a:lnTo>
                  <a:lnTo>
                    <a:pt x="3773748" y="206918"/>
                  </a:lnTo>
                  <a:lnTo>
                    <a:pt x="3774444" y="206649"/>
                  </a:lnTo>
                  <a:lnTo>
                    <a:pt x="3776356" y="205909"/>
                  </a:lnTo>
                  <a:lnTo>
                    <a:pt x="3785399" y="202409"/>
                  </a:lnTo>
                  <a:lnTo>
                    <a:pt x="3793572" y="199246"/>
                  </a:lnTo>
                  <a:lnTo>
                    <a:pt x="3793920" y="199112"/>
                  </a:lnTo>
                  <a:lnTo>
                    <a:pt x="3800702" y="196487"/>
                  </a:lnTo>
                  <a:lnTo>
                    <a:pt x="3803311" y="195477"/>
                  </a:lnTo>
                  <a:lnTo>
                    <a:pt x="3804876" y="194871"/>
                  </a:lnTo>
                  <a:lnTo>
                    <a:pt x="3805745" y="194535"/>
                  </a:lnTo>
                  <a:lnTo>
                    <a:pt x="3810093" y="192852"/>
                  </a:lnTo>
                  <a:lnTo>
                    <a:pt x="3816179" y="190496"/>
                  </a:lnTo>
                  <a:lnTo>
                    <a:pt x="3820005" y="189015"/>
                  </a:lnTo>
                  <a:lnTo>
                    <a:pt x="3824004" y="187466"/>
                  </a:lnTo>
                  <a:lnTo>
                    <a:pt x="3824700" y="187197"/>
                  </a:lnTo>
                  <a:lnTo>
                    <a:pt x="3825743" y="186793"/>
                  </a:lnTo>
                  <a:lnTo>
                    <a:pt x="3830612" y="184908"/>
                  </a:lnTo>
                  <a:lnTo>
                    <a:pt x="3833569" y="183763"/>
                  </a:lnTo>
                  <a:lnTo>
                    <a:pt x="3835482" y="183022"/>
                  </a:lnTo>
                  <a:lnTo>
                    <a:pt x="3836177" y="182753"/>
                  </a:lnTo>
                  <a:lnTo>
                    <a:pt x="3845568" y="179117"/>
                  </a:lnTo>
                  <a:lnTo>
                    <a:pt x="3848350" y="178039"/>
                  </a:lnTo>
                  <a:lnTo>
                    <a:pt x="3851132" y="176962"/>
                  </a:lnTo>
                  <a:lnTo>
                    <a:pt x="3853045" y="176221"/>
                  </a:lnTo>
                  <a:lnTo>
                    <a:pt x="3858436" y="174133"/>
                  </a:lnTo>
                  <a:lnTo>
                    <a:pt x="3861566" y="172921"/>
                  </a:lnTo>
                  <a:lnTo>
                    <a:pt x="3868000" y="170429"/>
                  </a:lnTo>
                  <a:lnTo>
                    <a:pt x="3875304" y="167599"/>
                  </a:lnTo>
                  <a:lnTo>
                    <a:pt x="3876695" y="167061"/>
                  </a:lnTo>
                  <a:lnTo>
                    <a:pt x="3878608" y="166319"/>
                  </a:lnTo>
                  <a:lnTo>
                    <a:pt x="3883129" y="164568"/>
                  </a:lnTo>
                  <a:lnTo>
                    <a:pt x="3893737" y="160458"/>
                  </a:lnTo>
                  <a:lnTo>
                    <a:pt x="3909040" y="154529"/>
                  </a:lnTo>
                  <a:lnTo>
                    <a:pt x="3910431" y="153990"/>
                  </a:lnTo>
                  <a:lnTo>
                    <a:pt x="3914431" y="152440"/>
                  </a:lnTo>
                  <a:lnTo>
                    <a:pt x="3916170" y="151766"/>
                  </a:lnTo>
                  <a:lnTo>
                    <a:pt x="3920517" y="150081"/>
                  </a:lnTo>
                  <a:lnTo>
                    <a:pt x="3933386" y="145093"/>
                  </a:lnTo>
                  <a:lnTo>
                    <a:pt x="3937212" y="143610"/>
                  </a:lnTo>
                  <a:lnTo>
                    <a:pt x="3942776" y="141453"/>
                  </a:lnTo>
                  <a:lnTo>
                    <a:pt x="3947645" y="139566"/>
                  </a:lnTo>
                  <a:lnTo>
                    <a:pt x="3948341" y="139296"/>
                  </a:lnTo>
                  <a:lnTo>
                    <a:pt x="3950254" y="138555"/>
                  </a:lnTo>
                  <a:lnTo>
                    <a:pt x="3959297" y="135049"/>
                  </a:lnTo>
                  <a:lnTo>
                    <a:pt x="3967470" y="131880"/>
                  </a:lnTo>
                  <a:lnTo>
                    <a:pt x="3967818" y="131745"/>
                  </a:lnTo>
                  <a:lnTo>
                    <a:pt x="3974600" y="129116"/>
                  </a:lnTo>
                  <a:lnTo>
                    <a:pt x="3977208" y="128104"/>
                  </a:lnTo>
                  <a:lnTo>
                    <a:pt x="3978773" y="127497"/>
                  </a:lnTo>
                  <a:lnTo>
                    <a:pt x="3979643" y="127160"/>
                  </a:lnTo>
                  <a:lnTo>
                    <a:pt x="3983990" y="125474"/>
                  </a:lnTo>
                  <a:lnTo>
                    <a:pt x="3990076" y="123114"/>
                  </a:lnTo>
                  <a:lnTo>
                    <a:pt x="3993902" y="121630"/>
                  </a:lnTo>
                  <a:lnTo>
                    <a:pt x="3997902" y="120079"/>
                  </a:lnTo>
                  <a:lnTo>
                    <a:pt x="3998597" y="119809"/>
                  </a:lnTo>
                  <a:lnTo>
                    <a:pt x="4004510" y="117516"/>
                  </a:lnTo>
                  <a:lnTo>
                    <a:pt x="4007466" y="116369"/>
                  </a:lnTo>
                  <a:lnTo>
                    <a:pt x="4009379" y="115627"/>
                  </a:lnTo>
                  <a:lnTo>
                    <a:pt x="4010075" y="115357"/>
                  </a:lnTo>
                  <a:lnTo>
                    <a:pt x="4019465" y="111715"/>
                  </a:lnTo>
                  <a:lnTo>
                    <a:pt x="4022247" y="110635"/>
                  </a:lnTo>
                  <a:lnTo>
                    <a:pt x="4026943" y="108814"/>
                  </a:lnTo>
                  <a:lnTo>
                    <a:pt x="4032334" y="106723"/>
                  </a:lnTo>
                  <a:lnTo>
                    <a:pt x="4035464" y="105508"/>
                  </a:lnTo>
                  <a:lnTo>
                    <a:pt x="4041898" y="103012"/>
                  </a:lnTo>
                  <a:lnTo>
                    <a:pt x="4049202" y="100178"/>
                  </a:lnTo>
                  <a:lnTo>
                    <a:pt x="4050593" y="99638"/>
                  </a:lnTo>
                  <a:lnTo>
                    <a:pt x="4052506" y="98896"/>
                  </a:lnTo>
                  <a:lnTo>
                    <a:pt x="4057027" y="97141"/>
                  </a:lnTo>
                  <a:lnTo>
                    <a:pt x="4082938" y="87085"/>
                  </a:lnTo>
                  <a:lnTo>
                    <a:pt x="4084329" y="86545"/>
                  </a:lnTo>
                  <a:lnTo>
                    <a:pt x="4088328" y="84993"/>
                  </a:lnTo>
                  <a:lnTo>
                    <a:pt x="4090067" y="84318"/>
                  </a:lnTo>
                  <a:lnTo>
                    <a:pt x="4094415" y="82630"/>
                  </a:lnTo>
                  <a:lnTo>
                    <a:pt x="4107283" y="77634"/>
                  </a:lnTo>
                  <a:lnTo>
                    <a:pt x="4111109" y="76149"/>
                  </a:lnTo>
                  <a:lnTo>
                    <a:pt x="4121543" y="72098"/>
                  </a:lnTo>
                  <a:lnTo>
                    <a:pt x="4122238" y="71828"/>
                  </a:lnTo>
                  <a:lnTo>
                    <a:pt x="4124151" y="71085"/>
                  </a:lnTo>
                  <a:lnTo>
                    <a:pt x="4133194" y="67574"/>
                  </a:lnTo>
                  <a:lnTo>
                    <a:pt x="4141367" y="64400"/>
                  </a:lnTo>
                  <a:lnTo>
                    <a:pt x="4151105" y="60618"/>
                  </a:lnTo>
                  <a:lnTo>
                    <a:pt x="4152671" y="60010"/>
                  </a:lnTo>
                  <a:lnTo>
                    <a:pt x="4153540" y="59673"/>
                  </a:lnTo>
                  <a:lnTo>
                    <a:pt x="4157887" y="57984"/>
                  </a:lnTo>
                  <a:lnTo>
                    <a:pt x="4171799" y="52581"/>
                  </a:lnTo>
                  <a:lnTo>
                    <a:pt x="4178407" y="50014"/>
                  </a:lnTo>
                  <a:lnTo>
                    <a:pt x="4181364" y="48865"/>
                  </a:lnTo>
                  <a:lnTo>
                    <a:pt x="4183276" y="48122"/>
                  </a:lnTo>
                  <a:lnTo>
                    <a:pt x="4183972" y="47852"/>
                  </a:lnTo>
                  <a:lnTo>
                    <a:pt x="4193363" y="44204"/>
                  </a:lnTo>
                  <a:lnTo>
                    <a:pt x="4196145" y="43123"/>
                  </a:lnTo>
                  <a:lnTo>
                    <a:pt x="4209361" y="37988"/>
                  </a:lnTo>
                  <a:lnTo>
                    <a:pt x="4215795" y="35488"/>
                  </a:lnTo>
                  <a:lnTo>
                    <a:pt x="4226403" y="31366"/>
                  </a:lnTo>
                  <a:lnTo>
                    <a:pt x="4230924" y="29608"/>
                  </a:lnTo>
                  <a:lnTo>
                    <a:pt x="4258226" y="18997"/>
                  </a:lnTo>
                  <a:lnTo>
                    <a:pt x="4262226" y="17442"/>
                  </a:lnTo>
                  <a:lnTo>
                    <a:pt x="4263965" y="16767"/>
                  </a:lnTo>
                  <a:lnTo>
                    <a:pt x="4281181" y="10074"/>
                  </a:lnTo>
                  <a:lnTo>
                    <a:pt x="4296136" y="4259"/>
                  </a:lnTo>
                  <a:lnTo>
                    <a:pt x="4307091" y="0"/>
                  </a:lnTo>
                  <a:lnTo>
                    <a:pt x="4307091" y="250288"/>
                  </a:lnTo>
                  <a:lnTo>
                    <a:pt x="4296136" y="253827"/>
                  </a:lnTo>
                  <a:lnTo>
                    <a:pt x="4281181" y="258660"/>
                  </a:lnTo>
                  <a:lnTo>
                    <a:pt x="4263965" y="264223"/>
                  </a:lnTo>
                  <a:lnTo>
                    <a:pt x="4262226" y="264786"/>
                  </a:lnTo>
                  <a:lnTo>
                    <a:pt x="4258226" y="266078"/>
                  </a:lnTo>
                  <a:lnTo>
                    <a:pt x="4230924" y="274904"/>
                  </a:lnTo>
                  <a:lnTo>
                    <a:pt x="4226403" y="276365"/>
                  </a:lnTo>
                  <a:lnTo>
                    <a:pt x="4215795" y="279795"/>
                  </a:lnTo>
                  <a:lnTo>
                    <a:pt x="4209361" y="281876"/>
                  </a:lnTo>
                  <a:lnTo>
                    <a:pt x="4196145" y="286150"/>
                  </a:lnTo>
                  <a:lnTo>
                    <a:pt x="4193363" y="287049"/>
                  </a:lnTo>
                  <a:lnTo>
                    <a:pt x="4183972" y="290087"/>
                  </a:lnTo>
                  <a:lnTo>
                    <a:pt x="4183276" y="290312"/>
                  </a:lnTo>
                  <a:lnTo>
                    <a:pt x="4181364" y="290930"/>
                  </a:lnTo>
                  <a:lnTo>
                    <a:pt x="4178407" y="291887"/>
                  </a:lnTo>
                  <a:lnTo>
                    <a:pt x="4171799" y="294024"/>
                  </a:lnTo>
                  <a:lnTo>
                    <a:pt x="4157887" y="298525"/>
                  </a:lnTo>
                  <a:lnTo>
                    <a:pt x="4153540" y="299931"/>
                  </a:lnTo>
                  <a:lnTo>
                    <a:pt x="4152671" y="300212"/>
                  </a:lnTo>
                  <a:lnTo>
                    <a:pt x="4151105" y="300719"/>
                  </a:lnTo>
                  <a:lnTo>
                    <a:pt x="4141367" y="303870"/>
                  </a:lnTo>
                  <a:lnTo>
                    <a:pt x="4133194" y="306514"/>
                  </a:lnTo>
                  <a:lnTo>
                    <a:pt x="4124151" y="309441"/>
                  </a:lnTo>
                  <a:lnTo>
                    <a:pt x="4122238" y="310060"/>
                  </a:lnTo>
                  <a:lnTo>
                    <a:pt x="4121543" y="310285"/>
                  </a:lnTo>
                  <a:lnTo>
                    <a:pt x="4111109" y="313662"/>
                  </a:lnTo>
                  <a:lnTo>
                    <a:pt x="4107283" y="314900"/>
                  </a:lnTo>
                  <a:lnTo>
                    <a:pt x="4094415" y="319066"/>
                  </a:lnTo>
                  <a:lnTo>
                    <a:pt x="4090067" y="320474"/>
                  </a:lnTo>
                  <a:lnTo>
                    <a:pt x="4088328" y="321036"/>
                  </a:lnTo>
                  <a:lnTo>
                    <a:pt x="4084329" y="322331"/>
                  </a:lnTo>
                  <a:lnTo>
                    <a:pt x="4082938" y="322782"/>
                  </a:lnTo>
                  <a:lnTo>
                    <a:pt x="4057027" y="331172"/>
                  </a:lnTo>
                  <a:lnTo>
                    <a:pt x="4052506" y="332637"/>
                  </a:lnTo>
                  <a:lnTo>
                    <a:pt x="4050593" y="333256"/>
                  </a:lnTo>
                  <a:lnTo>
                    <a:pt x="4049202" y="333707"/>
                  </a:lnTo>
                  <a:lnTo>
                    <a:pt x="4041898" y="336072"/>
                  </a:lnTo>
                  <a:lnTo>
                    <a:pt x="4035464" y="338157"/>
                  </a:lnTo>
                  <a:lnTo>
                    <a:pt x="4032334" y="339171"/>
                  </a:lnTo>
                  <a:lnTo>
                    <a:pt x="4026943" y="340917"/>
                  </a:lnTo>
                  <a:lnTo>
                    <a:pt x="4022247" y="342438"/>
                  </a:lnTo>
                  <a:lnTo>
                    <a:pt x="4019465" y="343340"/>
                  </a:lnTo>
                  <a:lnTo>
                    <a:pt x="4010075" y="346382"/>
                  </a:lnTo>
                  <a:lnTo>
                    <a:pt x="4009379" y="346608"/>
                  </a:lnTo>
                  <a:lnTo>
                    <a:pt x="4007466" y="347227"/>
                  </a:lnTo>
                  <a:lnTo>
                    <a:pt x="4004510" y="348185"/>
                  </a:lnTo>
                  <a:lnTo>
                    <a:pt x="3998597" y="350101"/>
                  </a:lnTo>
                  <a:lnTo>
                    <a:pt x="3997902" y="350327"/>
                  </a:lnTo>
                  <a:lnTo>
                    <a:pt x="3993902" y="351623"/>
                  </a:lnTo>
                  <a:lnTo>
                    <a:pt x="3990076" y="352863"/>
                  </a:lnTo>
                  <a:lnTo>
                    <a:pt x="3983990" y="354836"/>
                  </a:lnTo>
                  <a:lnTo>
                    <a:pt x="3979643" y="356245"/>
                  </a:lnTo>
                  <a:lnTo>
                    <a:pt x="3978773" y="356527"/>
                  </a:lnTo>
                  <a:lnTo>
                    <a:pt x="3977208" y="357034"/>
                  </a:lnTo>
                  <a:lnTo>
                    <a:pt x="3974600" y="357879"/>
                  </a:lnTo>
                  <a:lnTo>
                    <a:pt x="3967818" y="360078"/>
                  </a:lnTo>
                  <a:lnTo>
                    <a:pt x="3967470" y="360191"/>
                  </a:lnTo>
                  <a:lnTo>
                    <a:pt x="3959297" y="362841"/>
                  </a:lnTo>
                  <a:lnTo>
                    <a:pt x="3950254" y="365773"/>
                  </a:lnTo>
                  <a:lnTo>
                    <a:pt x="3948341" y="366393"/>
                  </a:lnTo>
                  <a:lnTo>
                    <a:pt x="3947645" y="366618"/>
                  </a:lnTo>
                  <a:lnTo>
                    <a:pt x="3942776" y="368197"/>
                  </a:lnTo>
                  <a:lnTo>
                    <a:pt x="3937212" y="370002"/>
                  </a:lnTo>
                  <a:lnTo>
                    <a:pt x="3933386" y="371243"/>
                  </a:lnTo>
                  <a:lnTo>
                    <a:pt x="3920517" y="375416"/>
                  </a:lnTo>
                  <a:lnTo>
                    <a:pt x="3916170" y="376827"/>
                  </a:lnTo>
                  <a:lnTo>
                    <a:pt x="3914431" y="377391"/>
                  </a:lnTo>
                  <a:lnTo>
                    <a:pt x="3910431" y="378688"/>
                  </a:lnTo>
                  <a:lnTo>
                    <a:pt x="3909040" y="379139"/>
                  </a:lnTo>
                  <a:lnTo>
                    <a:pt x="3893737" y="384104"/>
                  </a:lnTo>
                  <a:lnTo>
                    <a:pt x="3883129" y="387547"/>
                  </a:lnTo>
                  <a:lnTo>
                    <a:pt x="3878608" y="389014"/>
                  </a:lnTo>
                  <a:lnTo>
                    <a:pt x="3876695" y="389635"/>
                  </a:lnTo>
                  <a:lnTo>
                    <a:pt x="3875304" y="390086"/>
                  </a:lnTo>
                  <a:lnTo>
                    <a:pt x="3868000" y="392457"/>
                  </a:lnTo>
                  <a:lnTo>
                    <a:pt x="3861566" y="394545"/>
                  </a:lnTo>
                  <a:lnTo>
                    <a:pt x="3858436" y="395561"/>
                  </a:lnTo>
                  <a:lnTo>
                    <a:pt x="3853045" y="397311"/>
                  </a:lnTo>
                  <a:lnTo>
                    <a:pt x="3851132" y="397932"/>
                  </a:lnTo>
                  <a:lnTo>
                    <a:pt x="3848350" y="398836"/>
                  </a:lnTo>
                  <a:lnTo>
                    <a:pt x="3845568" y="399739"/>
                  </a:lnTo>
                  <a:lnTo>
                    <a:pt x="3836177" y="402788"/>
                  </a:lnTo>
                  <a:lnTo>
                    <a:pt x="3835482" y="403014"/>
                  </a:lnTo>
                  <a:lnTo>
                    <a:pt x="3833569" y="403635"/>
                  </a:lnTo>
                  <a:lnTo>
                    <a:pt x="3830612" y="404595"/>
                  </a:lnTo>
                  <a:lnTo>
                    <a:pt x="3825743" y="406176"/>
                  </a:lnTo>
                  <a:lnTo>
                    <a:pt x="3824700" y="406515"/>
                  </a:lnTo>
                  <a:lnTo>
                    <a:pt x="3824004" y="406741"/>
                  </a:lnTo>
                  <a:lnTo>
                    <a:pt x="3820005" y="408040"/>
                  </a:lnTo>
                  <a:lnTo>
                    <a:pt x="3816179" y="409282"/>
                  </a:lnTo>
                  <a:lnTo>
                    <a:pt x="3810093" y="411259"/>
                  </a:lnTo>
                  <a:lnTo>
                    <a:pt x="3805745" y="412671"/>
                  </a:lnTo>
                  <a:lnTo>
                    <a:pt x="3804876" y="412954"/>
                  </a:lnTo>
                  <a:lnTo>
                    <a:pt x="3803311" y="413462"/>
                  </a:lnTo>
                  <a:lnTo>
                    <a:pt x="3800702" y="414310"/>
                  </a:lnTo>
                  <a:lnTo>
                    <a:pt x="3793920" y="416513"/>
                  </a:lnTo>
                  <a:lnTo>
                    <a:pt x="3793572" y="416626"/>
                  </a:lnTo>
                  <a:lnTo>
                    <a:pt x="3785399" y="419281"/>
                  </a:lnTo>
                  <a:lnTo>
                    <a:pt x="3776356" y="422220"/>
                  </a:lnTo>
                  <a:lnTo>
                    <a:pt x="3774444" y="422841"/>
                  </a:lnTo>
                  <a:lnTo>
                    <a:pt x="3773748" y="423068"/>
                  </a:lnTo>
                  <a:lnTo>
                    <a:pt x="3768879" y="424650"/>
                  </a:lnTo>
                  <a:lnTo>
                    <a:pt x="3763314" y="426459"/>
                  </a:lnTo>
                  <a:lnTo>
                    <a:pt x="3759488" y="427702"/>
                  </a:lnTo>
                  <a:lnTo>
                    <a:pt x="3746620" y="431885"/>
                  </a:lnTo>
                  <a:lnTo>
                    <a:pt x="3742273" y="433299"/>
                  </a:lnTo>
                  <a:lnTo>
                    <a:pt x="3740534" y="433864"/>
                  </a:lnTo>
                  <a:lnTo>
                    <a:pt x="3735143" y="435617"/>
                  </a:lnTo>
                  <a:lnTo>
                    <a:pt x="3719840" y="440593"/>
                  </a:lnTo>
                  <a:lnTo>
                    <a:pt x="3709232" y="444043"/>
                  </a:lnTo>
                  <a:lnTo>
                    <a:pt x="3704711" y="445514"/>
                  </a:lnTo>
                  <a:lnTo>
                    <a:pt x="3702798" y="446136"/>
                  </a:lnTo>
                  <a:lnTo>
                    <a:pt x="3701407" y="446589"/>
                  </a:lnTo>
                  <a:lnTo>
                    <a:pt x="3694103" y="448965"/>
                  </a:lnTo>
                  <a:lnTo>
                    <a:pt x="3687669" y="451058"/>
                  </a:lnTo>
                  <a:lnTo>
                    <a:pt x="3684539" y="452077"/>
                  </a:lnTo>
                  <a:lnTo>
                    <a:pt x="3679148" y="453831"/>
                  </a:lnTo>
                  <a:lnTo>
                    <a:pt x="3677235" y="454453"/>
                  </a:lnTo>
                  <a:lnTo>
                    <a:pt x="3674453" y="455359"/>
                  </a:lnTo>
                  <a:lnTo>
                    <a:pt x="3671670" y="456264"/>
                  </a:lnTo>
                  <a:lnTo>
                    <a:pt x="3662280" y="459321"/>
                  </a:lnTo>
                  <a:lnTo>
                    <a:pt x="3661584" y="459547"/>
                  </a:lnTo>
                  <a:lnTo>
                    <a:pt x="3659671" y="460170"/>
                  </a:lnTo>
                  <a:lnTo>
                    <a:pt x="3656715" y="461132"/>
                  </a:lnTo>
                  <a:lnTo>
                    <a:pt x="3651846" y="462717"/>
                  </a:lnTo>
                  <a:lnTo>
                    <a:pt x="3650803" y="463057"/>
                  </a:lnTo>
                  <a:lnTo>
                    <a:pt x="3650107" y="463283"/>
                  </a:lnTo>
                  <a:lnTo>
                    <a:pt x="3646107" y="464586"/>
                  </a:lnTo>
                  <a:lnTo>
                    <a:pt x="3642282" y="465831"/>
                  </a:lnTo>
                  <a:lnTo>
                    <a:pt x="3636195" y="467813"/>
                  </a:lnTo>
                  <a:lnTo>
                    <a:pt x="3631848" y="469229"/>
                  </a:lnTo>
                  <a:lnTo>
                    <a:pt x="3630978" y="469512"/>
                  </a:lnTo>
                  <a:lnTo>
                    <a:pt x="3629413" y="470022"/>
                  </a:lnTo>
                  <a:lnTo>
                    <a:pt x="3626805" y="470871"/>
                  </a:lnTo>
                  <a:lnTo>
                    <a:pt x="3620023" y="473080"/>
                  </a:lnTo>
                  <a:lnTo>
                    <a:pt x="3619675" y="473193"/>
                  </a:lnTo>
                  <a:lnTo>
                    <a:pt x="3611502" y="475855"/>
                  </a:lnTo>
                  <a:lnTo>
                    <a:pt x="3602459" y="478801"/>
                  </a:lnTo>
                  <a:lnTo>
                    <a:pt x="3600546" y="479424"/>
                  </a:lnTo>
                  <a:lnTo>
                    <a:pt x="3599851" y="479651"/>
                  </a:lnTo>
                  <a:lnTo>
                    <a:pt x="3594981" y="481238"/>
                  </a:lnTo>
                  <a:lnTo>
                    <a:pt x="3589417" y="483051"/>
                  </a:lnTo>
                  <a:lnTo>
                    <a:pt x="3585591" y="484298"/>
                  </a:lnTo>
                  <a:lnTo>
                    <a:pt x="3572723" y="488492"/>
                  </a:lnTo>
                  <a:lnTo>
                    <a:pt x="3568375" y="489909"/>
                  </a:lnTo>
                  <a:lnTo>
                    <a:pt x="3566636" y="490476"/>
                  </a:lnTo>
                  <a:lnTo>
                    <a:pt x="3562636" y="491779"/>
                  </a:lnTo>
                  <a:lnTo>
                    <a:pt x="3561245" y="492233"/>
                  </a:lnTo>
                  <a:lnTo>
                    <a:pt x="3545942" y="497223"/>
                  </a:lnTo>
                  <a:lnTo>
                    <a:pt x="3535335" y="500682"/>
                  </a:lnTo>
                  <a:lnTo>
                    <a:pt x="3530813" y="502157"/>
                  </a:lnTo>
                  <a:lnTo>
                    <a:pt x="3528900" y="502781"/>
                  </a:lnTo>
                  <a:lnTo>
                    <a:pt x="3527509" y="503234"/>
                  </a:lnTo>
                  <a:lnTo>
                    <a:pt x="3520206" y="505617"/>
                  </a:lnTo>
                  <a:lnTo>
                    <a:pt x="3513771" y="507716"/>
                  </a:lnTo>
                  <a:lnTo>
                    <a:pt x="3510641" y="508738"/>
                  </a:lnTo>
                  <a:lnTo>
                    <a:pt x="3505250" y="510497"/>
                  </a:lnTo>
                  <a:lnTo>
                    <a:pt x="3503337" y="511121"/>
                  </a:lnTo>
                  <a:lnTo>
                    <a:pt x="3500555" y="512029"/>
                  </a:lnTo>
                  <a:lnTo>
                    <a:pt x="3497773" y="512937"/>
                  </a:lnTo>
                  <a:lnTo>
                    <a:pt x="3488382" y="516002"/>
                  </a:lnTo>
                  <a:lnTo>
                    <a:pt x="3485774" y="516853"/>
                  </a:lnTo>
                  <a:lnTo>
                    <a:pt x="3482818" y="517818"/>
                  </a:lnTo>
                  <a:lnTo>
                    <a:pt x="3477948" y="519408"/>
                  </a:lnTo>
                  <a:lnTo>
                    <a:pt x="3476905" y="519749"/>
                  </a:lnTo>
                  <a:lnTo>
                    <a:pt x="3476209" y="519976"/>
                  </a:lnTo>
                  <a:lnTo>
                    <a:pt x="3472210" y="521281"/>
                  </a:lnTo>
                  <a:lnTo>
                    <a:pt x="3468384" y="522531"/>
                  </a:lnTo>
                  <a:lnTo>
                    <a:pt x="3462298" y="524518"/>
                  </a:lnTo>
                  <a:lnTo>
                    <a:pt x="3457950" y="525938"/>
                  </a:lnTo>
                  <a:lnTo>
                    <a:pt x="3457081" y="526222"/>
                  </a:lnTo>
                  <a:lnTo>
                    <a:pt x="3455516" y="526733"/>
                  </a:lnTo>
                  <a:lnTo>
                    <a:pt x="3452907" y="527585"/>
                  </a:lnTo>
                  <a:lnTo>
                    <a:pt x="3446125" y="529800"/>
                  </a:lnTo>
                  <a:lnTo>
                    <a:pt x="3445777" y="529914"/>
                  </a:lnTo>
                  <a:lnTo>
                    <a:pt x="3437604" y="532584"/>
                  </a:lnTo>
                  <a:lnTo>
                    <a:pt x="3428562" y="535539"/>
                  </a:lnTo>
                  <a:lnTo>
                    <a:pt x="3426649" y="536164"/>
                  </a:lnTo>
                  <a:lnTo>
                    <a:pt x="3425953" y="536391"/>
                  </a:lnTo>
                  <a:lnTo>
                    <a:pt x="3421084" y="537982"/>
                  </a:lnTo>
                  <a:lnTo>
                    <a:pt x="3415519" y="539801"/>
                  </a:lnTo>
                  <a:lnTo>
                    <a:pt x="3411694" y="541051"/>
                  </a:lnTo>
                  <a:lnTo>
                    <a:pt x="3398825" y="545258"/>
                  </a:lnTo>
                  <a:lnTo>
                    <a:pt x="3394478" y="546680"/>
                  </a:lnTo>
                  <a:lnTo>
                    <a:pt x="3392739" y="547248"/>
                  </a:lnTo>
                  <a:lnTo>
                    <a:pt x="3388739" y="548556"/>
                  </a:lnTo>
                  <a:lnTo>
                    <a:pt x="3387348" y="549011"/>
                  </a:lnTo>
                  <a:lnTo>
                    <a:pt x="3372045" y="554016"/>
                  </a:lnTo>
                  <a:lnTo>
                    <a:pt x="3361437" y="557486"/>
                  </a:lnTo>
                  <a:lnTo>
                    <a:pt x="3356916" y="558966"/>
                  </a:lnTo>
                  <a:lnTo>
                    <a:pt x="3355003" y="559592"/>
                  </a:lnTo>
                  <a:lnTo>
                    <a:pt x="3353612" y="560047"/>
                  </a:lnTo>
                  <a:lnTo>
                    <a:pt x="3346308" y="562437"/>
                  </a:lnTo>
                  <a:lnTo>
                    <a:pt x="3339874" y="564543"/>
                  </a:lnTo>
                  <a:lnTo>
                    <a:pt x="3336744" y="565567"/>
                  </a:lnTo>
                  <a:lnTo>
                    <a:pt x="3331353" y="567332"/>
                  </a:lnTo>
                  <a:lnTo>
                    <a:pt x="3329440" y="567958"/>
                  </a:lnTo>
                  <a:lnTo>
                    <a:pt x="3326658" y="568869"/>
                  </a:lnTo>
                  <a:lnTo>
                    <a:pt x="3323875" y="569780"/>
                  </a:lnTo>
                  <a:lnTo>
                    <a:pt x="3313789" y="573083"/>
                  </a:lnTo>
                  <a:lnTo>
                    <a:pt x="3311876" y="573710"/>
                  </a:lnTo>
                  <a:lnTo>
                    <a:pt x="3308920" y="574678"/>
                  </a:lnTo>
                  <a:lnTo>
                    <a:pt x="3304051" y="576273"/>
                  </a:lnTo>
                  <a:lnTo>
                    <a:pt x="3303008" y="576614"/>
                  </a:lnTo>
                  <a:lnTo>
                    <a:pt x="3302312" y="576842"/>
                  </a:lnTo>
                  <a:lnTo>
                    <a:pt x="3298312" y="578152"/>
                  </a:lnTo>
                  <a:lnTo>
                    <a:pt x="3294487" y="579406"/>
                  </a:lnTo>
                  <a:lnTo>
                    <a:pt x="3288400" y="581400"/>
                  </a:lnTo>
                  <a:lnTo>
                    <a:pt x="3284053" y="582825"/>
                  </a:lnTo>
                  <a:lnTo>
                    <a:pt x="3283183" y="583109"/>
                  </a:lnTo>
                  <a:lnTo>
                    <a:pt x="3281618" y="583622"/>
                  </a:lnTo>
                  <a:lnTo>
                    <a:pt x="3279010" y="584477"/>
                  </a:lnTo>
                  <a:lnTo>
                    <a:pt x="3272228" y="586700"/>
                  </a:lnTo>
                  <a:lnTo>
                    <a:pt x="3271880" y="586814"/>
                  </a:lnTo>
                  <a:lnTo>
                    <a:pt x="3263707" y="589493"/>
                  </a:lnTo>
                  <a:lnTo>
                    <a:pt x="3254664" y="592458"/>
                  </a:lnTo>
                  <a:lnTo>
                    <a:pt x="3252751" y="593085"/>
                  </a:lnTo>
                  <a:lnTo>
                    <a:pt x="3252056" y="593313"/>
                  </a:lnTo>
                  <a:lnTo>
                    <a:pt x="3247187" y="594910"/>
                  </a:lnTo>
                  <a:lnTo>
                    <a:pt x="3241622" y="596735"/>
                  </a:lnTo>
                  <a:lnTo>
                    <a:pt x="3237796" y="597990"/>
                  </a:lnTo>
                  <a:lnTo>
                    <a:pt x="3224928" y="602212"/>
                  </a:lnTo>
                  <a:lnTo>
                    <a:pt x="3220580" y="603638"/>
                  </a:lnTo>
                  <a:lnTo>
                    <a:pt x="3218841" y="604209"/>
                  </a:lnTo>
                  <a:lnTo>
                    <a:pt x="3214842" y="605521"/>
                  </a:lnTo>
                  <a:lnTo>
                    <a:pt x="3213450" y="605978"/>
                  </a:lnTo>
                  <a:lnTo>
                    <a:pt x="3198147" y="611001"/>
                  </a:lnTo>
                  <a:lnTo>
                    <a:pt x="3187540" y="614484"/>
                  </a:lnTo>
                  <a:lnTo>
                    <a:pt x="3183018" y="615969"/>
                  </a:lnTo>
                  <a:lnTo>
                    <a:pt x="3181105" y="616597"/>
                  </a:lnTo>
                  <a:lnTo>
                    <a:pt x="3179714" y="617054"/>
                  </a:lnTo>
                  <a:lnTo>
                    <a:pt x="3172411" y="619453"/>
                  </a:lnTo>
                  <a:lnTo>
                    <a:pt x="3165976" y="621567"/>
                  </a:lnTo>
                  <a:lnTo>
                    <a:pt x="3162846" y="622595"/>
                  </a:lnTo>
                  <a:lnTo>
                    <a:pt x="3157455" y="624366"/>
                  </a:lnTo>
                  <a:lnTo>
                    <a:pt x="3155543" y="624995"/>
                  </a:lnTo>
                  <a:lnTo>
                    <a:pt x="3152760" y="625909"/>
                  </a:lnTo>
                  <a:lnTo>
                    <a:pt x="3149978" y="626824"/>
                  </a:lnTo>
                  <a:lnTo>
                    <a:pt x="3140587" y="629911"/>
                  </a:lnTo>
                  <a:lnTo>
                    <a:pt x="3139892" y="630139"/>
                  </a:lnTo>
                  <a:lnTo>
                    <a:pt x="3137979" y="630768"/>
                  </a:lnTo>
                  <a:lnTo>
                    <a:pt x="3135023" y="631740"/>
                  </a:lnTo>
                  <a:lnTo>
                    <a:pt x="3130154" y="633341"/>
                  </a:lnTo>
                  <a:lnTo>
                    <a:pt x="3129110" y="633684"/>
                  </a:lnTo>
                  <a:lnTo>
                    <a:pt x="3128415" y="633913"/>
                  </a:lnTo>
                  <a:lnTo>
                    <a:pt x="3124415" y="635228"/>
                  </a:lnTo>
                  <a:lnTo>
                    <a:pt x="3120589" y="636486"/>
                  </a:lnTo>
                  <a:lnTo>
                    <a:pt x="3114503" y="638488"/>
                  </a:lnTo>
                  <a:lnTo>
                    <a:pt x="3110155" y="639918"/>
                  </a:lnTo>
                  <a:lnTo>
                    <a:pt x="3109286" y="640205"/>
                  </a:lnTo>
                  <a:lnTo>
                    <a:pt x="3107721" y="640719"/>
                  </a:lnTo>
                  <a:lnTo>
                    <a:pt x="3105112" y="641578"/>
                  </a:lnTo>
                  <a:lnTo>
                    <a:pt x="3097983" y="643924"/>
                  </a:lnTo>
                  <a:lnTo>
                    <a:pt x="3089809" y="646614"/>
                  </a:lnTo>
                  <a:lnTo>
                    <a:pt x="3080767" y="649590"/>
                  </a:lnTo>
                  <a:lnTo>
                    <a:pt x="3078854" y="650220"/>
                  </a:lnTo>
                  <a:lnTo>
                    <a:pt x="3078158" y="650449"/>
                  </a:lnTo>
                  <a:lnTo>
                    <a:pt x="3067724" y="653885"/>
                  </a:lnTo>
                  <a:lnTo>
                    <a:pt x="3063899" y="655145"/>
                  </a:lnTo>
                  <a:lnTo>
                    <a:pt x="3051030" y="659384"/>
                  </a:lnTo>
                  <a:lnTo>
                    <a:pt x="3046683" y="660816"/>
                  </a:lnTo>
                  <a:lnTo>
                    <a:pt x="3044944" y="661389"/>
                  </a:lnTo>
                  <a:lnTo>
                    <a:pt x="3040944" y="662707"/>
                  </a:lnTo>
                  <a:lnTo>
                    <a:pt x="3039553" y="663166"/>
                  </a:lnTo>
                  <a:lnTo>
                    <a:pt x="3024250" y="668210"/>
                  </a:lnTo>
                  <a:lnTo>
                    <a:pt x="3013642" y="671708"/>
                  </a:lnTo>
                  <a:lnTo>
                    <a:pt x="3009121" y="673199"/>
                  </a:lnTo>
                  <a:lnTo>
                    <a:pt x="3007208" y="673830"/>
                  </a:lnTo>
                  <a:lnTo>
                    <a:pt x="3005817" y="674289"/>
                  </a:lnTo>
                  <a:lnTo>
                    <a:pt x="2998513" y="676698"/>
                  </a:lnTo>
                  <a:lnTo>
                    <a:pt x="2992079" y="678821"/>
                  </a:lnTo>
                  <a:lnTo>
                    <a:pt x="2988949" y="679854"/>
                  </a:lnTo>
                  <a:lnTo>
                    <a:pt x="2983558" y="681633"/>
                  </a:lnTo>
                  <a:lnTo>
                    <a:pt x="2981645" y="682265"/>
                  </a:lnTo>
                  <a:lnTo>
                    <a:pt x="2978863" y="683183"/>
                  </a:lnTo>
                  <a:lnTo>
                    <a:pt x="2976080" y="684102"/>
                  </a:lnTo>
                  <a:lnTo>
                    <a:pt x="2966690" y="687202"/>
                  </a:lnTo>
                  <a:lnTo>
                    <a:pt x="2965994" y="687432"/>
                  </a:lnTo>
                  <a:lnTo>
                    <a:pt x="2964081" y="688063"/>
                  </a:lnTo>
                  <a:lnTo>
                    <a:pt x="2961125" y="689040"/>
                  </a:lnTo>
                  <a:lnTo>
                    <a:pt x="2956256" y="690648"/>
                  </a:lnTo>
                  <a:lnTo>
                    <a:pt x="2955213" y="690993"/>
                  </a:lnTo>
                  <a:lnTo>
                    <a:pt x="2954517" y="691222"/>
                  </a:lnTo>
                  <a:lnTo>
                    <a:pt x="2950517" y="692544"/>
                  </a:lnTo>
                  <a:lnTo>
                    <a:pt x="2946692" y="693808"/>
                  </a:lnTo>
                  <a:lnTo>
                    <a:pt x="2940605" y="695819"/>
                  </a:lnTo>
                  <a:lnTo>
                    <a:pt x="2936258" y="697255"/>
                  </a:lnTo>
                  <a:lnTo>
                    <a:pt x="2935388" y="697543"/>
                  </a:lnTo>
                  <a:lnTo>
                    <a:pt x="2933823" y="698060"/>
                  </a:lnTo>
                  <a:lnTo>
                    <a:pt x="2931215" y="698922"/>
                  </a:lnTo>
                  <a:lnTo>
                    <a:pt x="2924433" y="701164"/>
                  </a:lnTo>
                  <a:lnTo>
                    <a:pt x="2924085" y="701279"/>
                  </a:lnTo>
                  <a:lnTo>
                    <a:pt x="2915912" y="703981"/>
                  </a:lnTo>
                  <a:lnTo>
                    <a:pt x="2906869" y="706972"/>
                  </a:lnTo>
                  <a:lnTo>
                    <a:pt x="2904956" y="707605"/>
                  </a:lnTo>
                  <a:lnTo>
                    <a:pt x="2904261" y="707835"/>
                  </a:lnTo>
                  <a:lnTo>
                    <a:pt x="2899392" y="709446"/>
                  </a:lnTo>
                  <a:lnTo>
                    <a:pt x="2893827" y="711287"/>
                  </a:lnTo>
                  <a:lnTo>
                    <a:pt x="2890001" y="712553"/>
                  </a:lnTo>
                  <a:lnTo>
                    <a:pt x="2877133" y="716812"/>
                  </a:lnTo>
                  <a:lnTo>
                    <a:pt x="2872785" y="718252"/>
                  </a:lnTo>
                  <a:lnTo>
                    <a:pt x="2871046" y="718828"/>
                  </a:lnTo>
                  <a:lnTo>
                    <a:pt x="2867047" y="720152"/>
                  </a:lnTo>
                  <a:lnTo>
                    <a:pt x="2865656" y="720613"/>
                  </a:lnTo>
                  <a:lnTo>
                    <a:pt x="2850353" y="725682"/>
                  </a:lnTo>
                  <a:lnTo>
                    <a:pt x="2839745" y="729197"/>
                  </a:lnTo>
                  <a:lnTo>
                    <a:pt x="2835223" y="730696"/>
                  </a:lnTo>
                  <a:lnTo>
                    <a:pt x="2833311" y="731330"/>
                  </a:lnTo>
                  <a:lnTo>
                    <a:pt x="2831919" y="731791"/>
                  </a:lnTo>
                  <a:lnTo>
                    <a:pt x="2824616" y="734213"/>
                  </a:lnTo>
                  <a:lnTo>
                    <a:pt x="2818182" y="736346"/>
                  </a:lnTo>
                  <a:lnTo>
                    <a:pt x="2815051" y="737385"/>
                  </a:lnTo>
                  <a:lnTo>
                    <a:pt x="2809661" y="739173"/>
                  </a:lnTo>
                  <a:lnTo>
                    <a:pt x="2807748" y="739808"/>
                  </a:lnTo>
                  <a:lnTo>
                    <a:pt x="2804965" y="740731"/>
                  </a:lnTo>
                  <a:lnTo>
                    <a:pt x="2802183" y="741654"/>
                  </a:lnTo>
                  <a:lnTo>
                    <a:pt x="2792793" y="744770"/>
                  </a:lnTo>
                  <a:lnTo>
                    <a:pt x="2792097" y="745001"/>
                  </a:lnTo>
                  <a:lnTo>
                    <a:pt x="2790184" y="745636"/>
                  </a:lnTo>
                  <a:lnTo>
                    <a:pt x="2787228" y="746618"/>
                  </a:lnTo>
                  <a:lnTo>
                    <a:pt x="2782359" y="748234"/>
                  </a:lnTo>
                  <a:lnTo>
                    <a:pt x="2781315" y="748581"/>
                  </a:lnTo>
                  <a:lnTo>
                    <a:pt x="2780620" y="748812"/>
                  </a:lnTo>
                  <a:lnTo>
                    <a:pt x="2772794" y="751411"/>
                  </a:lnTo>
                  <a:lnTo>
                    <a:pt x="2766708" y="753432"/>
                  </a:lnTo>
                  <a:lnTo>
                    <a:pt x="2762360" y="754877"/>
                  </a:lnTo>
                  <a:lnTo>
                    <a:pt x="2761491" y="755166"/>
                  </a:lnTo>
                  <a:lnTo>
                    <a:pt x="2759926" y="755686"/>
                  </a:lnTo>
                  <a:lnTo>
                    <a:pt x="2757317" y="756553"/>
                  </a:lnTo>
                  <a:lnTo>
                    <a:pt x="2750535" y="758807"/>
                  </a:lnTo>
                  <a:lnTo>
                    <a:pt x="2750188" y="758922"/>
                  </a:lnTo>
                  <a:lnTo>
                    <a:pt x="2742014" y="761639"/>
                  </a:lnTo>
                  <a:lnTo>
                    <a:pt x="2732972" y="764646"/>
                  </a:lnTo>
                  <a:lnTo>
                    <a:pt x="2731059" y="765282"/>
                  </a:lnTo>
                  <a:lnTo>
                    <a:pt x="2730363" y="765514"/>
                  </a:lnTo>
                  <a:lnTo>
                    <a:pt x="2725494" y="767134"/>
                  </a:lnTo>
                  <a:lnTo>
                    <a:pt x="2719929" y="768985"/>
                  </a:lnTo>
                  <a:lnTo>
                    <a:pt x="2716104" y="770258"/>
                  </a:lnTo>
                  <a:lnTo>
                    <a:pt x="2703235" y="774541"/>
                  </a:lnTo>
                  <a:lnTo>
                    <a:pt x="2698888" y="775989"/>
                  </a:lnTo>
                  <a:lnTo>
                    <a:pt x="2693149" y="777900"/>
                  </a:lnTo>
                  <a:lnTo>
                    <a:pt x="2691758" y="778363"/>
                  </a:lnTo>
                  <a:lnTo>
                    <a:pt x="2676455" y="783461"/>
                  </a:lnTo>
                  <a:lnTo>
                    <a:pt x="2661326" y="788504"/>
                  </a:lnTo>
                  <a:lnTo>
                    <a:pt x="2659413" y="789142"/>
                  </a:lnTo>
                  <a:lnTo>
                    <a:pt x="2650718" y="792042"/>
                  </a:lnTo>
                  <a:lnTo>
                    <a:pt x="2644284" y="794188"/>
                  </a:lnTo>
                  <a:lnTo>
                    <a:pt x="2641154" y="795233"/>
                  </a:lnTo>
                  <a:lnTo>
                    <a:pt x="2635763" y="797031"/>
                  </a:lnTo>
                  <a:lnTo>
                    <a:pt x="2633850" y="797670"/>
                  </a:lnTo>
                  <a:lnTo>
                    <a:pt x="2631068" y="798599"/>
                  </a:lnTo>
                  <a:lnTo>
                    <a:pt x="2628286" y="799527"/>
                  </a:lnTo>
                  <a:lnTo>
                    <a:pt x="2618895" y="802663"/>
                  </a:lnTo>
                  <a:lnTo>
                    <a:pt x="2618199" y="802895"/>
                  </a:lnTo>
                  <a:lnTo>
                    <a:pt x="2616287" y="803534"/>
                  </a:lnTo>
                  <a:lnTo>
                    <a:pt x="2613330" y="804521"/>
                  </a:lnTo>
                  <a:lnTo>
                    <a:pt x="2608461" y="806148"/>
                  </a:lnTo>
                  <a:lnTo>
                    <a:pt x="2607418" y="806496"/>
                  </a:lnTo>
                  <a:lnTo>
                    <a:pt x="2606722" y="806728"/>
                  </a:lnTo>
                  <a:lnTo>
                    <a:pt x="2602723" y="808065"/>
                  </a:lnTo>
                  <a:lnTo>
                    <a:pt x="2598897" y="809343"/>
                  </a:lnTo>
                  <a:lnTo>
                    <a:pt x="2592810" y="811378"/>
                  </a:lnTo>
                  <a:lnTo>
                    <a:pt x="2588463" y="812831"/>
                  </a:lnTo>
                  <a:lnTo>
                    <a:pt x="2587594" y="813122"/>
                  </a:lnTo>
                  <a:lnTo>
                    <a:pt x="2586028" y="813645"/>
                  </a:lnTo>
                  <a:lnTo>
                    <a:pt x="2583420" y="814517"/>
                  </a:lnTo>
                  <a:lnTo>
                    <a:pt x="2576638" y="816785"/>
                  </a:lnTo>
                  <a:lnTo>
                    <a:pt x="2576290" y="816901"/>
                  </a:lnTo>
                  <a:lnTo>
                    <a:pt x="2568117" y="819636"/>
                  </a:lnTo>
                  <a:lnTo>
                    <a:pt x="2559074" y="822662"/>
                  </a:lnTo>
                  <a:lnTo>
                    <a:pt x="2557161" y="823302"/>
                  </a:lnTo>
                  <a:lnTo>
                    <a:pt x="2556466" y="823535"/>
                  </a:lnTo>
                  <a:lnTo>
                    <a:pt x="2551597" y="825165"/>
                  </a:lnTo>
                  <a:lnTo>
                    <a:pt x="2546032" y="827028"/>
                  </a:lnTo>
                  <a:lnTo>
                    <a:pt x="2542206" y="828309"/>
                  </a:lnTo>
                  <a:lnTo>
                    <a:pt x="2529338" y="832621"/>
                  </a:lnTo>
                  <a:lnTo>
                    <a:pt x="2523251" y="834660"/>
                  </a:lnTo>
                  <a:lnTo>
                    <a:pt x="2519252" y="836001"/>
                  </a:lnTo>
                  <a:lnTo>
                    <a:pt x="2517861" y="836467"/>
                  </a:lnTo>
                  <a:lnTo>
                    <a:pt x="2502558" y="841599"/>
                  </a:lnTo>
                  <a:lnTo>
                    <a:pt x="2491950" y="845159"/>
                  </a:lnTo>
                  <a:lnTo>
                    <a:pt x="2487429" y="846676"/>
                  </a:lnTo>
                  <a:lnTo>
                    <a:pt x="2485516" y="847318"/>
                  </a:lnTo>
                  <a:lnTo>
                    <a:pt x="2484125" y="847785"/>
                  </a:lnTo>
                  <a:lnTo>
                    <a:pt x="2476821" y="850238"/>
                  </a:lnTo>
                  <a:lnTo>
                    <a:pt x="2470387" y="852399"/>
                  </a:lnTo>
                  <a:lnTo>
                    <a:pt x="2467256" y="853450"/>
                  </a:lnTo>
                  <a:lnTo>
                    <a:pt x="2461866" y="855262"/>
                  </a:lnTo>
                  <a:lnTo>
                    <a:pt x="2459953" y="855904"/>
                  </a:lnTo>
                  <a:lnTo>
                    <a:pt x="2457170" y="856840"/>
                  </a:lnTo>
                  <a:lnTo>
                    <a:pt x="2454388" y="857775"/>
                  </a:lnTo>
                  <a:lnTo>
                    <a:pt x="2444998" y="860932"/>
                  </a:lnTo>
                  <a:lnTo>
                    <a:pt x="2444302" y="861166"/>
                  </a:lnTo>
                  <a:lnTo>
                    <a:pt x="2442389" y="861809"/>
                  </a:lnTo>
                  <a:lnTo>
                    <a:pt x="2439433" y="862803"/>
                  </a:lnTo>
                  <a:lnTo>
                    <a:pt x="2434564" y="864441"/>
                  </a:lnTo>
                  <a:lnTo>
                    <a:pt x="2433520" y="864792"/>
                  </a:lnTo>
                  <a:lnTo>
                    <a:pt x="2432825" y="865026"/>
                  </a:lnTo>
                  <a:lnTo>
                    <a:pt x="2428825" y="866372"/>
                  </a:lnTo>
                  <a:lnTo>
                    <a:pt x="2424999" y="867660"/>
                  </a:lnTo>
                  <a:lnTo>
                    <a:pt x="2418913" y="869708"/>
                  </a:lnTo>
                  <a:lnTo>
                    <a:pt x="2414566" y="871172"/>
                  </a:lnTo>
                  <a:lnTo>
                    <a:pt x="2413696" y="871465"/>
                  </a:lnTo>
                  <a:lnTo>
                    <a:pt x="2412131" y="871992"/>
                  </a:lnTo>
                  <a:lnTo>
                    <a:pt x="2409523" y="872870"/>
                  </a:lnTo>
                  <a:lnTo>
                    <a:pt x="2402741" y="875155"/>
                  </a:lnTo>
                  <a:lnTo>
                    <a:pt x="2402393" y="875272"/>
                  </a:lnTo>
                  <a:lnTo>
                    <a:pt x="2394220" y="878026"/>
                  </a:lnTo>
                  <a:lnTo>
                    <a:pt x="2385177" y="881074"/>
                  </a:lnTo>
                  <a:lnTo>
                    <a:pt x="2383264" y="881719"/>
                  </a:lnTo>
                  <a:lnTo>
                    <a:pt x="2382568" y="881954"/>
                  </a:lnTo>
                  <a:lnTo>
                    <a:pt x="2377699" y="883596"/>
                  </a:lnTo>
                  <a:lnTo>
                    <a:pt x="2372135" y="885473"/>
                  </a:lnTo>
                  <a:lnTo>
                    <a:pt x="2368309" y="886764"/>
                  </a:lnTo>
                  <a:lnTo>
                    <a:pt x="2355440" y="891107"/>
                  </a:lnTo>
                  <a:lnTo>
                    <a:pt x="2351093" y="892575"/>
                  </a:lnTo>
                  <a:lnTo>
                    <a:pt x="2349354" y="893162"/>
                  </a:lnTo>
                  <a:lnTo>
                    <a:pt x="2345354" y="894513"/>
                  </a:lnTo>
                  <a:lnTo>
                    <a:pt x="2343963" y="894983"/>
                  </a:lnTo>
                  <a:lnTo>
                    <a:pt x="2328660" y="900154"/>
                  </a:lnTo>
                  <a:lnTo>
                    <a:pt x="2318052" y="903740"/>
                  </a:lnTo>
                  <a:lnTo>
                    <a:pt x="2313531" y="905270"/>
                  </a:lnTo>
                  <a:lnTo>
                    <a:pt x="2311618" y="905917"/>
                  </a:lnTo>
                  <a:lnTo>
                    <a:pt x="2310227" y="906387"/>
                  </a:lnTo>
                  <a:lnTo>
                    <a:pt x="2302923" y="908859"/>
                  </a:lnTo>
                  <a:lnTo>
                    <a:pt x="2296489" y="911037"/>
                  </a:lnTo>
                  <a:lnTo>
                    <a:pt x="2293359" y="912097"/>
                  </a:lnTo>
                  <a:lnTo>
                    <a:pt x="2287968" y="913922"/>
                  </a:lnTo>
                  <a:lnTo>
                    <a:pt x="2286055" y="914570"/>
                  </a:lnTo>
                  <a:lnTo>
                    <a:pt x="2283273" y="915512"/>
                  </a:lnTo>
                  <a:lnTo>
                    <a:pt x="2280491" y="916455"/>
                  </a:lnTo>
                  <a:lnTo>
                    <a:pt x="2271100" y="919637"/>
                  </a:lnTo>
                  <a:lnTo>
                    <a:pt x="2270405" y="919873"/>
                  </a:lnTo>
                  <a:lnTo>
                    <a:pt x="2268492" y="920522"/>
                  </a:lnTo>
                  <a:lnTo>
                    <a:pt x="2265535" y="921524"/>
                  </a:lnTo>
                  <a:lnTo>
                    <a:pt x="2260666" y="923175"/>
                  </a:lnTo>
                  <a:lnTo>
                    <a:pt x="2259623" y="923529"/>
                  </a:lnTo>
                  <a:lnTo>
                    <a:pt x="2258927" y="923765"/>
                  </a:lnTo>
                  <a:lnTo>
                    <a:pt x="2254928" y="925121"/>
                  </a:lnTo>
                  <a:lnTo>
                    <a:pt x="2251102" y="926419"/>
                  </a:lnTo>
                  <a:lnTo>
                    <a:pt x="2245016" y="928485"/>
                  </a:lnTo>
                  <a:lnTo>
                    <a:pt x="2240668" y="929960"/>
                  </a:lnTo>
                  <a:lnTo>
                    <a:pt x="2239799" y="930255"/>
                  </a:lnTo>
                  <a:lnTo>
                    <a:pt x="2238234" y="930787"/>
                  </a:lnTo>
                  <a:lnTo>
                    <a:pt x="2235625" y="931672"/>
                  </a:lnTo>
                  <a:lnTo>
                    <a:pt x="2228843" y="933976"/>
                  </a:lnTo>
                  <a:lnTo>
                    <a:pt x="2228495" y="934094"/>
                  </a:lnTo>
                  <a:lnTo>
                    <a:pt x="2220322" y="936871"/>
                  </a:lnTo>
                  <a:lnTo>
                    <a:pt x="2211279" y="939944"/>
                  </a:lnTo>
                  <a:lnTo>
                    <a:pt x="2209367" y="940594"/>
                  </a:lnTo>
                  <a:lnTo>
                    <a:pt x="2208671" y="940831"/>
                  </a:lnTo>
                  <a:lnTo>
                    <a:pt x="2203802" y="942487"/>
                  </a:lnTo>
                  <a:lnTo>
                    <a:pt x="2198237" y="944379"/>
                  </a:lnTo>
                  <a:lnTo>
                    <a:pt x="2194411" y="945681"/>
                  </a:lnTo>
                  <a:lnTo>
                    <a:pt x="2181543" y="950061"/>
                  </a:lnTo>
                  <a:lnTo>
                    <a:pt x="2177196" y="951541"/>
                  </a:lnTo>
                  <a:lnTo>
                    <a:pt x="2175457" y="952134"/>
                  </a:lnTo>
                  <a:lnTo>
                    <a:pt x="2171457" y="953496"/>
                  </a:lnTo>
                  <a:lnTo>
                    <a:pt x="2170066" y="953970"/>
                  </a:lnTo>
                  <a:lnTo>
                    <a:pt x="2154763" y="959186"/>
                  </a:lnTo>
                  <a:lnTo>
                    <a:pt x="2144155" y="962803"/>
                  </a:lnTo>
                  <a:lnTo>
                    <a:pt x="2139634" y="964346"/>
                  </a:lnTo>
                  <a:lnTo>
                    <a:pt x="2137721" y="964999"/>
                  </a:lnTo>
                  <a:lnTo>
                    <a:pt x="2136330" y="965474"/>
                  </a:lnTo>
                  <a:lnTo>
                    <a:pt x="2129026" y="967967"/>
                  </a:lnTo>
                  <a:lnTo>
                    <a:pt x="2122592" y="970164"/>
                  </a:lnTo>
                  <a:lnTo>
                    <a:pt x="2119462" y="971233"/>
                  </a:lnTo>
                  <a:lnTo>
                    <a:pt x="2114071" y="973075"/>
                  </a:lnTo>
                  <a:lnTo>
                    <a:pt x="2112158" y="973728"/>
                  </a:lnTo>
                  <a:lnTo>
                    <a:pt x="2109376" y="974679"/>
                  </a:lnTo>
                  <a:lnTo>
                    <a:pt x="2106593" y="975630"/>
                  </a:lnTo>
                  <a:lnTo>
                    <a:pt x="2097203" y="978841"/>
                  </a:lnTo>
                  <a:lnTo>
                    <a:pt x="2096507" y="979079"/>
                  </a:lnTo>
                  <a:lnTo>
                    <a:pt x="2094594" y="979733"/>
                  </a:lnTo>
                  <a:lnTo>
                    <a:pt x="2091638" y="980745"/>
                  </a:lnTo>
                  <a:lnTo>
                    <a:pt x="2086769" y="982411"/>
                  </a:lnTo>
                  <a:lnTo>
                    <a:pt x="2085725" y="982768"/>
                  </a:lnTo>
                  <a:lnTo>
                    <a:pt x="2085030" y="983006"/>
                  </a:lnTo>
                  <a:lnTo>
                    <a:pt x="2081030" y="984375"/>
                  </a:lnTo>
                  <a:lnTo>
                    <a:pt x="2077205" y="985684"/>
                  </a:lnTo>
                  <a:lnTo>
                    <a:pt x="2071118" y="987769"/>
                  </a:lnTo>
                  <a:lnTo>
                    <a:pt x="2066771" y="989258"/>
                  </a:lnTo>
                  <a:lnTo>
                    <a:pt x="2065901" y="989556"/>
                  </a:lnTo>
                  <a:lnTo>
                    <a:pt x="2064336" y="990092"/>
                  </a:lnTo>
                  <a:lnTo>
                    <a:pt x="2061728" y="990986"/>
                  </a:lnTo>
                  <a:lnTo>
                    <a:pt x="2054946" y="993310"/>
                  </a:lnTo>
                  <a:lnTo>
                    <a:pt x="2054598" y="993429"/>
                  </a:lnTo>
                  <a:lnTo>
                    <a:pt x="2046425" y="996232"/>
                  </a:lnTo>
                  <a:lnTo>
                    <a:pt x="2037382" y="999334"/>
                  </a:lnTo>
                  <a:lnTo>
                    <a:pt x="2035469" y="999990"/>
                  </a:lnTo>
                  <a:lnTo>
                    <a:pt x="2034774" y="1000229"/>
                  </a:lnTo>
                  <a:lnTo>
                    <a:pt x="2029904" y="1001900"/>
                  </a:lnTo>
                  <a:lnTo>
                    <a:pt x="2024340" y="1003811"/>
                  </a:lnTo>
                  <a:lnTo>
                    <a:pt x="2020514" y="1005125"/>
                  </a:lnTo>
                  <a:lnTo>
                    <a:pt x="2007646" y="1009546"/>
                  </a:lnTo>
                  <a:lnTo>
                    <a:pt x="2003298" y="1011041"/>
                  </a:lnTo>
                  <a:lnTo>
                    <a:pt x="2001559" y="1011638"/>
                  </a:lnTo>
                  <a:lnTo>
                    <a:pt x="1997559" y="1013014"/>
                  </a:lnTo>
                  <a:lnTo>
                    <a:pt x="1996168" y="1013492"/>
                  </a:lnTo>
                  <a:lnTo>
                    <a:pt x="1980865" y="1018758"/>
                  </a:lnTo>
                  <a:lnTo>
                    <a:pt x="1970258" y="1022411"/>
                  </a:lnTo>
                  <a:lnTo>
                    <a:pt x="1965736" y="1023968"/>
                  </a:lnTo>
                  <a:lnTo>
                    <a:pt x="1963823" y="1024627"/>
                  </a:lnTo>
                  <a:lnTo>
                    <a:pt x="1962432" y="1025107"/>
                  </a:lnTo>
                  <a:lnTo>
                    <a:pt x="1955128" y="1027624"/>
                  </a:lnTo>
                  <a:lnTo>
                    <a:pt x="1948694" y="1029843"/>
                  </a:lnTo>
                  <a:lnTo>
                    <a:pt x="1945564" y="1030922"/>
                  </a:lnTo>
                  <a:lnTo>
                    <a:pt x="1940173" y="1032782"/>
                  </a:lnTo>
                  <a:lnTo>
                    <a:pt x="1938260" y="1033442"/>
                  </a:lnTo>
                  <a:lnTo>
                    <a:pt x="1935478" y="1034403"/>
                  </a:lnTo>
                  <a:lnTo>
                    <a:pt x="1932696" y="1035363"/>
                  </a:lnTo>
                  <a:lnTo>
                    <a:pt x="1923305" y="1038606"/>
                  </a:lnTo>
                  <a:lnTo>
                    <a:pt x="1922610" y="1038846"/>
                  </a:lnTo>
                  <a:lnTo>
                    <a:pt x="1920697" y="1039507"/>
                  </a:lnTo>
                  <a:lnTo>
                    <a:pt x="1917741" y="1040528"/>
                  </a:lnTo>
                  <a:lnTo>
                    <a:pt x="1912871" y="1042211"/>
                  </a:lnTo>
                  <a:lnTo>
                    <a:pt x="1911828" y="1042571"/>
                  </a:lnTo>
                  <a:lnTo>
                    <a:pt x="1911132" y="1042812"/>
                  </a:lnTo>
                  <a:lnTo>
                    <a:pt x="1907133" y="1044194"/>
                  </a:lnTo>
                  <a:lnTo>
                    <a:pt x="1903307" y="1045517"/>
                  </a:lnTo>
                  <a:lnTo>
                    <a:pt x="1897221" y="1047622"/>
                  </a:lnTo>
                  <a:lnTo>
                    <a:pt x="1892873" y="1049126"/>
                  </a:lnTo>
                  <a:lnTo>
                    <a:pt x="1892004" y="1049427"/>
                  </a:lnTo>
                  <a:lnTo>
                    <a:pt x="1890439" y="1049969"/>
                  </a:lnTo>
                  <a:lnTo>
                    <a:pt x="1887830" y="1050872"/>
                  </a:lnTo>
                  <a:lnTo>
                    <a:pt x="1881048" y="1053220"/>
                  </a:lnTo>
                  <a:lnTo>
                    <a:pt x="1880700" y="1053340"/>
                  </a:lnTo>
                  <a:lnTo>
                    <a:pt x="1872527" y="1056171"/>
                  </a:lnTo>
                  <a:lnTo>
                    <a:pt x="1863485" y="1059305"/>
                  </a:lnTo>
                  <a:lnTo>
                    <a:pt x="1861572" y="1059968"/>
                  </a:lnTo>
                  <a:lnTo>
                    <a:pt x="1860876" y="1060209"/>
                  </a:lnTo>
                  <a:lnTo>
                    <a:pt x="1856007" y="1061897"/>
                  </a:lnTo>
                  <a:lnTo>
                    <a:pt x="1850442" y="1063828"/>
                  </a:lnTo>
                  <a:lnTo>
                    <a:pt x="1846616" y="1065155"/>
                  </a:lnTo>
                  <a:lnTo>
                    <a:pt x="1829401" y="1071132"/>
                  </a:lnTo>
                  <a:lnTo>
                    <a:pt x="1827662" y="1071736"/>
                  </a:lnTo>
                  <a:lnTo>
                    <a:pt x="1823662" y="1073126"/>
                  </a:lnTo>
                  <a:lnTo>
                    <a:pt x="1822271" y="1073609"/>
                  </a:lnTo>
                  <a:lnTo>
                    <a:pt x="1806968" y="1078930"/>
                  </a:lnTo>
                  <a:lnTo>
                    <a:pt x="1796360" y="1082621"/>
                  </a:lnTo>
                  <a:lnTo>
                    <a:pt x="1791839" y="1084195"/>
                  </a:lnTo>
                  <a:lnTo>
                    <a:pt x="1789926" y="1084861"/>
                  </a:lnTo>
                  <a:lnTo>
                    <a:pt x="1788535" y="1085345"/>
                  </a:lnTo>
                  <a:lnTo>
                    <a:pt x="1781231" y="1087889"/>
                  </a:lnTo>
                  <a:lnTo>
                    <a:pt x="1774797" y="1090131"/>
                  </a:lnTo>
                  <a:lnTo>
                    <a:pt x="1771667" y="1091222"/>
                  </a:lnTo>
                  <a:lnTo>
                    <a:pt x="1766276" y="1093102"/>
                  </a:lnTo>
                  <a:lnTo>
                    <a:pt x="1764363" y="1093769"/>
                  </a:lnTo>
                  <a:lnTo>
                    <a:pt x="1761581" y="1094740"/>
                  </a:lnTo>
                  <a:lnTo>
                    <a:pt x="1758798" y="1095710"/>
                  </a:lnTo>
                  <a:lnTo>
                    <a:pt x="1749408" y="1098987"/>
                  </a:lnTo>
                  <a:lnTo>
                    <a:pt x="1748712" y="1099230"/>
                  </a:lnTo>
                  <a:lnTo>
                    <a:pt x="1746799" y="1099898"/>
                  </a:lnTo>
                  <a:lnTo>
                    <a:pt x="1743843" y="1100930"/>
                  </a:lnTo>
                  <a:lnTo>
                    <a:pt x="1738974" y="1102631"/>
                  </a:lnTo>
                  <a:lnTo>
                    <a:pt x="1737931" y="1102996"/>
                  </a:lnTo>
                  <a:lnTo>
                    <a:pt x="1737235" y="1103239"/>
                  </a:lnTo>
                  <a:lnTo>
                    <a:pt x="1733235" y="1104636"/>
                  </a:lnTo>
                  <a:lnTo>
                    <a:pt x="1729410" y="1105973"/>
                  </a:lnTo>
                  <a:lnTo>
                    <a:pt x="1723323" y="1108101"/>
                  </a:lnTo>
                  <a:lnTo>
                    <a:pt x="1718976" y="1109621"/>
                  </a:lnTo>
                  <a:lnTo>
                    <a:pt x="1718106" y="1109925"/>
                  </a:lnTo>
                  <a:lnTo>
                    <a:pt x="1716541" y="1110473"/>
                  </a:lnTo>
                  <a:lnTo>
                    <a:pt x="1713933" y="1111386"/>
                  </a:lnTo>
                  <a:lnTo>
                    <a:pt x="1707151" y="1113759"/>
                  </a:lnTo>
                  <a:lnTo>
                    <a:pt x="1706803" y="1113881"/>
                  </a:lnTo>
                  <a:lnTo>
                    <a:pt x="1698630" y="1116742"/>
                  </a:lnTo>
                  <a:lnTo>
                    <a:pt x="1689587" y="1119910"/>
                  </a:lnTo>
                  <a:lnTo>
                    <a:pt x="1687674" y="1120580"/>
                  </a:lnTo>
                  <a:lnTo>
                    <a:pt x="1686979" y="1120824"/>
                  </a:lnTo>
                  <a:lnTo>
                    <a:pt x="1682110" y="1122531"/>
                  </a:lnTo>
                  <a:lnTo>
                    <a:pt x="1676545" y="1124482"/>
                  </a:lnTo>
                  <a:lnTo>
                    <a:pt x="1672719" y="1125824"/>
                  </a:lnTo>
                  <a:lnTo>
                    <a:pt x="1659851" y="1130340"/>
                  </a:lnTo>
                  <a:lnTo>
                    <a:pt x="1655503" y="1131867"/>
                  </a:lnTo>
                  <a:lnTo>
                    <a:pt x="1653764" y="1132478"/>
                  </a:lnTo>
                  <a:lnTo>
                    <a:pt x="1649765" y="1133882"/>
                  </a:lnTo>
                  <a:lnTo>
                    <a:pt x="1648373" y="1134371"/>
                  </a:lnTo>
                  <a:lnTo>
                    <a:pt x="1633070" y="1139751"/>
                  </a:lnTo>
                  <a:lnTo>
                    <a:pt x="1622463" y="1143482"/>
                  </a:lnTo>
                  <a:lnTo>
                    <a:pt x="1617941" y="1145074"/>
                  </a:lnTo>
                  <a:lnTo>
                    <a:pt x="1616028" y="1145747"/>
                  </a:lnTo>
                  <a:lnTo>
                    <a:pt x="1614637" y="1146237"/>
                  </a:lnTo>
                  <a:lnTo>
                    <a:pt x="1607334" y="1148809"/>
                  </a:lnTo>
                  <a:lnTo>
                    <a:pt x="1600899" y="1151077"/>
                  </a:lnTo>
                  <a:lnTo>
                    <a:pt x="1597769" y="1152180"/>
                  </a:lnTo>
                  <a:lnTo>
                    <a:pt x="1592378" y="1154080"/>
                  </a:lnTo>
                  <a:lnTo>
                    <a:pt x="1590466" y="1154755"/>
                  </a:lnTo>
                  <a:lnTo>
                    <a:pt x="1587683" y="1155736"/>
                  </a:lnTo>
                  <a:lnTo>
                    <a:pt x="1584901" y="1156718"/>
                  </a:lnTo>
                  <a:lnTo>
                    <a:pt x="1575510" y="1160032"/>
                  </a:lnTo>
                  <a:lnTo>
                    <a:pt x="1574815" y="1160277"/>
                  </a:lnTo>
                  <a:lnTo>
                    <a:pt x="1572902" y="1160952"/>
                  </a:lnTo>
                  <a:lnTo>
                    <a:pt x="1569946" y="1161996"/>
                  </a:lnTo>
                  <a:lnTo>
                    <a:pt x="1565077" y="1163716"/>
                  </a:lnTo>
                  <a:lnTo>
                    <a:pt x="1564033" y="1164085"/>
                  </a:lnTo>
                  <a:lnTo>
                    <a:pt x="1563338" y="1164330"/>
                  </a:lnTo>
                  <a:lnTo>
                    <a:pt x="1559338" y="1165743"/>
                  </a:lnTo>
                  <a:lnTo>
                    <a:pt x="1555512" y="1167096"/>
                  </a:lnTo>
                  <a:lnTo>
                    <a:pt x="1549426" y="1169247"/>
                  </a:lnTo>
                  <a:lnTo>
                    <a:pt x="1545078" y="1170785"/>
                  </a:lnTo>
                  <a:lnTo>
                    <a:pt x="1544209" y="1171092"/>
                  </a:lnTo>
                  <a:lnTo>
                    <a:pt x="1542644" y="1171646"/>
                  </a:lnTo>
                  <a:lnTo>
                    <a:pt x="1540035" y="1172569"/>
                  </a:lnTo>
                  <a:lnTo>
                    <a:pt x="1533253" y="1174969"/>
                  </a:lnTo>
                  <a:lnTo>
                    <a:pt x="1532905" y="1175092"/>
                  </a:lnTo>
                  <a:lnTo>
                    <a:pt x="1524732" y="1177986"/>
                  </a:lnTo>
                  <a:lnTo>
                    <a:pt x="1515690" y="1181189"/>
                  </a:lnTo>
                  <a:lnTo>
                    <a:pt x="1513777" y="1181867"/>
                  </a:lnTo>
                  <a:lnTo>
                    <a:pt x="1513081" y="1182114"/>
                  </a:lnTo>
                  <a:lnTo>
                    <a:pt x="1508212" y="1183840"/>
                  </a:lnTo>
                  <a:lnTo>
                    <a:pt x="1502647" y="1185813"/>
                  </a:lnTo>
                  <a:lnTo>
                    <a:pt x="1498822" y="1187170"/>
                  </a:lnTo>
                  <a:lnTo>
                    <a:pt x="1485953" y="1191737"/>
                  </a:lnTo>
                  <a:lnTo>
                    <a:pt x="1481606" y="1193281"/>
                  </a:lnTo>
                  <a:lnTo>
                    <a:pt x="1479867" y="1193899"/>
                  </a:lnTo>
                  <a:lnTo>
                    <a:pt x="1475867" y="1195320"/>
                  </a:lnTo>
                  <a:lnTo>
                    <a:pt x="1474476" y="1195814"/>
                  </a:lnTo>
                  <a:lnTo>
                    <a:pt x="1459173" y="1201254"/>
                  </a:lnTo>
                  <a:lnTo>
                    <a:pt x="1448565" y="1205028"/>
                  </a:lnTo>
                  <a:lnTo>
                    <a:pt x="1444044" y="1206638"/>
                  </a:lnTo>
                  <a:lnTo>
                    <a:pt x="1442131" y="1207319"/>
                  </a:lnTo>
                  <a:lnTo>
                    <a:pt x="1440740" y="1207814"/>
                  </a:lnTo>
                  <a:lnTo>
                    <a:pt x="1433436" y="1210416"/>
                  </a:lnTo>
                  <a:lnTo>
                    <a:pt x="1427002" y="1212709"/>
                  </a:lnTo>
                  <a:lnTo>
                    <a:pt x="1423872" y="1213824"/>
                  </a:lnTo>
                  <a:lnTo>
                    <a:pt x="1418481" y="1215746"/>
                  </a:lnTo>
                  <a:lnTo>
                    <a:pt x="1416568" y="1216429"/>
                  </a:lnTo>
                  <a:lnTo>
                    <a:pt x="1413786" y="1217421"/>
                  </a:lnTo>
                  <a:lnTo>
                    <a:pt x="1411003" y="1218414"/>
                  </a:lnTo>
                  <a:lnTo>
                    <a:pt x="1401613" y="1221765"/>
                  </a:lnTo>
                  <a:lnTo>
                    <a:pt x="1400917" y="1222013"/>
                  </a:lnTo>
                  <a:lnTo>
                    <a:pt x="1399004" y="1222696"/>
                  </a:lnTo>
                  <a:lnTo>
                    <a:pt x="1396048" y="1223752"/>
                  </a:lnTo>
                  <a:lnTo>
                    <a:pt x="1391179" y="1225491"/>
                  </a:lnTo>
                  <a:lnTo>
                    <a:pt x="1390136" y="1225864"/>
                  </a:lnTo>
                  <a:lnTo>
                    <a:pt x="1389440" y="1226113"/>
                  </a:lnTo>
                  <a:lnTo>
                    <a:pt x="1385440" y="1227542"/>
                  </a:lnTo>
                  <a:lnTo>
                    <a:pt x="1381615" y="1228909"/>
                  </a:lnTo>
                  <a:lnTo>
                    <a:pt x="1375528" y="1231085"/>
                  </a:lnTo>
                  <a:lnTo>
                    <a:pt x="1371181" y="1232640"/>
                  </a:lnTo>
                  <a:lnTo>
                    <a:pt x="1370311" y="1232951"/>
                  </a:lnTo>
                  <a:lnTo>
                    <a:pt x="1368746" y="1233511"/>
                  </a:lnTo>
                  <a:lnTo>
                    <a:pt x="1366138" y="1234444"/>
                  </a:lnTo>
                  <a:lnTo>
                    <a:pt x="1359356" y="1236872"/>
                  </a:lnTo>
                  <a:lnTo>
                    <a:pt x="1359008" y="1236996"/>
                  </a:lnTo>
                  <a:lnTo>
                    <a:pt x="1350835" y="1239923"/>
                  </a:lnTo>
                  <a:lnTo>
                    <a:pt x="1341792" y="1243163"/>
                  </a:lnTo>
                  <a:lnTo>
                    <a:pt x="1339879" y="1243848"/>
                  </a:lnTo>
                  <a:lnTo>
                    <a:pt x="1339184" y="1244097"/>
                  </a:lnTo>
                  <a:lnTo>
                    <a:pt x="1334315" y="1245843"/>
                  </a:lnTo>
                  <a:lnTo>
                    <a:pt x="1328750" y="1247839"/>
                  </a:lnTo>
                  <a:lnTo>
                    <a:pt x="1324924" y="1249211"/>
                  </a:lnTo>
                  <a:lnTo>
                    <a:pt x="1312056" y="1253830"/>
                  </a:lnTo>
                  <a:lnTo>
                    <a:pt x="1307708" y="1255391"/>
                  </a:lnTo>
                  <a:lnTo>
                    <a:pt x="1305969" y="1256015"/>
                  </a:lnTo>
                  <a:lnTo>
                    <a:pt x="1301970" y="1257452"/>
                  </a:lnTo>
                  <a:lnTo>
                    <a:pt x="1300579" y="1257952"/>
                  </a:lnTo>
                  <a:lnTo>
                    <a:pt x="1285276" y="1263454"/>
                  </a:lnTo>
                  <a:lnTo>
                    <a:pt x="1274668" y="1267270"/>
                  </a:lnTo>
                  <a:lnTo>
                    <a:pt x="1270146" y="1268898"/>
                  </a:lnTo>
                  <a:lnTo>
                    <a:pt x="1268234" y="1269586"/>
                  </a:lnTo>
                  <a:lnTo>
                    <a:pt x="1266842" y="1270087"/>
                  </a:lnTo>
                  <a:lnTo>
                    <a:pt x="1259539" y="1272718"/>
                  </a:lnTo>
                  <a:lnTo>
                    <a:pt x="1253105" y="1275036"/>
                  </a:lnTo>
                  <a:lnTo>
                    <a:pt x="1249974" y="1276165"/>
                  </a:lnTo>
                  <a:lnTo>
                    <a:pt x="1244584" y="1278108"/>
                  </a:lnTo>
                  <a:lnTo>
                    <a:pt x="1242671" y="1278798"/>
                  </a:lnTo>
                  <a:lnTo>
                    <a:pt x="1239888" y="1279801"/>
                  </a:lnTo>
                  <a:lnTo>
                    <a:pt x="1237106" y="1280805"/>
                  </a:lnTo>
                  <a:lnTo>
                    <a:pt x="1227715" y="1284194"/>
                  </a:lnTo>
                  <a:lnTo>
                    <a:pt x="1227020" y="1284445"/>
                  </a:lnTo>
                  <a:lnTo>
                    <a:pt x="1225107" y="1285135"/>
                  </a:lnTo>
                  <a:lnTo>
                    <a:pt x="1222151" y="1286203"/>
                  </a:lnTo>
                  <a:lnTo>
                    <a:pt x="1217282" y="1287961"/>
                  </a:lnTo>
                  <a:lnTo>
                    <a:pt x="1216238" y="1288338"/>
                  </a:lnTo>
                  <a:lnTo>
                    <a:pt x="1215543" y="1288590"/>
                  </a:lnTo>
                  <a:lnTo>
                    <a:pt x="1211543" y="1290035"/>
                  </a:lnTo>
                  <a:lnTo>
                    <a:pt x="1207717" y="1291417"/>
                  </a:lnTo>
                  <a:lnTo>
                    <a:pt x="1201631" y="1293617"/>
                  </a:lnTo>
                  <a:lnTo>
                    <a:pt x="1197283" y="1295189"/>
                  </a:lnTo>
                  <a:lnTo>
                    <a:pt x="1196414" y="1295504"/>
                  </a:lnTo>
                  <a:lnTo>
                    <a:pt x="1194849" y="1296070"/>
                  </a:lnTo>
                  <a:lnTo>
                    <a:pt x="1192240" y="1297013"/>
                  </a:lnTo>
                  <a:lnTo>
                    <a:pt x="1185458" y="1299467"/>
                  </a:lnTo>
                  <a:lnTo>
                    <a:pt x="1185111" y="1299593"/>
                  </a:lnTo>
                  <a:lnTo>
                    <a:pt x="1176937" y="1302552"/>
                  </a:lnTo>
                  <a:lnTo>
                    <a:pt x="1167895" y="1305827"/>
                  </a:lnTo>
                  <a:lnTo>
                    <a:pt x="1165982" y="1306521"/>
                  </a:lnTo>
                  <a:lnTo>
                    <a:pt x="1165286" y="1306773"/>
                  </a:lnTo>
                  <a:lnTo>
                    <a:pt x="1160417" y="1308537"/>
                  </a:lnTo>
                  <a:lnTo>
                    <a:pt x="1154852" y="1310555"/>
                  </a:lnTo>
                  <a:lnTo>
                    <a:pt x="1151027" y="1311942"/>
                  </a:lnTo>
                  <a:lnTo>
                    <a:pt x="1138158" y="1316611"/>
                  </a:lnTo>
                  <a:lnTo>
                    <a:pt x="1133811" y="1318189"/>
                  </a:lnTo>
                  <a:lnTo>
                    <a:pt x="1132072" y="1318820"/>
                  </a:lnTo>
                  <a:lnTo>
                    <a:pt x="1128072" y="1320273"/>
                  </a:lnTo>
                  <a:lnTo>
                    <a:pt x="1126681" y="1320778"/>
                  </a:lnTo>
                  <a:lnTo>
                    <a:pt x="1111378" y="1326339"/>
                  </a:lnTo>
                  <a:lnTo>
                    <a:pt x="1100770" y="1330197"/>
                  </a:lnTo>
                  <a:lnTo>
                    <a:pt x="1096249" y="1331842"/>
                  </a:lnTo>
                  <a:lnTo>
                    <a:pt x="1094336" y="1332538"/>
                  </a:lnTo>
                  <a:lnTo>
                    <a:pt x="1092945" y="1333044"/>
                  </a:lnTo>
                  <a:lnTo>
                    <a:pt x="1085641" y="1335703"/>
                  </a:lnTo>
                  <a:lnTo>
                    <a:pt x="1079207" y="1338046"/>
                  </a:lnTo>
                  <a:lnTo>
                    <a:pt x="1076077" y="1339186"/>
                  </a:lnTo>
                  <a:lnTo>
                    <a:pt x="1070686" y="1341150"/>
                  </a:lnTo>
                  <a:lnTo>
                    <a:pt x="1068773" y="1341847"/>
                  </a:lnTo>
                  <a:lnTo>
                    <a:pt x="1065991" y="1342861"/>
                  </a:lnTo>
                  <a:lnTo>
                    <a:pt x="1063208" y="1343876"/>
                  </a:lnTo>
                  <a:lnTo>
                    <a:pt x="1053818" y="1347300"/>
                  </a:lnTo>
                  <a:lnTo>
                    <a:pt x="1053122" y="1347554"/>
                  </a:lnTo>
                  <a:lnTo>
                    <a:pt x="1051210" y="1348252"/>
                  </a:lnTo>
                  <a:lnTo>
                    <a:pt x="1048253" y="1349331"/>
                  </a:lnTo>
                  <a:lnTo>
                    <a:pt x="1043384" y="1351108"/>
                  </a:lnTo>
                  <a:lnTo>
                    <a:pt x="1042341" y="1351488"/>
                  </a:lnTo>
                  <a:lnTo>
                    <a:pt x="1041645" y="1351742"/>
                  </a:lnTo>
                  <a:lnTo>
                    <a:pt x="1037646" y="1353203"/>
                  </a:lnTo>
                  <a:lnTo>
                    <a:pt x="1033820" y="1354600"/>
                  </a:lnTo>
                  <a:lnTo>
                    <a:pt x="1027733" y="1356823"/>
                  </a:lnTo>
                  <a:lnTo>
                    <a:pt x="1023386" y="1358411"/>
                  </a:lnTo>
                  <a:lnTo>
                    <a:pt x="1022516" y="1358729"/>
                  </a:lnTo>
                  <a:lnTo>
                    <a:pt x="1020951" y="1359301"/>
                  </a:lnTo>
                  <a:lnTo>
                    <a:pt x="1018343" y="1360254"/>
                  </a:lnTo>
                  <a:lnTo>
                    <a:pt x="1011561" y="1362734"/>
                  </a:lnTo>
                  <a:lnTo>
                    <a:pt x="1011213" y="1362861"/>
                  </a:lnTo>
                  <a:lnTo>
                    <a:pt x="1003040" y="1365850"/>
                  </a:lnTo>
                  <a:lnTo>
                    <a:pt x="993997" y="1369159"/>
                  </a:lnTo>
                  <a:lnTo>
                    <a:pt x="992084" y="1369860"/>
                  </a:lnTo>
                  <a:lnTo>
                    <a:pt x="991389" y="1370114"/>
                  </a:lnTo>
                  <a:lnTo>
                    <a:pt x="986520" y="1371897"/>
                  </a:lnTo>
                  <a:lnTo>
                    <a:pt x="980955" y="1373935"/>
                  </a:lnTo>
                  <a:lnTo>
                    <a:pt x="977129" y="1375337"/>
                  </a:lnTo>
                  <a:lnTo>
                    <a:pt x="964261" y="1380053"/>
                  </a:lnTo>
                  <a:lnTo>
                    <a:pt x="959913" y="1381647"/>
                  </a:lnTo>
                  <a:lnTo>
                    <a:pt x="958174" y="1382285"/>
                  </a:lnTo>
                  <a:lnTo>
                    <a:pt x="954175" y="1383752"/>
                  </a:lnTo>
                  <a:lnTo>
                    <a:pt x="952784" y="1384263"/>
                  </a:lnTo>
                  <a:lnTo>
                    <a:pt x="937481" y="1389879"/>
                  </a:lnTo>
                  <a:lnTo>
                    <a:pt x="926873" y="1393775"/>
                  </a:lnTo>
                  <a:lnTo>
                    <a:pt x="922352" y="1395437"/>
                  </a:lnTo>
                  <a:lnTo>
                    <a:pt x="920439" y="1396140"/>
                  </a:lnTo>
                  <a:lnTo>
                    <a:pt x="919048" y="1396651"/>
                  </a:lnTo>
                  <a:lnTo>
                    <a:pt x="911744" y="1399336"/>
                  </a:lnTo>
                  <a:lnTo>
                    <a:pt x="905310" y="1401702"/>
                  </a:lnTo>
                  <a:lnTo>
                    <a:pt x="902179" y="1402854"/>
                  </a:lnTo>
                  <a:lnTo>
                    <a:pt x="896789" y="1404837"/>
                  </a:lnTo>
                  <a:lnTo>
                    <a:pt x="894876" y="1405541"/>
                  </a:lnTo>
                  <a:lnTo>
                    <a:pt x="892093" y="1406565"/>
                  </a:lnTo>
                  <a:lnTo>
                    <a:pt x="889311" y="1407590"/>
                  </a:lnTo>
                  <a:lnTo>
                    <a:pt x="879921" y="1411048"/>
                  </a:lnTo>
                  <a:lnTo>
                    <a:pt x="879225" y="1411304"/>
                  </a:lnTo>
                  <a:lnTo>
                    <a:pt x="874356" y="1413098"/>
                  </a:lnTo>
                  <a:lnTo>
                    <a:pt x="869487" y="1414892"/>
                  </a:lnTo>
                  <a:lnTo>
                    <a:pt x="868443" y="1415276"/>
                  </a:lnTo>
                  <a:lnTo>
                    <a:pt x="867748" y="1415533"/>
                  </a:lnTo>
                  <a:lnTo>
                    <a:pt x="863748" y="1417007"/>
                  </a:lnTo>
                  <a:lnTo>
                    <a:pt x="859922" y="1418417"/>
                  </a:lnTo>
                  <a:lnTo>
                    <a:pt x="853836" y="1420662"/>
                  </a:lnTo>
                  <a:lnTo>
                    <a:pt x="849489" y="1422265"/>
                  </a:lnTo>
                  <a:lnTo>
                    <a:pt x="848619" y="1422586"/>
                  </a:lnTo>
                  <a:lnTo>
                    <a:pt x="847054" y="1423164"/>
                  </a:lnTo>
                  <a:lnTo>
                    <a:pt x="844446" y="1424126"/>
                  </a:lnTo>
                  <a:lnTo>
                    <a:pt x="837664" y="1426629"/>
                  </a:lnTo>
                  <a:lnTo>
                    <a:pt x="837316" y="1426758"/>
                  </a:lnTo>
                  <a:lnTo>
                    <a:pt x="829143" y="1429775"/>
                  </a:lnTo>
                  <a:lnTo>
                    <a:pt x="820100" y="1433116"/>
                  </a:lnTo>
                  <a:lnTo>
                    <a:pt x="818187" y="1433822"/>
                  </a:lnTo>
                  <a:lnTo>
                    <a:pt x="817491" y="1434079"/>
                  </a:lnTo>
                  <a:lnTo>
                    <a:pt x="812622" y="1435879"/>
                  </a:lnTo>
                  <a:lnTo>
                    <a:pt x="807058" y="1437936"/>
                  </a:lnTo>
                  <a:lnTo>
                    <a:pt x="803232" y="1439351"/>
                  </a:lnTo>
                  <a:lnTo>
                    <a:pt x="790363" y="1444111"/>
                  </a:lnTo>
                  <a:lnTo>
                    <a:pt x="786016" y="1445720"/>
                  </a:lnTo>
                  <a:lnTo>
                    <a:pt x="784277" y="1446363"/>
                  </a:lnTo>
                  <a:lnTo>
                    <a:pt x="780277" y="1447844"/>
                  </a:lnTo>
                  <a:lnTo>
                    <a:pt x="778886" y="1448359"/>
                  </a:lnTo>
                  <a:lnTo>
                    <a:pt x="763583" y="1454027"/>
                  </a:lnTo>
                  <a:lnTo>
                    <a:pt x="752975" y="1457958"/>
                  </a:lnTo>
                  <a:lnTo>
                    <a:pt x="748454" y="1459634"/>
                  </a:lnTo>
                  <a:lnTo>
                    <a:pt x="746541" y="1460344"/>
                  </a:lnTo>
                  <a:lnTo>
                    <a:pt x="745150" y="1460860"/>
                  </a:lnTo>
                  <a:lnTo>
                    <a:pt x="737846" y="1463569"/>
                  </a:lnTo>
                  <a:lnTo>
                    <a:pt x="731412" y="1465956"/>
                  </a:lnTo>
                  <a:lnTo>
                    <a:pt x="728282" y="1467118"/>
                  </a:lnTo>
                  <a:lnTo>
                    <a:pt x="722891" y="1469119"/>
                  </a:lnTo>
                  <a:lnTo>
                    <a:pt x="720978" y="1469829"/>
                  </a:lnTo>
                  <a:lnTo>
                    <a:pt x="718196" y="1470862"/>
                  </a:lnTo>
                  <a:lnTo>
                    <a:pt x="715414" y="1471895"/>
                  </a:lnTo>
                  <a:lnTo>
                    <a:pt x="706023" y="1475384"/>
                  </a:lnTo>
                  <a:lnTo>
                    <a:pt x="705328" y="1475642"/>
                  </a:lnTo>
                  <a:lnTo>
                    <a:pt x="703415" y="1476353"/>
                  </a:lnTo>
                  <a:lnTo>
                    <a:pt x="700458" y="1477451"/>
                  </a:lnTo>
                  <a:lnTo>
                    <a:pt x="695589" y="1479261"/>
                  </a:lnTo>
                  <a:lnTo>
                    <a:pt x="694546" y="1479649"/>
                  </a:lnTo>
                  <a:lnTo>
                    <a:pt x="693850" y="1479908"/>
                  </a:lnTo>
                  <a:lnTo>
                    <a:pt x="689851" y="1481395"/>
                  </a:lnTo>
                  <a:lnTo>
                    <a:pt x="686025" y="1482817"/>
                  </a:lnTo>
                  <a:lnTo>
                    <a:pt x="679939" y="1485081"/>
                  </a:lnTo>
                  <a:lnTo>
                    <a:pt x="675591" y="1486699"/>
                  </a:lnTo>
                  <a:lnTo>
                    <a:pt x="674722" y="1487022"/>
                  </a:lnTo>
                  <a:lnTo>
                    <a:pt x="673157" y="1487604"/>
                  </a:lnTo>
                  <a:lnTo>
                    <a:pt x="670548" y="1488575"/>
                  </a:lnTo>
                  <a:lnTo>
                    <a:pt x="663766" y="1491100"/>
                  </a:lnTo>
                  <a:lnTo>
                    <a:pt x="663418" y="1491229"/>
                  </a:lnTo>
                  <a:lnTo>
                    <a:pt x="655245" y="1494272"/>
                  </a:lnTo>
                  <a:lnTo>
                    <a:pt x="646202" y="1497641"/>
                  </a:lnTo>
                  <a:lnTo>
                    <a:pt x="644290" y="1498353"/>
                  </a:lnTo>
                  <a:lnTo>
                    <a:pt x="643594" y="1498612"/>
                  </a:lnTo>
                  <a:lnTo>
                    <a:pt x="638725" y="1500427"/>
                  </a:lnTo>
                  <a:lnTo>
                    <a:pt x="633160" y="1502501"/>
                  </a:lnTo>
                  <a:lnTo>
                    <a:pt x="629334" y="1503927"/>
                  </a:lnTo>
                  <a:lnTo>
                    <a:pt x="616466" y="1508727"/>
                  </a:lnTo>
                  <a:lnTo>
                    <a:pt x="612119" y="1510349"/>
                  </a:lnTo>
                  <a:lnTo>
                    <a:pt x="610380" y="1510998"/>
                  </a:lnTo>
                  <a:lnTo>
                    <a:pt x="606380" y="1512490"/>
                  </a:lnTo>
                  <a:lnTo>
                    <a:pt x="604989" y="1513010"/>
                  </a:lnTo>
                  <a:lnTo>
                    <a:pt x="589686" y="1518723"/>
                  </a:lnTo>
                  <a:lnTo>
                    <a:pt x="579078" y="1522686"/>
                  </a:lnTo>
                  <a:lnTo>
                    <a:pt x="574557" y="1524376"/>
                  </a:lnTo>
                  <a:lnTo>
                    <a:pt x="572644" y="1525091"/>
                  </a:lnTo>
                  <a:lnTo>
                    <a:pt x="571253" y="1525611"/>
                  </a:lnTo>
                  <a:lnTo>
                    <a:pt x="563949" y="1528341"/>
                  </a:lnTo>
                  <a:lnTo>
                    <a:pt x="557515" y="1530748"/>
                  </a:lnTo>
                  <a:lnTo>
                    <a:pt x="554385" y="1531918"/>
                  </a:lnTo>
                  <a:lnTo>
                    <a:pt x="548994" y="1533935"/>
                  </a:lnTo>
                  <a:lnTo>
                    <a:pt x="547081" y="1534651"/>
                  </a:lnTo>
                  <a:lnTo>
                    <a:pt x="544299" y="1535692"/>
                  </a:lnTo>
                  <a:lnTo>
                    <a:pt x="541516" y="1536733"/>
                  </a:lnTo>
                  <a:lnTo>
                    <a:pt x="532126" y="1540248"/>
                  </a:lnTo>
                  <a:lnTo>
                    <a:pt x="531430" y="1540509"/>
                  </a:lnTo>
                  <a:lnTo>
                    <a:pt x="529517" y="1541225"/>
                  </a:lnTo>
                  <a:lnTo>
                    <a:pt x="526561" y="1542332"/>
                  </a:lnTo>
                  <a:lnTo>
                    <a:pt x="521692" y="1544156"/>
                  </a:lnTo>
                  <a:lnTo>
                    <a:pt x="520648" y="1544546"/>
                  </a:lnTo>
                  <a:lnTo>
                    <a:pt x="519953" y="1544807"/>
                  </a:lnTo>
                  <a:lnTo>
                    <a:pt x="515953" y="1546305"/>
                  </a:lnTo>
                  <a:lnTo>
                    <a:pt x="512127" y="1547739"/>
                  </a:lnTo>
                  <a:lnTo>
                    <a:pt x="506041" y="1550020"/>
                  </a:lnTo>
                  <a:lnTo>
                    <a:pt x="501694" y="1551649"/>
                  </a:lnTo>
                  <a:lnTo>
                    <a:pt x="500824" y="1551975"/>
                  </a:lnTo>
                  <a:lnTo>
                    <a:pt x="499259" y="1552562"/>
                  </a:lnTo>
                  <a:lnTo>
                    <a:pt x="496651" y="1553540"/>
                  </a:lnTo>
                  <a:lnTo>
                    <a:pt x="489869" y="1556083"/>
                  </a:lnTo>
                  <a:lnTo>
                    <a:pt x="489521" y="1556214"/>
                  </a:lnTo>
                  <a:lnTo>
                    <a:pt x="481348" y="1559279"/>
                  </a:lnTo>
                  <a:lnTo>
                    <a:pt x="472305" y="1562673"/>
                  </a:lnTo>
                  <a:lnTo>
                    <a:pt x="470392" y="1563390"/>
                  </a:lnTo>
                  <a:lnTo>
                    <a:pt x="469697" y="1563652"/>
                  </a:lnTo>
                  <a:lnTo>
                    <a:pt x="464827" y="1565479"/>
                  </a:lnTo>
                  <a:lnTo>
                    <a:pt x="459263" y="1567569"/>
                  </a:lnTo>
                  <a:lnTo>
                    <a:pt x="455437" y="1569005"/>
                  </a:lnTo>
                  <a:lnTo>
                    <a:pt x="442569" y="1573839"/>
                  </a:lnTo>
                  <a:lnTo>
                    <a:pt x="438221" y="1575473"/>
                  </a:lnTo>
                  <a:lnTo>
                    <a:pt x="436482" y="1576126"/>
                  </a:lnTo>
                  <a:lnTo>
                    <a:pt x="432482" y="1577630"/>
                  </a:lnTo>
                  <a:lnTo>
                    <a:pt x="431091" y="1578153"/>
                  </a:lnTo>
                  <a:lnTo>
                    <a:pt x="415788" y="1583907"/>
                  </a:lnTo>
                  <a:lnTo>
                    <a:pt x="405181" y="1587897"/>
                  </a:lnTo>
                  <a:lnTo>
                    <a:pt x="400659" y="1589598"/>
                  </a:lnTo>
                  <a:lnTo>
                    <a:pt x="398746" y="1590318"/>
                  </a:lnTo>
                  <a:lnTo>
                    <a:pt x="397355" y="1590842"/>
                  </a:lnTo>
                  <a:lnTo>
                    <a:pt x="390051" y="1593591"/>
                  </a:lnTo>
                  <a:lnTo>
                    <a:pt x="383617" y="1596014"/>
                  </a:lnTo>
                  <a:lnTo>
                    <a:pt x="380487" y="1597193"/>
                  </a:lnTo>
                  <a:lnTo>
                    <a:pt x="375096" y="1599223"/>
                  </a:lnTo>
                  <a:lnTo>
                    <a:pt x="373183" y="1599944"/>
                  </a:lnTo>
                  <a:lnTo>
                    <a:pt x="370401" y="1600992"/>
                  </a:lnTo>
                  <a:lnTo>
                    <a:pt x="367619" y="1602040"/>
                  </a:lnTo>
                  <a:lnTo>
                    <a:pt x="358228" y="1605579"/>
                  </a:lnTo>
                  <a:lnTo>
                    <a:pt x="357533" y="1605841"/>
                  </a:lnTo>
                  <a:lnTo>
                    <a:pt x="355620" y="1606562"/>
                  </a:lnTo>
                  <a:lnTo>
                    <a:pt x="352664" y="1607676"/>
                  </a:lnTo>
                  <a:lnTo>
                    <a:pt x="347794" y="1609512"/>
                  </a:lnTo>
                  <a:lnTo>
                    <a:pt x="346751" y="1609905"/>
                  </a:lnTo>
                  <a:lnTo>
                    <a:pt x="346055" y="1610168"/>
                  </a:lnTo>
                  <a:lnTo>
                    <a:pt x="342056" y="1611676"/>
                  </a:lnTo>
                  <a:lnTo>
                    <a:pt x="338230" y="1613119"/>
                  </a:lnTo>
                  <a:lnTo>
                    <a:pt x="332144" y="1615415"/>
                  </a:lnTo>
                  <a:lnTo>
                    <a:pt x="327796" y="1617055"/>
                  </a:lnTo>
                  <a:lnTo>
                    <a:pt x="326927" y="1617383"/>
                  </a:lnTo>
                  <a:lnTo>
                    <a:pt x="325362" y="1617973"/>
                  </a:lnTo>
                  <a:lnTo>
                    <a:pt x="322753" y="1618958"/>
                  </a:lnTo>
                  <a:lnTo>
                    <a:pt x="315971" y="1621517"/>
                  </a:lnTo>
                  <a:lnTo>
                    <a:pt x="315623" y="1621649"/>
                  </a:lnTo>
                  <a:lnTo>
                    <a:pt x="307450" y="1624734"/>
                  </a:lnTo>
                  <a:lnTo>
                    <a:pt x="298408" y="1628149"/>
                  </a:lnTo>
                  <a:lnTo>
                    <a:pt x="296495" y="1628871"/>
                  </a:lnTo>
                  <a:lnTo>
                    <a:pt x="290930" y="1630973"/>
                  </a:lnTo>
                  <a:lnTo>
                    <a:pt x="285365" y="1633076"/>
                  </a:lnTo>
                  <a:lnTo>
                    <a:pt x="268671" y="1639385"/>
                  </a:lnTo>
                  <a:lnTo>
                    <a:pt x="257194" y="1643725"/>
                  </a:lnTo>
                  <a:lnTo>
                    <a:pt x="241891" y="1649514"/>
                  </a:lnTo>
                  <a:lnTo>
                    <a:pt x="224849" y="1655964"/>
                  </a:lnTo>
                  <a:lnTo>
                    <a:pt x="223458" y="1656491"/>
                  </a:lnTo>
                  <a:lnTo>
                    <a:pt x="206590" y="1662879"/>
                  </a:lnTo>
                  <a:lnTo>
                    <a:pt x="201199" y="1664921"/>
                  </a:lnTo>
                  <a:lnTo>
                    <a:pt x="199286" y="1665646"/>
                  </a:lnTo>
                  <a:lnTo>
                    <a:pt x="172854" y="1675665"/>
                  </a:lnTo>
                  <a:lnTo>
                    <a:pt x="168158" y="1677446"/>
                  </a:lnTo>
                  <a:lnTo>
                    <a:pt x="164333" y="1678897"/>
                  </a:lnTo>
                  <a:lnTo>
                    <a:pt x="148856" y="1684768"/>
                  </a:lnTo>
                  <a:lnTo>
                    <a:pt x="142074" y="1687342"/>
                  </a:lnTo>
                  <a:lnTo>
                    <a:pt x="133553" y="1690577"/>
                  </a:lnTo>
                  <a:lnTo>
                    <a:pt x="117032" y="1696850"/>
                  </a:lnTo>
                  <a:lnTo>
                    <a:pt x="25389" y="1731702"/>
                  </a:lnTo>
                  <a:lnTo>
                    <a:pt x="0" y="1741373"/>
                  </a:lnTo>
                  <a:close/>
                </a:path>
              </a:pathLst>
            </a:custGeom>
            <a:solidFill>
              <a:srgbClr val="619CFF">
                <a:alpha val="14901"/>
              </a:srgbClr>
            </a:solidFill>
          </p:spPr>
          <p:txBody>
            <a:bodyPr/>
            <a:lstStyle/>
            <a:p/>
          </p:txBody>
        </p:sp>
        <p:sp>
          <p:nvSpPr>
            <p:cNvPr id="14" name="pl13"/>
            <p:cNvSpPr/>
            <p:nvPr/>
          </p:nvSpPr>
          <p:spPr>
            <a:xfrm>
              <a:off x="3338030" y="3106207"/>
              <a:ext cx="4307091" cy="1575221"/>
            </a:xfrm>
            <a:custGeom>
              <a:avLst/>
              <a:pathLst>
                <a:path w="4307091" h="1575221">
                  <a:moveTo>
                    <a:pt x="0" y="1575221"/>
                  </a:moveTo>
                  <a:lnTo>
                    <a:pt x="25389" y="1566817"/>
                  </a:lnTo>
                  <a:lnTo>
                    <a:pt x="117032" y="1536426"/>
                  </a:lnTo>
                  <a:lnTo>
                    <a:pt x="133553" y="1530938"/>
                  </a:lnTo>
                  <a:lnTo>
                    <a:pt x="142074" y="1528106"/>
                  </a:lnTo>
                  <a:lnTo>
                    <a:pt x="148856" y="1525852"/>
                  </a:lnTo>
                  <a:lnTo>
                    <a:pt x="164333" y="1520705"/>
                  </a:lnTo>
                  <a:lnTo>
                    <a:pt x="168158" y="1519433"/>
                  </a:lnTo>
                  <a:lnTo>
                    <a:pt x="172854" y="1517870"/>
                  </a:lnTo>
                  <a:lnTo>
                    <a:pt x="199286" y="1509072"/>
                  </a:lnTo>
                  <a:lnTo>
                    <a:pt x="201199" y="1508435"/>
                  </a:lnTo>
                  <a:lnTo>
                    <a:pt x="206590" y="1506639"/>
                  </a:lnTo>
                  <a:lnTo>
                    <a:pt x="223458" y="1501018"/>
                  </a:lnTo>
                  <a:lnTo>
                    <a:pt x="224849" y="1500555"/>
                  </a:lnTo>
                  <a:lnTo>
                    <a:pt x="241891" y="1494872"/>
                  </a:lnTo>
                  <a:lnTo>
                    <a:pt x="257194" y="1489767"/>
                  </a:lnTo>
                  <a:lnTo>
                    <a:pt x="268671" y="1485936"/>
                  </a:lnTo>
                  <a:lnTo>
                    <a:pt x="285365" y="1480361"/>
                  </a:lnTo>
                  <a:lnTo>
                    <a:pt x="290930" y="1478501"/>
                  </a:lnTo>
                  <a:lnTo>
                    <a:pt x="296495" y="1476642"/>
                  </a:lnTo>
                  <a:lnTo>
                    <a:pt x="298408" y="1476002"/>
                  </a:lnTo>
                  <a:lnTo>
                    <a:pt x="307450" y="1472980"/>
                  </a:lnTo>
                  <a:lnTo>
                    <a:pt x="315623" y="1470246"/>
                  </a:lnTo>
                  <a:lnTo>
                    <a:pt x="315971" y="1470130"/>
                  </a:lnTo>
                  <a:lnTo>
                    <a:pt x="322753" y="1467861"/>
                  </a:lnTo>
                  <a:lnTo>
                    <a:pt x="325362" y="1466989"/>
                  </a:lnTo>
                  <a:lnTo>
                    <a:pt x="326927" y="1466465"/>
                  </a:lnTo>
                  <a:lnTo>
                    <a:pt x="327796" y="1466174"/>
                  </a:lnTo>
                  <a:lnTo>
                    <a:pt x="332144" y="1464719"/>
                  </a:lnTo>
                  <a:lnTo>
                    <a:pt x="338230" y="1462682"/>
                  </a:lnTo>
                  <a:lnTo>
                    <a:pt x="342056" y="1461401"/>
                  </a:lnTo>
                  <a:lnTo>
                    <a:pt x="346055" y="1460062"/>
                  </a:lnTo>
                  <a:lnTo>
                    <a:pt x="346751" y="1459829"/>
                  </a:lnTo>
                  <a:lnTo>
                    <a:pt x="347794" y="1459480"/>
                  </a:lnTo>
                  <a:lnTo>
                    <a:pt x="352664" y="1457849"/>
                  </a:lnTo>
                  <a:lnTo>
                    <a:pt x="355620" y="1456859"/>
                  </a:lnTo>
                  <a:lnTo>
                    <a:pt x="357533" y="1456218"/>
                  </a:lnTo>
                  <a:lnTo>
                    <a:pt x="358228" y="1455985"/>
                  </a:lnTo>
                  <a:lnTo>
                    <a:pt x="367619" y="1452839"/>
                  </a:lnTo>
                  <a:lnTo>
                    <a:pt x="370401" y="1451906"/>
                  </a:lnTo>
                  <a:lnTo>
                    <a:pt x="373183" y="1450973"/>
                  </a:lnTo>
                  <a:lnTo>
                    <a:pt x="375096" y="1450332"/>
                  </a:lnTo>
                  <a:lnTo>
                    <a:pt x="380487" y="1448525"/>
                  </a:lnTo>
                  <a:lnTo>
                    <a:pt x="383617" y="1447475"/>
                  </a:lnTo>
                  <a:lnTo>
                    <a:pt x="390051" y="1445317"/>
                  </a:lnTo>
                  <a:lnTo>
                    <a:pt x="397355" y="1442867"/>
                  </a:lnTo>
                  <a:lnTo>
                    <a:pt x="398746" y="1442400"/>
                  </a:lnTo>
                  <a:lnTo>
                    <a:pt x="400659" y="1441758"/>
                  </a:lnTo>
                  <a:lnTo>
                    <a:pt x="405181" y="1440240"/>
                  </a:lnTo>
                  <a:lnTo>
                    <a:pt x="415788" y="1436679"/>
                  </a:lnTo>
                  <a:lnTo>
                    <a:pt x="431091" y="1431539"/>
                  </a:lnTo>
                  <a:lnTo>
                    <a:pt x="432482" y="1431071"/>
                  </a:lnTo>
                  <a:lnTo>
                    <a:pt x="436482" y="1429727"/>
                  </a:lnTo>
                  <a:lnTo>
                    <a:pt x="438221" y="1429142"/>
                  </a:lnTo>
                  <a:lnTo>
                    <a:pt x="442569" y="1427681"/>
                  </a:lnTo>
                  <a:lnTo>
                    <a:pt x="455437" y="1423354"/>
                  </a:lnTo>
                  <a:lnTo>
                    <a:pt x="459263" y="1422067"/>
                  </a:lnTo>
                  <a:lnTo>
                    <a:pt x="464827" y="1420194"/>
                  </a:lnTo>
                  <a:lnTo>
                    <a:pt x="469697" y="1418556"/>
                  </a:lnTo>
                  <a:lnTo>
                    <a:pt x="470392" y="1418322"/>
                  </a:lnTo>
                  <a:lnTo>
                    <a:pt x="472305" y="1417678"/>
                  </a:lnTo>
                  <a:lnTo>
                    <a:pt x="481348" y="1414633"/>
                  </a:lnTo>
                  <a:lnTo>
                    <a:pt x="489521" y="1411880"/>
                  </a:lnTo>
                  <a:lnTo>
                    <a:pt x="489869" y="1411763"/>
                  </a:lnTo>
                  <a:lnTo>
                    <a:pt x="496651" y="1409478"/>
                  </a:lnTo>
                  <a:lnTo>
                    <a:pt x="499259" y="1408599"/>
                  </a:lnTo>
                  <a:lnTo>
                    <a:pt x="500824" y="1408072"/>
                  </a:lnTo>
                  <a:lnTo>
                    <a:pt x="501694" y="1407779"/>
                  </a:lnTo>
                  <a:lnTo>
                    <a:pt x="506041" y="1406313"/>
                  </a:lnTo>
                  <a:lnTo>
                    <a:pt x="512127" y="1404261"/>
                  </a:lnTo>
                  <a:lnTo>
                    <a:pt x="515953" y="1402971"/>
                  </a:lnTo>
                  <a:lnTo>
                    <a:pt x="519953" y="1401622"/>
                  </a:lnTo>
                  <a:lnTo>
                    <a:pt x="520648" y="1401387"/>
                  </a:lnTo>
                  <a:lnTo>
                    <a:pt x="521692" y="1401035"/>
                  </a:lnTo>
                  <a:lnTo>
                    <a:pt x="526561" y="1399392"/>
                  </a:lnTo>
                  <a:lnTo>
                    <a:pt x="529517" y="1398395"/>
                  </a:lnTo>
                  <a:lnTo>
                    <a:pt x="531430" y="1397749"/>
                  </a:lnTo>
                  <a:lnTo>
                    <a:pt x="532126" y="1397514"/>
                  </a:lnTo>
                  <a:lnTo>
                    <a:pt x="541516" y="1394344"/>
                  </a:lnTo>
                  <a:lnTo>
                    <a:pt x="544299" y="1393405"/>
                  </a:lnTo>
                  <a:lnTo>
                    <a:pt x="547081" y="1392465"/>
                  </a:lnTo>
                  <a:lnTo>
                    <a:pt x="548994" y="1391819"/>
                  </a:lnTo>
                  <a:lnTo>
                    <a:pt x="554385" y="1389998"/>
                  </a:lnTo>
                  <a:lnTo>
                    <a:pt x="557515" y="1388940"/>
                  </a:lnTo>
                  <a:lnTo>
                    <a:pt x="563949" y="1386766"/>
                  </a:lnTo>
                  <a:lnTo>
                    <a:pt x="571253" y="1384296"/>
                  </a:lnTo>
                  <a:lnTo>
                    <a:pt x="572644" y="1383826"/>
                  </a:lnTo>
                  <a:lnTo>
                    <a:pt x="574557" y="1383179"/>
                  </a:lnTo>
                  <a:lnTo>
                    <a:pt x="579078" y="1381650"/>
                  </a:lnTo>
                  <a:lnTo>
                    <a:pt x="589686" y="1378061"/>
                  </a:lnTo>
                  <a:lnTo>
                    <a:pt x="604989" y="1372880"/>
                  </a:lnTo>
                  <a:lnTo>
                    <a:pt x="606380" y="1372409"/>
                  </a:lnTo>
                  <a:lnTo>
                    <a:pt x="610380" y="1371054"/>
                  </a:lnTo>
                  <a:lnTo>
                    <a:pt x="612119" y="1370465"/>
                  </a:lnTo>
                  <a:lnTo>
                    <a:pt x="616466" y="1368992"/>
                  </a:lnTo>
                  <a:lnTo>
                    <a:pt x="629334" y="1364630"/>
                  </a:lnTo>
                  <a:lnTo>
                    <a:pt x="633160" y="1363333"/>
                  </a:lnTo>
                  <a:lnTo>
                    <a:pt x="638725" y="1361445"/>
                  </a:lnTo>
                  <a:lnTo>
                    <a:pt x="643594" y="1359794"/>
                  </a:lnTo>
                  <a:lnTo>
                    <a:pt x="644290" y="1359558"/>
                  </a:lnTo>
                  <a:lnTo>
                    <a:pt x="646202" y="1358908"/>
                  </a:lnTo>
                  <a:lnTo>
                    <a:pt x="655245" y="1355839"/>
                  </a:lnTo>
                  <a:lnTo>
                    <a:pt x="663418" y="1353064"/>
                  </a:lnTo>
                  <a:lnTo>
                    <a:pt x="663766" y="1352946"/>
                  </a:lnTo>
                  <a:lnTo>
                    <a:pt x="670548" y="1350642"/>
                  </a:lnTo>
                  <a:lnTo>
                    <a:pt x="673157" y="1349755"/>
                  </a:lnTo>
                  <a:lnTo>
                    <a:pt x="674722" y="1349224"/>
                  </a:lnTo>
                  <a:lnTo>
                    <a:pt x="675591" y="1348928"/>
                  </a:lnTo>
                  <a:lnTo>
                    <a:pt x="679939" y="1347450"/>
                  </a:lnTo>
                  <a:lnTo>
                    <a:pt x="686025" y="1345381"/>
                  </a:lnTo>
                  <a:lnTo>
                    <a:pt x="689851" y="1344080"/>
                  </a:lnTo>
                  <a:lnTo>
                    <a:pt x="693850" y="1342720"/>
                  </a:lnTo>
                  <a:lnTo>
                    <a:pt x="694546" y="1342483"/>
                  </a:lnTo>
                  <a:lnTo>
                    <a:pt x="695589" y="1342128"/>
                  </a:lnTo>
                  <a:lnTo>
                    <a:pt x="700458" y="1340472"/>
                  </a:lnTo>
                  <a:lnTo>
                    <a:pt x="703415" y="1339466"/>
                  </a:lnTo>
                  <a:lnTo>
                    <a:pt x="705328" y="1338815"/>
                  </a:lnTo>
                  <a:lnTo>
                    <a:pt x="706023" y="1338578"/>
                  </a:lnTo>
                  <a:lnTo>
                    <a:pt x="715414" y="1335381"/>
                  </a:lnTo>
                  <a:lnTo>
                    <a:pt x="718196" y="1334433"/>
                  </a:lnTo>
                  <a:lnTo>
                    <a:pt x="720978" y="1333485"/>
                  </a:lnTo>
                  <a:lnTo>
                    <a:pt x="722891" y="1332834"/>
                  </a:lnTo>
                  <a:lnTo>
                    <a:pt x="728282" y="1330997"/>
                  </a:lnTo>
                  <a:lnTo>
                    <a:pt x="731412" y="1329930"/>
                  </a:lnTo>
                  <a:lnTo>
                    <a:pt x="737846" y="1327737"/>
                  </a:lnTo>
                  <a:lnTo>
                    <a:pt x="745150" y="1325246"/>
                  </a:lnTo>
                  <a:lnTo>
                    <a:pt x="746541" y="1324772"/>
                  </a:lnTo>
                  <a:lnTo>
                    <a:pt x="748454" y="1324119"/>
                  </a:lnTo>
                  <a:lnTo>
                    <a:pt x="752975" y="1322577"/>
                  </a:lnTo>
                  <a:lnTo>
                    <a:pt x="763583" y="1318956"/>
                  </a:lnTo>
                  <a:lnTo>
                    <a:pt x="778886" y="1313730"/>
                  </a:lnTo>
                  <a:lnTo>
                    <a:pt x="780277" y="1313255"/>
                  </a:lnTo>
                  <a:lnTo>
                    <a:pt x="784277" y="1311888"/>
                  </a:lnTo>
                  <a:lnTo>
                    <a:pt x="786016" y="1311293"/>
                  </a:lnTo>
                  <a:lnTo>
                    <a:pt x="790363" y="1309807"/>
                  </a:lnTo>
                  <a:lnTo>
                    <a:pt x="803232" y="1305406"/>
                  </a:lnTo>
                  <a:lnTo>
                    <a:pt x="807058" y="1304097"/>
                  </a:lnTo>
                  <a:lnTo>
                    <a:pt x="812622" y="1302192"/>
                  </a:lnTo>
                  <a:lnTo>
                    <a:pt x="817491" y="1300525"/>
                  </a:lnTo>
                  <a:lnTo>
                    <a:pt x="818187" y="1300287"/>
                  </a:lnTo>
                  <a:lnTo>
                    <a:pt x="820100" y="1299632"/>
                  </a:lnTo>
                  <a:lnTo>
                    <a:pt x="829143" y="1296535"/>
                  </a:lnTo>
                  <a:lnTo>
                    <a:pt x="837316" y="1293734"/>
                  </a:lnTo>
                  <a:lnTo>
                    <a:pt x="837664" y="1293615"/>
                  </a:lnTo>
                  <a:lnTo>
                    <a:pt x="844446" y="1291290"/>
                  </a:lnTo>
                  <a:lnTo>
                    <a:pt x="847054" y="1290395"/>
                  </a:lnTo>
                  <a:lnTo>
                    <a:pt x="848619" y="1289858"/>
                  </a:lnTo>
                  <a:lnTo>
                    <a:pt x="849489" y="1289560"/>
                  </a:lnTo>
                  <a:lnTo>
                    <a:pt x="853836" y="1288069"/>
                  </a:lnTo>
                  <a:lnTo>
                    <a:pt x="859922" y="1285980"/>
                  </a:lnTo>
                  <a:lnTo>
                    <a:pt x="863748" y="1284667"/>
                  </a:lnTo>
                  <a:lnTo>
                    <a:pt x="867748" y="1283294"/>
                  </a:lnTo>
                  <a:lnTo>
                    <a:pt x="868443" y="1283055"/>
                  </a:lnTo>
                  <a:lnTo>
                    <a:pt x="869487" y="1282697"/>
                  </a:lnTo>
                  <a:lnTo>
                    <a:pt x="874356" y="1281024"/>
                  </a:lnTo>
                  <a:lnTo>
                    <a:pt x="879225" y="1279352"/>
                  </a:lnTo>
                  <a:lnTo>
                    <a:pt x="879921" y="1279113"/>
                  </a:lnTo>
                  <a:lnTo>
                    <a:pt x="889311" y="1275885"/>
                  </a:lnTo>
                  <a:lnTo>
                    <a:pt x="892093" y="1274929"/>
                  </a:lnTo>
                  <a:lnTo>
                    <a:pt x="894876" y="1273972"/>
                  </a:lnTo>
                  <a:lnTo>
                    <a:pt x="896789" y="1273314"/>
                  </a:lnTo>
                  <a:lnTo>
                    <a:pt x="902179" y="1271460"/>
                  </a:lnTo>
                  <a:lnTo>
                    <a:pt x="905310" y="1270383"/>
                  </a:lnTo>
                  <a:lnTo>
                    <a:pt x="911744" y="1268169"/>
                  </a:lnTo>
                  <a:lnTo>
                    <a:pt x="919048" y="1265654"/>
                  </a:lnTo>
                  <a:lnTo>
                    <a:pt x="920439" y="1265175"/>
                  </a:lnTo>
                  <a:lnTo>
                    <a:pt x="922352" y="1264516"/>
                  </a:lnTo>
                  <a:lnTo>
                    <a:pt x="926873" y="1262959"/>
                  </a:lnTo>
                  <a:lnTo>
                    <a:pt x="937481" y="1259303"/>
                  </a:lnTo>
                  <a:lnTo>
                    <a:pt x="952784" y="1254025"/>
                  </a:lnTo>
                  <a:lnTo>
                    <a:pt x="954175" y="1253545"/>
                  </a:lnTo>
                  <a:lnTo>
                    <a:pt x="958174" y="1252165"/>
                  </a:lnTo>
                  <a:lnTo>
                    <a:pt x="959913" y="1251564"/>
                  </a:lnTo>
                  <a:lnTo>
                    <a:pt x="964261" y="1250064"/>
                  </a:lnTo>
                  <a:lnTo>
                    <a:pt x="977129" y="1245619"/>
                  </a:lnTo>
                  <a:lnTo>
                    <a:pt x="980955" y="1244297"/>
                  </a:lnTo>
                  <a:lnTo>
                    <a:pt x="986520" y="1242373"/>
                  </a:lnTo>
                  <a:lnTo>
                    <a:pt x="991389" y="1240689"/>
                  </a:lnTo>
                  <a:lnTo>
                    <a:pt x="992084" y="1240449"/>
                  </a:lnTo>
                  <a:lnTo>
                    <a:pt x="993997" y="1239787"/>
                  </a:lnTo>
                  <a:lnTo>
                    <a:pt x="1003040" y="1236659"/>
                  </a:lnTo>
                  <a:lnTo>
                    <a:pt x="1011213" y="1233829"/>
                  </a:lnTo>
                  <a:lnTo>
                    <a:pt x="1011561" y="1233709"/>
                  </a:lnTo>
                  <a:lnTo>
                    <a:pt x="1018343" y="1231360"/>
                  </a:lnTo>
                  <a:lnTo>
                    <a:pt x="1020951" y="1230457"/>
                  </a:lnTo>
                  <a:lnTo>
                    <a:pt x="1022516" y="1229914"/>
                  </a:lnTo>
                  <a:lnTo>
                    <a:pt x="1023386" y="1229613"/>
                  </a:lnTo>
                  <a:lnTo>
                    <a:pt x="1027733" y="1228107"/>
                  </a:lnTo>
                  <a:lnTo>
                    <a:pt x="1033820" y="1225997"/>
                  </a:lnTo>
                  <a:lnTo>
                    <a:pt x="1037646" y="1224670"/>
                  </a:lnTo>
                  <a:lnTo>
                    <a:pt x="1041645" y="1223283"/>
                  </a:lnTo>
                  <a:lnTo>
                    <a:pt x="1042341" y="1223042"/>
                  </a:lnTo>
                  <a:lnTo>
                    <a:pt x="1043384" y="1222680"/>
                  </a:lnTo>
                  <a:lnTo>
                    <a:pt x="1048253" y="1220990"/>
                  </a:lnTo>
                  <a:lnTo>
                    <a:pt x="1051210" y="1219964"/>
                  </a:lnTo>
                  <a:lnTo>
                    <a:pt x="1053122" y="1219300"/>
                  </a:lnTo>
                  <a:lnTo>
                    <a:pt x="1053818" y="1219059"/>
                  </a:lnTo>
                  <a:lnTo>
                    <a:pt x="1063208" y="1215798"/>
                  </a:lnTo>
                  <a:lnTo>
                    <a:pt x="1065991" y="1214832"/>
                  </a:lnTo>
                  <a:lnTo>
                    <a:pt x="1068773" y="1213865"/>
                  </a:lnTo>
                  <a:lnTo>
                    <a:pt x="1070686" y="1213200"/>
                  </a:lnTo>
                  <a:lnTo>
                    <a:pt x="1076077" y="1211327"/>
                  </a:lnTo>
                  <a:lnTo>
                    <a:pt x="1079207" y="1210238"/>
                  </a:lnTo>
                  <a:lnTo>
                    <a:pt x="1085641" y="1208001"/>
                  </a:lnTo>
                  <a:lnTo>
                    <a:pt x="1092945" y="1205460"/>
                  </a:lnTo>
                  <a:lnTo>
                    <a:pt x="1094336" y="1204976"/>
                  </a:lnTo>
                  <a:lnTo>
                    <a:pt x="1096249" y="1204310"/>
                  </a:lnTo>
                  <a:lnTo>
                    <a:pt x="1100770" y="1202736"/>
                  </a:lnTo>
                  <a:lnTo>
                    <a:pt x="1111378" y="1199042"/>
                  </a:lnTo>
                  <a:lnTo>
                    <a:pt x="1126681" y="1193708"/>
                  </a:lnTo>
                  <a:lnTo>
                    <a:pt x="1128072" y="1193223"/>
                  </a:lnTo>
                  <a:lnTo>
                    <a:pt x="1132072" y="1191828"/>
                  </a:lnTo>
                  <a:lnTo>
                    <a:pt x="1133811" y="1191222"/>
                  </a:lnTo>
                  <a:lnTo>
                    <a:pt x="1138158" y="1189705"/>
                  </a:lnTo>
                  <a:lnTo>
                    <a:pt x="1151027" y="1185212"/>
                  </a:lnTo>
                  <a:lnTo>
                    <a:pt x="1154852" y="1183876"/>
                  </a:lnTo>
                  <a:lnTo>
                    <a:pt x="1160417" y="1181932"/>
                  </a:lnTo>
                  <a:lnTo>
                    <a:pt x="1165286" y="1180230"/>
                  </a:lnTo>
                  <a:lnTo>
                    <a:pt x="1165982" y="1179987"/>
                  </a:lnTo>
                  <a:lnTo>
                    <a:pt x="1167895" y="1179318"/>
                  </a:lnTo>
                  <a:lnTo>
                    <a:pt x="1176937" y="1176156"/>
                  </a:lnTo>
                  <a:lnTo>
                    <a:pt x="1185111" y="1173296"/>
                  </a:lnTo>
                  <a:lnTo>
                    <a:pt x="1185458" y="1173174"/>
                  </a:lnTo>
                  <a:lnTo>
                    <a:pt x="1192240" y="1170800"/>
                  </a:lnTo>
                  <a:lnTo>
                    <a:pt x="1194849" y="1169887"/>
                  </a:lnTo>
                  <a:lnTo>
                    <a:pt x="1196414" y="1169338"/>
                  </a:lnTo>
                  <a:lnTo>
                    <a:pt x="1197283" y="1169034"/>
                  </a:lnTo>
                  <a:lnTo>
                    <a:pt x="1201631" y="1167511"/>
                  </a:lnTo>
                  <a:lnTo>
                    <a:pt x="1207717" y="1165378"/>
                  </a:lnTo>
                  <a:lnTo>
                    <a:pt x="1211543" y="1164037"/>
                  </a:lnTo>
                  <a:lnTo>
                    <a:pt x="1215543" y="1162635"/>
                  </a:lnTo>
                  <a:lnTo>
                    <a:pt x="1216238" y="1162391"/>
                  </a:lnTo>
                  <a:lnTo>
                    <a:pt x="1217282" y="1162025"/>
                  </a:lnTo>
                  <a:lnTo>
                    <a:pt x="1222151" y="1160317"/>
                  </a:lnTo>
                  <a:lnTo>
                    <a:pt x="1225107" y="1159280"/>
                  </a:lnTo>
                  <a:lnTo>
                    <a:pt x="1227020" y="1158608"/>
                  </a:lnTo>
                  <a:lnTo>
                    <a:pt x="1227715" y="1158364"/>
                  </a:lnTo>
                  <a:lnTo>
                    <a:pt x="1237106" y="1155068"/>
                  </a:lnTo>
                  <a:lnTo>
                    <a:pt x="1239888" y="1154091"/>
                  </a:lnTo>
                  <a:lnTo>
                    <a:pt x="1242671" y="1153113"/>
                  </a:lnTo>
                  <a:lnTo>
                    <a:pt x="1244584" y="1152441"/>
                  </a:lnTo>
                  <a:lnTo>
                    <a:pt x="1249974" y="1150547"/>
                  </a:lnTo>
                  <a:lnTo>
                    <a:pt x="1253105" y="1149447"/>
                  </a:lnTo>
                  <a:lnTo>
                    <a:pt x="1259539" y="1147184"/>
                  </a:lnTo>
                  <a:lnTo>
                    <a:pt x="1266842" y="1144615"/>
                  </a:lnTo>
                  <a:lnTo>
                    <a:pt x="1268234" y="1144126"/>
                  </a:lnTo>
                  <a:lnTo>
                    <a:pt x="1270146" y="1143453"/>
                  </a:lnTo>
                  <a:lnTo>
                    <a:pt x="1274668" y="1141862"/>
                  </a:lnTo>
                  <a:lnTo>
                    <a:pt x="1285276" y="1138126"/>
                  </a:lnTo>
                  <a:lnTo>
                    <a:pt x="1300579" y="1132733"/>
                  </a:lnTo>
                  <a:lnTo>
                    <a:pt x="1301970" y="1132243"/>
                  </a:lnTo>
                  <a:lnTo>
                    <a:pt x="1305969" y="1130832"/>
                  </a:lnTo>
                  <a:lnTo>
                    <a:pt x="1307708" y="1130219"/>
                  </a:lnTo>
                  <a:lnTo>
                    <a:pt x="1312056" y="1128685"/>
                  </a:lnTo>
                  <a:lnTo>
                    <a:pt x="1324924" y="1124142"/>
                  </a:lnTo>
                  <a:lnTo>
                    <a:pt x="1328750" y="1122791"/>
                  </a:lnTo>
                  <a:lnTo>
                    <a:pt x="1334315" y="1120825"/>
                  </a:lnTo>
                  <a:lnTo>
                    <a:pt x="1339184" y="1119104"/>
                  </a:lnTo>
                  <a:lnTo>
                    <a:pt x="1339879" y="1118858"/>
                  </a:lnTo>
                  <a:lnTo>
                    <a:pt x="1341792" y="1118182"/>
                  </a:lnTo>
                  <a:lnTo>
                    <a:pt x="1350835" y="1114984"/>
                  </a:lnTo>
                  <a:lnTo>
                    <a:pt x="1359008" y="1112092"/>
                  </a:lnTo>
                  <a:lnTo>
                    <a:pt x="1359356" y="1111969"/>
                  </a:lnTo>
                  <a:lnTo>
                    <a:pt x="1366138" y="1109568"/>
                  </a:lnTo>
                  <a:lnTo>
                    <a:pt x="1368746" y="1108644"/>
                  </a:lnTo>
                  <a:lnTo>
                    <a:pt x="1370311" y="1108090"/>
                  </a:lnTo>
                  <a:lnTo>
                    <a:pt x="1371181" y="1107782"/>
                  </a:lnTo>
                  <a:lnTo>
                    <a:pt x="1375528" y="1106242"/>
                  </a:lnTo>
                  <a:lnTo>
                    <a:pt x="1381615" y="1104085"/>
                  </a:lnTo>
                  <a:lnTo>
                    <a:pt x="1385440" y="1102729"/>
                  </a:lnTo>
                  <a:lnTo>
                    <a:pt x="1389440" y="1101310"/>
                  </a:lnTo>
                  <a:lnTo>
                    <a:pt x="1390136" y="1101064"/>
                  </a:lnTo>
                  <a:lnTo>
                    <a:pt x="1391179" y="1100694"/>
                  </a:lnTo>
                  <a:lnTo>
                    <a:pt x="1396048" y="1098966"/>
                  </a:lnTo>
                  <a:lnTo>
                    <a:pt x="1399004" y="1097917"/>
                  </a:lnTo>
                  <a:lnTo>
                    <a:pt x="1400917" y="1097239"/>
                  </a:lnTo>
                  <a:lnTo>
                    <a:pt x="1401613" y="1096992"/>
                  </a:lnTo>
                  <a:lnTo>
                    <a:pt x="1411003" y="1093658"/>
                  </a:lnTo>
                  <a:lnTo>
                    <a:pt x="1413786" y="1092670"/>
                  </a:lnTo>
                  <a:lnTo>
                    <a:pt x="1416568" y="1091681"/>
                  </a:lnTo>
                  <a:lnTo>
                    <a:pt x="1418481" y="1091002"/>
                  </a:lnTo>
                  <a:lnTo>
                    <a:pt x="1423872" y="1089086"/>
                  </a:lnTo>
                  <a:lnTo>
                    <a:pt x="1427002" y="1087973"/>
                  </a:lnTo>
                  <a:lnTo>
                    <a:pt x="1433436" y="1085685"/>
                  </a:lnTo>
                  <a:lnTo>
                    <a:pt x="1440740" y="1083087"/>
                  </a:lnTo>
                  <a:lnTo>
                    <a:pt x="1442131" y="1082592"/>
                  </a:lnTo>
                  <a:lnTo>
                    <a:pt x="1444044" y="1081912"/>
                  </a:lnTo>
                  <a:lnTo>
                    <a:pt x="1448565" y="1080302"/>
                  </a:lnTo>
                  <a:lnTo>
                    <a:pt x="1459173" y="1076525"/>
                  </a:lnTo>
                  <a:lnTo>
                    <a:pt x="1474476" y="1071070"/>
                  </a:lnTo>
                  <a:lnTo>
                    <a:pt x="1475867" y="1070574"/>
                  </a:lnTo>
                  <a:lnTo>
                    <a:pt x="1479867" y="1069148"/>
                  </a:lnTo>
                  <a:lnTo>
                    <a:pt x="1481606" y="1068527"/>
                  </a:lnTo>
                  <a:lnTo>
                    <a:pt x="1485953" y="1066976"/>
                  </a:lnTo>
                  <a:lnTo>
                    <a:pt x="1498822" y="1062382"/>
                  </a:lnTo>
                  <a:lnTo>
                    <a:pt x="1502647" y="1061015"/>
                  </a:lnTo>
                  <a:lnTo>
                    <a:pt x="1508212" y="1059027"/>
                  </a:lnTo>
                  <a:lnTo>
                    <a:pt x="1513081" y="1057287"/>
                  </a:lnTo>
                  <a:lnTo>
                    <a:pt x="1513777" y="1057038"/>
                  </a:lnTo>
                  <a:lnTo>
                    <a:pt x="1515690" y="1056354"/>
                  </a:lnTo>
                  <a:lnTo>
                    <a:pt x="1524732" y="1053120"/>
                  </a:lnTo>
                  <a:lnTo>
                    <a:pt x="1532905" y="1050195"/>
                  </a:lnTo>
                  <a:lnTo>
                    <a:pt x="1533253" y="1050071"/>
                  </a:lnTo>
                  <a:lnTo>
                    <a:pt x="1540035" y="1047642"/>
                  </a:lnTo>
                  <a:lnTo>
                    <a:pt x="1542644" y="1046708"/>
                  </a:lnTo>
                  <a:lnTo>
                    <a:pt x="1544209" y="1046148"/>
                  </a:lnTo>
                  <a:lnTo>
                    <a:pt x="1545078" y="1045836"/>
                  </a:lnTo>
                  <a:lnTo>
                    <a:pt x="1549426" y="1044279"/>
                  </a:lnTo>
                  <a:lnTo>
                    <a:pt x="1555512" y="1042097"/>
                  </a:lnTo>
                  <a:lnTo>
                    <a:pt x="1559338" y="1040726"/>
                  </a:lnTo>
                  <a:lnTo>
                    <a:pt x="1563338" y="1039292"/>
                  </a:lnTo>
                  <a:lnTo>
                    <a:pt x="1564033" y="1039042"/>
                  </a:lnTo>
                  <a:lnTo>
                    <a:pt x="1565077" y="1038668"/>
                  </a:lnTo>
                  <a:lnTo>
                    <a:pt x="1569946" y="1036921"/>
                  </a:lnTo>
                  <a:lnTo>
                    <a:pt x="1572902" y="1035860"/>
                  </a:lnTo>
                  <a:lnTo>
                    <a:pt x="1574815" y="1035174"/>
                  </a:lnTo>
                  <a:lnTo>
                    <a:pt x="1575510" y="1034924"/>
                  </a:lnTo>
                  <a:lnTo>
                    <a:pt x="1584901" y="1031553"/>
                  </a:lnTo>
                  <a:lnTo>
                    <a:pt x="1587683" y="1030553"/>
                  </a:lnTo>
                  <a:lnTo>
                    <a:pt x="1590466" y="1029554"/>
                  </a:lnTo>
                  <a:lnTo>
                    <a:pt x="1592378" y="1028867"/>
                  </a:lnTo>
                  <a:lnTo>
                    <a:pt x="1597769" y="1026929"/>
                  </a:lnTo>
                  <a:lnTo>
                    <a:pt x="1600899" y="1025804"/>
                  </a:lnTo>
                  <a:lnTo>
                    <a:pt x="1607334" y="1023491"/>
                  </a:lnTo>
                  <a:lnTo>
                    <a:pt x="1614637" y="1020863"/>
                  </a:lnTo>
                  <a:lnTo>
                    <a:pt x="1616028" y="1020363"/>
                  </a:lnTo>
                  <a:lnTo>
                    <a:pt x="1617941" y="1019674"/>
                  </a:lnTo>
                  <a:lnTo>
                    <a:pt x="1622463" y="1018047"/>
                  </a:lnTo>
                  <a:lnTo>
                    <a:pt x="1633070" y="1014227"/>
                  </a:lnTo>
                  <a:lnTo>
                    <a:pt x="1648373" y="1008712"/>
                  </a:lnTo>
                  <a:lnTo>
                    <a:pt x="1649765" y="1008210"/>
                  </a:lnTo>
                  <a:lnTo>
                    <a:pt x="1653764" y="1006768"/>
                  </a:lnTo>
                  <a:lnTo>
                    <a:pt x="1655503" y="1006140"/>
                  </a:lnTo>
                  <a:lnTo>
                    <a:pt x="1659851" y="1004572"/>
                  </a:lnTo>
                  <a:lnTo>
                    <a:pt x="1672719" y="999927"/>
                  </a:lnTo>
                  <a:lnTo>
                    <a:pt x="1676545" y="998545"/>
                  </a:lnTo>
                  <a:lnTo>
                    <a:pt x="1682110" y="996535"/>
                  </a:lnTo>
                  <a:lnTo>
                    <a:pt x="1686979" y="994775"/>
                  </a:lnTo>
                  <a:lnTo>
                    <a:pt x="1687674" y="994524"/>
                  </a:lnTo>
                  <a:lnTo>
                    <a:pt x="1689587" y="993832"/>
                  </a:lnTo>
                  <a:lnTo>
                    <a:pt x="1698630" y="990562"/>
                  </a:lnTo>
                  <a:lnTo>
                    <a:pt x="1706803" y="987605"/>
                  </a:lnTo>
                  <a:lnTo>
                    <a:pt x="1707151" y="987479"/>
                  </a:lnTo>
                  <a:lnTo>
                    <a:pt x="1713933" y="985024"/>
                  </a:lnTo>
                  <a:lnTo>
                    <a:pt x="1716541" y="984080"/>
                  </a:lnTo>
                  <a:lnTo>
                    <a:pt x="1718106" y="983513"/>
                  </a:lnTo>
                  <a:lnTo>
                    <a:pt x="1718976" y="983198"/>
                  </a:lnTo>
                  <a:lnTo>
                    <a:pt x="1723323" y="981624"/>
                  </a:lnTo>
                  <a:lnTo>
                    <a:pt x="1729410" y="979419"/>
                  </a:lnTo>
                  <a:lnTo>
                    <a:pt x="1733235" y="978032"/>
                  </a:lnTo>
                  <a:lnTo>
                    <a:pt x="1737235" y="976582"/>
                  </a:lnTo>
                  <a:lnTo>
                    <a:pt x="1737931" y="976330"/>
                  </a:lnTo>
                  <a:lnTo>
                    <a:pt x="1738974" y="975952"/>
                  </a:lnTo>
                  <a:lnTo>
                    <a:pt x="1743843" y="974186"/>
                  </a:lnTo>
                  <a:lnTo>
                    <a:pt x="1746799" y="973113"/>
                  </a:lnTo>
                  <a:lnTo>
                    <a:pt x="1748712" y="972419"/>
                  </a:lnTo>
                  <a:lnTo>
                    <a:pt x="1749408" y="972167"/>
                  </a:lnTo>
                  <a:lnTo>
                    <a:pt x="1758798" y="968759"/>
                  </a:lnTo>
                  <a:lnTo>
                    <a:pt x="1761581" y="967749"/>
                  </a:lnTo>
                  <a:lnTo>
                    <a:pt x="1764363" y="966739"/>
                  </a:lnTo>
                  <a:lnTo>
                    <a:pt x="1766276" y="966044"/>
                  </a:lnTo>
                  <a:lnTo>
                    <a:pt x="1771667" y="964086"/>
                  </a:lnTo>
                  <a:lnTo>
                    <a:pt x="1774797" y="962948"/>
                  </a:lnTo>
                  <a:lnTo>
                    <a:pt x="1781231" y="960610"/>
                  </a:lnTo>
                  <a:lnTo>
                    <a:pt x="1788535" y="957954"/>
                  </a:lnTo>
                  <a:lnTo>
                    <a:pt x="1789926" y="957448"/>
                  </a:lnTo>
                  <a:lnTo>
                    <a:pt x="1791839" y="956752"/>
                  </a:lnTo>
                  <a:lnTo>
                    <a:pt x="1796360" y="955108"/>
                  </a:lnTo>
                  <a:lnTo>
                    <a:pt x="1806968" y="951247"/>
                  </a:lnTo>
                  <a:lnTo>
                    <a:pt x="1822271" y="945673"/>
                  </a:lnTo>
                  <a:lnTo>
                    <a:pt x="1823662" y="945166"/>
                  </a:lnTo>
                  <a:lnTo>
                    <a:pt x="1827662" y="943708"/>
                  </a:lnTo>
                  <a:lnTo>
                    <a:pt x="1829401" y="943074"/>
                  </a:lnTo>
                  <a:lnTo>
                    <a:pt x="1846616" y="936795"/>
                  </a:lnTo>
                  <a:lnTo>
                    <a:pt x="1850442" y="935398"/>
                  </a:lnTo>
                  <a:lnTo>
                    <a:pt x="1856007" y="933367"/>
                  </a:lnTo>
                  <a:lnTo>
                    <a:pt x="1860876" y="931589"/>
                  </a:lnTo>
                  <a:lnTo>
                    <a:pt x="1861572" y="931335"/>
                  </a:lnTo>
                  <a:lnTo>
                    <a:pt x="1863485" y="930636"/>
                  </a:lnTo>
                  <a:lnTo>
                    <a:pt x="1872527" y="927332"/>
                  </a:lnTo>
                  <a:lnTo>
                    <a:pt x="1880700" y="924345"/>
                  </a:lnTo>
                  <a:lnTo>
                    <a:pt x="1881048" y="924217"/>
                  </a:lnTo>
                  <a:lnTo>
                    <a:pt x="1887830" y="921737"/>
                  </a:lnTo>
                  <a:lnTo>
                    <a:pt x="1890439" y="920783"/>
                  </a:lnTo>
                  <a:lnTo>
                    <a:pt x="1892004" y="920210"/>
                  </a:lnTo>
                  <a:lnTo>
                    <a:pt x="1892873" y="919892"/>
                  </a:lnTo>
                  <a:lnTo>
                    <a:pt x="1897221" y="918301"/>
                  </a:lnTo>
                  <a:lnTo>
                    <a:pt x="1903307" y="916073"/>
                  </a:lnTo>
                  <a:lnTo>
                    <a:pt x="1907133" y="914673"/>
                  </a:lnTo>
                  <a:lnTo>
                    <a:pt x="1911132" y="913208"/>
                  </a:lnTo>
                  <a:lnTo>
                    <a:pt x="1911828" y="912953"/>
                  </a:lnTo>
                  <a:lnTo>
                    <a:pt x="1912871" y="912571"/>
                  </a:lnTo>
                  <a:lnTo>
                    <a:pt x="1917741" y="910787"/>
                  </a:lnTo>
                  <a:lnTo>
                    <a:pt x="1920697" y="909704"/>
                  </a:lnTo>
                  <a:lnTo>
                    <a:pt x="1922610" y="909003"/>
                  </a:lnTo>
                  <a:lnTo>
                    <a:pt x="1923305" y="908748"/>
                  </a:lnTo>
                  <a:lnTo>
                    <a:pt x="1932696" y="905305"/>
                  </a:lnTo>
                  <a:lnTo>
                    <a:pt x="1935478" y="904285"/>
                  </a:lnTo>
                  <a:lnTo>
                    <a:pt x="1938260" y="903264"/>
                  </a:lnTo>
                  <a:lnTo>
                    <a:pt x="1940173" y="902562"/>
                  </a:lnTo>
                  <a:lnTo>
                    <a:pt x="1945564" y="900584"/>
                  </a:lnTo>
                  <a:lnTo>
                    <a:pt x="1948694" y="899436"/>
                  </a:lnTo>
                  <a:lnTo>
                    <a:pt x="1955128" y="897074"/>
                  </a:lnTo>
                  <a:lnTo>
                    <a:pt x="1962432" y="894391"/>
                  </a:lnTo>
                  <a:lnTo>
                    <a:pt x="1963823" y="893880"/>
                  </a:lnTo>
                  <a:lnTo>
                    <a:pt x="1965736" y="893178"/>
                  </a:lnTo>
                  <a:lnTo>
                    <a:pt x="1970258" y="891516"/>
                  </a:lnTo>
                  <a:lnTo>
                    <a:pt x="1980865" y="887617"/>
                  </a:lnTo>
                  <a:lnTo>
                    <a:pt x="1996168" y="881988"/>
                  </a:lnTo>
                  <a:lnTo>
                    <a:pt x="1997559" y="881476"/>
                  </a:lnTo>
                  <a:lnTo>
                    <a:pt x="2001559" y="880004"/>
                  </a:lnTo>
                  <a:lnTo>
                    <a:pt x="2003298" y="879364"/>
                  </a:lnTo>
                  <a:lnTo>
                    <a:pt x="2007646" y="877764"/>
                  </a:lnTo>
                  <a:lnTo>
                    <a:pt x="2020514" y="873024"/>
                  </a:lnTo>
                  <a:lnTo>
                    <a:pt x="2024340" y="871614"/>
                  </a:lnTo>
                  <a:lnTo>
                    <a:pt x="2029904" y="869563"/>
                  </a:lnTo>
                  <a:lnTo>
                    <a:pt x="2034774" y="867768"/>
                  </a:lnTo>
                  <a:lnTo>
                    <a:pt x="2035469" y="867511"/>
                  </a:lnTo>
                  <a:lnTo>
                    <a:pt x="2037382" y="866806"/>
                  </a:lnTo>
                  <a:lnTo>
                    <a:pt x="2046425" y="863470"/>
                  </a:lnTo>
                  <a:lnTo>
                    <a:pt x="2054598" y="860454"/>
                  </a:lnTo>
                  <a:lnTo>
                    <a:pt x="2054946" y="860326"/>
                  </a:lnTo>
                  <a:lnTo>
                    <a:pt x="2061728" y="857822"/>
                  </a:lnTo>
                  <a:lnTo>
                    <a:pt x="2064336" y="856859"/>
                  </a:lnTo>
                  <a:lnTo>
                    <a:pt x="2065901" y="856281"/>
                  </a:lnTo>
                  <a:lnTo>
                    <a:pt x="2066771" y="855960"/>
                  </a:lnTo>
                  <a:lnTo>
                    <a:pt x="2071118" y="854354"/>
                  </a:lnTo>
                  <a:lnTo>
                    <a:pt x="2077205" y="852105"/>
                  </a:lnTo>
                  <a:lnTo>
                    <a:pt x="2081030" y="850691"/>
                  </a:lnTo>
                  <a:lnTo>
                    <a:pt x="2085030" y="849213"/>
                  </a:lnTo>
                  <a:lnTo>
                    <a:pt x="2085725" y="848955"/>
                  </a:lnTo>
                  <a:lnTo>
                    <a:pt x="2086769" y="848570"/>
                  </a:lnTo>
                  <a:lnTo>
                    <a:pt x="2091638" y="846769"/>
                  </a:lnTo>
                  <a:lnTo>
                    <a:pt x="2094594" y="845676"/>
                  </a:lnTo>
                  <a:lnTo>
                    <a:pt x="2096507" y="844968"/>
                  </a:lnTo>
                  <a:lnTo>
                    <a:pt x="2097203" y="844711"/>
                  </a:lnTo>
                  <a:lnTo>
                    <a:pt x="2106593" y="841237"/>
                  </a:lnTo>
                  <a:lnTo>
                    <a:pt x="2109376" y="840207"/>
                  </a:lnTo>
                  <a:lnTo>
                    <a:pt x="2112158" y="839177"/>
                  </a:lnTo>
                  <a:lnTo>
                    <a:pt x="2114071" y="838469"/>
                  </a:lnTo>
                  <a:lnTo>
                    <a:pt x="2119462" y="836473"/>
                  </a:lnTo>
                  <a:lnTo>
                    <a:pt x="2122592" y="835313"/>
                  </a:lnTo>
                  <a:lnTo>
                    <a:pt x="2129026" y="832930"/>
                  </a:lnTo>
                  <a:lnTo>
                    <a:pt x="2136330" y="830223"/>
                  </a:lnTo>
                  <a:lnTo>
                    <a:pt x="2137721" y="829708"/>
                  </a:lnTo>
                  <a:lnTo>
                    <a:pt x="2139634" y="828999"/>
                  </a:lnTo>
                  <a:lnTo>
                    <a:pt x="2144155" y="827323"/>
                  </a:lnTo>
                  <a:lnTo>
                    <a:pt x="2154763" y="823388"/>
                  </a:lnTo>
                  <a:lnTo>
                    <a:pt x="2170066" y="817710"/>
                  </a:lnTo>
                  <a:lnTo>
                    <a:pt x="2171457" y="817193"/>
                  </a:lnTo>
                  <a:lnTo>
                    <a:pt x="2175457" y="815708"/>
                  </a:lnTo>
                  <a:lnTo>
                    <a:pt x="2177196" y="815062"/>
                  </a:lnTo>
                  <a:lnTo>
                    <a:pt x="2181543" y="813448"/>
                  </a:lnTo>
                  <a:lnTo>
                    <a:pt x="2194411" y="808666"/>
                  </a:lnTo>
                  <a:lnTo>
                    <a:pt x="2198237" y="807244"/>
                  </a:lnTo>
                  <a:lnTo>
                    <a:pt x="2203802" y="805176"/>
                  </a:lnTo>
                  <a:lnTo>
                    <a:pt x="2208671" y="803365"/>
                  </a:lnTo>
                  <a:lnTo>
                    <a:pt x="2209367" y="803106"/>
                  </a:lnTo>
                  <a:lnTo>
                    <a:pt x="2211279" y="802395"/>
                  </a:lnTo>
                  <a:lnTo>
                    <a:pt x="2220322" y="799031"/>
                  </a:lnTo>
                  <a:lnTo>
                    <a:pt x="2228495" y="795989"/>
                  </a:lnTo>
                  <a:lnTo>
                    <a:pt x="2228843" y="795859"/>
                  </a:lnTo>
                  <a:lnTo>
                    <a:pt x="2235625" y="793334"/>
                  </a:lnTo>
                  <a:lnTo>
                    <a:pt x="2238234" y="792363"/>
                  </a:lnTo>
                  <a:lnTo>
                    <a:pt x="2239799" y="791780"/>
                  </a:lnTo>
                  <a:lnTo>
                    <a:pt x="2240668" y="791456"/>
                  </a:lnTo>
                  <a:lnTo>
                    <a:pt x="2245016" y="789837"/>
                  </a:lnTo>
                  <a:lnTo>
                    <a:pt x="2251102" y="787569"/>
                  </a:lnTo>
                  <a:lnTo>
                    <a:pt x="2254928" y="786143"/>
                  </a:lnTo>
                  <a:lnTo>
                    <a:pt x="2258927" y="784653"/>
                  </a:lnTo>
                  <a:lnTo>
                    <a:pt x="2259623" y="784393"/>
                  </a:lnTo>
                  <a:lnTo>
                    <a:pt x="2260666" y="784004"/>
                  </a:lnTo>
                  <a:lnTo>
                    <a:pt x="2265535" y="782189"/>
                  </a:lnTo>
                  <a:lnTo>
                    <a:pt x="2268492" y="781087"/>
                  </a:lnTo>
                  <a:lnTo>
                    <a:pt x="2270405" y="780373"/>
                  </a:lnTo>
                  <a:lnTo>
                    <a:pt x="2271100" y="780114"/>
                  </a:lnTo>
                  <a:lnTo>
                    <a:pt x="2280491" y="776611"/>
                  </a:lnTo>
                  <a:lnTo>
                    <a:pt x="2283273" y="775573"/>
                  </a:lnTo>
                  <a:lnTo>
                    <a:pt x="2286055" y="774534"/>
                  </a:lnTo>
                  <a:lnTo>
                    <a:pt x="2287968" y="773820"/>
                  </a:lnTo>
                  <a:lnTo>
                    <a:pt x="2293359" y="771808"/>
                  </a:lnTo>
                  <a:lnTo>
                    <a:pt x="2296489" y="770639"/>
                  </a:lnTo>
                  <a:lnTo>
                    <a:pt x="2302923" y="768237"/>
                  </a:lnTo>
                  <a:lnTo>
                    <a:pt x="2310227" y="765508"/>
                  </a:lnTo>
                  <a:lnTo>
                    <a:pt x="2311618" y="764989"/>
                  </a:lnTo>
                  <a:lnTo>
                    <a:pt x="2313531" y="764274"/>
                  </a:lnTo>
                  <a:lnTo>
                    <a:pt x="2318052" y="762584"/>
                  </a:lnTo>
                  <a:lnTo>
                    <a:pt x="2328660" y="758619"/>
                  </a:lnTo>
                  <a:lnTo>
                    <a:pt x="2343963" y="752896"/>
                  </a:lnTo>
                  <a:lnTo>
                    <a:pt x="2345354" y="752375"/>
                  </a:lnTo>
                  <a:lnTo>
                    <a:pt x="2349354" y="750879"/>
                  </a:lnTo>
                  <a:lnTo>
                    <a:pt x="2351093" y="750228"/>
                  </a:lnTo>
                  <a:lnTo>
                    <a:pt x="2355440" y="748601"/>
                  </a:lnTo>
                  <a:lnTo>
                    <a:pt x="2368309" y="743783"/>
                  </a:lnTo>
                  <a:lnTo>
                    <a:pt x="2372135" y="742350"/>
                  </a:lnTo>
                  <a:lnTo>
                    <a:pt x="2377699" y="740265"/>
                  </a:lnTo>
                  <a:lnTo>
                    <a:pt x="2382568" y="738441"/>
                  </a:lnTo>
                  <a:lnTo>
                    <a:pt x="2383264" y="738180"/>
                  </a:lnTo>
                  <a:lnTo>
                    <a:pt x="2385177" y="737463"/>
                  </a:lnTo>
                  <a:lnTo>
                    <a:pt x="2394220" y="734074"/>
                  </a:lnTo>
                  <a:lnTo>
                    <a:pt x="2402393" y="731009"/>
                  </a:lnTo>
                  <a:lnTo>
                    <a:pt x="2402741" y="730879"/>
                  </a:lnTo>
                  <a:lnTo>
                    <a:pt x="2409523" y="728335"/>
                  </a:lnTo>
                  <a:lnTo>
                    <a:pt x="2412131" y="727356"/>
                  </a:lnTo>
                  <a:lnTo>
                    <a:pt x="2413696" y="726769"/>
                  </a:lnTo>
                  <a:lnTo>
                    <a:pt x="2414566" y="726443"/>
                  </a:lnTo>
                  <a:lnTo>
                    <a:pt x="2418913" y="724812"/>
                  </a:lnTo>
                  <a:lnTo>
                    <a:pt x="2424999" y="722527"/>
                  </a:lnTo>
                  <a:lnTo>
                    <a:pt x="2428825" y="721091"/>
                  </a:lnTo>
                  <a:lnTo>
                    <a:pt x="2432825" y="719590"/>
                  </a:lnTo>
                  <a:lnTo>
                    <a:pt x="2433520" y="719329"/>
                  </a:lnTo>
                  <a:lnTo>
                    <a:pt x="2434564" y="718937"/>
                  </a:lnTo>
                  <a:lnTo>
                    <a:pt x="2439433" y="717108"/>
                  </a:lnTo>
                  <a:lnTo>
                    <a:pt x="2442389" y="715998"/>
                  </a:lnTo>
                  <a:lnTo>
                    <a:pt x="2444302" y="715279"/>
                  </a:lnTo>
                  <a:lnTo>
                    <a:pt x="2444998" y="715018"/>
                  </a:lnTo>
                  <a:lnTo>
                    <a:pt x="2454388" y="711490"/>
                  </a:lnTo>
                  <a:lnTo>
                    <a:pt x="2457170" y="710444"/>
                  </a:lnTo>
                  <a:lnTo>
                    <a:pt x="2459953" y="709399"/>
                  </a:lnTo>
                  <a:lnTo>
                    <a:pt x="2461866" y="708680"/>
                  </a:lnTo>
                  <a:lnTo>
                    <a:pt x="2467256" y="706653"/>
                  </a:lnTo>
                  <a:lnTo>
                    <a:pt x="2470387" y="705476"/>
                  </a:lnTo>
                  <a:lnTo>
                    <a:pt x="2476821" y="703057"/>
                  </a:lnTo>
                  <a:lnTo>
                    <a:pt x="2484125" y="700309"/>
                  </a:lnTo>
                  <a:lnTo>
                    <a:pt x="2485516" y="699786"/>
                  </a:lnTo>
                  <a:lnTo>
                    <a:pt x="2487429" y="699066"/>
                  </a:lnTo>
                  <a:lnTo>
                    <a:pt x="2491950" y="697365"/>
                  </a:lnTo>
                  <a:lnTo>
                    <a:pt x="2502558" y="693372"/>
                  </a:lnTo>
                  <a:lnTo>
                    <a:pt x="2517861" y="687610"/>
                  </a:lnTo>
                  <a:lnTo>
                    <a:pt x="2519252" y="687086"/>
                  </a:lnTo>
                  <a:lnTo>
                    <a:pt x="2523251" y="685579"/>
                  </a:lnTo>
                  <a:lnTo>
                    <a:pt x="2529338" y="683286"/>
                  </a:lnTo>
                  <a:lnTo>
                    <a:pt x="2542206" y="678436"/>
                  </a:lnTo>
                  <a:lnTo>
                    <a:pt x="2546032" y="676993"/>
                  </a:lnTo>
                  <a:lnTo>
                    <a:pt x="2551597" y="674895"/>
                  </a:lnTo>
                  <a:lnTo>
                    <a:pt x="2556466" y="673059"/>
                  </a:lnTo>
                  <a:lnTo>
                    <a:pt x="2557161" y="672796"/>
                  </a:lnTo>
                  <a:lnTo>
                    <a:pt x="2559074" y="672075"/>
                  </a:lnTo>
                  <a:lnTo>
                    <a:pt x="2568117" y="668663"/>
                  </a:lnTo>
                  <a:lnTo>
                    <a:pt x="2576290" y="665579"/>
                  </a:lnTo>
                  <a:lnTo>
                    <a:pt x="2576638" y="665447"/>
                  </a:lnTo>
                  <a:lnTo>
                    <a:pt x="2583420" y="662887"/>
                  </a:lnTo>
                  <a:lnTo>
                    <a:pt x="2586028" y="661902"/>
                  </a:lnTo>
                  <a:lnTo>
                    <a:pt x="2587594" y="661311"/>
                  </a:lnTo>
                  <a:lnTo>
                    <a:pt x="2588463" y="660983"/>
                  </a:lnTo>
                  <a:lnTo>
                    <a:pt x="2592810" y="659341"/>
                  </a:lnTo>
                  <a:lnTo>
                    <a:pt x="2598897" y="657043"/>
                  </a:lnTo>
                  <a:lnTo>
                    <a:pt x="2602723" y="655597"/>
                  </a:lnTo>
                  <a:lnTo>
                    <a:pt x="2606722" y="654086"/>
                  </a:lnTo>
                  <a:lnTo>
                    <a:pt x="2607418" y="653824"/>
                  </a:lnTo>
                  <a:lnTo>
                    <a:pt x="2608461" y="653429"/>
                  </a:lnTo>
                  <a:lnTo>
                    <a:pt x="2613330" y="651589"/>
                  </a:lnTo>
                  <a:lnTo>
                    <a:pt x="2616287" y="650472"/>
                  </a:lnTo>
                  <a:lnTo>
                    <a:pt x="2618199" y="649749"/>
                  </a:lnTo>
                  <a:lnTo>
                    <a:pt x="2618895" y="649486"/>
                  </a:lnTo>
                  <a:lnTo>
                    <a:pt x="2628286" y="645936"/>
                  </a:lnTo>
                  <a:lnTo>
                    <a:pt x="2631068" y="644884"/>
                  </a:lnTo>
                  <a:lnTo>
                    <a:pt x="2633850" y="643832"/>
                  </a:lnTo>
                  <a:lnTo>
                    <a:pt x="2635763" y="643109"/>
                  </a:lnTo>
                  <a:lnTo>
                    <a:pt x="2641154" y="641070"/>
                  </a:lnTo>
                  <a:lnTo>
                    <a:pt x="2644284" y="639886"/>
                  </a:lnTo>
                  <a:lnTo>
                    <a:pt x="2650718" y="637451"/>
                  </a:lnTo>
                  <a:lnTo>
                    <a:pt x="2659413" y="634161"/>
                  </a:lnTo>
                  <a:lnTo>
                    <a:pt x="2661326" y="633437"/>
                  </a:lnTo>
                  <a:lnTo>
                    <a:pt x="2676455" y="627709"/>
                  </a:lnTo>
                  <a:lnTo>
                    <a:pt x="2691758" y="621913"/>
                  </a:lnTo>
                  <a:lnTo>
                    <a:pt x="2693149" y="621386"/>
                  </a:lnTo>
                  <a:lnTo>
                    <a:pt x="2698888" y="619212"/>
                  </a:lnTo>
                  <a:lnTo>
                    <a:pt x="2703235" y="617564"/>
                  </a:lnTo>
                  <a:lnTo>
                    <a:pt x="2716104" y="612686"/>
                  </a:lnTo>
                  <a:lnTo>
                    <a:pt x="2719929" y="611235"/>
                  </a:lnTo>
                  <a:lnTo>
                    <a:pt x="2725494" y="609125"/>
                  </a:lnTo>
                  <a:lnTo>
                    <a:pt x="2730363" y="607278"/>
                  </a:lnTo>
                  <a:lnTo>
                    <a:pt x="2731059" y="607015"/>
                  </a:lnTo>
                  <a:lnTo>
                    <a:pt x="2732972" y="606289"/>
                  </a:lnTo>
                  <a:lnTo>
                    <a:pt x="2742014" y="602858"/>
                  </a:lnTo>
                  <a:lnTo>
                    <a:pt x="2750188" y="599757"/>
                  </a:lnTo>
                  <a:lnTo>
                    <a:pt x="2750535" y="599625"/>
                  </a:lnTo>
                  <a:lnTo>
                    <a:pt x="2757317" y="597051"/>
                  </a:lnTo>
                  <a:lnTo>
                    <a:pt x="2759926" y="596060"/>
                  </a:lnTo>
                  <a:lnTo>
                    <a:pt x="2761491" y="595466"/>
                  </a:lnTo>
                  <a:lnTo>
                    <a:pt x="2762360" y="595136"/>
                  </a:lnTo>
                  <a:lnTo>
                    <a:pt x="2766708" y="593485"/>
                  </a:lnTo>
                  <a:lnTo>
                    <a:pt x="2772794" y="591174"/>
                  </a:lnTo>
                  <a:lnTo>
                    <a:pt x="2780620" y="588202"/>
                  </a:lnTo>
                  <a:lnTo>
                    <a:pt x="2781315" y="587938"/>
                  </a:lnTo>
                  <a:lnTo>
                    <a:pt x="2782359" y="587541"/>
                  </a:lnTo>
                  <a:lnTo>
                    <a:pt x="2787228" y="585692"/>
                  </a:lnTo>
                  <a:lnTo>
                    <a:pt x="2790184" y="584568"/>
                  </a:lnTo>
                  <a:lnTo>
                    <a:pt x="2792097" y="583842"/>
                  </a:lnTo>
                  <a:lnTo>
                    <a:pt x="2792793" y="583577"/>
                  </a:lnTo>
                  <a:lnTo>
                    <a:pt x="2802183" y="580008"/>
                  </a:lnTo>
                  <a:lnTo>
                    <a:pt x="2804965" y="578951"/>
                  </a:lnTo>
                  <a:lnTo>
                    <a:pt x="2807748" y="577893"/>
                  </a:lnTo>
                  <a:lnTo>
                    <a:pt x="2809661" y="577166"/>
                  </a:lnTo>
                  <a:lnTo>
                    <a:pt x="2815051" y="575116"/>
                  </a:lnTo>
                  <a:lnTo>
                    <a:pt x="2818182" y="573926"/>
                  </a:lnTo>
                  <a:lnTo>
                    <a:pt x="2824616" y="571479"/>
                  </a:lnTo>
                  <a:lnTo>
                    <a:pt x="2831919" y="568701"/>
                  </a:lnTo>
                  <a:lnTo>
                    <a:pt x="2833311" y="568172"/>
                  </a:lnTo>
                  <a:lnTo>
                    <a:pt x="2835223" y="567444"/>
                  </a:lnTo>
                  <a:lnTo>
                    <a:pt x="2839745" y="565724"/>
                  </a:lnTo>
                  <a:lnTo>
                    <a:pt x="2850353" y="561688"/>
                  </a:lnTo>
                  <a:lnTo>
                    <a:pt x="2865656" y="555862"/>
                  </a:lnTo>
                  <a:lnTo>
                    <a:pt x="2867047" y="555333"/>
                  </a:lnTo>
                  <a:lnTo>
                    <a:pt x="2871046" y="553810"/>
                  </a:lnTo>
                  <a:lnTo>
                    <a:pt x="2872785" y="553147"/>
                  </a:lnTo>
                  <a:lnTo>
                    <a:pt x="2877133" y="551492"/>
                  </a:lnTo>
                  <a:lnTo>
                    <a:pt x="2890001" y="546590"/>
                  </a:lnTo>
                  <a:lnTo>
                    <a:pt x="2893827" y="545132"/>
                  </a:lnTo>
                  <a:lnTo>
                    <a:pt x="2899392" y="543012"/>
                  </a:lnTo>
                  <a:lnTo>
                    <a:pt x="2904261" y="541156"/>
                  </a:lnTo>
                  <a:lnTo>
                    <a:pt x="2904956" y="540891"/>
                  </a:lnTo>
                  <a:lnTo>
                    <a:pt x="2906869" y="540162"/>
                  </a:lnTo>
                  <a:lnTo>
                    <a:pt x="2915912" y="536715"/>
                  </a:lnTo>
                  <a:lnTo>
                    <a:pt x="2924085" y="533599"/>
                  </a:lnTo>
                  <a:lnTo>
                    <a:pt x="2924433" y="533466"/>
                  </a:lnTo>
                  <a:lnTo>
                    <a:pt x="2931215" y="530880"/>
                  </a:lnTo>
                  <a:lnTo>
                    <a:pt x="2933823" y="529885"/>
                  </a:lnTo>
                  <a:lnTo>
                    <a:pt x="2935388" y="529288"/>
                  </a:lnTo>
                  <a:lnTo>
                    <a:pt x="2936258" y="528956"/>
                  </a:lnTo>
                  <a:lnTo>
                    <a:pt x="2940605" y="527298"/>
                  </a:lnTo>
                  <a:lnTo>
                    <a:pt x="2946692" y="524976"/>
                  </a:lnTo>
                  <a:lnTo>
                    <a:pt x="2950517" y="523516"/>
                  </a:lnTo>
                  <a:lnTo>
                    <a:pt x="2954517" y="521990"/>
                  </a:lnTo>
                  <a:lnTo>
                    <a:pt x="2955213" y="521725"/>
                  </a:lnTo>
                  <a:lnTo>
                    <a:pt x="2956256" y="521327"/>
                  </a:lnTo>
                  <a:lnTo>
                    <a:pt x="2961125" y="519468"/>
                  </a:lnTo>
                  <a:lnTo>
                    <a:pt x="2964081" y="518340"/>
                  </a:lnTo>
                  <a:lnTo>
                    <a:pt x="2965994" y="517610"/>
                  </a:lnTo>
                  <a:lnTo>
                    <a:pt x="2966690" y="517344"/>
                  </a:lnTo>
                  <a:lnTo>
                    <a:pt x="2976080" y="513760"/>
                  </a:lnTo>
                  <a:lnTo>
                    <a:pt x="2978863" y="512697"/>
                  </a:lnTo>
                  <a:lnTo>
                    <a:pt x="2981645" y="511635"/>
                  </a:lnTo>
                  <a:lnTo>
                    <a:pt x="2983558" y="510904"/>
                  </a:lnTo>
                  <a:lnTo>
                    <a:pt x="2988949" y="508846"/>
                  </a:lnTo>
                  <a:lnTo>
                    <a:pt x="2992079" y="507650"/>
                  </a:lnTo>
                  <a:lnTo>
                    <a:pt x="2998513" y="505193"/>
                  </a:lnTo>
                  <a:lnTo>
                    <a:pt x="3005817" y="502402"/>
                  </a:lnTo>
                  <a:lnTo>
                    <a:pt x="3007208" y="501871"/>
                  </a:lnTo>
                  <a:lnTo>
                    <a:pt x="3009121" y="501140"/>
                  </a:lnTo>
                  <a:lnTo>
                    <a:pt x="3013642" y="499412"/>
                  </a:lnTo>
                  <a:lnTo>
                    <a:pt x="3024250" y="495358"/>
                  </a:lnTo>
                  <a:lnTo>
                    <a:pt x="3039553" y="489508"/>
                  </a:lnTo>
                  <a:lnTo>
                    <a:pt x="3040944" y="488976"/>
                  </a:lnTo>
                  <a:lnTo>
                    <a:pt x="3044944" y="487447"/>
                  </a:lnTo>
                  <a:lnTo>
                    <a:pt x="3046683" y="486782"/>
                  </a:lnTo>
                  <a:lnTo>
                    <a:pt x="3051030" y="485119"/>
                  </a:lnTo>
                  <a:lnTo>
                    <a:pt x="3063899" y="480197"/>
                  </a:lnTo>
                  <a:lnTo>
                    <a:pt x="3067724" y="478733"/>
                  </a:lnTo>
                  <a:lnTo>
                    <a:pt x="3078158" y="474741"/>
                  </a:lnTo>
                  <a:lnTo>
                    <a:pt x="3078854" y="474475"/>
                  </a:lnTo>
                  <a:lnTo>
                    <a:pt x="3080767" y="473743"/>
                  </a:lnTo>
                  <a:lnTo>
                    <a:pt x="3089809" y="470282"/>
                  </a:lnTo>
                  <a:lnTo>
                    <a:pt x="3097983" y="467153"/>
                  </a:lnTo>
                  <a:lnTo>
                    <a:pt x="3105112" y="464423"/>
                  </a:lnTo>
                  <a:lnTo>
                    <a:pt x="3107721" y="463424"/>
                  </a:lnTo>
                  <a:lnTo>
                    <a:pt x="3109286" y="462825"/>
                  </a:lnTo>
                  <a:lnTo>
                    <a:pt x="3110155" y="462492"/>
                  </a:lnTo>
                  <a:lnTo>
                    <a:pt x="3114503" y="460827"/>
                  </a:lnTo>
                  <a:lnTo>
                    <a:pt x="3120589" y="458496"/>
                  </a:lnTo>
                  <a:lnTo>
                    <a:pt x="3124415" y="457031"/>
                  </a:lnTo>
                  <a:lnTo>
                    <a:pt x="3128415" y="455499"/>
                  </a:lnTo>
                  <a:lnTo>
                    <a:pt x="3129110" y="455232"/>
                  </a:lnTo>
                  <a:lnTo>
                    <a:pt x="3130154" y="454832"/>
                  </a:lnTo>
                  <a:lnTo>
                    <a:pt x="3135023" y="452967"/>
                  </a:lnTo>
                  <a:lnTo>
                    <a:pt x="3137979" y="451834"/>
                  </a:lnTo>
                  <a:lnTo>
                    <a:pt x="3139892" y="451101"/>
                  </a:lnTo>
                  <a:lnTo>
                    <a:pt x="3140587" y="450835"/>
                  </a:lnTo>
                  <a:lnTo>
                    <a:pt x="3149978" y="447236"/>
                  </a:lnTo>
                  <a:lnTo>
                    <a:pt x="3152760" y="446170"/>
                  </a:lnTo>
                  <a:lnTo>
                    <a:pt x="3155543" y="445103"/>
                  </a:lnTo>
                  <a:lnTo>
                    <a:pt x="3157455" y="444370"/>
                  </a:lnTo>
                  <a:lnTo>
                    <a:pt x="3162846" y="442304"/>
                  </a:lnTo>
                  <a:lnTo>
                    <a:pt x="3165976" y="441104"/>
                  </a:lnTo>
                  <a:lnTo>
                    <a:pt x="3172411" y="438637"/>
                  </a:lnTo>
                  <a:lnTo>
                    <a:pt x="3179714" y="435836"/>
                  </a:lnTo>
                  <a:lnTo>
                    <a:pt x="3181105" y="435303"/>
                  </a:lnTo>
                  <a:lnTo>
                    <a:pt x="3183018" y="434569"/>
                  </a:lnTo>
                  <a:lnTo>
                    <a:pt x="3187540" y="432835"/>
                  </a:lnTo>
                  <a:lnTo>
                    <a:pt x="3198147" y="428766"/>
                  </a:lnTo>
                  <a:lnTo>
                    <a:pt x="3213450" y="422895"/>
                  </a:lnTo>
                  <a:lnTo>
                    <a:pt x="3214842" y="422361"/>
                  </a:lnTo>
                  <a:lnTo>
                    <a:pt x="3218841" y="420826"/>
                  </a:lnTo>
                  <a:lnTo>
                    <a:pt x="3220580" y="420159"/>
                  </a:lnTo>
                  <a:lnTo>
                    <a:pt x="3224928" y="418490"/>
                  </a:lnTo>
                  <a:lnTo>
                    <a:pt x="3237796" y="413551"/>
                  </a:lnTo>
                  <a:lnTo>
                    <a:pt x="3241622" y="412082"/>
                  </a:lnTo>
                  <a:lnTo>
                    <a:pt x="3247187" y="409945"/>
                  </a:lnTo>
                  <a:lnTo>
                    <a:pt x="3252056" y="408076"/>
                  </a:lnTo>
                  <a:lnTo>
                    <a:pt x="3252751" y="407808"/>
                  </a:lnTo>
                  <a:lnTo>
                    <a:pt x="3254664" y="407074"/>
                  </a:lnTo>
                  <a:lnTo>
                    <a:pt x="3263707" y="403601"/>
                  </a:lnTo>
                  <a:lnTo>
                    <a:pt x="3271880" y="400462"/>
                  </a:lnTo>
                  <a:lnTo>
                    <a:pt x="3272228" y="400328"/>
                  </a:lnTo>
                  <a:lnTo>
                    <a:pt x="3279010" y="397722"/>
                  </a:lnTo>
                  <a:lnTo>
                    <a:pt x="3281618" y="396720"/>
                  </a:lnTo>
                  <a:lnTo>
                    <a:pt x="3283183" y="396119"/>
                  </a:lnTo>
                  <a:lnTo>
                    <a:pt x="3284053" y="395785"/>
                  </a:lnTo>
                  <a:lnTo>
                    <a:pt x="3288400" y="394114"/>
                  </a:lnTo>
                  <a:lnTo>
                    <a:pt x="3294487" y="391776"/>
                  </a:lnTo>
                  <a:lnTo>
                    <a:pt x="3298312" y="390305"/>
                  </a:lnTo>
                  <a:lnTo>
                    <a:pt x="3302312" y="388768"/>
                  </a:lnTo>
                  <a:lnTo>
                    <a:pt x="3303008" y="388501"/>
                  </a:lnTo>
                  <a:lnTo>
                    <a:pt x="3304051" y="388100"/>
                  </a:lnTo>
                  <a:lnTo>
                    <a:pt x="3308920" y="386228"/>
                  </a:lnTo>
                  <a:lnTo>
                    <a:pt x="3311876" y="385092"/>
                  </a:lnTo>
                  <a:lnTo>
                    <a:pt x="3313789" y="384356"/>
                  </a:lnTo>
                  <a:lnTo>
                    <a:pt x="3323875" y="380479"/>
                  </a:lnTo>
                  <a:lnTo>
                    <a:pt x="3326658" y="379409"/>
                  </a:lnTo>
                  <a:lnTo>
                    <a:pt x="3329440" y="378339"/>
                  </a:lnTo>
                  <a:lnTo>
                    <a:pt x="3331353" y="377603"/>
                  </a:lnTo>
                  <a:lnTo>
                    <a:pt x="3336744" y="375530"/>
                  </a:lnTo>
                  <a:lnTo>
                    <a:pt x="3339874" y="374326"/>
                  </a:lnTo>
                  <a:lnTo>
                    <a:pt x="3346308" y="371852"/>
                  </a:lnTo>
                  <a:lnTo>
                    <a:pt x="3353612" y="369042"/>
                  </a:lnTo>
                  <a:lnTo>
                    <a:pt x="3355003" y="368507"/>
                  </a:lnTo>
                  <a:lnTo>
                    <a:pt x="3356916" y="367771"/>
                  </a:lnTo>
                  <a:lnTo>
                    <a:pt x="3361437" y="366032"/>
                  </a:lnTo>
                  <a:lnTo>
                    <a:pt x="3372045" y="361950"/>
                  </a:lnTo>
                  <a:lnTo>
                    <a:pt x="3387348" y="356061"/>
                  </a:lnTo>
                  <a:lnTo>
                    <a:pt x="3388739" y="355525"/>
                  </a:lnTo>
                  <a:lnTo>
                    <a:pt x="3392739" y="353986"/>
                  </a:lnTo>
                  <a:lnTo>
                    <a:pt x="3394478" y="353316"/>
                  </a:lnTo>
                  <a:lnTo>
                    <a:pt x="3398825" y="351643"/>
                  </a:lnTo>
                  <a:lnTo>
                    <a:pt x="3411694" y="346688"/>
                  </a:lnTo>
                  <a:lnTo>
                    <a:pt x="3415519" y="345215"/>
                  </a:lnTo>
                  <a:lnTo>
                    <a:pt x="3421084" y="343072"/>
                  </a:lnTo>
                  <a:lnTo>
                    <a:pt x="3425953" y="341197"/>
                  </a:lnTo>
                  <a:lnTo>
                    <a:pt x="3426649" y="340929"/>
                  </a:lnTo>
                  <a:lnTo>
                    <a:pt x="3428562" y="340192"/>
                  </a:lnTo>
                  <a:lnTo>
                    <a:pt x="3437604" y="336709"/>
                  </a:lnTo>
                  <a:lnTo>
                    <a:pt x="3445777" y="333560"/>
                  </a:lnTo>
                  <a:lnTo>
                    <a:pt x="3446125" y="333426"/>
                  </a:lnTo>
                  <a:lnTo>
                    <a:pt x="3452907" y="330813"/>
                  </a:lnTo>
                  <a:lnTo>
                    <a:pt x="3455516" y="329808"/>
                  </a:lnTo>
                  <a:lnTo>
                    <a:pt x="3457081" y="329205"/>
                  </a:lnTo>
                  <a:lnTo>
                    <a:pt x="3457950" y="328870"/>
                  </a:lnTo>
                  <a:lnTo>
                    <a:pt x="3462298" y="327195"/>
                  </a:lnTo>
                  <a:lnTo>
                    <a:pt x="3468384" y="324850"/>
                  </a:lnTo>
                  <a:lnTo>
                    <a:pt x="3472210" y="323375"/>
                  </a:lnTo>
                  <a:lnTo>
                    <a:pt x="3476209" y="321834"/>
                  </a:lnTo>
                  <a:lnTo>
                    <a:pt x="3476905" y="321565"/>
                  </a:lnTo>
                  <a:lnTo>
                    <a:pt x="3477948" y="321163"/>
                  </a:lnTo>
                  <a:lnTo>
                    <a:pt x="3482818" y="319286"/>
                  </a:lnTo>
                  <a:lnTo>
                    <a:pt x="3485774" y="318147"/>
                  </a:lnTo>
                  <a:lnTo>
                    <a:pt x="3488382" y="317141"/>
                  </a:lnTo>
                  <a:lnTo>
                    <a:pt x="3497773" y="313521"/>
                  </a:lnTo>
                  <a:lnTo>
                    <a:pt x="3500555" y="312448"/>
                  </a:lnTo>
                  <a:lnTo>
                    <a:pt x="3503337" y="311375"/>
                  </a:lnTo>
                  <a:lnTo>
                    <a:pt x="3505250" y="310638"/>
                  </a:lnTo>
                  <a:lnTo>
                    <a:pt x="3510641" y="308559"/>
                  </a:lnTo>
                  <a:lnTo>
                    <a:pt x="3513771" y="307352"/>
                  </a:lnTo>
                  <a:lnTo>
                    <a:pt x="3520206" y="304870"/>
                  </a:lnTo>
                  <a:lnTo>
                    <a:pt x="3527509" y="302053"/>
                  </a:lnTo>
                  <a:lnTo>
                    <a:pt x="3528900" y="301517"/>
                  </a:lnTo>
                  <a:lnTo>
                    <a:pt x="3530813" y="300779"/>
                  </a:lnTo>
                  <a:lnTo>
                    <a:pt x="3535335" y="299035"/>
                  </a:lnTo>
                  <a:lnTo>
                    <a:pt x="3545942" y="294942"/>
                  </a:lnTo>
                  <a:lnTo>
                    <a:pt x="3561245" y="289037"/>
                  </a:lnTo>
                  <a:lnTo>
                    <a:pt x="3562636" y="288501"/>
                  </a:lnTo>
                  <a:lnTo>
                    <a:pt x="3566636" y="286957"/>
                  </a:lnTo>
                  <a:lnTo>
                    <a:pt x="3568375" y="286286"/>
                  </a:lnTo>
                  <a:lnTo>
                    <a:pt x="3572723" y="284608"/>
                  </a:lnTo>
                  <a:lnTo>
                    <a:pt x="3585591" y="279641"/>
                  </a:lnTo>
                  <a:lnTo>
                    <a:pt x="3589417" y="278164"/>
                  </a:lnTo>
                  <a:lnTo>
                    <a:pt x="3594981" y="276015"/>
                  </a:lnTo>
                  <a:lnTo>
                    <a:pt x="3599851" y="274135"/>
                  </a:lnTo>
                  <a:lnTo>
                    <a:pt x="3600546" y="273867"/>
                  </a:lnTo>
                  <a:lnTo>
                    <a:pt x="3602459" y="273128"/>
                  </a:lnTo>
                  <a:lnTo>
                    <a:pt x="3611502" y="269637"/>
                  </a:lnTo>
                  <a:lnTo>
                    <a:pt x="3619675" y="266480"/>
                  </a:lnTo>
                  <a:lnTo>
                    <a:pt x="3620023" y="266346"/>
                  </a:lnTo>
                  <a:lnTo>
                    <a:pt x="3626805" y="263726"/>
                  </a:lnTo>
                  <a:lnTo>
                    <a:pt x="3629413" y="262719"/>
                  </a:lnTo>
                  <a:lnTo>
                    <a:pt x="3630978" y="262114"/>
                  </a:lnTo>
                  <a:lnTo>
                    <a:pt x="3631848" y="261778"/>
                  </a:lnTo>
                  <a:lnTo>
                    <a:pt x="3636195" y="260099"/>
                  </a:lnTo>
                  <a:lnTo>
                    <a:pt x="3642282" y="257748"/>
                  </a:lnTo>
                  <a:lnTo>
                    <a:pt x="3646107" y="256270"/>
                  </a:lnTo>
                  <a:lnTo>
                    <a:pt x="3650107" y="254725"/>
                  </a:lnTo>
                  <a:lnTo>
                    <a:pt x="3650803" y="254456"/>
                  </a:lnTo>
                  <a:lnTo>
                    <a:pt x="3651846" y="254053"/>
                  </a:lnTo>
                  <a:lnTo>
                    <a:pt x="3656715" y="252171"/>
                  </a:lnTo>
                  <a:lnTo>
                    <a:pt x="3659671" y="251029"/>
                  </a:lnTo>
                  <a:lnTo>
                    <a:pt x="3661584" y="250290"/>
                  </a:lnTo>
                  <a:lnTo>
                    <a:pt x="3662280" y="250021"/>
                  </a:lnTo>
                  <a:lnTo>
                    <a:pt x="3671670" y="246392"/>
                  </a:lnTo>
                  <a:lnTo>
                    <a:pt x="3674453" y="245317"/>
                  </a:lnTo>
                  <a:lnTo>
                    <a:pt x="3677235" y="244242"/>
                  </a:lnTo>
                  <a:lnTo>
                    <a:pt x="3679148" y="243502"/>
                  </a:lnTo>
                  <a:lnTo>
                    <a:pt x="3684539" y="241419"/>
                  </a:lnTo>
                  <a:lnTo>
                    <a:pt x="3687669" y="240209"/>
                  </a:lnTo>
                  <a:lnTo>
                    <a:pt x="3694103" y="237721"/>
                  </a:lnTo>
                  <a:lnTo>
                    <a:pt x="3701407" y="234898"/>
                  </a:lnTo>
                  <a:lnTo>
                    <a:pt x="3702798" y="234360"/>
                  </a:lnTo>
                  <a:lnTo>
                    <a:pt x="3704711" y="233620"/>
                  </a:lnTo>
                  <a:lnTo>
                    <a:pt x="3709232" y="231872"/>
                  </a:lnTo>
                  <a:lnTo>
                    <a:pt x="3719840" y="227771"/>
                  </a:lnTo>
                  <a:lnTo>
                    <a:pt x="3735143" y="221853"/>
                  </a:lnTo>
                  <a:lnTo>
                    <a:pt x="3740534" y="219767"/>
                  </a:lnTo>
                  <a:lnTo>
                    <a:pt x="3742273" y="219095"/>
                  </a:lnTo>
                  <a:lnTo>
                    <a:pt x="3746620" y="217413"/>
                  </a:lnTo>
                  <a:lnTo>
                    <a:pt x="3759488" y="212435"/>
                  </a:lnTo>
                  <a:lnTo>
                    <a:pt x="3763314" y="210955"/>
                  </a:lnTo>
                  <a:lnTo>
                    <a:pt x="3768879" y="208802"/>
                  </a:lnTo>
                  <a:lnTo>
                    <a:pt x="3773748" y="206918"/>
                  </a:lnTo>
                  <a:lnTo>
                    <a:pt x="3774444" y="206649"/>
                  </a:lnTo>
                  <a:lnTo>
                    <a:pt x="3776356" y="205909"/>
                  </a:lnTo>
                  <a:lnTo>
                    <a:pt x="3785399" y="202409"/>
                  </a:lnTo>
                  <a:lnTo>
                    <a:pt x="3793572" y="199246"/>
                  </a:lnTo>
                  <a:lnTo>
                    <a:pt x="3793920" y="199112"/>
                  </a:lnTo>
                  <a:lnTo>
                    <a:pt x="3800702" y="196487"/>
                  </a:lnTo>
                  <a:lnTo>
                    <a:pt x="3803311" y="195477"/>
                  </a:lnTo>
                  <a:lnTo>
                    <a:pt x="3804876" y="194871"/>
                  </a:lnTo>
                  <a:lnTo>
                    <a:pt x="3805745" y="194535"/>
                  </a:lnTo>
                  <a:lnTo>
                    <a:pt x="3810093" y="192852"/>
                  </a:lnTo>
                  <a:lnTo>
                    <a:pt x="3816179" y="190496"/>
                  </a:lnTo>
                  <a:lnTo>
                    <a:pt x="3820005" y="189015"/>
                  </a:lnTo>
                  <a:lnTo>
                    <a:pt x="3824004" y="187466"/>
                  </a:lnTo>
                  <a:lnTo>
                    <a:pt x="3824700" y="187197"/>
                  </a:lnTo>
                  <a:lnTo>
                    <a:pt x="3825743" y="186793"/>
                  </a:lnTo>
                  <a:lnTo>
                    <a:pt x="3830612" y="184908"/>
                  </a:lnTo>
                  <a:lnTo>
                    <a:pt x="3833569" y="183763"/>
                  </a:lnTo>
                  <a:lnTo>
                    <a:pt x="3835482" y="183022"/>
                  </a:lnTo>
                  <a:lnTo>
                    <a:pt x="3836177" y="182753"/>
                  </a:lnTo>
                  <a:lnTo>
                    <a:pt x="3845568" y="179117"/>
                  </a:lnTo>
                  <a:lnTo>
                    <a:pt x="3848350" y="178039"/>
                  </a:lnTo>
                  <a:lnTo>
                    <a:pt x="3851132" y="176962"/>
                  </a:lnTo>
                  <a:lnTo>
                    <a:pt x="3853045" y="176221"/>
                  </a:lnTo>
                  <a:lnTo>
                    <a:pt x="3858436" y="174133"/>
                  </a:lnTo>
                  <a:lnTo>
                    <a:pt x="3861566" y="172921"/>
                  </a:lnTo>
                  <a:lnTo>
                    <a:pt x="3868000" y="170429"/>
                  </a:lnTo>
                  <a:lnTo>
                    <a:pt x="3875304" y="167599"/>
                  </a:lnTo>
                  <a:lnTo>
                    <a:pt x="3876695" y="167061"/>
                  </a:lnTo>
                  <a:lnTo>
                    <a:pt x="3878608" y="166319"/>
                  </a:lnTo>
                  <a:lnTo>
                    <a:pt x="3883129" y="164568"/>
                  </a:lnTo>
                  <a:lnTo>
                    <a:pt x="3893737" y="160458"/>
                  </a:lnTo>
                  <a:lnTo>
                    <a:pt x="3909040" y="154529"/>
                  </a:lnTo>
                  <a:lnTo>
                    <a:pt x="3910431" y="153990"/>
                  </a:lnTo>
                  <a:lnTo>
                    <a:pt x="3914431" y="152440"/>
                  </a:lnTo>
                  <a:lnTo>
                    <a:pt x="3916170" y="151766"/>
                  </a:lnTo>
                  <a:lnTo>
                    <a:pt x="3920517" y="150081"/>
                  </a:lnTo>
                  <a:lnTo>
                    <a:pt x="3933386" y="145093"/>
                  </a:lnTo>
                  <a:lnTo>
                    <a:pt x="3937212" y="143610"/>
                  </a:lnTo>
                  <a:lnTo>
                    <a:pt x="3942776" y="141453"/>
                  </a:lnTo>
                  <a:lnTo>
                    <a:pt x="3947645" y="139566"/>
                  </a:lnTo>
                  <a:lnTo>
                    <a:pt x="3948341" y="139296"/>
                  </a:lnTo>
                  <a:lnTo>
                    <a:pt x="3950254" y="138555"/>
                  </a:lnTo>
                  <a:lnTo>
                    <a:pt x="3959297" y="135049"/>
                  </a:lnTo>
                  <a:lnTo>
                    <a:pt x="3967470" y="131880"/>
                  </a:lnTo>
                  <a:lnTo>
                    <a:pt x="3967818" y="131745"/>
                  </a:lnTo>
                  <a:lnTo>
                    <a:pt x="3974600" y="129116"/>
                  </a:lnTo>
                  <a:lnTo>
                    <a:pt x="3977208" y="128104"/>
                  </a:lnTo>
                  <a:lnTo>
                    <a:pt x="3978773" y="127497"/>
                  </a:lnTo>
                  <a:lnTo>
                    <a:pt x="3979643" y="127160"/>
                  </a:lnTo>
                  <a:lnTo>
                    <a:pt x="3983990" y="125474"/>
                  </a:lnTo>
                  <a:lnTo>
                    <a:pt x="3990076" y="123114"/>
                  </a:lnTo>
                  <a:lnTo>
                    <a:pt x="3993902" y="121630"/>
                  </a:lnTo>
                  <a:lnTo>
                    <a:pt x="3997902" y="120079"/>
                  </a:lnTo>
                  <a:lnTo>
                    <a:pt x="3998597" y="119809"/>
                  </a:lnTo>
                  <a:lnTo>
                    <a:pt x="4004510" y="117516"/>
                  </a:lnTo>
                  <a:lnTo>
                    <a:pt x="4007466" y="116369"/>
                  </a:lnTo>
                  <a:lnTo>
                    <a:pt x="4009379" y="115627"/>
                  </a:lnTo>
                  <a:lnTo>
                    <a:pt x="4010075" y="115357"/>
                  </a:lnTo>
                  <a:lnTo>
                    <a:pt x="4019465" y="111715"/>
                  </a:lnTo>
                  <a:lnTo>
                    <a:pt x="4022247" y="110635"/>
                  </a:lnTo>
                  <a:lnTo>
                    <a:pt x="4026943" y="108814"/>
                  </a:lnTo>
                  <a:lnTo>
                    <a:pt x="4032334" y="106723"/>
                  </a:lnTo>
                  <a:lnTo>
                    <a:pt x="4035464" y="105508"/>
                  </a:lnTo>
                  <a:lnTo>
                    <a:pt x="4041898" y="103012"/>
                  </a:lnTo>
                  <a:lnTo>
                    <a:pt x="4049202" y="100178"/>
                  </a:lnTo>
                  <a:lnTo>
                    <a:pt x="4050593" y="99638"/>
                  </a:lnTo>
                  <a:lnTo>
                    <a:pt x="4052506" y="98896"/>
                  </a:lnTo>
                  <a:lnTo>
                    <a:pt x="4057027" y="97141"/>
                  </a:lnTo>
                  <a:lnTo>
                    <a:pt x="4082938" y="87085"/>
                  </a:lnTo>
                  <a:lnTo>
                    <a:pt x="4084329" y="86545"/>
                  </a:lnTo>
                  <a:lnTo>
                    <a:pt x="4088328" y="84993"/>
                  </a:lnTo>
                  <a:lnTo>
                    <a:pt x="4090067" y="84318"/>
                  </a:lnTo>
                  <a:lnTo>
                    <a:pt x="4094415" y="82630"/>
                  </a:lnTo>
                  <a:lnTo>
                    <a:pt x="4107283" y="77634"/>
                  </a:lnTo>
                  <a:lnTo>
                    <a:pt x="4111109" y="76149"/>
                  </a:lnTo>
                  <a:lnTo>
                    <a:pt x="4121543" y="72098"/>
                  </a:lnTo>
                  <a:lnTo>
                    <a:pt x="4122238" y="71828"/>
                  </a:lnTo>
                  <a:lnTo>
                    <a:pt x="4124151" y="71085"/>
                  </a:lnTo>
                  <a:lnTo>
                    <a:pt x="4133194" y="67574"/>
                  </a:lnTo>
                  <a:lnTo>
                    <a:pt x="4141367" y="64400"/>
                  </a:lnTo>
                  <a:lnTo>
                    <a:pt x="4151105" y="60618"/>
                  </a:lnTo>
                  <a:lnTo>
                    <a:pt x="4152671" y="60010"/>
                  </a:lnTo>
                  <a:lnTo>
                    <a:pt x="4153540" y="59673"/>
                  </a:lnTo>
                  <a:lnTo>
                    <a:pt x="4157887" y="57984"/>
                  </a:lnTo>
                  <a:lnTo>
                    <a:pt x="4171799" y="52581"/>
                  </a:lnTo>
                  <a:lnTo>
                    <a:pt x="4178407" y="50014"/>
                  </a:lnTo>
                  <a:lnTo>
                    <a:pt x="4181364" y="48865"/>
                  </a:lnTo>
                  <a:lnTo>
                    <a:pt x="4183276" y="48122"/>
                  </a:lnTo>
                  <a:lnTo>
                    <a:pt x="4183972" y="47852"/>
                  </a:lnTo>
                  <a:lnTo>
                    <a:pt x="4193363" y="44204"/>
                  </a:lnTo>
                  <a:lnTo>
                    <a:pt x="4196145" y="43123"/>
                  </a:lnTo>
                  <a:lnTo>
                    <a:pt x="4209361" y="37988"/>
                  </a:lnTo>
                  <a:lnTo>
                    <a:pt x="4215795" y="35488"/>
                  </a:lnTo>
                  <a:lnTo>
                    <a:pt x="4226403" y="31366"/>
                  </a:lnTo>
                  <a:lnTo>
                    <a:pt x="4230924" y="29608"/>
                  </a:lnTo>
                  <a:lnTo>
                    <a:pt x="4258226" y="18997"/>
                  </a:lnTo>
                  <a:lnTo>
                    <a:pt x="4262226" y="17442"/>
                  </a:lnTo>
                  <a:lnTo>
                    <a:pt x="4263965" y="16767"/>
                  </a:lnTo>
                  <a:lnTo>
                    <a:pt x="4281181" y="10074"/>
                  </a:lnTo>
                  <a:lnTo>
                    <a:pt x="4296136" y="4259"/>
                  </a:lnTo>
                  <a:lnTo>
                    <a:pt x="430709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" name="pl14"/>
            <p:cNvSpPr/>
            <p:nvPr/>
          </p:nvSpPr>
          <p:spPr>
            <a:xfrm>
              <a:off x="3338030" y="3356495"/>
              <a:ext cx="4307091" cy="1491084"/>
            </a:xfrm>
            <a:custGeom>
              <a:avLst/>
              <a:pathLst>
                <a:path w="4307091" h="1491084">
                  <a:moveTo>
                    <a:pt x="4307091" y="0"/>
                  </a:moveTo>
                  <a:lnTo>
                    <a:pt x="4296136" y="3539"/>
                  </a:lnTo>
                  <a:lnTo>
                    <a:pt x="4281181" y="8371"/>
                  </a:lnTo>
                  <a:lnTo>
                    <a:pt x="4263965" y="13935"/>
                  </a:lnTo>
                  <a:lnTo>
                    <a:pt x="4262226" y="14497"/>
                  </a:lnTo>
                  <a:lnTo>
                    <a:pt x="4258226" y="15790"/>
                  </a:lnTo>
                  <a:lnTo>
                    <a:pt x="4230924" y="24615"/>
                  </a:lnTo>
                  <a:lnTo>
                    <a:pt x="4226403" y="26077"/>
                  </a:lnTo>
                  <a:lnTo>
                    <a:pt x="4215795" y="29507"/>
                  </a:lnTo>
                  <a:lnTo>
                    <a:pt x="4209361" y="31587"/>
                  </a:lnTo>
                  <a:lnTo>
                    <a:pt x="4196145" y="35861"/>
                  </a:lnTo>
                  <a:lnTo>
                    <a:pt x="4193363" y="36761"/>
                  </a:lnTo>
                  <a:lnTo>
                    <a:pt x="4183972" y="39798"/>
                  </a:lnTo>
                  <a:lnTo>
                    <a:pt x="4183276" y="40023"/>
                  </a:lnTo>
                  <a:lnTo>
                    <a:pt x="4181364" y="40642"/>
                  </a:lnTo>
                  <a:lnTo>
                    <a:pt x="4178407" y="41598"/>
                  </a:lnTo>
                  <a:lnTo>
                    <a:pt x="4171799" y="43736"/>
                  </a:lnTo>
                  <a:lnTo>
                    <a:pt x="4157887" y="48236"/>
                  </a:lnTo>
                  <a:lnTo>
                    <a:pt x="4153540" y="49643"/>
                  </a:lnTo>
                  <a:lnTo>
                    <a:pt x="4152671" y="49924"/>
                  </a:lnTo>
                  <a:lnTo>
                    <a:pt x="4151105" y="50430"/>
                  </a:lnTo>
                  <a:lnTo>
                    <a:pt x="4141367" y="53581"/>
                  </a:lnTo>
                  <a:lnTo>
                    <a:pt x="4133194" y="56226"/>
                  </a:lnTo>
                  <a:lnTo>
                    <a:pt x="4124151" y="59153"/>
                  </a:lnTo>
                  <a:lnTo>
                    <a:pt x="4122238" y="59772"/>
                  </a:lnTo>
                  <a:lnTo>
                    <a:pt x="4121543" y="59997"/>
                  </a:lnTo>
                  <a:lnTo>
                    <a:pt x="4111109" y="63374"/>
                  </a:lnTo>
                  <a:lnTo>
                    <a:pt x="4107283" y="64612"/>
                  </a:lnTo>
                  <a:lnTo>
                    <a:pt x="4094415" y="68778"/>
                  </a:lnTo>
                  <a:lnTo>
                    <a:pt x="4090067" y="70185"/>
                  </a:lnTo>
                  <a:lnTo>
                    <a:pt x="4088328" y="70748"/>
                  </a:lnTo>
                  <a:lnTo>
                    <a:pt x="4084329" y="72043"/>
                  </a:lnTo>
                  <a:lnTo>
                    <a:pt x="4082938" y="72494"/>
                  </a:lnTo>
                  <a:lnTo>
                    <a:pt x="4057027" y="80884"/>
                  </a:lnTo>
                  <a:lnTo>
                    <a:pt x="4052506" y="82348"/>
                  </a:lnTo>
                  <a:lnTo>
                    <a:pt x="4050593" y="82968"/>
                  </a:lnTo>
                  <a:lnTo>
                    <a:pt x="4049202" y="83418"/>
                  </a:lnTo>
                  <a:lnTo>
                    <a:pt x="4041898" y="85784"/>
                  </a:lnTo>
                  <a:lnTo>
                    <a:pt x="4035464" y="87868"/>
                  </a:lnTo>
                  <a:lnTo>
                    <a:pt x="4032334" y="88882"/>
                  </a:lnTo>
                  <a:lnTo>
                    <a:pt x="4026943" y="90629"/>
                  </a:lnTo>
                  <a:lnTo>
                    <a:pt x="4022247" y="92150"/>
                  </a:lnTo>
                  <a:lnTo>
                    <a:pt x="4019465" y="93051"/>
                  </a:lnTo>
                  <a:lnTo>
                    <a:pt x="4010075" y="96094"/>
                  </a:lnTo>
                  <a:lnTo>
                    <a:pt x="4009379" y="96319"/>
                  </a:lnTo>
                  <a:lnTo>
                    <a:pt x="4007466" y="96939"/>
                  </a:lnTo>
                  <a:lnTo>
                    <a:pt x="4004510" y="97897"/>
                  </a:lnTo>
                  <a:lnTo>
                    <a:pt x="3998597" y="99813"/>
                  </a:lnTo>
                  <a:lnTo>
                    <a:pt x="3997902" y="100039"/>
                  </a:lnTo>
                  <a:lnTo>
                    <a:pt x="3993902" y="101335"/>
                  </a:lnTo>
                  <a:lnTo>
                    <a:pt x="3990076" y="102575"/>
                  </a:lnTo>
                  <a:lnTo>
                    <a:pt x="3983990" y="104547"/>
                  </a:lnTo>
                  <a:lnTo>
                    <a:pt x="3979643" y="105957"/>
                  </a:lnTo>
                  <a:lnTo>
                    <a:pt x="3978773" y="106238"/>
                  </a:lnTo>
                  <a:lnTo>
                    <a:pt x="3977208" y="106746"/>
                  </a:lnTo>
                  <a:lnTo>
                    <a:pt x="3974600" y="107591"/>
                  </a:lnTo>
                  <a:lnTo>
                    <a:pt x="3967818" y="109790"/>
                  </a:lnTo>
                  <a:lnTo>
                    <a:pt x="3967470" y="109903"/>
                  </a:lnTo>
                  <a:lnTo>
                    <a:pt x="3959297" y="112552"/>
                  </a:lnTo>
                  <a:lnTo>
                    <a:pt x="3950254" y="115484"/>
                  </a:lnTo>
                  <a:lnTo>
                    <a:pt x="3948341" y="116104"/>
                  </a:lnTo>
                  <a:lnTo>
                    <a:pt x="3947645" y="116330"/>
                  </a:lnTo>
                  <a:lnTo>
                    <a:pt x="3942776" y="117909"/>
                  </a:lnTo>
                  <a:lnTo>
                    <a:pt x="3937212" y="119714"/>
                  </a:lnTo>
                  <a:lnTo>
                    <a:pt x="3933386" y="120954"/>
                  </a:lnTo>
                  <a:lnTo>
                    <a:pt x="3920517" y="125128"/>
                  </a:lnTo>
                  <a:lnTo>
                    <a:pt x="3916170" y="126538"/>
                  </a:lnTo>
                  <a:lnTo>
                    <a:pt x="3914431" y="127102"/>
                  </a:lnTo>
                  <a:lnTo>
                    <a:pt x="3910431" y="128400"/>
                  </a:lnTo>
                  <a:lnTo>
                    <a:pt x="3909040" y="128851"/>
                  </a:lnTo>
                  <a:lnTo>
                    <a:pt x="3893737" y="133816"/>
                  </a:lnTo>
                  <a:lnTo>
                    <a:pt x="3883129" y="137258"/>
                  </a:lnTo>
                  <a:lnTo>
                    <a:pt x="3878608" y="138726"/>
                  </a:lnTo>
                  <a:lnTo>
                    <a:pt x="3876695" y="139346"/>
                  </a:lnTo>
                  <a:lnTo>
                    <a:pt x="3875304" y="139798"/>
                  </a:lnTo>
                  <a:lnTo>
                    <a:pt x="3868000" y="142168"/>
                  </a:lnTo>
                  <a:lnTo>
                    <a:pt x="3861566" y="144257"/>
                  </a:lnTo>
                  <a:lnTo>
                    <a:pt x="3858436" y="145273"/>
                  </a:lnTo>
                  <a:lnTo>
                    <a:pt x="3853045" y="147023"/>
                  </a:lnTo>
                  <a:lnTo>
                    <a:pt x="3851132" y="147644"/>
                  </a:lnTo>
                  <a:lnTo>
                    <a:pt x="3848350" y="148547"/>
                  </a:lnTo>
                  <a:lnTo>
                    <a:pt x="3845568" y="149451"/>
                  </a:lnTo>
                  <a:lnTo>
                    <a:pt x="3836177" y="152500"/>
                  </a:lnTo>
                  <a:lnTo>
                    <a:pt x="3835482" y="152725"/>
                  </a:lnTo>
                  <a:lnTo>
                    <a:pt x="3833569" y="153347"/>
                  </a:lnTo>
                  <a:lnTo>
                    <a:pt x="3830612" y="154307"/>
                  </a:lnTo>
                  <a:lnTo>
                    <a:pt x="3825743" y="155888"/>
                  </a:lnTo>
                  <a:lnTo>
                    <a:pt x="3824700" y="156227"/>
                  </a:lnTo>
                  <a:lnTo>
                    <a:pt x="3824004" y="156452"/>
                  </a:lnTo>
                  <a:lnTo>
                    <a:pt x="3820005" y="157751"/>
                  </a:lnTo>
                  <a:lnTo>
                    <a:pt x="3816179" y="158994"/>
                  </a:lnTo>
                  <a:lnTo>
                    <a:pt x="3810093" y="160971"/>
                  </a:lnTo>
                  <a:lnTo>
                    <a:pt x="3805745" y="162383"/>
                  </a:lnTo>
                  <a:lnTo>
                    <a:pt x="3804876" y="162666"/>
                  </a:lnTo>
                  <a:lnTo>
                    <a:pt x="3803311" y="163174"/>
                  </a:lnTo>
                  <a:lnTo>
                    <a:pt x="3800702" y="164021"/>
                  </a:lnTo>
                  <a:lnTo>
                    <a:pt x="3793920" y="166225"/>
                  </a:lnTo>
                  <a:lnTo>
                    <a:pt x="3793572" y="166338"/>
                  </a:lnTo>
                  <a:lnTo>
                    <a:pt x="3785399" y="168993"/>
                  </a:lnTo>
                  <a:lnTo>
                    <a:pt x="3776356" y="171932"/>
                  </a:lnTo>
                  <a:lnTo>
                    <a:pt x="3774444" y="172553"/>
                  </a:lnTo>
                  <a:lnTo>
                    <a:pt x="3773748" y="172779"/>
                  </a:lnTo>
                  <a:lnTo>
                    <a:pt x="3768879" y="174362"/>
                  </a:lnTo>
                  <a:lnTo>
                    <a:pt x="3763314" y="176170"/>
                  </a:lnTo>
                  <a:lnTo>
                    <a:pt x="3759488" y="177414"/>
                  </a:lnTo>
                  <a:lnTo>
                    <a:pt x="3746620" y="181597"/>
                  </a:lnTo>
                  <a:lnTo>
                    <a:pt x="3742273" y="183010"/>
                  </a:lnTo>
                  <a:lnTo>
                    <a:pt x="3740534" y="183576"/>
                  </a:lnTo>
                  <a:lnTo>
                    <a:pt x="3735143" y="185328"/>
                  </a:lnTo>
                  <a:lnTo>
                    <a:pt x="3719840" y="190305"/>
                  </a:lnTo>
                  <a:lnTo>
                    <a:pt x="3709232" y="193755"/>
                  </a:lnTo>
                  <a:lnTo>
                    <a:pt x="3704711" y="195226"/>
                  </a:lnTo>
                  <a:lnTo>
                    <a:pt x="3702798" y="195848"/>
                  </a:lnTo>
                  <a:lnTo>
                    <a:pt x="3701407" y="196301"/>
                  </a:lnTo>
                  <a:lnTo>
                    <a:pt x="3694103" y="198677"/>
                  </a:lnTo>
                  <a:lnTo>
                    <a:pt x="3687669" y="200770"/>
                  </a:lnTo>
                  <a:lnTo>
                    <a:pt x="3684539" y="201789"/>
                  </a:lnTo>
                  <a:lnTo>
                    <a:pt x="3679148" y="203543"/>
                  </a:lnTo>
                  <a:lnTo>
                    <a:pt x="3677235" y="204165"/>
                  </a:lnTo>
                  <a:lnTo>
                    <a:pt x="3674453" y="205071"/>
                  </a:lnTo>
                  <a:lnTo>
                    <a:pt x="3671670" y="205976"/>
                  </a:lnTo>
                  <a:lnTo>
                    <a:pt x="3662280" y="209033"/>
                  </a:lnTo>
                  <a:lnTo>
                    <a:pt x="3661584" y="209259"/>
                  </a:lnTo>
                  <a:lnTo>
                    <a:pt x="3659671" y="209882"/>
                  </a:lnTo>
                  <a:lnTo>
                    <a:pt x="3656715" y="210844"/>
                  </a:lnTo>
                  <a:lnTo>
                    <a:pt x="3651846" y="212429"/>
                  </a:lnTo>
                  <a:lnTo>
                    <a:pt x="3650803" y="212769"/>
                  </a:lnTo>
                  <a:lnTo>
                    <a:pt x="3650107" y="212995"/>
                  </a:lnTo>
                  <a:lnTo>
                    <a:pt x="3646107" y="214297"/>
                  </a:lnTo>
                  <a:lnTo>
                    <a:pt x="3642282" y="215543"/>
                  </a:lnTo>
                  <a:lnTo>
                    <a:pt x="3636195" y="217525"/>
                  </a:lnTo>
                  <a:lnTo>
                    <a:pt x="3631848" y="218940"/>
                  </a:lnTo>
                  <a:lnTo>
                    <a:pt x="3630978" y="219224"/>
                  </a:lnTo>
                  <a:lnTo>
                    <a:pt x="3629413" y="219733"/>
                  </a:lnTo>
                  <a:lnTo>
                    <a:pt x="3626805" y="220583"/>
                  </a:lnTo>
                  <a:lnTo>
                    <a:pt x="3620023" y="222792"/>
                  </a:lnTo>
                  <a:lnTo>
                    <a:pt x="3619675" y="222905"/>
                  </a:lnTo>
                  <a:lnTo>
                    <a:pt x="3611502" y="225567"/>
                  </a:lnTo>
                  <a:lnTo>
                    <a:pt x="3602459" y="228513"/>
                  </a:lnTo>
                  <a:lnTo>
                    <a:pt x="3600546" y="229136"/>
                  </a:lnTo>
                  <a:lnTo>
                    <a:pt x="3599851" y="229363"/>
                  </a:lnTo>
                  <a:lnTo>
                    <a:pt x="3594981" y="230949"/>
                  </a:lnTo>
                  <a:lnTo>
                    <a:pt x="3589417" y="232763"/>
                  </a:lnTo>
                  <a:lnTo>
                    <a:pt x="3585591" y="234009"/>
                  </a:lnTo>
                  <a:lnTo>
                    <a:pt x="3572723" y="238203"/>
                  </a:lnTo>
                  <a:lnTo>
                    <a:pt x="3568375" y="239620"/>
                  </a:lnTo>
                  <a:lnTo>
                    <a:pt x="3566636" y="240187"/>
                  </a:lnTo>
                  <a:lnTo>
                    <a:pt x="3562636" y="241491"/>
                  </a:lnTo>
                  <a:lnTo>
                    <a:pt x="3561245" y="241945"/>
                  </a:lnTo>
                  <a:lnTo>
                    <a:pt x="3545942" y="246934"/>
                  </a:lnTo>
                  <a:lnTo>
                    <a:pt x="3535335" y="250394"/>
                  </a:lnTo>
                  <a:lnTo>
                    <a:pt x="3530813" y="251868"/>
                  </a:lnTo>
                  <a:lnTo>
                    <a:pt x="3528900" y="252492"/>
                  </a:lnTo>
                  <a:lnTo>
                    <a:pt x="3527509" y="252946"/>
                  </a:lnTo>
                  <a:lnTo>
                    <a:pt x="3520206" y="255329"/>
                  </a:lnTo>
                  <a:lnTo>
                    <a:pt x="3513771" y="257428"/>
                  </a:lnTo>
                  <a:lnTo>
                    <a:pt x="3510641" y="258449"/>
                  </a:lnTo>
                  <a:lnTo>
                    <a:pt x="3505250" y="260208"/>
                  </a:lnTo>
                  <a:lnTo>
                    <a:pt x="3503337" y="260833"/>
                  </a:lnTo>
                  <a:lnTo>
                    <a:pt x="3500555" y="261741"/>
                  </a:lnTo>
                  <a:lnTo>
                    <a:pt x="3497773" y="262649"/>
                  </a:lnTo>
                  <a:lnTo>
                    <a:pt x="3488382" y="265714"/>
                  </a:lnTo>
                  <a:lnTo>
                    <a:pt x="3485774" y="266565"/>
                  </a:lnTo>
                  <a:lnTo>
                    <a:pt x="3482818" y="267530"/>
                  </a:lnTo>
                  <a:lnTo>
                    <a:pt x="3477948" y="269120"/>
                  </a:lnTo>
                  <a:lnTo>
                    <a:pt x="3476905" y="269460"/>
                  </a:lnTo>
                  <a:lnTo>
                    <a:pt x="3476209" y="269687"/>
                  </a:lnTo>
                  <a:lnTo>
                    <a:pt x="3472210" y="270993"/>
                  </a:lnTo>
                  <a:lnTo>
                    <a:pt x="3468384" y="272242"/>
                  </a:lnTo>
                  <a:lnTo>
                    <a:pt x="3462298" y="274230"/>
                  </a:lnTo>
                  <a:lnTo>
                    <a:pt x="3457950" y="275650"/>
                  </a:lnTo>
                  <a:lnTo>
                    <a:pt x="3457081" y="275934"/>
                  </a:lnTo>
                  <a:lnTo>
                    <a:pt x="3455516" y="276445"/>
                  </a:lnTo>
                  <a:lnTo>
                    <a:pt x="3452907" y="277297"/>
                  </a:lnTo>
                  <a:lnTo>
                    <a:pt x="3446125" y="279512"/>
                  </a:lnTo>
                  <a:lnTo>
                    <a:pt x="3445777" y="279626"/>
                  </a:lnTo>
                  <a:lnTo>
                    <a:pt x="3437604" y="282296"/>
                  </a:lnTo>
                  <a:lnTo>
                    <a:pt x="3428562" y="285250"/>
                  </a:lnTo>
                  <a:lnTo>
                    <a:pt x="3426649" y="285875"/>
                  </a:lnTo>
                  <a:lnTo>
                    <a:pt x="3425953" y="286103"/>
                  </a:lnTo>
                  <a:lnTo>
                    <a:pt x="3421084" y="287694"/>
                  </a:lnTo>
                  <a:lnTo>
                    <a:pt x="3415519" y="289513"/>
                  </a:lnTo>
                  <a:lnTo>
                    <a:pt x="3411694" y="290763"/>
                  </a:lnTo>
                  <a:lnTo>
                    <a:pt x="3398825" y="294970"/>
                  </a:lnTo>
                  <a:lnTo>
                    <a:pt x="3394478" y="296391"/>
                  </a:lnTo>
                  <a:lnTo>
                    <a:pt x="3392739" y="296960"/>
                  </a:lnTo>
                  <a:lnTo>
                    <a:pt x="3388739" y="298268"/>
                  </a:lnTo>
                  <a:lnTo>
                    <a:pt x="3387348" y="298723"/>
                  </a:lnTo>
                  <a:lnTo>
                    <a:pt x="3372045" y="303728"/>
                  </a:lnTo>
                  <a:lnTo>
                    <a:pt x="3361437" y="307198"/>
                  </a:lnTo>
                  <a:lnTo>
                    <a:pt x="3356916" y="308677"/>
                  </a:lnTo>
                  <a:lnTo>
                    <a:pt x="3355003" y="309303"/>
                  </a:lnTo>
                  <a:lnTo>
                    <a:pt x="3353612" y="309759"/>
                  </a:lnTo>
                  <a:lnTo>
                    <a:pt x="3346308" y="312149"/>
                  </a:lnTo>
                  <a:lnTo>
                    <a:pt x="3339874" y="314255"/>
                  </a:lnTo>
                  <a:lnTo>
                    <a:pt x="3336744" y="315279"/>
                  </a:lnTo>
                  <a:lnTo>
                    <a:pt x="3331353" y="317044"/>
                  </a:lnTo>
                  <a:lnTo>
                    <a:pt x="3329440" y="317670"/>
                  </a:lnTo>
                  <a:lnTo>
                    <a:pt x="3326658" y="318581"/>
                  </a:lnTo>
                  <a:lnTo>
                    <a:pt x="3323875" y="319492"/>
                  </a:lnTo>
                  <a:lnTo>
                    <a:pt x="3313789" y="322795"/>
                  </a:lnTo>
                  <a:lnTo>
                    <a:pt x="3311876" y="323421"/>
                  </a:lnTo>
                  <a:lnTo>
                    <a:pt x="3308920" y="324390"/>
                  </a:lnTo>
                  <a:lnTo>
                    <a:pt x="3304051" y="325984"/>
                  </a:lnTo>
                  <a:lnTo>
                    <a:pt x="3303008" y="326326"/>
                  </a:lnTo>
                  <a:lnTo>
                    <a:pt x="3302312" y="326554"/>
                  </a:lnTo>
                  <a:lnTo>
                    <a:pt x="3298312" y="327864"/>
                  </a:lnTo>
                  <a:lnTo>
                    <a:pt x="3294487" y="329118"/>
                  </a:lnTo>
                  <a:lnTo>
                    <a:pt x="3288400" y="331112"/>
                  </a:lnTo>
                  <a:lnTo>
                    <a:pt x="3284053" y="332536"/>
                  </a:lnTo>
                  <a:lnTo>
                    <a:pt x="3283183" y="332821"/>
                  </a:lnTo>
                  <a:lnTo>
                    <a:pt x="3281618" y="333334"/>
                  </a:lnTo>
                  <a:lnTo>
                    <a:pt x="3279010" y="334189"/>
                  </a:lnTo>
                  <a:lnTo>
                    <a:pt x="3272228" y="336412"/>
                  </a:lnTo>
                  <a:lnTo>
                    <a:pt x="3271880" y="336526"/>
                  </a:lnTo>
                  <a:lnTo>
                    <a:pt x="3263707" y="339205"/>
                  </a:lnTo>
                  <a:lnTo>
                    <a:pt x="3254664" y="342170"/>
                  </a:lnTo>
                  <a:lnTo>
                    <a:pt x="3252751" y="342797"/>
                  </a:lnTo>
                  <a:lnTo>
                    <a:pt x="3252056" y="343025"/>
                  </a:lnTo>
                  <a:lnTo>
                    <a:pt x="3247187" y="344622"/>
                  </a:lnTo>
                  <a:lnTo>
                    <a:pt x="3241622" y="346447"/>
                  </a:lnTo>
                  <a:lnTo>
                    <a:pt x="3237796" y="347702"/>
                  </a:lnTo>
                  <a:lnTo>
                    <a:pt x="3224928" y="351923"/>
                  </a:lnTo>
                  <a:lnTo>
                    <a:pt x="3220580" y="353350"/>
                  </a:lnTo>
                  <a:lnTo>
                    <a:pt x="3218841" y="353920"/>
                  </a:lnTo>
                  <a:lnTo>
                    <a:pt x="3214842" y="355233"/>
                  </a:lnTo>
                  <a:lnTo>
                    <a:pt x="3213450" y="355690"/>
                  </a:lnTo>
                  <a:lnTo>
                    <a:pt x="3198147" y="360713"/>
                  </a:lnTo>
                  <a:lnTo>
                    <a:pt x="3187540" y="364196"/>
                  </a:lnTo>
                  <a:lnTo>
                    <a:pt x="3183018" y="365680"/>
                  </a:lnTo>
                  <a:lnTo>
                    <a:pt x="3181105" y="366309"/>
                  </a:lnTo>
                  <a:lnTo>
                    <a:pt x="3179714" y="366766"/>
                  </a:lnTo>
                  <a:lnTo>
                    <a:pt x="3172411" y="369165"/>
                  </a:lnTo>
                  <a:lnTo>
                    <a:pt x="3165976" y="371278"/>
                  </a:lnTo>
                  <a:lnTo>
                    <a:pt x="3162846" y="372307"/>
                  </a:lnTo>
                  <a:lnTo>
                    <a:pt x="3157455" y="374078"/>
                  </a:lnTo>
                  <a:lnTo>
                    <a:pt x="3155543" y="374707"/>
                  </a:lnTo>
                  <a:lnTo>
                    <a:pt x="3152760" y="375621"/>
                  </a:lnTo>
                  <a:lnTo>
                    <a:pt x="3149978" y="376536"/>
                  </a:lnTo>
                  <a:lnTo>
                    <a:pt x="3140587" y="379622"/>
                  </a:lnTo>
                  <a:lnTo>
                    <a:pt x="3139892" y="379851"/>
                  </a:lnTo>
                  <a:lnTo>
                    <a:pt x="3137979" y="380480"/>
                  </a:lnTo>
                  <a:lnTo>
                    <a:pt x="3135023" y="381452"/>
                  </a:lnTo>
                  <a:lnTo>
                    <a:pt x="3130154" y="383053"/>
                  </a:lnTo>
                  <a:lnTo>
                    <a:pt x="3129110" y="383396"/>
                  </a:lnTo>
                  <a:lnTo>
                    <a:pt x="3128415" y="383625"/>
                  </a:lnTo>
                  <a:lnTo>
                    <a:pt x="3124415" y="384940"/>
                  </a:lnTo>
                  <a:lnTo>
                    <a:pt x="3120589" y="386198"/>
                  </a:lnTo>
                  <a:lnTo>
                    <a:pt x="3114503" y="388200"/>
                  </a:lnTo>
                  <a:lnTo>
                    <a:pt x="3110155" y="389630"/>
                  </a:lnTo>
                  <a:lnTo>
                    <a:pt x="3109286" y="389916"/>
                  </a:lnTo>
                  <a:lnTo>
                    <a:pt x="3107721" y="390431"/>
                  </a:lnTo>
                  <a:lnTo>
                    <a:pt x="3105112" y="391289"/>
                  </a:lnTo>
                  <a:lnTo>
                    <a:pt x="3097983" y="393635"/>
                  </a:lnTo>
                  <a:lnTo>
                    <a:pt x="3089809" y="396325"/>
                  </a:lnTo>
                  <a:lnTo>
                    <a:pt x="3080767" y="399302"/>
                  </a:lnTo>
                  <a:lnTo>
                    <a:pt x="3078854" y="399932"/>
                  </a:lnTo>
                  <a:lnTo>
                    <a:pt x="3078158" y="400161"/>
                  </a:lnTo>
                  <a:lnTo>
                    <a:pt x="3067724" y="403597"/>
                  </a:lnTo>
                  <a:lnTo>
                    <a:pt x="3063899" y="404856"/>
                  </a:lnTo>
                  <a:lnTo>
                    <a:pt x="3051030" y="409096"/>
                  </a:lnTo>
                  <a:lnTo>
                    <a:pt x="3046683" y="410528"/>
                  </a:lnTo>
                  <a:lnTo>
                    <a:pt x="3044944" y="411101"/>
                  </a:lnTo>
                  <a:lnTo>
                    <a:pt x="3040944" y="412419"/>
                  </a:lnTo>
                  <a:lnTo>
                    <a:pt x="3039553" y="412877"/>
                  </a:lnTo>
                  <a:lnTo>
                    <a:pt x="3024250" y="417922"/>
                  </a:lnTo>
                  <a:lnTo>
                    <a:pt x="3013642" y="421420"/>
                  </a:lnTo>
                  <a:lnTo>
                    <a:pt x="3009121" y="422911"/>
                  </a:lnTo>
                  <a:lnTo>
                    <a:pt x="3007208" y="423542"/>
                  </a:lnTo>
                  <a:lnTo>
                    <a:pt x="3005817" y="424001"/>
                  </a:lnTo>
                  <a:lnTo>
                    <a:pt x="2998513" y="426410"/>
                  </a:lnTo>
                  <a:lnTo>
                    <a:pt x="2992079" y="428533"/>
                  </a:lnTo>
                  <a:lnTo>
                    <a:pt x="2988949" y="429566"/>
                  </a:lnTo>
                  <a:lnTo>
                    <a:pt x="2983558" y="431345"/>
                  </a:lnTo>
                  <a:lnTo>
                    <a:pt x="2981645" y="431977"/>
                  </a:lnTo>
                  <a:lnTo>
                    <a:pt x="2978863" y="432895"/>
                  </a:lnTo>
                  <a:lnTo>
                    <a:pt x="2976080" y="433813"/>
                  </a:lnTo>
                  <a:lnTo>
                    <a:pt x="2966690" y="436914"/>
                  </a:lnTo>
                  <a:lnTo>
                    <a:pt x="2965994" y="437144"/>
                  </a:lnTo>
                  <a:lnTo>
                    <a:pt x="2964081" y="437775"/>
                  </a:lnTo>
                  <a:lnTo>
                    <a:pt x="2961125" y="438751"/>
                  </a:lnTo>
                  <a:lnTo>
                    <a:pt x="2956256" y="440360"/>
                  </a:lnTo>
                  <a:lnTo>
                    <a:pt x="2955213" y="440704"/>
                  </a:lnTo>
                  <a:lnTo>
                    <a:pt x="2954517" y="440934"/>
                  </a:lnTo>
                  <a:lnTo>
                    <a:pt x="2950517" y="442255"/>
                  </a:lnTo>
                  <a:lnTo>
                    <a:pt x="2946692" y="443519"/>
                  </a:lnTo>
                  <a:lnTo>
                    <a:pt x="2940605" y="445530"/>
                  </a:lnTo>
                  <a:lnTo>
                    <a:pt x="2936258" y="446967"/>
                  </a:lnTo>
                  <a:lnTo>
                    <a:pt x="2935388" y="447254"/>
                  </a:lnTo>
                  <a:lnTo>
                    <a:pt x="2933823" y="447772"/>
                  </a:lnTo>
                  <a:lnTo>
                    <a:pt x="2931215" y="448634"/>
                  </a:lnTo>
                  <a:lnTo>
                    <a:pt x="2924433" y="450876"/>
                  </a:lnTo>
                  <a:lnTo>
                    <a:pt x="2924085" y="450991"/>
                  </a:lnTo>
                  <a:lnTo>
                    <a:pt x="2915912" y="453693"/>
                  </a:lnTo>
                  <a:lnTo>
                    <a:pt x="2906869" y="456684"/>
                  </a:lnTo>
                  <a:lnTo>
                    <a:pt x="2904956" y="457317"/>
                  </a:lnTo>
                  <a:lnTo>
                    <a:pt x="2904261" y="457547"/>
                  </a:lnTo>
                  <a:lnTo>
                    <a:pt x="2899392" y="459158"/>
                  </a:lnTo>
                  <a:lnTo>
                    <a:pt x="2893827" y="460999"/>
                  </a:lnTo>
                  <a:lnTo>
                    <a:pt x="2890001" y="462265"/>
                  </a:lnTo>
                  <a:lnTo>
                    <a:pt x="2877133" y="466524"/>
                  </a:lnTo>
                  <a:lnTo>
                    <a:pt x="2872785" y="467964"/>
                  </a:lnTo>
                  <a:lnTo>
                    <a:pt x="2871046" y="468539"/>
                  </a:lnTo>
                  <a:lnTo>
                    <a:pt x="2867047" y="469864"/>
                  </a:lnTo>
                  <a:lnTo>
                    <a:pt x="2865656" y="470324"/>
                  </a:lnTo>
                  <a:lnTo>
                    <a:pt x="2850353" y="475394"/>
                  </a:lnTo>
                  <a:lnTo>
                    <a:pt x="2839745" y="478909"/>
                  </a:lnTo>
                  <a:lnTo>
                    <a:pt x="2835223" y="480408"/>
                  </a:lnTo>
                  <a:lnTo>
                    <a:pt x="2833311" y="481042"/>
                  </a:lnTo>
                  <a:lnTo>
                    <a:pt x="2831919" y="481503"/>
                  </a:lnTo>
                  <a:lnTo>
                    <a:pt x="2824616" y="483924"/>
                  </a:lnTo>
                  <a:lnTo>
                    <a:pt x="2818182" y="486058"/>
                  </a:lnTo>
                  <a:lnTo>
                    <a:pt x="2815051" y="487096"/>
                  </a:lnTo>
                  <a:lnTo>
                    <a:pt x="2809661" y="488885"/>
                  </a:lnTo>
                  <a:lnTo>
                    <a:pt x="2807748" y="489519"/>
                  </a:lnTo>
                  <a:lnTo>
                    <a:pt x="2804965" y="490442"/>
                  </a:lnTo>
                  <a:lnTo>
                    <a:pt x="2802183" y="491366"/>
                  </a:lnTo>
                  <a:lnTo>
                    <a:pt x="2792793" y="494482"/>
                  </a:lnTo>
                  <a:lnTo>
                    <a:pt x="2792097" y="494713"/>
                  </a:lnTo>
                  <a:lnTo>
                    <a:pt x="2790184" y="495348"/>
                  </a:lnTo>
                  <a:lnTo>
                    <a:pt x="2787228" y="496329"/>
                  </a:lnTo>
                  <a:lnTo>
                    <a:pt x="2782359" y="497946"/>
                  </a:lnTo>
                  <a:lnTo>
                    <a:pt x="2781315" y="498293"/>
                  </a:lnTo>
                  <a:lnTo>
                    <a:pt x="2780620" y="498523"/>
                  </a:lnTo>
                  <a:lnTo>
                    <a:pt x="2772794" y="501122"/>
                  </a:lnTo>
                  <a:lnTo>
                    <a:pt x="2766708" y="503144"/>
                  </a:lnTo>
                  <a:lnTo>
                    <a:pt x="2762360" y="504588"/>
                  </a:lnTo>
                  <a:lnTo>
                    <a:pt x="2761491" y="504877"/>
                  </a:lnTo>
                  <a:lnTo>
                    <a:pt x="2759926" y="505397"/>
                  </a:lnTo>
                  <a:lnTo>
                    <a:pt x="2757317" y="506264"/>
                  </a:lnTo>
                  <a:lnTo>
                    <a:pt x="2750535" y="508518"/>
                  </a:lnTo>
                  <a:lnTo>
                    <a:pt x="2750188" y="508634"/>
                  </a:lnTo>
                  <a:lnTo>
                    <a:pt x="2742014" y="511351"/>
                  </a:lnTo>
                  <a:lnTo>
                    <a:pt x="2732972" y="514358"/>
                  </a:lnTo>
                  <a:lnTo>
                    <a:pt x="2731059" y="514994"/>
                  </a:lnTo>
                  <a:lnTo>
                    <a:pt x="2730363" y="515226"/>
                  </a:lnTo>
                  <a:lnTo>
                    <a:pt x="2725494" y="516845"/>
                  </a:lnTo>
                  <a:lnTo>
                    <a:pt x="2719929" y="518697"/>
                  </a:lnTo>
                  <a:lnTo>
                    <a:pt x="2716104" y="519970"/>
                  </a:lnTo>
                  <a:lnTo>
                    <a:pt x="2703235" y="524253"/>
                  </a:lnTo>
                  <a:lnTo>
                    <a:pt x="2698888" y="525700"/>
                  </a:lnTo>
                  <a:lnTo>
                    <a:pt x="2693149" y="527611"/>
                  </a:lnTo>
                  <a:lnTo>
                    <a:pt x="2691758" y="528075"/>
                  </a:lnTo>
                  <a:lnTo>
                    <a:pt x="2676455" y="533173"/>
                  </a:lnTo>
                  <a:lnTo>
                    <a:pt x="2661326" y="538216"/>
                  </a:lnTo>
                  <a:lnTo>
                    <a:pt x="2659413" y="538854"/>
                  </a:lnTo>
                  <a:lnTo>
                    <a:pt x="2650718" y="541753"/>
                  </a:lnTo>
                  <a:lnTo>
                    <a:pt x="2644284" y="543900"/>
                  </a:lnTo>
                  <a:lnTo>
                    <a:pt x="2641154" y="544944"/>
                  </a:lnTo>
                  <a:lnTo>
                    <a:pt x="2635763" y="546743"/>
                  </a:lnTo>
                  <a:lnTo>
                    <a:pt x="2633850" y="547382"/>
                  </a:lnTo>
                  <a:lnTo>
                    <a:pt x="2631068" y="548310"/>
                  </a:lnTo>
                  <a:lnTo>
                    <a:pt x="2628286" y="549239"/>
                  </a:lnTo>
                  <a:lnTo>
                    <a:pt x="2618895" y="552374"/>
                  </a:lnTo>
                  <a:lnTo>
                    <a:pt x="2618199" y="552607"/>
                  </a:lnTo>
                  <a:lnTo>
                    <a:pt x="2616287" y="553245"/>
                  </a:lnTo>
                  <a:lnTo>
                    <a:pt x="2613330" y="554233"/>
                  </a:lnTo>
                  <a:lnTo>
                    <a:pt x="2608461" y="555859"/>
                  </a:lnTo>
                  <a:lnTo>
                    <a:pt x="2607418" y="556208"/>
                  </a:lnTo>
                  <a:lnTo>
                    <a:pt x="2606722" y="556440"/>
                  </a:lnTo>
                  <a:lnTo>
                    <a:pt x="2602723" y="557777"/>
                  </a:lnTo>
                  <a:lnTo>
                    <a:pt x="2598897" y="559055"/>
                  </a:lnTo>
                  <a:lnTo>
                    <a:pt x="2592810" y="561089"/>
                  </a:lnTo>
                  <a:lnTo>
                    <a:pt x="2588463" y="562543"/>
                  </a:lnTo>
                  <a:lnTo>
                    <a:pt x="2587594" y="562833"/>
                  </a:lnTo>
                  <a:lnTo>
                    <a:pt x="2586028" y="563357"/>
                  </a:lnTo>
                  <a:lnTo>
                    <a:pt x="2583420" y="564229"/>
                  </a:lnTo>
                  <a:lnTo>
                    <a:pt x="2576638" y="566497"/>
                  </a:lnTo>
                  <a:lnTo>
                    <a:pt x="2576290" y="566613"/>
                  </a:lnTo>
                  <a:lnTo>
                    <a:pt x="2568117" y="569347"/>
                  </a:lnTo>
                  <a:lnTo>
                    <a:pt x="2559074" y="572373"/>
                  </a:lnTo>
                  <a:lnTo>
                    <a:pt x="2557161" y="573014"/>
                  </a:lnTo>
                  <a:lnTo>
                    <a:pt x="2556466" y="573247"/>
                  </a:lnTo>
                  <a:lnTo>
                    <a:pt x="2551597" y="574877"/>
                  </a:lnTo>
                  <a:lnTo>
                    <a:pt x="2546032" y="576740"/>
                  </a:lnTo>
                  <a:lnTo>
                    <a:pt x="2542206" y="578021"/>
                  </a:lnTo>
                  <a:lnTo>
                    <a:pt x="2529338" y="582332"/>
                  </a:lnTo>
                  <a:lnTo>
                    <a:pt x="2523251" y="584372"/>
                  </a:lnTo>
                  <a:lnTo>
                    <a:pt x="2519252" y="585713"/>
                  </a:lnTo>
                  <a:lnTo>
                    <a:pt x="2517861" y="586179"/>
                  </a:lnTo>
                  <a:lnTo>
                    <a:pt x="2502558" y="591311"/>
                  </a:lnTo>
                  <a:lnTo>
                    <a:pt x="2491950" y="594870"/>
                  </a:lnTo>
                  <a:lnTo>
                    <a:pt x="2487429" y="596388"/>
                  </a:lnTo>
                  <a:lnTo>
                    <a:pt x="2485516" y="597030"/>
                  </a:lnTo>
                  <a:lnTo>
                    <a:pt x="2484125" y="597497"/>
                  </a:lnTo>
                  <a:lnTo>
                    <a:pt x="2476821" y="599950"/>
                  </a:lnTo>
                  <a:lnTo>
                    <a:pt x="2470387" y="602111"/>
                  </a:lnTo>
                  <a:lnTo>
                    <a:pt x="2467256" y="603162"/>
                  </a:lnTo>
                  <a:lnTo>
                    <a:pt x="2461866" y="604973"/>
                  </a:lnTo>
                  <a:lnTo>
                    <a:pt x="2459953" y="605616"/>
                  </a:lnTo>
                  <a:lnTo>
                    <a:pt x="2457170" y="606551"/>
                  </a:lnTo>
                  <a:lnTo>
                    <a:pt x="2454388" y="607486"/>
                  </a:lnTo>
                  <a:lnTo>
                    <a:pt x="2444998" y="610644"/>
                  </a:lnTo>
                  <a:lnTo>
                    <a:pt x="2444302" y="610878"/>
                  </a:lnTo>
                  <a:lnTo>
                    <a:pt x="2442389" y="611521"/>
                  </a:lnTo>
                  <a:lnTo>
                    <a:pt x="2439433" y="612515"/>
                  </a:lnTo>
                  <a:lnTo>
                    <a:pt x="2434564" y="614153"/>
                  </a:lnTo>
                  <a:lnTo>
                    <a:pt x="2433520" y="614504"/>
                  </a:lnTo>
                  <a:lnTo>
                    <a:pt x="2432825" y="614738"/>
                  </a:lnTo>
                  <a:lnTo>
                    <a:pt x="2428825" y="616084"/>
                  </a:lnTo>
                  <a:lnTo>
                    <a:pt x="2424999" y="617371"/>
                  </a:lnTo>
                  <a:lnTo>
                    <a:pt x="2418913" y="619420"/>
                  </a:lnTo>
                  <a:lnTo>
                    <a:pt x="2414566" y="620884"/>
                  </a:lnTo>
                  <a:lnTo>
                    <a:pt x="2413696" y="621177"/>
                  </a:lnTo>
                  <a:lnTo>
                    <a:pt x="2412131" y="621704"/>
                  </a:lnTo>
                  <a:lnTo>
                    <a:pt x="2409523" y="622582"/>
                  </a:lnTo>
                  <a:lnTo>
                    <a:pt x="2402741" y="624867"/>
                  </a:lnTo>
                  <a:lnTo>
                    <a:pt x="2402393" y="624984"/>
                  </a:lnTo>
                  <a:lnTo>
                    <a:pt x="2394220" y="627738"/>
                  </a:lnTo>
                  <a:lnTo>
                    <a:pt x="2385177" y="630786"/>
                  </a:lnTo>
                  <a:lnTo>
                    <a:pt x="2383264" y="631431"/>
                  </a:lnTo>
                  <a:lnTo>
                    <a:pt x="2382568" y="631665"/>
                  </a:lnTo>
                  <a:lnTo>
                    <a:pt x="2377699" y="633307"/>
                  </a:lnTo>
                  <a:lnTo>
                    <a:pt x="2372135" y="635185"/>
                  </a:lnTo>
                  <a:lnTo>
                    <a:pt x="2368309" y="636475"/>
                  </a:lnTo>
                  <a:lnTo>
                    <a:pt x="2355440" y="640819"/>
                  </a:lnTo>
                  <a:lnTo>
                    <a:pt x="2351093" y="642286"/>
                  </a:lnTo>
                  <a:lnTo>
                    <a:pt x="2349354" y="642874"/>
                  </a:lnTo>
                  <a:lnTo>
                    <a:pt x="2345354" y="644224"/>
                  </a:lnTo>
                  <a:lnTo>
                    <a:pt x="2343963" y="644694"/>
                  </a:lnTo>
                  <a:lnTo>
                    <a:pt x="2328660" y="649865"/>
                  </a:lnTo>
                  <a:lnTo>
                    <a:pt x="2318052" y="653452"/>
                  </a:lnTo>
                  <a:lnTo>
                    <a:pt x="2313531" y="654981"/>
                  </a:lnTo>
                  <a:lnTo>
                    <a:pt x="2311618" y="655628"/>
                  </a:lnTo>
                  <a:lnTo>
                    <a:pt x="2310227" y="656099"/>
                  </a:lnTo>
                  <a:lnTo>
                    <a:pt x="2302923" y="658571"/>
                  </a:lnTo>
                  <a:lnTo>
                    <a:pt x="2296489" y="660748"/>
                  </a:lnTo>
                  <a:lnTo>
                    <a:pt x="2293359" y="661808"/>
                  </a:lnTo>
                  <a:lnTo>
                    <a:pt x="2287968" y="663634"/>
                  </a:lnTo>
                  <a:lnTo>
                    <a:pt x="2286055" y="664282"/>
                  </a:lnTo>
                  <a:lnTo>
                    <a:pt x="2283273" y="665224"/>
                  </a:lnTo>
                  <a:lnTo>
                    <a:pt x="2280491" y="666167"/>
                  </a:lnTo>
                  <a:lnTo>
                    <a:pt x="2271100" y="669349"/>
                  </a:lnTo>
                  <a:lnTo>
                    <a:pt x="2270405" y="669585"/>
                  </a:lnTo>
                  <a:lnTo>
                    <a:pt x="2268492" y="670233"/>
                  </a:lnTo>
                  <a:lnTo>
                    <a:pt x="2265535" y="671235"/>
                  </a:lnTo>
                  <a:lnTo>
                    <a:pt x="2260666" y="672887"/>
                  </a:lnTo>
                  <a:lnTo>
                    <a:pt x="2259623" y="673240"/>
                  </a:lnTo>
                  <a:lnTo>
                    <a:pt x="2258927" y="673476"/>
                  </a:lnTo>
                  <a:lnTo>
                    <a:pt x="2254928" y="674833"/>
                  </a:lnTo>
                  <a:lnTo>
                    <a:pt x="2251102" y="676131"/>
                  </a:lnTo>
                  <a:lnTo>
                    <a:pt x="2245016" y="678196"/>
                  </a:lnTo>
                  <a:lnTo>
                    <a:pt x="2240668" y="679672"/>
                  </a:lnTo>
                  <a:lnTo>
                    <a:pt x="2239799" y="679967"/>
                  </a:lnTo>
                  <a:lnTo>
                    <a:pt x="2238234" y="680498"/>
                  </a:lnTo>
                  <a:lnTo>
                    <a:pt x="2235625" y="681384"/>
                  </a:lnTo>
                  <a:lnTo>
                    <a:pt x="2228843" y="683687"/>
                  </a:lnTo>
                  <a:lnTo>
                    <a:pt x="2228495" y="683805"/>
                  </a:lnTo>
                  <a:lnTo>
                    <a:pt x="2220322" y="686582"/>
                  </a:lnTo>
                  <a:lnTo>
                    <a:pt x="2211279" y="689656"/>
                  </a:lnTo>
                  <a:lnTo>
                    <a:pt x="2209367" y="690306"/>
                  </a:lnTo>
                  <a:lnTo>
                    <a:pt x="2208671" y="690543"/>
                  </a:lnTo>
                  <a:lnTo>
                    <a:pt x="2203802" y="692198"/>
                  </a:lnTo>
                  <a:lnTo>
                    <a:pt x="2198237" y="694091"/>
                  </a:lnTo>
                  <a:lnTo>
                    <a:pt x="2194411" y="695393"/>
                  </a:lnTo>
                  <a:lnTo>
                    <a:pt x="2181543" y="699773"/>
                  </a:lnTo>
                  <a:lnTo>
                    <a:pt x="2177196" y="701253"/>
                  </a:lnTo>
                  <a:lnTo>
                    <a:pt x="2175457" y="701845"/>
                  </a:lnTo>
                  <a:lnTo>
                    <a:pt x="2171457" y="703208"/>
                  </a:lnTo>
                  <a:lnTo>
                    <a:pt x="2170066" y="703682"/>
                  </a:lnTo>
                  <a:lnTo>
                    <a:pt x="2154763" y="708897"/>
                  </a:lnTo>
                  <a:lnTo>
                    <a:pt x="2144155" y="712515"/>
                  </a:lnTo>
                  <a:lnTo>
                    <a:pt x="2139634" y="714058"/>
                  </a:lnTo>
                  <a:lnTo>
                    <a:pt x="2137721" y="714711"/>
                  </a:lnTo>
                  <a:lnTo>
                    <a:pt x="2136330" y="715185"/>
                  </a:lnTo>
                  <a:lnTo>
                    <a:pt x="2129026" y="717678"/>
                  </a:lnTo>
                  <a:lnTo>
                    <a:pt x="2122592" y="719876"/>
                  </a:lnTo>
                  <a:lnTo>
                    <a:pt x="2119462" y="720945"/>
                  </a:lnTo>
                  <a:lnTo>
                    <a:pt x="2114071" y="722787"/>
                  </a:lnTo>
                  <a:lnTo>
                    <a:pt x="2112158" y="723440"/>
                  </a:lnTo>
                  <a:lnTo>
                    <a:pt x="2109376" y="724391"/>
                  </a:lnTo>
                  <a:lnTo>
                    <a:pt x="2106593" y="725342"/>
                  </a:lnTo>
                  <a:lnTo>
                    <a:pt x="2097203" y="728553"/>
                  </a:lnTo>
                  <a:lnTo>
                    <a:pt x="2096507" y="728791"/>
                  </a:lnTo>
                  <a:lnTo>
                    <a:pt x="2094594" y="729445"/>
                  </a:lnTo>
                  <a:lnTo>
                    <a:pt x="2091638" y="730456"/>
                  </a:lnTo>
                  <a:lnTo>
                    <a:pt x="2086769" y="732122"/>
                  </a:lnTo>
                  <a:lnTo>
                    <a:pt x="2085725" y="732479"/>
                  </a:lnTo>
                  <a:lnTo>
                    <a:pt x="2085030" y="732717"/>
                  </a:lnTo>
                  <a:lnTo>
                    <a:pt x="2081030" y="734086"/>
                  </a:lnTo>
                  <a:lnTo>
                    <a:pt x="2077205" y="735396"/>
                  </a:lnTo>
                  <a:lnTo>
                    <a:pt x="2071118" y="737480"/>
                  </a:lnTo>
                  <a:lnTo>
                    <a:pt x="2066771" y="738970"/>
                  </a:lnTo>
                  <a:lnTo>
                    <a:pt x="2065901" y="739267"/>
                  </a:lnTo>
                  <a:lnTo>
                    <a:pt x="2064336" y="739804"/>
                  </a:lnTo>
                  <a:lnTo>
                    <a:pt x="2061728" y="740697"/>
                  </a:lnTo>
                  <a:lnTo>
                    <a:pt x="2054946" y="743022"/>
                  </a:lnTo>
                  <a:lnTo>
                    <a:pt x="2054598" y="743141"/>
                  </a:lnTo>
                  <a:lnTo>
                    <a:pt x="2046425" y="745944"/>
                  </a:lnTo>
                  <a:lnTo>
                    <a:pt x="2037382" y="749046"/>
                  </a:lnTo>
                  <a:lnTo>
                    <a:pt x="2035469" y="749702"/>
                  </a:lnTo>
                  <a:lnTo>
                    <a:pt x="2034774" y="749941"/>
                  </a:lnTo>
                  <a:lnTo>
                    <a:pt x="2029904" y="751612"/>
                  </a:lnTo>
                  <a:lnTo>
                    <a:pt x="2024340" y="753523"/>
                  </a:lnTo>
                  <a:lnTo>
                    <a:pt x="2020514" y="754836"/>
                  </a:lnTo>
                  <a:lnTo>
                    <a:pt x="2007646" y="759258"/>
                  </a:lnTo>
                  <a:lnTo>
                    <a:pt x="2003298" y="760752"/>
                  </a:lnTo>
                  <a:lnTo>
                    <a:pt x="2001559" y="761350"/>
                  </a:lnTo>
                  <a:lnTo>
                    <a:pt x="1997559" y="762726"/>
                  </a:lnTo>
                  <a:lnTo>
                    <a:pt x="1996168" y="763204"/>
                  </a:lnTo>
                  <a:lnTo>
                    <a:pt x="1980865" y="768470"/>
                  </a:lnTo>
                  <a:lnTo>
                    <a:pt x="1970258" y="772122"/>
                  </a:lnTo>
                  <a:lnTo>
                    <a:pt x="1965736" y="773680"/>
                  </a:lnTo>
                  <a:lnTo>
                    <a:pt x="1963823" y="774339"/>
                  </a:lnTo>
                  <a:lnTo>
                    <a:pt x="1962432" y="774818"/>
                  </a:lnTo>
                  <a:lnTo>
                    <a:pt x="1955128" y="777336"/>
                  </a:lnTo>
                  <a:lnTo>
                    <a:pt x="1948694" y="779555"/>
                  </a:lnTo>
                  <a:lnTo>
                    <a:pt x="1945564" y="780634"/>
                  </a:lnTo>
                  <a:lnTo>
                    <a:pt x="1940173" y="782494"/>
                  </a:lnTo>
                  <a:lnTo>
                    <a:pt x="1938260" y="783154"/>
                  </a:lnTo>
                  <a:lnTo>
                    <a:pt x="1935478" y="784114"/>
                  </a:lnTo>
                  <a:lnTo>
                    <a:pt x="1932696" y="785075"/>
                  </a:lnTo>
                  <a:lnTo>
                    <a:pt x="1923305" y="788317"/>
                  </a:lnTo>
                  <a:lnTo>
                    <a:pt x="1922610" y="788558"/>
                  </a:lnTo>
                  <a:lnTo>
                    <a:pt x="1920697" y="789218"/>
                  </a:lnTo>
                  <a:lnTo>
                    <a:pt x="1917741" y="790240"/>
                  </a:lnTo>
                  <a:lnTo>
                    <a:pt x="1912871" y="791922"/>
                  </a:lnTo>
                  <a:lnTo>
                    <a:pt x="1911828" y="792283"/>
                  </a:lnTo>
                  <a:lnTo>
                    <a:pt x="1911132" y="792523"/>
                  </a:lnTo>
                  <a:lnTo>
                    <a:pt x="1907133" y="793906"/>
                  </a:lnTo>
                  <a:lnTo>
                    <a:pt x="1903307" y="795229"/>
                  </a:lnTo>
                  <a:lnTo>
                    <a:pt x="1897221" y="797334"/>
                  </a:lnTo>
                  <a:lnTo>
                    <a:pt x="1892873" y="798838"/>
                  </a:lnTo>
                  <a:lnTo>
                    <a:pt x="1892004" y="799139"/>
                  </a:lnTo>
                  <a:lnTo>
                    <a:pt x="1890439" y="799681"/>
                  </a:lnTo>
                  <a:lnTo>
                    <a:pt x="1887830" y="800583"/>
                  </a:lnTo>
                  <a:lnTo>
                    <a:pt x="1881048" y="802931"/>
                  </a:lnTo>
                  <a:lnTo>
                    <a:pt x="1880700" y="803052"/>
                  </a:lnTo>
                  <a:lnTo>
                    <a:pt x="1872527" y="805883"/>
                  </a:lnTo>
                  <a:lnTo>
                    <a:pt x="1863485" y="809017"/>
                  </a:lnTo>
                  <a:lnTo>
                    <a:pt x="1861572" y="809680"/>
                  </a:lnTo>
                  <a:lnTo>
                    <a:pt x="1860876" y="809921"/>
                  </a:lnTo>
                  <a:lnTo>
                    <a:pt x="1856007" y="811609"/>
                  </a:lnTo>
                  <a:lnTo>
                    <a:pt x="1850442" y="813539"/>
                  </a:lnTo>
                  <a:lnTo>
                    <a:pt x="1846616" y="814867"/>
                  </a:lnTo>
                  <a:lnTo>
                    <a:pt x="1829401" y="820844"/>
                  </a:lnTo>
                  <a:lnTo>
                    <a:pt x="1827662" y="821448"/>
                  </a:lnTo>
                  <a:lnTo>
                    <a:pt x="1823662" y="822837"/>
                  </a:lnTo>
                  <a:lnTo>
                    <a:pt x="1822271" y="823321"/>
                  </a:lnTo>
                  <a:lnTo>
                    <a:pt x="1806968" y="828641"/>
                  </a:lnTo>
                  <a:lnTo>
                    <a:pt x="1796360" y="832332"/>
                  </a:lnTo>
                  <a:lnTo>
                    <a:pt x="1791839" y="833906"/>
                  </a:lnTo>
                  <a:lnTo>
                    <a:pt x="1789926" y="834572"/>
                  </a:lnTo>
                  <a:lnTo>
                    <a:pt x="1788535" y="835057"/>
                  </a:lnTo>
                  <a:lnTo>
                    <a:pt x="1781231" y="837601"/>
                  </a:lnTo>
                  <a:lnTo>
                    <a:pt x="1774797" y="839843"/>
                  </a:lnTo>
                  <a:lnTo>
                    <a:pt x="1771667" y="840934"/>
                  </a:lnTo>
                  <a:lnTo>
                    <a:pt x="1766276" y="842814"/>
                  </a:lnTo>
                  <a:lnTo>
                    <a:pt x="1764363" y="843481"/>
                  </a:lnTo>
                  <a:lnTo>
                    <a:pt x="1761581" y="844451"/>
                  </a:lnTo>
                  <a:lnTo>
                    <a:pt x="1758798" y="845422"/>
                  </a:lnTo>
                  <a:lnTo>
                    <a:pt x="1749408" y="848699"/>
                  </a:lnTo>
                  <a:lnTo>
                    <a:pt x="1748712" y="848942"/>
                  </a:lnTo>
                  <a:lnTo>
                    <a:pt x="1746799" y="849610"/>
                  </a:lnTo>
                  <a:lnTo>
                    <a:pt x="1743843" y="850642"/>
                  </a:lnTo>
                  <a:lnTo>
                    <a:pt x="1738974" y="852343"/>
                  </a:lnTo>
                  <a:lnTo>
                    <a:pt x="1737931" y="852707"/>
                  </a:lnTo>
                  <a:lnTo>
                    <a:pt x="1737235" y="852950"/>
                  </a:lnTo>
                  <a:lnTo>
                    <a:pt x="1733235" y="854348"/>
                  </a:lnTo>
                  <a:lnTo>
                    <a:pt x="1729410" y="855685"/>
                  </a:lnTo>
                  <a:lnTo>
                    <a:pt x="1723323" y="857813"/>
                  </a:lnTo>
                  <a:lnTo>
                    <a:pt x="1718976" y="859333"/>
                  </a:lnTo>
                  <a:lnTo>
                    <a:pt x="1718106" y="859637"/>
                  </a:lnTo>
                  <a:lnTo>
                    <a:pt x="1716541" y="860185"/>
                  </a:lnTo>
                  <a:lnTo>
                    <a:pt x="1713933" y="861097"/>
                  </a:lnTo>
                  <a:lnTo>
                    <a:pt x="1707151" y="863471"/>
                  </a:lnTo>
                  <a:lnTo>
                    <a:pt x="1706803" y="863592"/>
                  </a:lnTo>
                  <a:lnTo>
                    <a:pt x="1698630" y="866454"/>
                  </a:lnTo>
                  <a:lnTo>
                    <a:pt x="1689587" y="869622"/>
                  </a:lnTo>
                  <a:lnTo>
                    <a:pt x="1687674" y="870292"/>
                  </a:lnTo>
                  <a:lnTo>
                    <a:pt x="1686979" y="870536"/>
                  </a:lnTo>
                  <a:lnTo>
                    <a:pt x="1682110" y="872243"/>
                  </a:lnTo>
                  <a:lnTo>
                    <a:pt x="1676545" y="874194"/>
                  </a:lnTo>
                  <a:lnTo>
                    <a:pt x="1672719" y="875536"/>
                  </a:lnTo>
                  <a:lnTo>
                    <a:pt x="1659851" y="880052"/>
                  </a:lnTo>
                  <a:lnTo>
                    <a:pt x="1655503" y="881579"/>
                  </a:lnTo>
                  <a:lnTo>
                    <a:pt x="1653764" y="882189"/>
                  </a:lnTo>
                  <a:lnTo>
                    <a:pt x="1649765" y="883594"/>
                  </a:lnTo>
                  <a:lnTo>
                    <a:pt x="1648373" y="884083"/>
                  </a:lnTo>
                  <a:lnTo>
                    <a:pt x="1633070" y="889462"/>
                  </a:lnTo>
                  <a:lnTo>
                    <a:pt x="1622463" y="893194"/>
                  </a:lnTo>
                  <a:lnTo>
                    <a:pt x="1617941" y="894786"/>
                  </a:lnTo>
                  <a:lnTo>
                    <a:pt x="1616028" y="895459"/>
                  </a:lnTo>
                  <a:lnTo>
                    <a:pt x="1614637" y="895949"/>
                  </a:lnTo>
                  <a:lnTo>
                    <a:pt x="1607334" y="898521"/>
                  </a:lnTo>
                  <a:lnTo>
                    <a:pt x="1600899" y="900788"/>
                  </a:lnTo>
                  <a:lnTo>
                    <a:pt x="1597769" y="901892"/>
                  </a:lnTo>
                  <a:lnTo>
                    <a:pt x="1592378" y="903792"/>
                  </a:lnTo>
                  <a:lnTo>
                    <a:pt x="1590466" y="904467"/>
                  </a:lnTo>
                  <a:lnTo>
                    <a:pt x="1587683" y="905448"/>
                  </a:lnTo>
                  <a:lnTo>
                    <a:pt x="1584901" y="906429"/>
                  </a:lnTo>
                  <a:lnTo>
                    <a:pt x="1575510" y="909743"/>
                  </a:lnTo>
                  <a:lnTo>
                    <a:pt x="1574815" y="909989"/>
                  </a:lnTo>
                  <a:lnTo>
                    <a:pt x="1572902" y="910664"/>
                  </a:lnTo>
                  <a:lnTo>
                    <a:pt x="1569946" y="911708"/>
                  </a:lnTo>
                  <a:lnTo>
                    <a:pt x="1565077" y="913428"/>
                  </a:lnTo>
                  <a:lnTo>
                    <a:pt x="1564033" y="913796"/>
                  </a:lnTo>
                  <a:lnTo>
                    <a:pt x="1563338" y="914042"/>
                  </a:lnTo>
                  <a:lnTo>
                    <a:pt x="1559338" y="915455"/>
                  </a:lnTo>
                  <a:lnTo>
                    <a:pt x="1555512" y="916807"/>
                  </a:lnTo>
                  <a:lnTo>
                    <a:pt x="1549426" y="918959"/>
                  </a:lnTo>
                  <a:lnTo>
                    <a:pt x="1545078" y="920496"/>
                  </a:lnTo>
                  <a:lnTo>
                    <a:pt x="1544209" y="920804"/>
                  </a:lnTo>
                  <a:lnTo>
                    <a:pt x="1542644" y="921358"/>
                  </a:lnTo>
                  <a:lnTo>
                    <a:pt x="1540035" y="922280"/>
                  </a:lnTo>
                  <a:lnTo>
                    <a:pt x="1533253" y="924681"/>
                  </a:lnTo>
                  <a:lnTo>
                    <a:pt x="1532905" y="924804"/>
                  </a:lnTo>
                  <a:lnTo>
                    <a:pt x="1524732" y="927698"/>
                  </a:lnTo>
                  <a:lnTo>
                    <a:pt x="1515690" y="930901"/>
                  </a:lnTo>
                  <a:lnTo>
                    <a:pt x="1513777" y="931579"/>
                  </a:lnTo>
                  <a:lnTo>
                    <a:pt x="1513081" y="931826"/>
                  </a:lnTo>
                  <a:lnTo>
                    <a:pt x="1508212" y="933552"/>
                  </a:lnTo>
                  <a:lnTo>
                    <a:pt x="1502647" y="935525"/>
                  </a:lnTo>
                  <a:lnTo>
                    <a:pt x="1498822" y="936882"/>
                  </a:lnTo>
                  <a:lnTo>
                    <a:pt x="1485953" y="941449"/>
                  </a:lnTo>
                  <a:lnTo>
                    <a:pt x="1481606" y="942993"/>
                  </a:lnTo>
                  <a:lnTo>
                    <a:pt x="1479867" y="943611"/>
                  </a:lnTo>
                  <a:lnTo>
                    <a:pt x="1475867" y="945031"/>
                  </a:lnTo>
                  <a:lnTo>
                    <a:pt x="1474476" y="945526"/>
                  </a:lnTo>
                  <a:lnTo>
                    <a:pt x="1459173" y="950966"/>
                  </a:lnTo>
                  <a:lnTo>
                    <a:pt x="1448565" y="954740"/>
                  </a:lnTo>
                  <a:lnTo>
                    <a:pt x="1444044" y="956350"/>
                  </a:lnTo>
                  <a:lnTo>
                    <a:pt x="1442131" y="957031"/>
                  </a:lnTo>
                  <a:lnTo>
                    <a:pt x="1440740" y="957526"/>
                  </a:lnTo>
                  <a:lnTo>
                    <a:pt x="1433436" y="960128"/>
                  </a:lnTo>
                  <a:lnTo>
                    <a:pt x="1427002" y="962420"/>
                  </a:lnTo>
                  <a:lnTo>
                    <a:pt x="1423872" y="963536"/>
                  </a:lnTo>
                  <a:lnTo>
                    <a:pt x="1418481" y="965458"/>
                  </a:lnTo>
                  <a:lnTo>
                    <a:pt x="1416568" y="966140"/>
                  </a:lnTo>
                  <a:lnTo>
                    <a:pt x="1413786" y="967133"/>
                  </a:lnTo>
                  <a:lnTo>
                    <a:pt x="1411003" y="968125"/>
                  </a:lnTo>
                  <a:lnTo>
                    <a:pt x="1401613" y="971477"/>
                  </a:lnTo>
                  <a:lnTo>
                    <a:pt x="1400917" y="971725"/>
                  </a:lnTo>
                  <a:lnTo>
                    <a:pt x="1399004" y="972408"/>
                  </a:lnTo>
                  <a:lnTo>
                    <a:pt x="1396048" y="973464"/>
                  </a:lnTo>
                  <a:lnTo>
                    <a:pt x="1391179" y="975203"/>
                  </a:lnTo>
                  <a:lnTo>
                    <a:pt x="1390136" y="975576"/>
                  </a:lnTo>
                  <a:lnTo>
                    <a:pt x="1389440" y="975824"/>
                  </a:lnTo>
                  <a:lnTo>
                    <a:pt x="1385440" y="977254"/>
                  </a:lnTo>
                  <a:lnTo>
                    <a:pt x="1381615" y="978621"/>
                  </a:lnTo>
                  <a:lnTo>
                    <a:pt x="1375528" y="980797"/>
                  </a:lnTo>
                  <a:lnTo>
                    <a:pt x="1371181" y="982352"/>
                  </a:lnTo>
                  <a:lnTo>
                    <a:pt x="1370311" y="982663"/>
                  </a:lnTo>
                  <a:lnTo>
                    <a:pt x="1368746" y="983223"/>
                  </a:lnTo>
                  <a:lnTo>
                    <a:pt x="1366138" y="984156"/>
                  </a:lnTo>
                  <a:lnTo>
                    <a:pt x="1359356" y="986583"/>
                  </a:lnTo>
                  <a:lnTo>
                    <a:pt x="1359008" y="986708"/>
                  </a:lnTo>
                  <a:lnTo>
                    <a:pt x="1350835" y="989635"/>
                  </a:lnTo>
                  <a:lnTo>
                    <a:pt x="1341792" y="992874"/>
                  </a:lnTo>
                  <a:lnTo>
                    <a:pt x="1339879" y="993560"/>
                  </a:lnTo>
                  <a:lnTo>
                    <a:pt x="1339184" y="993809"/>
                  </a:lnTo>
                  <a:lnTo>
                    <a:pt x="1334315" y="995555"/>
                  </a:lnTo>
                  <a:lnTo>
                    <a:pt x="1328750" y="997550"/>
                  </a:lnTo>
                  <a:lnTo>
                    <a:pt x="1324924" y="998923"/>
                  </a:lnTo>
                  <a:lnTo>
                    <a:pt x="1312056" y="1003541"/>
                  </a:lnTo>
                  <a:lnTo>
                    <a:pt x="1307708" y="1005103"/>
                  </a:lnTo>
                  <a:lnTo>
                    <a:pt x="1305969" y="1005727"/>
                  </a:lnTo>
                  <a:lnTo>
                    <a:pt x="1301970" y="1007164"/>
                  </a:lnTo>
                  <a:lnTo>
                    <a:pt x="1300579" y="1007664"/>
                  </a:lnTo>
                  <a:lnTo>
                    <a:pt x="1285276" y="1013165"/>
                  </a:lnTo>
                  <a:lnTo>
                    <a:pt x="1274668" y="1016982"/>
                  </a:lnTo>
                  <a:lnTo>
                    <a:pt x="1270146" y="1018609"/>
                  </a:lnTo>
                  <a:lnTo>
                    <a:pt x="1268234" y="1019298"/>
                  </a:lnTo>
                  <a:lnTo>
                    <a:pt x="1266842" y="1019799"/>
                  </a:lnTo>
                  <a:lnTo>
                    <a:pt x="1259539" y="1022430"/>
                  </a:lnTo>
                  <a:lnTo>
                    <a:pt x="1253105" y="1024748"/>
                  </a:lnTo>
                  <a:lnTo>
                    <a:pt x="1249974" y="1025876"/>
                  </a:lnTo>
                  <a:lnTo>
                    <a:pt x="1244584" y="1027820"/>
                  </a:lnTo>
                  <a:lnTo>
                    <a:pt x="1242671" y="1028510"/>
                  </a:lnTo>
                  <a:lnTo>
                    <a:pt x="1239888" y="1029513"/>
                  </a:lnTo>
                  <a:lnTo>
                    <a:pt x="1237106" y="1030517"/>
                  </a:lnTo>
                  <a:lnTo>
                    <a:pt x="1227715" y="1033906"/>
                  </a:lnTo>
                  <a:lnTo>
                    <a:pt x="1227020" y="1034157"/>
                  </a:lnTo>
                  <a:lnTo>
                    <a:pt x="1225107" y="1034847"/>
                  </a:lnTo>
                  <a:lnTo>
                    <a:pt x="1222151" y="1035915"/>
                  </a:lnTo>
                  <a:lnTo>
                    <a:pt x="1217282" y="1037673"/>
                  </a:lnTo>
                  <a:lnTo>
                    <a:pt x="1216238" y="1038050"/>
                  </a:lnTo>
                  <a:lnTo>
                    <a:pt x="1215543" y="1038301"/>
                  </a:lnTo>
                  <a:lnTo>
                    <a:pt x="1211543" y="1039746"/>
                  </a:lnTo>
                  <a:lnTo>
                    <a:pt x="1207717" y="1041129"/>
                  </a:lnTo>
                  <a:lnTo>
                    <a:pt x="1201631" y="1043329"/>
                  </a:lnTo>
                  <a:lnTo>
                    <a:pt x="1197283" y="1044901"/>
                  </a:lnTo>
                  <a:lnTo>
                    <a:pt x="1196414" y="1045216"/>
                  </a:lnTo>
                  <a:lnTo>
                    <a:pt x="1194849" y="1045782"/>
                  </a:lnTo>
                  <a:lnTo>
                    <a:pt x="1192240" y="1046725"/>
                  </a:lnTo>
                  <a:lnTo>
                    <a:pt x="1185458" y="1049179"/>
                  </a:lnTo>
                  <a:lnTo>
                    <a:pt x="1185111" y="1049305"/>
                  </a:lnTo>
                  <a:lnTo>
                    <a:pt x="1176937" y="1052264"/>
                  </a:lnTo>
                  <a:lnTo>
                    <a:pt x="1167895" y="1055539"/>
                  </a:lnTo>
                  <a:lnTo>
                    <a:pt x="1165982" y="1056232"/>
                  </a:lnTo>
                  <a:lnTo>
                    <a:pt x="1165286" y="1056484"/>
                  </a:lnTo>
                  <a:lnTo>
                    <a:pt x="1160417" y="1058249"/>
                  </a:lnTo>
                  <a:lnTo>
                    <a:pt x="1154852" y="1060266"/>
                  </a:lnTo>
                  <a:lnTo>
                    <a:pt x="1151027" y="1061654"/>
                  </a:lnTo>
                  <a:lnTo>
                    <a:pt x="1138158" y="1066323"/>
                  </a:lnTo>
                  <a:lnTo>
                    <a:pt x="1133811" y="1067901"/>
                  </a:lnTo>
                  <a:lnTo>
                    <a:pt x="1132072" y="1068532"/>
                  </a:lnTo>
                  <a:lnTo>
                    <a:pt x="1128072" y="1069985"/>
                  </a:lnTo>
                  <a:lnTo>
                    <a:pt x="1126681" y="1070490"/>
                  </a:lnTo>
                  <a:lnTo>
                    <a:pt x="1111378" y="1076051"/>
                  </a:lnTo>
                  <a:lnTo>
                    <a:pt x="1100770" y="1079908"/>
                  </a:lnTo>
                  <a:lnTo>
                    <a:pt x="1096249" y="1081553"/>
                  </a:lnTo>
                  <a:lnTo>
                    <a:pt x="1094336" y="1082249"/>
                  </a:lnTo>
                  <a:lnTo>
                    <a:pt x="1092945" y="1082756"/>
                  </a:lnTo>
                  <a:lnTo>
                    <a:pt x="1085641" y="1085414"/>
                  </a:lnTo>
                  <a:lnTo>
                    <a:pt x="1079207" y="1087757"/>
                  </a:lnTo>
                  <a:lnTo>
                    <a:pt x="1076077" y="1088898"/>
                  </a:lnTo>
                  <a:lnTo>
                    <a:pt x="1070686" y="1090862"/>
                  </a:lnTo>
                  <a:lnTo>
                    <a:pt x="1068773" y="1091559"/>
                  </a:lnTo>
                  <a:lnTo>
                    <a:pt x="1065991" y="1092573"/>
                  </a:lnTo>
                  <a:lnTo>
                    <a:pt x="1063208" y="1093588"/>
                  </a:lnTo>
                  <a:lnTo>
                    <a:pt x="1053818" y="1097012"/>
                  </a:lnTo>
                  <a:lnTo>
                    <a:pt x="1053122" y="1097266"/>
                  </a:lnTo>
                  <a:lnTo>
                    <a:pt x="1051210" y="1097964"/>
                  </a:lnTo>
                  <a:lnTo>
                    <a:pt x="1048253" y="1099042"/>
                  </a:lnTo>
                  <a:lnTo>
                    <a:pt x="1043384" y="1100819"/>
                  </a:lnTo>
                  <a:lnTo>
                    <a:pt x="1042341" y="1101200"/>
                  </a:lnTo>
                  <a:lnTo>
                    <a:pt x="1041645" y="1101454"/>
                  </a:lnTo>
                  <a:lnTo>
                    <a:pt x="1037646" y="1102914"/>
                  </a:lnTo>
                  <a:lnTo>
                    <a:pt x="1033820" y="1104311"/>
                  </a:lnTo>
                  <a:lnTo>
                    <a:pt x="1027733" y="1106534"/>
                  </a:lnTo>
                  <a:lnTo>
                    <a:pt x="1023386" y="1108123"/>
                  </a:lnTo>
                  <a:lnTo>
                    <a:pt x="1022516" y="1108441"/>
                  </a:lnTo>
                  <a:lnTo>
                    <a:pt x="1020951" y="1109013"/>
                  </a:lnTo>
                  <a:lnTo>
                    <a:pt x="1018343" y="1109966"/>
                  </a:lnTo>
                  <a:lnTo>
                    <a:pt x="1011561" y="1112445"/>
                  </a:lnTo>
                  <a:lnTo>
                    <a:pt x="1011213" y="1112573"/>
                  </a:lnTo>
                  <a:lnTo>
                    <a:pt x="1003040" y="1115562"/>
                  </a:lnTo>
                  <a:lnTo>
                    <a:pt x="993997" y="1118871"/>
                  </a:lnTo>
                  <a:lnTo>
                    <a:pt x="992084" y="1119571"/>
                  </a:lnTo>
                  <a:lnTo>
                    <a:pt x="991389" y="1119826"/>
                  </a:lnTo>
                  <a:lnTo>
                    <a:pt x="986520" y="1121609"/>
                  </a:lnTo>
                  <a:lnTo>
                    <a:pt x="980955" y="1123647"/>
                  </a:lnTo>
                  <a:lnTo>
                    <a:pt x="977129" y="1125048"/>
                  </a:lnTo>
                  <a:lnTo>
                    <a:pt x="964261" y="1129765"/>
                  </a:lnTo>
                  <a:lnTo>
                    <a:pt x="959913" y="1131359"/>
                  </a:lnTo>
                  <a:lnTo>
                    <a:pt x="958174" y="1131997"/>
                  </a:lnTo>
                  <a:lnTo>
                    <a:pt x="954175" y="1133464"/>
                  </a:lnTo>
                  <a:lnTo>
                    <a:pt x="952784" y="1133974"/>
                  </a:lnTo>
                  <a:lnTo>
                    <a:pt x="937481" y="1139591"/>
                  </a:lnTo>
                  <a:lnTo>
                    <a:pt x="926873" y="1143487"/>
                  </a:lnTo>
                  <a:lnTo>
                    <a:pt x="922352" y="1145148"/>
                  </a:lnTo>
                  <a:lnTo>
                    <a:pt x="920439" y="1145851"/>
                  </a:lnTo>
                  <a:lnTo>
                    <a:pt x="919048" y="1146363"/>
                  </a:lnTo>
                  <a:lnTo>
                    <a:pt x="911744" y="1149048"/>
                  </a:lnTo>
                  <a:lnTo>
                    <a:pt x="905310" y="1151414"/>
                  </a:lnTo>
                  <a:lnTo>
                    <a:pt x="902179" y="1152566"/>
                  </a:lnTo>
                  <a:lnTo>
                    <a:pt x="896789" y="1154549"/>
                  </a:lnTo>
                  <a:lnTo>
                    <a:pt x="894876" y="1155253"/>
                  </a:lnTo>
                  <a:lnTo>
                    <a:pt x="892093" y="1156277"/>
                  </a:lnTo>
                  <a:lnTo>
                    <a:pt x="889311" y="1157301"/>
                  </a:lnTo>
                  <a:lnTo>
                    <a:pt x="879921" y="1160759"/>
                  </a:lnTo>
                  <a:lnTo>
                    <a:pt x="879225" y="1161015"/>
                  </a:lnTo>
                  <a:lnTo>
                    <a:pt x="874356" y="1162809"/>
                  </a:lnTo>
                  <a:lnTo>
                    <a:pt x="869487" y="1164603"/>
                  </a:lnTo>
                  <a:lnTo>
                    <a:pt x="868443" y="1164988"/>
                  </a:lnTo>
                  <a:lnTo>
                    <a:pt x="867748" y="1165244"/>
                  </a:lnTo>
                  <a:lnTo>
                    <a:pt x="863748" y="1166719"/>
                  </a:lnTo>
                  <a:lnTo>
                    <a:pt x="859922" y="1168129"/>
                  </a:lnTo>
                  <a:lnTo>
                    <a:pt x="853836" y="1170374"/>
                  </a:lnTo>
                  <a:lnTo>
                    <a:pt x="849489" y="1171977"/>
                  </a:lnTo>
                  <a:lnTo>
                    <a:pt x="848619" y="1172298"/>
                  </a:lnTo>
                  <a:lnTo>
                    <a:pt x="847054" y="1172875"/>
                  </a:lnTo>
                  <a:lnTo>
                    <a:pt x="844446" y="1173838"/>
                  </a:lnTo>
                  <a:lnTo>
                    <a:pt x="837664" y="1176341"/>
                  </a:lnTo>
                  <a:lnTo>
                    <a:pt x="837316" y="1176469"/>
                  </a:lnTo>
                  <a:lnTo>
                    <a:pt x="829143" y="1179487"/>
                  </a:lnTo>
                  <a:lnTo>
                    <a:pt x="820100" y="1182827"/>
                  </a:lnTo>
                  <a:lnTo>
                    <a:pt x="818187" y="1183534"/>
                  </a:lnTo>
                  <a:lnTo>
                    <a:pt x="817491" y="1183791"/>
                  </a:lnTo>
                  <a:lnTo>
                    <a:pt x="812622" y="1185591"/>
                  </a:lnTo>
                  <a:lnTo>
                    <a:pt x="807058" y="1187648"/>
                  </a:lnTo>
                  <a:lnTo>
                    <a:pt x="803232" y="1189062"/>
                  </a:lnTo>
                  <a:lnTo>
                    <a:pt x="790363" y="1193822"/>
                  </a:lnTo>
                  <a:lnTo>
                    <a:pt x="786016" y="1195431"/>
                  </a:lnTo>
                  <a:lnTo>
                    <a:pt x="784277" y="1196075"/>
                  </a:lnTo>
                  <a:lnTo>
                    <a:pt x="780277" y="1197556"/>
                  </a:lnTo>
                  <a:lnTo>
                    <a:pt x="778886" y="1198071"/>
                  </a:lnTo>
                  <a:lnTo>
                    <a:pt x="763583" y="1203739"/>
                  </a:lnTo>
                  <a:lnTo>
                    <a:pt x="752975" y="1207670"/>
                  </a:lnTo>
                  <a:lnTo>
                    <a:pt x="748454" y="1209346"/>
                  </a:lnTo>
                  <a:lnTo>
                    <a:pt x="746541" y="1210056"/>
                  </a:lnTo>
                  <a:lnTo>
                    <a:pt x="745150" y="1210571"/>
                  </a:lnTo>
                  <a:lnTo>
                    <a:pt x="737846" y="1213280"/>
                  </a:lnTo>
                  <a:lnTo>
                    <a:pt x="731412" y="1215668"/>
                  </a:lnTo>
                  <a:lnTo>
                    <a:pt x="728282" y="1216830"/>
                  </a:lnTo>
                  <a:lnTo>
                    <a:pt x="722891" y="1218831"/>
                  </a:lnTo>
                  <a:lnTo>
                    <a:pt x="720978" y="1219541"/>
                  </a:lnTo>
                  <a:lnTo>
                    <a:pt x="718196" y="1220574"/>
                  </a:lnTo>
                  <a:lnTo>
                    <a:pt x="715414" y="1221607"/>
                  </a:lnTo>
                  <a:lnTo>
                    <a:pt x="706023" y="1225095"/>
                  </a:lnTo>
                  <a:lnTo>
                    <a:pt x="705328" y="1225354"/>
                  </a:lnTo>
                  <a:lnTo>
                    <a:pt x="703415" y="1226065"/>
                  </a:lnTo>
                  <a:lnTo>
                    <a:pt x="700458" y="1227163"/>
                  </a:lnTo>
                  <a:lnTo>
                    <a:pt x="695589" y="1228973"/>
                  </a:lnTo>
                  <a:lnTo>
                    <a:pt x="694546" y="1229361"/>
                  </a:lnTo>
                  <a:lnTo>
                    <a:pt x="693850" y="1229619"/>
                  </a:lnTo>
                  <a:lnTo>
                    <a:pt x="689851" y="1231106"/>
                  </a:lnTo>
                  <a:lnTo>
                    <a:pt x="686025" y="1232529"/>
                  </a:lnTo>
                  <a:lnTo>
                    <a:pt x="679939" y="1234793"/>
                  </a:lnTo>
                  <a:lnTo>
                    <a:pt x="675591" y="1236410"/>
                  </a:lnTo>
                  <a:lnTo>
                    <a:pt x="674722" y="1236734"/>
                  </a:lnTo>
                  <a:lnTo>
                    <a:pt x="673157" y="1237316"/>
                  </a:lnTo>
                  <a:lnTo>
                    <a:pt x="670548" y="1238287"/>
                  </a:lnTo>
                  <a:lnTo>
                    <a:pt x="663766" y="1240811"/>
                  </a:lnTo>
                  <a:lnTo>
                    <a:pt x="663418" y="1240941"/>
                  </a:lnTo>
                  <a:lnTo>
                    <a:pt x="655245" y="1243984"/>
                  </a:lnTo>
                  <a:lnTo>
                    <a:pt x="646202" y="1247352"/>
                  </a:lnTo>
                  <a:lnTo>
                    <a:pt x="644290" y="1248065"/>
                  </a:lnTo>
                  <a:lnTo>
                    <a:pt x="643594" y="1248324"/>
                  </a:lnTo>
                  <a:lnTo>
                    <a:pt x="638725" y="1250139"/>
                  </a:lnTo>
                  <a:lnTo>
                    <a:pt x="633160" y="1252213"/>
                  </a:lnTo>
                  <a:lnTo>
                    <a:pt x="629334" y="1253639"/>
                  </a:lnTo>
                  <a:lnTo>
                    <a:pt x="616466" y="1258439"/>
                  </a:lnTo>
                  <a:lnTo>
                    <a:pt x="612119" y="1260061"/>
                  </a:lnTo>
                  <a:lnTo>
                    <a:pt x="610380" y="1260709"/>
                  </a:lnTo>
                  <a:lnTo>
                    <a:pt x="606380" y="1262202"/>
                  </a:lnTo>
                  <a:lnTo>
                    <a:pt x="604989" y="1262721"/>
                  </a:lnTo>
                  <a:lnTo>
                    <a:pt x="589686" y="1268435"/>
                  </a:lnTo>
                  <a:lnTo>
                    <a:pt x="579078" y="1272398"/>
                  </a:lnTo>
                  <a:lnTo>
                    <a:pt x="574557" y="1274088"/>
                  </a:lnTo>
                  <a:lnTo>
                    <a:pt x="572644" y="1274803"/>
                  </a:lnTo>
                  <a:lnTo>
                    <a:pt x="571253" y="1275323"/>
                  </a:lnTo>
                  <a:lnTo>
                    <a:pt x="563949" y="1278053"/>
                  </a:lnTo>
                  <a:lnTo>
                    <a:pt x="557515" y="1280459"/>
                  </a:lnTo>
                  <a:lnTo>
                    <a:pt x="554385" y="1281630"/>
                  </a:lnTo>
                  <a:lnTo>
                    <a:pt x="548994" y="1283647"/>
                  </a:lnTo>
                  <a:lnTo>
                    <a:pt x="547081" y="1284362"/>
                  </a:lnTo>
                  <a:lnTo>
                    <a:pt x="544299" y="1285404"/>
                  </a:lnTo>
                  <a:lnTo>
                    <a:pt x="541516" y="1286445"/>
                  </a:lnTo>
                  <a:lnTo>
                    <a:pt x="532126" y="1289960"/>
                  </a:lnTo>
                  <a:lnTo>
                    <a:pt x="531430" y="1290220"/>
                  </a:lnTo>
                  <a:lnTo>
                    <a:pt x="529517" y="1290937"/>
                  </a:lnTo>
                  <a:lnTo>
                    <a:pt x="526561" y="1292044"/>
                  </a:lnTo>
                  <a:lnTo>
                    <a:pt x="521692" y="1293867"/>
                  </a:lnTo>
                  <a:lnTo>
                    <a:pt x="520648" y="1294258"/>
                  </a:lnTo>
                  <a:lnTo>
                    <a:pt x="519953" y="1294519"/>
                  </a:lnTo>
                  <a:lnTo>
                    <a:pt x="515953" y="1296017"/>
                  </a:lnTo>
                  <a:lnTo>
                    <a:pt x="512127" y="1297450"/>
                  </a:lnTo>
                  <a:lnTo>
                    <a:pt x="506041" y="1299731"/>
                  </a:lnTo>
                  <a:lnTo>
                    <a:pt x="501694" y="1301361"/>
                  </a:lnTo>
                  <a:lnTo>
                    <a:pt x="500824" y="1301687"/>
                  </a:lnTo>
                  <a:lnTo>
                    <a:pt x="499259" y="1302274"/>
                  </a:lnTo>
                  <a:lnTo>
                    <a:pt x="496651" y="1303252"/>
                  </a:lnTo>
                  <a:lnTo>
                    <a:pt x="489869" y="1305795"/>
                  </a:lnTo>
                  <a:lnTo>
                    <a:pt x="489521" y="1305925"/>
                  </a:lnTo>
                  <a:lnTo>
                    <a:pt x="481348" y="1308991"/>
                  </a:lnTo>
                  <a:lnTo>
                    <a:pt x="472305" y="1312384"/>
                  </a:lnTo>
                  <a:lnTo>
                    <a:pt x="470392" y="1313102"/>
                  </a:lnTo>
                  <a:lnTo>
                    <a:pt x="469697" y="1313363"/>
                  </a:lnTo>
                  <a:lnTo>
                    <a:pt x="464827" y="1315191"/>
                  </a:lnTo>
                  <a:lnTo>
                    <a:pt x="459263" y="1317280"/>
                  </a:lnTo>
                  <a:lnTo>
                    <a:pt x="455437" y="1318717"/>
                  </a:lnTo>
                  <a:lnTo>
                    <a:pt x="442569" y="1323551"/>
                  </a:lnTo>
                  <a:lnTo>
                    <a:pt x="438221" y="1325185"/>
                  </a:lnTo>
                  <a:lnTo>
                    <a:pt x="436482" y="1325838"/>
                  </a:lnTo>
                  <a:lnTo>
                    <a:pt x="432482" y="1327341"/>
                  </a:lnTo>
                  <a:lnTo>
                    <a:pt x="431091" y="1327864"/>
                  </a:lnTo>
                  <a:lnTo>
                    <a:pt x="415788" y="1333618"/>
                  </a:lnTo>
                  <a:lnTo>
                    <a:pt x="405181" y="1337609"/>
                  </a:lnTo>
                  <a:lnTo>
                    <a:pt x="400659" y="1339310"/>
                  </a:lnTo>
                  <a:lnTo>
                    <a:pt x="398746" y="1340030"/>
                  </a:lnTo>
                  <a:lnTo>
                    <a:pt x="397355" y="1340554"/>
                  </a:lnTo>
                  <a:lnTo>
                    <a:pt x="390051" y="1343303"/>
                  </a:lnTo>
                  <a:lnTo>
                    <a:pt x="383617" y="1345725"/>
                  </a:lnTo>
                  <a:lnTo>
                    <a:pt x="380487" y="1346904"/>
                  </a:lnTo>
                  <a:lnTo>
                    <a:pt x="375096" y="1348935"/>
                  </a:lnTo>
                  <a:lnTo>
                    <a:pt x="373183" y="1349655"/>
                  </a:lnTo>
                  <a:lnTo>
                    <a:pt x="370401" y="1350703"/>
                  </a:lnTo>
                  <a:lnTo>
                    <a:pt x="367619" y="1351752"/>
                  </a:lnTo>
                  <a:lnTo>
                    <a:pt x="358228" y="1355290"/>
                  </a:lnTo>
                  <a:lnTo>
                    <a:pt x="357533" y="1355553"/>
                  </a:lnTo>
                  <a:lnTo>
                    <a:pt x="355620" y="1356274"/>
                  </a:lnTo>
                  <a:lnTo>
                    <a:pt x="352664" y="1357388"/>
                  </a:lnTo>
                  <a:lnTo>
                    <a:pt x="347794" y="1359224"/>
                  </a:lnTo>
                  <a:lnTo>
                    <a:pt x="346751" y="1359617"/>
                  </a:lnTo>
                  <a:lnTo>
                    <a:pt x="346055" y="1359879"/>
                  </a:lnTo>
                  <a:lnTo>
                    <a:pt x="342056" y="1361388"/>
                  </a:lnTo>
                  <a:lnTo>
                    <a:pt x="338230" y="1362830"/>
                  </a:lnTo>
                  <a:lnTo>
                    <a:pt x="332144" y="1365126"/>
                  </a:lnTo>
                  <a:lnTo>
                    <a:pt x="327796" y="1366766"/>
                  </a:lnTo>
                  <a:lnTo>
                    <a:pt x="326927" y="1367095"/>
                  </a:lnTo>
                  <a:lnTo>
                    <a:pt x="325362" y="1367685"/>
                  </a:lnTo>
                  <a:lnTo>
                    <a:pt x="322753" y="1368669"/>
                  </a:lnTo>
                  <a:lnTo>
                    <a:pt x="315971" y="1371229"/>
                  </a:lnTo>
                  <a:lnTo>
                    <a:pt x="315623" y="1371360"/>
                  </a:lnTo>
                  <a:lnTo>
                    <a:pt x="307450" y="1374446"/>
                  </a:lnTo>
                  <a:lnTo>
                    <a:pt x="298408" y="1377861"/>
                  </a:lnTo>
                  <a:lnTo>
                    <a:pt x="296495" y="1378583"/>
                  </a:lnTo>
                  <a:lnTo>
                    <a:pt x="290930" y="1380685"/>
                  </a:lnTo>
                  <a:lnTo>
                    <a:pt x="285365" y="1382788"/>
                  </a:lnTo>
                  <a:lnTo>
                    <a:pt x="268671" y="1389097"/>
                  </a:lnTo>
                  <a:lnTo>
                    <a:pt x="257194" y="1393437"/>
                  </a:lnTo>
                  <a:lnTo>
                    <a:pt x="241891" y="1399226"/>
                  </a:lnTo>
                  <a:lnTo>
                    <a:pt x="224849" y="1405676"/>
                  </a:lnTo>
                  <a:lnTo>
                    <a:pt x="223458" y="1406203"/>
                  </a:lnTo>
                  <a:lnTo>
                    <a:pt x="206590" y="1412591"/>
                  </a:lnTo>
                  <a:lnTo>
                    <a:pt x="201199" y="1414633"/>
                  </a:lnTo>
                  <a:lnTo>
                    <a:pt x="199286" y="1415358"/>
                  </a:lnTo>
                  <a:lnTo>
                    <a:pt x="172854" y="1425377"/>
                  </a:lnTo>
                  <a:lnTo>
                    <a:pt x="168158" y="1427158"/>
                  </a:lnTo>
                  <a:lnTo>
                    <a:pt x="164333" y="1428609"/>
                  </a:lnTo>
                  <a:lnTo>
                    <a:pt x="148856" y="1434480"/>
                  </a:lnTo>
                  <a:lnTo>
                    <a:pt x="142074" y="1437054"/>
                  </a:lnTo>
                  <a:lnTo>
                    <a:pt x="133553" y="1440288"/>
                  </a:lnTo>
                  <a:lnTo>
                    <a:pt x="117032" y="1446562"/>
                  </a:lnTo>
                  <a:lnTo>
                    <a:pt x="25389" y="1481414"/>
                  </a:lnTo>
                  <a:lnTo>
                    <a:pt x="0" y="149108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" name="pl15"/>
            <p:cNvSpPr/>
            <p:nvPr/>
          </p:nvSpPr>
          <p:spPr>
            <a:xfrm>
              <a:off x="3338030" y="3218466"/>
              <a:ext cx="4307091" cy="1727129"/>
            </a:xfrm>
            <a:custGeom>
              <a:avLst/>
              <a:pathLst>
                <a:path w="4307091" h="1727129">
                  <a:moveTo>
                    <a:pt x="0" y="1727129"/>
                  </a:moveTo>
                  <a:lnTo>
                    <a:pt x="25389" y="1716948"/>
                  </a:lnTo>
                  <a:lnTo>
                    <a:pt x="117032" y="1680199"/>
                  </a:lnTo>
                  <a:lnTo>
                    <a:pt x="133553" y="1673575"/>
                  </a:lnTo>
                  <a:lnTo>
                    <a:pt x="142074" y="1670158"/>
                  </a:lnTo>
                  <a:lnTo>
                    <a:pt x="148856" y="1667438"/>
                  </a:lnTo>
                  <a:lnTo>
                    <a:pt x="164333" y="1661232"/>
                  </a:lnTo>
                  <a:lnTo>
                    <a:pt x="168158" y="1659698"/>
                  </a:lnTo>
                  <a:lnTo>
                    <a:pt x="172854" y="1657815"/>
                  </a:lnTo>
                  <a:lnTo>
                    <a:pt x="199286" y="1647216"/>
                  </a:lnTo>
                  <a:lnTo>
                    <a:pt x="201199" y="1646449"/>
                  </a:lnTo>
                  <a:lnTo>
                    <a:pt x="206590" y="1644287"/>
                  </a:lnTo>
                  <a:lnTo>
                    <a:pt x="223458" y="1637523"/>
                  </a:lnTo>
                  <a:lnTo>
                    <a:pt x="224849" y="1636965"/>
                  </a:lnTo>
                  <a:lnTo>
                    <a:pt x="241891" y="1630132"/>
                  </a:lnTo>
                  <a:lnTo>
                    <a:pt x="257194" y="1623995"/>
                  </a:lnTo>
                  <a:lnTo>
                    <a:pt x="268671" y="1619393"/>
                  </a:lnTo>
                  <a:lnTo>
                    <a:pt x="285365" y="1612698"/>
                  </a:lnTo>
                  <a:lnTo>
                    <a:pt x="290930" y="1610467"/>
                  </a:lnTo>
                  <a:lnTo>
                    <a:pt x="296495" y="1608236"/>
                  </a:lnTo>
                  <a:lnTo>
                    <a:pt x="298408" y="1607469"/>
                  </a:lnTo>
                  <a:lnTo>
                    <a:pt x="307450" y="1603842"/>
                  </a:lnTo>
                  <a:lnTo>
                    <a:pt x="315623" y="1600565"/>
                  </a:lnTo>
                  <a:lnTo>
                    <a:pt x="315971" y="1600426"/>
                  </a:lnTo>
                  <a:lnTo>
                    <a:pt x="322753" y="1597706"/>
                  </a:lnTo>
                  <a:lnTo>
                    <a:pt x="325362" y="1596660"/>
                  </a:lnTo>
                  <a:lnTo>
                    <a:pt x="326927" y="1596032"/>
                  </a:lnTo>
                  <a:lnTo>
                    <a:pt x="327796" y="1595684"/>
                  </a:lnTo>
                  <a:lnTo>
                    <a:pt x="332144" y="1593941"/>
                  </a:lnTo>
                  <a:lnTo>
                    <a:pt x="338230" y="1591500"/>
                  </a:lnTo>
                  <a:lnTo>
                    <a:pt x="342056" y="1589966"/>
                  </a:lnTo>
                  <a:lnTo>
                    <a:pt x="346055" y="1588362"/>
                  </a:lnTo>
                  <a:lnTo>
                    <a:pt x="346751" y="1588083"/>
                  </a:lnTo>
                  <a:lnTo>
                    <a:pt x="347794" y="1587665"/>
                  </a:lnTo>
                  <a:lnTo>
                    <a:pt x="352664" y="1585712"/>
                  </a:lnTo>
                  <a:lnTo>
                    <a:pt x="355620" y="1584527"/>
                  </a:lnTo>
                  <a:lnTo>
                    <a:pt x="357533" y="1583760"/>
                  </a:lnTo>
                  <a:lnTo>
                    <a:pt x="358228" y="1583481"/>
                  </a:lnTo>
                  <a:lnTo>
                    <a:pt x="367619" y="1579715"/>
                  </a:lnTo>
                  <a:lnTo>
                    <a:pt x="370401" y="1578599"/>
                  </a:lnTo>
                  <a:lnTo>
                    <a:pt x="373183" y="1577484"/>
                  </a:lnTo>
                  <a:lnTo>
                    <a:pt x="375096" y="1576717"/>
                  </a:lnTo>
                  <a:lnTo>
                    <a:pt x="380487" y="1574555"/>
                  </a:lnTo>
                  <a:lnTo>
                    <a:pt x="383617" y="1573300"/>
                  </a:lnTo>
                  <a:lnTo>
                    <a:pt x="390051" y="1570720"/>
                  </a:lnTo>
                  <a:lnTo>
                    <a:pt x="397355" y="1567791"/>
                  </a:lnTo>
                  <a:lnTo>
                    <a:pt x="398746" y="1567233"/>
                  </a:lnTo>
                  <a:lnTo>
                    <a:pt x="400659" y="1566466"/>
                  </a:lnTo>
                  <a:lnTo>
                    <a:pt x="405181" y="1564653"/>
                  </a:lnTo>
                  <a:lnTo>
                    <a:pt x="415788" y="1560399"/>
                  </a:lnTo>
                  <a:lnTo>
                    <a:pt x="431091" y="1554263"/>
                  </a:lnTo>
                  <a:lnTo>
                    <a:pt x="432482" y="1553705"/>
                  </a:lnTo>
                  <a:lnTo>
                    <a:pt x="436482" y="1552101"/>
                  </a:lnTo>
                  <a:lnTo>
                    <a:pt x="438221" y="1551404"/>
                  </a:lnTo>
                  <a:lnTo>
                    <a:pt x="442569" y="1549660"/>
                  </a:lnTo>
                  <a:lnTo>
                    <a:pt x="455437" y="1544500"/>
                  </a:lnTo>
                  <a:lnTo>
                    <a:pt x="459263" y="1542966"/>
                  </a:lnTo>
                  <a:lnTo>
                    <a:pt x="464827" y="1540735"/>
                  </a:lnTo>
                  <a:lnTo>
                    <a:pt x="469697" y="1538782"/>
                  </a:lnTo>
                  <a:lnTo>
                    <a:pt x="470392" y="1538503"/>
                  </a:lnTo>
                  <a:lnTo>
                    <a:pt x="472305" y="1537736"/>
                  </a:lnTo>
                  <a:lnTo>
                    <a:pt x="481348" y="1534110"/>
                  </a:lnTo>
                  <a:lnTo>
                    <a:pt x="489521" y="1530833"/>
                  </a:lnTo>
                  <a:lnTo>
                    <a:pt x="489869" y="1530693"/>
                  </a:lnTo>
                  <a:lnTo>
                    <a:pt x="496651" y="1527974"/>
                  </a:lnTo>
                  <a:lnTo>
                    <a:pt x="499259" y="1526928"/>
                  </a:lnTo>
                  <a:lnTo>
                    <a:pt x="500824" y="1526300"/>
                  </a:lnTo>
                  <a:lnTo>
                    <a:pt x="501694" y="1525952"/>
                  </a:lnTo>
                  <a:lnTo>
                    <a:pt x="506041" y="1524208"/>
                  </a:lnTo>
                  <a:lnTo>
                    <a:pt x="512127" y="1521768"/>
                  </a:lnTo>
                  <a:lnTo>
                    <a:pt x="515953" y="1520233"/>
                  </a:lnTo>
                  <a:lnTo>
                    <a:pt x="519953" y="1518630"/>
                  </a:lnTo>
                  <a:lnTo>
                    <a:pt x="520648" y="1518351"/>
                  </a:lnTo>
                  <a:lnTo>
                    <a:pt x="521692" y="1517932"/>
                  </a:lnTo>
                  <a:lnTo>
                    <a:pt x="526561" y="1515980"/>
                  </a:lnTo>
                  <a:lnTo>
                    <a:pt x="529517" y="1514794"/>
                  </a:lnTo>
                  <a:lnTo>
                    <a:pt x="531430" y="1514027"/>
                  </a:lnTo>
                  <a:lnTo>
                    <a:pt x="532126" y="1513748"/>
                  </a:lnTo>
                  <a:lnTo>
                    <a:pt x="541516" y="1509983"/>
                  </a:lnTo>
                  <a:lnTo>
                    <a:pt x="544299" y="1508867"/>
                  </a:lnTo>
                  <a:lnTo>
                    <a:pt x="547081" y="1507751"/>
                  </a:lnTo>
                  <a:lnTo>
                    <a:pt x="548994" y="1506984"/>
                  </a:lnTo>
                  <a:lnTo>
                    <a:pt x="554385" y="1504823"/>
                  </a:lnTo>
                  <a:lnTo>
                    <a:pt x="557515" y="1503567"/>
                  </a:lnTo>
                  <a:lnTo>
                    <a:pt x="563949" y="1500987"/>
                  </a:lnTo>
                  <a:lnTo>
                    <a:pt x="571253" y="1498059"/>
                  </a:lnTo>
                  <a:lnTo>
                    <a:pt x="572644" y="1497501"/>
                  </a:lnTo>
                  <a:lnTo>
                    <a:pt x="574557" y="1496734"/>
                  </a:lnTo>
                  <a:lnTo>
                    <a:pt x="579078" y="1494921"/>
                  </a:lnTo>
                  <a:lnTo>
                    <a:pt x="589686" y="1490667"/>
                  </a:lnTo>
                  <a:lnTo>
                    <a:pt x="604989" y="1484531"/>
                  </a:lnTo>
                  <a:lnTo>
                    <a:pt x="606380" y="1483973"/>
                  </a:lnTo>
                  <a:lnTo>
                    <a:pt x="610380" y="1482369"/>
                  </a:lnTo>
                  <a:lnTo>
                    <a:pt x="612119" y="1481671"/>
                  </a:lnTo>
                  <a:lnTo>
                    <a:pt x="616466" y="1479928"/>
                  </a:lnTo>
                  <a:lnTo>
                    <a:pt x="629334" y="1474768"/>
                  </a:lnTo>
                  <a:lnTo>
                    <a:pt x="633160" y="1473234"/>
                  </a:lnTo>
                  <a:lnTo>
                    <a:pt x="638725" y="1471002"/>
                  </a:lnTo>
                  <a:lnTo>
                    <a:pt x="643594" y="1469050"/>
                  </a:lnTo>
                  <a:lnTo>
                    <a:pt x="644290" y="1468771"/>
                  </a:lnTo>
                  <a:lnTo>
                    <a:pt x="646202" y="1468004"/>
                  </a:lnTo>
                  <a:lnTo>
                    <a:pt x="655245" y="1464378"/>
                  </a:lnTo>
                  <a:lnTo>
                    <a:pt x="663418" y="1461100"/>
                  </a:lnTo>
                  <a:lnTo>
                    <a:pt x="663766" y="1460961"/>
                  </a:lnTo>
                  <a:lnTo>
                    <a:pt x="670548" y="1458241"/>
                  </a:lnTo>
                  <a:lnTo>
                    <a:pt x="673157" y="1457195"/>
                  </a:lnTo>
                  <a:lnTo>
                    <a:pt x="674722" y="1456568"/>
                  </a:lnTo>
                  <a:lnTo>
                    <a:pt x="675591" y="1456219"/>
                  </a:lnTo>
                  <a:lnTo>
                    <a:pt x="679939" y="1454476"/>
                  </a:lnTo>
                  <a:lnTo>
                    <a:pt x="686025" y="1452035"/>
                  </a:lnTo>
                  <a:lnTo>
                    <a:pt x="689851" y="1450501"/>
                  </a:lnTo>
                  <a:lnTo>
                    <a:pt x="693850" y="1448897"/>
                  </a:lnTo>
                  <a:lnTo>
                    <a:pt x="694546" y="1448618"/>
                  </a:lnTo>
                  <a:lnTo>
                    <a:pt x="695589" y="1448200"/>
                  </a:lnTo>
                  <a:lnTo>
                    <a:pt x="700458" y="1446247"/>
                  </a:lnTo>
                  <a:lnTo>
                    <a:pt x="703415" y="1445062"/>
                  </a:lnTo>
                  <a:lnTo>
                    <a:pt x="705328" y="1444295"/>
                  </a:lnTo>
                  <a:lnTo>
                    <a:pt x="706023" y="1444016"/>
                  </a:lnTo>
                  <a:lnTo>
                    <a:pt x="715414" y="1440251"/>
                  </a:lnTo>
                  <a:lnTo>
                    <a:pt x="718196" y="1439135"/>
                  </a:lnTo>
                  <a:lnTo>
                    <a:pt x="720978" y="1438019"/>
                  </a:lnTo>
                  <a:lnTo>
                    <a:pt x="722891" y="1437252"/>
                  </a:lnTo>
                  <a:lnTo>
                    <a:pt x="728282" y="1435090"/>
                  </a:lnTo>
                  <a:lnTo>
                    <a:pt x="731412" y="1433835"/>
                  </a:lnTo>
                  <a:lnTo>
                    <a:pt x="737846" y="1431255"/>
                  </a:lnTo>
                  <a:lnTo>
                    <a:pt x="745150" y="1428326"/>
                  </a:lnTo>
                  <a:lnTo>
                    <a:pt x="746541" y="1427768"/>
                  </a:lnTo>
                  <a:lnTo>
                    <a:pt x="748454" y="1427001"/>
                  </a:lnTo>
                  <a:lnTo>
                    <a:pt x="752975" y="1425188"/>
                  </a:lnTo>
                  <a:lnTo>
                    <a:pt x="763583" y="1420935"/>
                  </a:lnTo>
                  <a:lnTo>
                    <a:pt x="778886" y="1414798"/>
                  </a:lnTo>
                  <a:lnTo>
                    <a:pt x="780277" y="1414240"/>
                  </a:lnTo>
                  <a:lnTo>
                    <a:pt x="784277" y="1412637"/>
                  </a:lnTo>
                  <a:lnTo>
                    <a:pt x="786016" y="1411939"/>
                  </a:lnTo>
                  <a:lnTo>
                    <a:pt x="790363" y="1410196"/>
                  </a:lnTo>
                  <a:lnTo>
                    <a:pt x="803232" y="1405036"/>
                  </a:lnTo>
                  <a:lnTo>
                    <a:pt x="807058" y="1403502"/>
                  </a:lnTo>
                  <a:lnTo>
                    <a:pt x="812622" y="1401270"/>
                  </a:lnTo>
                  <a:lnTo>
                    <a:pt x="817491" y="1399318"/>
                  </a:lnTo>
                  <a:lnTo>
                    <a:pt x="818187" y="1399039"/>
                  </a:lnTo>
                  <a:lnTo>
                    <a:pt x="820100" y="1398272"/>
                  </a:lnTo>
                  <a:lnTo>
                    <a:pt x="829143" y="1394646"/>
                  </a:lnTo>
                  <a:lnTo>
                    <a:pt x="837316" y="1391368"/>
                  </a:lnTo>
                  <a:lnTo>
                    <a:pt x="837664" y="1391229"/>
                  </a:lnTo>
                  <a:lnTo>
                    <a:pt x="844446" y="1388509"/>
                  </a:lnTo>
                  <a:lnTo>
                    <a:pt x="847054" y="1387463"/>
                  </a:lnTo>
                  <a:lnTo>
                    <a:pt x="848619" y="1386836"/>
                  </a:lnTo>
                  <a:lnTo>
                    <a:pt x="849489" y="1386487"/>
                  </a:lnTo>
                  <a:lnTo>
                    <a:pt x="853836" y="1384744"/>
                  </a:lnTo>
                  <a:lnTo>
                    <a:pt x="859922" y="1382303"/>
                  </a:lnTo>
                  <a:lnTo>
                    <a:pt x="863748" y="1380769"/>
                  </a:lnTo>
                  <a:lnTo>
                    <a:pt x="867748" y="1379165"/>
                  </a:lnTo>
                  <a:lnTo>
                    <a:pt x="868443" y="1378886"/>
                  </a:lnTo>
                  <a:lnTo>
                    <a:pt x="869487" y="1378468"/>
                  </a:lnTo>
                  <a:lnTo>
                    <a:pt x="874356" y="1376515"/>
                  </a:lnTo>
                  <a:lnTo>
                    <a:pt x="879225" y="1374563"/>
                  </a:lnTo>
                  <a:lnTo>
                    <a:pt x="879921" y="1374284"/>
                  </a:lnTo>
                  <a:lnTo>
                    <a:pt x="889311" y="1370518"/>
                  </a:lnTo>
                  <a:lnTo>
                    <a:pt x="892093" y="1369402"/>
                  </a:lnTo>
                  <a:lnTo>
                    <a:pt x="894876" y="1368287"/>
                  </a:lnTo>
                  <a:lnTo>
                    <a:pt x="896789" y="1367520"/>
                  </a:lnTo>
                  <a:lnTo>
                    <a:pt x="902179" y="1365358"/>
                  </a:lnTo>
                  <a:lnTo>
                    <a:pt x="905310" y="1364103"/>
                  </a:lnTo>
                  <a:lnTo>
                    <a:pt x="911744" y="1361523"/>
                  </a:lnTo>
                  <a:lnTo>
                    <a:pt x="919048" y="1358594"/>
                  </a:lnTo>
                  <a:lnTo>
                    <a:pt x="920439" y="1358036"/>
                  </a:lnTo>
                  <a:lnTo>
                    <a:pt x="922352" y="1357269"/>
                  </a:lnTo>
                  <a:lnTo>
                    <a:pt x="926873" y="1355456"/>
                  </a:lnTo>
                  <a:lnTo>
                    <a:pt x="937481" y="1351202"/>
                  </a:lnTo>
                  <a:lnTo>
                    <a:pt x="952784" y="1345066"/>
                  </a:lnTo>
                  <a:lnTo>
                    <a:pt x="954175" y="1344508"/>
                  </a:lnTo>
                  <a:lnTo>
                    <a:pt x="958174" y="1342904"/>
                  </a:lnTo>
                  <a:lnTo>
                    <a:pt x="959913" y="1342207"/>
                  </a:lnTo>
                  <a:lnTo>
                    <a:pt x="964261" y="1340464"/>
                  </a:lnTo>
                  <a:lnTo>
                    <a:pt x="977129" y="1335303"/>
                  </a:lnTo>
                  <a:lnTo>
                    <a:pt x="980955" y="1333769"/>
                  </a:lnTo>
                  <a:lnTo>
                    <a:pt x="986520" y="1331538"/>
                  </a:lnTo>
                  <a:lnTo>
                    <a:pt x="991389" y="1329585"/>
                  </a:lnTo>
                  <a:lnTo>
                    <a:pt x="992084" y="1329306"/>
                  </a:lnTo>
                  <a:lnTo>
                    <a:pt x="993997" y="1328539"/>
                  </a:lnTo>
                  <a:lnTo>
                    <a:pt x="1003040" y="1324913"/>
                  </a:lnTo>
                  <a:lnTo>
                    <a:pt x="1011213" y="1321636"/>
                  </a:lnTo>
                  <a:lnTo>
                    <a:pt x="1011561" y="1321496"/>
                  </a:lnTo>
                  <a:lnTo>
                    <a:pt x="1018343" y="1318777"/>
                  </a:lnTo>
                  <a:lnTo>
                    <a:pt x="1020951" y="1317731"/>
                  </a:lnTo>
                  <a:lnTo>
                    <a:pt x="1022516" y="1317103"/>
                  </a:lnTo>
                  <a:lnTo>
                    <a:pt x="1023386" y="1316755"/>
                  </a:lnTo>
                  <a:lnTo>
                    <a:pt x="1027733" y="1315011"/>
                  </a:lnTo>
                  <a:lnTo>
                    <a:pt x="1033820" y="1312571"/>
                  </a:lnTo>
                  <a:lnTo>
                    <a:pt x="1037646" y="1311037"/>
                  </a:lnTo>
                  <a:lnTo>
                    <a:pt x="1041645" y="1309433"/>
                  </a:lnTo>
                  <a:lnTo>
                    <a:pt x="1042341" y="1309154"/>
                  </a:lnTo>
                  <a:lnTo>
                    <a:pt x="1043384" y="1308735"/>
                  </a:lnTo>
                  <a:lnTo>
                    <a:pt x="1048253" y="1306783"/>
                  </a:lnTo>
                  <a:lnTo>
                    <a:pt x="1051210" y="1305597"/>
                  </a:lnTo>
                  <a:lnTo>
                    <a:pt x="1053122" y="1304830"/>
                  </a:lnTo>
                  <a:lnTo>
                    <a:pt x="1053818" y="1304551"/>
                  </a:lnTo>
                  <a:lnTo>
                    <a:pt x="1063208" y="1300786"/>
                  </a:lnTo>
                  <a:lnTo>
                    <a:pt x="1065991" y="1299670"/>
                  </a:lnTo>
                  <a:lnTo>
                    <a:pt x="1068773" y="1298554"/>
                  </a:lnTo>
                  <a:lnTo>
                    <a:pt x="1070686" y="1297787"/>
                  </a:lnTo>
                  <a:lnTo>
                    <a:pt x="1076077" y="1295626"/>
                  </a:lnTo>
                  <a:lnTo>
                    <a:pt x="1079207" y="1294371"/>
                  </a:lnTo>
                  <a:lnTo>
                    <a:pt x="1085641" y="1291790"/>
                  </a:lnTo>
                  <a:lnTo>
                    <a:pt x="1092945" y="1288862"/>
                  </a:lnTo>
                  <a:lnTo>
                    <a:pt x="1094336" y="1288304"/>
                  </a:lnTo>
                  <a:lnTo>
                    <a:pt x="1096249" y="1287537"/>
                  </a:lnTo>
                  <a:lnTo>
                    <a:pt x="1100770" y="1285724"/>
                  </a:lnTo>
                  <a:lnTo>
                    <a:pt x="1111378" y="1281470"/>
                  </a:lnTo>
                  <a:lnTo>
                    <a:pt x="1126681" y="1275334"/>
                  </a:lnTo>
                  <a:lnTo>
                    <a:pt x="1128072" y="1274776"/>
                  </a:lnTo>
                  <a:lnTo>
                    <a:pt x="1132072" y="1273172"/>
                  </a:lnTo>
                  <a:lnTo>
                    <a:pt x="1133811" y="1272475"/>
                  </a:lnTo>
                  <a:lnTo>
                    <a:pt x="1138158" y="1270731"/>
                  </a:lnTo>
                  <a:lnTo>
                    <a:pt x="1151027" y="1265571"/>
                  </a:lnTo>
                  <a:lnTo>
                    <a:pt x="1154852" y="1264037"/>
                  </a:lnTo>
                  <a:lnTo>
                    <a:pt x="1160417" y="1261806"/>
                  </a:lnTo>
                  <a:lnTo>
                    <a:pt x="1165286" y="1259853"/>
                  </a:lnTo>
                  <a:lnTo>
                    <a:pt x="1165982" y="1259574"/>
                  </a:lnTo>
                  <a:lnTo>
                    <a:pt x="1167895" y="1258807"/>
                  </a:lnTo>
                  <a:lnTo>
                    <a:pt x="1176937" y="1255181"/>
                  </a:lnTo>
                  <a:lnTo>
                    <a:pt x="1185111" y="1251904"/>
                  </a:lnTo>
                  <a:lnTo>
                    <a:pt x="1185458" y="1251764"/>
                  </a:lnTo>
                  <a:lnTo>
                    <a:pt x="1192240" y="1249045"/>
                  </a:lnTo>
                  <a:lnTo>
                    <a:pt x="1194849" y="1247999"/>
                  </a:lnTo>
                  <a:lnTo>
                    <a:pt x="1196414" y="1247371"/>
                  </a:lnTo>
                  <a:lnTo>
                    <a:pt x="1197283" y="1247022"/>
                  </a:lnTo>
                  <a:lnTo>
                    <a:pt x="1201631" y="1245279"/>
                  </a:lnTo>
                  <a:lnTo>
                    <a:pt x="1207717" y="1242838"/>
                  </a:lnTo>
                  <a:lnTo>
                    <a:pt x="1211543" y="1241304"/>
                  </a:lnTo>
                  <a:lnTo>
                    <a:pt x="1215543" y="1239700"/>
                  </a:lnTo>
                  <a:lnTo>
                    <a:pt x="1216238" y="1239421"/>
                  </a:lnTo>
                  <a:lnTo>
                    <a:pt x="1217282" y="1239003"/>
                  </a:lnTo>
                  <a:lnTo>
                    <a:pt x="1222151" y="1237051"/>
                  </a:lnTo>
                  <a:lnTo>
                    <a:pt x="1225107" y="1235865"/>
                  </a:lnTo>
                  <a:lnTo>
                    <a:pt x="1227020" y="1235098"/>
                  </a:lnTo>
                  <a:lnTo>
                    <a:pt x="1227715" y="1234819"/>
                  </a:lnTo>
                  <a:lnTo>
                    <a:pt x="1237106" y="1231054"/>
                  </a:lnTo>
                  <a:lnTo>
                    <a:pt x="1239888" y="1229938"/>
                  </a:lnTo>
                  <a:lnTo>
                    <a:pt x="1242671" y="1228822"/>
                  </a:lnTo>
                  <a:lnTo>
                    <a:pt x="1244584" y="1228055"/>
                  </a:lnTo>
                  <a:lnTo>
                    <a:pt x="1249974" y="1225893"/>
                  </a:lnTo>
                  <a:lnTo>
                    <a:pt x="1253105" y="1224638"/>
                  </a:lnTo>
                  <a:lnTo>
                    <a:pt x="1259539" y="1222058"/>
                  </a:lnTo>
                  <a:lnTo>
                    <a:pt x="1266842" y="1219129"/>
                  </a:lnTo>
                  <a:lnTo>
                    <a:pt x="1268234" y="1218572"/>
                  </a:lnTo>
                  <a:lnTo>
                    <a:pt x="1270146" y="1217804"/>
                  </a:lnTo>
                  <a:lnTo>
                    <a:pt x="1274668" y="1215991"/>
                  </a:lnTo>
                  <a:lnTo>
                    <a:pt x="1285276" y="1211738"/>
                  </a:lnTo>
                  <a:lnTo>
                    <a:pt x="1300579" y="1205601"/>
                  </a:lnTo>
                  <a:lnTo>
                    <a:pt x="1301970" y="1205043"/>
                  </a:lnTo>
                  <a:lnTo>
                    <a:pt x="1305969" y="1203440"/>
                  </a:lnTo>
                  <a:lnTo>
                    <a:pt x="1307708" y="1202742"/>
                  </a:lnTo>
                  <a:lnTo>
                    <a:pt x="1312056" y="1200999"/>
                  </a:lnTo>
                  <a:lnTo>
                    <a:pt x="1324924" y="1195839"/>
                  </a:lnTo>
                  <a:lnTo>
                    <a:pt x="1328750" y="1194305"/>
                  </a:lnTo>
                  <a:lnTo>
                    <a:pt x="1334315" y="1192073"/>
                  </a:lnTo>
                  <a:lnTo>
                    <a:pt x="1339184" y="1190121"/>
                  </a:lnTo>
                  <a:lnTo>
                    <a:pt x="1339879" y="1189842"/>
                  </a:lnTo>
                  <a:lnTo>
                    <a:pt x="1341792" y="1189075"/>
                  </a:lnTo>
                  <a:lnTo>
                    <a:pt x="1350835" y="1185449"/>
                  </a:lnTo>
                  <a:lnTo>
                    <a:pt x="1359008" y="1182171"/>
                  </a:lnTo>
                  <a:lnTo>
                    <a:pt x="1359356" y="1182032"/>
                  </a:lnTo>
                  <a:lnTo>
                    <a:pt x="1366138" y="1179312"/>
                  </a:lnTo>
                  <a:lnTo>
                    <a:pt x="1368746" y="1178266"/>
                  </a:lnTo>
                  <a:lnTo>
                    <a:pt x="1370311" y="1177639"/>
                  </a:lnTo>
                  <a:lnTo>
                    <a:pt x="1371181" y="1177290"/>
                  </a:lnTo>
                  <a:lnTo>
                    <a:pt x="1375528" y="1175547"/>
                  </a:lnTo>
                  <a:lnTo>
                    <a:pt x="1381615" y="1173106"/>
                  </a:lnTo>
                  <a:lnTo>
                    <a:pt x="1385440" y="1171572"/>
                  </a:lnTo>
                  <a:lnTo>
                    <a:pt x="1389440" y="1169968"/>
                  </a:lnTo>
                  <a:lnTo>
                    <a:pt x="1390136" y="1169689"/>
                  </a:lnTo>
                  <a:lnTo>
                    <a:pt x="1391179" y="1169271"/>
                  </a:lnTo>
                  <a:lnTo>
                    <a:pt x="1396048" y="1167318"/>
                  </a:lnTo>
                  <a:lnTo>
                    <a:pt x="1399004" y="1166133"/>
                  </a:lnTo>
                  <a:lnTo>
                    <a:pt x="1400917" y="1165366"/>
                  </a:lnTo>
                  <a:lnTo>
                    <a:pt x="1401613" y="1165087"/>
                  </a:lnTo>
                  <a:lnTo>
                    <a:pt x="1411003" y="1161321"/>
                  </a:lnTo>
                  <a:lnTo>
                    <a:pt x="1413786" y="1160206"/>
                  </a:lnTo>
                  <a:lnTo>
                    <a:pt x="1416568" y="1159090"/>
                  </a:lnTo>
                  <a:lnTo>
                    <a:pt x="1418481" y="1158323"/>
                  </a:lnTo>
                  <a:lnTo>
                    <a:pt x="1423872" y="1156161"/>
                  </a:lnTo>
                  <a:lnTo>
                    <a:pt x="1427002" y="1154906"/>
                  </a:lnTo>
                  <a:lnTo>
                    <a:pt x="1433436" y="1152326"/>
                  </a:lnTo>
                  <a:lnTo>
                    <a:pt x="1440740" y="1149397"/>
                  </a:lnTo>
                  <a:lnTo>
                    <a:pt x="1442131" y="1148839"/>
                  </a:lnTo>
                  <a:lnTo>
                    <a:pt x="1444044" y="1148072"/>
                  </a:lnTo>
                  <a:lnTo>
                    <a:pt x="1448565" y="1146259"/>
                  </a:lnTo>
                  <a:lnTo>
                    <a:pt x="1459173" y="1142005"/>
                  </a:lnTo>
                  <a:lnTo>
                    <a:pt x="1474476" y="1135869"/>
                  </a:lnTo>
                  <a:lnTo>
                    <a:pt x="1475867" y="1135311"/>
                  </a:lnTo>
                  <a:lnTo>
                    <a:pt x="1479867" y="1133707"/>
                  </a:lnTo>
                  <a:lnTo>
                    <a:pt x="1481606" y="1133010"/>
                  </a:lnTo>
                  <a:lnTo>
                    <a:pt x="1485953" y="1131267"/>
                  </a:lnTo>
                  <a:lnTo>
                    <a:pt x="1498822" y="1126106"/>
                  </a:lnTo>
                  <a:lnTo>
                    <a:pt x="1502647" y="1124572"/>
                  </a:lnTo>
                  <a:lnTo>
                    <a:pt x="1508212" y="1122341"/>
                  </a:lnTo>
                  <a:lnTo>
                    <a:pt x="1513081" y="1120388"/>
                  </a:lnTo>
                  <a:lnTo>
                    <a:pt x="1513777" y="1120110"/>
                  </a:lnTo>
                  <a:lnTo>
                    <a:pt x="1515690" y="1119342"/>
                  </a:lnTo>
                  <a:lnTo>
                    <a:pt x="1524732" y="1115716"/>
                  </a:lnTo>
                  <a:lnTo>
                    <a:pt x="1532905" y="1112439"/>
                  </a:lnTo>
                  <a:lnTo>
                    <a:pt x="1533253" y="1112299"/>
                  </a:lnTo>
                  <a:lnTo>
                    <a:pt x="1540035" y="1109580"/>
                  </a:lnTo>
                  <a:lnTo>
                    <a:pt x="1542644" y="1108534"/>
                  </a:lnTo>
                  <a:lnTo>
                    <a:pt x="1544209" y="1107906"/>
                  </a:lnTo>
                  <a:lnTo>
                    <a:pt x="1545078" y="1107558"/>
                  </a:lnTo>
                  <a:lnTo>
                    <a:pt x="1549426" y="1105814"/>
                  </a:lnTo>
                  <a:lnTo>
                    <a:pt x="1555512" y="1103374"/>
                  </a:lnTo>
                  <a:lnTo>
                    <a:pt x="1559338" y="1101840"/>
                  </a:lnTo>
                  <a:lnTo>
                    <a:pt x="1563338" y="1100236"/>
                  </a:lnTo>
                  <a:lnTo>
                    <a:pt x="1564033" y="1099957"/>
                  </a:lnTo>
                  <a:lnTo>
                    <a:pt x="1565077" y="1099538"/>
                  </a:lnTo>
                  <a:lnTo>
                    <a:pt x="1569946" y="1097586"/>
                  </a:lnTo>
                  <a:lnTo>
                    <a:pt x="1572902" y="1096401"/>
                  </a:lnTo>
                  <a:lnTo>
                    <a:pt x="1574815" y="1095633"/>
                  </a:lnTo>
                  <a:lnTo>
                    <a:pt x="1575510" y="1095355"/>
                  </a:lnTo>
                  <a:lnTo>
                    <a:pt x="1584901" y="1091589"/>
                  </a:lnTo>
                  <a:lnTo>
                    <a:pt x="1587683" y="1090473"/>
                  </a:lnTo>
                  <a:lnTo>
                    <a:pt x="1590466" y="1089358"/>
                  </a:lnTo>
                  <a:lnTo>
                    <a:pt x="1592378" y="1088591"/>
                  </a:lnTo>
                  <a:lnTo>
                    <a:pt x="1597769" y="1086429"/>
                  </a:lnTo>
                  <a:lnTo>
                    <a:pt x="1600899" y="1085174"/>
                  </a:lnTo>
                  <a:lnTo>
                    <a:pt x="1607334" y="1082594"/>
                  </a:lnTo>
                  <a:lnTo>
                    <a:pt x="1614637" y="1079665"/>
                  </a:lnTo>
                  <a:lnTo>
                    <a:pt x="1616028" y="1079107"/>
                  </a:lnTo>
                  <a:lnTo>
                    <a:pt x="1617941" y="1078340"/>
                  </a:lnTo>
                  <a:lnTo>
                    <a:pt x="1622463" y="1076527"/>
                  </a:lnTo>
                  <a:lnTo>
                    <a:pt x="1633070" y="1072273"/>
                  </a:lnTo>
                  <a:lnTo>
                    <a:pt x="1648373" y="1066137"/>
                  </a:lnTo>
                  <a:lnTo>
                    <a:pt x="1649765" y="1065579"/>
                  </a:lnTo>
                  <a:lnTo>
                    <a:pt x="1653764" y="1063975"/>
                  </a:lnTo>
                  <a:lnTo>
                    <a:pt x="1655503" y="1063278"/>
                  </a:lnTo>
                  <a:lnTo>
                    <a:pt x="1659851" y="1061534"/>
                  </a:lnTo>
                  <a:lnTo>
                    <a:pt x="1672719" y="1056374"/>
                  </a:lnTo>
                  <a:lnTo>
                    <a:pt x="1676545" y="1054840"/>
                  </a:lnTo>
                  <a:lnTo>
                    <a:pt x="1682110" y="1052609"/>
                  </a:lnTo>
                  <a:lnTo>
                    <a:pt x="1686979" y="1050656"/>
                  </a:lnTo>
                  <a:lnTo>
                    <a:pt x="1687674" y="1050377"/>
                  </a:lnTo>
                  <a:lnTo>
                    <a:pt x="1689587" y="1049610"/>
                  </a:lnTo>
                  <a:lnTo>
                    <a:pt x="1698630" y="1045984"/>
                  </a:lnTo>
                  <a:lnTo>
                    <a:pt x="1706803" y="1042707"/>
                  </a:lnTo>
                  <a:lnTo>
                    <a:pt x="1707151" y="1042567"/>
                  </a:lnTo>
                  <a:lnTo>
                    <a:pt x="1713933" y="1039848"/>
                  </a:lnTo>
                  <a:lnTo>
                    <a:pt x="1716541" y="1038802"/>
                  </a:lnTo>
                  <a:lnTo>
                    <a:pt x="1718106" y="1038174"/>
                  </a:lnTo>
                  <a:lnTo>
                    <a:pt x="1718976" y="1037825"/>
                  </a:lnTo>
                  <a:lnTo>
                    <a:pt x="1723323" y="1036082"/>
                  </a:lnTo>
                  <a:lnTo>
                    <a:pt x="1729410" y="1033641"/>
                  </a:lnTo>
                  <a:lnTo>
                    <a:pt x="1733235" y="1032107"/>
                  </a:lnTo>
                  <a:lnTo>
                    <a:pt x="1737235" y="1030503"/>
                  </a:lnTo>
                  <a:lnTo>
                    <a:pt x="1737931" y="1030225"/>
                  </a:lnTo>
                  <a:lnTo>
                    <a:pt x="1738974" y="1029806"/>
                  </a:lnTo>
                  <a:lnTo>
                    <a:pt x="1743843" y="1027854"/>
                  </a:lnTo>
                  <a:lnTo>
                    <a:pt x="1746799" y="1026668"/>
                  </a:lnTo>
                  <a:lnTo>
                    <a:pt x="1748712" y="1025901"/>
                  </a:lnTo>
                  <a:lnTo>
                    <a:pt x="1749408" y="1025622"/>
                  </a:lnTo>
                  <a:lnTo>
                    <a:pt x="1758798" y="1021857"/>
                  </a:lnTo>
                  <a:lnTo>
                    <a:pt x="1761581" y="1020741"/>
                  </a:lnTo>
                  <a:lnTo>
                    <a:pt x="1764363" y="1019625"/>
                  </a:lnTo>
                  <a:lnTo>
                    <a:pt x="1766276" y="1018858"/>
                  </a:lnTo>
                  <a:lnTo>
                    <a:pt x="1771667" y="1016696"/>
                  </a:lnTo>
                  <a:lnTo>
                    <a:pt x="1774797" y="1015441"/>
                  </a:lnTo>
                  <a:lnTo>
                    <a:pt x="1781231" y="1012861"/>
                  </a:lnTo>
                  <a:lnTo>
                    <a:pt x="1788535" y="1009932"/>
                  </a:lnTo>
                  <a:lnTo>
                    <a:pt x="1789926" y="1009375"/>
                  </a:lnTo>
                  <a:lnTo>
                    <a:pt x="1791839" y="1008608"/>
                  </a:lnTo>
                  <a:lnTo>
                    <a:pt x="1796360" y="1006795"/>
                  </a:lnTo>
                  <a:lnTo>
                    <a:pt x="1806968" y="1002541"/>
                  </a:lnTo>
                  <a:lnTo>
                    <a:pt x="1822271" y="996404"/>
                  </a:lnTo>
                  <a:lnTo>
                    <a:pt x="1823662" y="995847"/>
                  </a:lnTo>
                  <a:lnTo>
                    <a:pt x="1827662" y="994243"/>
                  </a:lnTo>
                  <a:lnTo>
                    <a:pt x="1829401" y="993545"/>
                  </a:lnTo>
                  <a:lnTo>
                    <a:pt x="1846616" y="986642"/>
                  </a:lnTo>
                  <a:lnTo>
                    <a:pt x="1850442" y="985108"/>
                  </a:lnTo>
                  <a:lnTo>
                    <a:pt x="1856007" y="982876"/>
                  </a:lnTo>
                  <a:lnTo>
                    <a:pt x="1860876" y="980924"/>
                  </a:lnTo>
                  <a:lnTo>
                    <a:pt x="1861572" y="980645"/>
                  </a:lnTo>
                  <a:lnTo>
                    <a:pt x="1863485" y="979878"/>
                  </a:lnTo>
                  <a:lnTo>
                    <a:pt x="1872527" y="976252"/>
                  </a:lnTo>
                  <a:lnTo>
                    <a:pt x="1880700" y="972974"/>
                  </a:lnTo>
                  <a:lnTo>
                    <a:pt x="1881048" y="972835"/>
                  </a:lnTo>
                  <a:lnTo>
                    <a:pt x="1887830" y="970115"/>
                  </a:lnTo>
                  <a:lnTo>
                    <a:pt x="1890439" y="969069"/>
                  </a:lnTo>
                  <a:lnTo>
                    <a:pt x="1892004" y="968442"/>
                  </a:lnTo>
                  <a:lnTo>
                    <a:pt x="1892873" y="968093"/>
                  </a:lnTo>
                  <a:lnTo>
                    <a:pt x="1897221" y="966350"/>
                  </a:lnTo>
                  <a:lnTo>
                    <a:pt x="1903307" y="963909"/>
                  </a:lnTo>
                  <a:lnTo>
                    <a:pt x="1907133" y="962375"/>
                  </a:lnTo>
                  <a:lnTo>
                    <a:pt x="1911132" y="960771"/>
                  </a:lnTo>
                  <a:lnTo>
                    <a:pt x="1911828" y="960492"/>
                  </a:lnTo>
                  <a:lnTo>
                    <a:pt x="1912871" y="960074"/>
                  </a:lnTo>
                  <a:lnTo>
                    <a:pt x="1917741" y="958121"/>
                  </a:lnTo>
                  <a:lnTo>
                    <a:pt x="1920697" y="956936"/>
                  </a:lnTo>
                  <a:lnTo>
                    <a:pt x="1922610" y="956169"/>
                  </a:lnTo>
                  <a:lnTo>
                    <a:pt x="1923305" y="955890"/>
                  </a:lnTo>
                  <a:lnTo>
                    <a:pt x="1932696" y="952124"/>
                  </a:lnTo>
                  <a:lnTo>
                    <a:pt x="1935478" y="951009"/>
                  </a:lnTo>
                  <a:lnTo>
                    <a:pt x="1938260" y="949893"/>
                  </a:lnTo>
                  <a:lnTo>
                    <a:pt x="1940173" y="949126"/>
                  </a:lnTo>
                  <a:lnTo>
                    <a:pt x="1945564" y="946964"/>
                  </a:lnTo>
                  <a:lnTo>
                    <a:pt x="1948694" y="945709"/>
                  </a:lnTo>
                  <a:lnTo>
                    <a:pt x="1955128" y="943129"/>
                  </a:lnTo>
                  <a:lnTo>
                    <a:pt x="1962432" y="940200"/>
                  </a:lnTo>
                  <a:lnTo>
                    <a:pt x="1963823" y="939642"/>
                  </a:lnTo>
                  <a:lnTo>
                    <a:pt x="1965736" y="938875"/>
                  </a:lnTo>
                  <a:lnTo>
                    <a:pt x="1970258" y="937062"/>
                  </a:lnTo>
                  <a:lnTo>
                    <a:pt x="1980865" y="932809"/>
                  </a:lnTo>
                  <a:lnTo>
                    <a:pt x="1996168" y="926672"/>
                  </a:lnTo>
                  <a:lnTo>
                    <a:pt x="1997559" y="926114"/>
                  </a:lnTo>
                  <a:lnTo>
                    <a:pt x="2001559" y="924510"/>
                  </a:lnTo>
                  <a:lnTo>
                    <a:pt x="2003298" y="923813"/>
                  </a:lnTo>
                  <a:lnTo>
                    <a:pt x="2007646" y="922070"/>
                  </a:lnTo>
                  <a:lnTo>
                    <a:pt x="2020514" y="916910"/>
                  </a:lnTo>
                  <a:lnTo>
                    <a:pt x="2024340" y="915375"/>
                  </a:lnTo>
                  <a:lnTo>
                    <a:pt x="2029904" y="913144"/>
                  </a:lnTo>
                  <a:lnTo>
                    <a:pt x="2034774" y="911192"/>
                  </a:lnTo>
                  <a:lnTo>
                    <a:pt x="2035469" y="910913"/>
                  </a:lnTo>
                  <a:lnTo>
                    <a:pt x="2037382" y="910146"/>
                  </a:lnTo>
                  <a:lnTo>
                    <a:pt x="2046425" y="906519"/>
                  </a:lnTo>
                  <a:lnTo>
                    <a:pt x="2054598" y="903242"/>
                  </a:lnTo>
                  <a:lnTo>
                    <a:pt x="2054946" y="903103"/>
                  </a:lnTo>
                  <a:lnTo>
                    <a:pt x="2061728" y="900383"/>
                  </a:lnTo>
                  <a:lnTo>
                    <a:pt x="2064336" y="899337"/>
                  </a:lnTo>
                  <a:lnTo>
                    <a:pt x="2065901" y="898709"/>
                  </a:lnTo>
                  <a:lnTo>
                    <a:pt x="2066771" y="898361"/>
                  </a:lnTo>
                  <a:lnTo>
                    <a:pt x="2071118" y="896617"/>
                  </a:lnTo>
                  <a:lnTo>
                    <a:pt x="2077205" y="894177"/>
                  </a:lnTo>
                  <a:lnTo>
                    <a:pt x="2081030" y="892643"/>
                  </a:lnTo>
                  <a:lnTo>
                    <a:pt x="2085030" y="891039"/>
                  </a:lnTo>
                  <a:lnTo>
                    <a:pt x="2085725" y="890760"/>
                  </a:lnTo>
                  <a:lnTo>
                    <a:pt x="2086769" y="890342"/>
                  </a:lnTo>
                  <a:lnTo>
                    <a:pt x="2091638" y="888389"/>
                  </a:lnTo>
                  <a:lnTo>
                    <a:pt x="2094594" y="887204"/>
                  </a:lnTo>
                  <a:lnTo>
                    <a:pt x="2096507" y="886437"/>
                  </a:lnTo>
                  <a:lnTo>
                    <a:pt x="2097203" y="886158"/>
                  </a:lnTo>
                  <a:lnTo>
                    <a:pt x="2106593" y="882392"/>
                  </a:lnTo>
                  <a:lnTo>
                    <a:pt x="2109376" y="881276"/>
                  </a:lnTo>
                  <a:lnTo>
                    <a:pt x="2112158" y="880161"/>
                  </a:lnTo>
                  <a:lnTo>
                    <a:pt x="2114071" y="879394"/>
                  </a:lnTo>
                  <a:lnTo>
                    <a:pt x="2119462" y="877232"/>
                  </a:lnTo>
                  <a:lnTo>
                    <a:pt x="2122592" y="875977"/>
                  </a:lnTo>
                  <a:lnTo>
                    <a:pt x="2129026" y="873397"/>
                  </a:lnTo>
                  <a:lnTo>
                    <a:pt x="2136330" y="870468"/>
                  </a:lnTo>
                  <a:lnTo>
                    <a:pt x="2137721" y="869910"/>
                  </a:lnTo>
                  <a:lnTo>
                    <a:pt x="2139634" y="869143"/>
                  </a:lnTo>
                  <a:lnTo>
                    <a:pt x="2144155" y="867330"/>
                  </a:lnTo>
                  <a:lnTo>
                    <a:pt x="2154763" y="863076"/>
                  </a:lnTo>
                  <a:lnTo>
                    <a:pt x="2170066" y="856940"/>
                  </a:lnTo>
                  <a:lnTo>
                    <a:pt x="2171457" y="856382"/>
                  </a:lnTo>
                  <a:lnTo>
                    <a:pt x="2175457" y="854778"/>
                  </a:lnTo>
                  <a:lnTo>
                    <a:pt x="2177196" y="854081"/>
                  </a:lnTo>
                  <a:lnTo>
                    <a:pt x="2181543" y="852337"/>
                  </a:lnTo>
                  <a:lnTo>
                    <a:pt x="2194411" y="847177"/>
                  </a:lnTo>
                  <a:lnTo>
                    <a:pt x="2198237" y="845643"/>
                  </a:lnTo>
                  <a:lnTo>
                    <a:pt x="2203802" y="843412"/>
                  </a:lnTo>
                  <a:lnTo>
                    <a:pt x="2208671" y="841459"/>
                  </a:lnTo>
                  <a:lnTo>
                    <a:pt x="2209367" y="841180"/>
                  </a:lnTo>
                  <a:lnTo>
                    <a:pt x="2211279" y="840413"/>
                  </a:lnTo>
                  <a:lnTo>
                    <a:pt x="2220322" y="836787"/>
                  </a:lnTo>
                  <a:lnTo>
                    <a:pt x="2228495" y="833510"/>
                  </a:lnTo>
                  <a:lnTo>
                    <a:pt x="2228843" y="833370"/>
                  </a:lnTo>
                  <a:lnTo>
                    <a:pt x="2235625" y="830651"/>
                  </a:lnTo>
                  <a:lnTo>
                    <a:pt x="2238234" y="829605"/>
                  </a:lnTo>
                  <a:lnTo>
                    <a:pt x="2239799" y="828977"/>
                  </a:lnTo>
                  <a:lnTo>
                    <a:pt x="2240668" y="828628"/>
                  </a:lnTo>
                  <a:lnTo>
                    <a:pt x="2245016" y="826885"/>
                  </a:lnTo>
                  <a:lnTo>
                    <a:pt x="2251102" y="824445"/>
                  </a:lnTo>
                  <a:lnTo>
                    <a:pt x="2254928" y="822910"/>
                  </a:lnTo>
                  <a:lnTo>
                    <a:pt x="2258927" y="821307"/>
                  </a:lnTo>
                  <a:lnTo>
                    <a:pt x="2259623" y="821028"/>
                  </a:lnTo>
                  <a:lnTo>
                    <a:pt x="2260666" y="820609"/>
                  </a:lnTo>
                  <a:lnTo>
                    <a:pt x="2265535" y="818657"/>
                  </a:lnTo>
                  <a:lnTo>
                    <a:pt x="2268492" y="817471"/>
                  </a:lnTo>
                  <a:lnTo>
                    <a:pt x="2270405" y="816704"/>
                  </a:lnTo>
                  <a:lnTo>
                    <a:pt x="2271100" y="816425"/>
                  </a:lnTo>
                  <a:lnTo>
                    <a:pt x="2280491" y="812660"/>
                  </a:lnTo>
                  <a:lnTo>
                    <a:pt x="2283273" y="811544"/>
                  </a:lnTo>
                  <a:lnTo>
                    <a:pt x="2286055" y="810428"/>
                  </a:lnTo>
                  <a:lnTo>
                    <a:pt x="2287968" y="809661"/>
                  </a:lnTo>
                  <a:lnTo>
                    <a:pt x="2293359" y="807500"/>
                  </a:lnTo>
                  <a:lnTo>
                    <a:pt x="2296489" y="806244"/>
                  </a:lnTo>
                  <a:lnTo>
                    <a:pt x="2302923" y="803664"/>
                  </a:lnTo>
                  <a:lnTo>
                    <a:pt x="2310227" y="800736"/>
                  </a:lnTo>
                  <a:lnTo>
                    <a:pt x="2311618" y="800178"/>
                  </a:lnTo>
                  <a:lnTo>
                    <a:pt x="2313531" y="799411"/>
                  </a:lnTo>
                  <a:lnTo>
                    <a:pt x="2318052" y="797598"/>
                  </a:lnTo>
                  <a:lnTo>
                    <a:pt x="2328660" y="793344"/>
                  </a:lnTo>
                  <a:lnTo>
                    <a:pt x="2343963" y="787207"/>
                  </a:lnTo>
                  <a:lnTo>
                    <a:pt x="2345354" y="786650"/>
                  </a:lnTo>
                  <a:lnTo>
                    <a:pt x="2349354" y="785046"/>
                  </a:lnTo>
                  <a:lnTo>
                    <a:pt x="2351093" y="784348"/>
                  </a:lnTo>
                  <a:lnTo>
                    <a:pt x="2355440" y="782605"/>
                  </a:lnTo>
                  <a:lnTo>
                    <a:pt x="2368309" y="777445"/>
                  </a:lnTo>
                  <a:lnTo>
                    <a:pt x="2372135" y="775911"/>
                  </a:lnTo>
                  <a:lnTo>
                    <a:pt x="2377699" y="773679"/>
                  </a:lnTo>
                  <a:lnTo>
                    <a:pt x="2382568" y="771727"/>
                  </a:lnTo>
                  <a:lnTo>
                    <a:pt x="2383264" y="771448"/>
                  </a:lnTo>
                  <a:lnTo>
                    <a:pt x="2385177" y="770681"/>
                  </a:lnTo>
                  <a:lnTo>
                    <a:pt x="2394220" y="767055"/>
                  </a:lnTo>
                  <a:lnTo>
                    <a:pt x="2402393" y="763777"/>
                  </a:lnTo>
                  <a:lnTo>
                    <a:pt x="2402741" y="763638"/>
                  </a:lnTo>
                  <a:lnTo>
                    <a:pt x="2409523" y="760918"/>
                  </a:lnTo>
                  <a:lnTo>
                    <a:pt x="2412131" y="759872"/>
                  </a:lnTo>
                  <a:lnTo>
                    <a:pt x="2413696" y="759245"/>
                  </a:lnTo>
                  <a:lnTo>
                    <a:pt x="2414566" y="758896"/>
                  </a:lnTo>
                  <a:lnTo>
                    <a:pt x="2418913" y="757153"/>
                  </a:lnTo>
                  <a:lnTo>
                    <a:pt x="2424999" y="754712"/>
                  </a:lnTo>
                  <a:lnTo>
                    <a:pt x="2428825" y="753178"/>
                  </a:lnTo>
                  <a:lnTo>
                    <a:pt x="2432825" y="751574"/>
                  </a:lnTo>
                  <a:lnTo>
                    <a:pt x="2433520" y="751295"/>
                  </a:lnTo>
                  <a:lnTo>
                    <a:pt x="2434564" y="750877"/>
                  </a:lnTo>
                  <a:lnTo>
                    <a:pt x="2439433" y="748924"/>
                  </a:lnTo>
                  <a:lnTo>
                    <a:pt x="2442389" y="747739"/>
                  </a:lnTo>
                  <a:lnTo>
                    <a:pt x="2444302" y="746972"/>
                  </a:lnTo>
                  <a:lnTo>
                    <a:pt x="2444998" y="746693"/>
                  </a:lnTo>
                  <a:lnTo>
                    <a:pt x="2454388" y="742927"/>
                  </a:lnTo>
                  <a:lnTo>
                    <a:pt x="2457170" y="741812"/>
                  </a:lnTo>
                  <a:lnTo>
                    <a:pt x="2459953" y="740696"/>
                  </a:lnTo>
                  <a:lnTo>
                    <a:pt x="2461866" y="739929"/>
                  </a:lnTo>
                  <a:lnTo>
                    <a:pt x="2467256" y="737767"/>
                  </a:lnTo>
                  <a:lnTo>
                    <a:pt x="2470387" y="736512"/>
                  </a:lnTo>
                  <a:lnTo>
                    <a:pt x="2476821" y="733932"/>
                  </a:lnTo>
                  <a:lnTo>
                    <a:pt x="2484125" y="731003"/>
                  </a:lnTo>
                  <a:lnTo>
                    <a:pt x="2485516" y="730445"/>
                  </a:lnTo>
                  <a:lnTo>
                    <a:pt x="2487429" y="729678"/>
                  </a:lnTo>
                  <a:lnTo>
                    <a:pt x="2491950" y="727865"/>
                  </a:lnTo>
                  <a:lnTo>
                    <a:pt x="2502558" y="723612"/>
                  </a:lnTo>
                  <a:lnTo>
                    <a:pt x="2517861" y="717475"/>
                  </a:lnTo>
                  <a:lnTo>
                    <a:pt x="2519252" y="716917"/>
                  </a:lnTo>
                  <a:lnTo>
                    <a:pt x="2523251" y="715313"/>
                  </a:lnTo>
                  <a:lnTo>
                    <a:pt x="2529338" y="712873"/>
                  </a:lnTo>
                  <a:lnTo>
                    <a:pt x="2542206" y="707713"/>
                  </a:lnTo>
                  <a:lnTo>
                    <a:pt x="2546032" y="706179"/>
                  </a:lnTo>
                  <a:lnTo>
                    <a:pt x="2551597" y="703947"/>
                  </a:lnTo>
                  <a:lnTo>
                    <a:pt x="2556466" y="701995"/>
                  </a:lnTo>
                  <a:lnTo>
                    <a:pt x="2557161" y="701716"/>
                  </a:lnTo>
                  <a:lnTo>
                    <a:pt x="2559074" y="700949"/>
                  </a:lnTo>
                  <a:lnTo>
                    <a:pt x="2568117" y="697323"/>
                  </a:lnTo>
                  <a:lnTo>
                    <a:pt x="2576290" y="694045"/>
                  </a:lnTo>
                  <a:lnTo>
                    <a:pt x="2576638" y="693906"/>
                  </a:lnTo>
                  <a:lnTo>
                    <a:pt x="2583420" y="691186"/>
                  </a:lnTo>
                  <a:lnTo>
                    <a:pt x="2586028" y="690140"/>
                  </a:lnTo>
                  <a:lnTo>
                    <a:pt x="2587594" y="689513"/>
                  </a:lnTo>
                  <a:lnTo>
                    <a:pt x="2588463" y="689164"/>
                  </a:lnTo>
                  <a:lnTo>
                    <a:pt x="2592810" y="687421"/>
                  </a:lnTo>
                  <a:lnTo>
                    <a:pt x="2598897" y="684980"/>
                  </a:lnTo>
                  <a:lnTo>
                    <a:pt x="2602723" y="683446"/>
                  </a:lnTo>
                  <a:lnTo>
                    <a:pt x="2606722" y="681842"/>
                  </a:lnTo>
                  <a:lnTo>
                    <a:pt x="2607418" y="681563"/>
                  </a:lnTo>
                  <a:lnTo>
                    <a:pt x="2608461" y="681145"/>
                  </a:lnTo>
                  <a:lnTo>
                    <a:pt x="2613330" y="679192"/>
                  </a:lnTo>
                  <a:lnTo>
                    <a:pt x="2616287" y="678007"/>
                  </a:lnTo>
                  <a:lnTo>
                    <a:pt x="2618199" y="677240"/>
                  </a:lnTo>
                  <a:lnTo>
                    <a:pt x="2618895" y="676961"/>
                  </a:lnTo>
                  <a:lnTo>
                    <a:pt x="2628286" y="673195"/>
                  </a:lnTo>
                  <a:lnTo>
                    <a:pt x="2631068" y="672079"/>
                  </a:lnTo>
                  <a:lnTo>
                    <a:pt x="2633850" y="670964"/>
                  </a:lnTo>
                  <a:lnTo>
                    <a:pt x="2635763" y="670197"/>
                  </a:lnTo>
                  <a:lnTo>
                    <a:pt x="2641154" y="668035"/>
                  </a:lnTo>
                  <a:lnTo>
                    <a:pt x="2644284" y="666780"/>
                  </a:lnTo>
                  <a:lnTo>
                    <a:pt x="2650718" y="664200"/>
                  </a:lnTo>
                  <a:lnTo>
                    <a:pt x="2659413" y="660713"/>
                  </a:lnTo>
                  <a:lnTo>
                    <a:pt x="2661326" y="659946"/>
                  </a:lnTo>
                  <a:lnTo>
                    <a:pt x="2676455" y="653879"/>
                  </a:lnTo>
                  <a:lnTo>
                    <a:pt x="2691758" y="647743"/>
                  </a:lnTo>
                  <a:lnTo>
                    <a:pt x="2693149" y="647185"/>
                  </a:lnTo>
                  <a:lnTo>
                    <a:pt x="2698888" y="644884"/>
                  </a:lnTo>
                  <a:lnTo>
                    <a:pt x="2703235" y="643141"/>
                  </a:lnTo>
                  <a:lnTo>
                    <a:pt x="2716104" y="637980"/>
                  </a:lnTo>
                  <a:lnTo>
                    <a:pt x="2719929" y="636446"/>
                  </a:lnTo>
                  <a:lnTo>
                    <a:pt x="2725494" y="634215"/>
                  </a:lnTo>
                  <a:lnTo>
                    <a:pt x="2730363" y="632262"/>
                  </a:lnTo>
                  <a:lnTo>
                    <a:pt x="2731059" y="631983"/>
                  </a:lnTo>
                  <a:lnTo>
                    <a:pt x="2732972" y="631216"/>
                  </a:lnTo>
                  <a:lnTo>
                    <a:pt x="2742014" y="627590"/>
                  </a:lnTo>
                  <a:lnTo>
                    <a:pt x="2750188" y="624313"/>
                  </a:lnTo>
                  <a:lnTo>
                    <a:pt x="2750535" y="624173"/>
                  </a:lnTo>
                  <a:lnTo>
                    <a:pt x="2757317" y="621454"/>
                  </a:lnTo>
                  <a:lnTo>
                    <a:pt x="2759926" y="620408"/>
                  </a:lnTo>
                  <a:lnTo>
                    <a:pt x="2761491" y="619780"/>
                  </a:lnTo>
                  <a:lnTo>
                    <a:pt x="2762360" y="619432"/>
                  </a:lnTo>
                  <a:lnTo>
                    <a:pt x="2766708" y="617688"/>
                  </a:lnTo>
                  <a:lnTo>
                    <a:pt x="2772794" y="615248"/>
                  </a:lnTo>
                  <a:lnTo>
                    <a:pt x="2780620" y="612110"/>
                  </a:lnTo>
                  <a:lnTo>
                    <a:pt x="2781315" y="611831"/>
                  </a:lnTo>
                  <a:lnTo>
                    <a:pt x="2782359" y="611412"/>
                  </a:lnTo>
                  <a:lnTo>
                    <a:pt x="2787228" y="609460"/>
                  </a:lnTo>
                  <a:lnTo>
                    <a:pt x="2790184" y="608274"/>
                  </a:lnTo>
                  <a:lnTo>
                    <a:pt x="2792097" y="607507"/>
                  </a:lnTo>
                  <a:lnTo>
                    <a:pt x="2792793" y="607228"/>
                  </a:lnTo>
                  <a:lnTo>
                    <a:pt x="2802183" y="603463"/>
                  </a:lnTo>
                  <a:lnTo>
                    <a:pt x="2804965" y="602347"/>
                  </a:lnTo>
                  <a:lnTo>
                    <a:pt x="2807748" y="601231"/>
                  </a:lnTo>
                  <a:lnTo>
                    <a:pt x="2809661" y="600464"/>
                  </a:lnTo>
                  <a:lnTo>
                    <a:pt x="2815051" y="598303"/>
                  </a:lnTo>
                  <a:lnTo>
                    <a:pt x="2818182" y="597047"/>
                  </a:lnTo>
                  <a:lnTo>
                    <a:pt x="2824616" y="594467"/>
                  </a:lnTo>
                  <a:lnTo>
                    <a:pt x="2831919" y="591539"/>
                  </a:lnTo>
                  <a:lnTo>
                    <a:pt x="2833311" y="590981"/>
                  </a:lnTo>
                  <a:lnTo>
                    <a:pt x="2835223" y="590214"/>
                  </a:lnTo>
                  <a:lnTo>
                    <a:pt x="2839745" y="588401"/>
                  </a:lnTo>
                  <a:lnTo>
                    <a:pt x="2850353" y="584147"/>
                  </a:lnTo>
                  <a:lnTo>
                    <a:pt x="2865656" y="578011"/>
                  </a:lnTo>
                  <a:lnTo>
                    <a:pt x="2867047" y="577453"/>
                  </a:lnTo>
                  <a:lnTo>
                    <a:pt x="2871046" y="575849"/>
                  </a:lnTo>
                  <a:lnTo>
                    <a:pt x="2872785" y="575152"/>
                  </a:lnTo>
                  <a:lnTo>
                    <a:pt x="2877133" y="573408"/>
                  </a:lnTo>
                  <a:lnTo>
                    <a:pt x="2890001" y="568248"/>
                  </a:lnTo>
                  <a:lnTo>
                    <a:pt x="2893827" y="566714"/>
                  </a:lnTo>
                  <a:lnTo>
                    <a:pt x="2899392" y="564483"/>
                  </a:lnTo>
                  <a:lnTo>
                    <a:pt x="2904261" y="562530"/>
                  </a:lnTo>
                  <a:lnTo>
                    <a:pt x="2904956" y="562251"/>
                  </a:lnTo>
                  <a:lnTo>
                    <a:pt x="2906869" y="561484"/>
                  </a:lnTo>
                  <a:lnTo>
                    <a:pt x="2915912" y="557858"/>
                  </a:lnTo>
                  <a:lnTo>
                    <a:pt x="2924085" y="554581"/>
                  </a:lnTo>
                  <a:lnTo>
                    <a:pt x="2924433" y="554441"/>
                  </a:lnTo>
                  <a:lnTo>
                    <a:pt x="2931215" y="551721"/>
                  </a:lnTo>
                  <a:lnTo>
                    <a:pt x="2933823" y="550676"/>
                  </a:lnTo>
                  <a:lnTo>
                    <a:pt x="2935388" y="550048"/>
                  </a:lnTo>
                  <a:lnTo>
                    <a:pt x="2936258" y="549699"/>
                  </a:lnTo>
                  <a:lnTo>
                    <a:pt x="2940605" y="547956"/>
                  </a:lnTo>
                  <a:lnTo>
                    <a:pt x="2946692" y="545515"/>
                  </a:lnTo>
                  <a:lnTo>
                    <a:pt x="2950517" y="543981"/>
                  </a:lnTo>
                  <a:lnTo>
                    <a:pt x="2954517" y="542377"/>
                  </a:lnTo>
                  <a:lnTo>
                    <a:pt x="2955213" y="542098"/>
                  </a:lnTo>
                  <a:lnTo>
                    <a:pt x="2956256" y="541680"/>
                  </a:lnTo>
                  <a:lnTo>
                    <a:pt x="2961125" y="539728"/>
                  </a:lnTo>
                  <a:lnTo>
                    <a:pt x="2964081" y="538542"/>
                  </a:lnTo>
                  <a:lnTo>
                    <a:pt x="2965994" y="537775"/>
                  </a:lnTo>
                  <a:lnTo>
                    <a:pt x="2966690" y="537496"/>
                  </a:lnTo>
                  <a:lnTo>
                    <a:pt x="2976080" y="533731"/>
                  </a:lnTo>
                  <a:lnTo>
                    <a:pt x="2978863" y="532615"/>
                  </a:lnTo>
                  <a:lnTo>
                    <a:pt x="2981645" y="531499"/>
                  </a:lnTo>
                  <a:lnTo>
                    <a:pt x="2983558" y="530732"/>
                  </a:lnTo>
                  <a:lnTo>
                    <a:pt x="2988949" y="528570"/>
                  </a:lnTo>
                  <a:lnTo>
                    <a:pt x="2992079" y="527315"/>
                  </a:lnTo>
                  <a:lnTo>
                    <a:pt x="2998513" y="524735"/>
                  </a:lnTo>
                  <a:lnTo>
                    <a:pt x="3005817" y="521806"/>
                  </a:lnTo>
                  <a:lnTo>
                    <a:pt x="3007208" y="521248"/>
                  </a:lnTo>
                  <a:lnTo>
                    <a:pt x="3009121" y="520481"/>
                  </a:lnTo>
                  <a:lnTo>
                    <a:pt x="3013642" y="518668"/>
                  </a:lnTo>
                  <a:lnTo>
                    <a:pt x="3024250" y="514415"/>
                  </a:lnTo>
                  <a:lnTo>
                    <a:pt x="3039553" y="508278"/>
                  </a:lnTo>
                  <a:lnTo>
                    <a:pt x="3040944" y="507720"/>
                  </a:lnTo>
                  <a:lnTo>
                    <a:pt x="3044944" y="506117"/>
                  </a:lnTo>
                  <a:lnTo>
                    <a:pt x="3046683" y="505419"/>
                  </a:lnTo>
                  <a:lnTo>
                    <a:pt x="3051030" y="503676"/>
                  </a:lnTo>
                  <a:lnTo>
                    <a:pt x="3063899" y="498516"/>
                  </a:lnTo>
                  <a:lnTo>
                    <a:pt x="3067724" y="496982"/>
                  </a:lnTo>
                  <a:lnTo>
                    <a:pt x="3078158" y="492798"/>
                  </a:lnTo>
                  <a:lnTo>
                    <a:pt x="3078854" y="492519"/>
                  </a:lnTo>
                  <a:lnTo>
                    <a:pt x="3080767" y="491752"/>
                  </a:lnTo>
                  <a:lnTo>
                    <a:pt x="3089809" y="488126"/>
                  </a:lnTo>
                  <a:lnTo>
                    <a:pt x="3097983" y="484848"/>
                  </a:lnTo>
                  <a:lnTo>
                    <a:pt x="3105112" y="481989"/>
                  </a:lnTo>
                  <a:lnTo>
                    <a:pt x="3107721" y="480943"/>
                  </a:lnTo>
                  <a:lnTo>
                    <a:pt x="3109286" y="480316"/>
                  </a:lnTo>
                  <a:lnTo>
                    <a:pt x="3110155" y="479967"/>
                  </a:lnTo>
                  <a:lnTo>
                    <a:pt x="3114503" y="478224"/>
                  </a:lnTo>
                  <a:lnTo>
                    <a:pt x="3120589" y="475783"/>
                  </a:lnTo>
                  <a:lnTo>
                    <a:pt x="3124415" y="474249"/>
                  </a:lnTo>
                  <a:lnTo>
                    <a:pt x="3128415" y="472645"/>
                  </a:lnTo>
                  <a:lnTo>
                    <a:pt x="3129110" y="472366"/>
                  </a:lnTo>
                  <a:lnTo>
                    <a:pt x="3130154" y="471948"/>
                  </a:lnTo>
                  <a:lnTo>
                    <a:pt x="3135023" y="469995"/>
                  </a:lnTo>
                  <a:lnTo>
                    <a:pt x="3137979" y="468810"/>
                  </a:lnTo>
                  <a:lnTo>
                    <a:pt x="3139892" y="468043"/>
                  </a:lnTo>
                  <a:lnTo>
                    <a:pt x="3140587" y="467764"/>
                  </a:lnTo>
                  <a:lnTo>
                    <a:pt x="3149978" y="463998"/>
                  </a:lnTo>
                  <a:lnTo>
                    <a:pt x="3152760" y="462883"/>
                  </a:lnTo>
                  <a:lnTo>
                    <a:pt x="3155543" y="461767"/>
                  </a:lnTo>
                  <a:lnTo>
                    <a:pt x="3157455" y="461000"/>
                  </a:lnTo>
                  <a:lnTo>
                    <a:pt x="3162846" y="458838"/>
                  </a:lnTo>
                  <a:lnTo>
                    <a:pt x="3165976" y="457583"/>
                  </a:lnTo>
                  <a:lnTo>
                    <a:pt x="3172411" y="455003"/>
                  </a:lnTo>
                  <a:lnTo>
                    <a:pt x="3179714" y="452074"/>
                  </a:lnTo>
                  <a:lnTo>
                    <a:pt x="3181105" y="451516"/>
                  </a:lnTo>
                  <a:lnTo>
                    <a:pt x="3183018" y="450749"/>
                  </a:lnTo>
                  <a:lnTo>
                    <a:pt x="3187540" y="448936"/>
                  </a:lnTo>
                  <a:lnTo>
                    <a:pt x="3198147" y="444682"/>
                  </a:lnTo>
                  <a:lnTo>
                    <a:pt x="3213450" y="438546"/>
                  </a:lnTo>
                  <a:lnTo>
                    <a:pt x="3214842" y="437988"/>
                  </a:lnTo>
                  <a:lnTo>
                    <a:pt x="3218841" y="436384"/>
                  </a:lnTo>
                  <a:lnTo>
                    <a:pt x="3220580" y="435687"/>
                  </a:lnTo>
                  <a:lnTo>
                    <a:pt x="3224928" y="433944"/>
                  </a:lnTo>
                  <a:lnTo>
                    <a:pt x="3237796" y="428783"/>
                  </a:lnTo>
                  <a:lnTo>
                    <a:pt x="3241622" y="427249"/>
                  </a:lnTo>
                  <a:lnTo>
                    <a:pt x="3247187" y="425018"/>
                  </a:lnTo>
                  <a:lnTo>
                    <a:pt x="3252056" y="423065"/>
                  </a:lnTo>
                  <a:lnTo>
                    <a:pt x="3252751" y="422786"/>
                  </a:lnTo>
                  <a:lnTo>
                    <a:pt x="3254664" y="422019"/>
                  </a:lnTo>
                  <a:lnTo>
                    <a:pt x="3263707" y="418393"/>
                  </a:lnTo>
                  <a:lnTo>
                    <a:pt x="3271880" y="415116"/>
                  </a:lnTo>
                  <a:lnTo>
                    <a:pt x="3272228" y="414976"/>
                  </a:lnTo>
                  <a:lnTo>
                    <a:pt x="3279010" y="412257"/>
                  </a:lnTo>
                  <a:lnTo>
                    <a:pt x="3281618" y="411211"/>
                  </a:lnTo>
                  <a:lnTo>
                    <a:pt x="3283183" y="410583"/>
                  </a:lnTo>
                  <a:lnTo>
                    <a:pt x="3284053" y="410235"/>
                  </a:lnTo>
                  <a:lnTo>
                    <a:pt x="3288400" y="408491"/>
                  </a:lnTo>
                  <a:lnTo>
                    <a:pt x="3294487" y="406051"/>
                  </a:lnTo>
                  <a:lnTo>
                    <a:pt x="3298312" y="404517"/>
                  </a:lnTo>
                  <a:lnTo>
                    <a:pt x="3302312" y="402913"/>
                  </a:lnTo>
                  <a:lnTo>
                    <a:pt x="3303008" y="402634"/>
                  </a:lnTo>
                  <a:lnTo>
                    <a:pt x="3304051" y="402215"/>
                  </a:lnTo>
                  <a:lnTo>
                    <a:pt x="3308920" y="400263"/>
                  </a:lnTo>
                  <a:lnTo>
                    <a:pt x="3311876" y="399077"/>
                  </a:lnTo>
                  <a:lnTo>
                    <a:pt x="3313789" y="398310"/>
                  </a:lnTo>
                  <a:lnTo>
                    <a:pt x="3323875" y="394266"/>
                  </a:lnTo>
                  <a:lnTo>
                    <a:pt x="3326658" y="393150"/>
                  </a:lnTo>
                  <a:lnTo>
                    <a:pt x="3329440" y="392035"/>
                  </a:lnTo>
                  <a:lnTo>
                    <a:pt x="3331353" y="391267"/>
                  </a:lnTo>
                  <a:lnTo>
                    <a:pt x="3336744" y="389106"/>
                  </a:lnTo>
                  <a:lnTo>
                    <a:pt x="3339874" y="387851"/>
                  </a:lnTo>
                  <a:lnTo>
                    <a:pt x="3346308" y="385270"/>
                  </a:lnTo>
                  <a:lnTo>
                    <a:pt x="3353612" y="382342"/>
                  </a:lnTo>
                  <a:lnTo>
                    <a:pt x="3355003" y="381784"/>
                  </a:lnTo>
                  <a:lnTo>
                    <a:pt x="3356916" y="381017"/>
                  </a:lnTo>
                  <a:lnTo>
                    <a:pt x="3361437" y="379204"/>
                  </a:lnTo>
                  <a:lnTo>
                    <a:pt x="3372045" y="374950"/>
                  </a:lnTo>
                  <a:lnTo>
                    <a:pt x="3387348" y="368814"/>
                  </a:lnTo>
                  <a:lnTo>
                    <a:pt x="3388739" y="368256"/>
                  </a:lnTo>
                  <a:lnTo>
                    <a:pt x="3392739" y="366652"/>
                  </a:lnTo>
                  <a:lnTo>
                    <a:pt x="3394478" y="365955"/>
                  </a:lnTo>
                  <a:lnTo>
                    <a:pt x="3398825" y="364211"/>
                  </a:lnTo>
                  <a:lnTo>
                    <a:pt x="3411694" y="359051"/>
                  </a:lnTo>
                  <a:lnTo>
                    <a:pt x="3415519" y="357517"/>
                  </a:lnTo>
                  <a:lnTo>
                    <a:pt x="3421084" y="355286"/>
                  </a:lnTo>
                  <a:lnTo>
                    <a:pt x="3425953" y="353333"/>
                  </a:lnTo>
                  <a:lnTo>
                    <a:pt x="3426649" y="353054"/>
                  </a:lnTo>
                  <a:lnTo>
                    <a:pt x="3428562" y="352287"/>
                  </a:lnTo>
                  <a:lnTo>
                    <a:pt x="3437604" y="348661"/>
                  </a:lnTo>
                  <a:lnTo>
                    <a:pt x="3445777" y="345384"/>
                  </a:lnTo>
                  <a:lnTo>
                    <a:pt x="3446125" y="345244"/>
                  </a:lnTo>
                  <a:lnTo>
                    <a:pt x="3452907" y="342525"/>
                  </a:lnTo>
                  <a:lnTo>
                    <a:pt x="3455516" y="341479"/>
                  </a:lnTo>
                  <a:lnTo>
                    <a:pt x="3457081" y="340851"/>
                  </a:lnTo>
                  <a:lnTo>
                    <a:pt x="3457950" y="340502"/>
                  </a:lnTo>
                  <a:lnTo>
                    <a:pt x="3462298" y="338759"/>
                  </a:lnTo>
                  <a:lnTo>
                    <a:pt x="3468384" y="336318"/>
                  </a:lnTo>
                  <a:lnTo>
                    <a:pt x="3472210" y="334784"/>
                  </a:lnTo>
                  <a:lnTo>
                    <a:pt x="3476209" y="333180"/>
                  </a:lnTo>
                  <a:lnTo>
                    <a:pt x="3476905" y="332902"/>
                  </a:lnTo>
                  <a:lnTo>
                    <a:pt x="3477948" y="332483"/>
                  </a:lnTo>
                  <a:lnTo>
                    <a:pt x="3482818" y="330531"/>
                  </a:lnTo>
                  <a:lnTo>
                    <a:pt x="3485774" y="329345"/>
                  </a:lnTo>
                  <a:lnTo>
                    <a:pt x="3488382" y="328299"/>
                  </a:lnTo>
                  <a:lnTo>
                    <a:pt x="3497773" y="324534"/>
                  </a:lnTo>
                  <a:lnTo>
                    <a:pt x="3500555" y="323418"/>
                  </a:lnTo>
                  <a:lnTo>
                    <a:pt x="3503337" y="322302"/>
                  </a:lnTo>
                  <a:lnTo>
                    <a:pt x="3505250" y="321535"/>
                  </a:lnTo>
                  <a:lnTo>
                    <a:pt x="3510641" y="319373"/>
                  </a:lnTo>
                  <a:lnTo>
                    <a:pt x="3513771" y="318118"/>
                  </a:lnTo>
                  <a:lnTo>
                    <a:pt x="3520206" y="315538"/>
                  </a:lnTo>
                  <a:lnTo>
                    <a:pt x="3527509" y="312609"/>
                  </a:lnTo>
                  <a:lnTo>
                    <a:pt x="3528900" y="312052"/>
                  </a:lnTo>
                  <a:lnTo>
                    <a:pt x="3530813" y="311285"/>
                  </a:lnTo>
                  <a:lnTo>
                    <a:pt x="3535335" y="309471"/>
                  </a:lnTo>
                  <a:lnTo>
                    <a:pt x="3545942" y="305218"/>
                  </a:lnTo>
                  <a:lnTo>
                    <a:pt x="3561245" y="299081"/>
                  </a:lnTo>
                  <a:lnTo>
                    <a:pt x="3562636" y="298523"/>
                  </a:lnTo>
                  <a:lnTo>
                    <a:pt x="3566636" y="296920"/>
                  </a:lnTo>
                  <a:lnTo>
                    <a:pt x="3568375" y="296222"/>
                  </a:lnTo>
                  <a:lnTo>
                    <a:pt x="3572723" y="294479"/>
                  </a:lnTo>
                  <a:lnTo>
                    <a:pt x="3585591" y="289319"/>
                  </a:lnTo>
                  <a:lnTo>
                    <a:pt x="3589417" y="287785"/>
                  </a:lnTo>
                  <a:lnTo>
                    <a:pt x="3594981" y="285553"/>
                  </a:lnTo>
                  <a:lnTo>
                    <a:pt x="3599851" y="283601"/>
                  </a:lnTo>
                  <a:lnTo>
                    <a:pt x="3600546" y="283322"/>
                  </a:lnTo>
                  <a:lnTo>
                    <a:pt x="3602459" y="282555"/>
                  </a:lnTo>
                  <a:lnTo>
                    <a:pt x="3611502" y="278929"/>
                  </a:lnTo>
                  <a:lnTo>
                    <a:pt x="3619675" y="275651"/>
                  </a:lnTo>
                  <a:lnTo>
                    <a:pt x="3620023" y="275512"/>
                  </a:lnTo>
                  <a:lnTo>
                    <a:pt x="3626805" y="272792"/>
                  </a:lnTo>
                  <a:lnTo>
                    <a:pt x="3629413" y="271746"/>
                  </a:lnTo>
                  <a:lnTo>
                    <a:pt x="3630978" y="271119"/>
                  </a:lnTo>
                  <a:lnTo>
                    <a:pt x="3631848" y="270770"/>
                  </a:lnTo>
                  <a:lnTo>
                    <a:pt x="3636195" y="269027"/>
                  </a:lnTo>
                  <a:lnTo>
                    <a:pt x="3642282" y="266586"/>
                  </a:lnTo>
                  <a:lnTo>
                    <a:pt x="3646107" y="265052"/>
                  </a:lnTo>
                  <a:lnTo>
                    <a:pt x="3650107" y="263448"/>
                  </a:lnTo>
                  <a:lnTo>
                    <a:pt x="3650803" y="263169"/>
                  </a:lnTo>
                  <a:lnTo>
                    <a:pt x="3651846" y="262751"/>
                  </a:lnTo>
                  <a:lnTo>
                    <a:pt x="3656715" y="260798"/>
                  </a:lnTo>
                  <a:lnTo>
                    <a:pt x="3659671" y="259613"/>
                  </a:lnTo>
                  <a:lnTo>
                    <a:pt x="3661584" y="258846"/>
                  </a:lnTo>
                  <a:lnTo>
                    <a:pt x="3662280" y="258567"/>
                  </a:lnTo>
                  <a:lnTo>
                    <a:pt x="3671670" y="254801"/>
                  </a:lnTo>
                  <a:lnTo>
                    <a:pt x="3674453" y="253686"/>
                  </a:lnTo>
                  <a:lnTo>
                    <a:pt x="3677235" y="252570"/>
                  </a:lnTo>
                  <a:lnTo>
                    <a:pt x="3679148" y="251803"/>
                  </a:lnTo>
                  <a:lnTo>
                    <a:pt x="3684539" y="249641"/>
                  </a:lnTo>
                  <a:lnTo>
                    <a:pt x="3687669" y="248386"/>
                  </a:lnTo>
                  <a:lnTo>
                    <a:pt x="3694103" y="245806"/>
                  </a:lnTo>
                  <a:lnTo>
                    <a:pt x="3701407" y="242877"/>
                  </a:lnTo>
                  <a:lnTo>
                    <a:pt x="3702798" y="242319"/>
                  </a:lnTo>
                  <a:lnTo>
                    <a:pt x="3704711" y="241552"/>
                  </a:lnTo>
                  <a:lnTo>
                    <a:pt x="3709232" y="239739"/>
                  </a:lnTo>
                  <a:lnTo>
                    <a:pt x="3719840" y="235485"/>
                  </a:lnTo>
                  <a:lnTo>
                    <a:pt x="3735143" y="229349"/>
                  </a:lnTo>
                  <a:lnTo>
                    <a:pt x="3740534" y="227187"/>
                  </a:lnTo>
                  <a:lnTo>
                    <a:pt x="3742273" y="226490"/>
                  </a:lnTo>
                  <a:lnTo>
                    <a:pt x="3746620" y="224747"/>
                  </a:lnTo>
                  <a:lnTo>
                    <a:pt x="3759488" y="219587"/>
                  </a:lnTo>
                  <a:lnTo>
                    <a:pt x="3763314" y="218052"/>
                  </a:lnTo>
                  <a:lnTo>
                    <a:pt x="3768879" y="215821"/>
                  </a:lnTo>
                  <a:lnTo>
                    <a:pt x="3773748" y="213868"/>
                  </a:lnTo>
                  <a:lnTo>
                    <a:pt x="3774444" y="213590"/>
                  </a:lnTo>
                  <a:lnTo>
                    <a:pt x="3776356" y="212822"/>
                  </a:lnTo>
                  <a:lnTo>
                    <a:pt x="3785399" y="209196"/>
                  </a:lnTo>
                  <a:lnTo>
                    <a:pt x="3793572" y="205919"/>
                  </a:lnTo>
                  <a:lnTo>
                    <a:pt x="3793920" y="205780"/>
                  </a:lnTo>
                  <a:lnTo>
                    <a:pt x="3800702" y="203060"/>
                  </a:lnTo>
                  <a:lnTo>
                    <a:pt x="3803311" y="202014"/>
                  </a:lnTo>
                  <a:lnTo>
                    <a:pt x="3804876" y="201386"/>
                  </a:lnTo>
                  <a:lnTo>
                    <a:pt x="3805745" y="201038"/>
                  </a:lnTo>
                  <a:lnTo>
                    <a:pt x="3810093" y="199294"/>
                  </a:lnTo>
                  <a:lnTo>
                    <a:pt x="3816179" y="196854"/>
                  </a:lnTo>
                  <a:lnTo>
                    <a:pt x="3820005" y="195320"/>
                  </a:lnTo>
                  <a:lnTo>
                    <a:pt x="3824004" y="193716"/>
                  </a:lnTo>
                  <a:lnTo>
                    <a:pt x="3824700" y="193437"/>
                  </a:lnTo>
                  <a:lnTo>
                    <a:pt x="3825743" y="193019"/>
                  </a:lnTo>
                  <a:lnTo>
                    <a:pt x="3830612" y="191066"/>
                  </a:lnTo>
                  <a:lnTo>
                    <a:pt x="3833569" y="189881"/>
                  </a:lnTo>
                  <a:lnTo>
                    <a:pt x="3835482" y="189114"/>
                  </a:lnTo>
                  <a:lnTo>
                    <a:pt x="3836177" y="188835"/>
                  </a:lnTo>
                  <a:lnTo>
                    <a:pt x="3845568" y="185069"/>
                  </a:lnTo>
                  <a:lnTo>
                    <a:pt x="3848350" y="183953"/>
                  </a:lnTo>
                  <a:lnTo>
                    <a:pt x="3851132" y="182838"/>
                  </a:lnTo>
                  <a:lnTo>
                    <a:pt x="3853045" y="182071"/>
                  </a:lnTo>
                  <a:lnTo>
                    <a:pt x="3858436" y="179909"/>
                  </a:lnTo>
                  <a:lnTo>
                    <a:pt x="3861566" y="178654"/>
                  </a:lnTo>
                  <a:lnTo>
                    <a:pt x="3868000" y="176074"/>
                  </a:lnTo>
                  <a:lnTo>
                    <a:pt x="3875304" y="173145"/>
                  </a:lnTo>
                  <a:lnTo>
                    <a:pt x="3876695" y="172587"/>
                  </a:lnTo>
                  <a:lnTo>
                    <a:pt x="3878608" y="171820"/>
                  </a:lnTo>
                  <a:lnTo>
                    <a:pt x="3883129" y="170007"/>
                  </a:lnTo>
                  <a:lnTo>
                    <a:pt x="3893737" y="165753"/>
                  </a:lnTo>
                  <a:lnTo>
                    <a:pt x="3909040" y="159617"/>
                  </a:lnTo>
                  <a:lnTo>
                    <a:pt x="3910431" y="159059"/>
                  </a:lnTo>
                  <a:lnTo>
                    <a:pt x="3914431" y="157455"/>
                  </a:lnTo>
                  <a:lnTo>
                    <a:pt x="3916170" y="156758"/>
                  </a:lnTo>
                  <a:lnTo>
                    <a:pt x="3920517" y="155014"/>
                  </a:lnTo>
                  <a:lnTo>
                    <a:pt x="3933386" y="149854"/>
                  </a:lnTo>
                  <a:lnTo>
                    <a:pt x="3937212" y="148320"/>
                  </a:lnTo>
                  <a:lnTo>
                    <a:pt x="3942776" y="146089"/>
                  </a:lnTo>
                  <a:lnTo>
                    <a:pt x="3947645" y="144136"/>
                  </a:lnTo>
                  <a:lnTo>
                    <a:pt x="3948341" y="143857"/>
                  </a:lnTo>
                  <a:lnTo>
                    <a:pt x="3950254" y="143090"/>
                  </a:lnTo>
                  <a:lnTo>
                    <a:pt x="3959297" y="139464"/>
                  </a:lnTo>
                  <a:lnTo>
                    <a:pt x="3967470" y="136187"/>
                  </a:lnTo>
                  <a:lnTo>
                    <a:pt x="3967818" y="136047"/>
                  </a:lnTo>
                  <a:lnTo>
                    <a:pt x="3974600" y="133328"/>
                  </a:lnTo>
                  <a:lnTo>
                    <a:pt x="3977208" y="132282"/>
                  </a:lnTo>
                  <a:lnTo>
                    <a:pt x="3978773" y="131654"/>
                  </a:lnTo>
                  <a:lnTo>
                    <a:pt x="3979643" y="131305"/>
                  </a:lnTo>
                  <a:lnTo>
                    <a:pt x="3983990" y="129562"/>
                  </a:lnTo>
                  <a:lnTo>
                    <a:pt x="3990076" y="127121"/>
                  </a:lnTo>
                  <a:lnTo>
                    <a:pt x="3993902" y="125587"/>
                  </a:lnTo>
                  <a:lnTo>
                    <a:pt x="3997902" y="123984"/>
                  </a:lnTo>
                  <a:lnTo>
                    <a:pt x="3998597" y="123705"/>
                  </a:lnTo>
                  <a:lnTo>
                    <a:pt x="4004510" y="121334"/>
                  </a:lnTo>
                  <a:lnTo>
                    <a:pt x="4007466" y="120148"/>
                  </a:lnTo>
                  <a:lnTo>
                    <a:pt x="4009379" y="119381"/>
                  </a:lnTo>
                  <a:lnTo>
                    <a:pt x="4010075" y="119102"/>
                  </a:lnTo>
                  <a:lnTo>
                    <a:pt x="4019465" y="115337"/>
                  </a:lnTo>
                  <a:lnTo>
                    <a:pt x="4022247" y="114221"/>
                  </a:lnTo>
                  <a:lnTo>
                    <a:pt x="4026943" y="112338"/>
                  </a:lnTo>
                  <a:lnTo>
                    <a:pt x="4032334" y="110177"/>
                  </a:lnTo>
                  <a:lnTo>
                    <a:pt x="4035464" y="108921"/>
                  </a:lnTo>
                  <a:lnTo>
                    <a:pt x="4041898" y="106341"/>
                  </a:lnTo>
                  <a:lnTo>
                    <a:pt x="4049202" y="103413"/>
                  </a:lnTo>
                  <a:lnTo>
                    <a:pt x="4050593" y="102855"/>
                  </a:lnTo>
                  <a:lnTo>
                    <a:pt x="4052506" y="102088"/>
                  </a:lnTo>
                  <a:lnTo>
                    <a:pt x="4057027" y="100275"/>
                  </a:lnTo>
                  <a:lnTo>
                    <a:pt x="4082938" y="89884"/>
                  </a:lnTo>
                  <a:lnTo>
                    <a:pt x="4084329" y="89327"/>
                  </a:lnTo>
                  <a:lnTo>
                    <a:pt x="4088328" y="87723"/>
                  </a:lnTo>
                  <a:lnTo>
                    <a:pt x="4090067" y="87025"/>
                  </a:lnTo>
                  <a:lnTo>
                    <a:pt x="4094415" y="85282"/>
                  </a:lnTo>
                  <a:lnTo>
                    <a:pt x="4107283" y="80122"/>
                  </a:lnTo>
                  <a:lnTo>
                    <a:pt x="4111109" y="78588"/>
                  </a:lnTo>
                  <a:lnTo>
                    <a:pt x="4121543" y="74404"/>
                  </a:lnTo>
                  <a:lnTo>
                    <a:pt x="4122238" y="74125"/>
                  </a:lnTo>
                  <a:lnTo>
                    <a:pt x="4124151" y="73358"/>
                  </a:lnTo>
                  <a:lnTo>
                    <a:pt x="4133194" y="69732"/>
                  </a:lnTo>
                  <a:lnTo>
                    <a:pt x="4141367" y="66454"/>
                  </a:lnTo>
                  <a:lnTo>
                    <a:pt x="4151105" y="62549"/>
                  </a:lnTo>
                  <a:lnTo>
                    <a:pt x="4152671" y="61922"/>
                  </a:lnTo>
                  <a:lnTo>
                    <a:pt x="4153540" y="61573"/>
                  </a:lnTo>
                  <a:lnTo>
                    <a:pt x="4157887" y="59830"/>
                  </a:lnTo>
                  <a:lnTo>
                    <a:pt x="4171799" y="54251"/>
                  </a:lnTo>
                  <a:lnTo>
                    <a:pt x="4178407" y="51601"/>
                  </a:lnTo>
                  <a:lnTo>
                    <a:pt x="4181364" y="50416"/>
                  </a:lnTo>
                  <a:lnTo>
                    <a:pt x="4183276" y="49649"/>
                  </a:lnTo>
                  <a:lnTo>
                    <a:pt x="4183972" y="49370"/>
                  </a:lnTo>
                  <a:lnTo>
                    <a:pt x="4193363" y="45604"/>
                  </a:lnTo>
                  <a:lnTo>
                    <a:pt x="4196145" y="44489"/>
                  </a:lnTo>
                  <a:lnTo>
                    <a:pt x="4209361" y="39189"/>
                  </a:lnTo>
                  <a:lnTo>
                    <a:pt x="4215795" y="36609"/>
                  </a:lnTo>
                  <a:lnTo>
                    <a:pt x="4226403" y="32355"/>
                  </a:lnTo>
                  <a:lnTo>
                    <a:pt x="4230924" y="30542"/>
                  </a:lnTo>
                  <a:lnTo>
                    <a:pt x="4258226" y="19594"/>
                  </a:lnTo>
                  <a:lnTo>
                    <a:pt x="4262226" y="17990"/>
                  </a:lnTo>
                  <a:lnTo>
                    <a:pt x="4263965" y="17293"/>
                  </a:lnTo>
                  <a:lnTo>
                    <a:pt x="4281181" y="10390"/>
                  </a:lnTo>
                  <a:lnTo>
                    <a:pt x="4296136" y="4393"/>
                  </a:lnTo>
                  <a:lnTo>
                    <a:pt x="4307091" y="0"/>
                  </a:lnTo>
                </a:path>
              </a:pathLst>
            </a:custGeom>
            <a:ln w="32521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6"/>
            <p:cNvSpPr/>
            <p:nvPr/>
          </p:nvSpPr>
          <p:spPr>
            <a:xfrm>
              <a:off x="3338030" y="3166867"/>
              <a:ext cx="4307091" cy="1457383"/>
            </a:xfrm>
            <a:custGeom>
              <a:avLst/>
              <a:pathLst>
                <a:path w="4307091" h="1457383">
                  <a:moveTo>
                    <a:pt x="0" y="1457383"/>
                  </a:moveTo>
                  <a:lnTo>
                    <a:pt x="25389" y="1448792"/>
                  </a:lnTo>
                  <a:lnTo>
                    <a:pt x="117032" y="1417783"/>
                  </a:lnTo>
                  <a:lnTo>
                    <a:pt x="133553" y="1412193"/>
                  </a:lnTo>
                  <a:lnTo>
                    <a:pt x="142074" y="1409310"/>
                  </a:lnTo>
                  <a:lnTo>
                    <a:pt x="148856" y="1407015"/>
                  </a:lnTo>
                  <a:lnTo>
                    <a:pt x="164333" y="1401778"/>
                  </a:lnTo>
                  <a:lnTo>
                    <a:pt x="168158" y="1400484"/>
                  </a:lnTo>
                  <a:lnTo>
                    <a:pt x="172854" y="1398895"/>
                  </a:lnTo>
                  <a:lnTo>
                    <a:pt x="199286" y="1389951"/>
                  </a:lnTo>
                  <a:lnTo>
                    <a:pt x="201199" y="1389304"/>
                  </a:lnTo>
                  <a:lnTo>
                    <a:pt x="206590" y="1387480"/>
                  </a:lnTo>
                  <a:lnTo>
                    <a:pt x="223458" y="1381772"/>
                  </a:lnTo>
                  <a:lnTo>
                    <a:pt x="224849" y="1381301"/>
                  </a:lnTo>
                  <a:lnTo>
                    <a:pt x="241891" y="1375535"/>
                  </a:lnTo>
                  <a:lnTo>
                    <a:pt x="257194" y="1370357"/>
                  </a:lnTo>
                  <a:lnTo>
                    <a:pt x="268671" y="1366473"/>
                  </a:lnTo>
                  <a:lnTo>
                    <a:pt x="285365" y="1360825"/>
                  </a:lnTo>
                  <a:lnTo>
                    <a:pt x="290930" y="1358942"/>
                  </a:lnTo>
                  <a:lnTo>
                    <a:pt x="296495" y="1357059"/>
                  </a:lnTo>
                  <a:lnTo>
                    <a:pt x="298408" y="1356411"/>
                  </a:lnTo>
                  <a:lnTo>
                    <a:pt x="307450" y="1353352"/>
                  </a:lnTo>
                  <a:lnTo>
                    <a:pt x="315623" y="1350586"/>
                  </a:lnTo>
                  <a:lnTo>
                    <a:pt x="315971" y="1350468"/>
                  </a:lnTo>
                  <a:lnTo>
                    <a:pt x="322753" y="1348174"/>
                  </a:lnTo>
                  <a:lnTo>
                    <a:pt x="325362" y="1347291"/>
                  </a:lnTo>
                  <a:lnTo>
                    <a:pt x="326927" y="1346761"/>
                  </a:lnTo>
                  <a:lnTo>
                    <a:pt x="327796" y="1346467"/>
                  </a:lnTo>
                  <a:lnTo>
                    <a:pt x="332144" y="1344996"/>
                  </a:lnTo>
                  <a:lnTo>
                    <a:pt x="338230" y="1342937"/>
                  </a:lnTo>
                  <a:lnTo>
                    <a:pt x="342056" y="1341642"/>
                  </a:lnTo>
                  <a:lnTo>
                    <a:pt x="346055" y="1340289"/>
                  </a:lnTo>
                  <a:lnTo>
                    <a:pt x="346751" y="1340054"/>
                  </a:lnTo>
                  <a:lnTo>
                    <a:pt x="347794" y="1339701"/>
                  </a:lnTo>
                  <a:lnTo>
                    <a:pt x="352664" y="1338053"/>
                  </a:lnTo>
                  <a:lnTo>
                    <a:pt x="355620" y="1337053"/>
                  </a:lnTo>
                  <a:lnTo>
                    <a:pt x="357533" y="1336405"/>
                  </a:lnTo>
                  <a:lnTo>
                    <a:pt x="358228" y="1336170"/>
                  </a:lnTo>
                  <a:lnTo>
                    <a:pt x="367619" y="1332993"/>
                  </a:lnTo>
                  <a:lnTo>
                    <a:pt x="370401" y="1332051"/>
                  </a:lnTo>
                  <a:lnTo>
                    <a:pt x="373183" y="1331110"/>
                  </a:lnTo>
                  <a:lnTo>
                    <a:pt x="375096" y="1330462"/>
                  </a:lnTo>
                  <a:lnTo>
                    <a:pt x="380487" y="1328638"/>
                  </a:lnTo>
                  <a:lnTo>
                    <a:pt x="383617" y="1327579"/>
                  </a:lnTo>
                  <a:lnTo>
                    <a:pt x="390051" y="1325402"/>
                  </a:lnTo>
                  <a:lnTo>
                    <a:pt x="397355" y="1322931"/>
                  </a:lnTo>
                  <a:lnTo>
                    <a:pt x="398746" y="1322460"/>
                  </a:lnTo>
                  <a:lnTo>
                    <a:pt x="400659" y="1321813"/>
                  </a:lnTo>
                  <a:lnTo>
                    <a:pt x="405181" y="1320283"/>
                  </a:lnTo>
                  <a:lnTo>
                    <a:pt x="415788" y="1316694"/>
                  </a:lnTo>
                  <a:lnTo>
                    <a:pt x="431091" y="1311515"/>
                  </a:lnTo>
                  <a:lnTo>
                    <a:pt x="432482" y="1311045"/>
                  </a:lnTo>
                  <a:lnTo>
                    <a:pt x="436482" y="1309691"/>
                  </a:lnTo>
                  <a:lnTo>
                    <a:pt x="438221" y="1309103"/>
                  </a:lnTo>
                  <a:lnTo>
                    <a:pt x="442569" y="1307632"/>
                  </a:lnTo>
                  <a:lnTo>
                    <a:pt x="455437" y="1303278"/>
                  </a:lnTo>
                  <a:lnTo>
                    <a:pt x="459263" y="1301983"/>
                  </a:lnTo>
                  <a:lnTo>
                    <a:pt x="464827" y="1300100"/>
                  </a:lnTo>
                  <a:lnTo>
                    <a:pt x="469697" y="1298453"/>
                  </a:lnTo>
                  <a:lnTo>
                    <a:pt x="470392" y="1298217"/>
                  </a:lnTo>
                  <a:lnTo>
                    <a:pt x="472305" y="1297570"/>
                  </a:lnTo>
                  <a:lnTo>
                    <a:pt x="481348" y="1294510"/>
                  </a:lnTo>
                  <a:lnTo>
                    <a:pt x="489521" y="1291745"/>
                  </a:lnTo>
                  <a:lnTo>
                    <a:pt x="489869" y="1291627"/>
                  </a:lnTo>
                  <a:lnTo>
                    <a:pt x="496651" y="1289332"/>
                  </a:lnTo>
                  <a:lnTo>
                    <a:pt x="499259" y="1288450"/>
                  </a:lnTo>
                  <a:lnTo>
                    <a:pt x="500824" y="1287920"/>
                  </a:lnTo>
                  <a:lnTo>
                    <a:pt x="501694" y="1287626"/>
                  </a:lnTo>
                  <a:lnTo>
                    <a:pt x="506041" y="1286155"/>
                  </a:lnTo>
                  <a:lnTo>
                    <a:pt x="512127" y="1284095"/>
                  </a:lnTo>
                  <a:lnTo>
                    <a:pt x="515953" y="1282801"/>
                  </a:lnTo>
                  <a:lnTo>
                    <a:pt x="519953" y="1281448"/>
                  </a:lnTo>
                  <a:lnTo>
                    <a:pt x="520648" y="1281212"/>
                  </a:lnTo>
                  <a:lnTo>
                    <a:pt x="521692" y="1280859"/>
                  </a:lnTo>
                  <a:lnTo>
                    <a:pt x="526561" y="1279212"/>
                  </a:lnTo>
                  <a:lnTo>
                    <a:pt x="529517" y="1278211"/>
                  </a:lnTo>
                  <a:lnTo>
                    <a:pt x="531430" y="1277564"/>
                  </a:lnTo>
                  <a:lnTo>
                    <a:pt x="532126" y="1277329"/>
                  </a:lnTo>
                  <a:lnTo>
                    <a:pt x="541516" y="1274151"/>
                  </a:lnTo>
                  <a:lnTo>
                    <a:pt x="544299" y="1273210"/>
                  </a:lnTo>
                  <a:lnTo>
                    <a:pt x="547081" y="1272268"/>
                  </a:lnTo>
                  <a:lnTo>
                    <a:pt x="548994" y="1271621"/>
                  </a:lnTo>
                  <a:lnTo>
                    <a:pt x="554385" y="1269797"/>
                  </a:lnTo>
                  <a:lnTo>
                    <a:pt x="557515" y="1268738"/>
                  </a:lnTo>
                  <a:lnTo>
                    <a:pt x="563949" y="1266561"/>
                  </a:lnTo>
                  <a:lnTo>
                    <a:pt x="571253" y="1264089"/>
                  </a:lnTo>
                  <a:lnTo>
                    <a:pt x="572644" y="1263619"/>
                  </a:lnTo>
                  <a:lnTo>
                    <a:pt x="574557" y="1262971"/>
                  </a:lnTo>
                  <a:lnTo>
                    <a:pt x="579078" y="1261441"/>
                  </a:lnTo>
                  <a:lnTo>
                    <a:pt x="589686" y="1257852"/>
                  </a:lnTo>
                  <a:lnTo>
                    <a:pt x="604989" y="1252674"/>
                  </a:lnTo>
                  <a:lnTo>
                    <a:pt x="606380" y="1252203"/>
                  </a:lnTo>
                  <a:lnTo>
                    <a:pt x="610380" y="1250850"/>
                  </a:lnTo>
                  <a:lnTo>
                    <a:pt x="612119" y="1250262"/>
                  </a:lnTo>
                  <a:lnTo>
                    <a:pt x="616466" y="1248791"/>
                  </a:lnTo>
                  <a:lnTo>
                    <a:pt x="629334" y="1244436"/>
                  </a:lnTo>
                  <a:lnTo>
                    <a:pt x="633160" y="1243142"/>
                  </a:lnTo>
                  <a:lnTo>
                    <a:pt x="638725" y="1241259"/>
                  </a:lnTo>
                  <a:lnTo>
                    <a:pt x="643594" y="1239611"/>
                  </a:lnTo>
                  <a:lnTo>
                    <a:pt x="644290" y="1239376"/>
                  </a:lnTo>
                  <a:lnTo>
                    <a:pt x="646202" y="1238729"/>
                  </a:lnTo>
                  <a:lnTo>
                    <a:pt x="655245" y="1235669"/>
                  </a:lnTo>
                  <a:lnTo>
                    <a:pt x="663418" y="1232903"/>
                  </a:lnTo>
                  <a:lnTo>
                    <a:pt x="663766" y="1232786"/>
                  </a:lnTo>
                  <a:lnTo>
                    <a:pt x="670548" y="1230491"/>
                  </a:lnTo>
                  <a:lnTo>
                    <a:pt x="673157" y="1229608"/>
                  </a:lnTo>
                  <a:lnTo>
                    <a:pt x="674722" y="1229079"/>
                  </a:lnTo>
                  <a:lnTo>
                    <a:pt x="675591" y="1228784"/>
                  </a:lnTo>
                  <a:lnTo>
                    <a:pt x="679939" y="1227313"/>
                  </a:lnTo>
                  <a:lnTo>
                    <a:pt x="686025" y="1225254"/>
                  </a:lnTo>
                  <a:lnTo>
                    <a:pt x="689851" y="1223959"/>
                  </a:lnTo>
                  <a:lnTo>
                    <a:pt x="693850" y="1222606"/>
                  </a:lnTo>
                  <a:lnTo>
                    <a:pt x="694546" y="1222371"/>
                  </a:lnTo>
                  <a:lnTo>
                    <a:pt x="695589" y="1222018"/>
                  </a:lnTo>
                  <a:lnTo>
                    <a:pt x="700458" y="1220370"/>
                  </a:lnTo>
                  <a:lnTo>
                    <a:pt x="703415" y="1219370"/>
                  </a:lnTo>
                  <a:lnTo>
                    <a:pt x="705328" y="1218723"/>
                  </a:lnTo>
                  <a:lnTo>
                    <a:pt x="706023" y="1218487"/>
                  </a:lnTo>
                  <a:lnTo>
                    <a:pt x="715414" y="1215310"/>
                  </a:lnTo>
                  <a:lnTo>
                    <a:pt x="718196" y="1214368"/>
                  </a:lnTo>
                  <a:lnTo>
                    <a:pt x="720978" y="1213427"/>
                  </a:lnTo>
                  <a:lnTo>
                    <a:pt x="722891" y="1212780"/>
                  </a:lnTo>
                  <a:lnTo>
                    <a:pt x="728282" y="1210956"/>
                  </a:lnTo>
                  <a:lnTo>
                    <a:pt x="731412" y="1209896"/>
                  </a:lnTo>
                  <a:lnTo>
                    <a:pt x="737846" y="1207719"/>
                  </a:lnTo>
                  <a:lnTo>
                    <a:pt x="745150" y="1205248"/>
                  </a:lnTo>
                  <a:lnTo>
                    <a:pt x="746541" y="1204777"/>
                  </a:lnTo>
                  <a:lnTo>
                    <a:pt x="748454" y="1204130"/>
                  </a:lnTo>
                  <a:lnTo>
                    <a:pt x="752975" y="1202600"/>
                  </a:lnTo>
                  <a:lnTo>
                    <a:pt x="763583" y="1199011"/>
                  </a:lnTo>
                  <a:lnTo>
                    <a:pt x="778886" y="1193833"/>
                  </a:lnTo>
                  <a:lnTo>
                    <a:pt x="780277" y="1193362"/>
                  </a:lnTo>
                  <a:lnTo>
                    <a:pt x="784277" y="1192009"/>
                  </a:lnTo>
                  <a:lnTo>
                    <a:pt x="786016" y="1191420"/>
                  </a:lnTo>
                  <a:lnTo>
                    <a:pt x="790363" y="1189949"/>
                  </a:lnTo>
                  <a:lnTo>
                    <a:pt x="803232" y="1185595"/>
                  </a:lnTo>
                  <a:lnTo>
                    <a:pt x="807058" y="1184300"/>
                  </a:lnTo>
                  <a:lnTo>
                    <a:pt x="812622" y="1182417"/>
                  </a:lnTo>
                  <a:lnTo>
                    <a:pt x="817491" y="1180770"/>
                  </a:lnTo>
                  <a:lnTo>
                    <a:pt x="818187" y="1180535"/>
                  </a:lnTo>
                  <a:lnTo>
                    <a:pt x="820100" y="1179887"/>
                  </a:lnTo>
                  <a:lnTo>
                    <a:pt x="829143" y="1176828"/>
                  </a:lnTo>
                  <a:lnTo>
                    <a:pt x="837316" y="1174062"/>
                  </a:lnTo>
                  <a:lnTo>
                    <a:pt x="837664" y="1173944"/>
                  </a:lnTo>
                  <a:lnTo>
                    <a:pt x="844446" y="1171649"/>
                  </a:lnTo>
                  <a:lnTo>
                    <a:pt x="847054" y="1170767"/>
                  </a:lnTo>
                  <a:lnTo>
                    <a:pt x="848619" y="1170237"/>
                  </a:lnTo>
                  <a:lnTo>
                    <a:pt x="849489" y="1169943"/>
                  </a:lnTo>
                  <a:lnTo>
                    <a:pt x="853836" y="1168472"/>
                  </a:lnTo>
                  <a:lnTo>
                    <a:pt x="859922" y="1166413"/>
                  </a:lnTo>
                  <a:lnTo>
                    <a:pt x="863748" y="1165118"/>
                  </a:lnTo>
                  <a:lnTo>
                    <a:pt x="867748" y="1163765"/>
                  </a:lnTo>
                  <a:lnTo>
                    <a:pt x="868443" y="1163529"/>
                  </a:lnTo>
                  <a:lnTo>
                    <a:pt x="869487" y="1163176"/>
                  </a:lnTo>
                  <a:lnTo>
                    <a:pt x="874356" y="1161529"/>
                  </a:lnTo>
                  <a:lnTo>
                    <a:pt x="879225" y="1159881"/>
                  </a:lnTo>
                  <a:lnTo>
                    <a:pt x="879921" y="1159646"/>
                  </a:lnTo>
                  <a:lnTo>
                    <a:pt x="889311" y="1156468"/>
                  </a:lnTo>
                  <a:lnTo>
                    <a:pt x="892093" y="1155527"/>
                  </a:lnTo>
                  <a:lnTo>
                    <a:pt x="894876" y="1154585"/>
                  </a:lnTo>
                  <a:lnTo>
                    <a:pt x="896789" y="1153938"/>
                  </a:lnTo>
                  <a:lnTo>
                    <a:pt x="902179" y="1152114"/>
                  </a:lnTo>
                  <a:lnTo>
                    <a:pt x="905310" y="1151055"/>
                  </a:lnTo>
                  <a:lnTo>
                    <a:pt x="911744" y="1148878"/>
                  </a:lnTo>
                  <a:lnTo>
                    <a:pt x="919048" y="1146407"/>
                  </a:lnTo>
                  <a:lnTo>
                    <a:pt x="920439" y="1145936"/>
                  </a:lnTo>
                  <a:lnTo>
                    <a:pt x="922352" y="1145289"/>
                  </a:lnTo>
                  <a:lnTo>
                    <a:pt x="926873" y="1143759"/>
                  </a:lnTo>
                  <a:lnTo>
                    <a:pt x="937481" y="1140169"/>
                  </a:lnTo>
                  <a:lnTo>
                    <a:pt x="952784" y="1134991"/>
                  </a:lnTo>
                  <a:lnTo>
                    <a:pt x="954175" y="1134521"/>
                  </a:lnTo>
                  <a:lnTo>
                    <a:pt x="958174" y="1133167"/>
                  </a:lnTo>
                  <a:lnTo>
                    <a:pt x="959913" y="1132579"/>
                  </a:lnTo>
                  <a:lnTo>
                    <a:pt x="964261" y="1131108"/>
                  </a:lnTo>
                  <a:lnTo>
                    <a:pt x="977129" y="1126753"/>
                  </a:lnTo>
                  <a:lnTo>
                    <a:pt x="980955" y="1125459"/>
                  </a:lnTo>
                  <a:lnTo>
                    <a:pt x="986520" y="1123576"/>
                  </a:lnTo>
                  <a:lnTo>
                    <a:pt x="991389" y="1121928"/>
                  </a:lnTo>
                  <a:lnTo>
                    <a:pt x="992084" y="1121693"/>
                  </a:lnTo>
                  <a:lnTo>
                    <a:pt x="993997" y="1121046"/>
                  </a:lnTo>
                  <a:lnTo>
                    <a:pt x="1003040" y="1117986"/>
                  </a:lnTo>
                  <a:lnTo>
                    <a:pt x="1011213" y="1115221"/>
                  </a:lnTo>
                  <a:lnTo>
                    <a:pt x="1011561" y="1115103"/>
                  </a:lnTo>
                  <a:lnTo>
                    <a:pt x="1018343" y="1112808"/>
                  </a:lnTo>
                  <a:lnTo>
                    <a:pt x="1020951" y="1111925"/>
                  </a:lnTo>
                  <a:lnTo>
                    <a:pt x="1022516" y="1111396"/>
                  </a:lnTo>
                  <a:lnTo>
                    <a:pt x="1023386" y="1111102"/>
                  </a:lnTo>
                  <a:lnTo>
                    <a:pt x="1027733" y="1109631"/>
                  </a:lnTo>
                  <a:lnTo>
                    <a:pt x="1033820" y="1107571"/>
                  </a:lnTo>
                  <a:lnTo>
                    <a:pt x="1037646" y="1106277"/>
                  </a:lnTo>
                  <a:lnTo>
                    <a:pt x="1041645" y="1104923"/>
                  </a:lnTo>
                  <a:lnTo>
                    <a:pt x="1042341" y="1104688"/>
                  </a:lnTo>
                  <a:lnTo>
                    <a:pt x="1043384" y="1104335"/>
                  </a:lnTo>
                  <a:lnTo>
                    <a:pt x="1048253" y="1102687"/>
                  </a:lnTo>
                  <a:lnTo>
                    <a:pt x="1051210" y="1101687"/>
                  </a:lnTo>
                  <a:lnTo>
                    <a:pt x="1053122" y="1101040"/>
                  </a:lnTo>
                  <a:lnTo>
                    <a:pt x="1053818" y="1100804"/>
                  </a:lnTo>
                  <a:lnTo>
                    <a:pt x="1063208" y="1097627"/>
                  </a:lnTo>
                  <a:lnTo>
                    <a:pt x="1065991" y="1096686"/>
                  </a:lnTo>
                  <a:lnTo>
                    <a:pt x="1068773" y="1095744"/>
                  </a:lnTo>
                  <a:lnTo>
                    <a:pt x="1070686" y="1095097"/>
                  </a:lnTo>
                  <a:lnTo>
                    <a:pt x="1076077" y="1093273"/>
                  </a:lnTo>
                  <a:lnTo>
                    <a:pt x="1079207" y="1092214"/>
                  </a:lnTo>
                  <a:lnTo>
                    <a:pt x="1085641" y="1090036"/>
                  </a:lnTo>
                  <a:lnTo>
                    <a:pt x="1092945" y="1087565"/>
                  </a:lnTo>
                  <a:lnTo>
                    <a:pt x="1094336" y="1087094"/>
                  </a:lnTo>
                  <a:lnTo>
                    <a:pt x="1096249" y="1086447"/>
                  </a:lnTo>
                  <a:lnTo>
                    <a:pt x="1100770" y="1084917"/>
                  </a:lnTo>
                  <a:lnTo>
                    <a:pt x="1111378" y="1081328"/>
                  </a:lnTo>
                  <a:lnTo>
                    <a:pt x="1126681" y="1076150"/>
                  </a:lnTo>
                  <a:lnTo>
                    <a:pt x="1128072" y="1075679"/>
                  </a:lnTo>
                  <a:lnTo>
                    <a:pt x="1132072" y="1074326"/>
                  </a:lnTo>
                  <a:lnTo>
                    <a:pt x="1133811" y="1073737"/>
                  </a:lnTo>
                  <a:lnTo>
                    <a:pt x="1138158" y="1072266"/>
                  </a:lnTo>
                  <a:lnTo>
                    <a:pt x="1151027" y="1067912"/>
                  </a:lnTo>
                  <a:lnTo>
                    <a:pt x="1154852" y="1066618"/>
                  </a:lnTo>
                  <a:lnTo>
                    <a:pt x="1160417" y="1064735"/>
                  </a:lnTo>
                  <a:lnTo>
                    <a:pt x="1165286" y="1063087"/>
                  </a:lnTo>
                  <a:lnTo>
                    <a:pt x="1165982" y="1062852"/>
                  </a:lnTo>
                  <a:lnTo>
                    <a:pt x="1167895" y="1062204"/>
                  </a:lnTo>
                  <a:lnTo>
                    <a:pt x="1176937" y="1059145"/>
                  </a:lnTo>
                  <a:lnTo>
                    <a:pt x="1185111" y="1056379"/>
                  </a:lnTo>
                  <a:lnTo>
                    <a:pt x="1185458" y="1056261"/>
                  </a:lnTo>
                  <a:lnTo>
                    <a:pt x="1192240" y="1053967"/>
                  </a:lnTo>
                  <a:lnTo>
                    <a:pt x="1194849" y="1053084"/>
                  </a:lnTo>
                  <a:lnTo>
                    <a:pt x="1196414" y="1052554"/>
                  </a:lnTo>
                  <a:lnTo>
                    <a:pt x="1197283" y="1052260"/>
                  </a:lnTo>
                  <a:lnTo>
                    <a:pt x="1201631" y="1050789"/>
                  </a:lnTo>
                  <a:lnTo>
                    <a:pt x="1207717" y="1048730"/>
                  </a:lnTo>
                  <a:lnTo>
                    <a:pt x="1211543" y="1047435"/>
                  </a:lnTo>
                  <a:lnTo>
                    <a:pt x="1215543" y="1046082"/>
                  </a:lnTo>
                  <a:lnTo>
                    <a:pt x="1216238" y="1045847"/>
                  </a:lnTo>
                  <a:lnTo>
                    <a:pt x="1217282" y="1045494"/>
                  </a:lnTo>
                  <a:lnTo>
                    <a:pt x="1222151" y="1043846"/>
                  </a:lnTo>
                  <a:lnTo>
                    <a:pt x="1225107" y="1042846"/>
                  </a:lnTo>
                  <a:lnTo>
                    <a:pt x="1227020" y="1042198"/>
                  </a:lnTo>
                  <a:lnTo>
                    <a:pt x="1227715" y="1041963"/>
                  </a:lnTo>
                  <a:lnTo>
                    <a:pt x="1237106" y="1038786"/>
                  </a:lnTo>
                  <a:lnTo>
                    <a:pt x="1239888" y="1037844"/>
                  </a:lnTo>
                  <a:lnTo>
                    <a:pt x="1242671" y="1036903"/>
                  </a:lnTo>
                  <a:lnTo>
                    <a:pt x="1244584" y="1036255"/>
                  </a:lnTo>
                  <a:lnTo>
                    <a:pt x="1249974" y="1034431"/>
                  </a:lnTo>
                  <a:lnTo>
                    <a:pt x="1253105" y="1033372"/>
                  </a:lnTo>
                  <a:lnTo>
                    <a:pt x="1259539" y="1031195"/>
                  </a:lnTo>
                  <a:lnTo>
                    <a:pt x="1266842" y="1028724"/>
                  </a:lnTo>
                  <a:lnTo>
                    <a:pt x="1268234" y="1028253"/>
                  </a:lnTo>
                  <a:lnTo>
                    <a:pt x="1270146" y="1027606"/>
                  </a:lnTo>
                  <a:lnTo>
                    <a:pt x="1274668" y="1026076"/>
                  </a:lnTo>
                  <a:lnTo>
                    <a:pt x="1285276" y="1022487"/>
                  </a:lnTo>
                  <a:lnTo>
                    <a:pt x="1300579" y="1017308"/>
                  </a:lnTo>
                  <a:lnTo>
                    <a:pt x="1301970" y="1016838"/>
                  </a:lnTo>
                  <a:lnTo>
                    <a:pt x="1305969" y="1015484"/>
                  </a:lnTo>
                  <a:lnTo>
                    <a:pt x="1307708" y="1014896"/>
                  </a:lnTo>
                  <a:lnTo>
                    <a:pt x="1312056" y="1013425"/>
                  </a:lnTo>
                  <a:lnTo>
                    <a:pt x="1324924" y="1009071"/>
                  </a:lnTo>
                  <a:lnTo>
                    <a:pt x="1328750" y="1007776"/>
                  </a:lnTo>
                  <a:lnTo>
                    <a:pt x="1334315" y="1005893"/>
                  </a:lnTo>
                  <a:lnTo>
                    <a:pt x="1339184" y="1004246"/>
                  </a:lnTo>
                  <a:lnTo>
                    <a:pt x="1339879" y="1004010"/>
                  </a:lnTo>
                  <a:lnTo>
                    <a:pt x="1341792" y="1003363"/>
                  </a:lnTo>
                  <a:lnTo>
                    <a:pt x="1350835" y="1000303"/>
                  </a:lnTo>
                  <a:lnTo>
                    <a:pt x="1359008" y="997538"/>
                  </a:lnTo>
                  <a:lnTo>
                    <a:pt x="1359356" y="997420"/>
                  </a:lnTo>
                  <a:lnTo>
                    <a:pt x="1366138" y="995125"/>
                  </a:lnTo>
                  <a:lnTo>
                    <a:pt x="1368746" y="994243"/>
                  </a:lnTo>
                  <a:lnTo>
                    <a:pt x="1370311" y="993713"/>
                  </a:lnTo>
                  <a:lnTo>
                    <a:pt x="1371181" y="993419"/>
                  </a:lnTo>
                  <a:lnTo>
                    <a:pt x="1375528" y="991948"/>
                  </a:lnTo>
                  <a:lnTo>
                    <a:pt x="1381615" y="989888"/>
                  </a:lnTo>
                  <a:lnTo>
                    <a:pt x="1385440" y="988594"/>
                  </a:lnTo>
                  <a:lnTo>
                    <a:pt x="1389440" y="987241"/>
                  </a:lnTo>
                  <a:lnTo>
                    <a:pt x="1390136" y="987005"/>
                  </a:lnTo>
                  <a:lnTo>
                    <a:pt x="1391179" y="986652"/>
                  </a:lnTo>
                  <a:lnTo>
                    <a:pt x="1396048" y="985005"/>
                  </a:lnTo>
                  <a:lnTo>
                    <a:pt x="1399004" y="984004"/>
                  </a:lnTo>
                  <a:lnTo>
                    <a:pt x="1400917" y="983357"/>
                  </a:lnTo>
                  <a:lnTo>
                    <a:pt x="1401613" y="983122"/>
                  </a:lnTo>
                  <a:lnTo>
                    <a:pt x="1411003" y="979944"/>
                  </a:lnTo>
                  <a:lnTo>
                    <a:pt x="1413786" y="979003"/>
                  </a:lnTo>
                  <a:lnTo>
                    <a:pt x="1416568" y="978061"/>
                  </a:lnTo>
                  <a:lnTo>
                    <a:pt x="1418481" y="977414"/>
                  </a:lnTo>
                  <a:lnTo>
                    <a:pt x="1423872" y="975590"/>
                  </a:lnTo>
                  <a:lnTo>
                    <a:pt x="1427002" y="974531"/>
                  </a:lnTo>
                  <a:lnTo>
                    <a:pt x="1433436" y="972354"/>
                  </a:lnTo>
                  <a:lnTo>
                    <a:pt x="1440740" y="969882"/>
                  </a:lnTo>
                  <a:lnTo>
                    <a:pt x="1442131" y="969412"/>
                  </a:lnTo>
                  <a:lnTo>
                    <a:pt x="1444044" y="968764"/>
                  </a:lnTo>
                  <a:lnTo>
                    <a:pt x="1448565" y="967234"/>
                  </a:lnTo>
                  <a:lnTo>
                    <a:pt x="1459173" y="963645"/>
                  </a:lnTo>
                  <a:lnTo>
                    <a:pt x="1474476" y="958467"/>
                  </a:lnTo>
                  <a:lnTo>
                    <a:pt x="1475867" y="957996"/>
                  </a:lnTo>
                  <a:lnTo>
                    <a:pt x="1479867" y="956643"/>
                  </a:lnTo>
                  <a:lnTo>
                    <a:pt x="1481606" y="956055"/>
                  </a:lnTo>
                  <a:lnTo>
                    <a:pt x="1485953" y="954584"/>
                  </a:lnTo>
                  <a:lnTo>
                    <a:pt x="1498822" y="950229"/>
                  </a:lnTo>
                  <a:lnTo>
                    <a:pt x="1502647" y="948935"/>
                  </a:lnTo>
                  <a:lnTo>
                    <a:pt x="1508212" y="947052"/>
                  </a:lnTo>
                  <a:lnTo>
                    <a:pt x="1513081" y="945404"/>
                  </a:lnTo>
                  <a:lnTo>
                    <a:pt x="1513777" y="945169"/>
                  </a:lnTo>
                  <a:lnTo>
                    <a:pt x="1515690" y="944522"/>
                  </a:lnTo>
                  <a:lnTo>
                    <a:pt x="1524732" y="941462"/>
                  </a:lnTo>
                  <a:lnTo>
                    <a:pt x="1532905" y="938696"/>
                  </a:lnTo>
                  <a:lnTo>
                    <a:pt x="1533253" y="938579"/>
                  </a:lnTo>
                  <a:lnTo>
                    <a:pt x="1540035" y="936284"/>
                  </a:lnTo>
                  <a:lnTo>
                    <a:pt x="1542644" y="935401"/>
                  </a:lnTo>
                  <a:lnTo>
                    <a:pt x="1544209" y="934872"/>
                  </a:lnTo>
                  <a:lnTo>
                    <a:pt x="1545078" y="934577"/>
                  </a:lnTo>
                  <a:lnTo>
                    <a:pt x="1549426" y="933106"/>
                  </a:lnTo>
                  <a:lnTo>
                    <a:pt x="1555512" y="931047"/>
                  </a:lnTo>
                  <a:lnTo>
                    <a:pt x="1559338" y="929752"/>
                  </a:lnTo>
                  <a:lnTo>
                    <a:pt x="1563338" y="928399"/>
                  </a:lnTo>
                  <a:lnTo>
                    <a:pt x="1564033" y="928164"/>
                  </a:lnTo>
                  <a:lnTo>
                    <a:pt x="1565077" y="927811"/>
                  </a:lnTo>
                  <a:lnTo>
                    <a:pt x="1569946" y="926163"/>
                  </a:lnTo>
                  <a:lnTo>
                    <a:pt x="1572902" y="925163"/>
                  </a:lnTo>
                  <a:lnTo>
                    <a:pt x="1574815" y="924516"/>
                  </a:lnTo>
                  <a:lnTo>
                    <a:pt x="1575510" y="924280"/>
                  </a:lnTo>
                  <a:lnTo>
                    <a:pt x="1584901" y="921103"/>
                  </a:lnTo>
                  <a:lnTo>
                    <a:pt x="1587683" y="920161"/>
                  </a:lnTo>
                  <a:lnTo>
                    <a:pt x="1590466" y="919220"/>
                  </a:lnTo>
                  <a:lnTo>
                    <a:pt x="1592378" y="918573"/>
                  </a:lnTo>
                  <a:lnTo>
                    <a:pt x="1597769" y="916749"/>
                  </a:lnTo>
                  <a:lnTo>
                    <a:pt x="1600899" y="915689"/>
                  </a:lnTo>
                  <a:lnTo>
                    <a:pt x="1607334" y="913512"/>
                  </a:lnTo>
                  <a:lnTo>
                    <a:pt x="1614637" y="911041"/>
                  </a:lnTo>
                  <a:lnTo>
                    <a:pt x="1616028" y="910570"/>
                  </a:lnTo>
                  <a:lnTo>
                    <a:pt x="1617941" y="909923"/>
                  </a:lnTo>
                  <a:lnTo>
                    <a:pt x="1622463" y="908393"/>
                  </a:lnTo>
                  <a:lnTo>
                    <a:pt x="1633070" y="904804"/>
                  </a:lnTo>
                  <a:lnTo>
                    <a:pt x="1648373" y="899626"/>
                  </a:lnTo>
                  <a:lnTo>
                    <a:pt x="1649765" y="899155"/>
                  </a:lnTo>
                  <a:lnTo>
                    <a:pt x="1653764" y="897802"/>
                  </a:lnTo>
                  <a:lnTo>
                    <a:pt x="1655503" y="897213"/>
                  </a:lnTo>
                  <a:lnTo>
                    <a:pt x="1659851" y="895742"/>
                  </a:lnTo>
                  <a:lnTo>
                    <a:pt x="1672719" y="891388"/>
                  </a:lnTo>
                  <a:lnTo>
                    <a:pt x="1676545" y="890093"/>
                  </a:lnTo>
                  <a:lnTo>
                    <a:pt x="1682110" y="888210"/>
                  </a:lnTo>
                  <a:lnTo>
                    <a:pt x="1686979" y="886563"/>
                  </a:lnTo>
                  <a:lnTo>
                    <a:pt x="1687674" y="886328"/>
                  </a:lnTo>
                  <a:lnTo>
                    <a:pt x="1689587" y="885680"/>
                  </a:lnTo>
                  <a:lnTo>
                    <a:pt x="1698630" y="882621"/>
                  </a:lnTo>
                  <a:lnTo>
                    <a:pt x="1706803" y="879855"/>
                  </a:lnTo>
                  <a:lnTo>
                    <a:pt x="1707151" y="879737"/>
                  </a:lnTo>
                  <a:lnTo>
                    <a:pt x="1713933" y="877442"/>
                  </a:lnTo>
                  <a:lnTo>
                    <a:pt x="1716541" y="876560"/>
                  </a:lnTo>
                  <a:lnTo>
                    <a:pt x="1718106" y="876030"/>
                  </a:lnTo>
                  <a:lnTo>
                    <a:pt x="1718976" y="875736"/>
                  </a:lnTo>
                  <a:lnTo>
                    <a:pt x="1723323" y="874265"/>
                  </a:lnTo>
                  <a:lnTo>
                    <a:pt x="1729410" y="872206"/>
                  </a:lnTo>
                  <a:lnTo>
                    <a:pt x="1733235" y="870911"/>
                  </a:lnTo>
                  <a:lnTo>
                    <a:pt x="1737235" y="869558"/>
                  </a:lnTo>
                  <a:lnTo>
                    <a:pt x="1737931" y="869322"/>
                  </a:lnTo>
                  <a:lnTo>
                    <a:pt x="1738974" y="868969"/>
                  </a:lnTo>
                  <a:lnTo>
                    <a:pt x="1743843" y="867322"/>
                  </a:lnTo>
                  <a:lnTo>
                    <a:pt x="1746799" y="866321"/>
                  </a:lnTo>
                  <a:lnTo>
                    <a:pt x="1748712" y="865674"/>
                  </a:lnTo>
                  <a:lnTo>
                    <a:pt x="1749408" y="865439"/>
                  </a:lnTo>
                  <a:lnTo>
                    <a:pt x="1758798" y="862261"/>
                  </a:lnTo>
                  <a:lnTo>
                    <a:pt x="1761581" y="861320"/>
                  </a:lnTo>
                  <a:lnTo>
                    <a:pt x="1764363" y="860378"/>
                  </a:lnTo>
                  <a:lnTo>
                    <a:pt x="1766276" y="859731"/>
                  </a:lnTo>
                  <a:lnTo>
                    <a:pt x="1771667" y="857907"/>
                  </a:lnTo>
                  <a:lnTo>
                    <a:pt x="1774797" y="856848"/>
                  </a:lnTo>
                  <a:lnTo>
                    <a:pt x="1781231" y="854671"/>
                  </a:lnTo>
                  <a:lnTo>
                    <a:pt x="1788535" y="852200"/>
                  </a:lnTo>
                  <a:lnTo>
                    <a:pt x="1789926" y="851729"/>
                  </a:lnTo>
                  <a:lnTo>
                    <a:pt x="1791839" y="851082"/>
                  </a:lnTo>
                  <a:lnTo>
                    <a:pt x="1796360" y="849552"/>
                  </a:lnTo>
                  <a:lnTo>
                    <a:pt x="1806968" y="845962"/>
                  </a:lnTo>
                  <a:lnTo>
                    <a:pt x="1822271" y="840784"/>
                  </a:lnTo>
                  <a:lnTo>
                    <a:pt x="1823662" y="840314"/>
                  </a:lnTo>
                  <a:lnTo>
                    <a:pt x="1827662" y="838960"/>
                  </a:lnTo>
                  <a:lnTo>
                    <a:pt x="1829401" y="838372"/>
                  </a:lnTo>
                  <a:lnTo>
                    <a:pt x="1846616" y="832546"/>
                  </a:lnTo>
                  <a:lnTo>
                    <a:pt x="1850442" y="831252"/>
                  </a:lnTo>
                  <a:lnTo>
                    <a:pt x="1856007" y="829369"/>
                  </a:lnTo>
                  <a:lnTo>
                    <a:pt x="1860876" y="827721"/>
                  </a:lnTo>
                  <a:lnTo>
                    <a:pt x="1861572" y="827486"/>
                  </a:lnTo>
                  <a:lnTo>
                    <a:pt x="1863485" y="826839"/>
                  </a:lnTo>
                  <a:lnTo>
                    <a:pt x="1872527" y="823779"/>
                  </a:lnTo>
                  <a:lnTo>
                    <a:pt x="1880700" y="821014"/>
                  </a:lnTo>
                  <a:lnTo>
                    <a:pt x="1881048" y="820896"/>
                  </a:lnTo>
                  <a:lnTo>
                    <a:pt x="1887830" y="818601"/>
                  </a:lnTo>
                  <a:lnTo>
                    <a:pt x="1890439" y="817718"/>
                  </a:lnTo>
                  <a:lnTo>
                    <a:pt x="1892004" y="817189"/>
                  </a:lnTo>
                  <a:lnTo>
                    <a:pt x="1892873" y="816895"/>
                  </a:lnTo>
                  <a:lnTo>
                    <a:pt x="1897221" y="815424"/>
                  </a:lnTo>
                  <a:lnTo>
                    <a:pt x="1903307" y="813364"/>
                  </a:lnTo>
                  <a:lnTo>
                    <a:pt x="1907133" y="812070"/>
                  </a:lnTo>
                  <a:lnTo>
                    <a:pt x="1911132" y="810716"/>
                  </a:lnTo>
                  <a:lnTo>
                    <a:pt x="1911828" y="810481"/>
                  </a:lnTo>
                  <a:lnTo>
                    <a:pt x="1912871" y="810128"/>
                  </a:lnTo>
                  <a:lnTo>
                    <a:pt x="1917741" y="808480"/>
                  </a:lnTo>
                  <a:lnTo>
                    <a:pt x="1920697" y="807480"/>
                  </a:lnTo>
                  <a:lnTo>
                    <a:pt x="1922610" y="806833"/>
                  </a:lnTo>
                  <a:lnTo>
                    <a:pt x="1923305" y="806597"/>
                  </a:lnTo>
                  <a:lnTo>
                    <a:pt x="1932696" y="803420"/>
                  </a:lnTo>
                  <a:lnTo>
                    <a:pt x="1935478" y="802479"/>
                  </a:lnTo>
                  <a:lnTo>
                    <a:pt x="1938260" y="801537"/>
                  </a:lnTo>
                  <a:lnTo>
                    <a:pt x="1940173" y="800890"/>
                  </a:lnTo>
                  <a:lnTo>
                    <a:pt x="1945564" y="799066"/>
                  </a:lnTo>
                  <a:lnTo>
                    <a:pt x="1948694" y="798007"/>
                  </a:lnTo>
                  <a:lnTo>
                    <a:pt x="1955128" y="795829"/>
                  </a:lnTo>
                  <a:lnTo>
                    <a:pt x="1962432" y="793358"/>
                  </a:lnTo>
                  <a:lnTo>
                    <a:pt x="1963823" y="792887"/>
                  </a:lnTo>
                  <a:lnTo>
                    <a:pt x="1965736" y="792240"/>
                  </a:lnTo>
                  <a:lnTo>
                    <a:pt x="1970258" y="790710"/>
                  </a:lnTo>
                  <a:lnTo>
                    <a:pt x="1980865" y="787121"/>
                  </a:lnTo>
                  <a:lnTo>
                    <a:pt x="1996168" y="781943"/>
                  </a:lnTo>
                  <a:lnTo>
                    <a:pt x="1997559" y="781472"/>
                  </a:lnTo>
                  <a:lnTo>
                    <a:pt x="2001559" y="780119"/>
                  </a:lnTo>
                  <a:lnTo>
                    <a:pt x="2003298" y="779530"/>
                  </a:lnTo>
                  <a:lnTo>
                    <a:pt x="2007646" y="778059"/>
                  </a:lnTo>
                  <a:lnTo>
                    <a:pt x="2020514" y="773705"/>
                  </a:lnTo>
                  <a:lnTo>
                    <a:pt x="2024340" y="772411"/>
                  </a:lnTo>
                  <a:lnTo>
                    <a:pt x="2029904" y="770528"/>
                  </a:lnTo>
                  <a:lnTo>
                    <a:pt x="2034774" y="768880"/>
                  </a:lnTo>
                  <a:lnTo>
                    <a:pt x="2035469" y="768645"/>
                  </a:lnTo>
                  <a:lnTo>
                    <a:pt x="2037382" y="767997"/>
                  </a:lnTo>
                  <a:lnTo>
                    <a:pt x="2046425" y="764938"/>
                  </a:lnTo>
                  <a:lnTo>
                    <a:pt x="2054598" y="762172"/>
                  </a:lnTo>
                  <a:lnTo>
                    <a:pt x="2054946" y="762054"/>
                  </a:lnTo>
                  <a:lnTo>
                    <a:pt x="2061728" y="759760"/>
                  </a:lnTo>
                  <a:lnTo>
                    <a:pt x="2064336" y="758877"/>
                  </a:lnTo>
                  <a:lnTo>
                    <a:pt x="2065901" y="758347"/>
                  </a:lnTo>
                  <a:lnTo>
                    <a:pt x="2066771" y="758053"/>
                  </a:lnTo>
                  <a:lnTo>
                    <a:pt x="2071118" y="756582"/>
                  </a:lnTo>
                  <a:lnTo>
                    <a:pt x="2077205" y="754523"/>
                  </a:lnTo>
                  <a:lnTo>
                    <a:pt x="2081030" y="753228"/>
                  </a:lnTo>
                  <a:lnTo>
                    <a:pt x="2085030" y="751875"/>
                  </a:lnTo>
                  <a:lnTo>
                    <a:pt x="2085725" y="751640"/>
                  </a:lnTo>
                  <a:lnTo>
                    <a:pt x="2086769" y="751287"/>
                  </a:lnTo>
                  <a:lnTo>
                    <a:pt x="2091638" y="749639"/>
                  </a:lnTo>
                  <a:lnTo>
                    <a:pt x="2094594" y="748639"/>
                  </a:lnTo>
                  <a:lnTo>
                    <a:pt x="2096507" y="747991"/>
                  </a:lnTo>
                  <a:lnTo>
                    <a:pt x="2097203" y="747756"/>
                  </a:lnTo>
                  <a:lnTo>
                    <a:pt x="2106593" y="744579"/>
                  </a:lnTo>
                  <a:lnTo>
                    <a:pt x="2109376" y="743637"/>
                  </a:lnTo>
                  <a:lnTo>
                    <a:pt x="2112158" y="742696"/>
                  </a:lnTo>
                  <a:lnTo>
                    <a:pt x="2114071" y="742048"/>
                  </a:lnTo>
                  <a:lnTo>
                    <a:pt x="2119462" y="740224"/>
                  </a:lnTo>
                  <a:lnTo>
                    <a:pt x="2122592" y="739165"/>
                  </a:lnTo>
                  <a:lnTo>
                    <a:pt x="2129026" y="736988"/>
                  </a:lnTo>
                  <a:lnTo>
                    <a:pt x="2136330" y="734517"/>
                  </a:lnTo>
                  <a:lnTo>
                    <a:pt x="2137721" y="734046"/>
                  </a:lnTo>
                  <a:lnTo>
                    <a:pt x="2139634" y="733399"/>
                  </a:lnTo>
                  <a:lnTo>
                    <a:pt x="2144155" y="731869"/>
                  </a:lnTo>
                  <a:lnTo>
                    <a:pt x="2154763" y="728280"/>
                  </a:lnTo>
                  <a:lnTo>
                    <a:pt x="2170066" y="723101"/>
                  </a:lnTo>
                  <a:lnTo>
                    <a:pt x="2171457" y="722631"/>
                  </a:lnTo>
                  <a:lnTo>
                    <a:pt x="2175457" y="721277"/>
                  </a:lnTo>
                  <a:lnTo>
                    <a:pt x="2177196" y="720689"/>
                  </a:lnTo>
                  <a:lnTo>
                    <a:pt x="2181543" y="719218"/>
                  </a:lnTo>
                  <a:lnTo>
                    <a:pt x="2194411" y="714864"/>
                  </a:lnTo>
                  <a:lnTo>
                    <a:pt x="2198237" y="713569"/>
                  </a:lnTo>
                  <a:lnTo>
                    <a:pt x="2203802" y="711686"/>
                  </a:lnTo>
                  <a:lnTo>
                    <a:pt x="2208671" y="710039"/>
                  </a:lnTo>
                  <a:lnTo>
                    <a:pt x="2209367" y="709803"/>
                  </a:lnTo>
                  <a:lnTo>
                    <a:pt x="2211279" y="709156"/>
                  </a:lnTo>
                  <a:lnTo>
                    <a:pt x="2220322" y="706096"/>
                  </a:lnTo>
                  <a:lnTo>
                    <a:pt x="2228495" y="703331"/>
                  </a:lnTo>
                  <a:lnTo>
                    <a:pt x="2228843" y="703213"/>
                  </a:lnTo>
                  <a:lnTo>
                    <a:pt x="2235625" y="700918"/>
                  </a:lnTo>
                  <a:lnTo>
                    <a:pt x="2238234" y="700036"/>
                  </a:lnTo>
                  <a:lnTo>
                    <a:pt x="2239799" y="699506"/>
                  </a:lnTo>
                  <a:lnTo>
                    <a:pt x="2240668" y="699212"/>
                  </a:lnTo>
                  <a:lnTo>
                    <a:pt x="2245016" y="697741"/>
                  </a:lnTo>
                  <a:lnTo>
                    <a:pt x="2251102" y="695681"/>
                  </a:lnTo>
                  <a:lnTo>
                    <a:pt x="2254928" y="694387"/>
                  </a:lnTo>
                  <a:lnTo>
                    <a:pt x="2258927" y="693034"/>
                  </a:lnTo>
                  <a:lnTo>
                    <a:pt x="2259623" y="692798"/>
                  </a:lnTo>
                  <a:lnTo>
                    <a:pt x="2260666" y="692445"/>
                  </a:lnTo>
                  <a:lnTo>
                    <a:pt x="2265535" y="690798"/>
                  </a:lnTo>
                  <a:lnTo>
                    <a:pt x="2268492" y="689797"/>
                  </a:lnTo>
                  <a:lnTo>
                    <a:pt x="2270405" y="689150"/>
                  </a:lnTo>
                  <a:lnTo>
                    <a:pt x="2271100" y="688915"/>
                  </a:lnTo>
                  <a:lnTo>
                    <a:pt x="2280491" y="685737"/>
                  </a:lnTo>
                  <a:lnTo>
                    <a:pt x="2283273" y="684796"/>
                  </a:lnTo>
                  <a:lnTo>
                    <a:pt x="2286055" y="683854"/>
                  </a:lnTo>
                  <a:lnTo>
                    <a:pt x="2287968" y="683207"/>
                  </a:lnTo>
                  <a:lnTo>
                    <a:pt x="2293359" y="681383"/>
                  </a:lnTo>
                  <a:lnTo>
                    <a:pt x="2296489" y="680324"/>
                  </a:lnTo>
                  <a:lnTo>
                    <a:pt x="2302923" y="678147"/>
                  </a:lnTo>
                  <a:lnTo>
                    <a:pt x="2310227" y="675675"/>
                  </a:lnTo>
                  <a:lnTo>
                    <a:pt x="2311618" y="675205"/>
                  </a:lnTo>
                  <a:lnTo>
                    <a:pt x="2313531" y="674557"/>
                  </a:lnTo>
                  <a:lnTo>
                    <a:pt x="2318052" y="673027"/>
                  </a:lnTo>
                  <a:lnTo>
                    <a:pt x="2328660" y="669438"/>
                  </a:lnTo>
                  <a:lnTo>
                    <a:pt x="2343963" y="664260"/>
                  </a:lnTo>
                  <a:lnTo>
                    <a:pt x="2345354" y="663789"/>
                  </a:lnTo>
                  <a:lnTo>
                    <a:pt x="2349354" y="662436"/>
                  </a:lnTo>
                  <a:lnTo>
                    <a:pt x="2351093" y="661848"/>
                  </a:lnTo>
                  <a:lnTo>
                    <a:pt x="2355440" y="660377"/>
                  </a:lnTo>
                  <a:lnTo>
                    <a:pt x="2368309" y="656022"/>
                  </a:lnTo>
                  <a:lnTo>
                    <a:pt x="2372135" y="654728"/>
                  </a:lnTo>
                  <a:lnTo>
                    <a:pt x="2377699" y="652845"/>
                  </a:lnTo>
                  <a:lnTo>
                    <a:pt x="2382568" y="651197"/>
                  </a:lnTo>
                  <a:lnTo>
                    <a:pt x="2383264" y="650962"/>
                  </a:lnTo>
                  <a:lnTo>
                    <a:pt x="2385177" y="650315"/>
                  </a:lnTo>
                  <a:lnTo>
                    <a:pt x="2394220" y="647255"/>
                  </a:lnTo>
                  <a:lnTo>
                    <a:pt x="2402393" y="644489"/>
                  </a:lnTo>
                  <a:lnTo>
                    <a:pt x="2402741" y="644372"/>
                  </a:lnTo>
                  <a:lnTo>
                    <a:pt x="2409523" y="642077"/>
                  </a:lnTo>
                  <a:lnTo>
                    <a:pt x="2412131" y="641194"/>
                  </a:lnTo>
                  <a:lnTo>
                    <a:pt x="2413696" y="640665"/>
                  </a:lnTo>
                  <a:lnTo>
                    <a:pt x="2414566" y="640370"/>
                  </a:lnTo>
                  <a:lnTo>
                    <a:pt x="2418913" y="638899"/>
                  </a:lnTo>
                  <a:lnTo>
                    <a:pt x="2424999" y="636840"/>
                  </a:lnTo>
                  <a:lnTo>
                    <a:pt x="2428825" y="635545"/>
                  </a:lnTo>
                  <a:lnTo>
                    <a:pt x="2432825" y="634192"/>
                  </a:lnTo>
                  <a:lnTo>
                    <a:pt x="2433520" y="633957"/>
                  </a:lnTo>
                  <a:lnTo>
                    <a:pt x="2434564" y="633604"/>
                  </a:lnTo>
                  <a:lnTo>
                    <a:pt x="2439433" y="631956"/>
                  </a:lnTo>
                  <a:lnTo>
                    <a:pt x="2442389" y="630956"/>
                  </a:lnTo>
                  <a:lnTo>
                    <a:pt x="2444302" y="630309"/>
                  </a:lnTo>
                  <a:lnTo>
                    <a:pt x="2444998" y="630073"/>
                  </a:lnTo>
                  <a:lnTo>
                    <a:pt x="2454388" y="626896"/>
                  </a:lnTo>
                  <a:lnTo>
                    <a:pt x="2457170" y="625954"/>
                  </a:lnTo>
                  <a:lnTo>
                    <a:pt x="2459953" y="625013"/>
                  </a:lnTo>
                  <a:lnTo>
                    <a:pt x="2461866" y="624366"/>
                  </a:lnTo>
                  <a:lnTo>
                    <a:pt x="2467256" y="622542"/>
                  </a:lnTo>
                  <a:lnTo>
                    <a:pt x="2470387" y="621482"/>
                  </a:lnTo>
                  <a:lnTo>
                    <a:pt x="2476821" y="619305"/>
                  </a:lnTo>
                  <a:lnTo>
                    <a:pt x="2484125" y="616834"/>
                  </a:lnTo>
                  <a:lnTo>
                    <a:pt x="2485516" y="616363"/>
                  </a:lnTo>
                  <a:lnTo>
                    <a:pt x="2487429" y="615716"/>
                  </a:lnTo>
                  <a:lnTo>
                    <a:pt x="2491950" y="614186"/>
                  </a:lnTo>
                  <a:lnTo>
                    <a:pt x="2502558" y="610597"/>
                  </a:lnTo>
                  <a:lnTo>
                    <a:pt x="2517861" y="605419"/>
                  </a:lnTo>
                  <a:lnTo>
                    <a:pt x="2519252" y="604948"/>
                  </a:lnTo>
                  <a:lnTo>
                    <a:pt x="2523251" y="603595"/>
                  </a:lnTo>
                  <a:lnTo>
                    <a:pt x="2529338" y="601535"/>
                  </a:lnTo>
                  <a:lnTo>
                    <a:pt x="2542206" y="597181"/>
                  </a:lnTo>
                  <a:lnTo>
                    <a:pt x="2546032" y="595886"/>
                  </a:lnTo>
                  <a:lnTo>
                    <a:pt x="2551597" y="594003"/>
                  </a:lnTo>
                  <a:lnTo>
                    <a:pt x="2556466" y="592356"/>
                  </a:lnTo>
                  <a:lnTo>
                    <a:pt x="2557161" y="592121"/>
                  </a:lnTo>
                  <a:lnTo>
                    <a:pt x="2559074" y="591473"/>
                  </a:lnTo>
                  <a:lnTo>
                    <a:pt x="2568117" y="588414"/>
                  </a:lnTo>
                  <a:lnTo>
                    <a:pt x="2576290" y="585648"/>
                  </a:lnTo>
                  <a:lnTo>
                    <a:pt x="2576638" y="585530"/>
                  </a:lnTo>
                  <a:lnTo>
                    <a:pt x="2583420" y="583235"/>
                  </a:lnTo>
                  <a:lnTo>
                    <a:pt x="2586028" y="582353"/>
                  </a:lnTo>
                  <a:lnTo>
                    <a:pt x="2587594" y="581823"/>
                  </a:lnTo>
                  <a:lnTo>
                    <a:pt x="2588463" y="581529"/>
                  </a:lnTo>
                  <a:lnTo>
                    <a:pt x="2592810" y="580058"/>
                  </a:lnTo>
                  <a:lnTo>
                    <a:pt x="2598897" y="577999"/>
                  </a:lnTo>
                  <a:lnTo>
                    <a:pt x="2602723" y="576704"/>
                  </a:lnTo>
                  <a:lnTo>
                    <a:pt x="2606722" y="575351"/>
                  </a:lnTo>
                  <a:lnTo>
                    <a:pt x="2607418" y="575115"/>
                  </a:lnTo>
                  <a:lnTo>
                    <a:pt x="2608461" y="574762"/>
                  </a:lnTo>
                  <a:lnTo>
                    <a:pt x="2613330" y="573115"/>
                  </a:lnTo>
                  <a:lnTo>
                    <a:pt x="2616287" y="572114"/>
                  </a:lnTo>
                  <a:lnTo>
                    <a:pt x="2618199" y="571467"/>
                  </a:lnTo>
                  <a:lnTo>
                    <a:pt x="2618895" y="571232"/>
                  </a:lnTo>
                  <a:lnTo>
                    <a:pt x="2628286" y="568054"/>
                  </a:lnTo>
                  <a:lnTo>
                    <a:pt x="2631068" y="567113"/>
                  </a:lnTo>
                  <a:lnTo>
                    <a:pt x="2633850" y="566171"/>
                  </a:lnTo>
                  <a:lnTo>
                    <a:pt x="2635763" y="565524"/>
                  </a:lnTo>
                  <a:lnTo>
                    <a:pt x="2641154" y="563700"/>
                  </a:lnTo>
                  <a:lnTo>
                    <a:pt x="2644284" y="562641"/>
                  </a:lnTo>
                  <a:lnTo>
                    <a:pt x="2650718" y="560464"/>
                  </a:lnTo>
                  <a:lnTo>
                    <a:pt x="2659413" y="557522"/>
                  </a:lnTo>
                  <a:lnTo>
                    <a:pt x="2661326" y="556875"/>
                  </a:lnTo>
                  <a:lnTo>
                    <a:pt x="2676455" y="551755"/>
                  </a:lnTo>
                  <a:lnTo>
                    <a:pt x="2691758" y="546577"/>
                  </a:lnTo>
                  <a:lnTo>
                    <a:pt x="2693149" y="546107"/>
                  </a:lnTo>
                  <a:lnTo>
                    <a:pt x="2698888" y="544165"/>
                  </a:lnTo>
                  <a:lnTo>
                    <a:pt x="2703235" y="542694"/>
                  </a:lnTo>
                  <a:lnTo>
                    <a:pt x="2716104" y="538339"/>
                  </a:lnTo>
                  <a:lnTo>
                    <a:pt x="2719929" y="537045"/>
                  </a:lnTo>
                  <a:lnTo>
                    <a:pt x="2725494" y="535162"/>
                  </a:lnTo>
                  <a:lnTo>
                    <a:pt x="2730363" y="533514"/>
                  </a:lnTo>
                  <a:lnTo>
                    <a:pt x="2731059" y="533279"/>
                  </a:lnTo>
                  <a:lnTo>
                    <a:pt x="2732972" y="532632"/>
                  </a:lnTo>
                  <a:lnTo>
                    <a:pt x="2742014" y="529572"/>
                  </a:lnTo>
                  <a:lnTo>
                    <a:pt x="2750188" y="526807"/>
                  </a:lnTo>
                  <a:lnTo>
                    <a:pt x="2750535" y="526689"/>
                  </a:lnTo>
                  <a:lnTo>
                    <a:pt x="2757317" y="524394"/>
                  </a:lnTo>
                  <a:lnTo>
                    <a:pt x="2759926" y="523511"/>
                  </a:lnTo>
                  <a:lnTo>
                    <a:pt x="2761491" y="522982"/>
                  </a:lnTo>
                  <a:lnTo>
                    <a:pt x="2762360" y="522688"/>
                  </a:lnTo>
                  <a:lnTo>
                    <a:pt x="2766708" y="521217"/>
                  </a:lnTo>
                  <a:lnTo>
                    <a:pt x="2772794" y="519157"/>
                  </a:lnTo>
                  <a:lnTo>
                    <a:pt x="2780620" y="516509"/>
                  </a:lnTo>
                  <a:lnTo>
                    <a:pt x="2781315" y="516274"/>
                  </a:lnTo>
                  <a:lnTo>
                    <a:pt x="2782359" y="515921"/>
                  </a:lnTo>
                  <a:lnTo>
                    <a:pt x="2787228" y="514273"/>
                  </a:lnTo>
                  <a:lnTo>
                    <a:pt x="2790184" y="513273"/>
                  </a:lnTo>
                  <a:lnTo>
                    <a:pt x="2792097" y="512626"/>
                  </a:lnTo>
                  <a:lnTo>
                    <a:pt x="2792793" y="512390"/>
                  </a:lnTo>
                  <a:lnTo>
                    <a:pt x="2802183" y="509213"/>
                  </a:lnTo>
                  <a:lnTo>
                    <a:pt x="2804965" y="508272"/>
                  </a:lnTo>
                  <a:lnTo>
                    <a:pt x="2807748" y="507330"/>
                  </a:lnTo>
                  <a:lnTo>
                    <a:pt x="2809661" y="506683"/>
                  </a:lnTo>
                  <a:lnTo>
                    <a:pt x="2815051" y="504859"/>
                  </a:lnTo>
                  <a:lnTo>
                    <a:pt x="2818182" y="503800"/>
                  </a:lnTo>
                  <a:lnTo>
                    <a:pt x="2824616" y="501622"/>
                  </a:lnTo>
                  <a:lnTo>
                    <a:pt x="2831919" y="499151"/>
                  </a:lnTo>
                  <a:lnTo>
                    <a:pt x="2833311" y="498680"/>
                  </a:lnTo>
                  <a:lnTo>
                    <a:pt x="2835223" y="498033"/>
                  </a:lnTo>
                  <a:lnTo>
                    <a:pt x="2839745" y="496503"/>
                  </a:lnTo>
                  <a:lnTo>
                    <a:pt x="2850353" y="492914"/>
                  </a:lnTo>
                  <a:lnTo>
                    <a:pt x="2865656" y="487736"/>
                  </a:lnTo>
                  <a:lnTo>
                    <a:pt x="2867047" y="487265"/>
                  </a:lnTo>
                  <a:lnTo>
                    <a:pt x="2871046" y="485912"/>
                  </a:lnTo>
                  <a:lnTo>
                    <a:pt x="2872785" y="485323"/>
                  </a:lnTo>
                  <a:lnTo>
                    <a:pt x="2877133" y="483852"/>
                  </a:lnTo>
                  <a:lnTo>
                    <a:pt x="2890001" y="479498"/>
                  </a:lnTo>
                  <a:lnTo>
                    <a:pt x="2893827" y="478204"/>
                  </a:lnTo>
                  <a:lnTo>
                    <a:pt x="2899392" y="476321"/>
                  </a:lnTo>
                  <a:lnTo>
                    <a:pt x="2904261" y="474673"/>
                  </a:lnTo>
                  <a:lnTo>
                    <a:pt x="2904956" y="474438"/>
                  </a:lnTo>
                  <a:lnTo>
                    <a:pt x="2906869" y="473790"/>
                  </a:lnTo>
                  <a:lnTo>
                    <a:pt x="2915912" y="470731"/>
                  </a:lnTo>
                  <a:lnTo>
                    <a:pt x="2924085" y="467965"/>
                  </a:lnTo>
                  <a:lnTo>
                    <a:pt x="2924433" y="467847"/>
                  </a:lnTo>
                  <a:lnTo>
                    <a:pt x="2931215" y="465553"/>
                  </a:lnTo>
                  <a:lnTo>
                    <a:pt x="2933823" y="464670"/>
                  </a:lnTo>
                  <a:lnTo>
                    <a:pt x="2935388" y="464140"/>
                  </a:lnTo>
                  <a:lnTo>
                    <a:pt x="2936258" y="463846"/>
                  </a:lnTo>
                  <a:lnTo>
                    <a:pt x="2940605" y="462375"/>
                  </a:lnTo>
                  <a:lnTo>
                    <a:pt x="2946692" y="460316"/>
                  </a:lnTo>
                  <a:lnTo>
                    <a:pt x="2950517" y="459021"/>
                  </a:lnTo>
                  <a:lnTo>
                    <a:pt x="2954517" y="457668"/>
                  </a:lnTo>
                  <a:lnTo>
                    <a:pt x="2955213" y="457433"/>
                  </a:lnTo>
                  <a:lnTo>
                    <a:pt x="2956256" y="457079"/>
                  </a:lnTo>
                  <a:lnTo>
                    <a:pt x="2961125" y="455432"/>
                  </a:lnTo>
                  <a:lnTo>
                    <a:pt x="2964081" y="454432"/>
                  </a:lnTo>
                  <a:lnTo>
                    <a:pt x="2965994" y="453784"/>
                  </a:lnTo>
                  <a:lnTo>
                    <a:pt x="2966690" y="453549"/>
                  </a:lnTo>
                  <a:lnTo>
                    <a:pt x="2976080" y="450372"/>
                  </a:lnTo>
                  <a:lnTo>
                    <a:pt x="2978863" y="449430"/>
                  </a:lnTo>
                  <a:lnTo>
                    <a:pt x="2981645" y="448489"/>
                  </a:lnTo>
                  <a:lnTo>
                    <a:pt x="2983558" y="447841"/>
                  </a:lnTo>
                  <a:lnTo>
                    <a:pt x="2988949" y="446017"/>
                  </a:lnTo>
                  <a:lnTo>
                    <a:pt x="2992079" y="444958"/>
                  </a:lnTo>
                  <a:lnTo>
                    <a:pt x="2998513" y="442781"/>
                  </a:lnTo>
                  <a:lnTo>
                    <a:pt x="3005817" y="440310"/>
                  </a:lnTo>
                  <a:lnTo>
                    <a:pt x="3007208" y="439839"/>
                  </a:lnTo>
                  <a:lnTo>
                    <a:pt x="3009121" y="439192"/>
                  </a:lnTo>
                  <a:lnTo>
                    <a:pt x="3013642" y="437662"/>
                  </a:lnTo>
                  <a:lnTo>
                    <a:pt x="3024250" y="434073"/>
                  </a:lnTo>
                  <a:lnTo>
                    <a:pt x="3039553" y="428894"/>
                  </a:lnTo>
                  <a:lnTo>
                    <a:pt x="3040944" y="428424"/>
                  </a:lnTo>
                  <a:lnTo>
                    <a:pt x="3044944" y="427070"/>
                  </a:lnTo>
                  <a:lnTo>
                    <a:pt x="3046683" y="426482"/>
                  </a:lnTo>
                  <a:lnTo>
                    <a:pt x="3051030" y="425011"/>
                  </a:lnTo>
                  <a:lnTo>
                    <a:pt x="3063899" y="420657"/>
                  </a:lnTo>
                  <a:lnTo>
                    <a:pt x="3067724" y="419362"/>
                  </a:lnTo>
                  <a:lnTo>
                    <a:pt x="3078158" y="415832"/>
                  </a:lnTo>
                  <a:lnTo>
                    <a:pt x="3078854" y="415596"/>
                  </a:lnTo>
                  <a:lnTo>
                    <a:pt x="3080767" y="414949"/>
                  </a:lnTo>
                  <a:lnTo>
                    <a:pt x="3089809" y="411889"/>
                  </a:lnTo>
                  <a:lnTo>
                    <a:pt x="3097983" y="409124"/>
                  </a:lnTo>
                  <a:lnTo>
                    <a:pt x="3105112" y="406711"/>
                  </a:lnTo>
                  <a:lnTo>
                    <a:pt x="3107721" y="405829"/>
                  </a:lnTo>
                  <a:lnTo>
                    <a:pt x="3109286" y="405299"/>
                  </a:lnTo>
                  <a:lnTo>
                    <a:pt x="3110155" y="405005"/>
                  </a:lnTo>
                  <a:lnTo>
                    <a:pt x="3114503" y="403534"/>
                  </a:lnTo>
                  <a:lnTo>
                    <a:pt x="3120589" y="401474"/>
                  </a:lnTo>
                  <a:lnTo>
                    <a:pt x="3124415" y="400180"/>
                  </a:lnTo>
                  <a:lnTo>
                    <a:pt x="3128415" y="398827"/>
                  </a:lnTo>
                  <a:lnTo>
                    <a:pt x="3129110" y="398591"/>
                  </a:lnTo>
                  <a:lnTo>
                    <a:pt x="3130154" y="398238"/>
                  </a:lnTo>
                  <a:lnTo>
                    <a:pt x="3135023" y="396591"/>
                  </a:lnTo>
                  <a:lnTo>
                    <a:pt x="3137979" y="395590"/>
                  </a:lnTo>
                  <a:lnTo>
                    <a:pt x="3139892" y="394943"/>
                  </a:lnTo>
                  <a:lnTo>
                    <a:pt x="3140587" y="394708"/>
                  </a:lnTo>
                  <a:lnTo>
                    <a:pt x="3149978" y="391530"/>
                  </a:lnTo>
                  <a:lnTo>
                    <a:pt x="3152760" y="390589"/>
                  </a:lnTo>
                  <a:lnTo>
                    <a:pt x="3155543" y="389647"/>
                  </a:lnTo>
                  <a:lnTo>
                    <a:pt x="3157455" y="389000"/>
                  </a:lnTo>
                  <a:lnTo>
                    <a:pt x="3162846" y="387176"/>
                  </a:lnTo>
                  <a:lnTo>
                    <a:pt x="3165976" y="386117"/>
                  </a:lnTo>
                  <a:lnTo>
                    <a:pt x="3172411" y="383940"/>
                  </a:lnTo>
                  <a:lnTo>
                    <a:pt x="3179714" y="381468"/>
                  </a:lnTo>
                  <a:lnTo>
                    <a:pt x="3181105" y="380998"/>
                  </a:lnTo>
                  <a:lnTo>
                    <a:pt x="3183018" y="380350"/>
                  </a:lnTo>
                  <a:lnTo>
                    <a:pt x="3187540" y="378820"/>
                  </a:lnTo>
                  <a:lnTo>
                    <a:pt x="3198147" y="375231"/>
                  </a:lnTo>
                  <a:lnTo>
                    <a:pt x="3213450" y="370053"/>
                  </a:lnTo>
                  <a:lnTo>
                    <a:pt x="3214842" y="369582"/>
                  </a:lnTo>
                  <a:lnTo>
                    <a:pt x="3218841" y="368229"/>
                  </a:lnTo>
                  <a:lnTo>
                    <a:pt x="3220580" y="367641"/>
                  </a:lnTo>
                  <a:lnTo>
                    <a:pt x="3224928" y="366170"/>
                  </a:lnTo>
                  <a:lnTo>
                    <a:pt x="3237796" y="361815"/>
                  </a:lnTo>
                  <a:lnTo>
                    <a:pt x="3241622" y="360521"/>
                  </a:lnTo>
                  <a:lnTo>
                    <a:pt x="3247187" y="358638"/>
                  </a:lnTo>
                  <a:lnTo>
                    <a:pt x="3252056" y="356990"/>
                  </a:lnTo>
                  <a:lnTo>
                    <a:pt x="3252751" y="356755"/>
                  </a:lnTo>
                  <a:lnTo>
                    <a:pt x="3254664" y="356108"/>
                  </a:lnTo>
                  <a:lnTo>
                    <a:pt x="3263707" y="353048"/>
                  </a:lnTo>
                  <a:lnTo>
                    <a:pt x="3271880" y="350282"/>
                  </a:lnTo>
                  <a:lnTo>
                    <a:pt x="3272228" y="350165"/>
                  </a:lnTo>
                  <a:lnTo>
                    <a:pt x="3279010" y="347870"/>
                  </a:lnTo>
                  <a:lnTo>
                    <a:pt x="3281618" y="346987"/>
                  </a:lnTo>
                  <a:lnTo>
                    <a:pt x="3283183" y="346458"/>
                  </a:lnTo>
                  <a:lnTo>
                    <a:pt x="3284053" y="346163"/>
                  </a:lnTo>
                  <a:lnTo>
                    <a:pt x="3288400" y="344692"/>
                  </a:lnTo>
                  <a:lnTo>
                    <a:pt x="3294487" y="342633"/>
                  </a:lnTo>
                  <a:lnTo>
                    <a:pt x="3298312" y="341338"/>
                  </a:lnTo>
                  <a:lnTo>
                    <a:pt x="3302312" y="339985"/>
                  </a:lnTo>
                  <a:lnTo>
                    <a:pt x="3303008" y="339750"/>
                  </a:lnTo>
                  <a:lnTo>
                    <a:pt x="3304051" y="339397"/>
                  </a:lnTo>
                  <a:lnTo>
                    <a:pt x="3308920" y="337749"/>
                  </a:lnTo>
                  <a:lnTo>
                    <a:pt x="3311876" y="336749"/>
                  </a:lnTo>
                  <a:lnTo>
                    <a:pt x="3313789" y="336102"/>
                  </a:lnTo>
                  <a:lnTo>
                    <a:pt x="3323875" y="332689"/>
                  </a:lnTo>
                  <a:lnTo>
                    <a:pt x="3326658" y="331747"/>
                  </a:lnTo>
                  <a:lnTo>
                    <a:pt x="3329440" y="330806"/>
                  </a:lnTo>
                  <a:lnTo>
                    <a:pt x="3331353" y="330159"/>
                  </a:lnTo>
                  <a:lnTo>
                    <a:pt x="3336744" y="328335"/>
                  </a:lnTo>
                  <a:lnTo>
                    <a:pt x="3339874" y="327275"/>
                  </a:lnTo>
                  <a:lnTo>
                    <a:pt x="3346308" y="325098"/>
                  </a:lnTo>
                  <a:lnTo>
                    <a:pt x="3353612" y="322627"/>
                  </a:lnTo>
                  <a:lnTo>
                    <a:pt x="3355003" y="322156"/>
                  </a:lnTo>
                  <a:lnTo>
                    <a:pt x="3356916" y="321509"/>
                  </a:lnTo>
                  <a:lnTo>
                    <a:pt x="3361437" y="319979"/>
                  </a:lnTo>
                  <a:lnTo>
                    <a:pt x="3372045" y="316390"/>
                  </a:lnTo>
                  <a:lnTo>
                    <a:pt x="3387348" y="311212"/>
                  </a:lnTo>
                  <a:lnTo>
                    <a:pt x="3388739" y="310741"/>
                  </a:lnTo>
                  <a:lnTo>
                    <a:pt x="3392739" y="309388"/>
                  </a:lnTo>
                  <a:lnTo>
                    <a:pt x="3394478" y="308799"/>
                  </a:lnTo>
                  <a:lnTo>
                    <a:pt x="3398825" y="307328"/>
                  </a:lnTo>
                  <a:lnTo>
                    <a:pt x="3411694" y="302974"/>
                  </a:lnTo>
                  <a:lnTo>
                    <a:pt x="3415519" y="301679"/>
                  </a:lnTo>
                  <a:lnTo>
                    <a:pt x="3421084" y="299796"/>
                  </a:lnTo>
                  <a:lnTo>
                    <a:pt x="3425953" y="298149"/>
                  </a:lnTo>
                  <a:lnTo>
                    <a:pt x="3426649" y="297914"/>
                  </a:lnTo>
                  <a:lnTo>
                    <a:pt x="3428562" y="297266"/>
                  </a:lnTo>
                  <a:lnTo>
                    <a:pt x="3437604" y="294207"/>
                  </a:lnTo>
                  <a:lnTo>
                    <a:pt x="3445777" y="291441"/>
                  </a:lnTo>
                  <a:lnTo>
                    <a:pt x="3446125" y="291323"/>
                  </a:lnTo>
                  <a:lnTo>
                    <a:pt x="3452907" y="289028"/>
                  </a:lnTo>
                  <a:lnTo>
                    <a:pt x="3455516" y="288146"/>
                  </a:lnTo>
                  <a:lnTo>
                    <a:pt x="3457081" y="287616"/>
                  </a:lnTo>
                  <a:lnTo>
                    <a:pt x="3457950" y="287322"/>
                  </a:lnTo>
                  <a:lnTo>
                    <a:pt x="3462298" y="285851"/>
                  </a:lnTo>
                  <a:lnTo>
                    <a:pt x="3468384" y="283792"/>
                  </a:lnTo>
                  <a:lnTo>
                    <a:pt x="3472210" y="282497"/>
                  </a:lnTo>
                  <a:lnTo>
                    <a:pt x="3476209" y="281144"/>
                  </a:lnTo>
                  <a:lnTo>
                    <a:pt x="3476905" y="280908"/>
                  </a:lnTo>
                  <a:lnTo>
                    <a:pt x="3477948" y="280555"/>
                  </a:lnTo>
                  <a:lnTo>
                    <a:pt x="3482818" y="278908"/>
                  </a:lnTo>
                  <a:lnTo>
                    <a:pt x="3485774" y="277907"/>
                  </a:lnTo>
                  <a:lnTo>
                    <a:pt x="3488382" y="277025"/>
                  </a:lnTo>
                  <a:lnTo>
                    <a:pt x="3497773" y="273847"/>
                  </a:lnTo>
                  <a:lnTo>
                    <a:pt x="3500555" y="272906"/>
                  </a:lnTo>
                  <a:lnTo>
                    <a:pt x="3503337" y="271964"/>
                  </a:lnTo>
                  <a:lnTo>
                    <a:pt x="3505250" y="271317"/>
                  </a:lnTo>
                  <a:lnTo>
                    <a:pt x="3510641" y="269493"/>
                  </a:lnTo>
                  <a:lnTo>
                    <a:pt x="3513771" y="268434"/>
                  </a:lnTo>
                  <a:lnTo>
                    <a:pt x="3520206" y="266257"/>
                  </a:lnTo>
                  <a:lnTo>
                    <a:pt x="3527509" y="263785"/>
                  </a:lnTo>
                  <a:lnTo>
                    <a:pt x="3528900" y="263315"/>
                  </a:lnTo>
                  <a:lnTo>
                    <a:pt x="3530813" y="262668"/>
                  </a:lnTo>
                  <a:lnTo>
                    <a:pt x="3535335" y="261138"/>
                  </a:lnTo>
                  <a:lnTo>
                    <a:pt x="3545942" y="257548"/>
                  </a:lnTo>
                  <a:lnTo>
                    <a:pt x="3561245" y="252370"/>
                  </a:lnTo>
                  <a:lnTo>
                    <a:pt x="3562636" y="251900"/>
                  </a:lnTo>
                  <a:lnTo>
                    <a:pt x="3566636" y="250546"/>
                  </a:lnTo>
                  <a:lnTo>
                    <a:pt x="3568375" y="249958"/>
                  </a:lnTo>
                  <a:lnTo>
                    <a:pt x="3572723" y="248487"/>
                  </a:lnTo>
                  <a:lnTo>
                    <a:pt x="3585591" y="244132"/>
                  </a:lnTo>
                  <a:lnTo>
                    <a:pt x="3589417" y="242838"/>
                  </a:lnTo>
                  <a:lnTo>
                    <a:pt x="3594981" y="240955"/>
                  </a:lnTo>
                  <a:lnTo>
                    <a:pt x="3599851" y="239307"/>
                  </a:lnTo>
                  <a:lnTo>
                    <a:pt x="3600546" y="239072"/>
                  </a:lnTo>
                  <a:lnTo>
                    <a:pt x="3602459" y="238425"/>
                  </a:lnTo>
                  <a:lnTo>
                    <a:pt x="3611502" y="235365"/>
                  </a:lnTo>
                  <a:lnTo>
                    <a:pt x="3619675" y="232600"/>
                  </a:lnTo>
                  <a:lnTo>
                    <a:pt x="3620023" y="232482"/>
                  </a:lnTo>
                  <a:lnTo>
                    <a:pt x="3626805" y="230187"/>
                  </a:lnTo>
                  <a:lnTo>
                    <a:pt x="3629413" y="229304"/>
                  </a:lnTo>
                  <a:lnTo>
                    <a:pt x="3630978" y="228775"/>
                  </a:lnTo>
                  <a:lnTo>
                    <a:pt x="3631848" y="228481"/>
                  </a:lnTo>
                  <a:lnTo>
                    <a:pt x="3636195" y="227010"/>
                  </a:lnTo>
                  <a:lnTo>
                    <a:pt x="3642282" y="224950"/>
                  </a:lnTo>
                  <a:lnTo>
                    <a:pt x="3646107" y="223656"/>
                  </a:lnTo>
                  <a:lnTo>
                    <a:pt x="3650107" y="222302"/>
                  </a:lnTo>
                  <a:lnTo>
                    <a:pt x="3650803" y="222067"/>
                  </a:lnTo>
                  <a:lnTo>
                    <a:pt x="3651846" y="221714"/>
                  </a:lnTo>
                  <a:lnTo>
                    <a:pt x="3656715" y="220066"/>
                  </a:lnTo>
                  <a:lnTo>
                    <a:pt x="3659671" y="219066"/>
                  </a:lnTo>
                  <a:lnTo>
                    <a:pt x="3661584" y="218419"/>
                  </a:lnTo>
                  <a:lnTo>
                    <a:pt x="3662280" y="218183"/>
                  </a:lnTo>
                  <a:lnTo>
                    <a:pt x="3671670" y="215006"/>
                  </a:lnTo>
                  <a:lnTo>
                    <a:pt x="3674453" y="214065"/>
                  </a:lnTo>
                  <a:lnTo>
                    <a:pt x="3677235" y="213123"/>
                  </a:lnTo>
                  <a:lnTo>
                    <a:pt x="3679148" y="212476"/>
                  </a:lnTo>
                  <a:lnTo>
                    <a:pt x="3684539" y="210652"/>
                  </a:lnTo>
                  <a:lnTo>
                    <a:pt x="3687669" y="209593"/>
                  </a:lnTo>
                  <a:lnTo>
                    <a:pt x="3694103" y="207415"/>
                  </a:lnTo>
                  <a:lnTo>
                    <a:pt x="3701407" y="204944"/>
                  </a:lnTo>
                  <a:lnTo>
                    <a:pt x="3702798" y="204473"/>
                  </a:lnTo>
                  <a:lnTo>
                    <a:pt x="3704711" y="203826"/>
                  </a:lnTo>
                  <a:lnTo>
                    <a:pt x="3709232" y="202296"/>
                  </a:lnTo>
                  <a:lnTo>
                    <a:pt x="3719840" y="198707"/>
                  </a:lnTo>
                  <a:lnTo>
                    <a:pt x="3735143" y="193529"/>
                  </a:lnTo>
                  <a:lnTo>
                    <a:pt x="3740534" y="191705"/>
                  </a:lnTo>
                  <a:lnTo>
                    <a:pt x="3742273" y="191116"/>
                  </a:lnTo>
                  <a:lnTo>
                    <a:pt x="3746620" y="189645"/>
                  </a:lnTo>
                  <a:lnTo>
                    <a:pt x="3759488" y="185291"/>
                  </a:lnTo>
                  <a:lnTo>
                    <a:pt x="3763314" y="183997"/>
                  </a:lnTo>
                  <a:lnTo>
                    <a:pt x="3768879" y="182114"/>
                  </a:lnTo>
                  <a:lnTo>
                    <a:pt x="3773748" y="180466"/>
                  </a:lnTo>
                  <a:lnTo>
                    <a:pt x="3774444" y="180231"/>
                  </a:lnTo>
                  <a:lnTo>
                    <a:pt x="3776356" y="179583"/>
                  </a:lnTo>
                  <a:lnTo>
                    <a:pt x="3785399" y="176524"/>
                  </a:lnTo>
                  <a:lnTo>
                    <a:pt x="3793572" y="173758"/>
                  </a:lnTo>
                  <a:lnTo>
                    <a:pt x="3793920" y="173640"/>
                  </a:lnTo>
                  <a:lnTo>
                    <a:pt x="3800702" y="171346"/>
                  </a:lnTo>
                  <a:lnTo>
                    <a:pt x="3803311" y="170463"/>
                  </a:lnTo>
                  <a:lnTo>
                    <a:pt x="3804876" y="169933"/>
                  </a:lnTo>
                  <a:lnTo>
                    <a:pt x="3805745" y="169639"/>
                  </a:lnTo>
                  <a:lnTo>
                    <a:pt x="3810093" y="168168"/>
                  </a:lnTo>
                  <a:lnTo>
                    <a:pt x="3816179" y="166109"/>
                  </a:lnTo>
                  <a:lnTo>
                    <a:pt x="3820005" y="164814"/>
                  </a:lnTo>
                  <a:lnTo>
                    <a:pt x="3824004" y="163461"/>
                  </a:lnTo>
                  <a:lnTo>
                    <a:pt x="3824700" y="163226"/>
                  </a:lnTo>
                  <a:lnTo>
                    <a:pt x="3825743" y="162872"/>
                  </a:lnTo>
                  <a:lnTo>
                    <a:pt x="3830612" y="161225"/>
                  </a:lnTo>
                  <a:lnTo>
                    <a:pt x="3833569" y="160225"/>
                  </a:lnTo>
                  <a:lnTo>
                    <a:pt x="3835482" y="159577"/>
                  </a:lnTo>
                  <a:lnTo>
                    <a:pt x="3836177" y="159342"/>
                  </a:lnTo>
                  <a:lnTo>
                    <a:pt x="3845568" y="156165"/>
                  </a:lnTo>
                  <a:lnTo>
                    <a:pt x="3848350" y="155223"/>
                  </a:lnTo>
                  <a:lnTo>
                    <a:pt x="3851132" y="154282"/>
                  </a:lnTo>
                  <a:lnTo>
                    <a:pt x="3853045" y="153634"/>
                  </a:lnTo>
                  <a:lnTo>
                    <a:pt x="3858436" y="151810"/>
                  </a:lnTo>
                  <a:lnTo>
                    <a:pt x="3861566" y="150751"/>
                  </a:lnTo>
                  <a:lnTo>
                    <a:pt x="3868000" y="148574"/>
                  </a:lnTo>
                  <a:lnTo>
                    <a:pt x="3875304" y="146103"/>
                  </a:lnTo>
                  <a:lnTo>
                    <a:pt x="3876695" y="145632"/>
                  </a:lnTo>
                  <a:lnTo>
                    <a:pt x="3878608" y="144985"/>
                  </a:lnTo>
                  <a:lnTo>
                    <a:pt x="3883129" y="143455"/>
                  </a:lnTo>
                  <a:lnTo>
                    <a:pt x="3893737" y="139866"/>
                  </a:lnTo>
                  <a:lnTo>
                    <a:pt x="3909040" y="134687"/>
                  </a:lnTo>
                  <a:lnTo>
                    <a:pt x="3910431" y="134217"/>
                  </a:lnTo>
                  <a:lnTo>
                    <a:pt x="3914431" y="132863"/>
                  </a:lnTo>
                  <a:lnTo>
                    <a:pt x="3916170" y="132275"/>
                  </a:lnTo>
                  <a:lnTo>
                    <a:pt x="3920517" y="130804"/>
                  </a:lnTo>
                  <a:lnTo>
                    <a:pt x="3933386" y="126450"/>
                  </a:lnTo>
                  <a:lnTo>
                    <a:pt x="3937212" y="125155"/>
                  </a:lnTo>
                  <a:lnTo>
                    <a:pt x="3942776" y="123272"/>
                  </a:lnTo>
                  <a:lnTo>
                    <a:pt x="3947645" y="121625"/>
                  </a:lnTo>
                  <a:lnTo>
                    <a:pt x="3948341" y="121389"/>
                  </a:lnTo>
                  <a:lnTo>
                    <a:pt x="3950254" y="120742"/>
                  </a:lnTo>
                  <a:lnTo>
                    <a:pt x="3959297" y="117682"/>
                  </a:lnTo>
                  <a:lnTo>
                    <a:pt x="3967470" y="114917"/>
                  </a:lnTo>
                  <a:lnTo>
                    <a:pt x="3967818" y="114799"/>
                  </a:lnTo>
                  <a:lnTo>
                    <a:pt x="3974600" y="112504"/>
                  </a:lnTo>
                  <a:lnTo>
                    <a:pt x="3977208" y="111622"/>
                  </a:lnTo>
                  <a:lnTo>
                    <a:pt x="3978773" y="111092"/>
                  </a:lnTo>
                  <a:lnTo>
                    <a:pt x="3979643" y="110798"/>
                  </a:lnTo>
                  <a:lnTo>
                    <a:pt x="3983990" y="109327"/>
                  </a:lnTo>
                  <a:lnTo>
                    <a:pt x="3990076" y="107267"/>
                  </a:lnTo>
                  <a:lnTo>
                    <a:pt x="3993902" y="105973"/>
                  </a:lnTo>
                  <a:lnTo>
                    <a:pt x="3997902" y="104620"/>
                  </a:lnTo>
                  <a:lnTo>
                    <a:pt x="3998597" y="104384"/>
                  </a:lnTo>
                  <a:lnTo>
                    <a:pt x="4004510" y="102384"/>
                  </a:lnTo>
                  <a:lnTo>
                    <a:pt x="4007466" y="101383"/>
                  </a:lnTo>
                  <a:lnTo>
                    <a:pt x="4009379" y="100736"/>
                  </a:lnTo>
                  <a:lnTo>
                    <a:pt x="4010075" y="100501"/>
                  </a:lnTo>
                  <a:lnTo>
                    <a:pt x="4019465" y="97323"/>
                  </a:lnTo>
                  <a:lnTo>
                    <a:pt x="4022247" y="96382"/>
                  </a:lnTo>
                  <a:lnTo>
                    <a:pt x="4026943" y="94793"/>
                  </a:lnTo>
                  <a:lnTo>
                    <a:pt x="4032334" y="92969"/>
                  </a:lnTo>
                  <a:lnTo>
                    <a:pt x="4035464" y="91910"/>
                  </a:lnTo>
                  <a:lnTo>
                    <a:pt x="4041898" y="89733"/>
                  </a:lnTo>
                  <a:lnTo>
                    <a:pt x="4049202" y="87261"/>
                  </a:lnTo>
                  <a:lnTo>
                    <a:pt x="4050593" y="86791"/>
                  </a:lnTo>
                  <a:lnTo>
                    <a:pt x="4052506" y="86143"/>
                  </a:lnTo>
                  <a:lnTo>
                    <a:pt x="4057027" y="84613"/>
                  </a:lnTo>
                  <a:lnTo>
                    <a:pt x="4082938" y="75846"/>
                  </a:lnTo>
                  <a:lnTo>
                    <a:pt x="4084329" y="75375"/>
                  </a:lnTo>
                  <a:lnTo>
                    <a:pt x="4088328" y="74022"/>
                  </a:lnTo>
                  <a:lnTo>
                    <a:pt x="4090067" y="73434"/>
                  </a:lnTo>
                  <a:lnTo>
                    <a:pt x="4094415" y="71963"/>
                  </a:lnTo>
                  <a:lnTo>
                    <a:pt x="4107283" y="67608"/>
                  </a:lnTo>
                  <a:lnTo>
                    <a:pt x="4111109" y="66314"/>
                  </a:lnTo>
                  <a:lnTo>
                    <a:pt x="4121543" y="62783"/>
                  </a:lnTo>
                  <a:lnTo>
                    <a:pt x="4122238" y="62548"/>
                  </a:lnTo>
                  <a:lnTo>
                    <a:pt x="4124151" y="61901"/>
                  </a:lnTo>
                  <a:lnTo>
                    <a:pt x="4133194" y="58841"/>
                  </a:lnTo>
                  <a:lnTo>
                    <a:pt x="4141367" y="56075"/>
                  </a:lnTo>
                  <a:lnTo>
                    <a:pt x="4151105" y="52780"/>
                  </a:lnTo>
                  <a:lnTo>
                    <a:pt x="4152671" y="52251"/>
                  </a:lnTo>
                  <a:lnTo>
                    <a:pt x="4153540" y="51956"/>
                  </a:lnTo>
                  <a:lnTo>
                    <a:pt x="4157887" y="50485"/>
                  </a:lnTo>
                  <a:lnTo>
                    <a:pt x="4171799" y="45778"/>
                  </a:lnTo>
                  <a:lnTo>
                    <a:pt x="4178407" y="43542"/>
                  </a:lnTo>
                  <a:lnTo>
                    <a:pt x="4181364" y="42542"/>
                  </a:lnTo>
                  <a:lnTo>
                    <a:pt x="4183276" y="41895"/>
                  </a:lnTo>
                  <a:lnTo>
                    <a:pt x="4183972" y="41659"/>
                  </a:lnTo>
                  <a:lnTo>
                    <a:pt x="4193363" y="38482"/>
                  </a:lnTo>
                  <a:lnTo>
                    <a:pt x="4196145" y="37540"/>
                  </a:lnTo>
                  <a:lnTo>
                    <a:pt x="4209361" y="33068"/>
                  </a:lnTo>
                  <a:lnTo>
                    <a:pt x="4215795" y="30891"/>
                  </a:lnTo>
                  <a:lnTo>
                    <a:pt x="4226403" y="27302"/>
                  </a:lnTo>
                  <a:lnTo>
                    <a:pt x="4230924" y="25772"/>
                  </a:lnTo>
                  <a:lnTo>
                    <a:pt x="4258226" y="16534"/>
                  </a:lnTo>
                  <a:lnTo>
                    <a:pt x="4262226" y="15181"/>
                  </a:lnTo>
                  <a:lnTo>
                    <a:pt x="4263965" y="14592"/>
                  </a:lnTo>
                  <a:lnTo>
                    <a:pt x="4281181" y="8767"/>
                  </a:lnTo>
                  <a:lnTo>
                    <a:pt x="4296136" y="3707"/>
                  </a:lnTo>
                  <a:lnTo>
                    <a:pt x="4307091" y="0"/>
                  </a:lnTo>
                </a:path>
              </a:pathLst>
            </a:custGeom>
            <a:ln w="32521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7"/>
            <p:cNvSpPr/>
            <p:nvPr/>
          </p:nvSpPr>
          <p:spPr>
            <a:xfrm>
              <a:off x="3338030" y="3231351"/>
              <a:ext cx="4307091" cy="1533153"/>
            </a:xfrm>
            <a:custGeom>
              <a:avLst/>
              <a:pathLst>
                <a:path w="4307091" h="1533153">
                  <a:moveTo>
                    <a:pt x="0" y="1533153"/>
                  </a:moveTo>
                  <a:lnTo>
                    <a:pt x="25389" y="1524115"/>
                  </a:lnTo>
                  <a:lnTo>
                    <a:pt x="117032" y="1491494"/>
                  </a:lnTo>
                  <a:lnTo>
                    <a:pt x="133553" y="1485613"/>
                  </a:lnTo>
                  <a:lnTo>
                    <a:pt x="142074" y="1482580"/>
                  </a:lnTo>
                  <a:lnTo>
                    <a:pt x="148856" y="1480166"/>
                  </a:lnTo>
                  <a:lnTo>
                    <a:pt x="164333" y="1474657"/>
                  </a:lnTo>
                  <a:lnTo>
                    <a:pt x="168158" y="1473295"/>
                  </a:lnTo>
                  <a:lnTo>
                    <a:pt x="172854" y="1471624"/>
                  </a:lnTo>
                  <a:lnTo>
                    <a:pt x="199286" y="1462215"/>
                  </a:lnTo>
                  <a:lnTo>
                    <a:pt x="201199" y="1461534"/>
                  </a:lnTo>
                  <a:lnTo>
                    <a:pt x="206590" y="1459615"/>
                  </a:lnTo>
                  <a:lnTo>
                    <a:pt x="223458" y="1453611"/>
                  </a:lnTo>
                  <a:lnTo>
                    <a:pt x="224849" y="1453115"/>
                  </a:lnTo>
                  <a:lnTo>
                    <a:pt x="241891" y="1447049"/>
                  </a:lnTo>
                  <a:lnTo>
                    <a:pt x="257194" y="1441602"/>
                  </a:lnTo>
                  <a:lnTo>
                    <a:pt x="268671" y="1437517"/>
                  </a:lnTo>
                  <a:lnTo>
                    <a:pt x="285365" y="1431574"/>
                  </a:lnTo>
                  <a:lnTo>
                    <a:pt x="290930" y="1429593"/>
                  </a:lnTo>
                  <a:lnTo>
                    <a:pt x="296495" y="1427612"/>
                  </a:lnTo>
                  <a:lnTo>
                    <a:pt x="298408" y="1426932"/>
                  </a:lnTo>
                  <a:lnTo>
                    <a:pt x="307450" y="1423713"/>
                  </a:lnTo>
                  <a:lnTo>
                    <a:pt x="315623" y="1420803"/>
                  </a:lnTo>
                  <a:lnTo>
                    <a:pt x="315971" y="1420680"/>
                  </a:lnTo>
                  <a:lnTo>
                    <a:pt x="322753" y="1418265"/>
                  </a:lnTo>
                  <a:lnTo>
                    <a:pt x="325362" y="1417337"/>
                  </a:lnTo>
                  <a:lnTo>
                    <a:pt x="326927" y="1416780"/>
                  </a:lnTo>
                  <a:lnTo>
                    <a:pt x="327796" y="1416470"/>
                  </a:lnTo>
                  <a:lnTo>
                    <a:pt x="332144" y="1414923"/>
                  </a:lnTo>
                  <a:lnTo>
                    <a:pt x="338230" y="1412756"/>
                  </a:lnTo>
                  <a:lnTo>
                    <a:pt x="342056" y="1411394"/>
                  </a:lnTo>
                  <a:lnTo>
                    <a:pt x="346055" y="1409971"/>
                  </a:lnTo>
                  <a:lnTo>
                    <a:pt x="346751" y="1409723"/>
                  </a:lnTo>
                  <a:lnTo>
                    <a:pt x="347794" y="1409352"/>
                  </a:lnTo>
                  <a:lnTo>
                    <a:pt x="352664" y="1407619"/>
                  </a:lnTo>
                  <a:lnTo>
                    <a:pt x="355620" y="1406566"/>
                  </a:lnTo>
                  <a:lnTo>
                    <a:pt x="357533" y="1405885"/>
                  </a:lnTo>
                  <a:lnTo>
                    <a:pt x="358228" y="1405638"/>
                  </a:lnTo>
                  <a:lnTo>
                    <a:pt x="367619" y="1402295"/>
                  </a:lnTo>
                  <a:lnTo>
                    <a:pt x="370401" y="1401305"/>
                  </a:lnTo>
                  <a:lnTo>
                    <a:pt x="373183" y="1400314"/>
                  </a:lnTo>
                  <a:lnTo>
                    <a:pt x="375096" y="1399633"/>
                  </a:lnTo>
                  <a:lnTo>
                    <a:pt x="380487" y="1397714"/>
                  </a:lnTo>
                  <a:lnTo>
                    <a:pt x="383617" y="1396600"/>
                  </a:lnTo>
                  <a:lnTo>
                    <a:pt x="390051" y="1394310"/>
                  </a:lnTo>
                  <a:lnTo>
                    <a:pt x="397355" y="1391710"/>
                  </a:lnTo>
                  <a:lnTo>
                    <a:pt x="398746" y="1391215"/>
                  </a:lnTo>
                  <a:lnTo>
                    <a:pt x="400659" y="1390534"/>
                  </a:lnTo>
                  <a:lnTo>
                    <a:pt x="405181" y="1388925"/>
                  </a:lnTo>
                  <a:lnTo>
                    <a:pt x="415788" y="1385149"/>
                  </a:lnTo>
                  <a:lnTo>
                    <a:pt x="431091" y="1379701"/>
                  </a:lnTo>
                  <a:lnTo>
                    <a:pt x="432482" y="1379206"/>
                  </a:lnTo>
                  <a:lnTo>
                    <a:pt x="436482" y="1377782"/>
                  </a:lnTo>
                  <a:lnTo>
                    <a:pt x="438221" y="1377163"/>
                  </a:lnTo>
                  <a:lnTo>
                    <a:pt x="442569" y="1375616"/>
                  </a:lnTo>
                  <a:lnTo>
                    <a:pt x="455437" y="1371035"/>
                  </a:lnTo>
                  <a:lnTo>
                    <a:pt x="459263" y="1369673"/>
                  </a:lnTo>
                  <a:lnTo>
                    <a:pt x="464827" y="1367693"/>
                  </a:lnTo>
                  <a:lnTo>
                    <a:pt x="469697" y="1365959"/>
                  </a:lnTo>
                  <a:lnTo>
                    <a:pt x="470392" y="1365712"/>
                  </a:lnTo>
                  <a:lnTo>
                    <a:pt x="472305" y="1365031"/>
                  </a:lnTo>
                  <a:lnTo>
                    <a:pt x="481348" y="1361812"/>
                  </a:lnTo>
                  <a:lnTo>
                    <a:pt x="489521" y="1358903"/>
                  </a:lnTo>
                  <a:lnTo>
                    <a:pt x="489869" y="1358779"/>
                  </a:lnTo>
                  <a:lnTo>
                    <a:pt x="496651" y="1356365"/>
                  </a:lnTo>
                  <a:lnTo>
                    <a:pt x="499259" y="1355436"/>
                  </a:lnTo>
                  <a:lnTo>
                    <a:pt x="500824" y="1354879"/>
                  </a:lnTo>
                  <a:lnTo>
                    <a:pt x="501694" y="1354570"/>
                  </a:lnTo>
                  <a:lnTo>
                    <a:pt x="506041" y="1353022"/>
                  </a:lnTo>
                  <a:lnTo>
                    <a:pt x="512127" y="1350856"/>
                  </a:lnTo>
                  <a:lnTo>
                    <a:pt x="515953" y="1349494"/>
                  </a:lnTo>
                  <a:lnTo>
                    <a:pt x="519953" y="1348070"/>
                  </a:lnTo>
                  <a:lnTo>
                    <a:pt x="520648" y="1347823"/>
                  </a:lnTo>
                  <a:lnTo>
                    <a:pt x="521692" y="1347451"/>
                  </a:lnTo>
                  <a:lnTo>
                    <a:pt x="526561" y="1345718"/>
                  </a:lnTo>
                  <a:lnTo>
                    <a:pt x="529517" y="1344666"/>
                  </a:lnTo>
                  <a:lnTo>
                    <a:pt x="531430" y="1343985"/>
                  </a:lnTo>
                  <a:lnTo>
                    <a:pt x="532126" y="1343737"/>
                  </a:lnTo>
                  <a:lnTo>
                    <a:pt x="541516" y="1340395"/>
                  </a:lnTo>
                  <a:lnTo>
                    <a:pt x="544299" y="1339404"/>
                  </a:lnTo>
                  <a:lnTo>
                    <a:pt x="547081" y="1338414"/>
                  </a:lnTo>
                  <a:lnTo>
                    <a:pt x="548994" y="1337733"/>
                  </a:lnTo>
                  <a:lnTo>
                    <a:pt x="554385" y="1335814"/>
                  </a:lnTo>
                  <a:lnTo>
                    <a:pt x="557515" y="1334700"/>
                  </a:lnTo>
                  <a:lnTo>
                    <a:pt x="563949" y="1332409"/>
                  </a:lnTo>
                  <a:lnTo>
                    <a:pt x="571253" y="1329810"/>
                  </a:lnTo>
                  <a:lnTo>
                    <a:pt x="572644" y="1329314"/>
                  </a:lnTo>
                  <a:lnTo>
                    <a:pt x="574557" y="1328633"/>
                  </a:lnTo>
                  <a:lnTo>
                    <a:pt x="579078" y="1327024"/>
                  </a:lnTo>
                  <a:lnTo>
                    <a:pt x="589686" y="1323248"/>
                  </a:lnTo>
                  <a:lnTo>
                    <a:pt x="604989" y="1317801"/>
                  </a:lnTo>
                  <a:lnTo>
                    <a:pt x="606380" y="1317306"/>
                  </a:lnTo>
                  <a:lnTo>
                    <a:pt x="610380" y="1315882"/>
                  </a:lnTo>
                  <a:lnTo>
                    <a:pt x="612119" y="1315263"/>
                  </a:lnTo>
                  <a:lnTo>
                    <a:pt x="616466" y="1313715"/>
                  </a:lnTo>
                  <a:lnTo>
                    <a:pt x="629334" y="1309135"/>
                  </a:lnTo>
                  <a:lnTo>
                    <a:pt x="633160" y="1307773"/>
                  </a:lnTo>
                  <a:lnTo>
                    <a:pt x="638725" y="1305792"/>
                  </a:lnTo>
                  <a:lnTo>
                    <a:pt x="643594" y="1304059"/>
                  </a:lnTo>
                  <a:lnTo>
                    <a:pt x="644290" y="1303811"/>
                  </a:lnTo>
                  <a:lnTo>
                    <a:pt x="646202" y="1303130"/>
                  </a:lnTo>
                  <a:lnTo>
                    <a:pt x="655245" y="1299912"/>
                  </a:lnTo>
                  <a:lnTo>
                    <a:pt x="663418" y="1297002"/>
                  </a:lnTo>
                  <a:lnTo>
                    <a:pt x="663766" y="1296878"/>
                  </a:lnTo>
                  <a:lnTo>
                    <a:pt x="670548" y="1294464"/>
                  </a:lnTo>
                  <a:lnTo>
                    <a:pt x="673157" y="1293536"/>
                  </a:lnTo>
                  <a:lnTo>
                    <a:pt x="674722" y="1292979"/>
                  </a:lnTo>
                  <a:lnTo>
                    <a:pt x="675591" y="1292669"/>
                  </a:lnTo>
                  <a:lnTo>
                    <a:pt x="679939" y="1291122"/>
                  </a:lnTo>
                  <a:lnTo>
                    <a:pt x="686025" y="1288955"/>
                  </a:lnTo>
                  <a:lnTo>
                    <a:pt x="689851" y="1287593"/>
                  </a:lnTo>
                  <a:lnTo>
                    <a:pt x="693850" y="1286170"/>
                  </a:lnTo>
                  <a:lnTo>
                    <a:pt x="694546" y="1285922"/>
                  </a:lnTo>
                  <a:lnTo>
                    <a:pt x="695589" y="1285551"/>
                  </a:lnTo>
                  <a:lnTo>
                    <a:pt x="700458" y="1283817"/>
                  </a:lnTo>
                  <a:lnTo>
                    <a:pt x="703415" y="1282765"/>
                  </a:lnTo>
                  <a:lnTo>
                    <a:pt x="705328" y="1282084"/>
                  </a:lnTo>
                  <a:lnTo>
                    <a:pt x="706023" y="1281837"/>
                  </a:lnTo>
                  <a:lnTo>
                    <a:pt x="715414" y="1278494"/>
                  </a:lnTo>
                  <a:lnTo>
                    <a:pt x="718196" y="1277504"/>
                  </a:lnTo>
                  <a:lnTo>
                    <a:pt x="720978" y="1276513"/>
                  </a:lnTo>
                  <a:lnTo>
                    <a:pt x="722891" y="1275832"/>
                  </a:lnTo>
                  <a:lnTo>
                    <a:pt x="728282" y="1273913"/>
                  </a:lnTo>
                  <a:lnTo>
                    <a:pt x="731412" y="1272799"/>
                  </a:lnTo>
                  <a:lnTo>
                    <a:pt x="737846" y="1270509"/>
                  </a:lnTo>
                  <a:lnTo>
                    <a:pt x="745150" y="1267909"/>
                  </a:lnTo>
                  <a:lnTo>
                    <a:pt x="746541" y="1267414"/>
                  </a:lnTo>
                  <a:lnTo>
                    <a:pt x="748454" y="1266733"/>
                  </a:lnTo>
                  <a:lnTo>
                    <a:pt x="752975" y="1265123"/>
                  </a:lnTo>
                  <a:lnTo>
                    <a:pt x="763583" y="1261347"/>
                  </a:lnTo>
                  <a:lnTo>
                    <a:pt x="778886" y="1255900"/>
                  </a:lnTo>
                  <a:lnTo>
                    <a:pt x="780277" y="1255405"/>
                  </a:lnTo>
                  <a:lnTo>
                    <a:pt x="784277" y="1253981"/>
                  </a:lnTo>
                  <a:lnTo>
                    <a:pt x="786016" y="1253362"/>
                  </a:lnTo>
                  <a:lnTo>
                    <a:pt x="790363" y="1251815"/>
                  </a:lnTo>
                  <a:lnTo>
                    <a:pt x="803232" y="1247234"/>
                  </a:lnTo>
                  <a:lnTo>
                    <a:pt x="807058" y="1245872"/>
                  </a:lnTo>
                  <a:lnTo>
                    <a:pt x="812622" y="1243892"/>
                  </a:lnTo>
                  <a:lnTo>
                    <a:pt x="817491" y="1242158"/>
                  </a:lnTo>
                  <a:lnTo>
                    <a:pt x="818187" y="1241911"/>
                  </a:lnTo>
                  <a:lnTo>
                    <a:pt x="820100" y="1241230"/>
                  </a:lnTo>
                  <a:lnTo>
                    <a:pt x="829143" y="1238011"/>
                  </a:lnTo>
                  <a:lnTo>
                    <a:pt x="837316" y="1235102"/>
                  </a:lnTo>
                  <a:lnTo>
                    <a:pt x="837664" y="1234978"/>
                  </a:lnTo>
                  <a:lnTo>
                    <a:pt x="844446" y="1232564"/>
                  </a:lnTo>
                  <a:lnTo>
                    <a:pt x="847054" y="1231635"/>
                  </a:lnTo>
                  <a:lnTo>
                    <a:pt x="848619" y="1231078"/>
                  </a:lnTo>
                  <a:lnTo>
                    <a:pt x="849489" y="1230769"/>
                  </a:lnTo>
                  <a:lnTo>
                    <a:pt x="853836" y="1229221"/>
                  </a:lnTo>
                  <a:lnTo>
                    <a:pt x="859922" y="1227055"/>
                  </a:lnTo>
                  <a:lnTo>
                    <a:pt x="863748" y="1225693"/>
                  </a:lnTo>
                  <a:lnTo>
                    <a:pt x="867748" y="1224269"/>
                  </a:lnTo>
                  <a:lnTo>
                    <a:pt x="868443" y="1224021"/>
                  </a:lnTo>
                  <a:lnTo>
                    <a:pt x="869487" y="1223650"/>
                  </a:lnTo>
                  <a:lnTo>
                    <a:pt x="874356" y="1221917"/>
                  </a:lnTo>
                  <a:lnTo>
                    <a:pt x="879225" y="1220184"/>
                  </a:lnTo>
                  <a:lnTo>
                    <a:pt x="879921" y="1219936"/>
                  </a:lnTo>
                  <a:lnTo>
                    <a:pt x="889311" y="1216593"/>
                  </a:lnTo>
                  <a:lnTo>
                    <a:pt x="892093" y="1215603"/>
                  </a:lnTo>
                  <a:lnTo>
                    <a:pt x="894876" y="1214613"/>
                  </a:lnTo>
                  <a:lnTo>
                    <a:pt x="896789" y="1213932"/>
                  </a:lnTo>
                  <a:lnTo>
                    <a:pt x="902179" y="1212013"/>
                  </a:lnTo>
                  <a:lnTo>
                    <a:pt x="905310" y="1210899"/>
                  </a:lnTo>
                  <a:lnTo>
                    <a:pt x="911744" y="1208608"/>
                  </a:lnTo>
                  <a:lnTo>
                    <a:pt x="919048" y="1206008"/>
                  </a:lnTo>
                  <a:lnTo>
                    <a:pt x="920439" y="1205513"/>
                  </a:lnTo>
                  <a:lnTo>
                    <a:pt x="922352" y="1204832"/>
                  </a:lnTo>
                  <a:lnTo>
                    <a:pt x="926873" y="1203223"/>
                  </a:lnTo>
                  <a:lnTo>
                    <a:pt x="937481" y="1199447"/>
                  </a:lnTo>
                  <a:lnTo>
                    <a:pt x="952784" y="1194000"/>
                  </a:lnTo>
                  <a:lnTo>
                    <a:pt x="954175" y="1193504"/>
                  </a:lnTo>
                  <a:lnTo>
                    <a:pt x="958174" y="1192081"/>
                  </a:lnTo>
                  <a:lnTo>
                    <a:pt x="959913" y="1191462"/>
                  </a:lnTo>
                  <a:lnTo>
                    <a:pt x="964261" y="1189914"/>
                  </a:lnTo>
                  <a:lnTo>
                    <a:pt x="977129" y="1185334"/>
                  </a:lnTo>
                  <a:lnTo>
                    <a:pt x="980955" y="1183972"/>
                  </a:lnTo>
                  <a:lnTo>
                    <a:pt x="986520" y="1181991"/>
                  </a:lnTo>
                  <a:lnTo>
                    <a:pt x="991389" y="1180258"/>
                  </a:lnTo>
                  <a:lnTo>
                    <a:pt x="992084" y="1180010"/>
                  </a:lnTo>
                  <a:lnTo>
                    <a:pt x="993997" y="1179329"/>
                  </a:lnTo>
                  <a:lnTo>
                    <a:pt x="1003040" y="1176110"/>
                  </a:lnTo>
                  <a:lnTo>
                    <a:pt x="1011213" y="1173201"/>
                  </a:lnTo>
                  <a:lnTo>
                    <a:pt x="1011561" y="1173077"/>
                  </a:lnTo>
                  <a:lnTo>
                    <a:pt x="1018343" y="1170663"/>
                  </a:lnTo>
                  <a:lnTo>
                    <a:pt x="1020951" y="1169735"/>
                  </a:lnTo>
                  <a:lnTo>
                    <a:pt x="1022516" y="1169178"/>
                  </a:lnTo>
                  <a:lnTo>
                    <a:pt x="1023386" y="1168868"/>
                  </a:lnTo>
                  <a:lnTo>
                    <a:pt x="1027733" y="1167321"/>
                  </a:lnTo>
                  <a:lnTo>
                    <a:pt x="1033820" y="1165154"/>
                  </a:lnTo>
                  <a:lnTo>
                    <a:pt x="1037646" y="1163792"/>
                  </a:lnTo>
                  <a:lnTo>
                    <a:pt x="1041645" y="1162368"/>
                  </a:lnTo>
                  <a:lnTo>
                    <a:pt x="1042341" y="1162121"/>
                  </a:lnTo>
                  <a:lnTo>
                    <a:pt x="1043384" y="1161749"/>
                  </a:lnTo>
                  <a:lnTo>
                    <a:pt x="1048253" y="1160016"/>
                  </a:lnTo>
                  <a:lnTo>
                    <a:pt x="1051210" y="1158964"/>
                  </a:lnTo>
                  <a:lnTo>
                    <a:pt x="1053122" y="1158283"/>
                  </a:lnTo>
                  <a:lnTo>
                    <a:pt x="1053818" y="1158035"/>
                  </a:lnTo>
                  <a:lnTo>
                    <a:pt x="1063208" y="1154693"/>
                  </a:lnTo>
                  <a:lnTo>
                    <a:pt x="1065991" y="1153702"/>
                  </a:lnTo>
                  <a:lnTo>
                    <a:pt x="1068773" y="1152712"/>
                  </a:lnTo>
                  <a:lnTo>
                    <a:pt x="1070686" y="1152031"/>
                  </a:lnTo>
                  <a:lnTo>
                    <a:pt x="1076077" y="1150112"/>
                  </a:lnTo>
                  <a:lnTo>
                    <a:pt x="1079207" y="1148998"/>
                  </a:lnTo>
                  <a:lnTo>
                    <a:pt x="1085641" y="1146708"/>
                  </a:lnTo>
                  <a:lnTo>
                    <a:pt x="1092945" y="1144108"/>
                  </a:lnTo>
                  <a:lnTo>
                    <a:pt x="1094336" y="1143613"/>
                  </a:lnTo>
                  <a:lnTo>
                    <a:pt x="1096249" y="1142932"/>
                  </a:lnTo>
                  <a:lnTo>
                    <a:pt x="1100770" y="1141322"/>
                  </a:lnTo>
                  <a:lnTo>
                    <a:pt x="1111378" y="1137546"/>
                  </a:lnTo>
                  <a:lnTo>
                    <a:pt x="1126681" y="1132099"/>
                  </a:lnTo>
                  <a:lnTo>
                    <a:pt x="1128072" y="1131604"/>
                  </a:lnTo>
                  <a:lnTo>
                    <a:pt x="1132072" y="1130180"/>
                  </a:lnTo>
                  <a:lnTo>
                    <a:pt x="1133811" y="1129561"/>
                  </a:lnTo>
                  <a:lnTo>
                    <a:pt x="1138158" y="1128014"/>
                  </a:lnTo>
                  <a:lnTo>
                    <a:pt x="1151027" y="1123433"/>
                  </a:lnTo>
                  <a:lnTo>
                    <a:pt x="1154852" y="1122071"/>
                  </a:lnTo>
                  <a:lnTo>
                    <a:pt x="1160417" y="1120090"/>
                  </a:lnTo>
                  <a:lnTo>
                    <a:pt x="1165286" y="1118357"/>
                  </a:lnTo>
                  <a:lnTo>
                    <a:pt x="1165982" y="1118110"/>
                  </a:lnTo>
                  <a:lnTo>
                    <a:pt x="1167895" y="1117429"/>
                  </a:lnTo>
                  <a:lnTo>
                    <a:pt x="1176937" y="1114210"/>
                  </a:lnTo>
                  <a:lnTo>
                    <a:pt x="1185111" y="1111300"/>
                  </a:lnTo>
                  <a:lnTo>
                    <a:pt x="1185458" y="1111177"/>
                  </a:lnTo>
                  <a:lnTo>
                    <a:pt x="1192240" y="1108763"/>
                  </a:lnTo>
                  <a:lnTo>
                    <a:pt x="1194849" y="1107834"/>
                  </a:lnTo>
                  <a:lnTo>
                    <a:pt x="1196414" y="1107277"/>
                  </a:lnTo>
                  <a:lnTo>
                    <a:pt x="1197283" y="1106967"/>
                  </a:lnTo>
                  <a:lnTo>
                    <a:pt x="1201631" y="1105420"/>
                  </a:lnTo>
                  <a:lnTo>
                    <a:pt x="1207717" y="1103253"/>
                  </a:lnTo>
                  <a:lnTo>
                    <a:pt x="1211543" y="1101892"/>
                  </a:lnTo>
                  <a:lnTo>
                    <a:pt x="1215543" y="1100468"/>
                  </a:lnTo>
                  <a:lnTo>
                    <a:pt x="1216238" y="1100220"/>
                  </a:lnTo>
                  <a:lnTo>
                    <a:pt x="1217282" y="1099849"/>
                  </a:lnTo>
                  <a:lnTo>
                    <a:pt x="1222151" y="1098116"/>
                  </a:lnTo>
                  <a:lnTo>
                    <a:pt x="1225107" y="1097063"/>
                  </a:lnTo>
                  <a:lnTo>
                    <a:pt x="1227020" y="1096382"/>
                  </a:lnTo>
                  <a:lnTo>
                    <a:pt x="1227715" y="1096135"/>
                  </a:lnTo>
                  <a:lnTo>
                    <a:pt x="1237106" y="1092792"/>
                  </a:lnTo>
                  <a:lnTo>
                    <a:pt x="1239888" y="1091802"/>
                  </a:lnTo>
                  <a:lnTo>
                    <a:pt x="1242671" y="1090811"/>
                  </a:lnTo>
                  <a:lnTo>
                    <a:pt x="1244584" y="1090131"/>
                  </a:lnTo>
                  <a:lnTo>
                    <a:pt x="1249974" y="1088212"/>
                  </a:lnTo>
                  <a:lnTo>
                    <a:pt x="1253105" y="1087097"/>
                  </a:lnTo>
                  <a:lnTo>
                    <a:pt x="1259539" y="1084807"/>
                  </a:lnTo>
                  <a:lnTo>
                    <a:pt x="1266842" y="1082207"/>
                  </a:lnTo>
                  <a:lnTo>
                    <a:pt x="1268234" y="1081712"/>
                  </a:lnTo>
                  <a:lnTo>
                    <a:pt x="1270146" y="1081031"/>
                  </a:lnTo>
                  <a:lnTo>
                    <a:pt x="1274668" y="1079422"/>
                  </a:lnTo>
                  <a:lnTo>
                    <a:pt x="1285276" y="1075646"/>
                  </a:lnTo>
                  <a:lnTo>
                    <a:pt x="1300579" y="1070199"/>
                  </a:lnTo>
                  <a:lnTo>
                    <a:pt x="1301970" y="1069703"/>
                  </a:lnTo>
                  <a:lnTo>
                    <a:pt x="1305969" y="1068280"/>
                  </a:lnTo>
                  <a:lnTo>
                    <a:pt x="1307708" y="1067661"/>
                  </a:lnTo>
                  <a:lnTo>
                    <a:pt x="1312056" y="1066113"/>
                  </a:lnTo>
                  <a:lnTo>
                    <a:pt x="1324924" y="1061532"/>
                  </a:lnTo>
                  <a:lnTo>
                    <a:pt x="1328750" y="1060171"/>
                  </a:lnTo>
                  <a:lnTo>
                    <a:pt x="1334315" y="1058190"/>
                  </a:lnTo>
                  <a:lnTo>
                    <a:pt x="1339184" y="1056457"/>
                  </a:lnTo>
                  <a:lnTo>
                    <a:pt x="1339879" y="1056209"/>
                  </a:lnTo>
                  <a:lnTo>
                    <a:pt x="1341792" y="1055528"/>
                  </a:lnTo>
                  <a:lnTo>
                    <a:pt x="1350835" y="1052309"/>
                  </a:lnTo>
                  <a:lnTo>
                    <a:pt x="1359008" y="1049400"/>
                  </a:lnTo>
                  <a:lnTo>
                    <a:pt x="1359356" y="1049276"/>
                  </a:lnTo>
                  <a:lnTo>
                    <a:pt x="1366138" y="1046862"/>
                  </a:lnTo>
                  <a:lnTo>
                    <a:pt x="1368746" y="1045933"/>
                  </a:lnTo>
                  <a:lnTo>
                    <a:pt x="1370311" y="1045376"/>
                  </a:lnTo>
                  <a:lnTo>
                    <a:pt x="1371181" y="1045067"/>
                  </a:lnTo>
                  <a:lnTo>
                    <a:pt x="1375528" y="1043519"/>
                  </a:lnTo>
                  <a:lnTo>
                    <a:pt x="1381615" y="1041353"/>
                  </a:lnTo>
                  <a:lnTo>
                    <a:pt x="1385440" y="1039991"/>
                  </a:lnTo>
                  <a:lnTo>
                    <a:pt x="1389440" y="1038567"/>
                  </a:lnTo>
                  <a:lnTo>
                    <a:pt x="1390136" y="1038320"/>
                  </a:lnTo>
                  <a:lnTo>
                    <a:pt x="1391179" y="1037948"/>
                  </a:lnTo>
                  <a:lnTo>
                    <a:pt x="1396048" y="1036215"/>
                  </a:lnTo>
                  <a:lnTo>
                    <a:pt x="1399004" y="1035163"/>
                  </a:lnTo>
                  <a:lnTo>
                    <a:pt x="1400917" y="1034482"/>
                  </a:lnTo>
                  <a:lnTo>
                    <a:pt x="1401613" y="1034234"/>
                  </a:lnTo>
                  <a:lnTo>
                    <a:pt x="1411003" y="1030892"/>
                  </a:lnTo>
                  <a:lnTo>
                    <a:pt x="1413786" y="1029901"/>
                  </a:lnTo>
                  <a:lnTo>
                    <a:pt x="1416568" y="1028911"/>
                  </a:lnTo>
                  <a:lnTo>
                    <a:pt x="1418481" y="1028230"/>
                  </a:lnTo>
                  <a:lnTo>
                    <a:pt x="1423872" y="1026311"/>
                  </a:lnTo>
                  <a:lnTo>
                    <a:pt x="1427002" y="1025197"/>
                  </a:lnTo>
                  <a:lnTo>
                    <a:pt x="1433436" y="1022906"/>
                  </a:lnTo>
                  <a:lnTo>
                    <a:pt x="1440740" y="1020307"/>
                  </a:lnTo>
                  <a:lnTo>
                    <a:pt x="1442131" y="1019811"/>
                  </a:lnTo>
                  <a:lnTo>
                    <a:pt x="1444044" y="1019131"/>
                  </a:lnTo>
                  <a:lnTo>
                    <a:pt x="1448565" y="1017521"/>
                  </a:lnTo>
                  <a:lnTo>
                    <a:pt x="1459173" y="1013745"/>
                  </a:lnTo>
                  <a:lnTo>
                    <a:pt x="1474476" y="1008298"/>
                  </a:lnTo>
                  <a:lnTo>
                    <a:pt x="1475867" y="1007803"/>
                  </a:lnTo>
                  <a:lnTo>
                    <a:pt x="1479867" y="1006379"/>
                  </a:lnTo>
                  <a:lnTo>
                    <a:pt x="1481606" y="1005760"/>
                  </a:lnTo>
                  <a:lnTo>
                    <a:pt x="1485953" y="1004213"/>
                  </a:lnTo>
                  <a:lnTo>
                    <a:pt x="1498822" y="999632"/>
                  </a:lnTo>
                  <a:lnTo>
                    <a:pt x="1502647" y="998270"/>
                  </a:lnTo>
                  <a:lnTo>
                    <a:pt x="1508212" y="996289"/>
                  </a:lnTo>
                  <a:lnTo>
                    <a:pt x="1513081" y="994556"/>
                  </a:lnTo>
                  <a:lnTo>
                    <a:pt x="1513777" y="994308"/>
                  </a:lnTo>
                  <a:lnTo>
                    <a:pt x="1515690" y="993628"/>
                  </a:lnTo>
                  <a:lnTo>
                    <a:pt x="1524732" y="990409"/>
                  </a:lnTo>
                  <a:lnTo>
                    <a:pt x="1532905" y="987499"/>
                  </a:lnTo>
                  <a:lnTo>
                    <a:pt x="1533253" y="987376"/>
                  </a:lnTo>
                  <a:lnTo>
                    <a:pt x="1540035" y="984961"/>
                  </a:lnTo>
                  <a:lnTo>
                    <a:pt x="1542644" y="984033"/>
                  </a:lnTo>
                  <a:lnTo>
                    <a:pt x="1544209" y="983476"/>
                  </a:lnTo>
                  <a:lnTo>
                    <a:pt x="1545078" y="983166"/>
                  </a:lnTo>
                  <a:lnTo>
                    <a:pt x="1549426" y="981619"/>
                  </a:lnTo>
                  <a:lnTo>
                    <a:pt x="1555512" y="979452"/>
                  </a:lnTo>
                  <a:lnTo>
                    <a:pt x="1559338" y="978090"/>
                  </a:lnTo>
                  <a:lnTo>
                    <a:pt x="1563338" y="976667"/>
                  </a:lnTo>
                  <a:lnTo>
                    <a:pt x="1564033" y="976419"/>
                  </a:lnTo>
                  <a:lnTo>
                    <a:pt x="1565077" y="976048"/>
                  </a:lnTo>
                  <a:lnTo>
                    <a:pt x="1569946" y="974315"/>
                  </a:lnTo>
                  <a:lnTo>
                    <a:pt x="1572902" y="973262"/>
                  </a:lnTo>
                  <a:lnTo>
                    <a:pt x="1574815" y="972581"/>
                  </a:lnTo>
                  <a:lnTo>
                    <a:pt x="1575510" y="972334"/>
                  </a:lnTo>
                  <a:lnTo>
                    <a:pt x="1584901" y="968991"/>
                  </a:lnTo>
                  <a:lnTo>
                    <a:pt x="1587683" y="968001"/>
                  </a:lnTo>
                  <a:lnTo>
                    <a:pt x="1590466" y="967010"/>
                  </a:lnTo>
                  <a:lnTo>
                    <a:pt x="1592378" y="966329"/>
                  </a:lnTo>
                  <a:lnTo>
                    <a:pt x="1597769" y="964410"/>
                  </a:lnTo>
                  <a:lnTo>
                    <a:pt x="1600899" y="963296"/>
                  </a:lnTo>
                  <a:lnTo>
                    <a:pt x="1607334" y="961006"/>
                  </a:lnTo>
                  <a:lnTo>
                    <a:pt x="1614637" y="958406"/>
                  </a:lnTo>
                  <a:lnTo>
                    <a:pt x="1616028" y="957911"/>
                  </a:lnTo>
                  <a:lnTo>
                    <a:pt x="1617941" y="957230"/>
                  </a:lnTo>
                  <a:lnTo>
                    <a:pt x="1622463" y="955621"/>
                  </a:lnTo>
                  <a:lnTo>
                    <a:pt x="1633070" y="951845"/>
                  </a:lnTo>
                  <a:lnTo>
                    <a:pt x="1648373" y="946397"/>
                  </a:lnTo>
                  <a:lnTo>
                    <a:pt x="1649765" y="945902"/>
                  </a:lnTo>
                  <a:lnTo>
                    <a:pt x="1653764" y="944478"/>
                  </a:lnTo>
                  <a:lnTo>
                    <a:pt x="1655503" y="943859"/>
                  </a:lnTo>
                  <a:lnTo>
                    <a:pt x="1659851" y="942312"/>
                  </a:lnTo>
                  <a:lnTo>
                    <a:pt x="1672719" y="937731"/>
                  </a:lnTo>
                  <a:lnTo>
                    <a:pt x="1676545" y="936369"/>
                  </a:lnTo>
                  <a:lnTo>
                    <a:pt x="1682110" y="934389"/>
                  </a:lnTo>
                  <a:lnTo>
                    <a:pt x="1686979" y="932655"/>
                  </a:lnTo>
                  <a:lnTo>
                    <a:pt x="1687674" y="932408"/>
                  </a:lnTo>
                  <a:lnTo>
                    <a:pt x="1689587" y="931727"/>
                  </a:lnTo>
                  <a:lnTo>
                    <a:pt x="1698630" y="928508"/>
                  </a:lnTo>
                  <a:lnTo>
                    <a:pt x="1706803" y="925599"/>
                  </a:lnTo>
                  <a:lnTo>
                    <a:pt x="1707151" y="925475"/>
                  </a:lnTo>
                  <a:lnTo>
                    <a:pt x="1713933" y="923061"/>
                  </a:lnTo>
                  <a:lnTo>
                    <a:pt x="1716541" y="922132"/>
                  </a:lnTo>
                  <a:lnTo>
                    <a:pt x="1718106" y="921575"/>
                  </a:lnTo>
                  <a:lnTo>
                    <a:pt x="1718976" y="921266"/>
                  </a:lnTo>
                  <a:lnTo>
                    <a:pt x="1723323" y="919718"/>
                  </a:lnTo>
                  <a:lnTo>
                    <a:pt x="1729410" y="917552"/>
                  </a:lnTo>
                  <a:lnTo>
                    <a:pt x="1733235" y="916190"/>
                  </a:lnTo>
                  <a:lnTo>
                    <a:pt x="1737235" y="914766"/>
                  </a:lnTo>
                  <a:lnTo>
                    <a:pt x="1737931" y="914519"/>
                  </a:lnTo>
                  <a:lnTo>
                    <a:pt x="1738974" y="914147"/>
                  </a:lnTo>
                  <a:lnTo>
                    <a:pt x="1743843" y="912414"/>
                  </a:lnTo>
                  <a:lnTo>
                    <a:pt x="1746799" y="911362"/>
                  </a:lnTo>
                  <a:lnTo>
                    <a:pt x="1748712" y="910681"/>
                  </a:lnTo>
                  <a:lnTo>
                    <a:pt x="1749408" y="910433"/>
                  </a:lnTo>
                  <a:lnTo>
                    <a:pt x="1758798" y="907091"/>
                  </a:lnTo>
                  <a:lnTo>
                    <a:pt x="1761581" y="906100"/>
                  </a:lnTo>
                  <a:lnTo>
                    <a:pt x="1764363" y="905110"/>
                  </a:lnTo>
                  <a:lnTo>
                    <a:pt x="1766276" y="904429"/>
                  </a:lnTo>
                  <a:lnTo>
                    <a:pt x="1771667" y="902510"/>
                  </a:lnTo>
                  <a:lnTo>
                    <a:pt x="1774797" y="901396"/>
                  </a:lnTo>
                  <a:lnTo>
                    <a:pt x="1781231" y="899105"/>
                  </a:lnTo>
                  <a:lnTo>
                    <a:pt x="1788535" y="896506"/>
                  </a:lnTo>
                  <a:lnTo>
                    <a:pt x="1789926" y="896010"/>
                  </a:lnTo>
                  <a:lnTo>
                    <a:pt x="1791839" y="895329"/>
                  </a:lnTo>
                  <a:lnTo>
                    <a:pt x="1796360" y="893720"/>
                  </a:lnTo>
                  <a:lnTo>
                    <a:pt x="1806968" y="889944"/>
                  </a:lnTo>
                  <a:lnTo>
                    <a:pt x="1822271" y="884497"/>
                  </a:lnTo>
                  <a:lnTo>
                    <a:pt x="1823662" y="884002"/>
                  </a:lnTo>
                  <a:lnTo>
                    <a:pt x="1827662" y="882578"/>
                  </a:lnTo>
                  <a:lnTo>
                    <a:pt x="1829401" y="881959"/>
                  </a:lnTo>
                  <a:lnTo>
                    <a:pt x="1846616" y="875831"/>
                  </a:lnTo>
                  <a:lnTo>
                    <a:pt x="1850442" y="874469"/>
                  </a:lnTo>
                  <a:lnTo>
                    <a:pt x="1856007" y="872488"/>
                  </a:lnTo>
                  <a:lnTo>
                    <a:pt x="1860876" y="870755"/>
                  </a:lnTo>
                  <a:lnTo>
                    <a:pt x="1861572" y="870507"/>
                  </a:lnTo>
                  <a:lnTo>
                    <a:pt x="1863485" y="869826"/>
                  </a:lnTo>
                  <a:lnTo>
                    <a:pt x="1872527" y="866608"/>
                  </a:lnTo>
                  <a:lnTo>
                    <a:pt x="1880700" y="863698"/>
                  </a:lnTo>
                  <a:lnTo>
                    <a:pt x="1881048" y="863574"/>
                  </a:lnTo>
                  <a:lnTo>
                    <a:pt x="1887830" y="861160"/>
                  </a:lnTo>
                  <a:lnTo>
                    <a:pt x="1890439" y="860232"/>
                  </a:lnTo>
                  <a:lnTo>
                    <a:pt x="1892004" y="859675"/>
                  </a:lnTo>
                  <a:lnTo>
                    <a:pt x="1892873" y="859365"/>
                  </a:lnTo>
                  <a:lnTo>
                    <a:pt x="1897221" y="857818"/>
                  </a:lnTo>
                  <a:lnTo>
                    <a:pt x="1903307" y="855651"/>
                  </a:lnTo>
                  <a:lnTo>
                    <a:pt x="1907133" y="854289"/>
                  </a:lnTo>
                  <a:lnTo>
                    <a:pt x="1911132" y="852866"/>
                  </a:lnTo>
                  <a:lnTo>
                    <a:pt x="1911828" y="852618"/>
                  </a:lnTo>
                  <a:lnTo>
                    <a:pt x="1912871" y="852247"/>
                  </a:lnTo>
                  <a:lnTo>
                    <a:pt x="1917741" y="850513"/>
                  </a:lnTo>
                  <a:lnTo>
                    <a:pt x="1920697" y="849461"/>
                  </a:lnTo>
                  <a:lnTo>
                    <a:pt x="1922610" y="848780"/>
                  </a:lnTo>
                  <a:lnTo>
                    <a:pt x="1923305" y="848533"/>
                  </a:lnTo>
                  <a:lnTo>
                    <a:pt x="1932696" y="845190"/>
                  </a:lnTo>
                  <a:lnTo>
                    <a:pt x="1935478" y="844200"/>
                  </a:lnTo>
                  <a:lnTo>
                    <a:pt x="1938260" y="843209"/>
                  </a:lnTo>
                  <a:lnTo>
                    <a:pt x="1940173" y="842528"/>
                  </a:lnTo>
                  <a:lnTo>
                    <a:pt x="1945564" y="840609"/>
                  </a:lnTo>
                  <a:lnTo>
                    <a:pt x="1948694" y="839495"/>
                  </a:lnTo>
                  <a:lnTo>
                    <a:pt x="1955128" y="837205"/>
                  </a:lnTo>
                  <a:lnTo>
                    <a:pt x="1962432" y="834605"/>
                  </a:lnTo>
                  <a:lnTo>
                    <a:pt x="1963823" y="834110"/>
                  </a:lnTo>
                  <a:lnTo>
                    <a:pt x="1965736" y="833429"/>
                  </a:lnTo>
                  <a:lnTo>
                    <a:pt x="1970258" y="831819"/>
                  </a:lnTo>
                  <a:lnTo>
                    <a:pt x="1980865" y="828043"/>
                  </a:lnTo>
                  <a:lnTo>
                    <a:pt x="1996168" y="822596"/>
                  </a:lnTo>
                  <a:lnTo>
                    <a:pt x="1997559" y="822101"/>
                  </a:lnTo>
                  <a:lnTo>
                    <a:pt x="2001559" y="820677"/>
                  </a:lnTo>
                  <a:lnTo>
                    <a:pt x="2003298" y="820058"/>
                  </a:lnTo>
                  <a:lnTo>
                    <a:pt x="2007646" y="818511"/>
                  </a:lnTo>
                  <a:lnTo>
                    <a:pt x="2020514" y="813930"/>
                  </a:lnTo>
                  <a:lnTo>
                    <a:pt x="2024340" y="812568"/>
                  </a:lnTo>
                  <a:lnTo>
                    <a:pt x="2029904" y="810588"/>
                  </a:lnTo>
                  <a:lnTo>
                    <a:pt x="2034774" y="808854"/>
                  </a:lnTo>
                  <a:lnTo>
                    <a:pt x="2035469" y="808607"/>
                  </a:lnTo>
                  <a:lnTo>
                    <a:pt x="2037382" y="807926"/>
                  </a:lnTo>
                  <a:lnTo>
                    <a:pt x="2046425" y="804707"/>
                  </a:lnTo>
                  <a:lnTo>
                    <a:pt x="2054598" y="801798"/>
                  </a:lnTo>
                  <a:lnTo>
                    <a:pt x="2054946" y="801674"/>
                  </a:lnTo>
                  <a:lnTo>
                    <a:pt x="2061728" y="799260"/>
                  </a:lnTo>
                  <a:lnTo>
                    <a:pt x="2064336" y="798331"/>
                  </a:lnTo>
                  <a:lnTo>
                    <a:pt x="2065901" y="797774"/>
                  </a:lnTo>
                  <a:lnTo>
                    <a:pt x="2066771" y="797465"/>
                  </a:lnTo>
                  <a:lnTo>
                    <a:pt x="2071118" y="795917"/>
                  </a:lnTo>
                  <a:lnTo>
                    <a:pt x="2077205" y="793751"/>
                  </a:lnTo>
                  <a:lnTo>
                    <a:pt x="2081030" y="792389"/>
                  </a:lnTo>
                  <a:lnTo>
                    <a:pt x="2085030" y="790965"/>
                  </a:lnTo>
                  <a:lnTo>
                    <a:pt x="2085725" y="790717"/>
                  </a:lnTo>
                  <a:lnTo>
                    <a:pt x="2086769" y="790346"/>
                  </a:lnTo>
                  <a:lnTo>
                    <a:pt x="2091638" y="788613"/>
                  </a:lnTo>
                  <a:lnTo>
                    <a:pt x="2094594" y="787560"/>
                  </a:lnTo>
                  <a:lnTo>
                    <a:pt x="2096507" y="786880"/>
                  </a:lnTo>
                  <a:lnTo>
                    <a:pt x="2097203" y="786632"/>
                  </a:lnTo>
                  <a:lnTo>
                    <a:pt x="2106593" y="783289"/>
                  </a:lnTo>
                  <a:lnTo>
                    <a:pt x="2109376" y="782299"/>
                  </a:lnTo>
                  <a:lnTo>
                    <a:pt x="2112158" y="781309"/>
                  </a:lnTo>
                  <a:lnTo>
                    <a:pt x="2114071" y="780628"/>
                  </a:lnTo>
                  <a:lnTo>
                    <a:pt x="2119462" y="778709"/>
                  </a:lnTo>
                  <a:lnTo>
                    <a:pt x="2122592" y="777595"/>
                  </a:lnTo>
                  <a:lnTo>
                    <a:pt x="2129026" y="775304"/>
                  </a:lnTo>
                  <a:lnTo>
                    <a:pt x="2136330" y="772704"/>
                  </a:lnTo>
                  <a:lnTo>
                    <a:pt x="2137721" y="772209"/>
                  </a:lnTo>
                  <a:lnTo>
                    <a:pt x="2139634" y="771528"/>
                  </a:lnTo>
                  <a:lnTo>
                    <a:pt x="2144155" y="769919"/>
                  </a:lnTo>
                  <a:lnTo>
                    <a:pt x="2154763" y="766143"/>
                  </a:lnTo>
                  <a:lnTo>
                    <a:pt x="2170066" y="760696"/>
                  </a:lnTo>
                  <a:lnTo>
                    <a:pt x="2171457" y="760200"/>
                  </a:lnTo>
                  <a:lnTo>
                    <a:pt x="2175457" y="758777"/>
                  </a:lnTo>
                  <a:lnTo>
                    <a:pt x="2177196" y="758158"/>
                  </a:lnTo>
                  <a:lnTo>
                    <a:pt x="2181543" y="756610"/>
                  </a:lnTo>
                  <a:lnTo>
                    <a:pt x="2194411" y="752030"/>
                  </a:lnTo>
                  <a:lnTo>
                    <a:pt x="2198237" y="750668"/>
                  </a:lnTo>
                  <a:lnTo>
                    <a:pt x="2203802" y="748687"/>
                  </a:lnTo>
                  <a:lnTo>
                    <a:pt x="2208671" y="746954"/>
                  </a:lnTo>
                  <a:lnTo>
                    <a:pt x="2209367" y="746706"/>
                  </a:lnTo>
                  <a:lnTo>
                    <a:pt x="2211279" y="746025"/>
                  </a:lnTo>
                  <a:lnTo>
                    <a:pt x="2220322" y="742806"/>
                  </a:lnTo>
                  <a:lnTo>
                    <a:pt x="2228495" y="739897"/>
                  </a:lnTo>
                  <a:lnTo>
                    <a:pt x="2228843" y="739773"/>
                  </a:lnTo>
                  <a:lnTo>
                    <a:pt x="2235625" y="737359"/>
                  </a:lnTo>
                  <a:lnTo>
                    <a:pt x="2238234" y="736431"/>
                  </a:lnTo>
                  <a:lnTo>
                    <a:pt x="2239799" y="735874"/>
                  </a:lnTo>
                  <a:lnTo>
                    <a:pt x="2240668" y="735564"/>
                  </a:lnTo>
                  <a:lnTo>
                    <a:pt x="2245016" y="734017"/>
                  </a:lnTo>
                  <a:lnTo>
                    <a:pt x="2251102" y="731850"/>
                  </a:lnTo>
                  <a:lnTo>
                    <a:pt x="2254928" y="730488"/>
                  </a:lnTo>
                  <a:lnTo>
                    <a:pt x="2258927" y="729064"/>
                  </a:lnTo>
                  <a:lnTo>
                    <a:pt x="2259623" y="728817"/>
                  </a:lnTo>
                  <a:lnTo>
                    <a:pt x="2260666" y="728445"/>
                  </a:lnTo>
                  <a:lnTo>
                    <a:pt x="2265535" y="726712"/>
                  </a:lnTo>
                  <a:lnTo>
                    <a:pt x="2268492" y="725660"/>
                  </a:lnTo>
                  <a:lnTo>
                    <a:pt x="2270405" y="724979"/>
                  </a:lnTo>
                  <a:lnTo>
                    <a:pt x="2271100" y="724731"/>
                  </a:lnTo>
                  <a:lnTo>
                    <a:pt x="2280491" y="721389"/>
                  </a:lnTo>
                  <a:lnTo>
                    <a:pt x="2283273" y="720398"/>
                  </a:lnTo>
                  <a:lnTo>
                    <a:pt x="2286055" y="719408"/>
                  </a:lnTo>
                  <a:lnTo>
                    <a:pt x="2287968" y="718727"/>
                  </a:lnTo>
                  <a:lnTo>
                    <a:pt x="2293359" y="716808"/>
                  </a:lnTo>
                  <a:lnTo>
                    <a:pt x="2296489" y="715694"/>
                  </a:lnTo>
                  <a:lnTo>
                    <a:pt x="2302923" y="713404"/>
                  </a:lnTo>
                  <a:lnTo>
                    <a:pt x="2310227" y="710804"/>
                  </a:lnTo>
                  <a:lnTo>
                    <a:pt x="2311618" y="710309"/>
                  </a:lnTo>
                  <a:lnTo>
                    <a:pt x="2313531" y="709628"/>
                  </a:lnTo>
                  <a:lnTo>
                    <a:pt x="2318052" y="708018"/>
                  </a:lnTo>
                  <a:lnTo>
                    <a:pt x="2328660" y="704242"/>
                  </a:lnTo>
                  <a:lnTo>
                    <a:pt x="2343963" y="698795"/>
                  </a:lnTo>
                  <a:lnTo>
                    <a:pt x="2345354" y="698300"/>
                  </a:lnTo>
                  <a:lnTo>
                    <a:pt x="2349354" y="696876"/>
                  </a:lnTo>
                  <a:lnTo>
                    <a:pt x="2351093" y="696257"/>
                  </a:lnTo>
                  <a:lnTo>
                    <a:pt x="2355440" y="694710"/>
                  </a:lnTo>
                  <a:lnTo>
                    <a:pt x="2368309" y="690129"/>
                  </a:lnTo>
                  <a:lnTo>
                    <a:pt x="2372135" y="688767"/>
                  </a:lnTo>
                  <a:lnTo>
                    <a:pt x="2377699" y="686786"/>
                  </a:lnTo>
                  <a:lnTo>
                    <a:pt x="2382568" y="685053"/>
                  </a:lnTo>
                  <a:lnTo>
                    <a:pt x="2383264" y="684806"/>
                  </a:lnTo>
                  <a:lnTo>
                    <a:pt x="2385177" y="684125"/>
                  </a:lnTo>
                  <a:lnTo>
                    <a:pt x="2394220" y="680906"/>
                  </a:lnTo>
                  <a:lnTo>
                    <a:pt x="2402393" y="677996"/>
                  </a:lnTo>
                  <a:lnTo>
                    <a:pt x="2402741" y="677873"/>
                  </a:lnTo>
                  <a:lnTo>
                    <a:pt x="2409523" y="675459"/>
                  </a:lnTo>
                  <a:lnTo>
                    <a:pt x="2412131" y="674530"/>
                  </a:lnTo>
                  <a:lnTo>
                    <a:pt x="2413696" y="673973"/>
                  </a:lnTo>
                  <a:lnTo>
                    <a:pt x="2414566" y="673663"/>
                  </a:lnTo>
                  <a:lnTo>
                    <a:pt x="2418913" y="672116"/>
                  </a:lnTo>
                  <a:lnTo>
                    <a:pt x="2424999" y="669949"/>
                  </a:lnTo>
                  <a:lnTo>
                    <a:pt x="2428825" y="668588"/>
                  </a:lnTo>
                  <a:lnTo>
                    <a:pt x="2432825" y="667164"/>
                  </a:lnTo>
                  <a:lnTo>
                    <a:pt x="2433520" y="666916"/>
                  </a:lnTo>
                  <a:lnTo>
                    <a:pt x="2434564" y="666545"/>
                  </a:lnTo>
                  <a:lnTo>
                    <a:pt x="2439433" y="664812"/>
                  </a:lnTo>
                  <a:lnTo>
                    <a:pt x="2442389" y="663759"/>
                  </a:lnTo>
                  <a:lnTo>
                    <a:pt x="2444302" y="663078"/>
                  </a:lnTo>
                  <a:lnTo>
                    <a:pt x="2444998" y="662831"/>
                  </a:lnTo>
                  <a:lnTo>
                    <a:pt x="2454388" y="659488"/>
                  </a:lnTo>
                  <a:lnTo>
                    <a:pt x="2457170" y="658498"/>
                  </a:lnTo>
                  <a:lnTo>
                    <a:pt x="2459953" y="657507"/>
                  </a:lnTo>
                  <a:lnTo>
                    <a:pt x="2461866" y="656826"/>
                  </a:lnTo>
                  <a:lnTo>
                    <a:pt x="2467256" y="654908"/>
                  </a:lnTo>
                  <a:lnTo>
                    <a:pt x="2470387" y="653793"/>
                  </a:lnTo>
                  <a:lnTo>
                    <a:pt x="2476821" y="651503"/>
                  </a:lnTo>
                  <a:lnTo>
                    <a:pt x="2484125" y="648903"/>
                  </a:lnTo>
                  <a:lnTo>
                    <a:pt x="2485516" y="648408"/>
                  </a:lnTo>
                  <a:lnTo>
                    <a:pt x="2487429" y="647727"/>
                  </a:lnTo>
                  <a:lnTo>
                    <a:pt x="2491950" y="646118"/>
                  </a:lnTo>
                  <a:lnTo>
                    <a:pt x="2502558" y="642342"/>
                  </a:lnTo>
                  <a:lnTo>
                    <a:pt x="2517861" y="636895"/>
                  </a:lnTo>
                  <a:lnTo>
                    <a:pt x="2519252" y="636399"/>
                  </a:lnTo>
                  <a:lnTo>
                    <a:pt x="2523251" y="634976"/>
                  </a:lnTo>
                  <a:lnTo>
                    <a:pt x="2529338" y="632809"/>
                  </a:lnTo>
                  <a:lnTo>
                    <a:pt x="2542206" y="628228"/>
                  </a:lnTo>
                  <a:lnTo>
                    <a:pt x="2546032" y="626867"/>
                  </a:lnTo>
                  <a:lnTo>
                    <a:pt x="2551597" y="624886"/>
                  </a:lnTo>
                  <a:lnTo>
                    <a:pt x="2556466" y="623153"/>
                  </a:lnTo>
                  <a:lnTo>
                    <a:pt x="2557161" y="622905"/>
                  </a:lnTo>
                  <a:lnTo>
                    <a:pt x="2559074" y="622224"/>
                  </a:lnTo>
                  <a:lnTo>
                    <a:pt x="2568117" y="619005"/>
                  </a:lnTo>
                  <a:lnTo>
                    <a:pt x="2576290" y="616096"/>
                  </a:lnTo>
                  <a:lnTo>
                    <a:pt x="2576638" y="615972"/>
                  </a:lnTo>
                  <a:lnTo>
                    <a:pt x="2583420" y="613558"/>
                  </a:lnTo>
                  <a:lnTo>
                    <a:pt x="2586028" y="612629"/>
                  </a:lnTo>
                  <a:lnTo>
                    <a:pt x="2587594" y="612072"/>
                  </a:lnTo>
                  <a:lnTo>
                    <a:pt x="2588463" y="611763"/>
                  </a:lnTo>
                  <a:lnTo>
                    <a:pt x="2592810" y="610215"/>
                  </a:lnTo>
                  <a:lnTo>
                    <a:pt x="2598897" y="608049"/>
                  </a:lnTo>
                  <a:lnTo>
                    <a:pt x="2602723" y="606687"/>
                  </a:lnTo>
                  <a:lnTo>
                    <a:pt x="2606722" y="605263"/>
                  </a:lnTo>
                  <a:lnTo>
                    <a:pt x="2607418" y="605016"/>
                  </a:lnTo>
                  <a:lnTo>
                    <a:pt x="2608461" y="604644"/>
                  </a:lnTo>
                  <a:lnTo>
                    <a:pt x="2613330" y="602911"/>
                  </a:lnTo>
                  <a:lnTo>
                    <a:pt x="2616287" y="601859"/>
                  </a:lnTo>
                  <a:lnTo>
                    <a:pt x="2618199" y="601178"/>
                  </a:lnTo>
                  <a:lnTo>
                    <a:pt x="2618895" y="600930"/>
                  </a:lnTo>
                  <a:lnTo>
                    <a:pt x="2628286" y="597588"/>
                  </a:lnTo>
                  <a:lnTo>
                    <a:pt x="2631068" y="596597"/>
                  </a:lnTo>
                  <a:lnTo>
                    <a:pt x="2633850" y="595607"/>
                  </a:lnTo>
                  <a:lnTo>
                    <a:pt x="2635763" y="594926"/>
                  </a:lnTo>
                  <a:lnTo>
                    <a:pt x="2641154" y="593007"/>
                  </a:lnTo>
                  <a:lnTo>
                    <a:pt x="2644284" y="591893"/>
                  </a:lnTo>
                  <a:lnTo>
                    <a:pt x="2650718" y="589602"/>
                  </a:lnTo>
                  <a:lnTo>
                    <a:pt x="2659413" y="586507"/>
                  </a:lnTo>
                  <a:lnTo>
                    <a:pt x="2661326" y="585827"/>
                  </a:lnTo>
                  <a:lnTo>
                    <a:pt x="2676455" y="580441"/>
                  </a:lnTo>
                  <a:lnTo>
                    <a:pt x="2691758" y="574994"/>
                  </a:lnTo>
                  <a:lnTo>
                    <a:pt x="2693149" y="574499"/>
                  </a:lnTo>
                  <a:lnTo>
                    <a:pt x="2698888" y="572456"/>
                  </a:lnTo>
                  <a:lnTo>
                    <a:pt x="2703235" y="570908"/>
                  </a:lnTo>
                  <a:lnTo>
                    <a:pt x="2716104" y="566328"/>
                  </a:lnTo>
                  <a:lnTo>
                    <a:pt x="2719929" y="564966"/>
                  </a:lnTo>
                  <a:lnTo>
                    <a:pt x="2725494" y="562985"/>
                  </a:lnTo>
                  <a:lnTo>
                    <a:pt x="2730363" y="561252"/>
                  </a:lnTo>
                  <a:lnTo>
                    <a:pt x="2731059" y="561004"/>
                  </a:lnTo>
                  <a:lnTo>
                    <a:pt x="2732972" y="560323"/>
                  </a:lnTo>
                  <a:lnTo>
                    <a:pt x="2742014" y="557105"/>
                  </a:lnTo>
                  <a:lnTo>
                    <a:pt x="2750188" y="554195"/>
                  </a:lnTo>
                  <a:lnTo>
                    <a:pt x="2750535" y="554072"/>
                  </a:lnTo>
                  <a:lnTo>
                    <a:pt x="2757317" y="551657"/>
                  </a:lnTo>
                  <a:lnTo>
                    <a:pt x="2759926" y="550729"/>
                  </a:lnTo>
                  <a:lnTo>
                    <a:pt x="2761491" y="550172"/>
                  </a:lnTo>
                  <a:lnTo>
                    <a:pt x="2762360" y="549862"/>
                  </a:lnTo>
                  <a:lnTo>
                    <a:pt x="2766708" y="548315"/>
                  </a:lnTo>
                  <a:lnTo>
                    <a:pt x="2772794" y="546148"/>
                  </a:lnTo>
                  <a:lnTo>
                    <a:pt x="2780620" y="543363"/>
                  </a:lnTo>
                  <a:lnTo>
                    <a:pt x="2781315" y="543115"/>
                  </a:lnTo>
                  <a:lnTo>
                    <a:pt x="2782359" y="542744"/>
                  </a:lnTo>
                  <a:lnTo>
                    <a:pt x="2787228" y="541011"/>
                  </a:lnTo>
                  <a:lnTo>
                    <a:pt x="2790184" y="539958"/>
                  </a:lnTo>
                  <a:lnTo>
                    <a:pt x="2792097" y="539277"/>
                  </a:lnTo>
                  <a:lnTo>
                    <a:pt x="2792793" y="539030"/>
                  </a:lnTo>
                  <a:lnTo>
                    <a:pt x="2802183" y="535687"/>
                  </a:lnTo>
                  <a:lnTo>
                    <a:pt x="2804965" y="534697"/>
                  </a:lnTo>
                  <a:lnTo>
                    <a:pt x="2807748" y="533706"/>
                  </a:lnTo>
                  <a:lnTo>
                    <a:pt x="2809661" y="533025"/>
                  </a:lnTo>
                  <a:lnTo>
                    <a:pt x="2815051" y="531106"/>
                  </a:lnTo>
                  <a:lnTo>
                    <a:pt x="2818182" y="529992"/>
                  </a:lnTo>
                  <a:lnTo>
                    <a:pt x="2824616" y="527702"/>
                  </a:lnTo>
                  <a:lnTo>
                    <a:pt x="2831919" y="525102"/>
                  </a:lnTo>
                  <a:lnTo>
                    <a:pt x="2833311" y="524607"/>
                  </a:lnTo>
                  <a:lnTo>
                    <a:pt x="2835223" y="523926"/>
                  </a:lnTo>
                  <a:lnTo>
                    <a:pt x="2839745" y="522317"/>
                  </a:lnTo>
                  <a:lnTo>
                    <a:pt x="2850353" y="518541"/>
                  </a:lnTo>
                  <a:lnTo>
                    <a:pt x="2865656" y="513093"/>
                  </a:lnTo>
                  <a:lnTo>
                    <a:pt x="2867047" y="512598"/>
                  </a:lnTo>
                  <a:lnTo>
                    <a:pt x="2871046" y="511174"/>
                  </a:lnTo>
                  <a:lnTo>
                    <a:pt x="2872785" y="510555"/>
                  </a:lnTo>
                  <a:lnTo>
                    <a:pt x="2877133" y="509008"/>
                  </a:lnTo>
                  <a:lnTo>
                    <a:pt x="2890001" y="504427"/>
                  </a:lnTo>
                  <a:lnTo>
                    <a:pt x="2893827" y="503065"/>
                  </a:lnTo>
                  <a:lnTo>
                    <a:pt x="2899392" y="501085"/>
                  </a:lnTo>
                  <a:lnTo>
                    <a:pt x="2904261" y="499351"/>
                  </a:lnTo>
                  <a:lnTo>
                    <a:pt x="2904956" y="499104"/>
                  </a:lnTo>
                  <a:lnTo>
                    <a:pt x="2906869" y="498423"/>
                  </a:lnTo>
                  <a:lnTo>
                    <a:pt x="2915912" y="495204"/>
                  </a:lnTo>
                  <a:lnTo>
                    <a:pt x="2924085" y="492295"/>
                  </a:lnTo>
                  <a:lnTo>
                    <a:pt x="2924433" y="492171"/>
                  </a:lnTo>
                  <a:lnTo>
                    <a:pt x="2931215" y="489757"/>
                  </a:lnTo>
                  <a:lnTo>
                    <a:pt x="2933823" y="488828"/>
                  </a:lnTo>
                  <a:lnTo>
                    <a:pt x="2935388" y="488271"/>
                  </a:lnTo>
                  <a:lnTo>
                    <a:pt x="2936258" y="487962"/>
                  </a:lnTo>
                  <a:lnTo>
                    <a:pt x="2940605" y="486414"/>
                  </a:lnTo>
                  <a:lnTo>
                    <a:pt x="2946692" y="484248"/>
                  </a:lnTo>
                  <a:lnTo>
                    <a:pt x="2950517" y="482886"/>
                  </a:lnTo>
                  <a:lnTo>
                    <a:pt x="2954517" y="481462"/>
                  </a:lnTo>
                  <a:lnTo>
                    <a:pt x="2955213" y="481215"/>
                  </a:lnTo>
                  <a:lnTo>
                    <a:pt x="2956256" y="480843"/>
                  </a:lnTo>
                  <a:lnTo>
                    <a:pt x="2961125" y="479110"/>
                  </a:lnTo>
                  <a:lnTo>
                    <a:pt x="2964081" y="478058"/>
                  </a:lnTo>
                  <a:lnTo>
                    <a:pt x="2965994" y="477377"/>
                  </a:lnTo>
                  <a:lnTo>
                    <a:pt x="2966690" y="477129"/>
                  </a:lnTo>
                  <a:lnTo>
                    <a:pt x="2976080" y="473786"/>
                  </a:lnTo>
                  <a:lnTo>
                    <a:pt x="2978863" y="472796"/>
                  </a:lnTo>
                  <a:lnTo>
                    <a:pt x="2981645" y="471806"/>
                  </a:lnTo>
                  <a:lnTo>
                    <a:pt x="2983558" y="471125"/>
                  </a:lnTo>
                  <a:lnTo>
                    <a:pt x="2988949" y="469206"/>
                  </a:lnTo>
                  <a:lnTo>
                    <a:pt x="2992079" y="468092"/>
                  </a:lnTo>
                  <a:lnTo>
                    <a:pt x="2998513" y="465801"/>
                  </a:lnTo>
                  <a:lnTo>
                    <a:pt x="3005817" y="463201"/>
                  </a:lnTo>
                  <a:lnTo>
                    <a:pt x="3007208" y="462706"/>
                  </a:lnTo>
                  <a:lnTo>
                    <a:pt x="3009121" y="462025"/>
                  </a:lnTo>
                  <a:lnTo>
                    <a:pt x="3013642" y="460416"/>
                  </a:lnTo>
                  <a:lnTo>
                    <a:pt x="3024250" y="456640"/>
                  </a:lnTo>
                  <a:lnTo>
                    <a:pt x="3039553" y="451193"/>
                  </a:lnTo>
                  <a:lnTo>
                    <a:pt x="3040944" y="450698"/>
                  </a:lnTo>
                  <a:lnTo>
                    <a:pt x="3044944" y="449274"/>
                  </a:lnTo>
                  <a:lnTo>
                    <a:pt x="3046683" y="448655"/>
                  </a:lnTo>
                  <a:lnTo>
                    <a:pt x="3051030" y="447107"/>
                  </a:lnTo>
                  <a:lnTo>
                    <a:pt x="3063899" y="442527"/>
                  </a:lnTo>
                  <a:lnTo>
                    <a:pt x="3067724" y="441165"/>
                  </a:lnTo>
                  <a:lnTo>
                    <a:pt x="3078158" y="437451"/>
                  </a:lnTo>
                  <a:lnTo>
                    <a:pt x="3078854" y="437203"/>
                  </a:lnTo>
                  <a:lnTo>
                    <a:pt x="3080767" y="436522"/>
                  </a:lnTo>
                  <a:lnTo>
                    <a:pt x="3089809" y="433304"/>
                  </a:lnTo>
                  <a:lnTo>
                    <a:pt x="3097983" y="430394"/>
                  </a:lnTo>
                  <a:lnTo>
                    <a:pt x="3105112" y="427856"/>
                  </a:lnTo>
                  <a:lnTo>
                    <a:pt x="3107721" y="426928"/>
                  </a:lnTo>
                  <a:lnTo>
                    <a:pt x="3109286" y="426371"/>
                  </a:lnTo>
                  <a:lnTo>
                    <a:pt x="3110155" y="426061"/>
                  </a:lnTo>
                  <a:lnTo>
                    <a:pt x="3114503" y="424514"/>
                  </a:lnTo>
                  <a:lnTo>
                    <a:pt x="3120589" y="422347"/>
                  </a:lnTo>
                  <a:lnTo>
                    <a:pt x="3124415" y="420985"/>
                  </a:lnTo>
                  <a:lnTo>
                    <a:pt x="3128415" y="419562"/>
                  </a:lnTo>
                  <a:lnTo>
                    <a:pt x="3129110" y="419314"/>
                  </a:lnTo>
                  <a:lnTo>
                    <a:pt x="3130154" y="418943"/>
                  </a:lnTo>
                  <a:lnTo>
                    <a:pt x="3135023" y="417209"/>
                  </a:lnTo>
                  <a:lnTo>
                    <a:pt x="3137979" y="416157"/>
                  </a:lnTo>
                  <a:lnTo>
                    <a:pt x="3139892" y="415476"/>
                  </a:lnTo>
                  <a:lnTo>
                    <a:pt x="3140587" y="415229"/>
                  </a:lnTo>
                  <a:lnTo>
                    <a:pt x="3149978" y="411886"/>
                  </a:lnTo>
                  <a:lnTo>
                    <a:pt x="3152760" y="410896"/>
                  </a:lnTo>
                  <a:lnTo>
                    <a:pt x="3155543" y="409905"/>
                  </a:lnTo>
                  <a:lnTo>
                    <a:pt x="3157455" y="409224"/>
                  </a:lnTo>
                  <a:lnTo>
                    <a:pt x="3162846" y="407305"/>
                  </a:lnTo>
                  <a:lnTo>
                    <a:pt x="3165976" y="406191"/>
                  </a:lnTo>
                  <a:lnTo>
                    <a:pt x="3172411" y="403901"/>
                  </a:lnTo>
                  <a:lnTo>
                    <a:pt x="3179714" y="401301"/>
                  </a:lnTo>
                  <a:lnTo>
                    <a:pt x="3181105" y="400806"/>
                  </a:lnTo>
                  <a:lnTo>
                    <a:pt x="3183018" y="400125"/>
                  </a:lnTo>
                  <a:lnTo>
                    <a:pt x="3187540" y="398515"/>
                  </a:lnTo>
                  <a:lnTo>
                    <a:pt x="3198147" y="394739"/>
                  </a:lnTo>
                  <a:lnTo>
                    <a:pt x="3213450" y="389292"/>
                  </a:lnTo>
                  <a:lnTo>
                    <a:pt x="3214842" y="388797"/>
                  </a:lnTo>
                  <a:lnTo>
                    <a:pt x="3218841" y="387373"/>
                  </a:lnTo>
                  <a:lnTo>
                    <a:pt x="3220580" y="386754"/>
                  </a:lnTo>
                  <a:lnTo>
                    <a:pt x="3224928" y="385207"/>
                  </a:lnTo>
                  <a:lnTo>
                    <a:pt x="3237796" y="380626"/>
                  </a:lnTo>
                  <a:lnTo>
                    <a:pt x="3241622" y="379264"/>
                  </a:lnTo>
                  <a:lnTo>
                    <a:pt x="3247187" y="377283"/>
                  </a:lnTo>
                  <a:lnTo>
                    <a:pt x="3252056" y="375550"/>
                  </a:lnTo>
                  <a:lnTo>
                    <a:pt x="3252751" y="375303"/>
                  </a:lnTo>
                  <a:lnTo>
                    <a:pt x="3254664" y="374622"/>
                  </a:lnTo>
                  <a:lnTo>
                    <a:pt x="3263707" y="371403"/>
                  </a:lnTo>
                  <a:lnTo>
                    <a:pt x="3271880" y="368494"/>
                  </a:lnTo>
                  <a:lnTo>
                    <a:pt x="3272228" y="368370"/>
                  </a:lnTo>
                  <a:lnTo>
                    <a:pt x="3279010" y="365956"/>
                  </a:lnTo>
                  <a:lnTo>
                    <a:pt x="3281618" y="365027"/>
                  </a:lnTo>
                  <a:lnTo>
                    <a:pt x="3283183" y="364470"/>
                  </a:lnTo>
                  <a:lnTo>
                    <a:pt x="3284053" y="364161"/>
                  </a:lnTo>
                  <a:lnTo>
                    <a:pt x="3288400" y="362613"/>
                  </a:lnTo>
                  <a:lnTo>
                    <a:pt x="3294487" y="360447"/>
                  </a:lnTo>
                  <a:lnTo>
                    <a:pt x="3298312" y="359085"/>
                  </a:lnTo>
                  <a:lnTo>
                    <a:pt x="3302312" y="357661"/>
                  </a:lnTo>
                  <a:lnTo>
                    <a:pt x="3303008" y="357413"/>
                  </a:lnTo>
                  <a:lnTo>
                    <a:pt x="3304051" y="357042"/>
                  </a:lnTo>
                  <a:lnTo>
                    <a:pt x="3308920" y="355309"/>
                  </a:lnTo>
                  <a:lnTo>
                    <a:pt x="3311876" y="354256"/>
                  </a:lnTo>
                  <a:lnTo>
                    <a:pt x="3313789" y="353576"/>
                  </a:lnTo>
                  <a:lnTo>
                    <a:pt x="3323875" y="349985"/>
                  </a:lnTo>
                  <a:lnTo>
                    <a:pt x="3326658" y="348995"/>
                  </a:lnTo>
                  <a:lnTo>
                    <a:pt x="3329440" y="348005"/>
                  </a:lnTo>
                  <a:lnTo>
                    <a:pt x="3331353" y="347324"/>
                  </a:lnTo>
                  <a:lnTo>
                    <a:pt x="3336744" y="345405"/>
                  </a:lnTo>
                  <a:lnTo>
                    <a:pt x="3339874" y="344290"/>
                  </a:lnTo>
                  <a:lnTo>
                    <a:pt x="3346308" y="342000"/>
                  </a:lnTo>
                  <a:lnTo>
                    <a:pt x="3353612" y="339400"/>
                  </a:lnTo>
                  <a:lnTo>
                    <a:pt x="3355003" y="338905"/>
                  </a:lnTo>
                  <a:lnTo>
                    <a:pt x="3356916" y="338224"/>
                  </a:lnTo>
                  <a:lnTo>
                    <a:pt x="3361437" y="336615"/>
                  </a:lnTo>
                  <a:lnTo>
                    <a:pt x="3372045" y="332839"/>
                  </a:lnTo>
                  <a:lnTo>
                    <a:pt x="3387348" y="327392"/>
                  </a:lnTo>
                  <a:lnTo>
                    <a:pt x="3388739" y="326896"/>
                  </a:lnTo>
                  <a:lnTo>
                    <a:pt x="3392739" y="325473"/>
                  </a:lnTo>
                  <a:lnTo>
                    <a:pt x="3394478" y="324854"/>
                  </a:lnTo>
                  <a:lnTo>
                    <a:pt x="3398825" y="323306"/>
                  </a:lnTo>
                  <a:lnTo>
                    <a:pt x="3411694" y="318726"/>
                  </a:lnTo>
                  <a:lnTo>
                    <a:pt x="3415519" y="317364"/>
                  </a:lnTo>
                  <a:lnTo>
                    <a:pt x="3421084" y="315383"/>
                  </a:lnTo>
                  <a:lnTo>
                    <a:pt x="3425953" y="313650"/>
                  </a:lnTo>
                  <a:lnTo>
                    <a:pt x="3426649" y="313402"/>
                  </a:lnTo>
                  <a:lnTo>
                    <a:pt x="3428562" y="312721"/>
                  </a:lnTo>
                  <a:lnTo>
                    <a:pt x="3437604" y="309502"/>
                  </a:lnTo>
                  <a:lnTo>
                    <a:pt x="3445777" y="306593"/>
                  </a:lnTo>
                  <a:lnTo>
                    <a:pt x="3446125" y="306469"/>
                  </a:lnTo>
                  <a:lnTo>
                    <a:pt x="3452907" y="304055"/>
                  </a:lnTo>
                  <a:lnTo>
                    <a:pt x="3455516" y="303127"/>
                  </a:lnTo>
                  <a:lnTo>
                    <a:pt x="3457081" y="302570"/>
                  </a:lnTo>
                  <a:lnTo>
                    <a:pt x="3457950" y="302260"/>
                  </a:lnTo>
                  <a:lnTo>
                    <a:pt x="3462298" y="300712"/>
                  </a:lnTo>
                  <a:lnTo>
                    <a:pt x="3468384" y="298546"/>
                  </a:lnTo>
                  <a:lnTo>
                    <a:pt x="3472210" y="297184"/>
                  </a:lnTo>
                  <a:lnTo>
                    <a:pt x="3476209" y="295760"/>
                  </a:lnTo>
                  <a:lnTo>
                    <a:pt x="3476905" y="295513"/>
                  </a:lnTo>
                  <a:lnTo>
                    <a:pt x="3477948" y="295141"/>
                  </a:lnTo>
                  <a:lnTo>
                    <a:pt x="3482818" y="293408"/>
                  </a:lnTo>
                  <a:lnTo>
                    <a:pt x="3485774" y="292356"/>
                  </a:lnTo>
                  <a:lnTo>
                    <a:pt x="3488382" y="291427"/>
                  </a:lnTo>
                  <a:lnTo>
                    <a:pt x="3497773" y="288085"/>
                  </a:lnTo>
                  <a:lnTo>
                    <a:pt x="3500555" y="287094"/>
                  </a:lnTo>
                  <a:lnTo>
                    <a:pt x="3503337" y="286104"/>
                  </a:lnTo>
                  <a:lnTo>
                    <a:pt x="3505250" y="285423"/>
                  </a:lnTo>
                  <a:lnTo>
                    <a:pt x="3510641" y="283504"/>
                  </a:lnTo>
                  <a:lnTo>
                    <a:pt x="3513771" y="282390"/>
                  </a:lnTo>
                  <a:lnTo>
                    <a:pt x="3520206" y="280100"/>
                  </a:lnTo>
                  <a:lnTo>
                    <a:pt x="3527509" y="277500"/>
                  </a:lnTo>
                  <a:lnTo>
                    <a:pt x="3528900" y="277005"/>
                  </a:lnTo>
                  <a:lnTo>
                    <a:pt x="3530813" y="276324"/>
                  </a:lnTo>
                  <a:lnTo>
                    <a:pt x="3535335" y="274714"/>
                  </a:lnTo>
                  <a:lnTo>
                    <a:pt x="3545942" y="270938"/>
                  </a:lnTo>
                  <a:lnTo>
                    <a:pt x="3561245" y="265491"/>
                  </a:lnTo>
                  <a:lnTo>
                    <a:pt x="3562636" y="264996"/>
                  </a:lnTo>
                  <a:lnTo>
                    <a:pt x="3566636" y="263572"/>
                  </a:lnTo>
                  <a:lnTo>
                    <a:pt x="3568375" y="262953"/>
                  </a:lnTo>
                  <a:lnTo>
                    <a:pt x="3572723" y="261406"/>
                  </a:lnTo>
                  <a:lnTo>
                    <a:pt x="3585591" y="256825"/>
                  </a:lnTo>
                  <a:lnTo>
                    <a:pt x="3589417" y="255463"/>
                  </a:lnTo>
                  <a:lnTo>
                    <a:pt x="3594981" y="253482"/>
                  </a:lnTo>
                  <a:lnTo>
                    <a:pt x="3599851" y="251749"/>
                  </a:lnTo>
                  <a:lnTo>
                    <a:pt x="3600546" y="251502"/>
                  </a:lnTo>
                  <a:lnTo>
                    <a:pt x="3602459" y="250821"/>
                  </a:lnTo>
                  <a:lnTo>
                    <a:pt x="3611502" y="247602"/>
                  </a:lnTo>
                  <a:lnTo>
                    <a:pt x="3619675" y="244692"/>
                  </a:lnTo>
                  <a:lnTo>
                    <a:pt x="3620023" y="244569"/>
                  </a:lnTo>
                  <a:lnTo>
                    <a:pt x="3626805" y="242155"/>
                  </a:lnTo>
                  <a:lnTo>
                    <a:pt x="3629413" y="241226"/>
                  </a:lnTo>
                  <a:lnTo>
                    <a:pt x="3630978" y="240669"/>
                  </a:lnTo>
                  <a:lnTo>
                    <a:pt x="3631848" y="240359"/>
                  </a:lnTo>
                  <a:lnTo>
                    <a:pt x="3636195" y="238812"/>
                  </a:lnTo>
                  <a:lnTo>
                    <a:pt x="3642282" y="236645"/>
                  </a:lnTo>
                  <a:lnTo>
                    <a:pt x="3646107" y="235284"/>
                  </a:lnTo>
                  <a:lnTo>
                    <a:pt x="3650107" y="233860"/>
                  </a:lnTo>
                  <a:lnTo>
                    <a:pt x="3650803" y="233612"/>
                  </a:lnTo>
                  <a:lnTo>
                    <a:pt x="3651846" y="233241"/>
                  </a:lnTo>
                  <a:lnTo>
                    <a:pt x="3656715" y="231508"/>
                  </a:lnTo>
                  <a:lnTo>
                    <a:pt x="3659671" y="230455"/>
                  </a:lnTo>
                  <a:lnTo>
                    <a:pt x="3661584" y="229774"/>
                  </a:lnTo>
                  <a:lnTo>
                    <a:pt x="3662280" y="229527"/>
                  </a:lnTo>
                  <a:lnTo>
                    <a:pt x="3671670" y="226184"/>
                  </a:lnTo>
                  <a:lnTo>
                    <a:pt x="3674453" y="225194"/>
                  </a:lnTo>
                  <a:lnTo>
                    <a:pt x="3677235" y="224203"/>
                  </a:lnTo>
                  <a:lnTo>
                    <a:pt x="3679148" y="223522"/>
                  </a:lnTo>
                  <a:lnTo>
                    <a:pt x="3684539" y="221604"/>
                  </a:lnTo>
                  <a:lnTo>
                    <a:pt x="3687669" y="220489"/>
                  </a:lnTo>
                  <a:lnTo>
                    <a:pt x="3694103" y="218199"/>
                  </a:lnTo>
                  <a:lnTo>
                    <a:pt x="3701407" y="215599"/>
                  </a:lnTo>
                  <a:lnTo>
                    <a:pt x="3702798" y="215104"/>
                  </a:lnTo>
                  <a:lnTo>
                    <a:pt x="3704711" y="214423"/>
                  </a:lnTo>
                  <a:lnTo>
                    <a:pt x="3709232" y="212814"/>
                  </a:lnTo>
                  <a:lnTo>
                    <a:pt x="3719840" y="209038"/>
                  </a:lnTo>
                  <a:lnTo>
                    <a:pt x="3735143" y="203590"/>
                  </a:lnTo>
                  <a:lnTo>
                    <a:pt x="3740534" y="201672"/>
                  </a:lnTo>
                  <a:lnTo>
                    <a:pt x="3742273" y="201053"/>
                  </a:lnTo>
                  <a:lnTo>
                    <a:pt x="3746620" y="199505"/>
                  </a:lnTo>
                  <a:lnTo>
                    <a:pt x="3759488" y="194924"/>
                  </a:lnTo>
                  <a:lnTo>
                    <a:pt x="3763314" y="193563"/>
                  </a:lnTo>
                  <a:lnTo>
                    <a:pt x="3768879" y="191582"/>
                  </a:lnTo>
                  <a:lnTo>
                    <a:pt x="3773748" y="189849"/>
                  </a:lnTo>
                  <a:lnTo>
                    <a:pt x="3774444" y="189601"/>
                  </a:lnTo>
                  <a:lnTo>
                    <a:pt x="3776356" y="188920"/>
                  </a:lnTo>
                  <a:lnTo>
                    <a:pt x="3785399" y="185701"/>
                  </a:lnTo>
                  <a:lnTo>
                    <a:pt x="3793572" y="182792"/>
                  </a:lnTo>
                  <a:lnTo>
                    <a:pt x="3793920" y="182668"/>
                  </a:lnTo>
                  <a:lnTo>
                    <a:pt x="3800702" y="180254"/>
                  </a:lnTo>
                  <a:lnTo>
                    <a:pt x="3803311" y="179325"/>
                  </a:lnTo>
                  <a:lnTo>
                    <a:pt x="3804876" y="178768"/>
                  </a:lnTo>
                  <a:lnTo>
                    <a:pt x="3805745" y="178459"/>
                  </a:lnTo>
                  <a:lnTo>
                    <a:pt x="3810093" y="176911"/>
                  </a:lnTo>
                  <a:lnTo>
                    <a:pt x="3816179" y="174745"/>
                  </a:lnTo>
                  <a:lnTo>
                    <a:pt x="3820005" y="173383"/>
                  </a:lnTo>
                  <a:lnTo>
                    <a:pt x="3824004" y="171959"/>
                  </a:lnTo>
                  <a:lnTo>
                    <a:pt x="3824700" y="171712"/>
                  </a:lnTo>
                  <a:lnTo>
                    <a:pt x="3825743" y="171340"/>
                  </a:lnTo>
                  <a:lnTo>
                    <a:pt x="3830612" y="169607"/>
                  </a:lnTo>
                  <a:lnTo>
                    <a:pt x="3833569" y="168555"/>
                  </a:lnTo>
                  <a:lnTo>
                    <a:pt x="3835482" y="167874"/>
                  </a:lnTo>
                  <a:lnTo>
                    <a:pt x="3836177" y="167626"/>
                  </a:lnTo>
                  <a:lnTo>
                    <a:pt x="3845568" y="164284"/>
                  </a:lnTo>
                  <a:lnTo>
                    <a:pt x="3848350" y="163293"/>
                  </a:lnTo>
                  <a:lnTo>
                    <a:pt x="3851132" y="162303"/>
                  </a:lnTo>
                  <a:lnTo>
                    <a:pt x="3853045" y="161622"/>
                  </a:lnTo>
                  <a:lnTo>
                    <a:pt x="3858436" y="159703"/>
                  </a:lnTo>
                  <a:lnTo>
                    <a:pt x="3861566" y="158589"/>
                  </a:lnTo>
                  <a:lnTo>
                    <a:pt x="3868000" y="156298"/>
                  </a:lnTo>
                  <a:lnTo>
                    <a:pt x="3875304" y="153699"/>
                  </a:lnTo>
                  <a:lnTo>
                    <a:pt x="3876695" y="153203"/>
                  </a:lnTo>
                  <a:lnTo>
                    <a:pt x="3878608" y="152523"/>
                  </a:lnTo>
                  <a:lnTo>
                    <a:pt x="3883129" y="150913"/>
                  </a:lnTo>
                  <a:lnTo>
                    <a:pt x="3893737" y="147137"/>
                  </a:lnTo>
                  <a:lnTo>
                    <a:pt x="3909040" y="141690"/>
                  </a:lnTo>
                  <a:lnTo>
                    <a:pt x="3910431" y="141195"/>
                  </a:lnTo>
                  <a:lnTo>
                    <a:pt x="3914431" y="139771"/>
                  </a:lnTo>
                  <a:lnTo>
                    <a:pt x="3916170" y="139152"/>
                  </a:lnTo>
                  <a:lnTo>
                    <a:pt x="3920517" y="137604"/>
                  </a:lnTo>
                  <a:lnTo>
                    <a:pt x="3933386" y="133024"/>
                  </a:lnTo>
                  <a:lnTo>
                    <a:pt x="3937212" y="131662"/>
                  </a:lnTo>
                  <a:lnTo>
                    <a:pt x="3942776" y="129681"/>
                  </a:lnTo>
                  <a:lnTo>
                    <a:pt x="3947645" y="127948"/>
                  </a:lnTo>
                  <a:lnTo>
                    <a:pt x="3948341" y="127700"/>
                  </a:lnTo>
                  <a:lnTo>
                    <a:pt x="3950254" y="127019"/>
                  </a:lnTo>
                  <a:lnTo>
                    <a:pt x="3959297" y="123801"/>
                  </a:lnTo>
                  <a:lnTo>
                    <a:pt x="3967470" y="120891"/>
                  </a:lnTo>
                  <a:lnTo>
                    <a:pt x="3967818" y="120768"/>
                  </a:lnTo>
                  <a:lnTo>
                    <a:pt x="3974600" y="118353"/>
                  </a:lnTo>
                  <a:lnTo>
                    <a:pt x="3977208" y="117425"/>
                  </a:lnTo>
                  <a:lnTo>
                    <a:pt x="3978773" y="116868"/>
                  </a:lnTo>
                  <a:lnTo>
                    <a:pt x="3979643" y="116558"/>
                  </a:lnTo>
                  <a:lnTo>
                    <a:pt x="3983990" y="115011"/>
                  </a:lnTo>
                  <a:lnTo>
                    <a:pt x="3990076" y="112844"/>
                  </a:lnTo>
                  <a:lnTo>
                    <a:pt x="3993902" y="111482"/>
                  </a:lnTo>
                  <a:lnTo>
                    <a:pt x="3997902" y="110059"/>
                  </a:lnTo>
                  <a:lnTo>
                    <a:pt x="3998597" y="109811"/>
                  </a:lnTo>
                  <a:lnTo>
                    <a:pt x="4004510" y="107706"/>
                  </a:lnTo>
                  <a:lnTo>
                    <a:pt x="4007466" y="106654"/>
                  </a:lnTo>
                  <a:lnTo>
                    <a:pt x="4009379" y="105973"/>
                  </a:lnTo>
                  <a:lnTo>
                    <a:pt x="4010075" y="105726"/>
                  </a:lnTo>
                  <a:lnTo>
                    <a:pt x="4019465" y="102383"/>
                  </a:lnTo>
                  <a:lnTo>
                    <a:pt x="4022247" y="101393"/>
                  </a:lnTo>
                  <a:lnTo>
                    <a:pt x="4026943" y="99721"/>
                  </a:lnTo>
                  <a:lnTo>
                    <a:pt x="4032334" y="97802"/>
                  </a:lnTo>
                  <a:lnTo>
                    <a:pt x="4035464" y="96688"/>
                  </a:lnTo>
                  <a:lnTo>
                    <a:pt x="4041898" y="94398"/>
                  </a:lnTo>
                  <a:lnTo>
                    <a:pt x="4049202" y="91798"/>
                  </a:lnTo>
                  <a:lnTo>
                    <a:pt x="4050593" y="91303"/>
                  </a:lnTo>
                  <a:lnTo>
                    <a:pt x="4052506" y="90622"/>
                  </a:lnTo>
                  <a:lnTo>
                    <a:pt x="4057027" y="89013"/>
                  </a:lnTo>
                  <a:lnTo>
                    <a:pt x="4082938" y="79789"/>
                  </a:lnTo>
                  <a:lnTo>
                    <a:pt x="4084329" y="79294"/>
                  </a:lnTo>
                  <a:lnTo>
                    <a:pt x="4088328" y="77870"/>
                  </a:lnTo>
                  <a:lnTo>
                    <a:pt x="4090067" y="77251"/>
                  </a:lnTo>
                  <a:lnTo>
                    <a:pt x="4094415" y="75704"/>
                  </a:lnTo>
                  <a:lnTo>
                    <a:pt x="4107283" y="71123"/>
                  </a:lnTo>
                  <a:lnTo>
                    <a:pt x="4111109" y="69761"/>
                  </a:lnTo>
                  <a:lnTo>
                    <a:pt x="4121543" y="66047"/>
                  </a:lnTo>
                  <a:lnTo>
                    <a:pt x="4122238" y="65800"/>
                  </a:lnTo>
                  <a:lnTo>
                    <a:pt x="4124151" y="65119"/>
                  </a:lnTo>
                  <a:lnTo>
                    <a:pt x="4133194" y="61900"/>
                  </a:lnTo>
                  <a:lnTo>
                    <a:pt x="4141367" y="58991"/>
                  </a:lnTo>
                  <a:lnTo>
                    <a:pt x="4151105" y="55524"/>
                  </a:lnTo>
                  <a:lnTo>
                    <a:pt x="4152671" y="54967"/>
                  </a:lnTo>
                  <a:lnTo>
                    <a:pt x="4153540" y="54658"/>
                  </a:lnTo>
                  <a:lnTo>
                    <a:pt x="4157887" y="53110"/>
                  </a:lnTo>
                  <a:lnTo>
                    <a:pt x="4171799" y="48158"/>
                  </a:lnTo>
                  <a:lnTo>
                    <a:pt x="4178407" y="45806"/>
                  </a:lnTo>
                  <a:lnTo>
                    <a:pt x="4181364" y="44754"/>
                  </a:lnTo>
                  <a:lnTo>
                    <a:pt x="4183276" y="44073"/>
                  </a:lnTo>
                  <a:lnTo>
                    <a:pt x="4183972" y="43825"/>
                  </a:lnTo>
                  <a:lnTo>
                    <a:pt x="4193363" y="40482"/>
                  </a:lnTo>
                  <a:lnTo>
                    <a:pt x="4196145" y="39492"/>
                  </a:lnTo>
                  <a:lnTo>
                    <a:pt x="4209361" y="34788"/>
                  </a:lnTo>
                  <a:lnTo>
                    <a:pt x="4215795" y="32497"/>
                  </a:lnTo>
                  <a:lnTo>
                    <a:pt x="4226403" y="28721"/>
                  </a:lnTo>
                  <a:lnTo>
                    <a:pt x="4230924" y="27112"/>
                  </a:lnTo>
                  <a:lnTo>
                    <a:pt x="4258226" y="17394"/>
                  </a:lnTo>
                  <a:lnTo>
                    <a:pt x="4262226" y="15970"/>
                  </a:lnTo>
                  <a:lnTo>
                    <a:pt x="4263965" y="15351"/>
                  </a:lnTo>
                  <a:lnTo>
                    <a:pt x="4281181" y="9223"/>
                  </a:lnTo>
                  <a:lnTo>
                    <a:pt x="4296136" y="3899"/>
                  </a:lnTo>
                  <a:lnTo>
                    <a:pt x="4307091" y="0"/>
                  </a:lnTo>
                </a:path>
              </a:pathLst>
            </a:custGeom>
            <a:ln w="32521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" name="pl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" name="pl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" name="pl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" name="pl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" name="pl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" name="pl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" name="pl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" name="pl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" name="pl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" name="pl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" name="pl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" name="pl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" name="pl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" name="pl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" name="pl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" name="pl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" name="pl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" name="pl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" name="pl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" name="pl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" name="pl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" name="pl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" name="pl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" name="pl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" name="pl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" name="pl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" name="pl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" name="pl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" name="pl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" name="pl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" name="pl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" name="pl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" name="pl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" name="pl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" name="pl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" name="pl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" name="pl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" name="pl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" name="pl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" name="pl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" name="pl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" name="pl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" name="pl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" name="pl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" name="pl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" name="pl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" name="pl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" name="pl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" name="pl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" name="pl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" name="pl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" name="pl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" name="pl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" name="pl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" name="pl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" name="pl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" name="pl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" name="pl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" name="pl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" name="pl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" name="pl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" name="pl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" name="pl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" name="pl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" name="pl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" name="pl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" name="pl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" name="pl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" name="pl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" name="pl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" name="pl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" name="pl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" name="pl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" name="pl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" name="pl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" name="pl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" name="pl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" name="pl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" name="pl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" name="pl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" name="pl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" name="pl1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" name="pl1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" name="pl1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" name="pl1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" name="pl1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" name="pl1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" name="pl1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" name="pl1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" name="pl1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" name="pl1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" name="pl1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" name="pl1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" name="pl1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" name="pl1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" name="pl1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" name="pl1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" name="pl1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" name="pl1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" name="pl1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" name="pl1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" name="pl1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" name="pl1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" name="pl1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" name="pl1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" name="pl1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" name="pl1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" name="pl1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" name="pl1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" name="pl1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" name="pl1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" name="pl1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" name="pl1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" name="pl1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" name="pl1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" name="pl1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" name="pl1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" name="pl1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" name="pl1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" name="pl1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" name="pl1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" name="pl1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" name="pl1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" name="pl1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" name="pl1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" name="pl1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" name="pl1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" name="pl1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" name="pl1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" name="pl1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" name="pl1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" name="pl1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" name="pl1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" name="pl1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" name="pl1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" name="pl1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" name="pl1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" name="pl1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" name="pl1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" name="pl1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" name="pl1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" name="pl1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" name="pl1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" name="pl1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" name="pl1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" name="pl1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" name="pl1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" name="pl1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" name="pl1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" name="pl1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" name="pl1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" name="pl1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" name="pl1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" name="pl1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" name="pl1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" name="pl1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" name="pl1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" name="pl1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" name="pl1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" name="pl1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" name="pl1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" name="pl1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" name="pl1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" name="pl1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" name="pl1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" name="pl1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" name="pl1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" name="pl1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" name="pl1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" name="pl1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" name="pl1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" name="pl1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" name="pl1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" name="pl1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" name="pl1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" name="pl1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" name="pl1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" name="pl1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" name="pl1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" name="pl1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" name="pl1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" name="pl2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" name="pl2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" name="pl2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" name="pl2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" name="pl2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" name="pl2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" name="pl2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" name="pl2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" name="pl2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" name="pl2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" name="pl2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" name="pl2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" name="pl2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" name="pl2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" name="pl2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" name="pl2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" name="pl2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" name="pl2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" name="pl2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" name="pl2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" name="pl2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" name="pl2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" name="pl2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" name="pl2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" name="pl2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" name="pl2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" name="pl2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" name="pl2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" name="pl2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" name="pl2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" name="pl2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" name="pl2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" name="pl2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" name="pl2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" name="pl2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" name="pl2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" name="pl2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" name="pl2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" name="pl2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" name="pl2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" name="pl2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" name="pl2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" name="pl2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" name="pl2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" name="pl2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" name="pl2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" name="pl2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" name="pl2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" name="pl2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" name="pl2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" name="pl2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" name="pl2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" name="pl2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" name="pl2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" name="pl2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" name="pl2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" name="pl2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" name="pl2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" name="pl2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" name="pl2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" name="pl2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" name="pl2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" name="pl2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" name="pl2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" name="pl2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" name="pl2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" name="pl2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" name="pl2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" name="pl2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" name="pl2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" name="pl2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" name="pl2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" name="pl2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4" name="pl2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5" name="pl2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6" name="pl2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7" name="pl2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8" name="pl2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9" name="pl2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0" name="pl2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1" name="pl2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2" name="pl2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3" name="pl2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4" name="pl2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5" name="pl2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6" name="pl2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7" name="pl2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8" name="pl2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9" name="pl2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0" name="pl2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1" name="pl2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2" name="pl2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3" name="pl2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4" name="pl2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5" name="pl2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6" name="pl2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7" name="pl2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8" name="pl2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9" name="pl2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0" name="pl2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1" name="pl3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2" name="pl3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3" name="pl3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4" name="pl3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5" name="pl3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6" name="pl3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7" name="pl3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8" name="pl3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9" name="pl3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0" name="pl3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1" name="pl3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2" name="pl3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3" name="pl3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4" name="pl3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5" name="pl3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6" name="pl3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7" name="pl3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8" name="pl3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9" name="pl3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0" name="pl3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1" name="pl3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2" name="pl3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3" name="pl3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4" name="pl3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5" name="pl3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6" name="pl3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7" name="pl3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8" name="pl3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9" name="pl3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0" name="pl3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1" name="pl3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2" name="pl3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3" name="pl3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4" name="pl3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5" name="pl3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6" name="pl3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7" name="pl3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8" name="pl3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9" name="pl3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0" name="pl3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1" name="pl3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2" name="pl3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3" name="pl3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4" name="pl3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5" name="pl3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6" name="pl3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7" name="pl3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8" name="pl3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9" name="pl3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0" name="pl3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1" name="pl3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2" name="pl3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3" name="pl3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4" name="pl3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5" name="pl3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6" name="pl3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7" name="pl3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8" name="pl3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9" name="pl3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0" name="pl3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1" name="pl3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2" name="pl3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3" name="pl3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4" name="pl3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5" name="pl3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6" name="pl3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7" name="pl3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8" name="pl3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9" name="pl3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0" name="pl3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1" name="pl3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2" name="pl3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3" name="pl3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4" name="pl3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5" name="pl3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6" name="pl3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7" name="pl3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8" name="pl3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9" name="pl3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0" name="pl3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1" name="pl3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2" name="pl3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3" name="pl3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4" name="pl3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5" name="pl3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6" name="pl3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7" name="pl3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8" name="pl3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9" name="pl3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0" name="pl3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1" name="pl3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2" name="pl3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3" name="pl3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4" name="pl3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5" name="pl3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6" name="pl3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7" name="pl3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8" name="pl3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9" name="pl3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0" name="pl3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1" name="pl4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2" name="pl4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3" name="pl4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4" name="pl4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5" name="pl4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6" name="pl4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7" name="pl4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8" name="pl4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9" name="pl4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0" name="pl4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1" name="pl4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2" name="pl4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3" name="pl4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4" name="pl4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5" name="pl4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6" name="pl4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7" name="pl4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8" name="pl4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9" name="pl4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0" name="pl4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1" name="pl4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2" name="pl4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3" name="pl4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4" name="pl4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5" name="pl4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6" name="pl4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7" name="pl4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8" name="pl4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9" name="pl4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0" name="pl4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1" name="pl4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2" name="pl4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3" name="pl4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4" name="pl4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5" name="pl4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6" name="pl4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7" name="pl4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8" name="pl4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9" name="pl4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0" name="pl4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1" name="pl4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2" name="pl4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3" name="pl4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4" name="pl4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5" name="pl4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6" name="pl4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7" name="pl4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8" name="pl4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9" name="pl4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0" name="pl4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1" name="pl4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2" name="pl4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3" name="pl4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4" name="pl4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5" name="pl4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6" name="pl4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7" name="pl4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8" name="pl4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9" name="pl4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0" name="pl4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1" name="pl4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2" name="pl4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3" name="pl4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4" name="pl4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5" name="pl4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6" name="pl4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7" name="pl4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8" name="pl4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9" name="pl4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0" name="pl4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1" name="pl4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2" name="pl4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3" name="pl4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4" name="pl4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5" name="pl4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6" name="pl4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7" name="pl4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8" name="pl4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9" name="pl4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0" name="pl4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1" name="pl4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2" name="pl4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3" name="pl4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4" name="pl4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5" name="pl4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6" name="pl4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7" name="pl4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8" name="pl4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9" name="pl4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0" name="pl4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1" name="pl4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2" name="pl4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3" name="pl4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4" name="pl4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5" name="pl4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6" name="pl4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7" name="pl4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8" name="pl4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9" name="pl4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0" name="pl4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1" name="pl5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2" name="pl5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3" name="pl5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4" name="pl5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5" name="pl5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6" name="pl5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7" name="pl5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8" name="pl5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9" name="pl5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0" name="pl5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1" name="pl5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2" name="pl5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3" name="pl5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4" name="pl5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5" name="pl5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6" name="pl5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7" name="pl5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8" name="pl5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9" name="pl5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0" name="pl5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1" name="pl5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2" name="pl5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3" name="pl5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4" name="pl5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5" name="pl5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6" name="pl5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7" name="pl5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8" name="pl5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9" name="pl5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0" name="pl5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1" name="pl5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2" name="pl5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3" name="pl5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4" name="pl5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5" name="pl5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6" name="pl5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7" name="pl5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8" name="pl5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9" name="pl5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0" name="pl5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1" name="pl5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2" name="pl5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3" name="pl5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4" name="pl5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5" name="pl5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6" name="pl5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7" name="pl5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8" name="pl5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9" name="pl5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0" name="pl5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1" name="pl5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2" name="pl5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3" name="pl5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4" name="pl5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5" name="pl5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6" name="pl5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7" name="pl5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8" name="pl5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9" name="pl5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0" name="pl5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1" name="pl5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2" name="pl5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3" name="pl5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4" name="pl5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5" name="pl5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6" name="pl5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7" name="pl5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8" name="pl5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9" name="pl5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0" name="pl5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1" name="pl5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2" name="pl5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3" name="pl5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4" name="pl5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5" name="pl5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6" name="pl5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7" name="pl5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8" name="pl5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9" name="pl5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0" name="pl5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1" name="pl5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2" name="pl5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3" name="pl5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4" name="pl5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5" name="pl5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6" name="pl5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7" name="pl5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8" name="pl5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9" name="pl5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0" name="pl5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1" name="pl5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2" name="pl5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3" name="pl5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4" name="pl5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5" name="pl5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6" name="pl5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7" name="pl5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8" name="pl5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9" name="pl5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0" name="pl5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1" name="pl6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2" name="pl6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3" name="pl6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4" name="pl6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5" name="pl6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6" name="pl6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7" name="pl6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8" name="pl6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9" name="pl6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0" name="pl6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1" name="pl6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2" name="pl6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3" name="pl6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4" name="pl6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5" name="pl6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6" name="pl6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7" name="pl6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8" name="pl6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9" name="pl6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0" name="pl6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1" name="pl6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2" name="pl6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3" name="pl6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4" name="pl6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5" name="pl6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6" name="pl6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7" name="pl6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8" name="pl6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9" name="pl6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0" name="pl6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1" name="pl6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2" name="pl6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3" name="pl6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4" name="pl6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5" name="pl6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6" name="pl6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7" name="pl6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8" name="pl6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9" name="pl6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0" name="pl6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1" name="pl6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2" name="pl6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3" name="pl6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4" name="pl6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5" name="pl6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6" name="pl6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7" name="pl6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8" name="pl6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9" name="pl6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0" name="pl6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1" name="pl6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2" name="pl6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3" name="pl6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4" name="pl6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5" name="pl6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6" name="pl6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7" name="pl6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8" name="pl6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9" name="pl6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0" name="pl6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1" name="pl6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2" name="pl6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3" name="pl6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4" name="pl6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5" name="pl6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6" name="pl6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7" name="pl6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8" name="pl6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9" name="pl6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0" name="pl6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1" name="pl6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2" name="pl6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3" name="pl6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4" name="pl6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5" name="pl6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6" name="pl6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7" name="pl6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8" name="pl6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9" name="pl6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0" name="pl6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1" name="pl6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2" name="pl6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3" name="pl6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4" name="pl6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5" name="pl6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6" name="pl6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7" name="pl6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8" name="pl6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9" name="pl6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0" name="pl6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1" name="pl6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2" name="pl6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3" name="pl6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4" name="pl6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5" name="pl6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6" name="pl6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7" name="pl6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8" name="pl6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9" name="pl6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0" name="pl6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1" name="pl7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2" name="pl7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3" name="pl7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4" name="pl7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5" name="pl7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6" name="pl7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7" name="pl7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8" name="pl7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9" name="pl7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0" name="pl7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1" name="pl7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2" name="pl7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3" name="pl7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4" name="pl7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5" name="pl7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6" name="pl7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7" name="pl7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8" name="pl7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9" name="pl7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0" name="pl7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1" name="pl7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2" name="pl7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3" name="pl7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4" name="pl7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5" name="pl7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6" name="pl7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7" name="pl7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8" name="pl7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9" name="pl7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0" name="pl7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1" name="pl7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2" name="pl7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3" name="pl7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4" name="pl7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5" name="pl7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6" name="pl7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7" name="pl7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8" name="pl7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9" name="pl7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0" name="pl7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1" name="pl7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2" name="pl7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3" name="pl7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4" name="pl7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5" name="pl7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6" name="pl7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7" name="pl7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8" name="pl7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9" name="pl7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0" name="pl7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1" name="pl7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2" name="pl7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3" name="pl7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4" name="pl7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5" name="pl7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6" name="pl7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7" name="pl7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8" name="pl7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9" name="pl7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0" name="pl7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1" name="pl7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2" name="pl7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3" name="pl7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4" name="pl7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5" name="pl7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6" name="pl7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7" name="pl7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8" name="pl7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9" name="pl7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0" name="pl7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1" name="pl7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2" name="pl7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3" name="pl7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4" name="pl7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5" name="pl7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6" name="pl7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7" name="pl7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8" name="pl7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9" name="pl7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0" name="pl7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1" name="pl7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2" name="pl7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3" name="pl7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4" name="pl7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5" name="pl7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6" name="pl7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7" name="pl7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8" name="pl7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9" name="pl7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0" name="pl7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1" name="pl7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2" name="pl7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3" name="pl7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4" name="pl7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5" name="pl7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6" name="pl7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7" name="pl7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8" name="pl7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9" name="pl7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0" name="pl7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1" name="pl8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2" name="pl8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3" name="pl8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4" name="pl8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5" name="pl8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6" name="pl8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7" name="pl8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8" name="pl8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9" name="pl8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0" name="pl8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1" name="pl8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2" name="pl8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3" name="pl8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4" name="pl8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5" name="pl8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6" name="pl8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7" name="pl8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8" name="pl8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9" name="pl8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0" name="pl8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1" name="pl8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2" name="pl8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3" name="pl8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4" name="pl8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5" name="pl8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6" name="pl8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7" name="pl8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8" name="pl8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9" name="pl8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0" name="pl8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1" name="pl8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2" name="pl8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3" name="pl8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4" name="pl8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5" name="pl8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6" name="pl8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7" name="pl8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8" name="pl8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9" name="pl8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0" name="pl8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1" name="pl8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2" name="pl8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3" name="pl8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4" name="pl8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5" name="pl8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6" name="pl8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7" name="pl8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8" name="pl8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9" name="pl8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0" name="pl8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1" name="pl8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2" name="pl8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3" name="pl8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4" name="pl8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5" name="pl8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6" name="pl8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7" name="pl8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8" name="pl8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9" name="pl8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0" name="pl8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1" name="pl8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2" name="pl8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3" name="pl8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4" name="pl8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5" name="pl8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6" name="pl8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7" name="pl8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8" name="pl8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9" name="pl8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0" name="pl8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1" name="pl8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2" name="pl8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3" name="pl8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4" name="pl8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5" name="pl8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6" name="pl8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7" name="pl8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8" name="pl8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9" name="pl8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0" name="pl8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1" name="pl8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2" name="pl8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3" name="pl8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4" name="pl8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5" name="pl8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6" name="pl8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7" name="pl8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8" name="pl8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9" name="pl8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0" name="pl8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1" name="pl8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2" name="pl8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3" name="pl8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4" name="pl8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5" name="pl8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6" name="pl8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7" name="pl8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8" name="pl8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9" name="pl8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0" name="pl8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1" name="pl9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2" name="pl9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3" name="pl9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4" name="pl9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5" name="pl9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6" name="pl9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7" name="pl9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8" name="pl9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9" name="pl9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0" name="pl9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1" name="pl9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2" name="pl9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3" name="pl9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4" name="pl9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5" name="pl9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6" name="pl9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7" name="pl9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8" name="pl9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9" name="pl9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0" name="pl9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1" name="pl9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2" name="pl9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3" name="pl9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4" name="pl9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5" name="pl9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6" name="pl9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7" name="pl9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8" name="pl9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9" name="pl9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0" name="pl9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1" name="pl9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2" name="pl9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3" name="pl9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4" name="pl9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5" name="pl9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6" name="pl9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7" name="pl9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8" name="pl9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9" name="pl9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0" name="pl9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1" name="pl9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2" name="pl9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3" name="pl9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4" name="pl9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5" name="pl9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6" name="pl9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7" name="pl9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8" name="pl9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9" name="pl9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0" name="pl9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1" name="pl9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2" name="pl9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3" name="pl9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4" name="pl9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5" name="pl9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6" name="pl9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7" name="pl9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8" name="pl9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9" name="pl9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0" name="pl9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1" name="pl9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2" name="pl9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3" name="pl9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4" name="pl9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5" name="pl9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6" name="pl9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7" name="pl9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8" name="pl9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9" name="pl9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0" name="pl9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1" name="pl9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2" name="pl9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3" name="pl9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4" name="pl9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5" name="pl9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6" name="pl9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7" name="pl9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8" name="pl9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9" name="pl9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0" name="pl9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1" name="pl9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2" name="pl9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3" name="pl9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4" name="pl9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5" name="pl9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6" name="pl9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7" name="pl9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8" name="pl9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9" name="pl9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0" name="pl9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1" name="pl9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2" name="pl9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3" name="pl9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4" name="pl9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5" name="pl9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6" name="pl9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7" name="pl9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8" name="pl9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9" name="pl9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0" name="pl9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1" name="pl10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2" name="pl10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3" name="pl10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4" name="pl10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5" name="pl10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6" name="pl10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7" name="pl10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8" name="pl10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9" name="pl10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0" name="pl10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1" name="pl10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2" name="pl10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3" name="pl10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4" name="pl10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5" name="pl10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6" name="pl10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7" name="pl10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8" name="pl10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9" name="pl10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0" name="pl10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1" name="pl10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2" name="pl10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3" name="pl10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4" name="pl10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5" name="pl10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6" name="pl10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7" name="pl10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8" name="pl10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9" name="pl10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0" name="pl10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1" name="pl10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2" name="pl10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3" name="pl10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4" name="pl10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5" name="pl10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6" name="pl10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7" name="pl10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8" name="pl10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9" name="pl10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0" name="pl10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1" name="pl10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2" name="pl10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3" name="pl10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4" name="pl10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5" name="pl10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6" name="pl10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7" name="pl10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8" name="pl10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9" name="pl10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0" name="pl10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1" name="pl10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2" name="pl10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3" name="pl10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4" name="pl10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5" name="pl10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6" name="pl10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7" name="pl10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8" name="pl10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9" name="pl10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0" name="pl10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1" name="pl10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2" name="pl10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3" name="pl10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4" name="pl10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5" name="pl10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6" name="pl10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7" name="pl10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8" name="pl10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9" name="pl10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0" name="pl10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1" name="pl10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2" name="pl10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3" name="pl10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4" name="pl10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5" name="pl10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6" name="pl10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7" name="pl10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8" name="pl10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9" name="pl10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0" name="pl10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1" name="pl10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2" name="pl10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3" name="pl10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4" name="pl10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5" name="pl10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6" name="pl10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7" name="pl10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8" name="pl10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9" name="pl10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0" name="pl10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1" name="pl10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2" name="pl10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3" name="pl10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4" name="pl10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5" name="pl10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6" name="pl10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7" name="pl10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8" name="pl10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9" name="pl10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0" name="pl10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1" name="pl11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2" name="pl11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3" name="pl11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4" name="pl11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5" name="pl11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6" name="pl11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7" name="pl11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8" name="pl11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9" name="pl11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0" name="pl11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1" name="pl11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2" name="pl11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3" name="pl11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4" name="pl11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5" name="pl11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6" name="pl11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7" name="pl11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8" name="pl11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9" name="pl11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0" name="pl11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1" name="pl11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2" name="pl11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3" name="pl11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4" name="pl11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5" name="pl11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6" name="pl11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7" name="pl11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8" name="pl11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9" name="pl11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0" name="pl11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1" name="pl11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2" name="pl11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3" name="pl11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4" name="pl11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5" name="pl11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6" name="pl11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7" name="pl11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8" name="pl11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9" name="pl11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0" name="pl11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1" name="pl11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2" name="pl11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3" name="pl11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4" name="pl11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5" name="pl11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6" name="pl11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7" name="pl11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8" name="pl11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9" name="pl11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0" name="pl11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1" name="pl11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2" name="pl11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3" name="pl11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4" name="pl11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5" name="pl11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6" name="pl11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7" name="pl11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8" name="pl11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9" name="pl11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0" name="pl11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1" name="pl11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2" name="pl11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3" name="pl11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4" name="pl11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5" name="pl11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6" name="pl11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7" name="pl11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8" name="pl11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9" name="pl11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0" name="pl11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1" name="pl11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2" name="pl11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3" name="pl11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4" name="pl11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5" name="pl11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6" name="pl11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7" name="pl11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8" name="pl11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9" name="pl11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0" name="pl11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1" name="pl11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2" name="pl11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3" name="pl11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4" name="pl11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5" name="pl11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6" name="pl11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7" name="pl11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8" name="pl11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9" name="pl11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0" name="pl11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1" name="pl11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2" name="pl11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3" name="pl11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4" name="pl11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5" name="pl11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6" name="pl11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7" name="pl11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8" name="pl11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9" name="pl11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0" name="pl11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1" name="pl12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2" name="pl12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3" name="pl12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4" name="pl12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5" name="pl12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6" name="pl12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7" name="pl12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8" name="pl12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9" name="pl12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0" name="pl12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1" name="pl12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2" name="pl12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3" name="pl12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4" name="pl12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5" name="pl12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6" name="pl12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7" name="pl12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8" name="pl12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9" name="pl12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0" name="pl12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1" name="pl12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2" name="pl12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3" name="pl12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4" name="pl12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5" name="pl12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6" name="pl12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7" name="pl12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8" name="pl12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9" name="pl12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0" name="pl12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1" name="pl12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2" name="pl12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3" name="pl12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4" name="pl12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5" name="pl12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6" name="pl12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7" name="pl12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8" name="pl12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9" name="pl12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0" name="pl12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1" name="pl12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2" name="pl12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3" name="pl12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4" name="pl12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5" name="pl12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6" name="pl12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7" name="pl12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8" name="pl12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9" name="pl12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0" name="pl12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1" name="pl12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2" name="pl12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3" name="pl12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4" name="pl12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5" name="pl12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6" name="pl12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7" name="pl12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8" name="pl12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9" name="pl12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0" name="pl12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1" name="pl12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2" name="pl12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3" name="pl12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4" name="pl12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5" name="pl12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6" name="pl12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7" name="pl12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8" name="pl12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9" name="pl12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0" name="pl12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1" name="pl12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2" name="pl12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3" name="pl12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4" name="pl12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5" name="pl12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6" name="pl12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7" name="pl12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8" name="pl12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9" name="pl12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0" name="pl12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1" name="pl12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2" name="pl12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3" name="pl12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4" name="pl12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5" name="pl12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6" name="pl12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7" name="pl12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8" name="pl12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9" name="pl12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0" name="pl12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1" name="pl12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2" name="pl12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3" name="pl12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4" name="pl12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5" name="pl12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6" name="pl12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7" name="pl12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8" name="pl12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9" name="pl12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0" name="pl12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1" name="pl13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2" name="pl13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3" name="pl13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4" name="pl13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5" name="pl13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6" name="pl13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7" name="pl13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8" name="pl13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9" name="pl13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0" name="pl13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1" name="pl13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2" name="pl13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3" name="pl13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4" name="pl13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5" name="pl13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6" name="pl13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7" name="pl13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8" name="pl13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9" name="pl13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0" name="pl13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1" name="pl13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2" name="pl13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3" name="pl13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4" name="pl13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5" name="pl13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6" name="pl13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7" name="pl13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8" name="pl13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9" name="pl13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0" name="pl13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1" name="pl13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2" name="pl13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3" name="pl13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4" name="pl13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5" name="pl13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6" name="pl13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7" name="pl13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8" name="pl13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9" name="pl13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0" name="pl13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1" name="pl13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2" name="pl13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3" name="pl13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4" name="pl13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5" name="pl13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6" name="pl13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7" name="pl13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8" name="pl13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9" name="pl13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0" name="pl13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1" name="pl13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2" name="pl13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3" name="pl13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4" name="pl13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5" name="pl13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6" name="pl13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7" name="pl13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8" name="pl13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9" name="pl13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0" name="pl13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1" name="pl13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2" name="pl13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3" name="pl13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4" name="pl13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5" name="pl13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6" name="pl13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7" name="pl13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8" name="pl13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9" name="pl13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0" name="pl13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1" name="pl13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2" name="pl13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3" name="pl13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4" name="pl13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5" name="pl13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6" name="pl13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7" name="pl13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8" name="pl13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9" name="pl13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0" name="pl13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1" name="pl13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2" name="pl13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3" name="pl13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4" name="pl13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5" name="pl13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6" name="pl13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7" name="pl13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8" name="pl13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9" name="pl13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0" name="pl13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1" name="pl13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2" name="pl13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3" name="pl13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4" name="pl13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5" name="pl13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6" name="pl13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7" name="pl13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8" name="pl13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9" name="pl13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0" name="pl13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1" name="pl14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2" name="pl14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3" name="pl14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4" name="pl14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5" name="pl14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6" name="pl14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7" name="pl14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8" name="pl14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9" name="pl14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0" name="pl14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1" name="pl14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2" name="pl14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3" name="pl14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4" name="pl14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5" name="pl14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6" name="pl14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7" name="pl14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8" name="pl14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9" name="pl14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0" name="pl14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1" name="pl14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2" name="pl14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3" name="pl14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4" name="pl14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5" name="pl14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6" name="pl14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7" name="pl14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8" name="pl14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9" name="pl14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0" name="pl14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1" name="pl14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2" name="pl14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3" name="pl14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4" name="pl14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5" name="pl14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6" name="pl14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7" name="pl14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8" name="pl14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9" name="pl14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0" name="pl14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1" name="pl14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2" name="pl14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3" name="pl14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4" name="pl14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5" name="pl14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6" name="pl14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7" name="pl14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8" name="pl14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9" name="pl14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0" name="pl14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1" name="pl14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2" name="pl14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3" name="pl14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4" name="pl14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5" name="pl14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6" name="pl14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7" name="pl14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8" name="pl14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9" name="pl14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0" name="pl14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1" name="pl14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2" name="pl14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3" name="pl14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4" name="pl14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5" name="pl14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6" name="pl14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7" name="pl14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8" name="pl14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9" name="pl14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0" name="pl14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1" name="pl14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2" name="pl14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3" name="pl14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4" name="pl14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5" name="pl14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6" name="pl14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7" name="pl14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8" name="pl14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9" name="pl14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0" name="pl14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1" name="pl14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2" name="pl14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3" name="pl14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4" name="pl14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5" name="pl14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6" name="pl14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7" name="pl14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8" name="pl14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9" name="pl14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0" name="pl14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1" name="pl14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2" name="pl14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3" name="pl14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4" name="pl14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5" name="pl14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6" name="pl14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7" name="pl14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8" name="pl14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9" name="pl14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0" name="pl14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1" name="pl15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2" name="pl15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3" name="pl15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4" name="pl15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5" name="pl15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6" name="pl15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7" name="pl15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8" name="pl15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9" name="pl15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0" name="pl15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1" name="pl15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2" name="pl15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3" name="pl15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4" name="pl15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5" name="pl15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6" name="pl15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7" name="pl15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8" name="pl15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9" name="pl15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0" name="pl15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1" name="pl15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2" name="pl15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3" name="pl15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4" name="pl15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5" name="pl15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6" name="pl15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7" name="pl15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8" name="pl15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9" name="pl15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0" name="pl15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1" name="pl15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2" name="pl15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3" name="pl15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4" name="pl15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5" name="pl15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6" name="pl15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7" name="pl15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8" name="pl15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9" name="pl15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0" name="pl15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1" name="pl15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2" name="pl15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3" name="pl15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4" name="pl15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5" name="pl15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6" name="pl15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7" name="pl15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8" name="pl15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9" name="pl15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0" name="pl15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1" name="pl15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2" name="pl15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3" name="pl15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4" name="pl15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5" name="pl15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6" name="pl15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7" name="pl15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8" name="pl15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9" name="pl15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0" name="pl15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1" name="pl15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2" name="pl15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3" name="pl15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4" name="pl15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5" name="pl15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6" name="pl15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7" name="pl15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8" name="pl15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9" name="pl15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0" name="pl15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1" name="pl15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2" name="pl15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3" name="pl15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4" name="pl15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5" name="pl15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6" name="pl15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7" name="pl15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8" name="pl15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9" name="pl15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0" name="pl15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1" name="pl15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2" name="pl15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3" name="pl15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4" name="pl15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5" name="pl15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6" name="pl15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7" name="pl15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8" name="pl15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9" name="pl15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0" name="pl15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1" name="pl15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2" name="pl15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3" name="pl15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4" name="pl15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5" name="pl15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6" name="pl15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7" name="pl15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8" name="pl15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9" name="pl15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0" name="pl15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1" name="pl16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2" name="pl16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3" name="pl16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4" name="pl16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5" name="pl16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6" name="pl16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7" name="pl16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8" name="pl16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9" name="pl16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0" name="pl16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1" name="pl16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2" name="pl16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3" name="pl16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4" name="pl16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5" name="pl16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6" name="pl16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7" name="pl16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8" name="pl16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9" name="pl16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0" name="pl16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1" name="pl16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2" name="pl16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3" name="pl16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4" name="pl16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5" name="pl16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6" name="pl16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7" name="pl16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8" name="pl16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9" name="pl16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0" name="pl16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1" name="pl16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2" name="pl16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3" name="pl16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4" name="pl16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5" name="pl16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6" name="pl16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7" name="pl16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8" name="pl16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9" name="pl16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0" name="pl16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1" name="pl16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2" name="pl16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3" name="pl16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4" name="pl16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5" name="pl16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6" name="pl16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7" name="pl16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8" name="pl16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9" name="pl16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0" name="pl16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1" name="pl16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2" name="pl16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3" name="pl16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4" name="pl16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5" name="pl16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6" name="pl16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7" name="pl16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8" name="pl16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9" name="pl16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0" name="pl16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1" name="pl16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2" name="pl16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3" name="pl16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4" name="pl16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5" name="pl16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6" name="pl16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7" name="pl16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8" name="pl16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9" name="pl16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0" name="pl16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1" name="pl16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2" name="pl16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3" name="pl16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4" name="pl16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5" name="pl16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6" name="pl16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7" name="pl16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8" name="pl16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9" name="pl16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0" name="pl16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1" name="pl16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2" name="pl16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3" name="pl16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4" name="pl16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5" name="pl16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6" name="pl16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7" name="pl16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8" name="pl16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9" name="pl16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0" name="pl16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1" name="pl16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2" name="pl16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3" name="pl16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4" name="pl16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5" name="pl16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6" name="pl16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7" name="pl16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8" name="pl16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9" name="pl16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0" name="pl16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1" name="pl17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2" name="pl17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3" name="pl17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4" name="pl17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5" name="pl17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6" name="pl17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7" name="pl17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8" name="pl17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9" name="pl17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0" name="pl17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1" name="pl17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2" name="pl17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3" name="pl17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4" name="pl17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5" name="pl17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6" name="pl17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7" name="pl17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8" name="pl17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9" name="pl17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0" name="pl17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1" name="pl17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2" name="pl17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3" name="pl17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4" name="pl17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5" name="pl17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6" name="pl17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7" name="pl17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8" name="pl17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9" name="pl17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0" name="pl17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1" name="pl17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2" name="pl17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3" name="pl17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4" name="pl17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5" name="pl17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6" name="pl17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7" name="pl17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8" name="pl17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9" name="pl17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0" name="pl17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1" name="pl17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2" name="pl17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3" name="pl17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4" name="pl17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5" name="pl17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6" name="pl17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7" name="pl17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8" name="pl17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9" name="pl17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0" name="pl17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1" name="pl17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2" name="pl17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3" name="pl17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4" name="pl17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5" name="pl17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6" name="pl17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7" name="pl17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8" name="pl17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9" name="pl17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0" name="pl17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1" name="pl17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2" name="pl17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3" name="pl17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4" name="pl17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5" name="pl17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6" name="pl17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7" name="pl17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8" name="pl17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9" name="pl17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0" name="pl17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1" name="pl17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2" name="pl17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3" name="pl17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4" name="pl17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5" name="pl17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6" name="pl17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7" name="pl17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8" name="pl17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9" name="pl17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0" name="pl17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1" name="pl17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2" name="pl17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3" name="pl17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4" name="pl17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5" name="pl17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6" name="pl17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7" name="pl17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8" name="pl17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9" name="pl17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0" name="pl17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1" name="pl17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2" name="pl17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3" name="pl17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4" name="pl17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5" name="pl17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6" name="pl17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7" name="pl17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8" name="pl17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9" name="pl17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0" name="pl17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1" name="pl18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2" name="pl18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3" name="pl18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4" name="pl18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5" name="pl18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6" name="pl18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7" name="pl18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8" name="pl18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9" name="pl18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0" name="pl18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1" name="pl18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2" name="pl18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3" name="pl18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4" name="pl18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5" name="pl18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6" name="pl18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7" name="pl18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8" name="pl18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9" name="pl18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0" name="pl18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1" name="pl18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2" name="pl18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3" name="pl18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4" name="pl18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5" name="pl18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6" name="pl18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7" name="pl18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8" name="pl18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9" name="pl18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0" name="pl18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1" name="pl18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2" name="pl18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3" name="pl18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4" name="pl18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5" name="pl18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6" name="pl18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7" name="pl18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8" name="pl18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9" name="pl18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0" name="pl18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1" name="pl18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2" name="pl18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3" name="pl18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4" name="pl18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5" name="pl18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6" name="pl18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7" name="pl18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8" name="pl18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9" name="pl18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0" name="pl18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1" name="pl18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2" name="pl18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3" name="pl18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4" name="pl18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5" name="pl18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6" name="pl18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7" name="pl18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8" name="pl18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9" name="pl18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0" name="pl18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1" name="pl18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2" name="pl18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3" name="pl18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4" name="pl18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5" name="pl18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6" name="pl18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7" name="pl18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8" name="pl18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9" name="pl18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0" name="pl18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1" name="pl18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2" name="pl18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3" name="pl18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4" name="pl18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5" name="pl18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6" name="pl18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7" name="pl18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8" name="pl18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9" name="pl18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0" name="pl18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1" name="pl18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2" name="pl18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3" name="pl18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4" name="pl18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5" name="pl18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6" name="pl18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7" name="pl18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8" name="pl18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9" name="pl18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0" name="pl18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1" name="pl18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2" name="pl18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3" name="pl18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4" name="pl18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5" name="pl18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6" name="pl18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7" name="pl18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8" name="pl18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9" name="pl18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0" name="pl18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1" name="pl19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2" name="pl19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3" name="pl19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4" name="pl19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5" name="pl19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6" name="pl19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7" name="pl19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8" name="pl19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9" name="pl19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0" name="pl19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1" name="pl19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2" name="pl19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3" name="pl19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4" name="pl19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5" name="pl19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6" name="pl19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7" name="pl19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8" name="pl19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9" name="pl19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0" name="pl19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1" name="pl19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2" name="pl19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3" name="pl19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4" name="pl19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5" name="pl19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6" name="pl19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7" name="pl19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8" name="pl19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9" name="pl19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0" name="pl19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1" name="pl19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2" name="pl19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3" name="pl19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4" name="pl19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5" name="pl19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6" name="pl19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7" name="pl19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8" name="pl19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9" name="pl19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0" name="pl19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1" name="pl19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2" name="pl19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3" name="pl19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4" name="pl19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5" name="pl19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6" name="pl19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7" name="pl19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8" name="pl19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9" name="pl19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0" name="pl19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1" name="pl19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2" name="pl19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3" name="pl19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4" name="pl19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5" name="pl19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6" name="pl19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7" name="pl19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8" name="pl19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9" name="pl19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0" name="pl19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1" name="pl19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2" name="pl19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3" name="pl19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4" name="pl19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5" name="pl19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6" name="pl19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7" name="pl19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8" name="pl19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9" name="pl19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0" name="pl19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1" name="pl19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2" name="pl19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3" name="pl19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4" name="pl19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5" name="pl19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6" name="pl19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7" name="pl19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8" name="pl19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9" name="pl19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0" name="pl19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1" name="pl19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2" name="pl19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3" name="pl19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4" name="pl19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5" name="pl19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6" name="pl19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7" name="pl19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8" name="pl19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9" name="pl19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0" name="pl19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1" name="pl19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2" name="pl19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3" name="pl19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4" name="pl19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5" name="pl19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6" name="pl19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7" name="pl19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8" name="pl19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9" name="pl19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0" name="pl19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1" name="pl20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2" name="pl20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3" name="pl20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4" name="pl20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5" name="pl20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6" name="pl20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7" name="pl20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8" name="pl20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9" name="pl20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0" name="pl20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1" name="pl20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2" name="pl20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3" name="pl20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4" name="pl20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5" name="pl20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6" name="pl20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7" name="pl20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8" name="pl20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9" name="pl20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0" name="pl20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1" name="pl20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2" name="pl20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3" name="pl20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4" name="pl20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5" name="pl20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6" name="pl20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7" name="pl20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8" name="pl20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9" name="pl20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0" name="pl20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1" name="pl20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2" name="pl20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3" name="pl20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4" name="pl20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5" name="pl20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6" name="pl20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7" name="pl20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8" name="pl20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9" name="pl20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0" name="pl20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1" name="pl20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2" name="pl20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3" name="pl20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4" name="pl20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5" name="pl20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6" name="pl20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7" name="pl20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8" name="pl20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9" name="pl20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0" name="pl20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1" name="pl20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2" name="pl20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3" name="pl20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4" name="pl20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5" name="pl20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6" name="pl20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7" name="pl20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8" name="pl20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9" name="pl20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0" name="pl20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1" name="pl20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2" name="pl20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3" name="pl20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4" name="pl20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5" name="pl20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6" name="pl20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7" name="pl20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8" name="pl20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9" name="pl20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0" name="pl20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1" name="pl20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2" name="pl20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3" name="pl20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4" name="pl20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5" name="pl20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6" name="pl20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7" name="pl20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8" name="pl20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9" name="pl20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0" name="pl20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1" name="pl20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2" name="pl20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3" name="pl20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4" name="pl20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5" name="pl20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6" name="pl20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7" name="pl20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8" name="pl20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9" name="pl20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0" name="pl20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1" name="pl20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2" name="pl20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3" name="pl20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4" name="pl20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5" name="pl20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6" name="pl20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7" name="pl20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8" name="pl20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9" name="pl20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0" name="pl20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1" name="pl21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2" name="pl21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3" name="pl21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4" name="pl21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5" name="pl21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6" name="pl21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7" name="pl21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8" name="pl21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9" name="pl21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0" name="pl21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1" name="pl21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2" name="pl21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3" name="pl21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4" name="pl21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5" name="pl21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6" name="pl21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7" name="pl21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8" name="pl21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9" name="pl21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0" name="pl21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1" name="pl21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2" name="pl21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3" name="pl21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4" name="pl21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5" name="pl21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6" name="pl21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7" name="pl21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8" name="pl21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9" name="pl21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0" name="pl21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1" name="pl21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2" name="pl21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3" name="pl21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4" name="pl21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5" name="pl21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6" name="pl21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7" name="pl21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8" name="pl21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9" name="pl21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0" name="pl21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1" name="pl21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2" name="pl21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3" name="pl21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4" name="pl21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5" name="pl21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6" name="pl21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7" name="pl21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8" name="pl21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9" name="pl21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0" name="pl21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1" name="pl21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2" name="pl21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3" name="pl21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4" name="pl21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5" name="pl21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6" name="pl21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7" name="pl21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8" name="pl21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9" name="pl21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0" name="pl21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1" name="pl21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2" name="pl21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3" name="pl21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4" name="pl21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5" name="pl21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6" name="pl21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7" name="pl21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8" name="pl21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9" name="pl21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0" name="pl21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1" name="pl21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2" name="pl21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3" name="pl21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4" name="pl21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5" name="pl21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6" name="pl21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7" name="pl21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8" name="pl21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9" name="pl21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0" name="pl21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1" name="pl21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2" name="pl21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3" name="pl21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4" name="pl21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5" name="pl21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6" name="pl21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7" name="pl21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8" name="pl21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9" name="pl21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0" name="pl21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1" name="pl21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2" name="pl21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3" name="pl21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4" name="pl21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5" name="pl21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6" name="pl21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7" name="pl21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8" name="pl21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9" name="pl21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0" name="pl21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1" name="pl22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2" name="pl22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3" name="pl22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4" name="pl22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5" name="pl22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6" name="pl22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7" name="pl22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8" name="pl22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9" name="pl22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0" name="pl22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1" name="pl22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2" name="pl22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3" name="pl22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4" name="pl22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5" name="pl22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6" name="pl22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7" name="pl22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8" name="pl22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9" name="pl22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0" name="pl22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1" name="pl22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2" name="pl22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3" name="pl22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4" name="pl22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5" name="pl22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6" name="pl22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7" name="pl22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8" name="pl22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9" name="pl22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0" name="pl22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1" name="pl22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2" name="pl22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3" name="pl22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4" name="pl22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5" name="pl22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6" name="pl22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7" name="pl22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8" name="pl22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9" name="pl22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0" name="pl22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1" name="pl22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2" name="pl22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3" name="pl22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4" name="pl22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5" name="pl22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6" name="pl22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7" name="pl22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8" name="pl22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9" name="pl22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0" name="pl22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1" name="pl22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2" name="pl22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3" name="pl22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4" name="pl22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5" name="pl22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6" name="pl22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7" name="pl22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8" name="pl22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9" name="pl22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0" name="pl22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1" name="pl22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2" name="pl22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3" name="pl22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4" name="pl22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5" name="pl22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6" name="pl22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7" name="pl22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8" name="pl22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9" name="pl22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0" name="pl22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1" name="pl22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2" name="pl22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3" name="pl22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4" name="pl22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5" name="pl22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6" name="pl22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7" name="pl22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8" name="pl22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9" name="pl22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0" name="pl22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1" name="pl22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2" name="pl22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3" name="pl22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4" name="pl22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5" name="pl22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6" name="pl22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7" name="pl22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8" name="pl22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9" name="pl22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0" name="pl22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1" name="pl22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2" name="pl22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3" name="pl22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4" name="pl22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5" name="pl22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6" name="pl22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7" name="pl22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8" name="pl22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9" name="pl22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0" name="pl22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1" name="pl23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2" name="pl23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3" name="pl23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4" name="pl23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5" name="pl23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6" name="pl23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7" name="pl23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8" name="pl23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9" name="pl23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0" name="pl23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1" name="pl23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2" name="pl23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3" name="pl23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4" name="pl23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5" name="pl23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6" name="pl23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7" name="pl23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8" name="pl23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9" name="pl23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0" name="pl23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1" name="pl23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2" name="pl23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3" name="pl23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4" name="pl23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5" name="pl23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6" name="pl23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7" name="pl23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8" name="pl23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9" name="pl23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0" name="pl23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1" name="pl23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2" name="pl23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3" name="pl23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4" name="pl23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5" name="pl23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6" name="pl23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7" name="pl23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8" name="pl23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9" name="pl23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0" name="pl23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1" name="pl23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2" name="pl23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3" name="pl23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4" name="pl23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5" name="pl23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6" name="pl23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7" name="pl23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8" name="pl23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9" name="pl23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0" name="pl23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1" name="pl23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2" name="pl23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3" name="pl23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4" name="pl23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5" name="pl23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6" name="pl23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7" name="pl23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8" name="pl23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9" name="pl23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0" name="pl23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1" name="pl23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2" name="pl23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3" name="pl23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4" name="pl23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5" name="pl23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6" name="pl23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7" name="pl23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8" name="pl23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9" name="pl23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0" name="pl23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1" name="pl23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2" name="pl23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3" name="pl23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4" name="pl23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5" name="pl23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6" name="pl23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7" name="pl23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8" name="pl23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9" name="pl23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0" name="pl23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1" name="pl23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2" name="pl23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3" name="pl23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4" name="pl23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5" name="pl23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6" name="pl23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7" name="pl23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8" name="pl23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9" name="pl23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0" name="pl23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1" name="pl23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2" name="pl23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3" name="pl23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4" name="pl23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5" name="pl23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6" name="pl23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7" name="pl23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8" name="pl23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9" name="pl23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0" name="pl23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1" name="pl24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2" name="pl24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3" name="pl24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4" name="pl24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5" name="pl24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6" name="pl24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7" name="pl24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8" name="pl24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9" name="pl24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0" name="pl24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1" name="pl24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2" name="pl24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3" name="pl24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4" name="pl24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5" name="pl24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6" name="pl24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7" name="pl24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8" name="pl24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9" name="pl24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0" name="pl24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1" name="pl24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2" name="pl24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3" name="pl24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4" name="pl24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5" name="pl24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6" name="pl24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7" name="pl24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8" name="pl24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9" name="pl24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0" name="pl24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1" name="pl24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2" name="pl24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3" name="pl24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4" name="pl24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5" name="pl24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6" name="pl24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7" name="pl24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8" name="pl24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9" name="pl24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0" name="pl24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1" name="pl24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2" name="pl24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3" name="pl24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4" name="pl24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5" name="pl24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6" name="pl24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7" name="pl24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8" name="pl24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9" name="pl24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0" name="pl24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1" name="pl24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2" name="pl24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3" name="pl24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4" name="pl24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5" name="pl24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6" name="pl24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7" name="pl24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8" name="pl24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9" name="pl24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0" name="pl24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1" name="pl24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2" name="pl24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3" name="pl24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4" name="pl24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5" name="pl24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6" name="pl24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7" name="pl24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8" name="pl24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9" name="pl24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0" name="pl24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1" name="pl24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2" name="pl24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3" name="pl24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4" name="pl24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5" name="pl24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6" name="pl24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7" name="pl24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8" name="pl24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9" name="pl24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0" name="pl24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1" name="pl24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2" name="pl24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3" name="pl24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4" name="pl24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5" name="pl24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6" name="pl24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7" name="pl24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8" name="pl24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9" name="pl24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0" name="pl24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1" name="pl24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2" name="pl24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3" name="pl24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4" name="pl24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5" name="pl24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6" name="pl24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7" name="pl24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8" name="pl24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9" name="pl24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0" name="pl24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1" name="pl25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2" name="pl25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3" name="pl25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4" name="pl25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5" name="pl25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6" name="pl25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7" name="pl25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8" name="pl25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9" name="pl25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0" name="pl25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1" name="pl25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2" name="pl25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3" name="pl25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4" name="pl25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5" name="pl25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6" name="pl25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7" name="pl25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8" name="pl25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9" name="pl25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0" name="pl25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1" name="pl25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2" name="pl25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3" name="pl25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4" name="pl25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5" name="pl25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6" name="pl25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7" name="pl25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8" name="pl25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9" name="pl25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0" name="pl25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1" name="pl25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2" name="pl25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3" name="pl25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4" name="pl25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5" name="pl25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6" name="pl25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7" name="pl25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8" name="pl25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9" name="pl25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0" name="pl25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1" name="pl25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2" name="pl25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3" name="pl25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4" name="pl25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5" name="pl25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6" name="pl25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7" name="pl25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8" name="pl25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9" name="pl25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0" name="pl25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1" name="pl25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2" name="pl25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3" name="pl25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4" name="pl25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5" name="pl25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6" name="pl25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7" name="pl25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8" name="pl25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9" name="pl25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0" name="pl25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1" name="pl25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2" name="pl25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3" name="pl25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4" name="pl25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5" name="pl25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6" name="pl25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7" name="pl25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8" name="pl25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9" name="pl25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0" name="pl25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1" name="pl25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2" name="pl25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3" name="pl25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4" name="pl25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5" name="pl25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6" name="pl25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7" name="pl25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8" name="pl25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9" name="pl25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0" name="pl25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1" name="pl25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2" name="pl25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3" name="pl25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4" name="pl25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5" name="pl25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6" name="pl25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7" name="pl25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8" name="pl25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9" name="pl25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0" name="pl25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1" name="pl25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2" name="pl25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3" name="pl25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4" name="pl25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5" name="pl25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6" name="pl25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7" name="pl25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8" name="pl25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9" name="pl25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0" name="pl25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1" name="pl26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2" name="pl26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3" name="pl26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4" name="pl26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5" name="pl26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6" name="pl26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7" name="pl26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8" name="pl26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9" name="pl26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0" name="pl26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1" name="pl26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2" name="pl26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3" name="pl26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4" name="pl26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5" name="pl26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6" name="pl26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7" name="pl26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8" name="pl26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9" name="pl26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0" name="pl26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1" name="pl26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2" name="pl26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3" name="pl26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4" name="pl26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5" name="pl26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6" name="pl26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7" name="pl26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8" name="pl26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9" name="pl26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0" name="pl26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1" name="pl26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2" name="pl26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3" name="pl26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4" name="pl26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5" name="pl26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6" name="pl26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7" name="pl26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8" name="pl26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9" name="pl26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0" name="pl26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1" name="pl26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2" name="pl26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3" name="pl26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4" name="pl26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5" name="pl26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6" name="pl26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7" name="pl26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8" name="pl26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9" name="pl26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0" name="pl26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1" name="pl26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2" name="pl26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3" name="pl26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4" name="pl26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5" name="pl26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6" name="pl26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7" name="pl26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8" name="pl26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9" name="pl26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0" name="pl26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1" name="pl26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2" name="pl26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3" name="pl26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4" name="pl26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5" name="pl26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6" name="pl26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7" name="pl26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8" name="pl26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9" name="pl26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0" name="pl26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1" name="pl26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2" name="pl26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3" name="pl26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4" name="pl26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5" name="pl26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6" name="pl26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7" name="pl26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8" name="pl26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9" name="pl26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0" name="pl26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1" name="pl26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2" name="pl26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3" name="pl26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4" name="pl26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5" name="pl26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6" name="pl26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7" name="pl26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8" name="pl26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9" name="pl26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0" name="pl26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1" name="pl26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2" name="pl26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3" name="pl26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4" name="pl26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5" name="pl26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6" name="pl26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7" name="pl26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8" name="pl26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9" name="pl26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0" name="pl26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1" name="pl27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2" name="pl27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3" name="pl27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4" name="pl27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5" name="pl27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6" name="pl27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7" name="pl27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8" name="pl27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9" name="pl27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0" name="pl27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1" name="pl27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2" name="pl27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3" name="pl27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4" name="pl27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5" name="pl27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6" name="pl27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7" name="pl27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8" name="pl27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9" name="pl27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0" name="pl27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1" name="pl27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2" name="pl27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3" name="pl27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4" name="pl27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5" name="pl27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6" name="pl27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7" name="pl27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8" name="pl27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9" name="pl27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0" name="pl27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1" name="pl27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2" name="pl27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3" name="pl27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4" name="pl27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5" name="pl27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6" name="pl27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7" name="pl27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8" name="pl27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9" name="pl27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40" name="pl27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41" name="pl27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42" name="pl27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43" name="pl2742"/>
            <p:cNvSpPr/>
            <p:nvPr/>
          </p:nvSpPr>
          <p:spPr>
            <a:xfrm>
              <a:off x="773555" y="1410558"/>
              <a:ext cx="0" cy="4605405"/>
            </a:xfrm>
            <a:custGeom>
              <a:avLst/>
              <a:pathLst>
                <a:path w="0" h="4605405">
                  <a:moveTo>
                    <a:pt x="0" y="4605405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4" name="tx2743"/>
            <p:cNvSpPr/>
            <p:nvPr/>
          </p:nvSpPr>
          <p:spPr>
            <a:xfrm>
              <a:off x="626081" y="5759128"/>
              <a:ext cx="73456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</a:t>
              </a:r>
            </a:p>
          </p:txBody>
        </p:sp>
        <p:sp>
          <p:nvSpPr>
            <p:cNvPr id="2745" name="tx2744"/>
            <p:cNvSpPr/>
            <p:nvPr/>
          </p:nvSpPr>
          <p:spPr>
            <a:xfrm>
              <a:off x="552624" y="4921782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2746" name="tx2745"/>
            <p:cNvSpPr/>
            <p:nvPr/>
          </p:nvSpPr>
          <p:spPr>
            <a:xfrm>
              <a:off x="552624" y="4084113"/>
              <a:ext cx="146913" cy="9519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2747" name="tx2746"/>
            <p:cNvSpPr/>
            <p:nvPr/>
          </p:nvSpPr>
          <p:spPr>
            <a:xfrm>
              <a:off x="552624" y="3246960"/>
              <a:ext cx="146913" cy="9499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2748" name="tx2747"/>
            <p:cNvSpPr/>
            <p:nvPr/>
          </p:nvSpPr>
          <p:spPr>
            <a:xfrm>
              <a:off x="552624" y="2409484"/>
              <a:ext cx="146913" cy="9512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2749" name="tx2748"/>
            <p:cNvSpPr/>
            <p:nvPr/>
          </p:nvSpPr>
          <p:spPr>
            <a:xfrm>
              <a:off x="552624" y="1572396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50</a:t>
              </a:r>
            </a:p>
          </p:txBody>
        </p:sp>
        <p:sp>
          <p:nvSpPr>
            <p:cNvPr id="2750" name="pl2749"/>
            <p:cNvSpPr/>
            <p:nvPr/>
          </p:nvSpPr>
          <p:spPr>
            <a:xfrm>
              <a:off x="732434" y="5806627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1" name="pl2750"/>
            <p:cNvSpPr/>
            <p:nvPr/>
          </p:nvSpPr>
          <p:spPr>
            <a:xfrm>
              <a:off x="732434" y="4969280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2" name="pl2751"/>
            <p:cNvSpPr/>
            <p:nvPr/>
          </p:nvSpPr>
          <p:spPr>
            <a:xfrm>
              <a:off x="732434" y="4131934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3" name="pl2752"/>
            <p:cNvSpPr/>
            <p:nvPr/>
          </p:nvSpPr>
          <p:spPr>
            <a:xfrm>
              <a:off x="732434" y="3294587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4" name="pl2753"/>
            <p:cNvSpPr/>
            <p:nvPr/>
          </p:nvSpPr>
          <p:spPr>
            <a:xfrm>
              <a:off x="732434" y="2457241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5" name="pl2754"/>
            <p:cNvSpPr/>
            <p:nvPr/>
          </p:nvSpPr>
          <p:spPr>
            <a:xfrm>
              <a:off x="732434" y="1619894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6" name="pl2755"/>
            <p:cNvSpPr/>
            <p:nvPr/>
          </p:nvSpPr>
          <p:spPr>
            <a:xfrm>
              <a:off x="773555" y="6015963"/>
              <a:ext cx="9564359" cy="0"/>
            </a:xfrm>
            <a:custGeom>
              <a:avLst/>
              <a:pathLst>
                <a:path w="9564359" h="0">
                  <a:moveTo>
                    <a:pt x="0" y="0"/>
                  </a:moveTo>
                  <a:lnTo>
                    <a:pt x="9564359" y="0"/>
                  </a:lnTo>
                </a:path>
              </a:pathLst>
            </a:custGeom>
            <a:ln w="16014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7" name="pl2756"/>
            <p:cNvSpPr/>
            <p:nvPr/>
          </p:nvSpPr>
          <p:spPr>
            <a:xfrm>
              <a:off x="1208299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8" name="pl2757"/>
            <p:cNvSpPr/>
            <p:nvPr/>
          </p:nvSpPr>
          <p:spPr>
            <a:xfrm>
              <a:off x="2947273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9" name="pl2758"/>
            <p:cNvSpPr/>
            <p:nvPr/>
          </p:nvSpPr>
          <p:spPr>
            <a:xfrm>
              <a:off x="4686248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0" name="pl2759"/>
            <p:cNvSpPr/>
            <p:nvPr/>
          </p:nvSpPr>
          <p:spPr>
            <a:xfrm>
              <a:off x="6425222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1" name="pl2760"/>
            <p:cNvSpPr/>
            <p:nvPr/>
          </p:nvSpPr>
          <p:spPr>
            <a:xfrm>
              <a:off x="8164197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2" name="pl2761"/>
            <p:cNvSpPr/>
            <p:nvPr/>
          </p:nvSpPr>
          <p:spPr>
            <a:xfrm>
              <a:off x="9903171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3" name="tx2762"/>
            <p:cNvSpPr/>
            <p:nvPr/>
          </p:nvSpPr>
          <p:spPr>
            <a:xfrm>
              <a:off x="1171570" y="6089852"/>
              <a:ext cx="73456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</a:t>
              </a:r>
            </a:p>
          </p:txBody>
        </p:sp>
        <p:sp>
          <p:nvSpPr>
            <p:cNvPr id="2764" name="tx2763"/>
            <p:cNvSpPr/>
            <p:nvPr/>
          </p:nvSpPr>
          <p:spPr>
            <a:xfrm>
              <a:off x="2873816" y="6089852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2765" name="tx2764"/>
            <p:cNvSpPr/>
            <p:nvPr/>
          </p:nvSpPr>
          <p:spPr>
            <a:xfrm>
              <a:off x="4612791" y="6089529"/>
              <a:ext cx="146913" cy="9519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2766" name="tx2765"/>
            <p:cNvSpPr/>
            <p:nvPr/>
          </p:nvSpPr>
          <p:spPr>
            <a:xfrm>
              <a:off x="6351765" y="6089723"/>
              <a:ext cx="146913" cy="9499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2767" name="tx2766"/>
            <p:cNvSpPr/>
            <p:nvPr/>
          </p:nvSpPr>
          <p:spPr>
            <a:xfrm>
              <a:off x="8090740" y="6089594"/>
              <a:ext cx="146913" cy="9512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2768" name="tx2767"/>
            <p:cNvSpPr/>
            <p:nvPr/>
          </p:nvSpPr>
          <p:spPr>
            <a:xfrm>
              <a:off x="9829714" y="6089852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50</a:t>
              </a:r>
            </a:p>
          </p:txBody>
        </p:sp>
        <p:sp>
          <p:nvSpPr>
            <p:cNvPr id="2769" name="tx2768"/>
            <p:cNvSpPr/>
            <p:nvPr/>
          </p:nvSpPr>
          <p:spPr>
            <a:xfrm>
              <a:off x="4982198" y="6217005"/>
              <a:ext cx="1147074" cy="15647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Objective mean</a:t>
              </a:r>
            </a:p>
          </p:txBody>
        </p:sp>
        <p:sp>
          <p:nvSpPr>
            <p:cNvPr id="2770" name="tx2769"/>
            <p:cNvSpPr/>
            <p:nvPr/>
          </p:nvSpPr>
          <p:spPr>
            <a:xfrm rot="-5400000">
              <a:off x="-346645" y="3635023"/>
              <a:ext cx="1486786" cy="15647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Subjective response</a:t>
              </a:r>
            </a:p>
          </p:txBody>
        </p:sp>
        <p:sp>
          <p:nvSpPr>
            <p:cNvPr id="2771" name="rc2770"/>
            <p:cNvSpPr/>
            <p:nvPr/>
          </p:nvSpPr>
          <p:spPr>
            <a:xfrm>
              <a:off x="10502398" y="3183243"/>
              <a:ext cx="1119680" cy="106003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72" name="tx2771"/>
            <p:cNvSpPr/>
            <p:nvPr/>
          </p:nvSpPr>
          <p:spPr>
            <a:xfrm>
              <a:off x="10584639" y="3248354"/>
              <a:ext cx="733921" cy="1538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Array size</a:t>
              </a:r>
            </a:p>
          </p:txBody>
        </p:sp>
        <p:sp>
          <p:nvSpPr>
            <p:cNvPr id="2773" name="rc2772"/>
            <p:cNvSpPr/>
            <p:nvPr/>
          </p:nvSpPr>
          <p:spPr>
            <a:xfrm>
              <a:off x="10584639" y="3502669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74" name="rc2773"/>
            <p:cNvSpPr/>
            <p:nvPr/>
          </p:nvSpPr>
          <p:spPr>
            <a:xfrm>
              <a:off x="10593639" y="3511669"/>
              <a:ext cx="201455" cy="201456"/>
            </a:xfrm>
            <a:prstGeom prst="rect">
              <a:avLst/>
            </a:prstGeom>
            <a:solidFill>
              <a:srgbClr val="F8766D">
                <a:alpha val="14901"/>
              </a:srgbClr>
            </a:solidFill>
          </p:spPr>
          <p:txBody>
            <a:bodyPr/>
            <a:lstStyle/>
            <a:p/>
          </p:txBody>
        </p:sp>
        <p:sp>
          <p:nvSpPr>
            <p:cNvPr id="2775" name="pl2774"/>
            <p:cNvSpPr/>
            <p:nvPr/>
          </p:nvSpPr>
          <p:spPr>
            <a:xfrm>
              <a:off x="10606585" y="3612397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6" name="rc2775"/>
            <p:cNvSpPr/>
            <p:nvPr/>
          </p:nvSpPr>
          <p:spPr>
            <a:xfrm>
              <a:off x="10584639" y="3722125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77" name="rc2776"/>
            <p:cNvSpPr/>
            <p:nvPr/>
          </p:nvSpPr>
          <p:spPr>
            <a:xfrm>
              <a:off x="10593639" y="3731125"/>
              <a:ext cx="201455" cy="201456"/>
            </a:xfrm>
            <a:prstGeom prst="rect">
              <a:avLst/>
            </a:prstGeom>
            <a:solidFill>
              <a:srgbClr val="00BA38">
                <a:alpha val="14901"/>
              </a:srgbClr>
            </a:solidFill>
          </p:spPr>
          <p:txBody>
            <a:bodyPr/>
            <a:lstStyle/>
            <a:p/>
          </p:txBody>
        </p:sp>
        <p:sp>
          <p:nvSpPr>
            <p:cNvPr id="2778" name="pl2777"/>
            <p:cNvSpPr/>
            <p:nvPr/>
          </p:nvSpPr>
          <p:spPr>
            <a:xfrm>
              <a:off x="10606585" y="3831853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9" name="rc2778"/>
            <p:cNvSpPr/>
            <p:nvPr/>
          </p:nvSpPr>
          <p:spPr>
            <a:xfrm>
              <a:off x="10584639" y="3941581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780" name="rc2779"/>
            <p:cNvSpPr/>
            <p:nvPr/>
          </p:nvSpPr>
          <p:spPr>
            <a:xfrm>
              <a:off x="10593639" y="3950581"/>
              <a:ext cx="201455" cy="201456"/>
            </a:xfrm>
            <a:prstGeom prst="rect">
              <a:avLst/>
            </a:prstGeom>
            <a:solidFill>
              <a:srgbClr val="619CFF">
                <a:alpha val="14901"/>
              </a:srgbClr>
            </a:solidFill>
          </p:spPr>
          <p:txBody>
            <a:bodyPr/>
            <a:lstStyle/>
            <a:p/>
          </p:txBody>
        </p:sp>
        <p:sp>
          <p:nvSpPr>
            <p:cNvPr id="2781" name="pl2780"/>
            <p:cNvSpPr/>
            <p:nvPr/>
          </p:nvSpPr>
          <p:spPr>
            <a:xfrm>
              <a:off x="10606585" y="4051309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2" name="tx2781"/>
            <p:cNvSpPr/>
            <p:nvPr/>
          </p:nvSpPr>
          <p:spPr>
            <a:xfrm>
              <a:off x="10886337" y="3539553"/>
              <a:ext cx="580042" cy="1202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 squares</a:t>
              </a:r>
            </a:p>
          </p:txBody>
        </p:sp>
        <p:sp>
          <p:nvSpPr>
            <p:cNvPr id="2783" name="tx2782"/>
            <p:cNvSpPr/>
            <p:nvPr/>
          </p:nvSpPr>
          <p:spPr>
            <a:xfrm>
              <a:off x="10886337" y="3759331"/>
              <a:ext cx="653499" cy="11989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 squares</a:t>
              </a:r>
            </a:p>
          </p:txBody>
        </p:sp>
        <p:sp>
          <p:nvSpPr>
            <p:cNvPr id="2784" name="tx2783"/>
            <p:cNvSpPr/>
            <p:nvPr/>
          </p:nvSpPr>
          <p:spPr>
            <a:xfrm>
              <a:off x="10886337" y="3978465"/>
              <a:ext cx="653499" cy="1202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 squares</a:t>
              </a:r>
            </a:p>
          </p:txBody>
        </p:sp>
        <p:sp>
          <p:nvSpPr>
            <p:cNvPr id="2785" name="tx2784"/>
            <p:cNvSpPr/>
            <p:nvPr/>
          </p:nvSpPr>
          <p:spPr>
            <a:xfrm>
              <a:off x="773555" y="1136452"/>
              <a:ext cx="2074068" cy="1553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Model-based regression line</a:t>
              </a:r>
            </a:p>
          </p:txBody>
        </p:sp>
        <p:sp>
          <p:nvSpPr>
            <p:cNvPr id="2786" name="tx2785"/>
            <p:cNvSpPr/>
            <p:nvPr/>
          </p:nvSpPr>
          <p:spPr>
            <a:xfrm>
              <a:off x="773555" y="860895"/>
              <a:ext cx="2929331" cy="18641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5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56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Experiment 3 - Average condition</a:t>
              </a:r>
            </a:p>
          </p:txBody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p:ph/>
          </p:nvPr>
        </p:nvSpPr>
        <p:spPr>
          <a:xfrm>
            <a:off x="274320" y="182880"/>
            <a:ext cx="11430000" cy="457200"/>
          </a:xfrm>
        </p:spPr>
        <p:txBody>
          <a:bodyPr/>
          <a:lstStyle/>
          <a:p>
            <a:r>
              <a:rPr/>
              <a:t>Exp 3 - Experience model regression</a:t>
            </a:r>
          </a:p>
        </p:txBody>
      </p:sp>
      <p:grpSp xmlns:pic="http://schemas.openxmlformats.org/drawingml/2006/picture">
        <p:nvGrpSpPr>
          <p:cNvPr id="3" name=""/>
          <p:cNvGrpSpPr/>
          <p:nvPr/>
        </p:nvGrpSpPr>
        <p:grpSpPr>
          <a:xfrm>
            <a:off x="274320" y="822960"/>
            <a:ext cx="11430000" cy="5669280"/>
            <a:chOff x="274320" y="822960"/>
            <a:chExt cx="11430000" cy="5669280"/>
          </a:xfrm>
        </p:grpSpPr>
        <p:sp>
          <p:nvSpPr>
            <p:cNvPr id="4" name="rc3"/>
            <p:cNvSpPr/>
            <p:nvPr/>
          </p:nvSpPr>
          <p:spPr>
            <a:xfrm>
              <a:off x="274320" y="822960"/>
              <a:ext cx="1143000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4"/>
            <p:cNvSpPr/>
            <p:nvPr/>
          </p:nvSpPr>
          <p:spPr>
            <a:xfrm>
              <a:off x="11704319" y="822960"/>
              <a:ext cx="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6014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rc5"/>
            <p:cNvSpPr/>
            <p:nvPr/>
          </p:nvSpPr>
          <p:spPr>
            <a:xfrm>
              <a:off x="773555" y="1410558"/>
              <a:ext cx="9564359" cy="460540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g6"/>
            <p:cNvSpPr/>
            <p:nvPr/>
          </p:nvSpPr>
          <p:spPr>
            <a:xfrm>
              <a:off x="3459159" y="2992067"/>
              <a:ext cx="4310222" cy="2065117"/>
            </a:xfrm>
            <a:custGeom>
              <a:avLst/>
              <a:pathLst>
                <a:path w="4310222" h="2065117">
                  <a:moveTo>
                    <a:pt x="0" y="1835141"/>
                  </a:moveTo>
                  <a:lnTo>
                    <a:pt x="4695" y="1833294"/>
                  </a:lnTo>
                  <a:lnTo>
                    <a:pt x="42604" y="1818373"/>
                  </a:lnTo>
                  <a:lnTo>
                    <a:pt x="45561" y="1817209"/>
                  </a:lnTo>
                  <a:lnTo>
                    <a:pt x="56342" y="1812962"/>
                  </a:lnTo>
                  <a:lnTo>
                    <a:pt x="64863" y="1809605"/>
                  </a:lnTo>
                  <a:lnTo>
                    <a:pt x="94426" y="1797953"/>
                  </a:lnTo>
                  <a:lnTo>
                    <a:pt x="103642" y="1794318"/>
                  </a:lnTo>
                  <a:lnTo>
                    <a:pt x="104164" y="1794112"/>
                  </a:lnTo>
                  <a:lnTo>
                    <a:pt x="108338" y="1792466"/>
                  </a:lnTo>
                  <a:lnTo>
                    <a:pt x="110598" y="1791574"/>
                  </a:lnTo>
                  <a:lnTo>
                    <a:pt x="112511" y="1790820"/>
                  </a:lnTo>
                  <a:lnTo>
                    <a:pt x="122945" y="1786703"/>
                  </a:lnTo>
                  <a:lnTo>
                    <a:pt x="138596" y="1780525"/>
                  </a:lnTo>
                  <a:lnTo>
                    <a:pt x="149899" y="1776062"/>
                  </a:lnTo>
                  <a:lnTo>
                    <a:pt x="163289" y="1770773"/>
                  </a:lnTo>
                  <a:lnTo>
                    <a:pt x="166767" y="1769399"/>
                  </a:lnTo>
                  <a:lnTo>
                    <a:pt x="168332" y="1768781"/>
                  </a:lnTo>
                  <a:lnTo>
                    <a:pt x="168854" y="1768575"/>
                  </a:lnTo>
                  <a:lnTo>
                    <a:pt x="170071" y="1768094"/>
                  </a:lnTo>
                  <a:lnTo>
                    <a:pt x="173897" y="1766582"/>
                  </a:lnTo>
                  <a:lnTo>
                    <a:pt x="178592" y="1764727"/>
                  </a:lnTo>
                  <a:lnTo>
                    <a:pt x="186939" y="1761427"/>
                  </a:lnTo>
                  <a:lnTo>
                    <a:pt x="191461" y="1759640"/>
                  </a:lnTo>
                  <a:lnTo>
                    <a:pt x="204677" y="1754413"/>
                  </a:lnTo>
                  <a:lnTo>
                    <a:pt x="206590" y="1753657"/>
                  </a:lnTo>
                  <a:lnTo>
                    <a:pt x="209720" y="1752419"/>
                  </a:lnTo>
                  <a:lnTo>
                    <a:pt x="211111" y="1751868"/>
                  </a:lnTo>
                  <a:lnTo>
                    <a:pt x="216502" y="1749736"/>
                  </a:lnTo>
                  <a:lnTo>
                    <a:pt x="219458" y="1748566"/>
                  </a:lnTo>
                  <a:lnTo>
                    <a:pt x="230240" y="1744299"/>
                  </a:lnTo>
                  <a:lnTo>
                    <a:pt x="238761" y="1740926"/>
                  </a:lnTo>
                  <a:lnTo>
                    <a:pt x="239630" y="1740582"/>
                  </a:lnTo>
                  <a:lnTo>
                    <a:pt x="241543" y="1739824"/>
                  </a:lnTo>
                  <a:lnTo>
                    <a:pt x="244325" y="1738723"/>
                  </a:lnTo>
                  <a:lnTo>
                    <a:pt x="267628" y="1729492"/>
                  </a:lnTo>
                  <a:lnTo>
                    <a:pt x="268323" y="1729217"/>
                  </a:lnTo>
                  <a:lnTo>
                    <a:pt x="271975" y="1727769"/>
                  </a:lnTo>
                  <a:lnTo>
                    <a:pt x="277540" y="1725564"/>
                  </a:lnTo>
                  <a:lnTo>
                    <a:pt x="278062" y="1725357"/>
                  </a:lnTo>
                  <a:lnTo>
                    <a:pt x="282235" y="1723703"/>
                  </a:lnTo>
                  <a:lnTo>
                    <a:pt x="282583" y="1723565"/>
                  </a:lnTo>
                  <a:lnTo>
                    <a:pt x="284496" y="1722807"/>
                  </a:lnTo>
                  <a:lnTo>
                    <a:pt x="286409" y="1722048"/>
                  </a:lnTo>
                  <a:lnTo>
                    <a:pt x="296842" y="1717911"/>
                  </a:lnTo>
                  <a:lnTo>
                    <a:pt x="304668" y="1714807"/>
                  </a:lnTo>
                  <a:lnTo>
                    <a:pt x="308841" y="1713151"/>
                  </a:lnTo>
                  <a:lnTo>
                    <a:pt x="312493" y="1711702"/>
                  </a:lnTo>
                  <a:lnTo>
                    <a:pt x="323797" y="1707217"/>
                  </a:lnTo>
                  <a:lnTo>
                    <a:pt x="331274" y="1704248"/>
                  </a:lnTo>
                  <a:lnTo>
                    <a:pt x="337187" y="1701901"/>
                  </a:lnTo>
                  <a:lnTo>
                    <a:pt x="340665" y="1700520"/>
                  </a:lnTo>
                  <a:lnTo>
                    <a:pt x="342230" y="1699898"/>
                  </a:lnTo>
                  <a:lnTo>
                    <a:pt x="342751" y="1699691"/>
                  </a:lnTo>
                  <a:lnTo>
                    <a:pt x="343969" y="1699208"/>
                  </a:lnTo>
                  <a:lnTo>
                    <a:pt x="347794" y="1697688"/>
                  </a:lnTo>
                  <a:lnTo>
                    <a:pt x="349707" y="1696928"/>
                  </a:lnTo>
                  <a:lnTo>
                    <a:pt x="352490" y="1695823"/>
                  </a:lnTo>
                  <a:lnTo>
                    <a:pt x="360837" y="1692506"/>
                  </a:lnTo>
                  <a:lnTo>
                    <a:pt x="365358" y="1690710"/>
                  </a:lnTo>
                  <a:lnTo>
                    <a:pt x="366401" y="1690295"/>
                  </a:lnTo>
                  <a:lnTo>
                    <a:pt x="378574" y="1685456"/>
                  </a:lnTo>
                  <a:lnTo>
                    <a:pt x="380487" y="1684695"/>
                  </a:lnTo>
                  <a:lnTo>
                    <a:pt x="383617" y="1683451"/>
                  </a:lnTo>
                  <a:lnTo>
                    <a:pt x="385008" y="1682897"/>
                  </a:lnTo>
                  <a:lnTo>
                    <a:pt x="390399" y="1680753"/>
                  </a:lnTo>
                  <a:lnTo>
                    <a:pt x="393356" y="1679577"/>
                  </a:lnTo>
                  <a:lnTo>
                    <a:pt x="404137" y="1675288"/>
                  </a:lnTo>
                  <a:lnTo>
                    <a:pt x="412658" y="1671897"/>
                  </a:lnTo>
                  <a:lnTo>
                    <a:pt x="413528" y="1671551"/>
                  </a:lnTo>
                  <a:lnTo>
                    <a:pt x="415441" y="1670789"/>
                  </a:lnTo>
                  <a:lnTo>
                    <a:pt x="418223" y="1669682"/>
                  </a:lnTo>
                  <a:lnTo>
                    <a:pt x="441525" y="1660401"/>
                  </a:lnTo>
                  <a:lnTo>
                    <a:pt x="442221" y="1660124"/>
                  </a:lnTo>
                  <a:lnTo>
                    <a:pt x="445873" y="1658669"/>
                  </a:lnTo>
                  <a:lnTo>
                    <a:pt x="451437" y="1656452"/>
                  </a:lnTo>
                  <a:lnTo>
                    <a:pt x="451959" y="1656244"/>
                  </a:lnTo>
                  <a:lnTo>
                    <a:pt x="456133" y="1654580"/>
                  </a:lnTo>
                  <a:lnTo>
                    <a:pt x="456480" y="1654442"/>
                  </a:lnTo>
                  <a:lnTo>
                    <a:pt x="458393" y="1653679"/>
                  </a:lnTo>
                  <a:lnTo>
                    <a:pt x="460306" y="1652917"/>
                  </a:lnTo>
                  <a:lnTo>
                    <a:pt x="470740" y="1648756"/>
                  </a:lnTo>
                  <a:lnTo>
                    <a:pt x="478565" y="1645635"/>
                  </a:lnTo>
                  <a:lnTo>
                    <a:pt x="482739" y="1643970"/>
                  </a:lnTo>
                  <a:lnTo>
                    <a:pt x="484478" y="1643277"/>
                  </a:lnTo>
                  <a:lnTo>
                    <a:pt x="486391" y="1642513"/>
                  </a:lnTo>
                  <a:lnTo>
                    <a:pt x="497694" y="1638003"/>
                  </a:lnTo>
                  <a:lnTo>
                    <a:pt x="505172" y="1635018"/>
                  </a:lnTo>
                  <a:lnTo>
                    <a:pt x="511084" y="1632657"/>
                  </a:lnTo>
                  <a:lnTo>
                    <a:pt x="516127" y="1630643"/>
                  </a:lnTo>
                  <a:lnTo>
                    <a:pt x="516649" y="1630434"/>
                  </a:lnTo>
                  <a:lnTo>
                    <a:pt x="517866" y="1629948"/>
                  </a:lnTo>
                  <a:lnTo>
                    <a:pt x="521692" y="1628420"/>
                  </a:lnTo>
                  <a:lnTo>
                    <a:pt x="523605" y="1627656"/>
                  </a:lnTo>
                  <a:lnTo>
                    <a:pt x="526387" y="1626544"/>
                  </a:lnTo>
                  <a:lnTo>
                    <a:pt x="534734" y="1623209"/>
                  </a:lnTo>
                  <a:lnTo>
                    <a:pt x="539255" y="1621402"/>
                  </a:lnTo>
                  <a:lnTo>
                    <a:pt x="540299" y="1620984"/>
                  </a:lnTo>
                  <a:lnTo>
                    <a:pt x="552472" y="1616118"/>
                  </a:lnTo>
                  <a:lnTo>
                    <a:pt x="554385" y="1615353"/>
                  </a:lnTo>
                  <a:lnTo>
                    <a:pt x="557515" y="1614101"/>
                  </a:lnTo>
                  <a:lnTo>
                    <a:pt x="558906" y="1613544"/>
                  </a:lnTo>
                  <a:lnTo>
                    <a:pt x="564297" y="1611388"/>
                  </a:lnTo>
                  <a:lnTo>
                    <a:pt x="567253" y="1610205"/>
                  </a:lnTo>
                  <a:lnTo>
                    <a:pt x="578035" y="1605890"/>
                  </a:lnTo>
                  <a:lnTo>
                    <a:pt x="586556" y="1602479"/>
                  </a:lnTo>
                  <a:lnTo>
                    <a:pt x="587425" y="1602131"/>
                  </a:lnTo>
                  <a:lnTo>
                    <a:pt x="589338" y="1601365"/>
                  </a:lnTo>
                  <a:lnTo>
                    <a:pt x="592120" y="1600251"/>
                  </a:lnTo>
                  <a:lnTo>
                    <a:pt x="615423" y="1590916"/>
                  </a:lnTo>
                  <a:lnTo>
                    <a:pt x="616118" y="1590637"/>
                  </a:lnTo>
                  <a:lnTo>
                    <a:pt x="619770" y="1589173"/>
                  </a:lnTo>
                  <a:lnTo>
                    <a:pt x="625335" y="1586942"/>
                  </a:lnTo>
                  <a:lnTo>
                    <a:pt x="625856" y="1586733"/>
                  </a:lnTo>
                  <a:lnTo>
                    <a:pt x="630030" y="1585059"/>
                  </a:lnTo>
                  <a:lnTo>
                    <a:pt x="630378" y="1584920"/>
                  </a:lnTo>
                  <a:lnTo>
                    <a:pt x="632291" y="1584153"/>
                  </a:lnTo>
                  <a:lnTo>
                    <a:pt x="634203" y="1583386"/>
                  </a:lnTo>
                  <a:lnTo>
                    <a:pt x="644637" y="1579200"/>
                  </a:lnTo>
                  <a:lnTo>
                    <a:pt x="652463" y="1576060"/>
                  </a:lnTo>
                  <a:lnTo>
                    <a:pt x="656636" y="1574385"/>
                  </a:lnTo>
                  <a:lnTo>
                    <a:pt x="658375" y="1573687"/>
                  </a:lnTo>
                  <a:lnTo>
                    <a:pt x="660288" y="1572919"/>
                  </a:lnTo>
                  <a:lnTo>
                    <a:pt x="671591" y="1568381"/>
                  </a:lnTo>
                  <a:lnTo>
                    <a:pt x="679069" y="1565377"/>
                  </a:lnTo>
                  <a:lnTo>
                    <a:pt x="684982" y="1563002"/>
                  </a:lnTo>
                  <a:lnTo>
                    <a:pt x="688459" y="1561604"/>
                  </a:lnTo>
                  <a:lnTo>
                    <a:pt x="690025" y="1560975"/>
                  </a:lnTo>
                  <a:lnTo>
                    <a:pt x="690546" y="1560765"/>
                  </a:lnTo>
                  <a:lnTo>
                    <a:pt x="691764" y="1560276"/>
                  </a:lnTo>
                  <a:lnTo>
                    <a:pt x="697502" y="1557970"/>
                  </a:lnTo>
                  <a:lnTo>
                    <a:pt x="700285" y="1556851"/>
                  </a:lnTo>
                  <a:lnTo>
                    <a:pt x="708632" y="1553495"/>
                  </a:lnTo>
                  <a:lnTo>
                    <a:pt x="713153" y="1551676"/>
                  </a:lnTo>
                  <a:lnTo>
                    <a:pt x="714196" y="1551256"/>
                  </a:lnTo>
                  <a:lnTo>
                    <a:pt x="726369" y="1546359"/>
                  </a:lnTo>
                  <a:lnTo>
                    <a:pt x="728282" y="1545589"/>
                  </a:lnTo>
                  <a:lnTo>
                    <a:pt x="731412" y="1544329"/>
                  </a:lnTo>
                  <a:lnTo>
                    <a:pt x="732803" y="1543769"/>
                  </a:lnTo>
                  <a:lnTo>
                    <a:pt x="738194" y="1541599"/>
                  </a:lnTo>
                  <a:lnTo>
                    <a:pt x="741150" y="1540409"/>
                  </a:lnTo>
                  <a:lnTo>
                    <a:pt x="751932" y="1536066"/>
                  </a:lnTo>
                  <a:lnTo>
                    <a:pt x="760453" y="1532633"/>
                  </a:lnTo>
                  <a:lnTo>
                    <a:pt x="761323" y="1532283"/>
                  </a:lnTo>
                  <a:lnTo>
                    <a:pt x="763235" y="1531512"/>
                  </a:lnTo>
                  <a:lnTo>
                    <a:pt x="766018" y="1530391"/>
                  </a:lnTo>
                  <a:lnTo>
                    <a:pt x="789320" y="1520995"/>
                  </a:lnTo>
                  <a:lnTo>
                    <a:pt x="790016" y="1520714"/>
                  </a:lnTo>
                  <a:lnTo>
                    <a:pt x="793667" y="1519241"/>
                  </a:lnTo>
                  <a:lnTo>
                    <a:pt x="799232" y="1516995"/>
                  </a:lnTo>
                  <a:lnTo>
                    <a:pt x="799754" y="1516785"/>
                  </a:lnTo>
                  <a:lnTo>
                    <a:pt x="803927" y="1515100"/>
                  </a:lnTo>
                  <a:lnTo>
                    <a:pt x="804275" y="1514960"/>
                  </a:lnTo>
                  <a:lnTo>
                    <a:pt x="806188" y="1514188"/>
                  </a:lnTo>
                  <a:lnTo>
                    <a:pt x="808101" y="1513416"/>
                  </a:lnTo>
                  <a:lnTo>
                    <a:pt x="818535" y="1509202"/>
                  </a:lnTo>
                  <a:lnTo>
                    <a:pt x="826360" y="1506042"/>
                  </a:lnTo>
                  <a:lnTo>
                    <a:pt x="830534" y="1504355"/>
                  </a:lnTo>
                  <a:lnTo>
                    <a:pt x="832273" y="1503653"/>
                  </a:lnTo>
                  <a:lnTo>
                    <a:pt x="834186" y="1502880"/>
                  </a:lnTo>
                  <a:lnTo>
                    <a:pt x="845489" y="1498311"/>
                  </a:lnTo>
                  <a:lnTo>
                    <a:pt x="852966" y="1495287"/>
                  </a:lnTo>
                  <a:lnTo>
                    <a:pt x="858879" y="1492896"/>
                  </a:lnTo>
                  <a:lnTo>
                    <a:pt x="862357" y="1491489"/>
                  </a:lnTo>
                  <a:lnTo>
                    <a:pt x="863922" y="1490856"/>
                  </a:lnTo>
                  <a:lnTo>
                    <a:pt x="864444" y="1490644"/>
                  </a:lnTo>
                  <a:lnTo>
                    <a:pt x="865661" y="1490152"/>
                  </a:lnTo>
                  <a:lnTo>
                    <a:pt x="869487" y="1488604"/>
                  </a:lnTo>
                  <a:lnTo>
                    <a:pt x="871400" y="1487830"/>
                  </a:lnTo>
                  <a:lnTo>
                    <a:pt x="874182" y="1486704"/>
                  </a:lnTo>
                  <a:lnTo>
                    <a:pt x="882529" y="1483324"/>
                  </a:lnTo>
                  <a:lnTo>
                    <a:pt x="887050" y="1481494"/>
                  </a:lnTo>
                  <a:lnTo>
                    <a:pt x="888094" y="1481071"/>
                  </a:lnTo>
                  <a:lnTo>
                    <a:pt x="900267" y="1476140"/>
                  </a:lnTo>
                  <a:lnTo>
                    <a:pt x="902179" y="1475365"/>
                  </a:lnTo>
                  <a:lnTo>
                    <a:pt x="905310" y="1474096"/>
                  </a:lnTo>
                  <a:lnTo>
                    <a:pt x="906701" y="1473532"/>
                  </a:lnTo>
                  <a:lnTo>
                    <a:pt x="912092" y="1471347"/>
                  </a:lnTo>
                  <a:lnTo>
                    <a:pt x="915048" y="1470149"/>
                  </a:lnTo>
                  <a:lnTo>
                    <a:pt x="925830" y="1465777"/>
                  </a:lnTo>
                  <a:lnTo>
                    <a:pt x="934350" y="1462320"/>
                  </a:lnTo>
                  <a:lnTo>
                    <a:pt x="935220" y="1461967"/>
                  </a:lnTo>
                  <a:lnTo>
                    <a:pt x="937133" y="1461191"/>
                  </a:lnTo>
                  <a:lnTo>
                    <a:pt x="939915" y="1460062"/>
                  </a:lnTo>
                  <a:lnTo>
                    <a:pt x="963217" y="1450600"/>
                  </a:lnTo>
                  <a:lnTo>
                    <a:pt x="967565" y="1448834"/>
                  </a:lnTo>
                  <a:lnTo>
                    <a:pt x="973130" y="1446572"/>
                  </a:lnTo>
                  <a:lnTo>
                    <a:pt x="973651" y="1446360"/>
                  </a:lnTo>
                  <a:lnTo>
                    <a:pt x="977825" y="1444664"/>
                  </a:lnTo>
                  <a:lnTo>
                    <a:pt x="978173" y="1444523"/>
                  </a:lnTo>
                  <a:lnTo>
                    <a:pt x="980086" y="1443745"/>
                  </a:lnTo>
                  <a:lnTo>
                    <a:pt x="981998" y="1442967"/>
                  </a:lnTo>
                  <a:lnTo>
                    <a:pt x="992432" y="1438724"/>
                  </a:lnTo>
                  <a:lnTo>
                    <a:pt x="1000258" y="1435541"/>
                  </a:lnTo>
                  <a:lnTo>
                    <a:pt x="1004431" y="1433843"/>
                  </a:lnTo>
                  <a:lnTo>
                    <a:pt x="1006170" y="1433135"/>
                  </a:lnTo>
                  <a:lnTo>
                    <a:pt x="1008083" y="1432356"/>
                  </a:lnTo>
                  <a:lnTo>
                    <a:pt x="1019386" y="1427755"/>
                  </a:lnTo>
                  <a:lnTo>
                    <a:pt x="1026864" y="1424710"/>
                  </a:lnTo>
                  <a:lnTo>
                    <a:pt x="1032776" y="1422301"/>
                  </a:lnTo>
                  <a:lnTo>
                    <a:pt x="1036254" y="1420884"/>
                  </a:lnTo>
                  <a:lnTo>
                    <a:pt x="1037819" y="1420246"/>
                  </a:lnTo>
                  <a:lnTo>
                    <a:pt x="1038341" y="1420033"/>
                  </a:lnTo>
                  <a:lnTo>
                    <a:pt x="1039558" y="1419537"/>
                  </a:lnTo>
                  <a:lnTo>
                    <a:pt x="1043384" y="1417978"/>
                  </a:lnTo>
                  <a:lnTo>
                    <a:pt x="1045297" y="1417198"/>
                  </a:lnTo>
                  <a:lnTo>
                    <a:pt x="1048079" y="1416064"/>
                  </a:lnTo>
                  <a:lnTo>
                    <a:pt x="1056426" y="1412660"/>
                  </a:lnTo>
                  <a:lnTo>
                    <a:pt x="1060948" y="1410816"/>
                  </a:lnTo>
                  <a:lnTo>
                    <a:pt x="1061991" y="1410390"/>
                  </a:lnTo>
                  <a:lnTo>
                    <a:pt x="1074164" y="1405423"/>
                  </a:lnTo>
                  <a:lnTo>
                    <a:pt x="1076077" y="1404643"/>
                  </a:lnTo>
                  <a:lnTo>
                    <a:pt x="1079207" y="1403365"/>
                  </a:lnTo>
                  <a:lnTo>
                    <a:pt x="1080598" y="1402797"/>
                  </a:lnTo>
                  <a:lnTo>
                    <a:pt x="1085989" y="1400596"/>
                  </a:lnTo>
                  <a:lnTo>
                    <a:pt x="1088945" y="1399388"/>
                  </a:lnTo>
                  <a:lnTo>
                    <a:pt x="1099727" y="1394984"/>
                  </a:lnTo>
                  <a:lnTo>
                    <a:pt x="1108248" y="1391502"/>
                  </a:lnTo>
                  <a:lnTo>
                    <a:pt x="1109117" y="1391146"/>
                  </a:lnTo>
                  <a:lnTo>
                    <a:pt x="1111030" y="1390364"/>
                  </a:lnTo>
                  <a:lnTo>
                    <a:pt x="1113813" y="1389227"/>
                  </a:lnTo>
                  <a:lnTo>
                    <a:pt x="1137115" y="1379695"/>
                  </a:lnTo>
                  <a:lnTo>
                    <a:pt x="1137810" y="1379410"/>
                  </a:lnTo>
                  <a:lnTo>
                    <a:pt x="1141462" y="1377915"/>
                  </a:lnTo>
                  <a:lnTo>
                    <a:pt x="1147027" y="1375637"/>
                  </a:lnTo>
                  <a:lnTo>
                    <a:pt x="1147549" y="1375423"/>
                  </a:lnTo>
                  <a:lnTo>
                    <a:pt x="1151722" y="1373714"/>
                  </a:lnTo>
                  <a:lnTo>
                    <a:pt x="1152070" y="1373572"/>
                  </a:lnTo>
                  <a:lnTo>
                    <a:pt x="1153983" y="1372788"/>
                  </a:lnTo>
                  <a:lnTo>
                    <a:pt x="1155896" y="1372005"/>
                  </a:lnTo>
                  <a:lnTo>
                    <a:pt x="1174155" y="1364523"/>
                  </a:lnTo>
                  <a:lnTo>
                    <a:pt x="1178329" y="1362812"/>
                  </a:lnTo>
                  <a:lnTo>
                    <a:pt x="1180068" y="1362099"/>
                  </a:lnTo>
                  <a:lnTo>
                    <a:pt x="1181980" y="1361314"/>
                  </a:lnTo>
                  <a:lnTo>
                    <a:pt x="1193284" y="1356678"/>
                  </a:lnTo>
                  <a:lnTo>
                    <a:pt x="1200761" y="1353609"/>
                  </a:lnTo>
                  <a:lnTo>
                    <a:pt x="1206674" y="1351182"/>
                  </a:lnTo>
                  <a:lnTo>
                    <a:pt x="1210152" y="1349755"/>
                  </a:lnTo>
                  <a:lnTo>
                    <a:pt x="1211717" y="1349112"/>
                  </a:lnTo>
                  <a:lnTo>
                    <a:pt x="1212239" y="1348898"/>
                  </a:lnTo>
                  <a:lnTo>
                    <a:pt x="1213456" y="1348398"/>
                  </a:lnTo>
                  <a:lnTo>
                    <a:pt x="1217282" y="1346827"/>
                  </a:lnTo>
                  <a:lnTo>
                    <a:pt x="1219195" y="1346041"/>
                  </a:lnTo>
                  <a:lnTo>
                    <a:pt x="1221977" y="1344898"/>
                  </a:lnTo>
                  <a:lnTo>
                    <a:pt x="1230324" y="1341468"/>
                  </a:lnTo>
                  <a:lnTo>
                    <a:pt x="1234845" y="1339610"/>
                  </a:lnTo>
                  <a:lnTo>
                    <a:pt x="1235889" y="1339181"/>
                  </a:lnTo>
                  <a:lnTo>
                    <a:pt x="1248061" y="1334176"/>
                  </a:lnTo>
                  <a:lnTo>
                    <a:pt x="1249974" y="1333389"/>
                  </a:lnTo>
                  <a:lnTo>
                    <a:pt x="1253105" y="1332102"/>
                  </a:lnTo>
                  <a:lnTo>
                    <a:pt x="1254496" y="1331529"/>
                  </a:lnTo>
                  <a:lnTo>
                    <a:pt x="1259887" y="1329311"/>
                  </a:lnTo>
                  <a:lnTo>
                    <a:pt x="1262843" y="1328094"/>
                  </a:lnTo>
                  <a:lnTo>
                    <a:pt x="1273624" y="1323656"/>
                  </a:lnTo>
                  <a:lnTo>
                    <a:pt x="1282145" y="1320147"/>
                  </a:lnTo>
                  <a:lnTo>
                    <a:pt x="1283015" y="1319789"/>
                  </a:lnTo>
                  <a:lnTo>
                    <a:pt x="1284928" y="1319001"/>
                  </a:lnTo>
                  <a:lnTo>
                    <a:pt x="1287710" y="1317854"/>
                  </a:lnTo>
                  <a:lnTo>
                    <a:pt x="1311012" y="1308248"/>
                  </a:lnTo>
                  <a:lnTo>
                    <a:pt x="1311708" y="1307961"/>
                  </a:lnTo>
                  <a:lnTo>
                    <a:pt x="1315360" y="1306455"/>
                  </a:lnTo>
                  <a:lnTo>
                    <a:pt x="1320925" y="1304159"/>
                  </a:lnTo>
                  <a:lnTo>
                    <a:pt x="1321446" y="1303943"/>
                  </a:lnTo>
                  <a:lnTo>
                    <a:pt x="1325968" y="1302077"/>
                  </a:lnTo>
                  <a:lnTo>
                    <a:pt x="1327880" y="1301288"/>
                  </a:lnTo>
                  <a:lnTo>
                    <a:pt x="1329793" y="1300498"/>
                  </a:lnTo>
                  <a:lnTo>
                    <a:pt x="1340227" y="1296190"/>
                  </a:lnTo>
                  <a:lnTo>
                    <a:pt x="1348053" y="1292957"/>
                  </a:lnTo>
                  <a:lnTo>
                    <a:pt x="1352226" y="1291233"/>
                  </a:lnTo>
                  <a:lnTo>
                    <a:pt x="1353965" y="1290514"/>
                  </a:lnTo>
                  <a:lnTo>
                    <a:pt x="1355878" y="1289724"/>
                  </a:lnTo>
                  <a:lnTo>
                    <a:pt x="1367181" y="1285051"/>
                  </a:lnTo>
                  <a:lnTo>
                    <a:pt x="1374659" y="1281958"/>
                  </a:lnTo>
                  <a:lnTo>
                    <a:pt x="1380571" y="1279512"/>
                  </a:lnTo>
                  <a:lnTo>
                    <a:pt x="1384049" y="1278073"/>
                  </a:lnTo>
                  <a:lnTo>
                    <a:pt x="1385614" y="1277425"/>
                  </a:lnTo>
                  <a:lnTo>
                    <a:pt x="1386136" y="1277209"/>
                  </a:lnTo>
                  <a:lnTo>
                    <a:pt x="1387353" y="1276705"/>
                  </a:lnTo>
                  <a:lnTo>
                    <a:pt x="1391179" y="1275122"/>
                  </a:lnTo>
                  <a:lnTo>
                    <a:pt x="1393092" y="1274330"/>
                  </a:lnTo>
                  <a:lnTo>
                    <a:pt x="1395874" y="1273178"/>
                  </a:lnTo>
                  <a:lnTo>
                    <a:pt x="1404221" y="1269721"/>
                  </a:lnTo>
                  <a:lnTo>
                    <a:pt x="1408743" y="1267848"/>
                  </a:lnTo>
                  <a:lnTo>
                    <a:pt x="1409786" y="1267416"/>
                  </a:lnTo>
                  <a:lnTo>
                    <a:pt x="1421959" y="1262371"/>
                  </a:lnTo>
                  <a:lnTo>
                    <a:pt x="1423872" y="1261578"/>
                  </a:lnTo>
                  <a:lnTo>
                    <a:pt x="1427002" y="1260280"/>
                  </a:lnTo>
                  <a:lnTo>
                    <a:pt x="1428393" y="1259703"/>
                  </a:lnTo>
                  <a:lnTo>
                    <a:pt x="1433784" y="1257467"/>
                  </a:lnTo>
                  <a:lnTo>
                    <a:pt x="1436740" y="1256241"/>
                  </a:lnTo>
                  <a:lnTo>
                    <a:pt x="1447522" y="1251767"/>
                  </a:lnTo>
                  <a:lnTo>
                    <a:pt x="1456043" y="1248230"/>
                  </a:lnTo>
                  <a:lnTo>
                    <a:pt x="1456912" y="1247869"/>
                  </a:lnTo>
                  <a:lnTo>
                    <a:pt x="1458825" y="1247074"/>
                  </a:lnTo>
                  <a:lnTo>
                    <a:pt x="1461608" y="1245919"/>
                  </a:lnTo>
                  <a:lnTo>
                    <a:pt x="1484910" y="1236236"/>
                  </a:lnTo>
                  <a:lnTo>
                    <a:pt x="1485605" y="1235947"/>
                  </a:lnTo>
                  <a:lnTo>
                    <a:pt x="1489257" y="1234428"/>
                  </a:lnTo>
                  <a:lnTo>
                    <a:pt x="1494822" y="1232114"/>
                  </a:lnTo>
                  <a:lnTo>
                    <a:pt x="1495344" y="1231897"/>
                  </a:lnTo>
                  <a:lnTo>
                    <a:pt x="1499517" y="1230161"/>
                  </a:lnTo>
                  <a:lnTo>
                    <a:pt x="1499865" y="1230016"/>
                  </a:lnTo>
                  <a:lnTo>
                    <a:pt x="1501778" y="1229220"/>
                  </a:lnTo>
                  <a:lnTo>
                    <a:pt x="1503691" y="1228424"/>
                  </a:lnTo>
                  <a:lnTo>
                    <a:pt x="1514125" y="1224081"/>
                  </a:lnTo>
                  <a:lnTo>
                    <a:pt x="1521950" y="1220823"/>
                  </a:lnTo>
                  <a:lnTo>
                    <a:pt x="1526123" y="1219084"/>
                  </a:lnTo>
                  <a:lnTo>
                    <a:pt x="1527862" y="1218360"/>
                  </a:lnTo>
                  <a:lnTo>
                    <a:pt x="1529775" y="1217563"/>
                  </a:lnTo>
                  <a:lnTo>
                    <a:pt x="1541079" y="1212852"/>
                  </a:lnTo>
                  <a:lnTo>
                    <a:pt x="1548556" y="1209735"/>
                  </a:lnTo>
                  <a:lnTo>
                    <a:pt x="1554469" y="1207269"/>
                  </a:lnTo>
                  <a:lnTo>
                    <a:pt x="1559512" y="1205165"/>
                  </a:lnTo>
                  <a:lnTo>
                    <a:pt x="1560033" y="1204948"/>
                  </a:lnTo>
                  <a:lnTo>
                    <a:pt x="1561251" y="1204440"/>
                  </a:lnTo>
                  <a:lnTo>
                    <a:pt x="1565077" y="1202843"/>
                  </a:lnTo>
                  <a:lnTo>
                    <a:pt x="1566989" y="1202045"/>
                  </a:lnTo>
                  <a:lnTo>
                    <a:pt x="1569772" y="1200884"/>
                  </a:lnTo>
                  <a:lnTo>
                    <a:pt x="1578119" y="1197399"/>
                  </a:lnTo>
                  <a:lnTo>
                    <a:pt x="1582640" y="1195511"/>
                  </a:lnTo>
                  <a:lnTo>
                    <a:pt x="1583684" y="1195075"/>
                  </a:lnTo>
                  <a:lnTo>
                    <a:pt x="1595856" y="1189990"/>
                  </a:lnTo>
                  <a:lnTo>
                    <a:pt x="1597769" y="1189190"/>
                  </a:lnTo>
                  <a:lnTo>
                    <a:pt x="1600899" y="1187882"/>
                  </a:lnTo>
                  <a:lnTo>
                    <a:pt x="1602291" y="1187300"/>
                  </a:lnTo>
                  <a:lnTo>
                    <a:pt x="1607681" y="1185046"/>
                  </a:lnTo>
                  <a:lnTo>
                    <a:pt x="1610638" y="1183810"/>
                  </a:lnTo>
                  <a:lnTo>
                    <a:pt x="1621419" y="1179300"/>
                  </a:lnTo>
                  <a:lnTo>
                    <a:pt x="1629940" y="1175734"/>
                  </a:lnTo>
                  <a:lnTo>
                    <a:pt x="1630810" y="1175371"/>
                  </a:lnTo>
                  <a:lnTo>
                    <a:pt x="1632723" y="1174570"/>
                  </a:lnTo>
                  <a:lnTo>
                    <a:pt x="1635505" y="1173405"/>
                  </a:lnTo>
                  <a:lnTo>
                    <a:pt x="1658807" y="1163644"/>
                  </a:lnTo>
                  <a:lnTo>
                    <a:pt x="1659503" y="1163352"/>
                  </a:lnTo>
                  <a:lnTo>
                    <a:pt x="1663155" y="1161821"/>
                  </a:lnTo>
                  <a:lnTo>
                    <a:pt x="1668719" y="1159488"/>
                  </a:lnTo>
                  <a:lnTo>
                    <a:pt x="1669241" y="1159270"/>
                  </a:lnTo>
                  <a:lnTo>
                    <a:pt x="1673415" y="1157519"/>
                  </a:lnTo>
                  <a:lnTo>
                    <a:pt x="1673762" y="1157373"/>
                  </a:lnTo>
                  <a:lnTo>
                    <a:pt x="1675675" y="1156571"/>
                  </a:lnTo>
                  <a:lnTo>
                    <a:pt x="1677588" y="1155769"/>
                  </a:lnTo>
                  <a:lnTo>
                    <a:pt x="1688022" y="1151391"/>
                  </a:lnTo>
                  <a:lnTo>
                    <a:pt x="1695847" y="1148106"/>
                  </a:lnTo>
                  <a:lnTo>
                    <a:pt x="1700021" y="1146354"/>
                  </a:lnTo>
                  <a:lnTo>
                    <a:pt x="1701760" y="1145623"/>
                  </a:lnTo>
                  <a:lnTo>
                    <a:pt x="1703673" y="1144820"/>
                  </a:lnTo>
                  <a:lnTo>
                    <a:pt x="1714976" y="1140072"/>
                  </a:lnTo>
                  <a:lnTo>
                    <a:pt x="1722454" y="1136929"/>
                  </a:lnTo>
                  <a:lnTo>
                    <a:pt x="1728366" y="1134443"/>
                  </a:lnTo>
                  <a:lnTo>
                    <a:pt x="1731844" y="1132981"/>
                  </a:lnTo>
                  <a:lnTo>
                    <a:pt x="1733409" y="1132323"/>
                  </a:lnTo>
                  <a:lnTo>
                    <a:pt x="1733931" y="1132103"/>
                  </a:lnTo>
                  <a:lnTo>
                    <a:pt x="1735148" y="1131591"/>
                  </a:lnTo>
                  <a:lnTo>
                    <a:pt x="1738974" y="1129982"/>
                  </a:lnTo>
                  <a:lnTo>
                    <a:pt x="1740887" y="1129177"/>
                  </a:lnTo>
                  <a:lnTo>
                    <a:pt x="1743669" y="1128007"/>
                  </a:lnTo>
                  <a:lnTo>
                    <a:pt x="1752016" y="1124494"/>
                  </a:lnTo>
                  <a:lnTo>
                    <a:pt x="1756538" y="1122590"/>
                  </a:lnTo>
                  <a:lnTo>
                    <a:pt x="1757581" y="1122151"/>
                  </a:lnTo>
                  <a:lnTo>
                    <a:pt x="1769754" y="1117025"/>
                  </a:lnTo>
                  <a:lnTo>
                    <a:pt x="1771667" y="1116219"/>
                  </a:lnTo>
                  <a:lnTo>
                    <a:pt x="1774797" y="1114900"/>
                  </a:lnTo>
                  <a:lnTo>
                    <a:pt x="1776188" y="1114314"/>
                  </a:lnTo>
                  <a:lnTo>
                    <a:pt x="1781579" y="1112042"/>
                  </a:lnTo>
                  <a:lnTo>
                    <a:pt x="1784535" y="1110796"/>
                  </a:lnTo>
                  <a:lnTo>
                    <a:pt x="1795317" y="1106250"/>
                  </a:lnTo>
                  <a:lnTo>
                    <a:pt x="1803838" y="1102655"/>
                  </a:lnTo>
                  <a:lnTo>
                    <a:pt x="1804707" y="1102288"/>
                  </a:lnTo>
                  <a:lnTo>
                    <a:pt x="1806620" y="1101481"/>
                  </a:lnTo>
                  <a:lnTo>
                    <a:pt x="1809402" y="1100307"/>
                  </a:lnTo>
                  <a:lnTo>
                    <a:pt x="1832705" y="1090468"/>
                  </a:lnTo>
                  <a:lnTo>
                    <a:pt x="1833400" y="1090174"/>
                  </a:lnTo>
                  <a:lnTo>
                    <a:pt x="1842617" y="1086279"/>
                  </a:lnTo>
                  <a:lnTo>
                    <a:pt x="1843139" y="1086059"/>
                  </a:lnTo>
                  <a:lnTo>
                    <a:pt x="1847312" y="1084294"/>
                  </a:lnTo>
                  <a:lnTo>
                    <a:pt x="1847660" y="1084147"/>
                  </a:lnTo>
                  <a:lnTo>
                    <a:pt x="1849573" y="1083339"/>
                  </a:lnTo>
                  <a:lnTo>
                    <a:pt x="1851486" y="1082530"/>
                  </a:lnTo>
                  <a:lnTo>
                    <a:pt x="1861919" y="1078117"/>
                  </a:lnTo>
                  <a:lnTo>
                    <a:pt x="1869745" y="1074806"/>
                  </a:lnTo>
                  <a:lnTo>
                    <a:pt x="1873918" y="1073040"/>
                  </a:lnTo>
                  <a:lnTo>
                    <a:pt x="1875657" y="1072304"/>
                  </a:lnTo>
                  <a:lnTo>
                    <a:pt x="1877570" y="1071494"/>
                  </a:lnTo>
                  <a:lnTo>
                    <a:pt x="1888874" y="1066708"/>
                  </a:lnTo>
                  <a:lnTo>
                    <a:pt x="1896351" y="1063540"/>
                  </a:lnTo>
                  <a:lnTo>
                    <a:pt x="1902264" y="1061035"/>
                  </a:lnTo>
                  <a:lnTo>
                    <a:pt x="1905742" y="1059561"/>
                  </a:lnTo>
                  <a:lnTo>
                    <a:pt x="1907307" y="1058897"/>
                  </a:lnTo>
                  <a:lnTo>
                    <a:pt x="1907828" y="1058676"/>
                  </a:lnTo>
                  <a:lnTo>
                    <a:pt x="1909046" y="1058160"/>
                  </a:lnTo>
                  <a:lnTo>
                    <a:pt x="1912871" y="1056538"/>
                  </a:lnTo>
                  <a:lnTo>
                    <a:pt x="1914784" y="1055727"/>
                  </a:lnTo>
                  <a:lnTo>
                    <a:pt x="1917567" y="1054547"/>
                  </a:lnTo>
                  <a:lnTo>
                    <a:pt x="1925914" y="1051007"/>
                  </a:lnTo>
                  <a:lnTo>
                    <a:pt x="1930435" y="1049088"/>
                  </a:lnTo>
                  <a:lnTo>
                    <a:pt x="1931478" y="1048646"/>
                  </a:lnTo>
                  <a:lnTo>
                    <a:pt x="1943651" y="1043479"/>
                  </a:lnTo>
                  <a:lnTo>
                    <a:pt x="1945564" y="1042667"/>
                  </a:lnTo>
                  <a:lnTo>
                    <a:pt x="1948694" y="1041337"/>
                  </a:lnTo>
                  <a:lnTo>
                    <a:pt x="1950085" y="1040747"/>
                  </a:lnTo>
                  <a:lnTo>
                    <a:pt x="1955476" y="1038457"/>
                  </a:lnTo>
                  <a:lnTo>
                    <a:pt x="1958433" y="1037201"/>
                  </a:lnTo>
                  <a:lnTo>
                    <a:pt x="1969214" y="1032619"/>
                  </a:lnTo>
                  <a:lnTo>
                    <a:pt x="1977735" y="1028997"/>
                  </a:lnTo>
                  <a:lnTo>
                    <a:pt x="1978605" y="1028627"/>
                  </a:lnTo>
                  <a:lnTo>
                    <a:pt x="1980518" y="1027814"/>
                  </a:lnTo>
                  <a:lnTo>
                    <a:pt x="1983300" y="1026630"/>
                  </a:lnTo>
                  <a:lnTo>
                    <a:pt x="2006602" y="1016714"/>
                  </a:lnTo>
                  <a:lnTo>
                    <a:pt x="2007298" y="1016418"/>
                  </a:lnTo>
                  <a:lnTo>
                    <a:pt x="2010950" y="1014863"/>
                  </a:lnTo>
                  <a:lnTo>
                    <a:pt x="2016514" y="1012493"/>
                  </a:lnTo>
                  <a:lnTo>
                    <a:pt x="2017036" y="1012271"/>
                  </a:lnTo>
                  <a:lnTo>
                    <a:pt x="2021210" y="1010493"/>
                  </a:lnTo>
                  <a:lnTo>
                    <a:pt x="2021557" y="1010345"/>
                  </a:lnTo>
                  <a:lnTo>
                    <a:pt x="2023470" y="1009530"/>
                  </a:lnTo>
                  <a:lnTo>
                    <a:pt x="2025383" y="1008715"/>
                  </a:lnTo>
                  <a:lnTo>
                    <a:pt x="2035817" y="1004268"/>
                  </a:lnTo>
                  <a:lnTo>
                    <a:pt x="2043642" y="1000932"/>
                  </a:lnTo>
                  <a:lnTo>
                    <a:pt x="2047816" y="999152"/>
                  </a:lnTo>
                  <a:lnTo>
                    <a:pt x="2049555" y="998410"/>
                  </a:lnTo>
                  <a:lnTo>
                    <a:pt x="2051468" y="997594"/>
                  </a:lnTo>
                  <a:lnTo>
                    <a:pt x="2062771" y="992772"/>
                  </a:lnTo>
                  <a:lnTo>
                    <a:pt x="2070249" y="989580"/>
                  </a:lnTo>
                  <a:lnTo>
                    <a:pt x="2076161" y="987055"/>
                  </a:lnTo>
                  <a:lnTo>
                    <a:pt x="2079639" y="985570"/>
                  </a:lnTo>
                  <a:lnTo>
                    <a:pt x="2081204" y="984901"/>
                  </a:lnTo>
                  <a:lnTo>
                    <a:pt x="2081726" y="984679"/>
                  </a:lnTo>
                  <a:lnTo>
                    <a:pt x="2082943" y="984159"/>
                  </a:lnTo>
                  <a:lnTo>
                    <a:pt x="2086769" y="982524"/>
                  </a:lnTo>
                  <a:lnTo>
                    <a:pt x="2088682" y="981707"/>
                  </a:lnTo>
                  <a:lnTo>
                    <a:pt x="2091464" y="980518"/>
                  </a:lnTo>
                  <a:lnTo>
                    <a:pt x="2099811" y="976951"/>
                  </a:lnTo>
                  <a:lnTo>
                    <a:pt x="2104333" y="975018"/>
                  </a:lnTo>
                  <a:lnTo>
                    <a:pt x="2105376" y="974572"/>
                  </a:lnTo>
                  <a:lnTo>
                    <a:pt x="2117549" y="969366"/>
                  </a:lnTo>
                  <a:lnTo>
                    <a:pt x="2119462" y="968548"/>
                  </a:lnTo>
                  <a:lnTo>
                    <a:pt x="2122592" y="967209"/>
                  </a:lnTo>
                  <a:lnTo>
                    <a:pt x="2123983" y="966613"/>
                  </a:lnTo>
                  <a:lnTo>
                    <a:pt x="2129374" y="964306"/>
                  </a:lnTo>
                  <a:lnTo>
                    <a:pt x="2132330" y="963041"/>
                  </a:lnTo>
                  <a:lnTo>
                    <a:pt x="2143112" y="958425"/>
                  </a:lnTo>
                  <a:lnTo>
                    <a:pt x="2151633" y="954775"/>
                  </a:lnTo>
                  <a:lnTo>
                    <a:pt x="2152502" y="954403"/>
                  </a:lnTo>
                  <a:lnTo>
                    <a:pt x="2154415" y="953583"/>
                  </a:lnTo>
                  <a:lnTo>
                    <a:pt x="2157197" y="952391"/>
                  </a:lnTo>
                  <a:lnTo>
                    <a:pt x="2180500" y="942402"/>
                  </a:lnTo>
                  <a:lnTo>
                    <a:pt x="2181195" y="942103"/>
                  </a:lnTo>
                  <a:lnTo>
                    <a:pt x="2184847" y="940537"/>
                  </a:lnTo>
                  <a:lnTo>
                    <a:pt x="2190412" y="938149"/>
                  </a:lnTo>
                  <a:lnTo>
                    <a:pt x="2190933" y="937926"/>
                  </a:lnTo>
                  <a:lnTo>
                    <a:pt x="2195107" y="936135"/>
                  </a:lnTo>
                  <a:lnTo>
                    <a:pt x="2195455" y="935985"/>
                  </a:lnTo>
                  <a:lnTo>
                    <a:pt x="2197368" y="935164"/>
                  </a:lnTo>
                  <a:lnTo>
                    <a:pt x="2199281" y="934343"/>
                  </a:lnTo>
                  <a:lnTo>
                    <a:pt x="2209714" y="929864"/>
                  </a:lnTo>
                  <a:lnTo>
                    <a:pt x="2217540" y="926503"/>
                  </a:lnTo>
                  <a:lnTo>
                    <a:pt x="2221713" y="924710"/>
                  </a:lnTo>
                  <a:lnTo>
                    <a:pt x="2223452" y="923963"/>
                  </a:lnTo>
                  <a:lnTo>
                    <a:pt x="2225365" y="923141"/>
                  </a:lnTo>
                  <a:lnTo>
                    <a:pt x="2236668" y="918283"/>
                  </a:lnTo>
                  <a:lnTo>
                    <a:pt x="2244146" y="915068"/>
                  </a:lnTo>
                  <a:lnTo>
                    <a:pt x="2250059" y="912525"/>
                  </a:lnTo>
                  <a:lnTo>
                    <a:pt x="2253537" y="911029"/>
                  </a:lnTo>
                  <a:lnTo>
                    <a:pt x="2255102" y="910356"/>
                  </a:lnTo>
                  <a:lnTo>
                    <a:pt x="2255623" y="910132"/>
                  </a:lnTo>
                  <a:lnTo>
                    <a:pt x="2256841" y="909608"/>
                  </a:lnTo>
                  <a:lnTo>
                    <a:pt x="2260666" y="907962"/>
                  </a:lnTo>
                  <a:lnTo>
                    <a:pt x="2262579" y="907139"/>
                  </a:lnTo>
                  <a:lnTo>
                    <a:pt x="2265362" y="905941"/>
                  </a:lnTo>
                  <a:lnTo>
                    <a:pt x="2273709" y="902348"/>
                  </a:lnTo>
                  <a:lnTo>
                    <a:pt x="2278230" y="900402"/>
                  </a:lnTo>
                  <a:lnTo>
                    <a:pt x="2279273" y="899952"/>
                  </a:lnTo>
                  <a:lnTo>
                    <a:pt x="2291446" y="894709"/>
                  </a:lnTo>
                  <a:lnTo>
                    <a:pt x="2293359" y="893885"/>
                  </a:lnTo>
                  <a:lnTo>
                    <a:pt x="2296489" y="892537"/>
                  </a:lnTo>
                  <a:lnTo>
                    <a:pt x="2297880" y="891937"/>
                  </a:lnTo>
                  <a:lnTo>
                    <a:pt x="2303271" y="889614"/>
                  </a:lnTo>
                  <a:lnTo>
                    <a:pt x="2306227" y="888339"/>
                  </a:lnTo>
                  <a:lnTo>
                    <a:pt x="2317009" y="883691"/>
                  </a:lnTo>
                  <a:lnTo>
                    <a:pt x="2325530" y="880016"/>
                  </a:lnTo>
                  <a:lnTo>
                    <a:pt x="2326400" y="879640"/>
                  </a:lnTo>
                  <a:lnTo>
                    <a:pt x="2328312" y="878815"/>
                  </a:lnTo>
                  <a:lnTo>
                    <a:pt x="2331095" y="877615"/>
                  </a:lnTo>
                  <a:lnTo>
                    <a:pt x="2354397" y="867555"/>
                  </a:lnTo>
                  <a:lnTo>
                    <a:pt x="2355093" y="867255"/>
                  </a:lnTo>
                  <a:lnTo>
                    <a:pt x="2358744" y="865678"/>
                  </a:lnTo>
                  <a:lnTo>
                    <a:pt x="2364309" y="863274"/>
                  </a:lnTo>
                  <a:lnTo>
                    <a:pt x="2364831" y="863048"/>
                  </a:lnTo>
                  <a:lnTo>
                    <a:pt x="2369004" y="861245"/>
                  </a:lnTo>
                  <a:lnTo>
                    <a:pt x="2369352" y="861095"/>
                  </a:lnTo>
                  <a:lnTo>
                    <a:pt x="2371265" y="860268"/>
                  </a:lnTo>
                  <a:lnTo>
                    <a:pt x="2373178" y="859441"/>
                  </a:lnTo>
                  <a:lnTo>
                    <a:pt x="2383612" y="854931"/>
                  </a:lnTo>
                  <a:lnTo>
                    <a:pt x="2391437" y="851547"/>
                  </a:lnTo>
                  <a:lnTo>
                    <a:pt x="2395611" y="849742"/>
                  </a:lnTo>
                  <a:lnTo>
                    <a:pt x="2397350" y="848990"/>
                  </a:lnTo>
                  <a:lnTo>
                    <a:pt x="2399263" y="848162"/>
                  </a:lnTo>
                  <a:lnTo>
                    <a:pt x="2410566" y="843271"/>
                  </a:lnTo>
                  <a:lnTo>
                    <a:pt x="2418044" y="840035"/>
                  </a:lnTo>
                  <a:lnTo>
                    <a:pt x="2423956" y="837475"/>
                  </a:lnTo>
                  <a:lnTo>
                    <a:pt x="2427434" y="835969"/>
                  </a:lnTo>
                  <a:lnTo>
                    <a:pt x="2428999" y="835291"/>
                  </a:lnTo>
                  <a:lnTo>
                    <a:pt x="2429521" y="835065"/>
                  </a:lnTo>
                  <a:lnTo>
                    <a:pt x="2430738" y="834538"/>
                  </a:lnTo>
                  <a:lnTo>
                    <a:pt x="2434564" y="832881"/>
                  </a:lnTo>
                  <a:lnTo>
                    <a:pt x="2436477" y="832052"/>
                  </a:lnTo>
                  <a:lnTo>
                    <a:pt x="2439259" y="830846"/>
                  </a:lnTo>
                  <a:lnTo>
                    <a:pt x="2447606" y="827229"/>
                  </a:lnTo>
                  <a:lnTo>
                    <a:pt x="2452127" y="825270"/>
                  </a:lnTo>
                  <a:lnTo>
                    <a:pt x="2453171" y="824817"/>
                  </a:lnTo>
                  <a:lnTo>
                    <a:pt x="2465344" y="819540"/>
                  </a:lnTo>
                  <a:lnTo>
                    <a:pt x="2467256" y="818710"/>
                  </a:lnTo>
                  <a:lnTo>
                    <a:pt x="2470387" y="817352"/>
                  </a:lnTo>
                  <a:lnTo>
                    <a:pt x="2471778" y="816749"/>
                  </a:lnTo>
                  <a:lnTo>
                    <a:pt x="2477169" y="814410"/>
                  </a:lnTo>
                  <a:lnTo>
                    <a:pt x="2480125" y="813128"/>
                  </a:lnTo>
                  <a:lnTo>
                    <a:pt x="2490907" y="808449"/>
                  </a:lnTo>
                  <a:lnTo>
                    <a:pt x="2499428" y="804749"/>
                  </a:lnTo>
                  <a:lnTo>
                    <a:pt x="2500297" y="804372"/>
                  </a:lnTo>
                  <a:lnTo>
                    <a:pt x="2502210" y="803541"/>
                  </a:lnTo>
                  <a:lnTo>
                    <a:pt x="2504992" y="802333"/>
                  </a:lnTo>
                  <a:lnTo>
                    <a:pt x="2528294" y="792209"/>
                  </a:lnTo>
                  <a:lnTo>
                    <a:pt x="2528990" y="791906"/>
                  </a:lnTo>
                  <a:lnTo>
                    <a:pt x="2532642" y="790319"/>
                  </a:lnTo>
                  <a:lnTo>
                    <a:pt x="2538207" y="787899"/>
                  </a:lnTo>
                  <a:lnTo>
                    <a:pt x="2538728" y="787673"/>
                  </a:lnTo>
                  <a:lnTo>
                    <a:pt x="2542902" y="785858"/>
                  </a:lnTo>
                  <a:lnTo>
                    <a:pt x="2543250" y="785707"/>
                  </a:lnTo>
                  <a:lnTo>
                    <a:pt x="2545163" y="784875"/>
                  </a:lnTo>
                  <a:lnTo>
                    <a:pt x="2547075" y="784043"/>
                  </a:lnTo>
                  <a:lnTo>
                    <a:pt x="2557509" y="779504"/>
                  </a:lnTo>
                  <a:lnTo>
                    <a:pt x="2565335" y="776098"/>
                  </a:lnTo>
                  <a:lnTo>
                    <a:pt x="2569508" y="774282"/>
                  </a:lnTo>
                  <a:lnTo>
                    <a:pt x="2571247" y="773525"/>
                  </a:lnTo>
                  <a:lnTo>
                    <a:pt x="2573160" y="772692"/>
                  </a:lnTo>
                  <a:lnTo>
                    <a:pt x="2584463" y="767771"/>
                  </a:lnTo>
                  <a:lnTo>
                    <a:pt x="2591941" y="764514"/>
                  </a:lnTo>
                  <a:lnTo>
                    <a:pt x="2597853" y="761938"/>
                  </a:lnTo>
                  <a:lnTo>
                    <a:pt x="2601331" y="760422"/>
                  </a:lnTo>
                  <a:lnTo>
                    <a:pt x="2602896" y="759740"/>
                  </a:lnTo>
                  <a:lnTo>
                    <a:pt x="2603418" y="759513"/>
                  </a:lnTo>
                  <a:lnTo>
                    <a:pt x="2604635" y="758983"/>
                  </a:lnTo>
                  <a:lnTo>
                    <a:pt x="2608461" y="757315"/>
                  </a:lnTo>
                  <a:lnTo>
                    <a:pt x="2610374" y="756481"/>
                  </a:lnTo>
                  <a:lnTo>
                    <a:pt x="2613156" y="755269"/>
                  </a:lnTo>
                  <a:lnTo>
                    <a:pt x="2639241" y="743893"/>
                  </a:lnTo>
                  <a:lnTo>
                    <a:pt x="2641154" y="743058"/>
                  </a:lnTo>
                  <a:lnTo>
                    <a:pt x="2644284" y="741692"/>
                  </a:lnTo>
                  <a:lnTo>
                    <a:pt x="2645675" y="741085"/>
                  </a:lnTo>
                  <a:lnTo>
                    <a:pt x="2651066" y="738732"/>
                  </a:lnTo>
                  <a:lnTo>
                    <a:pt x="2654022" y="737442"/>
                  </a:lnTo>
                  <a:lnTo>
                    <a:pt x="2664804" y="732735"/>
                  </a:lnTo>
                  <a:lnTo>
                    <a:pt x="2673325" y="729013"/>
                  </a:lnTo>
                  <a:lnTo>
                    <a:pt x="2674194" y="728633"/>
                  </a:lnTo>
                  <a:lnTo>
                    <a:pt x="2676107" y="727798"/>
                  </a:lnTo>
                  <a:lnTo>
                    <a:pt x="2678890" y="726582"/>
                  </a:lnTo>
                  <a:lnTo>
                    <a:pt x="2702192" y="716398"/>
                  </a:lnTo>
                  <a:lnTo>
                    <a:pt x="2702888" y="716094"/>
                  </a:lnTo>
                  <a:lnTo>
                    <a:pt x="2706539" y="714497"/>
                  </a:lnTo>
                  <a:lnTo>
                    <a:pt x="2712104" y="712064"/>
                  </a:lnTo>
                  <a:lnTo>
                    <a:pt x="2712626" y="711836"/>
                  </a:lnTo>
                  <a:lnTo>
                    <a:pt x="2716799" y="710010"/>
                  </a:lnTo>
                  <a:lnTo>
                    <a:pt x="2717147" y="709858"/>
                  </a:lnTo>
                  <a:lnTo>
                    <a:pt x="2719060" y="709022"/>
                  </a:lnTo>
                  <a:lnTo>
                    <a:pt x="2720973" y="708185"/>
                  </a:lnTo>
                  <a:lnTo>
                    <a:pt x="2731407" y="703620"/>
                  </a:lnTo>
                  <a:lnTo>
                    <a:pt x="2739232" y="700195"/>
                  </a:lnTo>
                  <a:lnTo>
                    <a:pt x="2743406" y="698368"/>
                  </a:lnTo>
                  <a:lnTo>
                    <a:pt x="2745145" y="697606"/>
                  </a:lnTo>
                  <a:lnTo>
                    <a:pt x="2747057" y="696769"/>
                  </a:lnTo>
                  <a:lnTo>
                    <a:pt x="2758361" y="691819"/>
                  </a:lnTo>
                  <a:lnTo>
                    <a:pt x="2765838" y="688544"/>
                  </a:lnTo>
                  <a:lnTo>
                    <a:pt x="2771751" y="685953"/>
                  </a:lnTo>
                  <a:lnTo>
                    <a:pt x="2775229" y="684429"/>
                  </a:lnTo>
                  <a:lnTo>
                    <a:pt x="2776794" y="683744"/>
                  </a:lnTo>
                  <a:lnTo>
                    <a:pt x="2777316" y="683515"/>
                  </a:lnTo>
                  <a:lnTo>
                    <a:pt x="2778533" y="682981"/>
                  </a:lnTo>
                  <a:lnTo>
                    <a:pt x="2782359" y="681305"/>
                  </a:lnTo>
                  <a:lnTo>
                    <a:pt x="2784272" y="680466"/>
                  </a:lnTo>
                  <a:lnTo>
                    <a:pt x="2787054" y="679247"/>
                  </a:lnTo>
                  <a:lnTo>
                    <a:pt x="2795401" y="675587"/>
                  </a:lnTo>
                  <a:lnTo>
                    <a:pt x="2800966" y="673147"/>
                  </a:lnTo>
                  <a:lnTo>
                    <a:pt x="2813139" y="667807"/>
                  </a:lnTo>
                  <a:lnTo>
                    <a:pt x="2815051" y="666968"/>
                  </a:lnTo>
                  <a:lnTo>
                    <a:pt x="2818182" y="665595"/>
                  </a:lnTo>
                  <a:lnTo>
                    <a:pt x="2819573" y="664984"/>
                  </a:lnTo>
                  <a:lnTo>
                    <a:pt x="2824964" y="662619"/>
                  </a:lnTo>
                  <a:lnTo>
                    <a:pt x="2827920" y="661321"/>
                  </a:lnTo>
                  <a:lnTo>
                    <a:pt x="2838701" y="656588"/>
                  </a:lnTo>
                  <a:lnTo>
                    <a:pt x="2847222" y="652847"/>
                  </a:lnTo>
                  <a:lnTo>
                    <a:pt x="2848092" y="652465"/>
                  </a:lnTo>
                  <a:lnTo>
                    <a:pt x="2850005" y="651625"/>
                  </a:lnTo>
                  <a:lnTo>
                    <a:pt x="2852787" y="650403"/>
                  </a:lnTo>
                  <a:lnTo>
                    <a:pt x="2876089" y="640164"/>
                  </a:lnTo>
                  <a:lnTo>
                    <a:pt x="2876785" y="639859"/>
                  </a:lnTo>
                  <a:lnTo>
                    <a:pt x="2880437" y="638253"/>
                  </a:lnTo>
                  <a:lnTo>
                    <a:pt x="2886002" y="635807"/>
                  </a:lnTo>
                  <a:lnTo>
                    <a:pt x="2886523" y="635578"/>
                  </a:lnTo>
                  <a:lnTo>
                    <a:pt x="2890697" y="633743"/>
                  </a:lnTo>
                  <a:lnTo>
                    <a:pt x="2891045" y="633590"/>
                  </a:lnTo>
                  <a:lnTo>
                    <a:pt x="2892957" y="632749"/>
                  </a:lnTo>
                  <a:lnTo>
                    <a:pt x="2894870" y="631907"/>
                  </a:lnTo>
                  <a:lnTo>
                    <a:pt x="2905304" y="627318"/>
                  </a:lnTo>
                  <a:lnTo>
                    <a:pt x="2913130" y="623875"/>
                  </a:lnTo>
                  <a:lnTo>
                    <a:pt x="2917303" y="622039"/>
                  </a:lnTo>
                  <a:lnTo>
                    <a:pt x="2919042" y="621274"/>
                  </a:lnTo>
                  <a:lnTo>
                    <a:pt x="2920955" y="620432"/>
                  </a:lnTo>
                  <a:lnTo>
                    <a:pt x="2932258" y="615457"/>
                  </a:lnTo>
                  <a:lnTo>
                    <a:pt x="2939736" y="612165"/>
                  </a:lnTo>
                  <a:lnTo>
                    <a:pt x="2945648" y="609561"/>
                  </a:lnTo>
                  <a:lnTo>
                    <a:pt x="2949126" y="608029"/>
                  </a:lnTo>
                  <a:lnTo>
                    <a:pt x="2950691" y="607340"/>
                  </a:lnTo>
                  <a:lnTo>
                    <a:pt x="2951213" y="607110"/>
                  </a:lnTo>
                  <a:lnTo>
                    <a:pt x="2952430" y="606574"/>
                  </a:lnTo>
                  <a:lnTo>
                    <a:pt x="2956256" y="604889"/>
                  </a:lnTo>
                  <a:lnTo>
                    <a:pt x="2958169" y="604046"/>
                  </a:lnTo>
                  <a:lnTo>
                    <a:pt x="2960951" y="602820"/>
                  </a:lnTo>
                  <a:lnTo>
                    <a:pt x="2969298" y="599142"/>
                  </a:lnTo>
                  <a:lnTo>
                    <a:pt x="2973820" y="597150"/>
                  </a:lnTo>
                  <a:lnTo>
                    <a:pt x="2974863" y="596690"/>
                  </a:lnTo>
                  <a:lnTo>
                    <a:pt x="2987036" y="591324"/>
                  </a:lnTo>
                  <a:lnTo>
                    <a:pt x="2988949" y="590480"/>
                  </a:lnTo>
                  <a:lnTo>
                    <a:pt x="2992079" y="589100"/>
                  </a:lnTo>
                  <a:lnTo>
                    <a:pt x="2993470" y="588487"/>
                  </a:lnTo>
                  <a:lnTo>
                    <a:pt x="2998861" y="586109"/>
                  </a:lnTo>
                  <a:lnTo>
                    <a:pt x="3001817" y="584806"/>
                  </a:lnTo>
                  <a:lnTo>
                    <a:pt x="3012599" y="580049"/>
                  </a:lnTo>
                  <a:lnTo>
                    <a:pt x="3021120" y="576290"/>
                  </a:lnTo>
                  <a:lnTo>
                    <a:pt x="3021989" y="575906"/>
                  </a:lnTo>
                  <a:lnTo>
                    <a:pt x="3023902" y="575062"/>
                  </a:lnTo>
                  <a:lnTo>
                    <a:pt x="3026685" y="573834"/>
                  </a:lnTo>
                  <a:lnTo>
                    <a:pt x="3049987" y="563546"/>
                  </a:lnTo>
                  <a:lnTo>
                    <a:pt x="3050682" y="563239"/>
                  </a:lnTo>
                  <a:lnTo>
                    <a:pt x="3054334" y="561626"/>
                  </a:lnTo>
                  <a:lnTo>
                    <a:pt x="3059899" y="559168"/>
                  </a:lnTo>
                  <a:lnTo>
                    <a:pt x="3060421" y="558938"/>
                  </a:lnTo>
                  <a:lnTo>
                    <a:pt x="3064942" y="556940"/>
                  </a:lnTo>
                  <a:lnTo>
                    <a:pt x="3066855" y="556095"/>
                  </a:lnTo>
                  <a:lnTo>
                    <a:pt x="3068768" y="555250"/>
                  </a:lnTo>
                  <a:lnTo>
                    <a:pt x="3079202" y="550639"/>
                  </a:lnTo>
                  <a:lnTo>
                    <a:pt x="3087027" y="547181"/>
                  </a:lnTo>
                  <a:lnTo>
                    <a:pt x="3091201" y="545336"/>
                  </a:lnTo>
                  <a:lnTo>
                    <a:pt x="3092939" y="544567"/>
                  </a:lnTo>
                  <a:lnTo>
                    <a:pt x="3094852" y="543721"/>
                  </a:lnTo>
                  <a:lnTo>
                    <a:pt x="3106156" y="538723"/>
                  </a:lnTo>
                  <a:lnTo>
                    <a:pt x="3113633" y="535416"/>
                  </a:lnTo>
                  <a:lnTo>
                    <a:pt x="3119546" y="532800"/>
                  </a:lnTo>
                  <a:lnTo>
                    <a:pt x="3123024" y="531261"/>
                  </a:lnTo>
                  <a:lnTo>
                    <a:pt x="3124589" y="530569"/>
                  </a:lnTo>
                  <a:lnTo>
                    <a:pt x="3125111" y="530338"/>
                  </a:lnTo>
                  <a:lnTo>
                    <a:pt x="3126328" y="529799"/>
                  </a:lnTo>
                  <a:lnTo>
                    <a:pt x="3130154" y="528107"/>
                  </a:lnTo>
                  <a:lnTo>
                    <a:pt x="3132066" y="527260"/>
                  </a:lnTo>
                  <a:lnTo>
                    <a:pt x="3134849" y="526029"/>
                  </a:lnTo>
                  <a:lnTo>
                    <a:pt x="3143196" y="522334"/>
                  </a:lnTo>
                  <a:lnTo>
                    <a:pt x="3147717" y="520333"/>
                  </a:lnTo>
                  <a:lnTo>
                    <a:pt x="3148761" y="519871"/>
                  </a:lnTo>
                  <a:lnTo>
                    <a:pt x="3160933" y="514481"/>
                  </a:lnTo>
                  <a:lnTo>
                    <a:pt x="3162846" y="513634"/>
                  </a:lnTo>
                  <a:lnTo>
                    <a:pt x="3165976" y="512247"/>
                  </a:lnTo>
                  <a:lnTo>
                    <a:pt x="3167368" y="511631"/>
                  </a:lnTo>
                  <a:lnTo>
                    <a:pt x="3172758" y="509243"/>
                  </a:lnTo>
                  <a:lnTo>
                    <a:pt x="3175715" y="507934"/>
                  </a:lnTo>
                  <a:lnTo>
                    <a:pt x="3186496" y="503157"/>
                  </a:lnTo>
                  <a:lnTo>
                    <a:pt x="3195017" y="499381"/>
                  </a:lnTo>
                  <a:lnTo>
                    <a:pt x="3195887" y="498995"/>
                  </a:lnTo>
                  <a:lnTo>
                    <a:pt x="3197800" y="498148"/>
                  </a:lnTo>
                  <a:lnTo>
                    <a:pt x="3200582" y="496914"/>
                  </a:lnTo>
                  <a:lnTo>
                    <a:pt x="3223884" y="486583"/>
                  </a:lnTo>
                  <a:lnTo>
                    <a:pt x="3224580" y="486274"/>
                  </a:lnTo>
                  <a:lnTo>
                    <a:pt x="3228232" y="484654"/>
                  </a:lnTo>
                  <a:lnTo>
                    <a:pt x="3233796" y="482186"/>
                  </a:lnTo>
                  <a:lnTo>
                    <a:pt x="3234318" y="481955"/>
                  </a:lnTo>
                  <a:lnTo>
                    <a:pt x="3238492" y="480103"/>
                  </a:lnTo>
                  <a:lnTo>
                    <a:pt x="3238839" y="479949"/>
                  </a:lnTo>
                  <a:lnTo>
                    <a:pt x="3240752" y="479100"/>
                  </a:lnTo>
                  <a:lnTo>
                    <a:pt x="3242665" y="478251"/>
                  </a:lnTo>
                  <a:lnTo>
                    <a:pt x="3253099" y="473621"/>
                  </a:lnTo>
                  <a:lnTo>
                    <a:pt x="3260924" y="470148"/>
                  </a:lnTo>
                  <a:lnTo>
                    <a:pt x="3265098" y="468296"/>
                  </a:lnTo>
                  <a:lnTo>
                    <a:pt x="3266837" y="467524"/>
                  </a:lnTo>
                  <a:lnTo>
                    <a:pt x="3268750" y="466674"/>
                  </a:lnTo>
                  <a:lnTo>
                    <a:pt x="3280053" y="461656"/>
                  </a:lnTo>
                  <a:lnTo>
                    <a:pt x="3287531" y="458335"/>
                  </a:lnTo>
                  <a:lnTo>
                    <a:pt x="3293443" y="455709"/>
                  </a:lnTo>
                  <a:lnTo>
                    <a:pt x="3296921" y="454164"/>
                  </a:lnTo>
                  <a:lnTo>
                    <a:pt x="3298486" y="453468"/>
                  </a:lnTo>
                  <a:lnTo>
                    <a:pt x="3299008" y="453237"/>
                  </a:lnTo>
                  <a:lnTo>
                    <a:pt x="3300225" y="452696"/>
                  </a:lnTo>
                  <a:lnTo>
                    <a:pt x="3304051" y="450996"/>
                  </a:lnTo>
                  <a:lnTo>
                    <a:pt x="3305964" y="450146"/>
                  </a:lnTo>
                  <a:lnTo>
                    <a:pt x="3308746" y="448910"/>
                  </a:lnTo>
                  <a:lnTo>
                    <a:pt x="3317093" y="445201"/>
                  </a:lnTo>
                  <a:lnTo>
                    <a:pt x="3321615" y="443191"/>
                  </a:lnTo>
                  <a:lnTo>
                    <a:pt x="3322658" y="442727"/>
                  </a:lnTo>
                  <a:lnTo>
                    <a:pt x="3334831" y="437316"/>
                  </a:lnTo>
                  <a:lnTo>
                    <a:pt x="3336744" y="436466"/>
                  </a:lnTo>
                  <a:lnTo>
                    <a:pt x="3339874" y="435074"/>
                  </a:lnTo>
                  <a:lnTo>
                    <a:pt x="3341265" y="434455"/>
                  </a:lnTo>
                  <a:lnTo>
                    <a:pt x="3346656" y="432058"/>
                  </a:lnTo>
                  <a:lnTo>
                    <a:pt x="3349612" y="430743"/>
                  </a:lnTo>
                  <a:lnTo>
                    <a:pt x="3360394" y="425948"/>
                  </a:lnTo>
                  <a:lnTo>
                    <a:pt x="3368915" y="422157"/>
                  </a:lnTo>
                  <a:lnTo>
                    <a:pt x="3369784" y="421770"/>
                  </a:lnTo>
                  <a:lnTo>
                    <a:pt x="3371697" y="420919"/>
                  </a:lnTo>
                  <a:lnTo>
                    <a:pt x="3374479" y="419681"/>
                  </a:lnTo>
                  <a:lnTo>
                    <a:pt x="3397782" y="409310"/>
                  </a:lnTo>
                  <a:lnTo>
                    <a:pt x="3398477" y="409000"/>
                  </a:lnTo>
                  <a:lnTo>
                    <a:pt x="3402129" y="407374"/>
                  </a:lnTo>
                  <a:lnTo>
                    <a:pt x="3407694" y="404897"/>
                  </a:lnTo>
                  <a:lnTo>
                    <a:pt x="3408216" y="404664"/>
                  </a:lnTo>
                  <a:lnTo>
                    <a:pt x="3412389" y="402806"/>
                  </a:lnTo>
                  <a:lnTo>
                    <a:pt x="3412737" y="402651"/>
                  </a:lnTo>
                  <a:lnTo>
                    <a:pt x="3414650" y="401799"/>
                  </a:lnTo>
                  <a:lnTo>
                    <a:pt x="3416563" y="400947"/>
                  </a:lnTo>
                  <a:lnTo>
                    <a:pt x="3434822" y="392814"/>
                  </a:lnTo>
                  <a:lnTo>
                    <a:pt x="3438995" y="390955"/>
                  </a:lnTo>
                  <a:lnTo>
                    <a:pt x="3440734" y="390180"/>
                  </a:lnTo>
                  <a:lnTo>
                    <a:pt x="3442647" y="389328"/>
                  </a:lnTo>
                  <a:lnTo>
                    <a:pt x="3453951" y="384290"/>
                  </a:lnTo>
                  <a:lnTo>
                    <a:pt x="3461428" y="380958"/>
                  </a:lnTo>
                  <a:lnTo>
                    <a:pt x="3467341" y="378322"/>
                  </a:lnTo>
                  <a:lnTo>
                    <a:pt x="3470819" y="376771"/>
                  </a:lnTo>
                  <a:lnTo>
                    <a:pt x="3472384" y="376074"/>
                  </a:lnTo>
                  <a:lnTo>
                    <a:pt x="3472905" y="375841"/>
                  </a:lnTo>
                  <a:lnTo>
                    <a:pt x="3474123" y="375298"/>
                  </a:lnTo>
                  <a:lnTo>
                    <a:pt x="3477948" y="373592"/>
                  </a:lnTo>
                  <a:lnTo>
                    <a:pt x="3479861" y="372740"/>
                  </a:lnTo>
                  <a:lnTo>
                    <a:pt x="3482644" y="371499"/>
                  </a:lnTo>
                  <a:lnTo>
                    <a:pt x="3490991" y="367776"/>
                  </a:lnTo>
                  <a:lnTo>
                    <a:pt x="3495512" y="365760"/>
                  </a:lnTo>
                  <a:lnTo>
                    <a:pt x="3496555" y="365294"/>
                  </a:lnTo>
                  <a:lnTo>
                    <a:pt x="3508728" y="359864"/>
                  </a:lnTo>
                  <a:lnTo>
                    <a:pt x="3510641" y="359011"/>
                  </a:lnTo>
                  <a:lnTo>
                    <a:pt x="3513771" y="357614"/>
                  </a:lnTo>
                  <a:lnTo>
                    <a:pt x="3515162" y="356993"/>
                  </a:lnTo>
                  <a:lnTo>
                    <a:pt x="3520553" y="354588"/>
                  </a:lnTo>
                  <a:lnTo>
                    <a:pt x="3523510" y="353268"/>
                  </a:lnTo>
                  <a:lnTo>
                    <a:pt x="3534291" y="348456"/>
                  </a:lnTo>
                  <a:lnTo>
                    <a:pt x="3542812" y="344653"/>
                  </a:lnTo>
                  <a:lnTo>
                    <a:pt x="3543682" y="344264"/>
                  </a:lnTo>
                  <a:lnTo>
                    <a:pt x="3545595" y="343410"/>
                  </a:lnTo>
                  <a:lnTo>
                    <a:pt x="3548377" y="342168"/>
                  </a:lnTo>
                  <a:lnTo>
                    <a:pt x="3571679" y="331762"/>
                  </a:lnTo>
                  <a:lnTo>
                    <a:pt x="3572375" y="331451"/>
                  </a:lnTo>
                  <a:lnTo>
                    <a:pt x="3576027" y="329820"/>
                  </a:lnTo>
                  <a:lnTo>
                    <a:pt x="3581591" y="327334"/>
                  </a:lnTo>
                  <a:lnTo>
                    <a:pt x="3582113" y="327101"/>
                  </a:lnTo>
                  <a:lnTo>
                    <a:pt x="3586287" y="325236"/>
                  </a:lnTo>
                  <a:lnTo>
                    <a:pt x="3586634" y="325081"/>
                  </a:lnTo>
                  <a:lnTo>
                    <a:pt x="3588547" y="324226"/>
                  </a:lnTo>
                  <a:lnTo>
                    <a:pt x="3590460" y="323371"/>
                  </a:lnTo>
                  <a:lnTo>
                    <a:pt x="3600894" y="318709"/>
                  </a:lnTo>
                  <a:lnTo>
                    <a:pt x="3608719" y="315211"/>
                  </a:lnTo>
                  <a:lnTo>
                    <a:pt x="3612893" y="313346"/>
                  </a:lnTo>
                  <a:lnTo>
                    <a:pt x="3616545" y="311714"/>
                  </a:lnTo>
                  <a:lnTo>
                    <a:pt x="3627848" y="306660"/>
                  </a:lnTo>
                  <a:lnTo>
                    <a:pt x="3635326" y="303317"/>
                  </a:lnTo>
                  <a:lnTo>
                    <a:pt x="3644716" y="299117"/>
                  </a:lnTo>
                  <a:lnTo>
                    <a:pt x="3646281" y="298417"/>
                  </a:lnTo>
                  <a:lnTo>
                    <a:pt x="3646803" y="298184"/>
                  </a:lnTo>
                  <a:lnTo>
                    <a:pt x="3648020" y="297639"/>
                  </a:lnTo>
                  <a:lnTo>
                    <a:pt x="3651846" y="295928"/>
                  </a:lnTo>
                  <a:lnTo>
                    <a:pt x="3653759" y="295072"/>
                  </a:lnTo>
                  <a:lnTo>
                    <a:pt x="3656541" y="293828"/>
                  </a:lnTo>
                  <a:lnTo>
                    <a:pt x="3664888" y="290093"/>
                  </a:lnTo>
                  <a:lnTo>
                    <a:pt x="3669410" y="288071"/>
                  </a:lnTo>
                  <a:lnTo>
                    <a:pt x="3670453" y="287604"/>
                  </a:lnTo>
                  <a:lnTo>
                    <a:pt x="3682626" y="282156"/>
                  </a:lnTo>
                  <a:lnTo>
                    <a:pt x="3684539" y="281300"/>
                  </a:lnTo>
                  <a:lnTo>
                    <a:pt x="3687669" y="279899"/>
                  </a:lnTo>
                  <a:lnTo>
                    <a:pt x="3689060" y="279277"/>
                  </a:lnTo>
                  <a:lnTo>
                    <a:pt x="3694451" y="276864"/>
                  </a:lnTo>
                  <a:lnTo>
                    <a:pt x="3697407" y="275540"/>
                  </a:lnTo>
                  <a:lnTo>
                    <a:pt x="3708189" y="270714"/>
                  </a:lnTo>
                  <a:lnTo>
                    <a:pt x="3716710" y="266898"/>
                  </a:lnTo>
                  <a:lnTo>
                    <a:pt x="3717579" y="266509"/>
                  </a:lnTo>
                  <a:lnTo>
                    <a:pt x="3719492" y="265652"/>
                  </a:lnTo>
                  <a:lnTo>
                    <a:pt x="3722274" y="264406"/>
                  </a:lnTo>
                  <a:lnTo>
                    <a:pt x="3745577" y="253969"/>
                  </a:lnTo>
                  <a:lnTo>
                    <a:pt x="3746272" y="253657"/>
                  </a:lnTo>
                  <a:lnTo>
                    <a:pt x="3749924" y="252021"/>
                  </a:lnTo>
                  <a:lnTo>
                    <a:pt x="3755489" y="249528"/>
                  </a:lnTo>
                  <a:lnTo>
                    <a:pt x="3756010" y="249294"/>
                  </a:lnTo>
                  <a:lnTo>
                    <a:pt x="3760184" y="247424"/>
                  </a:lnTo>
                  <a:lnTo>
                    <a:pt x="3760532" y="247268"/>
                  </a:lnTo>
                  <a:lnTo>
                    <a:pt x="3762445" y="246411"/>
                  </a:lnTo>
                  <a:lnTo>
                    <a:pt x="3764358" y="245554"/>
                  </a:lnTo>
                  <a:lnTo>
                    <a:pt x="3774791" y="240878"/>
                  </a:lnTo>
                  <a:lnTo>
                    <a:pt x="3782617" y="237370"/>
                  </a:lnTo>
                  <a:lnTo>
                    <a:pt x="3786790" y="235499"/>
                  </a:lnTo>
                  <a:lnTo>
                    <a:pt x="3788529" y="234720"/>
                  </a:lnTo>
                  <a:lnTo>
                    <a:pt x="3790442" y="233862"/>
                  </a:lnTo>
                  <a:lnTo>
                    <a:pt x="3801745" y="228794"/>
                  </a:lnTo>
                  <a:lnTo>
                    <a:pt x="3809223" y="225441"/>
                  </a:lnTo>
                  <a:lnTo>
                    <a:pt x="3815136" y="222790"/>
                  </a:lnTo>
                  <a:lnTo>
                    <a:pt x="3818614" y="221230"/>
                  </a:lnTo>
                  <a:lnTo>
                    <a:pt x="3820179" y="220528"/>
                  </a:lnTo>
                  <a:lnTo>
                    <a:pt x="3820700" y="220294"/>
                  </a:lnTo>
                  <a:lnTo>
                    <a:pt x="3821918" y="219748"/>
                  </a:lnTo>
                  <a:lnTo>
                    <a:pt x="3825743" y="218032"/>
                  </a:lnTo>
                  <a:lnTo>
                    <a:pt x="3827656" y="217174"/>
                  </a:lnTo>
                  <a:lnTo>
                    <a:pt x="3830439" y="215926"/>
                  </a:lnTo>
                  <a:lnTo>
                    <a:pt x="3838786" y="212181"/>
                  </a:lnTo>
                  <a:lnTo>
                    <a:pt x="3843307" y="210152"/>
                  </a:lnTo>
                  <a:lnTo>
                    <a:pt x="3844350" y="209684"/>
                  </a:lnTo>
                  <a:lnTo>
                    <a:pt x="3856523" y="204222"/>
                  </a:lnTo>
                  <a:lnTo>
                    <a:pt x="3858436" y="203364"/>
                  </a:lnTo>
                  <a:lnTo>
                    <a:pt x="3861566" y="201959"/>
                  </a:lnTo>
                  <a:lnTo>
                    <a:pt x="3862957" y="201334"/>
                  </a:lnTo>
                  <a:lnTo>
                    <a:pt x="3868348" y="198915"/>
                  </a:lnTo>
                  <a:lnTo>
                    <a:pt x="3871304" y="197588"/>
                  </a:lnTo>
                  <a:lnTo>
                    <a:pt x="3882086" y="192748"/>
                  </a:lnTo>
                  <a:lnTo>
                    <a:pt x="3890607" y="188923"/>
                  </a:lnTo>
                  <a:lnTo>
                    <a:pt x="3891477" y="188532"/>
                  </a:lnTo>
                  <a:lnTo>
                    <a:pt x="3893389" y="187673"/>
                  </a:lnTo>
                  <a:lnTo>
                    <a:pt x="3896172" y="186424"/>
                  </a:lnTo>
                  <a:lnTo>
                    <a:pt x="3919474" y="175959"/>
                  </a:lnTo>
                  <a:lnTo>
                    <a:pt x="3920170" y="175646"/>
                  </a:lnTo>
                  <a:lnTo>
                    <a:pt x="3923821" y="174006"/>
                  </a:lnTo>
                  <a:lnTo>
                    <a:pt x="3929386" y="171506"/>
                  </a:lnTo>
                  <a:lnTo>
                    <a:pt x="3929908" y="171272"/>
                  </a:lnTo>
                  <a:lnTo>
                    <a:pt x="3934081" y="169397"/>
                  </a:lnTo>
                  <a:lnTo>
                    <a:pt x="3936342" y="168381"/>
                  </a:lnTo>
                  <a:lnTo>
                    <a:pt x="3938255" y="167522"/>
                  </a:lnTo>
                  <a:lnTo>
                    <a:pt x="3948689" y="162834"/>
                  </a:lnTo>
                  <a:lnTo>
                    <a:pt x="3956514" y="159317"/>
                  </a:lnTo>
                  <a:lnTo>
                    <a:pt x="3960688" y="157441"/>
                  </a:lnTo>
                  <a:lnTo>
                    <a:pt x="3962427" y="156660"/>
                  </a:lnTo>
                  <a:lnTo>
                    <a:pt x="3964340" y="155800"/>
                  </a:lnTo>
                  <a:lnTo>
                    <a:pt x="3975643" y="150719"/>
                  </a:lnTo>
                  <a:lnTo>
                    <a:pt x="3983121" y="147358"/>
                  </a:lnTo>
                  <a:lnTo>
                    <a:pt x="3989033" y="144700"/>
                  </a:lnTo>
                  <a:lnTo>
                    <a:pt x="3992511" y="143136"/>
                  </a:lnTo>
                  <a:lnTo>
                    <a:pt x="3994076" y="142432"/>
                  </a:lnTo>
                  <a:lnTo>
                    <a:pt x="3994598" y="142198"/>
                  </a:lnTo>
                  <a:lnTo>
                    <a:pt x="3995815" y="141650"/>
                  </a:lnTo>
                  <a:lnTo>
                    <a:pt x="4001554" y="139070"/>
                  </a:lnTo>
                  <a:lnTo>
                    <a:pt x="4012683" y="134065"/>
                  </a:lnTo>
                  <a:lnTo>
                    <a:pt x="4017204" y="132031"/>
                  </a:lnTo>
                  <a:lnTo>
                    <a:pt x="4018248" y="131562"/>
                  </a:lnTo>
                  <a:lnTo>
                    <a:pt x="4030421" y="126086"/>
                  </a:lnTo>
                  <a:lnTo>
                    <a:pt x="4032334" y="125226"/>
                  </a:lnTo>
                  <a:lnTo>
                    <a:pt x="4035464" y="123818"/>
                  </a:lnTo>
                  <a:lnTo>
                    <a:pt x="4036855" y="123192"/>
                  </a:lnTo>
                  <a:lnTo>
                    <a:pt x="4065374" y="110359"/>
                  </a:lnTo>
                  <a:lnTo>
                    <a:pt x="4067287" y="109498"/>
                  </a:lnTo>
                  <a:lnTo>
                    <a:pt x="4070069" y="108246"/>
                  </a:lnTo>
                  <a:lnTo>
                    <a:pt x="4093372" y="97756"/>
                  </a:lnTo>
                  <a:lnTo>
                    <a:pt x="4097719" y="95799"/>
                  </a:lnTo>
                  <a:lnTo>
                    <a:pt x="4108327" y="91022"/>
                  </a:lnTo>
                  <a:lnTo>
                    <a:pt x="4130412" y="81076"/>
                  </a:lnTo>
                  <a:lnTo>
                    <a:pt x="4134585" y="79196"/>
                  </a:lnTo>
                  <a:lnTo>
                    <a:pt x="4136324" y="78413"/>
                  </a:lnTo>
                  <a:lnTo>
                    <a:pt x="4157018" y="69090"/>
                  </a:lnTo>
                  <a:lnTo>
                    <a:pt x="4175451" y="60784"/>
                  </a:lnTo>
                  <a:lnTo>
                    <a:pt x="4192145" y="53259"/>
                  </a:lnTo>
                  <a:lnTo>
                    <a:pt x="4310222" y="0"/>
                  </a:lnTo>
                  <a:lnTo>
                    <a:pt x="4310222" y="291265"/>
                  </a:lnTo>
                  <a:lnTo>
                    <a:pt x="4192145" y="336872"/>
                  </a:lnTo>
                  <a:lnTo>
                    <a:pt x="4175451" y="343326"/>
                  </a:lnTo>
                  <a:lnTo>
                    <a:pt x="4157018" y="350454"/>
                  </a:lnTo>
                  <a:lnTo>
                    <a:pt x="4136324" y="358458"/>
                  </a:lnTo>
                  <a:lnTo>
                    <a:pt x="4134585" y="359131"/>
                  </a:lnTo>
                  <a:lnTo>
                    <a:pt x="4130412" y="360746"/>
                  </a:lnTo>
                  <a:lnTo>
                    <a:pt x="4108327" y="369291"/>
                  </a:lnTo>
                  <a:lnTo>
                    <a:pt x="4097719" y="373397"/>
                  </a:lnTo>
                  <a:lnTo>
                    <a:pt x="4093372" y="375080"/>
                  </a:lnTo>
                  <a:lnTo>
                    <a:pt x="4070069" y="384101"/>
                  </a:lnTo>
                  <a:lnTo>
                    <a:pt x="4067287" y="385179"/>
                  </a:lnTo>
                  <a:lnTo>
                    <a:pt x="4065374" y="385919"/>
                  </a:lnTo>
                  <a:lnTo>
                    <a:pt x="4036855" y="396966"/>
                  </a:lnTo>
                  <a:lnTo>
                    <a:pt x="4035464" y="397505"/>
                  </a:lnTo>
                  <a:lnTo>
                    <a:pt x="4032334" y="398718"/>
                  </a:lnTo>
                  <a:lnTo>
                    <a:pt x="4030421" y="399459"/>
                  </a:lnTo>
                  <a:lnTo>
                    <a:pt x="4018248" y="404176"/>
                  </a:lnTo>
                  <a:lnTo>
                    <a:pt x="4017204" y="404580"/>
                  </a:lnTo>
                  <a:lnTo>
                    <a:pt x="4012683" y="406332"/>
                  </a:lnTo>
                  <a:lnTo>
                    <a:pt x="4001554" y="410646"/>
                  </a:lnTo>
                  <a:lnTo>
                    <a:pt x="3995815" y="412870"/>
                  </a:lnTo>
                  <a:lnTo>
                    <a:pt x="3994598" y="413342"/>
                  </a:lnTo>
                  <a:lnTo>
                    <a:pt x="3994076" y="413545"/>
                  </a:lnTo>
                  <a:lnTo>
                    <a:pt x="3992511" y="414151"/>
                  </a:lnTo>
                  <a:lnTo>
                    <a:pt x="3989033" y="415500"/>
                  </a:lnTo>
                  <a:lnTo>
                    <a:pt x="3983121" y="417792"/>
                  </a:lnTo>
                  <a:lnTo>
                    <a:pt x="3975643" y="420692"/>
                  </a:lnTo>
                  <a:lnTo>
                    <a:pt x="3964340" y="425075"/>
                  </a:lnTo>
                  <a:lnTo>
                    <a:pt x="3962427" y="425817"/>
                  </a:lnTo>
                  <a:lnTo>
                    <a:pt x="3960688" y="426492"/>
                  </a:lnTo>
                  <a:lnTo>
                    <a:pt x="3956514" y="428111"/>
                  </a:lnTo>
                  <a:lnTo>
                    <a:pt x="3948689" y="431146"/>
                  </a:lnTo>
                  <a:lnTo>
                    <a:pt x="3938255" y="435194"/>
                  </a:lnTo>
                  <a:lnTo>
                    <a:pt x="3936342" y="435937"/>
                  </a:lnTo>
                  <a:lnTo>
                    <a:pt x="3934081" y="436814"/>
                  </a:lnTo>
                  <a:lnTo>
                    <a:pt x="3929908" y="438433"/>
                  </a:lnTo>
                  <a:lnTo>
                    <a:pt x="3929386" y="438636"/>
                  </a:lnTo>
                  <a:lnTo>
                    <a:pt x="3923821" y="440796"/>
                  </a:lnTo>
                  <a:lnTo>
                    <a:pt x="3920170" y="442213"/>
                  </a:lnTo>
                  <a:lnTo>
                    <a:pt x="3919474" y="442483"/>
                  </a:lnTo>
                  <a:lnTo>
                    <a:pt x="3896172" y="451529"/>
                  </a:lnTo>
                  <a:lnTo>
                    <a:pt x="3893389" y="452609"/>
                  </a:lnTo>
                  <a:lnTo>
                    <a:pt x="3891477" y="453352"/>
                  </a:lnTo>
                  <a:lnTo>
                    <a:pt x="3890607" y="453690"/>
                  </a:lnTo>
                  <a:lnTo>
                    <a:pt x="3882086" y="456999"/>
                  </a:lnTo>
                  <a:lnTo>
                    <a:pt x="3871304" y="461187"/>
                  </a:lnTo>
                  <a:lnTo>
                    <a:pt x="3868348" y="462335"/>
                  </a:lnTo>
                  <a:lnTo>
                    <a:pt x="3862957" y="464429"/>
                  </a:lnTo>
                  <a:lnTo>
                    <a:pt x="3861566" y="464970"/>
                  </a:lnTo>
                  <a:lnTo>
                    <a:pt x="3858436" y="466186"/>
                  </a:lnTo>
                  <a:lnTo>
                    <a:pt x="3856523" y="466929"/>
                  </a:lnTo>
                  <a:lnTo>
                    <a:pt x="3844350" y="471659"/>
                  </a:lnTo>
                  <a:lnTo>
                    <a:pt x="3843307" y="472065"/>
                  </a:lnTo>
                  <a:lnTo>
                    <a:pt x="3838786" y="473822"/>
                  </a:lnTo>
                  <a:lnTo>
                    <a:pt x="3830439" y="477066"/>
                  </a:lnTo>
                  <a:lnTo>
                    <a:pt x="3827656" y="478148"/>
                  </a:lnTo>
                  <a:lnTo>
                    <a:pt x="3825743" y="478892"/>
                  </a:lnTo>
                  <a:lnTo>
                    <a:pt x="3821918" y="480379"/>
                  </a:lnTo>
                  <a:lnTo>
                    <a:pt x="3820700" y="480852"/>
                  </a:lnTo>
                  <a:lnTo>
                    <a:pt x="3820179" y="481055"/>
                  </a:lnTo>
                  <a:lnTo>
                    <a:pt x="3818614" y="481664"/>
                  </a:lnTo>
                  <a:lnTo>
                    <a:pt x="3815136" y="483016"/>
                  </a:lnTo>
                  <a:lnTo>
                    <a:pt x="3809223" y="485315"/>
                  </a:lnTo>
                  <a:lnTo>
                    <a:pt x="3801745" y="488223"/>
                  </a:lnTo>
                  <a:lnTo>
                    <a:pt x="3790442" y="492619"/>
                  </a:lnTo>
                  <a:lnTo>
                    <a:pt x="3788529" y="493363"/>
                  </a:lnTo>
                  <a:lnTo>
                    <a:pt x="3786790" y="494040"/>
                  </a:lnTo>
                  <a:lnTo>
                    <a:pt x="3782617" y="495664"/>
                  </a:lnTo>
                  <a:lnTo>
                    <a:pt x="3774791" y="498708"/>
                  </a:lnTo>
                  <a:lnTo>
                    <a:pt x="3764358" y="502769"/>
                  </a:lnTo>
                  <a:lnTo>
                    <a:pt x="3762445" y="503513"/>
                  </a:lnTo>
                  <a:lnTo>
                    <a:pt x="3760532" y="504257"/>
                  </a:lnTo>
                  <a:lnTo>
                    <a:pt x="3760184" y="504393"/>
                  </a:lnTo>
                  <a:lnTo>
                    <a:pt x="3756010" y="506017"/>
                  </a:lnTo>
                  <a:lnTo>
                    <a:pt x="3755489" y="506220"/>
                  </a:lnTo>
                  <a:lnTo>
                    <a:pt x="3749924" y="508386"/>
                  </a:lnTo>
                  <a:lnTo>
                    <a:pt x="3746272" y="509808"/>
                  </a:lnTo>
                  <a:lnTo>
                    <a:pt x="3745577" y="510079"/>
                  </a:lnTo>
                  <a:lnTo>
                    <a:pt x="3722274" y="519153"/>
                  </a:lnTo>
                  <a:lnTo>
                    <a:pt x="3719492" y="520236"/>
                  </a:lnTo>
                  <a:lnTo>
                    <a:pt x="3717579" y="520981"/>
                  </a:lnTo>
                  <a:lnTo>
                    <a:pt x="3716710" y="521320"/>
                  </a:lnTo>
                  <a:lnTo>
                    <a:pt x="3708189" y="524640"/>
                  </a:lnTo>
                  <a:lnTo>
                    <a:pt x="3697407" y="528840"/>
                  </a:lnTo>
                  <a:lnTo>
                    <a:pt x="3694451" y="529992"/>
                  </a:lnTo>
                  <a:lnTo>
                    <a:pt x="3689060" y="532093"/>
                  </a:lnTo>
                  <a:lnTo>
                    <a:pt x="3687669" y="532635"/>
                  </a:lnTo>
                  <a:lnTo>
                    <a:pt x="3684539" y="533855"/>
                  </a:lnTo>
                  <a:lnTo>
                    <a:pt x="3682626" y="534601"/>
                  </a:lnTo>
                  <a:lnTo>
                    <a:pt x="3670453" y="539346"/>
                  </a:lnTo>
                  <a:lnTo>
                    <a:pt x="3669410" y="539753"/>
                  </a:lnTo>
                  <a:lnTo>
                    <a:pt x="3664888" y="541516"/>
                  </a:lnTo>
                  <a:lnTo>
                    <a:pt x="3656541" y="544771"/>
                  </a:lnTo>
                  <a:lnTo>
                    <a:pt x="3653759" y="545856"/>
                  </a:lnTo>
                  <a:lnTo>
                    <a:pt x="3651846" y="546602"/>
                  </a:lnTo>
                  <a:lnTo>
                    <a:pt x="3648020" y="548094"/>
                  </a:lnTo>
                  <a:lnTo>
                    <a:pt x="3646803" y="548569"/>
                  </a:lnTo>
                  <a:lnTo>
                    <a:pt x="3646281" y="548772"/>
                  </a:lnTo>
                  <a:lnTo>
                    <a:pt x="3644716" y="549382"/>
                  </a:lnTo>
                  <a:lnTo>
                    <a:pt x="3635326" y="553046"/>
                  </a:lnTo>
                  <a:lnTo>
                    <a:pt x="3627848" y="555963"/>
                  </a:lnTo>
                  <a:lnTo>
                    <a:pt x="3616545" y="560374"/>
                  </a:lnTo>
                  <a:lnTo>
                    <a:pt x="3612893" y="561799"/>
                  </a:lnTo>
                  <a:lnTo>
                    <a:pt x="3608719" y="563428"/>
                  </a:lnTo>
                  <a:lnTo>
                    <a:pt x="3600894" y="566483"/>
                  </a:lnTo>
                  <a:lnTo>
                    <a:pt x="3590460" y="570557"/>
                  </a:lnTo>
                  <a:lnTo>
                    <a:pt x="3588547" y="571304"/>
                  </a:lnTo>
                  <a:lnTo>
                    <a:pt x="3586634" y="572051"/>
                  </a:lnTo>
                  <a:lnTo>
                    <a:pt x="3586287" y="572187"/>
                  </a:lnTo>
                  <a:lnTo>
                    <a:pt x="3582113" y="573817"/>
                  </a:lnTo>
                  <a:lnTo>
                    <a:pt x="3581591" y="574021"/>
                  </a:lnTo>
                  <a:lnTo>
                    <a:pt x="3576027" y="576194"/>
                  </a:lnTo>
                  <a:lnTo>
                    <a:pt x="3572375" y="577620"/>
                  </a:lnTo>
                  <a:lnTo>
                    <a:pt x="3571679" y="577892"/>
                  </a:lnTo>
                  <a:lnTo>
                    <a:pt x="3548377" y="586997"/>
                  </a:lnTo>
                  <a:lnTo>
                    <a:pt x="3545595" y="588085"/>
                  </a:lnTo>
                  <a:lnTo>
                    <a:pt x="3543682" y="588832"/>
                  </a:lnTo>
                  <a:lnTo>
                    <a:pt x="3542812" y="589172"/>
                  </a:lnTo>
                  <a:lnTo>
                    <a:pt x="3534291" y="592503"/>
                  </a:lnTo>
                  <a:lnTo>
                    <a:pt x="3523510" y="596719"/>
                  </a:lnTo>
                  <a:lnTo>
                    <a:pt x="3520553" y="597875"/>
                  </a:lnTo>
                  <a:lnTo>
                    <a:pt x="3515162" y="599983"/>
                  </a:lnTo>
                  <a:lnTo>
                    <a:pt x="3513771" y="600527"/>
                  </a:lnTo>
                  <a:lnTo>
                    <a:pt x="3510641" y="601751"/>
                  </a:lnTo>
                  <a:lnTo>
                    <a:pt x="3508728" y="602499"/>
                  </a:lnTo>
                  <a:lnTo>
                    <a:pt x="3496555" y="607262"/>
                  </a:lnTo>
                  <a:lnTo>
                    <a:pt x="3495512" y="607670"/>
                  </a:lnTo>
                  <a:lnTo>
                    <a:pt x="3490991" y="609439"/>
                  </a:lnTo>
                  <a:lnTo>
                    <a:pt x="3482644" y="612705"/>
                  </a:lnTo>
                  <a:lnTo>
                    <a:pt x="3479861" y="613794"/>
                  </a:lnTo>
                  <a:lnTo>
                    <a:pt x="3477948" y="614543"/>
                  </a:lnTo>
                  <a:lnTo>
                    <a:pt x="3474123" y="616041"/>
                  </a:lnTo>
                  <a:lnTo>
                    <a:pt x="3472905" y="616517"/>
                  </a:lnTo>
                  <a:lnTo>
                    <a:pt x="3472384" y="616721"/>
                  </a:lnTo>
                  <a:lnTo>
                    <a:pt x="3470819" y="617334"/>
                  </a:lnTo>
                  <a:lnTo>
                    <a:pt x="3467341" y="618696"/>
                  </a:lnTo>
                  <a:lnTo>
                    <a:pt x="3461428" y="621011"/>
                  </a:lnTo>
                  <a:lnTo>
                    <a:pt x="3453951" y="623939"/>
                  </a:lnTo>
                  <a:lnTo>
                    <a:pt x="3442647" y="628366"/>
                  </a:lnTo>
                  <a:lnTo>
                    <a:pt x="3440734" y="629116"/>
                  </a:lnTo>
                  <a:lnTo>
                    <a:pt x="3438995" y="629797"/>
                  </a:lnTo>
                  <a:lnTo>
                    <a:pt x="3434822" y="631432"/>
                  </a:lnTo>
                  <a:lnTo>
                    <a:pt x="3416563" y="638587"/>
                  </a:lnTo>
                  <a:lnTo>
                    <a:pt x="3414650" y="639337"/>
                  </a:lnTo>
                  <a:lnTo>
                    <a:pt x="3412737" y="640087"/>
                  </a:lnTo>
                  <a:lnTo>
                    <a:pt x="3412389" y="640223"/>
                  </a:lnTo>
                  <a:lnTo>
                    <a:pt x="3408216" y="641859"/>
                  </a:lnTo>
                  <a:lnTo>
                    <a:pt x="3407694" y="642064"/>
                  </a:lnTo>
                  <a:lnTo>
                    <a:pt x="3402129" y="644246"/>
                  </a:lnTo>
                  <a:lnTo>
                    <a:pt x="3398477" y="645678"/>
                  </a:lnTo>
                  <a:lnTo>
                    <a:pt x="3397782" y="645950"/>
                  </a:lnTo>
                  <a:lnTo>
                    <a:pt x="3374479" y="655090"/>
                  </a:lnTo>
                  <a:lnTo>
                    <a:pt x="3371697" y="656182"/>
                  </a:lnTo>
                  <a:lnTo>
                    <a:pt x="3369784" y="656933"/>
                  </a:lnTo>
                  <a:lnTo>
                    <a:pt x="3368915" y="657274"/>
                  </a:lnTo>
                  <a:lnTo>
                    <a:pt x="3360394" y="660618"/>
                  </a:lnTo>
                  <a:lnTo>
                    <a:pt x="3349612" y="664850"/>
                  </a:lnTo>
                  <a:lnTo>
                    <a:pt x="3346656" y="666010"/>
                  </a:lnTo>
                  <a:lnTo>
                    <a:pt x="3341265" y="668127"/>
                  </a:lnTo>
                  <a:lnTo>
                    <a:pt x="3339874" y="668673"/>
                  </a:lnTo>
                  <a:lnTo>
                    <a:pt x="3336744" y="669902"/>
                  </a:lnTo>
                  <a:lnTo>
                    <a:pt x="3334831" y="670653"/>
                  </a:lnTo>
                  <a:lnTo>
                    <a:pt x="3322658" y="675435"/>
                  </a:lnTo>
                  <a:lnTo>
                    <a:pt x="3321615" y="675845"/>
                  </a:lnTo>
                  <a:lnTo>
                    <a:pt x="3317093" y="677621"/>
                  </a:lnTo>
                  <a:lnTo>
                    <a:pt x="3308746" y="680901"/>
                  </a:lnTo>
                  <a:lnTo>
                    <a:pt x="3305964" y="681994"/>
                  </a:lnTo>
                  <a:lnTo>
                    <a:pt x="3304051" y="682746"/>
                  </a:lnTo>
                  <a:lnTo>
                    <a:pt x="3300225" y="684249"/>
                  </a:lnTo>
                  <a:lnTo>
                    <a:pt x="3299008" y="684728"/>
                  </a:lnTo>
                  <a:lnTo>
                    <a:pt x="3298486" y="684933"/>
                  </a:lnTo>
                  <a:lnTo>
                    <a:pt x="3296921" y="685548"/>
                  </a:lnTo>
                  <a:lnTo>
                    <a:pt x="3293443" y="686915"/>
                  </a:lnTo>
                  <a:lnTo>
                    <a:pt x="3287531" y="689240"/>
                  </a:lnTo>
                  <a:lnTo>
                    <a:pt x="3280053" y="692180"/>
                  </a:lnTo>
                  <a:lnTo>
                    <a:pt x="3268750" y="696625"/>
                  </a:lnTo>
                  <a:lnTo>
                    <a:pt x="3266837" y="697378"/>
                  </a:lnTo>
                  <a:lnTo>
                    <a:pt x="3265098" y="698062"/>
                  </a:lnTo>
                  <a:lnTo>
                    <a:pt x="3260924" y="699704"/>
                  </a:lnTo>
                  <a:lnTo>
                    <a:pt x="3253099" y="702783"/>
                  </a:lnTo>
                  <a:lnTo>
                    <a:pt x="3242665" y="706889"/>
                  </a:lnTo>
                  <a:lnTo>
                    <a:pt x="3240752" y="707642"/>
                  </a:lnTo>
                  <a:lnTo>
                    <a:pt x="3238839" y="708395"/>
                  </a:lnTo>
                  <a:lnTo>
                    <a:pt x="3238492" y="708532"/>
                  </a:lnTo>
                  <a:lnTo>
                    <a:pt x="3234318" y="710175"/>
                  </a:lnTo>
                  <a:lnTo>
                    <a:pt x="3233796" y="710381"/>
                  </a:lnTo>
                  <a:lnTo>
                    <a:pt x="3228232" y="712572"/>
                  </a:lnTo>
                  <a:lnTo>
                    <a:pt x="3224580" y="714010"/>
                  </a:lnTo>
                  <a:lnTo>
                    <a:pt x="3223884" y="714284"/>
                  </a:lnTo>
                  <a:lnTo>
                    <a:pt x="3200582" y="723463"/>
                  </a:lnTo>
                  <a:lnTo>
                    <a:pt x="3197800" y="724560"/>
                  </a:lnTo>
                  <a:lnTo>
                    <a:pt x="3195887" y="725313"/>
                  </a:lnTo>
                  <a:lnTo>
                    <a:pt x="3195017" y="725656"/>
                  </a:lnTo>
                  <a:lnTo>
                    <a:pt x="3186496" y="729015"/>
                  </a:lnTo>
                  <a:lnTo>
                    <a:pt x="3175715" y="733265"/>
                  </a:lnTo>
                  <a:lnTo>
                    <a:pt x="3172758" y="734431"/>
                  </a:lnTo>
                  <a:lnTo>
                    <a:pt x="3167368" y="736557"/>
                  </a:lnTo>
                  <a:lnTo>
                    <a:pt x="3165976" y="737106"/>
                  </a:lnTo>
                  <a:lnTo>
                    <a:pt x="3162846" y="738340"/>
                  </a:lnTo>
                  <a:lnTo>
                    <a:pt x="3160933" y="739095"/>
                  </a:lnTo>
                  <a:lnTo>
                    <a:pt x="3148761" y="743897"/>
                  </a:lnTo>
                  <a:lnTo>
                    <a:pt x="3147717" y="744309"/>
                  </a:lnTo>
                  <a:lnTo>
                    <a:pt x="3143196" y="746093"/>
                  </a:lnTo>
                  <a:lnTo>
                    <a:pt x="3134849" y="749388"/>
                  </a:lnTo>
                  <a:lnTo>
                    <a:pt x="3132066" y="750486"/>
                  </a:lnTo>
                  <a:lnTo>
                    <a:pt x="3130154" y="751241"/>
                  </a:lnTo>
                  <a:lnTo>
                    <a:pt x="3126328" y="752752"/>
                  </a:lnTo>
                  <a:lnTo>
                    <a:pt x="3125111" y="753232"/>
                  </a:lnTo>
                  <a:lnTo>
                    <a:pt x="3124589" y="753438"/>
                  </a:lnTo>
                  <a:lnTo>
                    <a:pt x="3123024" y="754056"/>
                  </a:lnTo>
                  <a:lnTo>
                    <a:pt x="3119546" y="755430"/>
                  </a:lnTo>
                  <a:lnTo>
                    <a:pt x="3113633" y="757765"/>
                  </a:lnTo>
                  <a:lnTo>
                    <a:pt x="3106156" y="760719"/>
                  </a:lnTo>
                  <a:lnTo>
                    <a:pt x="3094852" y="765185"/>
                  </a:lnTo>
                  <a:lnTo>
                    <a:pt x="3092939" y="765941"/>
                  </a:lnTo>
                  <a:lnTo>
                    <a:pt x="3091201" y="766628"/>
                  </a:lnTo>
                  <a:lnTo>
                    <a:pt x="3087027" y="768278"/>
                  </a:lnTo>
                  <a:lnTo>
                    <a:pt x="3079202" y="771371"/>
                  </a:lnTo>
                  <a:lnTo>
                    <a:pt x="3068768" y="775497"/>
                  </a:lnTo>
                  <a:lnTo>
                    <a:pt x="3066855" y="776253"/>
                  </a:lnTo>
                  <a:lnTo>
                    <a:pt x="3064942" y="777010"/>
                  </a:lnTo>
                  <a:lnTo>
                    <a:pt x="3060421" y="778798"/>
                  </a:lnTo>
                  <a:lnTo>
                    <a:pt x="3059899" y="779005"/>
                  </a:lnTo>
                  <a:lnTo>
                    <a:pt x="3054334" y="781206"/>
                  </a:lnTo>
                  <a:lnTo>
                    <a:pt x="3050682" y="782651"/>
                  </a:lnTo>
                  <a:lnTo>
                    <a:pt x="3049987" y="782926"/>
                  </a:lnTo>
                  <a:lnTo>
                    <a:pt x="3026685" y="792150"/>
                  </a:lnTo>
                  <a:lnTo>
                    <a:pt x="3023902" y="793251"/>
                  </a:lnTo>
                  <a:lnTo>
                    <a:pt x="3021989" y="794009"/>
                  </a:lnTo>
                  <a:lnTo>
                    <a:pt x="3021120" y="794353"/>
                  </a:lnTo>
                  <a:lnTo>
                    <a:pt x="3012599" y="797728"/>
                  </a:lnTo>
                  <a:lnTo>
                    <a:pt x="3001817" y="802000"/>
                  </a:lnTo>
                  <a:lnTo>
                    <a:pt x="2998861" y="803171"/>
                  </a:lnTo>
                  <a:lnTo>
                    <a:pt x="2993470" y="805308"/>
                  </a:lnTo>
                  <a:lnTo>
                    <a:pt x="2992079" y="805859"/>
                  </a:lnTo>
                  <a:lnTo>
                    <a:pt x="2988949" y="807100"/>
                  </a:lnTo>
                  <a:lnTo>
                    <a:pt x="2987036" y="807858"/>
                  </a:lnTo>
                  <a:lnTo>
                    <a:pt x="2974863" y="812684"/>
                  </a:lnTo>
                  <a:lnTo>
                    <a:pt x="2973820" y="813098"/>
                  </a:lnTo>
                  <a:lnTo>
                    <a:pt x="2969298" y="814891"/>
                  </a:lnTo>
                  <a:lnTo>
                    <a:pt x="2960951" y="818202"/>
                  </a:lnTo>
                  <a:lnTo>
                    <a:pt x="2958169" y="819306"/>
                  </a:lnTo>
                  <a:lnTo>
                    <a:pt x="2956256" y="820065"/>
                  </a:lnTo>
                  <a:lnTo>
                    <a:pt x="2952430" y="821583"/>
                  </a:lnTo>
                  <a:lnTo>
                    <a:pt x="2951213" y="822067"/>
                  </a:lnTo>
                  <a:lnTo>
                    <a:pt x="2950691" y="822274"/>
                  </a:lnTo>
                  <a:lnTo>
                    <a:pt x="2949126" y="822895"/>
                  </a:lnTo>
                  <a:lnTo>
                    <a:pt x="2945648" y="824275"/>
                  </a:lnTo>
                  <a:lnTo>
                    <a:pt x="2939736" y="826622"/>
                  </a:lnTo>
                  <a:lnTo>
                    <a:pt x="2932258" y="829591"/>
                  </a:lnTo>
                  <a:lnTo>
                    <a:pt x="2920955" y="834080"/>
                  </a:lnTo>
                  <a:lnTo>
                    <a:pt x="2919042" y="834840"/>
                  </a:lnTo>
                  <a:lnTo>
                    <a:pt x="2917303" y="835531"/>
                  </a:lnTo>
                  <a:lnTo>
                    <a:pt x="2913130" y="837189"/>
                  </a:lnTo>
                  <a:lnTo>
                    <a:pt x="2905304" y="840298"/>
                  </a:lnTo>
                  <a:lnTo>
                    <a:pt x="2894870" y="844446"/>
                  </a:lnTo>
                  <a:lnTo>
                    <a:pt x="2892957" y="845206"/>
                  </a:lnTo>
                  <a:lnTo>
                    <a:pt x="2891045" y="845967"/>
                  </a:lnTo>
                  <a:lnTo>
                    <a:pt x="2890697" y="846105"/>
                  </a:lnTo>
                  <a:lnTo>
                    <a:pt x="2886523" y="847764"/>
                  </a:lnTo>
                  <a:lnTo>
                    <a:pt x="2886002" y="847972"/>
                  </a:lnTo>
                  <a:lnTo>
                    <a:pt x="2880437" y="850185"/>
                  </a:lnTo>
                  <a:lnTo>
                    <a:pt x="2876785" y="851637"/>
                  </a:lnTo>
                  <a:lnTo>
                    <a:pt x="2876089" y="851914"/>
                  </a:lnTo>
                  <a:lnTo>
                    <a:pt x="2852787" y="861187"/>
                  </a:lnTo>
                  <a:lnTo>
                    <a:pt x="2850005" y="862295"/>
                  </a:lnTo>
                  <a:lnTo>
                    <a:pt x="2848092" y="863056"/>
                  </a:lnTo>
                  <a:lnTo>
                    <a:pt x="2847222" y="863402"/>
                  </a:lnTo>
                  <a:lnTo>
                    <a:pt x="2838701" y="866795"/>
                  </a:lnTo>
                  <a:lnTo>
                    <a:pt x="2827920" y="871090"/>
                  </a:lnTo>
                  <a:lnTo>
                    <a:pt x="2824964" y="872268"/>
                  </a:lnTo>
                  <a:lnTo>
                    <a:pt x="2819573" y="874416"/>
                  </a:lnTo>
                  <a:lnTo>
                    <a:pt x="2818182" y="874970"/>
                  </a:lnTo>
                  <a:lnTo>
                    <a:pt x="2815051" y="876218"/>
                  </a:lnTo>
                  <a:lnTo>
                    <a:pt x="2813139" y="876980"/>
                  </a:lnTo>
                  <a:lnTo>
                    <a:pt x="2800966" y="881833"/>
                  </a:lnTo>
                  <a:lnTo>
                    <a:pt x="2795401" y="884053"/>
                  </a:lnTo>
                  <a:lnTo>
                    <a:pt x="2787054" y="887382"/>
                  </a:lnTo>
                  <a:lnTo>
                    <a:pt x="2784272" y="888492"/>
                  </a:lnTo>
                  <a:lnTo>
                    <a:pt x="2782359" y="889255"/>
                  </a:lnTo>
                  <a:lnTo>
                    <a:pt x="2778533" y="890782"/>
                  </a:lnTo>
                  <a:lnTo>
                    <a:pt x="2777316" y="891268"/>
                  </a:lnTo>
                  <a:lnTo>
                    <a:pt x="2776794" y="891476"/>
                  </a:lnTo>
                  <a:lnTo>
                    <a:pt x="2775229" y="892101"/>
                  </a:lnTo>
                  <a:lnTo>
                    <a:pt x="2771751" y="893489"/>
                  </a:lnTo>
                  <a:lnTo>
                    <a:pt x="2765838" y="895849"/>
                  </a:lnTo>
                  <a:lnTo>
                    <a:pt x="2758361" y="898835"/>
                  </a:lnTo>
                  <a:lnTo>
                    <a:pt x="2747057" y="903349"/>
                  </a:lnTo>
                  <a:lnTo>
                    <a:pt x="2745145" y="904113"/>
                  </a:lnTo>
                  <a:lnTo>
                    <a:pt x="2743406" y="904808"/>
                  </a:lnTo>
                  <a:lnTo>
                    <a:pt x="2739232" y="906476"/>
                  </a:lnTo>
                  <a:lnTo>
                    <a:pt x="2731407" y="909603"/>
                  </a:lnTo>
                  <a:lnTo>
                    <a:pt x="2720973" y="913774"/>
                  </a:lnTo>
                  <a:lnTo>
                    <a:pt x="2719060" y="914539"/>
                  </a:lnTo>
                  <a:lnTo>
                    <a:pt x="2717147" y="915304"/>
                  </a:lnTo>
                  <a:lnTo>
                    <a:pt x="2716799" y="915443"/>
                  </a:lnTo>
                  <a:lnTo>
                    <a:pt x="2712626" y="917112"/>
                  </a:lnTo>
                  <a:lnTo>
                    <a:pt x="2712104" y="917321"/>
                  </a:lnTo>
                  <a:lnTo>
                    <a:pt x="2706539" y="919547"/>
                  </a:lnTo>
                  <a:lnTo>
                    <a:pt x="2702888" y="921008"/>
                  </a:lnTo>
                  <a:lnTo>
                    <a:pt x="2702192" y="921286"/>
                  </a:lnTo>
                  <a:lnTo>
                    <a:pt x="2678890" y="930613"/>
                  </a:lnTo>
                  <a:lnTo>
                    <a:pt x="2676107" y="931728"/>
                  </a:lnTo>
                  <a:lnTo>
                    <a:pt x="2674194" y="932494"/>
                  </a:lnTo>
                  <a:lnTo>
                    <a:pt x="2673325" y="932842"/>
                  </a:lnTo>
                  <a:lnTo>
                    <a:pt x="2664804" y="936255"/>
                  </a:lnTo>
                  <a:lnTo>
                    <a:pt x="2654022" y="940576"/>
                  </a:lnTo>
                  <a:lnTo>
                    <a:pt x="2651066" y="941760"/>
                  </a:lnTo>
                  <a:lnTo>
                    <a:pt x="2645675" y="943921"/>
                  </a:lnTo>
                  <a:lnTo>
                    <a:pt x="2644284" y="944479"/>
                  </a:lnTo>
                  <a:lnTo>
                    <a:pt x="2641154" y="945734"/>
                  </a:lnTo>
                  <a:lnTo>
                    <a:pt x="2639241" y="946501"/>
                  </a:lnTo>
                  <a:lnTo>
                    <a:pt x="2613156" y="956966"/>
                  </a:lnTo>
                  <a:lnTo>
                    <a:pt x="2610374" y="958083"/>
                  </a:lnTo>
                  <a:lnTo>
                    <a:pt x="2608461" y="958851"/>
                  </a:lnTo>
                  <a:lnTo>
                    <a:pt x="2604635" y="960387"/>
                  </a:lnTo>
                  <a:lnTo>
                    <a:pt x="2603418" y="960876"/>
                  </a:lnTo>
                  <a:lnTo>
                    <a:pt x="2602896" y="961085"/>
                  </a:lnTo>
                  <a:lnTo>
                    <a:pt x="2601331" y="961714"/>
                  </a:lnTo>
                  <a:lnTo>
                    <a:pt x="2597853" y="963110"/>
                  </a:lnTo>
                  <a:lnTo>
                    <a:pt x="2591941" y="965485"/>
                  </a:lnTo>
                  <a:lnTo>
                    <a:pt x="2584463" y="968489"/>
                  </a:lnTo>
                  <a:lnTo>
                    <a:pt x="2573160" y="973032"/>
                  </a:lnTo>
                  <a:lnTo>
                    <a:pt x="2571247" y="973801"/>
                  </a:lnTo>
                  <a:lnTo>
                    <a:pt x="2569508" y="974500"/>
                  </a:lnTo>
                  <a:lnTo>
                    <a:pt x="2565335" y="976178"/>
                  </a:lnTo>
                  <a:lnTo>
                    <a:pt x="2557509" y="979325"/>
                  </a:lnTo>
                  <a:lnTo>
                    <a:pt x="2547075" y="983523"/>
                  </a:lnTo>
                  <a:lnTo>
                    <a:pt x="2545163" y="984292"/>
                  </a:lnTo>
                  <a:lnTo>
                    <a:pt x="2543250" y="985062"/>
                  </a:lnTo>
                  <a:lnTo>
                    <a:pt x="2542902" y="985202"/>
                  </a:lnTo>
                  <a:lnTo>
                    <a:pt x="2538728" y="986882"/>
                  </a:lnTo>
                  <a:lnTo>
                    <a:pt x="2538207" y="987092"/>
                  </a:lnTo>
                  <a:lnTo>
                    <a:pt x="2532642" y="989332"/>
                  </a:lnTo>
                  <a:lnTo>
                    <a:pt x="2528990" y="990802"/>
                  </a:lnTo>
                  <a:lnTo>
                    <a:pt x="2528294" y="991082"/>
                  </a:lnTo>
                  <a:lnTo>
                    <a:pt x="2504992" y="1000469"/>
                  </a:lnTo>
                  <a:lnTo>
                    <a:pt x="2502210" y="1001591"/>
                  </a:lnTo>
                  <a:lnTo>
                    <a:pt x="2500297" y="1002362"/>
                  </a:lnTo>
                  <a:lnTo>
                    <a:pt x="2499428" y="1002712"/>
                  </a:lnTo>
                  <a:lnTo>
                    <a:pt x="2490907" y="1006147"/>
                  </a:lnTo>
                  <a:lnTo>
                    <a:pt x="2480125" y="1010496"/>
                  </a:lnTo>
                  <a:lnTo>
                    <a:pt x="2477169" y="1011689"/>
                  </a:lnTo>
                  <a:lnTo>
                    <a:pt x="2471778" y="1013864"/>
                  </a:lnTo>
                  <a:lnTo>
                    <a:pt x="2470387" y="1014425"/>
                  </a:lnTo>
                  <a:lnTo>
                    <a:pt x="2467256" y="1015688"/>
                  </a:lnTo>
                  <a:lnTo>
                    <a:pt x="2465344" y="1016460"/>
                  </a:lnTo>
                  <a:lnTo>
                    <a:pt x="2453171" y="1021375"/>
                  </a:lnTo>
                  <a:lnTo>
                    <a:pt x="2452127" y="1021796"/>
                  </a:lnTo>
                  <a:lnTo>
                    <a:pt x="2447606" y="1023622"/>
                  </a:lnTo>
                  <a:lnTo>
                    <a:pt x="2439259" y="1026995"/>
                  </a:lnTo>
                  <a:lnTo>
                    <a:pt x="2436477" y="1028119"/>
                  </a:lnTo>
                  <a:lnTo>
                    <a:pt x="2434564" y="1028892"/>
                  </a:lnTo>
                  <a:lnTo>
                    <a:pt x="2430738" y="1030438"/>
                  </a:lnTo>
                  <a:lnTo>
                    <a:pt x="2429521" y="1030930"/>
                  </a:lnTo>
                  <a:lnTo>
                    <a:pt x="2428999" y="1031141"/>
                  </a:lnTo>
                  <a:lnTo>
                    <a:pt x="2427434" y="1031774"/>
                  </a:lnTo>
                  <a:lnTo>
                    <a:pt x="2423956" y="1033180"/>
                  </a:lnTo>
                  <a:lnTo>
                    <a:pt x="2418044" y="1035570"/>
                  </a:lnTo>
                  <a:lnTo>
                    <a:pt x="2410566" y="1038595"/>
                  </a:lnTo>
                  <a:lnTo>
                    <a:pt x="2399263" y="1043168"/>
                  </a:lnTo>
                  <a:lnTo>
                    <a:pt x="2397350" y="1043942"/>
                  </a:lnTo>
                  <a:lnTo>
                    <a:pt x="2395611" y="1044646"/>
                  </a:lnTo>
                  <a:lnTo>
                    <a:pt x="2391437" y="1046335"/>
                  </a:lnTo>
                  <a:lnTo>
                    <a:pt x="2383612" y="1049504"/>
                  </a:lnTo>
                  <a:lnTo>
                    <a:pt x="2373178" y="1053730"/>
                  </a:lnTo>
                  <a:lnTo>
                    <a:pt x="2371265" y="1054505"/>
                  </a:lnTo>
                  <a:lnTo>
                    <a:pt x="2369352" y="1055280"/>
                  </a:lnTo>
                  <a:lnTo>
                    <a:pt x="2369004" y="1055421"/>
                  </a:lnTo>
                  <a:lnTo>
                    <a:pt x="2364831" y="1057112"/>
                  </a:lnTo>
                  <a:lnTo>
                    <a:pt x="2364309" y="1057323"/>
                  </a:lnTo>
                  <a:lnTo>
                    <a:pt x="2358744" y="1059579"/>
                  </a:lnTo>
                  <a:lnTo>
                    <a:pt x="2355093" y="1061059"/>
                  </a:lnTo>
                  <a:lnTo>
                    <a:pt x="2354397" y="1061341"/>
                  </a:lnTo>
                  <a:lnTo>
                    <a:pt x="2331095" y="1070793"/>
                  </a:lnTo>
                  <a:lnTo>
                    <a:pt x="2328312" y="1071923"/>
                  </a:lnTo>
                  <a:lnTo>
                    <a:pt x="2326400" y="1072699"/>
                  </a:lnTo>
                  <a:lnTo>
                    <a:pt x="2325530" y="1073052"/>
                  </a:lnTo>
                  <a:lnTo>
                    <a:pt x="2317009" y="1076511"/>
                  </a:lnTo>
                  <a:lnTo>
                    <a:pt x="2306227" y="1080890"/>
                  </a:lnTo>
                  <a:lnTo>
                    <a:pt x="2303271" y="1082091"/>
                  </a:lnTo>
                  <a:lnTo>
                    <a:pt x="2297880" y="1084282"/>
                  </a:lnTo>
                  <a:lnTo>
                    <a:pt x="2296489" y="1084847"/>
                  </a:lnTo>
                  <a:lnTo>
                    <a:pt x="2293359" y="1086119"/>
                  </a:lnTo>
                  <a:lnTo>
                    <a:pt x="2291446" y="1086897"/>
                  </a:lnTo>
                  <a:lnTo>
                    <a:pt x="2279273" y="1091846"/>
                  </a:lnTo>
                  <a:lnTo>
                    <a:pt x="2278230" y="1092270"/>
                  </a:lnTo>
                  <a:lnTo>
                    <a:pt x="2273709" y="1094110"/>
                  </a:lnTo>
                  <a:lnTo>
                    <a:pt x="2265362" y="1097506"/>
                  </a:lnTo>
                  <a:lnTo>
                    <a:pt x="2262579" y="1098638"/>
                  </a:lnTo>
                  <a:lnTo>
                    <a:pt x="2260666" y="1099416"/>
                  </a:lnTo>
                  <a:lnTo>
                    <a:pt x="2256841" y="1100974"/>
                  </a:lnTo>
                  <a:lnTo>
                    <a:pt x="2255623" y="1101469"/>
                  </a:lnTo>
                  <a:lnTo>
                    <a:pt x="2255102" y="1101682"/>
                  </a:lnTo>
                  <a:lnTo>
                    <a:pt x="2253537" y="1102319"/>
                  </a:lnTo>
                  <a:lnTo>
                    <a:pt x="2250059" y="1103735"/>
                  </a:lnTo>
                  <a:lnTo>
                    <a:pt x="2244146" y="1106143"/>
                  </a:lnTo>
                  <a:lnTo>
                    <a:pt x="2236668" y="1109189"/>
                  </a:lnTo>
                  <a:lnTo>
                    <a:pt x="2225365" y="1113795"/>
                  </a:lnTo>
                  <a:lnTo>
                    <a:pt x="2223452" y="1114575"/>
                  </a:lnTo>
                  <a:lnTo>
                    <a:pt x="2221713" y="1115284"/>
                  </a:lnTo>
                  <a:lnTo>
                    <a:pt x="2217540" y="1116986"/>
                  </a:lnTo>
                  <a:lnTo>
                    <a:pt x="2209714" y="1120177"/>
                  </a:lnTo>
                  <a:lnTo>
                    <a:pt x="2199281" y="1124434"/>
                  </a:lnTo>
                  <a:lnTo>
                    <a:pt x="2197368" y="1125215"/>
                  </a:lnTo>
                  <a:lnTo>
                    <a:pt x="2195455" y="1125995"/>
                  </a:lnTo>
                  <a:lnTo>
                    <a:pt x="2195107" y="1126137"/>
                  </a:lnTo>
                  <a:lnTo>
                    <a:pt x="2190933" y="1127841"/>
                  </a:lnTo>
                  <a:lnTo>
                    <a:pt x="2190412" y="1128054"/>
                  </a:lnTo>
                  <a:lnTo>
                    <a:pt x="2184847" y="1130326"/>
                  </a:lnTo>
                  <a:lnTo>
                    <a:pt x="2181195" y="1131817"/>
                  </a:lnTo>
                  <a:lnTo>
                    <a:pt x="2180500" y="1132101"/>
                  </a:lnTo>
                  <a:lnTo>
                    <a:pt x="2157197" y="1141623"/>
                  </a:lnTo>
                  <a:lnTo>
                    <a:pt x="2154415" y="1142760"/>
                  </a:lnTo>
                  <a:lnTo>
                    <a:pt x="2152502" y="1143543"/>
                  </a:lnTo>
                  <a:lnTo>
                    <a:pt x="2151633" y="1143898"/>
                  </a:lnTo>
                  <a:lnTo>
                    <a:pt x="2143112" y="1147383"/>
                  </a:lnTo>
                  <a:lnTo>
                    <a:pt x="2132330" y="1151795"/>
                  </a:lnTo>
                  <a:lnTo>
                    <a:pt x="2129374" y="1153005"/>
                  </a:lnTo>
                  <a:lnTo>
                    <a:pt x="2123983" y="1155212"/>
                  </a:lnTo>
                  <a:lnTo>
                    <a:pt x="2122592" y="1155781"/>
                  </a:lnTo>
                  <a:lnTo>
                    <a:pt x="2119462" y="1157063"/>
                  </a:lnTo>
                  <a:lnTo>
                    <a:pt x="2117549" y="1157846"/>
                  </a:lnTo>
                  <a:lnTo>
                    <a:pt x="2105376" y="1162833"/>
                  </a:lnTo>
                  <a:lnTo>
                    <a:pt x="2104333" y="1163260"/>
                  </a:lnTo>
                  <a:lnTo>
                    <a:pt x="2099811" y="1165113"/>
                  </a:lnTo>
                  <a:lnTo>
                    <a:pt x="2091464" y="1168535"/>
                  </a:lnTo>
                  <a:lnTo>
                    <a:pt x="2088682" y="1169676"/>
                  </a:lnTo>
                  <a:lnTo>
                    <a:pt x="2086769" y="1170460"/>
                  </a:lnTo>
                  <a:lnTo>
                    <a:pt x="2082943" y="1172029"/>
                  </a:lnTo>
                  <a:lnTo>
                    <a:pt x="2081726" y="1172529"/>
                  </a:lnTo>
                  <a:lnTo>
                    <a:pt x="2081204" y="1172743"/>
                  </a:lnTo>
                  <a:lnTo>
                    <a:pt x="2079639" y="1173385"/>
                  </a:lnTo>
                  <a:lnTo>
                    <a:pt x="2076161" y="1174811"/>
                  </a:lnTo>
                  <a:lnTo>
                    <a:pt x="2070249" y="1177237"/>
                  </a:lnTo>
                  <a:lnTo>
                    <a:pt x="2062771" y="1180307"/>
                  </a:lnTo>
                  <a:lnTo>
                    <a:pt x="2051468" y="1184948"/>
                  </a:lnTo>
                  <a:lnTo>
                    <a:pt x="2049555" y="1185734"/>
                  </a:lnTo>
                  <a:lnTo>
                    <a:pt x="2047816" y="1186448"/>
                  </a:lnTo>
                  <a:lnTo>
                    <a:pt x="2043642" y="1188163"/>
                  </a:lnTo>
                  <a:lnTo>
                    <a:pt x="2035817" y="1191379"/>
                  </a:lnTo>
                  <a:lnTo>
                    <a:pt x="2025383" y="1195668"/>
                  </a:lnTo>
                  <a:lnTo>
                    <a:pt x="2023470" y="1196455"/>
                  </a:lnTo>
                  <a:lnTo>
                    <a:pt x="2021557" y="1197242"/>
                  </a:lnTo>
                  <a:lnTo>
                    <a:pt x="2021210" y="1197385"/>
                  </a:lnTo>
                  <a:lnTo>
                    <a:pt x="2017036" y="1199101"/>
                  </a:lnTo>
                  <a:lnTo>
                    <a:pt x="2016514" y="1199316"/>
                  </a:lnTo>
                  <a:lnTo>
                    <a:pt x="2010950" y="1201605"/>
                  </a:lnTo>
                  <a:lnTo>
                    <a:pt x="2007298" y="1203108"/>
                  </a:lnTo>
                  <a:lnTo>
                    <a:pt x="2006602" y="1203395"/>
                  </a:lnTo>
                  <a:lnTo>
                    <a:pt x="1983300" y="1212990"/>
                  </a:lnTo>
                  <a:lnTo>
                    <a:pt x="1980518" y="1214136"/>
                  </a:lnTo>
                  <a:lnTo>
                    <a:pt x="1978605" y="1214925"/>
                  </a:lnTo>
                  <a:lnTo>
                    <a:pt x="1977735" y="1215283"/>
                  </a:lnTo>
                  <a:lnTo>
                    <a:pt x="1969214" y="1218795"/>
                  </a:lnTo>
                  <a:lnTo>
                    <a:pt x="1958433" y="1223241"/>
                  </a:lnTo>
                  <a:lnTo>
                    <a:pt x="1955476" y="1224460"/>
                  </a:lnTo>
                  <a:lnTo>
                    <a:pt x="1950085" y="1226684"/>
                  </a:lnTo>
                  <a:lnTo>
                    <a:pt x="1948694" y="1227258"/>
                  </a:lnTo>
                  <a:lnTo>
                    <a:pt x="1945564" y="1228550"/>
                  </a:lnTo>
                  <a:lnTo>
                    <a:pt x="1943651" y="1229340"/>
                  </a:lnTo>
                  <a:lnTo>
                    <a:pt x="1931478" y="1234365"/>
                  </a:lnTo>
                  <a:lnTo>
                    <a:pt x="1930435" y="1234796"/>
                  </a:lnTo>
                  <a:lnTo>
                    <a:pt x="1925914" y="1236663"/>
                  </a:lnTo>
                  <a:lnTo>
                    <a:pt x="1917567" y="1240112"/>
                  </a:lnTo>
                  <a:lnTo>
                    <a:pt x="1914784" y="1241262"/>
                  </a:lnTo>
                  <a:lnTo>
                    <a:pt x="1912871" y="1242052"/>
                  </a:lnTo>
                  <a:lnTo>
                    <a:pt x="1909046" y="1243634"/>
                  </a:lnTo>
                  <a:lnTo>
                    <a:pt x="1907828" y="1244137"/>
                  </a:lnTo>
                  <a:lnTo>
                    <a:pt x="1907307" y="1244353"/>
                  </a:lnTo>
                  <a:lnTo>
                    <a:pt x="1905742" y="1245000"/>
                  </a:lnTo>
                  <a:lnTo>
                    <a:pt x="1902264" y="1246438"/>
                  </a:lnTo>
                  <a:lnTo>
                    <a:pt x="1896351" y="1248883"/>
                  </a:lnTo>
                  <a:lnTo>
                    <a:pt x="1888874" y="1251977"/>
                  </a:lnTo>
                  <a:lnTo>
                    <a:pt x="1877570" y="1256655"/>
                  </a:lnTo>
                  <a:lnTo>
                    <a:pt x="1875657" y="1257447"/>
                  </a:lnTo>
                  <a:lnTo>
                    <a:pt x="1873918" y="1258167"/>
                  </a:lnTo>
                  <a:lnTo>
                    <a:pt x="1869745" y="1259895"/>
                  </a:lnTo>
                  <a:lnTo>
                    <a:pt x="1861919" y="1263136"/>
                  </a:lnTo>
                  <a:lnTo>
                    <a:pt x="1851486" y="1267460"/>
                  </a:lnTo>
                  <a:lnTo>
                    <a:pt x="1849573" y="1268253"/>
                  </a:lnTo>
                  <a:lnTo>
                    <a:pt x="1847660" y="1269046"/>
                  </a:lnTo>
                  <a:lnTo>
                    <a:pt x="1847312" y="1269190"/>
                  </a:lnTo>
                  <a:lnTo>
                    <a:pt x="1843139" y="1270920"/>
                  </a:lnTo>
                  <a:lnTo>
                    <a:pt x="1842617" y="1271137"/>
                  </a:lnTo>
                  <a:lnTo>
                    <a:pt x="1833400" y="1274959"/>
                  </a:lnTo>
                  <a:lnTo>
                    <a:pt x="1832705" y="1275248"/>
                  </a:lnTo>
                  <a:lnTo>
                    <a:pt x="1809402" y="1284919"/>
                  </a:lnTo>
                  <a:lnTo>
                    <a:pt x="1806620" y="1286075"/>
                  </a:lnTo>
                  <a:lnTo>
                    <a:pt x="1804707" y="1286869"/>
                  </a:lnTo>
                  <a:lnTo>
                    <a:pt x="1803838" y="1287231"/>
                  </a:lnTo>
                  <a:lnTo>
                    <a:pt x="1795317" y="1290771"/>
                  </a:lnTo>
                  <a:lnTo>
                    <a:pt x="1784535" y="1295252"/>
                  </a:lnTo>
                  <a:lnTo>
                    <a:pt x="1781579" y="1296482"/>
                  </a:lnTo>
                  <a:lnTo>
                    <a:pt x="1776188" y="1298723"/>
                  </a:lnTo>
                  <a:lnTo>
                    <a:pt x="1774797" y="1299302"/>
                  </a:lnTo>
                  <a:lnTo>
                    <a:pt x="1771667" y="1300604"/>
                  </a:lnTo>
                  <a:lnTo>
                    <a:pt x="1769754" y="1301400"/>
                  </a:lnTo>
                  <a:lnTo>
                    <a:pt x="1757581" y="1306466"/>
                  </a:lnTo>
                  <a:lnTo>
                    <a:pt x="1756538" y="1306900"/>
                  </a:lnTo>
                  <a:lnTo>
                    <a:pt x="1752016" y="1308783"/>
                  </a:lnTo>
                  <a:lnTo>
                    <a:pt x="1743669" y="1312259"/>
                  </a:lnTo>
                  <a:lnTo>
                    <a:pt x="1740887" y="1313418"/>
                  </a:lnTo>
                  <a:lnTo>
                    <a:pt x="1738974" y="1314215"/>
                  </a:lnTo>
                  <a:lnTo>
                    <a:pt x="1735148" y="1315809"/>
                  </a:lnTo>
                  <a:lnTo>
                    <a:pt x="1733931" y="1316316"/>
                  </a:lnTo>
                  <a:lnTo>
                    <a:pt x="1733409" y="1316534"/>
                  </a:lnTo>
                  <a:lnTo>
                    <a:pt x="1731844" y="1317186"/>
                  </a:lnTo>
                  <a:lnTo>
                    <a:pt x="1728366" y="1318636"/>
                  </a:lnTo>
                  <a:lnTo>
                    <a:pt x="1722454" y="1321101"/>
                  </a:lnTo>
                  <a:lnTo>
                    <a:pt x="1714976" y="1324219"/>
                  </a:lnTo>
                  <a:lnTo>
                    <a:pt x="1703673" y="1328935"/>
                  </a:lnTo>
                  <a:lnTo>
                    <a:pt x="1701760" y="1329733"/>
                  </a:lnTo>
                  <a:lnTo>
                    <a:pt x="1700021" y="1330459"/>
                  </a:lnTo>
                  <a:lnTo>
                    <a:pt x="1695847" y="1332201"/>
                  </a:lnTo>
                  <a:lnTo>
                    <a:pt x="1688022" y="1335469"/>
                  </a:lnTo>
                  <a:lnTo>
                    <a:pt x="1677588" y="1339827"/>
                  </a:lnTo>
                  <a:lnTo>
                    <a:pt x="1675675" y="1340626"/>
                  </a:lnTo>
                  <a:lnTo>
                    <a:pt x="1673762" y="1341426"/>
                  </a:lnTo>
                  <a:lnTo>
                    <a:pt x="1673415" y="1341571"/>
                  </a:lnTo>
                  <a:lnTo>
                    <a:pt x="1669241" y="1343315"/>
                  </a:lnTo>
                  <a:lnTo>
                    <a:pt x="1668719" y="1343533"/>
                  </a:lnTo>
                  <a:lnTo>
                    <a:pt x="1663155" y="1345860"/>
                  </a:lnTo>
                  <a:lnTo>
                    <a:pt x="1659503" y="1347387"/>
                  </a:lnTo>
                  <a:lnTo>
                    <a:pt x="1658807" y="1347678"/>
                  </a:lnTo>
                  <a:lnTo>
                    <a:pt x="1635505" y="1357427"/>
                  </a:lnTo>
                  <a:lnTo>
                    <a:pt x="1632723" y="1358592"/>
                  </a:lnTo>
                  <a:lnTo>
                    <a:pt x="1630810" y="1359393"/>
                  </a:lnTo>
                  <a:lnTo>
                    <a:pt x="1629940" y="1359757"/>
                  </a:lnTo>
                  <a:lnTo>
                    <a:pt x="1621419" y="1363326"/>
                  </a:lnTo>
                  <a:lnTo>
                    <a:pt x="1610638" y="1367844"/>
                  </a:lnTo>
                  <a:lnTo>
                    <a:pt x="1607681" y="1369083"/>
                  </a:lnTo>
                  <a:lnTo>
                    <a:pt x="1602291" y="1371343"/>
                  </a:lnTo>
                  <a:lnTo>
                    <a:pt x="1600899" y="1371926"/>
                  </a:lnTo>
                  <a:lnTo>
                    <a:pt x="1597769" y="1373239"/>
                  </a:lnTo>
                  <a:lnTo>
                    <a:pt x="1595856" y="1374041"/>
                  </a:lnTo>
                  <a:lnTo>
                    <a:pt x="1583684" y="1379148"/>
                  </a:lnTo>
                  <a:lnTo>
                    <a:pt x="1582640" y="1379586"/>
                  </a:lnTo>
                  <a:lnTo>
                    <a:pt x="1578119" y="1381483"/>
                  </a:lnTo>
                  <a:lnTo>
                    <a:pt x="1569772" y="1384988"/>
                  </a:lnTo>
                  <a:lnTo>
                    <a:pt x="1566989" y="1386156"/>
                  </a:lnTo>
                  <a:lnTo>
                    <a:pt x="1565077" y="1386959"/>
                  </a:lnTo>
                  <a:lnTo>
                    <a:pt x="1561251" y="1388566"/>
                  </a:lnTo>
                  <a:lnTo>
                    <a:pt x="1560033" y="1389078"/>
                  </a:lnTo>
                  <a:lnTo>
                    <a:pt x="1559512" y="1389297"/>
                  </a:lnTo>
                  <a:lnTo>
                    <a:pt x="1554469" y="1391416"/>
                  </a:lnTo>
                  <a:lnTo>
                    <a:pt x="1548556" y="1393901"/>
                  </a:lnTo>
                  <a:lnTo>
                    <a:pt x="1541079" y="1397044"/>
                  </a:lnTo>
                  <a:lnTo>
                    <a:pt x="1529775" y="1401798"/>
                  </a:lnTo>
                  <a:lnTo>
                    <a:pt x="1527862" y="1402603"/>
                  </a:lnTo>
                  <a:lnTo>
                    <a:pt x="1526123" y="1403334"/>
                  </a:lnTo>
                  <a:lnTo>
                    <a:pt x="1521950" y="1405091"/>
                  </a:lnTo>
                  <a:lnTo>
                    <a:pt x="1514125" y="1408384"/>
                  </a:lnTo>
                  <a:lnTo>
                    <a:pt x="1503691" y="1412778"/>
                  </a:lnTo>
                  <a:lnTo>
                    <a:pt x="1501778" y="1413584"/>
                  </a:lnTo>
                  <a:lnTo>
                    <a:pt x="1499865" y="1414389"/>
                  </a:lnTo>
                  <a:lnTo>
                    <a:pt x="1499517" y="1414536"/>
                  </a:lnTo>
                  <a:lnTo>
                    <a:pt x="1495344" y="1416294"/>
                  </a:lnTo>
                  <a:lnTo>
                    <a:pt x="1494822" y="1416514"/>
                  </a:lnTo>
                  <a:lnTo>
                    <a:pt x="1489257" y="1418859"/>
                  </a:lnTo>
                  <a:lnTo>
                    <a:pt x="1485605" y="1420398"/>
                  </a:lnTo>
                  <a:lnTo>
                    <a:pt x="1484910" y="1420691"/>
                  </a:lnTo>
                  <a:lnTo>
                    <a:pt x="1461608" y="1430520"/>
                  </a:lnTo>
                  <a:lnTo>
                    <a:pt x="1458825" y="1431694"/>
                  </a:lnTo>
                  <a:lnTo>
                    <a:pt x="1456912" y="1432501"/>
                  </a:lnTo>
                  <a:lnTo>
                    <a:pt x="1456043" y="1432868"/>
                  </a:lnTo>
                  <a:lnTo>
                    <a:pt x="1447522" y="1436466"/>
                  </a:lnTo>
                  <a:lnTo>
                    <a:pt x="1436740" y="1441019"/>
                  </a:lnTo>
                  <a:lnTo>
                    <a:pt x="1433784" y="1442268"/>
                  </a:lnTo>
                  <a:lnTo>
                    <a:pt x="1428393" y="1444546"/>
                  </a:lnTo>
                  <a:lnTo>
                    <a:pt x="1427002" y="1445134"/>
                  </a:lnTo>
                  <a:lnTo>
                    <a:pt x="1423872" y="1446457"/>
                  </a:lnTo>
                  <a:lnTo>
                    <a:pt x="1421959" y="1447266"/>
                  </a:lnTo>
                  <a:lnTo>
                    <a:pt x="1409786" y="1452414"/>
                  </a:lnTo>
                  <a:lnTo>
                    <a:pt x="1408743" y="1452855"/>
                  </a:lnTo>
                  <a:lnTo>
                    <a:pt x="1404221" y="1454768"/>
                  </a:lnTo>
                  <a:lnTo>
                    <a:pt x="1395874" y="1458300"/>
                  </a:lnTo>
                  <a:lnTo>
                    <a:pt x="1393092" y="1459478"/>
                  </a:lnTo>
                  <a:lnTo>
                    <a:pt x="1391179" y="1460287"/>
                  </a:lnTo>
                  <a:lnTo>
                    <a:pt x="1387353" y="1461907"/>
                  </a:lnTo>
                  <a:lnTo>
                    <a:pt x="1386136" y="1462422"/>
                  </a:lnTo>
                  <a:lnTo>
                    <a:pt x="1385614" y="1462643"/>
                  </a:lnTo>
                  <a:lnTo>
                    <a:pt x="1384049" y="1463306"/>
                  </a:lnTo>
                  <a:lnTo>
                    <a:pt x="1380571" y="1464779"/>
                  </a:lnTo>
                  <a:lnTo>
                    <a:pt x="1374659" y="1467283"/>
                  </a:lnTo>
                  <a:lnTo>
                    <a:pt x="1367181" y="1470452"/>
                  </a:lnTo>
                  <a:lnTo>
                    <a:pt x="1355878" y="1475243"/>
                  </a:lnTo>
                  <a:lnTo>
                    <a:pt x="1353965" y="1476054"/>
                  </a:lnTo>
                  <a:lnTo>
                    <a:pt x="1352226" y="1476792"/>
                  </a:lnTo>
                  <a:lnTo>
                    <a:pt x="1348053" y="1478562"/>
                  </a:lnTo>
                  <a:lnTo>
                    <a:pt x="1340227" y="1481882"/>
                  </a:lnTo>
                  <a:lnTo>
                    <a:pt x="1329793" y="1486310"/>
                  </a:lnTo>
                  <a:lnTo>
                    <a:pt x="1327880" y="1487122"/>
                  </a:lnTo>
                  <a:lnTo>
                    <a:pt x="1325968" y="1487934"/>
                  </a:lnTo>
                  <a:lnTo>
                    <a:pt x="1321446" y="1489854"/>
                  </a:lnTo>
                  <a:lnTo>
                    <a:pt x="1320925" y="1490075"/>
                  </a:lnTo>
                  <a:lnTo>
                    <a:pt x="1315360" y="1492439"/>
                  </a:lnTo>
                  <a:lnTo>
                    <a:pt x="1311708" y="1493990"/>
                  </a:lnTo>
                  <a:lnTo>
                    <a:pt x="1311012" y="1494285"/>
                  </a:lnTo>
                  <a:lnTo>
                    <a:pt x="1287710" y="1504190"/>
                  </a:lnTo>
                  <a:lnTo>
                    <a:pt x="1284928" y="1505374"/>
                  </a:lnTo>
                  <a:lnTo>
                    <a:pt x="1283015" y="1506187"/>
                  </a:lnTo>
                  <a:lnTo>
                    <a:pt x="1282145" y="1506557"/>
                  </a:lnTo>
                  <a:lnTo>
                    <a:pt x="1273624" y="1510183"/>
                  </a:lnTo>
                  <a:lnTo>
                    <a:pt x="1262843" y="1514772"/>
                  </a:lnTo>
                  <a:lnTo>
                    <a:pt x="1259887" y="1516031"/>
                  </a:lnTo>
                  <a:lnTo>
                    <a:pt x="1254496" y="1518326"/>
                  </a:lnTo>
                  <a:lnTo>
                    <a:pt x="1253105" y="1518919"/>
                  </a:lnTo>
                  <a:lnTo>
                    <a:pt x="1249974" y="1520252"/>
                  </a:lnTo>
                  <a:lnTo>
                    <a:pt x="1248061" y="1521067"/>
                  </a:lnTo>
                  <a:lnTo>
                    <a:pt x="1235889" y="1526254"/>
                  </a:lnTo>
                  <a:lnTo>
                    <a:pt x="1234845" y="1526699"/>
                  </a:lnTo>
                  <a:lnTo>
                    <a:pt x="1230324" y="1528626"/>
                  </a:lnTo>
                  <a:lnTo>
                    <a:pt x="1221977" y="1532186"/>
                  </a:lnTo>
                  <a:lnTo>
                    <a:pt x="1219195" y="1533372"/>
                  </a:lnTo>
                  <a:lnTo>
                    <a:pt x="1217282" y="1534188"/>
                  </a:lnTo>
                  <a:lnTo>
                    <a:pt x="1213456" y="1535821"/>
                  </a:lnTo>
                  <a:lnTo>
                    <a:pt x="1212239" y="1536340"/>
                  </a:lnTo>
                  <a:lnTo>
                    <a:pt x="1211717" y="1536563"/>
                  </a:lnTo>
                  <a:lnTo>
                    <a:pt x="1210152" y="1537230"/>
                  </a:lnTo>
                  <a:lnTo>
                    <a:pt x="1206674" y="1538715"/>
                  </a:lnTo>
                  <a:lnTo>
                    <a:pt x="1200761" y="1541238"/>
                  </a:lnTo>
                  <a:lnTo>
                    <a:pt x="1193284" y="1544431"/>
                  </a:lnTo>
                  <a:lnTo>
                    <a:pt x="1181980" y="1549259"/>
                  </a:lnTo>
                  <a:lnTo>
                    <a:pt x="1180068" y="1550076"/>
                  </a:lnTo>
                  <a:lnTo>
                    <a:pt x="1178329" y="1550819"/>
                  </a:lnTo>
                  <a:lnTo>
                    <a:pt x="1174155" y="1552603"/>
                  </a:lnTo>
                  <a:lnTo>
                    <a:pt x="1155896" y="1560409"/>
                  </a:lnTo>
                  <a:lnTo>
                    <a:pt x="1153983" y="1561227"/>
                  </a:lnTo>
                  <a:lnTo>
                    <a:pt x="1152070" y="1562045"/>
                  </a:lnTo>
                  <a:lnTo>
                    <a:pt x="1151722" y="1562194"/>
                  </a:lnTo>
                  <a:lnTo>
                    <a:pt x="1147549" y="1563980"/>
                  </a:lnTo>
                  <a:lnTo>
                    <a:pt x="1147027" y="1564203"/>
                  </a:lnTo>
                  <a:lnTo>
                    <a:pt x="1141462" y="1566584"/>
                  </a:lnTo>
                  <a:lnTo>
                    <a:pt x="1137810" y="1568147"/>
                  </a:lnTo>
                  <a:lnTo>
                    <a:pt x="1137115" y="1568445"/>
                  </a:lnTo>
                  <a:lnTo>
                    <a:pt x="1113813" y="1578424"/>
                  </a:lnTo>
                  <a:lnTo>
                    <a:pt x="1111030" y="1579616"/>
                  </a:lnTo>
                  <a:lnTo>
                    <a:pt x="1109117" y="1580436"/>
                  </a:lnTo>
                  <a:lnTo>
                    <a:pt x="1108248" y="1580809"/>
                  </a:lnTo>
                  <a:lnTo>
                    <a:pt x="1099727" y="1584461"/>
                  </a:lnTo>
                  <a:lnTo>
                    <a:pt x="1088945" y="1589084"/>
                  </a:lnTo>
                  <a:lnTo>
                    <a:pt x="1085989" y="1590352"/>
                  </a:lnTo>
                  <a:lnTo>
                    <a:pt x="1080598" y="1592665"/>
                  </a:lnTo>
                  <a:lnTo>
                    <a:pt x="1079207" y="1593262"/>
                  </a:lnTo>
                  <a:lnTo>
                    <a:pt x="1076077" y="1594605"/>
                  </a:lnTo>
                  <a:lnTo>
                    <a:pt x="1074164" y="1595426"/>
                  </a:lnTo>
                  <a:lnTo>
                    <a:pt x="1061991" y="1600651"/>
                  </a:lnTo>
                  <a:lnTo>
                    <a:pt x="1060948" y="1601099"/>
                  </a:lnTo>
                  <a:lnTo>
                    <a:pt x="1056426" y="1603041"/>
                  </a:lnTo>
                  <a:lnTo>
                    <a:pt x="1048079" y="1606626"/>
                  </a:lnTo>
                  <a:lnTo>
                    <a:pt x="1045297" y="1607821"/>
                  </a:lnTo>
                  <a:lnTo>
                    <a:pt x="1043384" y="1608643"/>
                  </a:lnTo>
                  <a:lnTo>
                    <a:pt x="1039558" y="1610287"/>
                  </a:lnTo>
                  <a:lnTo>
                    <a:pt x="1038341" y="1610810"/>
                  </a:lnTo>
                  <a:lnTo>
                    <a:pt x="1037819" y="1611035"/>
                  </a:lnTo>
                  <a:lnTo>
                    <a:pt x="1036254" y="1611707"/>
                  </a:lnTo>
                  <a:lnTo>
                    <a:pt x="1032776" y="1613202"/>
                  </a:lnTo>
                  <a:lnTo>
                    <a:pt x="1026864" y="1615744"/>
                  </a:lnTo>
                  <a:lnTo>
                    <a:pt x="1019386" y="1618960"/>
                  </a:lnTo>
                  <a:lnTo>
                    <a:pt x="1008083" y="1623823"/>
                  </a:lnTo>
                  <a:lnTo>
                    <a:pt x="1006170" y="1624646"/>
                  </a:lnTo>
                  <a:lnTo>
                    <a:pt x="1004431" y="1625394"/>
                  </a:lnTo>
                  <a:lnTo>
                    <a:pt x="1000258" y="1627191"/>
                  </a:lnTo>
                  <a:lnTo>
                    <a:pt x="992432" y="1630559"/>
                  </a:lnTo>
                  <a:lnTo>
                    <a:pt x="981998" y="1635053"/>
                  </a:lnTo>
                  <a:lnTo>
                    <a:pt x="980086" y="1635877"/>
                  </a:lnTo>
                  <a:lnTo>
                    <a:pt x="978173" y="1636701"/>
                  </a:lnTo>
                  <a:lnTo>
                    <a:pt x="977825" y="1636851"/>
                  </a:lnTo>
                  <a:lnTo>
                    <a:pt x="973651" y="1638649"/>
                  </a:lnTo>
                  <a:lnTo>
                    <a:pt x="973130" y="1638874"/>
                  </a:lnTo>
                  <a:lnTo>
                    <a:pt x="967565" y="1641272"/>
                  </a:lnTo>
                  <a:lnTo>
                    <a:pt x="963217" y="1643146"/>
                  </a:lnTo>
                  <a:lnTo>
                    <a:pt x="939915" y="1653195"/>
                  </a:lnTo>
                  <a:lnTo>
                    <a:pt x="937133" y="1654396"/>
                  </a:lnTo>
                  <a:lnTo>
                    <a:pt x="935220" y="1655221"/>
                  </a:lnTo>
                  <a:lnTo>
                    <a:pt x="934350" y="1655597"/>
                  </a:lnTo>
                  <a:lnTo>
                    <a:pt x="925830" y="1659274"/>
                  </a:lnTo>
                  <a:lnTo>
                    <a:pt x="915048" y="1663930"/>
                  </a:lnTo>
                  <a:lnTo>
                    <a:pt x="912092" y="1665207"/>
                  </a:lnTo>
                  <a:lnTo>
                    <a:pt x="906701" y="1667535"/>
                  </a:lnTo>
                  <a:lnTo>
                    <a:pt x="905310" y="1668136"/>
                  </a:lnTo>
                  <a:lnTo>
                    <a:pt x="902179" y="1669489"/>
                  </a:lnTo>
                  <a:lnTo>
                    <a:pt x="900267" y="1670315"/>
                  </a:lnTo>
                  <a:lnTo>
                    <a:pt x="888094" y="1675577"/>
                  </a:lnTo>
                  <a:lnTo>
                    <a:pt x="887050" y="1676028"/>
                  </a:lnTo>
                  <a:lnTo>
                    <a:pt x="882529" y="1677983"/>
                  </a:lnTo>
                  <a:lnTo>
                    <a:pt x="874182" y="1681592"/>
                  </a:lnTo>
                  <a:lnTo>
                    <a:pt x="871400" y="1682796"/>
                  </a:lnTo>
                  <a:lnTo>
                    <a:pt x="869487" y="1683624"/>
                  </a:lnTo>
                  <a:lnTo>
                    <a:pt x="865661" y="1685279"/>
                  </a:lnTo>
                  <a:lnTo>
                    <a:pt x="864444" y="1685805"/>
                  </a:lnTo>
                  <a:lnTo>
                    <a:pt x="863922" y="1686031"/>
                  </a:lnTo>
                  <a:lnTo>
                    <a:pt x="862357" y="1686708"/>
                  </a:lnTo>
                  <a:lnTo>
                    <a:pt x="858879" y="1688214"/>
                  </a:lnTo>
                  <a:lnTo>
                    <a:pt x="852966" y="1690773"/>
                  </a:lnTo>
                  <a:lnTo>
                    <a:pt x="845489" y="1694010"/>
                  </a:lnTo>
                  <a:lnTo>
                    <a:pt x="834186" y="1698906"/>
                  </a:lnTo>
                  <a:lnTo>
                    <a:pt x="832273" y="1699734"/>
                  </a:lnTo>
                  <a:lnTo>
                    <a:pt x="830534" y="1700488"/>
                  </a:lnTo>
                  <a:lnTo>
                    <a:pt x="826360" y="1702296"/>
                  </a:lnTo>
                  <a:lnTo>
                    <a:pt x="818535" y="1705687"/>
                  </a:lnTo>
                  <a:lnTo>
                    <a:pt x="808101" y="1710211"/>
                  </a:lnTo>
                  <a:lnTo>
                    <a:pt x="806188" y="1711040"/>
                  </a:lnTo>
                  <a:lnTo>
                    <a:pt x="804275" y="1711870"/>
                  </a:lnTo>
                  <a:lnTo>
                    <a:pt x="803927" y="1712021"/>
                  </a:lnTo>
                  <a:lnTo>
                    <a:pt x="799754" y="1713831"/>
                  </a:lnTo>
                  <a:lnTo>
                    <a:pt x="799232" y="1714057"/>
                  </a:lnTo>
                  <a:lnTo>
                    <a:pt x="793667" y="1716471"/>
                  </a:lnTo>
                  <a:lnTo>
                    <a:pt x="790016" y="1718055"/>
                  </a:lnTo>
                  <a:lnTo>
                    <a:pt x="789320" y="1718357"/>
                  </a:lnTo>
                  <a:lnTo>
                    <a:pt x="766018" y="1728472"/>
                  </a:lnTo>
                  <a:lnTo>
                    <a:pt x="763235" y="1729681"/>
                  </a:lnTo>
                  <a:lnTo>
                    <a:pt x="761323" y="1730511"/>
                  </a:lnTo>
                  <a:lnTo>
                    <a:pt x="760453" y="1730889"/>
                  </a:lnTo>
                  <a:lnTo>
                    <a:pt x="751932" y="1734591"/>
                  </a:lnTo>
                  <a:lnTo>
                    <a:pt x="741150" y="1739276"/>
                  </a:lnTo>
                  <a:lnTo>
                    <a:pt x="738194" y="1740561"/>
                  </a:lnTo>
                  <a:lnTo>
                    <a:pt x="732803" y="1742905"/>
                  </a:lnTo>
                  <a:lnTo>
                    <a:pt x="731412" y="1743510"/>
                  </a:lnTo>
                  <a:lnTo>
                    <a:pt x="728282" y="1744871"/>
                  </a:lnTo>
                  <a:lnTo>
                    <a:pt x="726369" y="1745702"/>
                  </a:lnTo>
                  <a:lnTo>
                    <a:pt x="714196" y="1750997"/>
                  </a:lnTo>
                  <a:lnTo>
                    <a:pt x="713153" y="1751451"/>
                  </a:lnTo>
                  <a:lnTo>
                    <a:pt x="708632" y="1753418"/>
                  </a:lnTo>
                  <a:lnTo>
                    <a:pt x="700285" y="1757051"/>
                  </a:lnTo>
                  <a:lnTo>
                    <a:pt x="697502" y="1758262"/>
                  </a:lnTo>
                  <a:lnTo>
                    <a:pt x="691764" y="1760761"/>
                  </a:lnTo>
                  <a:lnTo>
                    <a:pt x="690546" y="1761291"/>
                  </a:lnTo>
                  <a:lnTo>
                    <a:pt x="690025" y="1761518"/>
                  </a:lnTo>
                  <a:lnTo>
                    <a:pt x="688459" y="1762199"/>
                  </a:lnTo>
                  <a:lnTo>
                    <a:pt x="684982" y="1763714"/>
                  </a:lnTo>
                  <a:lnTo>
                    <a:pt x="679069" y="1766289"/>
                  </a:lnTo>
                  <a:lnTo>
                    <a:pt x="671591" y="1769547"/>
                  </a:lnTo>
                  <a:lnTo>
                    <a:pt x="660288" y="1774472"/>
                  </a:lnTo>
                  <a:lnTo>
                    <a:pt x="658375" y="1775306"/>
                  </a:lnTo>
                  <a:lnTo>
                    <a:pt x="656636" y="1776064"/>
                  </a:lnTo>
                  <a:lnTo>
                    <a:pt x="652463" y="1777884"/>
                  </a:lnTo>
                  <a:lnTo>
                    <a:pt x="644637" y="1781296"/>
                  </a:lnTo>
                  <a:lnTo>
                    <a:pt x="634203" y="1785847"/>
                  </a:lnTo>
                  <a:lnTo>
                    <a:pt x="632291" y="1786681"/>
                  </a:lnTo>
                  <a:lnTo>
                    <a:pt x="630378" y="1787516"/>
                  </a:lnTo>
                  <a:lnTo>
                    <a:pt x="630030" y="1787668"/>
                  </a:lnTo>
                  <a:lnTo>
                    <a:pt x="625856" y="1789489"/>
                  </a:lnTo>
                  <a:lnTo>
                    <a:pt x="625335" y="1789716"/>
                  </a:lnTo>
                  <a:lnTo>
                    <a:pt x="619770" y="1792145"/>
                  </a:lnTo>
                  <a:lnTo>
                    <a:pt x="616118" y="1793739"/>
                  </a:lnTo>
                  <a:lnTo>
                    <a:pt x="615423" y="1794042"/>
                  </a:lnTo>
                  <a:lnTo>
                    <a:pt x="592120" y="1804218"/>
                  </a:lnTo>
                  <a:lnTo>
                    <a:pt x="589338" y="1805434"/>
                  </a:lnTo>
                  <a:lnTo>
                    <a:pt x="587425" y="1806269"/>
                  </a:lnTo>
                  <a:lnTo>
                    <a:pt x="586556" y="1806649"/>
                  </a:lnTo>
                  <a:lnTo>
                    <a:pt x="578035" y="1810373"/>
                  </a:lnTo>
                  <a:lnTo>
                    <a:pt x="567253" y="1815086"/>
                  </a:lnTo>
                  <a:lnTo>
                    <a:pt x="564297" y="1816378"/>
                  </a:lnTo>
                  <a:lnTo>
                    <a:pt x="558906" y="1818736"/>
                  </a:lnTo>
                  <a:lnTo>
                    <a:pt x="557515" y="1819344"/>
                  </a:lnTo>
                  <a:lnTo>
                    <a:pt x="554385" y="1820713"/>
                  </a:lnTo>
                  <a:lnTo>
                    <a:pt x="552472" y="1821550"/>
                  </a:lnTo>
                  <a:lnTo>
                    <a:pt x="540299" y="1826875"/>
                  </a:lnTo>
                  <a:lnTo>
                    <a:pt x="539255" y="1827332"/>
                  </a:lnTo>
                  <a:lnTo>
                    <a:pt x="534734" y="1829310"/>
                  </a:lnTo>
                  <a:lnTo>
                    <a:pt x="526387" y="1832964"/>
                  </a:lnTo>
                  <a:lnTo>
                    <a:pt x="523605" y="1834182"/>
                  </a:lnTo>
                  <a:lnTo>
                    <a:pt x="521692" y="1835020"/>
                  </a:lnTo>
                  <a:lnTo>
                    <a:pt x="517866" y="1836695"/>
                  </a:lnTo>
                  <a:lnTo>
                    <a:pt x="516649" y="1837228"/>
                  </a:lnTo>
                  <a:lnTo>
                    <a:pt x="516127" y="1837456"/>
                  </a:lnTo>
                  <a:lnTo>
                    <a:pt x="511084" y="1839665"/>
                  </a:lnTo>
                  <a:lnTo>
                    <a:pt x="505172" y="1842255"/>
                  </a:lnTo>
                  <a:lnTo>
                    <a:pt x="497694" y="1845531"/>
                  </a:lnTo>
                  <a:lnTo>
                    <a:pt x="486391" y="1850484"/>
                  </a:lnTo>
                  <a:lnTo>
                    <a:pt x="484478" y="1851323"/>
                  </a:lnTo>
                  <a:lnTo>
                    <a:pt x="482739" y="1852085"/>
                  </a:lnTo>
                  <a:lnTo>
                    <a:pt x="478565" y="1853914"/>
                  </a:lnTo>
                  <a:lnTo>
                    <a:pt x="470740" y="1857346"/>
                  </a:lnTo>
                  <a:lnTo>
                    <a:pt x="460306" y="1861922"/>
                  </a:lnTo>
                  <a:lnTo>
                    <a:pt x="458393" y="1862761"/>
                  </a:lnTo>
                  <a:lnTo>
                    <a:pt x="456480" y="1863600"/>
                  </a:lnTo>
                  <a:lnTo>
                    <a:pt x="456133" y="1863753"/>
                  </a:lnTo>
                  <a:lnTo>
                    <a:pt x="451959" y="1865584"/>
                  </a:lnTo>
                  <a:lnTo>
                    <a:pt x="451437" y="1865813"/>
                  </a:lnTo>
                  <a:lnTo>
                    <a:pt x="445873" y="1868255"/>
                  </a:lnTo>
                  <a:lnTo>
                    <a:pt x="442221" y="1869857"/>
                  </a:lnTo>
                  <a:lnTo>
                    <a:pt x="441525" y="1870163"/>
                  </a:lnTo>
                  <a:lnTo>
                    <a:pt x="418223" y="1880394"/>
                  </a:lnTo>
                  <a:lnTo>
                    <a:pt x="415441" y="1881616"/>
                  </a:lnTo>
                  <a:lnTo>
                    <a:pt x="413528" y="1882456"/>
                  </a:lnTo>
                  <a:lnTo>
                    <a:pt x="412658" y="1882838"/>
                  </a:lnTo>
                  <a:lnTo>
                    <a:pt x="404137" y="1886581"/>
                  </a:lnTo>
                  <a:lnTo>
                    <a:pt x="393356" y="1891319"/>
                  </a:lnTo>
                  <a:lnTo>
                    <a:pt x="390399" y="1892619"/>
                  </a:lnTo>
                  <a:lnTo>
                    <a:pt x="385008" y="1894989"/>
                  </a:lnTo>
                  <a:lnTo>
                    <a:pt x="383617" y="1895600"/>
                  </a:lnTo>
                  <a:lnTo>
                    <a:pt x="380487" y="1896976"/>
                  </a:lnTo>
                  <a:lnTo>
                    <a:pt x="378574" y="1897818"/>
                  </a:lnTo>
                  <a:lnTo>
                    <a:pt x="366401" y="1903171"/>
                  </a:lnTo>
                  <a:lnTo>
                    <a:pt x="365358" y="1903630"/>
                  </a:lnTo>
                  <a:lnTo>
                    <a:pt x="360837" y="1905619"/>
                  </a:lnTo>
                  <a:lnTo>
                    <a:pt x="352490" y="1909291"/>
                  </a:lnTo>
                  <a:lnTo>
                    <a:pt x="349707" y="1910516"/>
                  </a:lnTo>
                  <a:lnTo>
                    <a:pt x="347794" y="1911358"/>
                  </a:lnTo>
                  <a:lnTo>
                    <a:pt x="343969" y="1913041"/>
                  </a:lnTo>
                  <a:lnTo>
                    <a:pt x="342751" y="1913577"/>
                  </a:lnTo>
                  <a:lnTo>
                    <a:pt x="342230" y="1913807"/>
                  </a:lnTo>
                  <a:lnTo>
                    <a:pt x="340665" y="1914496"/>
                  </a:lnTo>
                  <a:lnTo>
                    <a:pt x="337187" y="1916027"/>
                  </a:lnTo>
                  <a:lnTo>
                    <a:pt x="331274" y="1918630"/>
                  </a:lnTo>
                  <a:lnTo>
                    <a:pt x="323797" y="1921923"/>
                  </a:lnTo>
                  <a:lnTo>
                    <a:pt x="312493" y="1926901"/>
                  </a:lnTo>
                  <a:lnTo>
                    <a:pt x="308841" y="1928510"/>
                  </a:lnTo>
                  <a:lnTo>
                    <a:pt x="304668" y="1930349"/>
                  </a:lnTo>
                  <a:lnTo>
                    <a:pt x="296842" y="1933797"/>
                  </a:lnTo>
                  <a:lnTo>
                    <a:pt x="286409" y="1938396"/>
                  </a:lnTo>
                  <a:lnTo>
                    <a:pt x="284496" y="1939240"/>
                  </a:lnTo>
                  <a:lnTo>
                    <a:pt x="282583" y="1940083"/>
                  </a:lnTo>
                  <a:lnTo>
                    <a:pt x="282235" y="1940236"/>
                  </a:lnTo>
                  <a:lnTo>
                    <a:pt x="278062" y="1942076"/>
                  </a:lnTo>
                  <a:lnTo>
                    <a:pt x="277540" y="1942307"/>
                  </a:lnTo>
                  <a:lnTo>
                    <a:pt x="271975" y="1944760"/>
                  </a:lnTo>
                  <a:lnTo>
                    <a:pt x="268323" y="1946371"/>
                  </a:lnTo>
                  <a:lnTo>
                    <a:pt x="267628" y="1946678"/>
                  </a:lnTo>
                  <a:lnTo>
                    <a:pt x="244325" y="1956959"/>
                  </a:lnTo>
                  <a:lnTo>
                    <a:pt x="241543" y="1958187"/>
                  </a:lnTo>
                  <a:lnTo>
                    <a:pt x="239630" y="1959031"/>
                  </a:lnTo>
                  <a:lnTo>
                    <a:pt x="238761" y="1959415"/>
                  </a:lnTo>
                  <a:lnTo>
                    <a:pt x="230240" y="1963176"/>
                  </a:lnTo>
                  <a:lnTo>
                    <a:pt x="219458" y="1967937"/>
                  </a:lnTo>
                  <a:lnTo>
                    <a:pt x="216502" y="1969243"/>
                  </a:lnTo>
                  <a:lnTo>
                    <a:pt x="211111" y="1971624"/>
                  </a:lnTo>
                  <a:lnTo>
                    <a:pt x="209720" y="1972238"/>
                  </a:lnTo>
                  <a:lnTo>
                    <a:pt x="206590" y="1973621"/>
                  </a:lnTo>
                  <a:lnTo>
                    <a:pt x="204677" y="1974466"/>
                  </a:lnTo>
                  <a:lnTo>
                    <a:pt x="191461" y="1980306"/>
                  </a:lnTo>
                  <a:lnTo>
                    <a:pt x="186939" y="1982304"/>
                  </a:lnTo>
                  <a:lnTo>
                    <a:pt x="178592" y="1985994"/>
                  </a:lnTo>
                  <a:lnTo>
                    <a:pt x="173897" y="1988070"/>
                  </a:lnTo>
                  <a:lnTo>
                    <a:pt x="170071" y="1989761"/>
                  </a:lnTo>
                  <a:lnTo>
                    <a:pt x="168854" y="1990299"/>
                  </a:lnTo>
                  <a:lnTo>
                    <a:pt x="168332" y="1990530"/>
                  </a:lnTo>
                  <a:lnTo>
                    <a:pt x="166767" y="1991222"/>
                  </a:lnTo>
                  <a:lnTo>
                    <a:pt x="163289" y="1992760"/>
                  </a:lnTo>
                  <a:lnTo>
                    <a:pt x="149899" y="1998683"/>
                  </a:lnTo>
                  <a:lnTo>
                    <a:pt x="138596" y="2003684"/>
                  </a:lnTo>
                  <a:lnTo>
                    <a:pt x="122945" y="2010611"/>
                  </a:lnTo>
                  <a:lnTo>
                    <a:pt x="112511" y="2015231"/>
                  </a:lnTo>
                  <a:lnTo>
                    <a:pt x="110598" y="2016078"/>
                  </a:lnTo>
                  <a:lnTo>
                    <a:pt x="108338" y="2017079"/>
                  </a:lnTo>
                  <a:lnTo>
                    <a:pt x="104164" y="2018928"/>
                  </a:lnTo>
                  <a:lnTo>
                    <a:pt x="103642" y="2019159"/>
                  </a:lnTo>
                  <a:lnTo>
                    <a:pt x="94426" y="2023241"/>
                  </a:lnTo>
                  <a:lnTo>
                    <a:pt x="64863" y="2036342"/>
                  </a:lnTo>
                  <a:lnTo>
                    <a:pt x="56342" y="2040119"/>
                  </a:lnTo>
                  <a:lnTo>
                    <a:pt x="45561" y="2044900"/>
                  </a:lnTo>
                  <a:lnTo>
                    <a:pt x="42604" y="2046212"/>
                  </a:lnTo>
                  <a:lnTo>
                    <a:pt x="4695" y="2063033"/>
                  </a:lnTo>
                  <a:lnTo>
                    <a:pt x="0" y="2065117"/>
                  </a:lnTo>
                  <a:close/>
                </a:path>
              </a:pathLst>
            </a:custGeom>
            <a:solidFill>
              <a:srgbClr val="F8766D">
                <a:alpha val="14901"/>
              </a:srgbClr>
            </a:solidFill>
          </p:spPr>
          <p:txBody>
            <a:bodyPr/>
            <a:lstStyle/>
            <a:p/>
          </p:txBody>
        </p:sp>
        <p:sp>
          <p:nvSpPr>
            <p:cNvPr id="8" name="pl7"/>
            <p:cNvSpPr/>
            <p:nvPr/>
          </p:nvSpPr>
          <p:spPr>
            <a:xfrm>
              <a:off x="3459159" y="2992067"/>
              <a:ext cx="4310222" cy="1835141"/>
            </a:xfrm>
            <a:custGeom>
              <a:avLst/>
              <a:pathLst>
                <a:path w="4310222" h="1835141">
                  <a:moveTo>
                    <a:pt x="0" y="1835141"/>
                  </a:moveTo>
                  <a:lnTo>
                    <a:pt x="4695" y="1833294"/>
                  </a:lnTo>
                  <a:lnTo>
                    <a:pt x="42604" y="1818373"/>
                  </a:lnTo>
                  <a:lnTo>
                    <a:pt x="45561" y="1817209"/>
                  </a:lnTo>
                  <a:lnTo>
                    <a:pt x="56342" y="1812962"/>
                  </a:lnTo>
                  <a:lnTo>
                    <a:pt x="64863" y="1809605"/>
                  </a:lnTo>
                  <a:lnTo>
                    <a:pt x="94426" y="1797953"/>
                  </a:lnTo>
                  <a:lnTo>
                    <a:pt x="103642" y="1794318"/>
                  </a:lnTo>
                  <a:lnTo>
                    <a:pt x="104164" y="1794112"/>
                  </a:lnTo>
                  <a:lnTo>
                    <a:pt x="108338" y="1792466"/>
                  </a:lnTo>
                  <a:lnTo>
                    <a:pt x="110598" y="1791574"/>
                  </a:lnTo>
                  <a:lnTo>
                    <a:pt x="112511" y="1790820"/>
                  </a:lnTo>
                  <a:lnTo>
                    <a:pt x="122945" y="1786703"/>
                  </a:lnTo>
                  <a:lnTo>
                    <a:pt x="138596" y="1780525"/>
                  </a:lnTo>
                  <a:lnTo>
                    <a:pt x="149899" y="1776062"/>
                  </a:lnTo>
                  <a:lnTo>
                    <a:pt x="163289" y="1770773"/>
                  </a:lnTo>
                  <a:lnTo>
                    <a:pt x="166767" y="1769399"/>
                  </a:lnTo>
                  <a:lnTo>
                    <a:pt x="168332" y="1768781"/>
                  </a:lnTo>
                  <a:lnTo>
                    <a:pt x="168854" y="1768575"/>
                  </a:lnTo>
                  <a:lnTo>
                    <a:pt x="170071" y="1768094"/>
                  </a:lnTo>
                  <a:lnTo>
                    <a:pt x="173897" y="1766582"/>
                  </a:lnTo>
                  <a:lnTo>
                    <a:pt x="178592" y="1764727"/>
                  </a:lnTo>
                  <a:lnTo>
                    <a:pt x="186939" y="1761427"/>
                  </a:lnTo>
                  <a:lnTo>
                    <a:pt x="191461" y="1759640"/>
                  </a:lnTo>
                  <a:lnTo>
                    <a:pt x="204677" y="1754413"/>
                  </a:lnTo>
                  <a:lnTo>
                    <a:pt x="206590" y="1753657"/>
                  </a:lnTo>
                  <a:lnTo>
                    <a:pt x="209720" y="1752419"/>
                  </a:lnTo>
                  <a:lnTo>
                    <a:pt x="211111" y="1751868"/>
                  </a:lnTo>
                  <a:lnTo>
                    <a:pt x="216502" y="1749736"/>
                  </a:lnTo>
                  <a:lnTo>
                    <a:pt x="219458" y="1748566"/>
                  </a:lnTo>
                  <a:lnTo>
                    <a:pt x="230240" y="1744299"/>
                  </a:lnTo>
                  <a:lnTo>
                    <a:pt x="238761" y="1740926"/>
                  </a:lnTo>
                  <a:lnTo>
                    <a:pt x="239630" y="1740582"/>
                  </a:lnTo>
                  <a:lnTo>
                    <a:pt x="241543" y="1739824"/>
                  </a:lnTo>
                  <a:lnTo>
                    <a:pt x="244325" y="1738723"/>
                  </a:lnTo>
                  <a:lnTo>
                    <a:pt x="267628" y="1729492"/>
                  </a:lnTo>
                  <a:lnTo>
                    <a:pt x="268323" y="1729217"/>
                  </a:lnTo>
                  <a:lnTo>
                    <a:pt x="271975" y="1727769"/>
                  </a:lnTo>
                  <a:lnTo>
                    <a:pt x="277540" y="1725564"/>
                  </a:lnTo>
                  <a:lnTo>
                    <a:pt x="278062" y="1725357"/>
                  </a:lnTo>
                  <a:lnTo>
                    <a:pt x="282235" y="1723703"/>
                  </a:lnTo>
                  <a:lnTo>
                    <a:pt x="282583" y="1723565"/>
                  </a:lnTo>
                  <a:lnTo>
                    <a:pt x="284496" y="1722807"/>
                  </a:lnTo>
                  <a:lnTo>
                    <a:pt x="286409" y="1722048"/>
                  </a:lnTo>
                  <a:lnTo>
                    <a:pt x="296842" y="1717911"/>
                  </a:lnTo>
                  <a:lnTo>
                    <a:pt x="304668" y="1714807"/>
                  </a:lnTo>
                  <a:lnTo>
                    <a:pt x="308841" y="1713151"/>
                  </a:lnTo>
                  <a:lnTo>
                    <a:pt x="312493" y="1711702"/>
                  </a:lnTo>
                  <a:lnTo>
                    <a:pt x="323797" y="1707217"/>
                  </a:lnTo>
                  <a:lnTo>
                    <a:pt x="331274" y="1704248"/>
                  </a:lnTo>
                  <a:lnTo>
                    <a:pt x="337187" y="1701901"/>
                  </a:lnTo>
                  <a:lnTo>
                    <a:pt x="340665" y="1700520"/>
                  </a:lnTo>
                  <a:lnTo>
                    <a:pt x="342230" y="1699898"/>
                  </a:lnTo>
                  <a:lnTo>
                    <a:pt x="342751" y="1699691"/>
                  </a:lnTo>
                  <a:lnTo>
                    <a:pt x="343969" y="1699208"/>
                  </a:lnTo>
                  <a:lnTo>
                    <a:pt x="347794" y="1697688"/>
                  </a:lnTo>
                  <a:lnTo>
                    <a:pt x="349707" y="1696928"/>
                  </a:lnTo>
                  <a:lnTo>
                    <a:pt x="352490" y="1695823"/>
                  </a:lnTo>
                  <a:lnTo>
                    <a:pt x="360837" y="1692506"/>
                  </a:lnTo>
                  <a:lnTo>
                    <a:pt x="365358" y="1690710"/>
                  </a:lnTo>
                  <a:lnTo>
                    <a:pt x="366401" y="1690295"/>
                  </a:lnTo>
                  <a:lnTo>
                    <a:pt x="378574" y="1685456"/>
                  </a:lnTo>
                  <a:lnTo>
                    <a:pt x="380487" y="1684695"/>
                  </a:lnTo>
                  <a:lnTo>
                    <a:pt x="383617" y="1683451"/>
                  </a:lnTo>
                  <a:lnTo>
                    <a:pt x="385008" y="1682897"/>
                  </a:lnTo>
                  <a:lnTo>
                    <a:pt x="390399" y="1680753"/>
                  </a:lnTo>
                  <a:lnTo>
                    <a:pt x="393356" y="1679577"/>
                  </a:lnTo>
                  <a:lnTo>
                    <a:pt x="404137" y="1675288"/>
                  </a:lnTo>
                  <a:lnTo>
                    <a:pt x="412658" y="1671897"/>
                  </a:lnTo>
                  <a:lnTo>
                    <a:pt x="413528" y="1671551"/>
                  </a:lnTo>
                  <a:lnTo>
                    <a:pt x="415441" y="1670789"/>
                  </a:lnTo>
                  <a:lnTo>
                    <a:pt x="418223" y="1669682"/>
                  </a:lnTo>
                  <a:lnTo>
                    <a:pt x="441525" y="1660401"/>
                  </a:lnTo>
                  <a:lnTo>
                    <a:pt x="442221" y="1660124"/>
                  </a:lnTo>
                  <a:lnTo>
                    <a:pt x="445873" y="1658669"/>
                  </a:lnTo>
                  <a:lnTo>
                    <a:pt x="451437" y="1656452"/>
                  </a:lnTo>
                  <a:lnTo>
                    <a:pt x="451959" y="1656244"/>
                  </a:lnTo>
                  <a:lnTo>
                    <a:pt x="456133" y="1654580"/>
                  </a:lnTo>
                  <a:lnTo>
                    <a:pt x="456480" y="1654442"/>
                  </a:lnTo>
                  <a:lnTo>
                    <a:pt x="458393" y="1653679"/>
                  </a:lnTo>
                  <a:lnTo>
                    <a:pt x="460306" y="1652917"/>
                  </a:lnTo>
                  <a:lnTo>
                    <a:pt x="470740" y="1648756"/>
                  </a:lnTo>
                  <a:lnTo>
                    <a:pt x="478565" y="1645635"/>
                  </a:lnTo>
                  <a:lnTo>
                    <a:pt x="482739" y="1643970"/>
                  </a:lnTo>
                  <a:lnTo>
                    <a:pt x="484478" y="1643277"/>
                  </a:lnTo>
                  <a:lnTo>
                    <a:pt x="486391" y="1642513"/>
                  </a:lnTo>
                  <a:lnTo>
                    <a:pt x="497694" y="1638003"/>
                  </a:lnTo>
                  <a:lnTo>
                    <a:pt x="505172" y="1635018"/>
                  </a:lnTo>
                  <a:lnTo>
                    <a:pt x="511084" y="1632657"/>
                  </a:lnTo>
                  <a:lnTo>
                    <a:pt x="516127" y="1630643"/>
                  </a:lnTo>
                  <a:lnTo>
                    <a:pt x="516649" y="1630434"/>
                  </a:lnTo>
                  <a:lnTo>
                    <a:pt x="517866" y="1629948"/>
                  </a:lnTo>
                  <a:lnTo>
                    <a:pt x="521692" y="1628420"/>
                  </a:lnTo>
                  <a:lnTo>
                    <a:pt x="523605" y="1627656"/>
                  </a:lnTo>
                  <a:lnTo>
                    <a:pt x="526387" y="1626544"/>
                  </a:lnTo>
                  <a:lnTo>
                    <a:pt x="534734" y="1623209"/>
                  </a:lnTo>
                  <a:lnTo>
                    <a:pt x="539255" y="1621402"/>
                  </a:lnTo>
                  <a:lnTo>
                    <a:pt x="540299" y="1620984"/>
                  </a:lnTo>
                  <a:lnTo>
                    <a:pt x="552472" y="1616118"/>
                  </a:lnTo>
                  <a:lnTo>
                    <a:pt x="554385" y="1615353"/>
                  </a:lnTo>
                  <a:lnTo>
                    <a:pt x="557515" y="1614101"/>
                  </a:lnTo>
                  <a:lnTo>
                    <a:pt x="558906" y="1613544"/>
                  </a:lnTo>
                  <a:lnTo>
                    <a:pt x="564297" y="1611388"/>
                  </a:lnTo>
                  <a:lnTo>
                    <a:pt x="567253" y="1610205"/>
                  </a:lnTo>
                  <a:lnTo>
                    <a:pt x="578035" y="1605890"/>
                  </a:lnTo>
                  <a:lnTo>
                    <a:pt x="586556" y="1602479"/>
                  </a:lnTo>
                  <a:lnTo>
                    <a:pt x="587425" y="1602131"/>
                  </a:lnTo>
                  <a:lnTo>
                    <a:pt x="589338" y="1601365"/>
                  </a:lnTo>
                  <a:lnTo>
                    <a:pt x="592120" y="1600251"/>
                  </a:lnTo>
                  <a:lnTo>
                    <a:pt x="615423" y="1590916"/>
                  </a:lnTo>
                  <a:lnTo>
                    <a:pt x="616118" y="1590637"/>
                  </a:lnTo>
                  <a:lnTo>
                    <a:pt x="619770" y="1589173"/>
                  </a:lnTo>
                  <a:lnTo>
                    <a:pt x="625335" y="1586942"/>
                  </a:lnTo>
                  <a:lnTo>
                    <a:pt x="625856" y="1586733"/>
                  </a:lnTo>
                  <a:lnTo>
                    <a:pt x="630030" y="1585059"/>
                  </a:lnTo>
                  <a:lnTo>
                    <a:pt x="630378" y="1584920"/>
                  </a:lnTo>
                  <a:lnTo>
                    <a:pt x="632291" y="1584153"/>
                  </a:lnTo>
                  <a:lnTo>
                    <a:pt x="634203" y="1583386"/>
                  </a:lnTo>
                  <a:lnTo>
                    <a:pt x="644637" y="1579200"/>
                  </a:lnTo>
                  <a:lnTo>
                    <a:pt x="652463" y="1576060"/>
                  </a:lnTo>
                  <a:lnTo>
                    <a:pt x="656636" y="1574385"/>
                  </a:lnTo>
                  <a:lnTo>
                    <a:pt x="658375" y="1573687"/>
                  </a:lnTo>
                  <a:lnTo>
                    <a:pt x="660288" y="1572919"/>
                  </a:lnTo>
                  <a:lnTo>
                    <a:pt x="671591" y="1568381"/>
                  </a:lnTo>
                  <a:lnTo>
                    <a:pt x="679069" y="1565377"/>
                  </a:lnTo>
                  <a:lnTo>
                    <a:pt x="684982" y="1563002"/>
                  </a:lnTo>
                  <a:lnTo>
                    <a:pt x="688459" y="1561604"/>
                  </a:lnTo>
                  <a:lnTo>
                    <a:pt x="690025" y="1560975"/>
                  </a:lnTo>
                  <a:lnTo>
                    <a:pt x="690546" y="1560765"/>
                  </a:lnTo>
                  <a:lnTo>
                    <a:pt x="691764" y="1560276"/>
                  </a:lnTo>
                  <a:lnTo>
                    <a:pt x="697502" y="1557970"/>
                  </a:lnTo>
                  <a:lnTo>
                    <a:pt x="700285" y="1556851"/>
                  </a:lnTo>
                  <a:lnTo>
                    <a:pt x="708632" y="1553495"/>
                  </a:lnTo>
                  <a:lnTo>
                    <a:pt x="713153" y="1551676"/>
                  </a:lnTo>
                  <a:lnTo>
                    <a:pt x="714196" y="1551256"/>
                  </a:lnTo>
                  <a:lnTo>
                    <a:pt x="726369" y="1546359"/>
                  </a:lnTo>
                  <a:lnTo>
                    <a:pt x="728282" y="1545589"/>
                  </a:lnTo>
                  <a:lnTo>
                    <a:pt x="731412" y="1544329"/>
                  </a:lnTo>
                  <a:lnTo>
                    <a:pt x="732803" y="1543769"/>
                  </a:lnTo>
                  <a:lnTo>
                    <a:pt x="738194" y="1541599"/>
                  </a:lnTo>
                  <a:lnTo>
                    <a:pt x="741150" y="1540409"/>
                  </a:lnTo>
                  <a:lnTo>
                    <a:pt x="751932" y="1536066"/>
                  </a:lnTo>
                  <a:lnTo>
                    <a:pt x="760453" y="1532633"/>
                  </a:lnTo>
                  <a:lnTo>
                    <a:pt x="761323" y="1532283"/>
                  </a:lnTo>
                  <a:lnTo>
                    <a:pt x="763235" y="1531512"/>
                  </a:lnTo>
                  <a:lnTo>
                    <a:pt x="766018" y="1530391"/>
                  </a:lnTo>
                  <a:lnTo>
                    <a:pt x="789320" y="1520995"/>
                  </a:lnTo>
                  <a:lnTo>
                    <a:pt x="790016" y="1520714"/>
                  </a:lnTo>
                  <a:lnTo>
                    <a:pt x="793667" y="1519241"/>
                  </a:lnTo>
                  <a:lnTo>
                    <a:pt x="799232" y="1516995"/>
                  </a:lnTo>
                  <a:lnTo>
                    <a:pt x="799754" y="1516785"/>
                  </a:lnTo>
                  <a:lnTo>
                    <a:pt x="803927" y="1515100"/>
                  </a:lnTo>
                  <a:lnTo>
                    <a:pt x="804275" y="1514960"/>
                  </a:lnTo>
                  <a:lnTo>
                    <a:pt x="806188" y="1514188"/>
                  </a:lnTo>
                  <a:lnTo>
                    <a:pt x="808101" y="1513416"/>
                  </a:lnTo>
                  <a:lnTo>
                    <a:pt x="818535" y="1509202"/>
                  </a:lnTo>
                  <a:lnTo>
                    <a:pt x="826360" y="1506042"/>
                  </a:lnTo>
                  <a:lnTo>
                    <a:pt x="830534" y="1504355"/>
                  </a:lnTo>
                  <a:lnTo>
                    <a:pt x="832273" y="1503653"/>
                  </a:lnTo>
                  <a:lnTo>
                    <a:pt x="834186" y="1502880"/>
                  </a:lnTo>
                  <a:lnTo>
                    <a:pt x="845489" y="1498311"/>
                  </a:lnTo>
                  <a:lnTo>
                    <a:pt x="852966" y="1495287"/>
                  </a:lnTo>
                  <a:lnTo>
                    <a:pt x="858879" y="1492896"/>
                  </a:lnTo>
                  <a:lnTo>
                    <a:pt x="862357" y="1491489"/>
                  </a:lnTo>
                  <a:lnTo>
                    <a:pt x="863922" y="1490856"/>
                  </a:lnTo>
                  <a:lnTo>
                    <a:pt x="864444" y="1490644"/>
                  </a:lnTo>
                  <a:lnTo>
                    <a:pt x="865661" y="1490152"/>
                  </a:lnTo>
                  <a:lnTo>
                    <a:pt x="869487" y="1488604"/>
                  </a:lnTo>
                  <a:lnTo>
                    <a:pt x="871400" y="1487830"/>
                  </a:lnTo>
                  <a:lnTo>
                    <a:pt x="874182" y="1486704"/>
                  </a:lnTo>
                  <a:lnTo>
                    <a:pt x="882529" y="1483324"/>
                  </a:lnTo>
                  <a:lnTo>
                    <a:pt x="887050" y="1481494"/>
                  </a:lnTo>
                  <a:lnTo>
                    <a:pt x="888094" y="1481071"/>
                  </a:lnTo>
                  <a:lnTo>
                    <a:pt x="900267" y="1476140"/>
                  </a:lnTo>
                  <a:lnTo>
                    <a:pt x="902179" y="1475365"/>
                  </a:lnTo>
                  <a:lnTo>
                    <a:pt x="905310" y="1474096"/>
                  </a:lnTo>
                  <a:lnTo>
                    <a:pt x="906701" y="1473532"/>
                  </a:lnTo>
                  <a:lnTo>
                    <a:pt x="912092" y="1471347"/>
                  </a:lnTo>
                  <a:lnTo>
                    <a:pt x="915048" y="1470149"/>
                  </a:lnTo>
                  <a:lnTo>
                    <a:pt x="925830" y="1465777"/>
                  </a:lnTo>
                  <a:lnTo>
                    <a:pt x="934350" y="1462320"/>
                  </a:lnTo>
                  <a:lnTo>
                    <a:pt x="935220" y="1461967"/>
                  </a:lnTo>
                  <a:lnTo>
                    <a:pt x="937133" y="1461191"/>
                  </a:lnTo>
                  <a:lnTo>
                    <a:pt x="939915" y="1460062"/>
                  </a:lnTo>
                  <a:lnTo>
                    <a:pt x="963217" y="1450600"/>
                  </a:lnTo>
                  <a:lnTo>
                    <a:pt x="967565" y="1448834"/>
                  </a:lnTo>
                  <a:lnTo>
                    <a:pt x="973130" y="1446572"/>
                  </a:lnTo>
                  <a:lnTo>
                    <a:pt x="973651" y="1446360"/>
                  </a:lnTo>
                  <a:lnTo>
                    <a:pt x="977825" y="1444664"/>
                  </a:lnTo>
                  <a:lnTo>
                    <a:pt x="978173" y="1444523"/>
                  </a:lnTo>
                  <a:lnTo>
                    <a:pt x="980086" y="1443745"/>
                  </a:lnTo>
                  <a:lnTo>
                    <a:pt x="981998" y="1442967"/>
                  </a:lnTo>
                  <a:lnTo>
                    <a:pt x="992432" y="1438724"/>
                  </a:lnTo>
                  <a:lnTo>
                    <a:pt x="1000258" y="1435541"/>
                  </a:lnTo>
                  <a:lnTo>
                    <a:pt x="1004431" y="1433843"/>
                  </a:lnTo>
                  <a:lnTo>
                    <a:pt x="1006170" y="1433135"/>
                  </a:lnTo>
                  <a:lnTo>
                    <a:pt x="1008083" y="1432356"/>
                  </a:lnTo>
                  <a:lnTo>
                    <a:pt x="1019386" y="1427755"/>
                  </a:lnTo>
                  <a:lnTo>
                    <a:pt x="1026864" y="1424710"/>
                  </a:lnTo>
                  <a:lnTo>
                    <a:pt x="1032776" y="1422301"/>
                  </a:lnTo>
                  <a:lnTo>
                    <a:pt x="1036254" y="1420884"/>
                  </a:lnTo>
                  <a:lnTo>
                    <a:pt x="1037819" y="1420246"/>
                  </a:lnTo>
                  <a:lnTo>
                    <a:pt x="1038341" y="1420033"/>
                  </a:lnTo>
                  <a:lnTo>
                    <a:pt x="1039558" y="1419537"/>
                  </a:lnTo>
                  <a:lnTo>
                    <a:pt x="1043384" y="1417978"/>
                  </a:lnTo>
                  <a:lnTo>
                    <a:pt x="1045297" y="1417198"/>
                  </a:lnTo>
                  <a:lnTo>
                    <a:pt x="1048079" y="1416064"/>
                  </a:lnTo>
                  <a:lnTo>
                    <a:pt x="1056426" y="1412660"/>
                  </a:lnTo>
                  <a:lnTo>
                    <a:pt x="1060948" y="1410816"/>
                  </a:lnTo>
                  <a:lnTo>
                    <a:pt x="1061991" y="1410390"/>
                  </a:lnTo>
                  <a:lnTo>
                    <a:pt x="1074164" y="1405423"/>
                  </a:lnTo>
                  <a:lnTo>
                    <a:pt x="1076077" y="1404643"/>
                  </a:lnTo>
                  <a:lnTo>
                    <a:pt x="1079207" y="1403365"/>
                  </a:lnTo>
                  <a:lnTo>
                    <a:pt x="1080598" y="1402797"/>
                  </a:lnTo>
                  <a:lnTo>
                    <a:pt x="1085989" y="1400596"/>
                  </a:lnTo>
                  <a:lnTo>
                    <a:pt x="1088945" y="1399388"/>
                  </a:lnTo>
                  <a:lnTo>
                    <a:pt x="1099727" y="1394984"/>
                  </a:lnTo>
                  <a:lnTo>
                    <a:pt x="1108248" y="1391502"/>
                  </a:lnTo>
                  <a:lnTo>
                    <a:pt x="1109117" y="1391146"/>
                  </a:lnTo>
                  <a:lnTo>
                    <a:pt x="1111030" y="1390364"/>
                  </a:lnTo>
                  <a:lnTo>
                    <a:pt x="1113813" y="1389227"/>
                  </a:lnTo>
                  <a:lnTo>
                    <a:pt x="1137115" y="1379695"/>
                  </a:lnTo>
                  <a:lnTo>
                    <a:pt x="1137810" y="1379410"/>
                  </a:lnTo>
                  <a:lnTo>
                    <a:pt x="1141462" y="1377915"/>
                  </a:lnTo>
                  <a:lnTo>
                    <a:pt x="1147027" y="1375637"/>
                  </a:lnTo>
                  <a:lnTo>
                    <a:pt x="1147549" y="1375423"/>
                  </a:lnTo>
                  <a:lnTo>
                    <a:pt x="1151722" y="1373714"/>
                  </a:lnTo>
                  <a:lnTo>
                    <a:pt x="1152070" y="1373572"/>
                  </a:lnTo>
                  <a:lnTo>
                    <a:pt x="1153983" y="1372788"/>
                  </a:lnTo>
                  <a:lnTo>
                    <a:pt x="1155896" y="1372005"/>
                  </a:lnTo>
                  <a:lnTo>
                    <a:pt x="1174155" y="1364523"/>
                  </a:lnTo>
                  <a:lnTo>
                    <a:pt x="1178329" y="1362812"/>
                  </a:lnTo>
                  <a:lnTo>
                    <a:pt x="1180068" y="1362099"/>
                  </a:lnTo>
                  <a:lnTo>
                    <a:pt x="1181980" y="1361314"/>
                  </a:lnTo>
                  <a:lnTo>
                    <a:pt x="1193284" y="1356678"/>
                  </a:lnTo>
                  <a:lnTo>
                    <a:pt x="1200761" y="1353609"/>
                  </a:lnTo>
                  <a:lnTo>
                    <a:pt x="1206674" y="1351182"/>
                  </a:lnTo>
                  <a:lnTo>
                    <a:pt x="1210152" y="1349755"/>
                  </a:lnTo>
                  <a:lnTo>
                    <a:pt x="1211717" y="1349112"/>
                  </a:lnTo>
                  <a:lnTo>
                    <a:pt x="1212239" y="1348898"/>
                  </a:lnTo>
                  <a:lnTo>
                    <a:pt x="1213456" y="1348398"/>
                  </a:lnTo>
                  <a:lnTo>
                    <a:pt x="1217282" y="1346827"/>
                  </a:lnTo>
                  <a:lnTo>
                    <a:pt x="1219195" y="1346041"/>
                  </a:lnTo>
                  <a:lnTo>
                    <a:pt x="1221977" y="1344898"/>
                  </a:lnTo>
                  <a:lnTo>
                    <a:pt x="1230324" y="1341468"/>
                  </a:lnTo>
                  <a:lnTo>
                    <a:pt x="1234845" y="1339610"/>
                  </a:lnTo>
                  <a:lnTo>
                    <a:pt x="1235889" y="1339181"/>
                  </a:lnTo>
                  <a:lnTo>
                    <a:pt x="1248061" y="1334176"/>
                  </a:lnTo>
                  <a:lnTo>
                    <a:pt x="1249974" y="1333389"/>
                  </a:lnTo>
                  <a:lnTo>
                    <a:pt x="1253105" y="1332102"/>
                  </a:lnTo>
                  <a:lnTo>
                    <a:pt x="1254496" y="1331529"/>
                  </a:lnTo>
                  <a:lnTo>
                    <a:pt x="1259887" y="1329311"/>
                  </a:lnTo>
                  <a:lnTo>
                    <a:pt x="1262843" y="1328094"/>
                  </a:lnTo>
                  <a:lnTo>
                    <a:pt x="1273624" y="1323656"/>
                  </a:lnTo>
                  <a:lnTo>
                    <a:pt x="1282145" y="1320147"/>
                  </a:lnTo>
                  <a:lnTo>
                    <a:pt x="1283015" y="1319789"/>
                  </a:lnTo>
                  <a:lnTo>
                    <a:pt x="1284928" y="1319001"/>
                  </a:lnTo>
                  <a:lnTo>
                    <a:pt x="1287710" y="1317854"/>
                  </a:lnTo>
                  <a:lnTo>
                    <a:pt x="1311012" y="1308248"/>
                  </a:lnTo>
                  <a:lnTo>
                    <a:pt x="1311708" y="1307961"/>
                  </a:lnTo>
                  <a:lnTo>
                    <a:pt x="1315360" y="1306455"/>
                  </a:lnTo>
                  <a:lnTo>
                    <a:pt x="1320925" y="1304159"/>
                  </a:lnTo>
                  <a:lnTo>
                    <a:pt x="1321446" y="1303943"/>
                  </a:lnTo>
                  <a:lnTo>
                    <a:pt x="1325968" y="1302077"/>
                  </a:lnTo>
                  <a:lnTo>
                    <a:pt x="1327880" y="1301288"/>
                  </a:lnTo>
                  <a:lnTo>
                    <a:pt x="1329793" y="1300498"/>
                  </a:lnTo>
                  <a:lnTo>
                    <a:pt x="1340227" y="1296190"/>
                  </a:lnTo>
                  <a:lnTo>
                    <a:pt x="1348053" y="1292957"/>
                  </a:lnTo>
                  <a:lnTo>
                    <a:pt x="1352226" y="1291233"/>
                  </a:lnTo>
                  <a:lnTo>
                    <a:pt x="1353965" y="1290514"/>
                  </a:lnTo>
                  <a:lnTo>
                    <a:pt x="1355878" y="1289724"/>
                  </a:lnTo>
                  <a:lnTo>
                    <a:pt x="1367181" y="1285051"/>
                  </a:lnTo>
                  <a:lnTo>
                    <a:pt x="1374659" y="1281958"/>
                  </a:lnTo>
                  <a:lnTo>
                    <a:pt x="1380571" y="1279512"/>
                  </a:lnTo>
                  <a:lnTo>
                    <a:pt x="1384049" y="1278073"/>
                  </a:lnTo>
                  <a:lnTo>
                    <a:pt x="1385614" y="1277425"/>
                  </a:lnTo>
                  <a:lnTo>
                    <a:pt x="1386136" y="1277209"/>
                  </a:lnTo>
                  <a:lnTo>
                    <a:pt x="1387353" y="1276705"/>
                  </a:lnTo>
                  <a:lnTo>
                    <a:pt x="1391179" y="1275122"/>
                  </a:lnTo>
                  <a:lnTo>
                    <a:pt x="1393092" y="1274330"/>
                  </a:lnTo>
                  <a:lnTo>
                    <a:pt x="1395874" y="1273178"/>
                  </a:lnTo>
                  <a:lnTo>
                    <a:pt x="1404221" y="1269721"/>
                  </a:lnTo>
                  <a:lnTo>
                    <a:pt x="1408743" y="1267848"/>
                  </a:lnTo>
                  <a:lnTo>
                    <a:pt x="1409786" y="1267416"/>
                  </a:lnTo>
                  <a:lnTo>
                    <a:pt x="1421959" y="1262371"/>
                  </a:lnTo>
                  <a:lnTo>
                    <a:pt x="1423872" y="1261578"/>
                  </a:lnTo>
                  <a:lnTo>
                    <a:pt x="1427002" y="1260280"/>
                  </a:lnTo>
                  <a:lnTo>
                    <a:pt x="1428393" y="1259703"/>
                  </a:lnTo>
                  <a:lnTo>
                    <a:pt x="1433784" y="1257467"/>
                  </a:lnTo>
                  <a:lnTo>
                    <a:pt x="1436740" y="1256241"/>
                  </a:lnTo>
                  <a:lnTo>
                    <a:pt x="1447522" y="1251767"/>
                  </a:lnTo>
                  <a:lnTo>
                    <a:pt x="1456043" y="1248230"/>
                  </a:lnTo>
                  <a:lnTo>
                    <a:pt x="1456912" y="1247869"/>
                  </a:lnTo>
                  <a:lnTo>
                    <a:pt x="1458825" y="1247074"/>
                  </a:lnTo>
                  <a:lnTo>
                    <a:pt x="1461608" y="1245919"/>
                  </a:lnTo>
                  <a:lnTo>
                    <a:pt x="1484910" y="1236236"/>
                  </a:lnTo>
                  <a:lnTo>
                    <a:pt x="1485605" y="1235947"/>
                  </a:lnTo>
                  <a:lnTo>
                    <a:pt x="1489257" y="1234428"/>
                  </a:lnTo>
                  <a:lnTo>
                    <a:pt x="1494822" y="1232114"/>
                  </a:lnTo>
                  <a:lnTo>
                    <a:pt x="1495344" y="1231897"/>
                  </a:lnTo>
                  <a:lnTo>
                    <a:pt x="1499517" y="1230161"/>
                  </a:lnTo>
                  <a:lnTo>
                    <a:pt x="1499865" y="1230016"/>
                  </a:lnTo>
                  <a:lnTo>
                    <a:pt x="1501778" y="1229220"/>
                  </a:lnTo>
                  <a:lnTo>
                    <a:pt x="1503691" y="1228424"/>
                  </a:lnTo>
                  <a:lnTo>
                    <a:pt x="1514125" y="1224081"/>
                  </a:lnTo>
                  <a:lnTo>
                    <a:pt x="1521950" y="1220823"/>
                  </a:lnTo>
                  <a:lnTo>
                    <a:pt x="1526123" y="1219084"/>
                  </a:lnTo>
                  <a:lnTo>
                    <a:pt x="1527862" y="1218360"/>
                  </a:lnTo>
                  <a:lnTo>
                    <a:pt x="1529775" y="1217563"/>
                  </a:lnTo>
                  <a:lnTo>
                    <a:pt x="1541079" y="1212852"/>
                  </a:lnTo>
                  <a:lnTo>
                    <a:pt x="1548556" y="1209735"/>
                  </a:lnTo>
                  <a:lnTo>
                    <a:pt x="1554469" y="1207269"/>
                  </a:lnTo>
                  <a:lnTo>
                    <a:pt x="1559512" y="1205165"/>
                  </a:lnTo>
                  <a:lnTo>
                    <a:pt x="1560033" y="1204948"/>
                  </a:lnTo>
                  <a:lnTo>
                    <a:pt x="1561251" y="1204440"/>
                  </a:lnTo>
                  <a:lnTo>
                    <a:pt x="1565077" y="1202843"/>
                  </a:lnTo>
                  <a:lnTo>
                    <a:pt x="1566989" y="1202045"/>
                  </a:lnTo>
                  <a:lnTo>
                    <a:pt x="1569772" y="1200884"/>
                  </a:lnTo>
                  <a:lnTo>
                    <a:pt x="1578119" y="1197399"/>
                  </a:lnTo>
                  <a:lnTo>
                    <a:pt x="1582640" y="1195511"/>
                  </a:lnTo>
                  <a:lnTo>
                    <a:pt x="1583684" y="1195075"/>
                  </a:lnTo>
                  <a:lnTo>
                    <a:pt x="1595856" y="1189990"/>
                  </a:lnTo>
                  <a:lnTo>
                    <a:pt x="1597769" y="1189190"/>
                  </a:lnTo>
                  <a:lnTo>
                    <a:pt x="1600899" y="1187882"/>
                  </a:lnTo>
                  <a:lnTo>
                    <a:pt x="1602291" y="1187300"/>
                  </a:lnTo>
                  <a:lnTo>
                    <a:pt x="1607681" y="1185046"/>
                  </a:lnTo>
                  <a:lnTo>
                    <a:pt x="1610638" y="1183810"/>
                  </a:lnTo>
                  <a:lnTo>
                    <a:pt x="1621419" y="1179300"/>
                  </a:lnTo>
                  <a:lnTo>
                    <a:pt x="1629940" y="1175734"/>
                  </a:lnTo>
                  <a:lnTo>
                    <a:pt x="1630810" y="1175371"/>
                  </a:lnTo>
                  <a:lnTo>
                    <a:pt x="1632723" y="1174570"/>
                  </a:lnTo>
                  <a:lnTo>
                    <a:pt x="1635505" y="1173405"/>
                  </a:lnTo>
                  <a:lnTo>
                    <a:pt x="1658807" y="1163644"/>
                  </a:lnTo>
                  <a:lnTo>
                    <a:pt x="1659503" y="1163352"/>
                  </a:lnTo>
                  <a:lnTo>
                    <a:pt x="1663155" y="1161821"/>
                  </a:lnTo>
                  <a:lnTo>
                    <a:pt x="1668719" y="1159488"/>
                  </a:lnTo>
                  <a:lnTo>
                    <a:pt x="1669241" y="1159270"/>
                  </a:lnTo>
                  <a:lnTo>
                    <a:pt x="1673415" y="1157519"/>
                  </a:lnTo>
                  <a:lnTo>
                    <a:pt x="1673762" y="1157373"/>
                  </a:lnTo>
                  <a:lnTo>
                    <a:pt x="1675675" y="1156571"/>
                  </a:lnTo>
                  <a:lnTo>
                    <a:pt x="1677588" y="1155769"/>
                  </a:lnTo>
                  <a:lnTo>
                    <a:pt x="1688022" y="1151391"/>
                  </a:lnTo>
                  <a:lnTo>
                    <a:pt x="1695847" y="1148106"/>
                  </a:lnTo>
                  <a:lnTo>
                    <a:pt x="1700021" y="1146354"/>
                  </a:lnTo>
                  <a:lnTo>
                    <a:pt x="1701760" y="1145623"/>
                  </a:lnTo>
                  <a:lnTo>
                    <a:pt x="1703673" y="1144820"/>
                  </a:lnTo>
                  <a:lnTo>
                    <a:pt x="1714976" y="1140072"/>
                  </a:lnTo>
                  <a:lnTo>
                    <a:pt x="1722454" y="1136929"/>
                  </a:lnTo>
                  <a:lnTo>
                    <a:pt x="1728366" y="1134443"/>
                  </a:lnTo>
                  <a:lnTo>
                    <a:pt x="1731844" y="1132981"/>
                  </a:lnTo>
                  <a:lnTo>
                    <a:pt x="1733409" y="1132323"/>
                  </a:lnTo>
                  <a:lnTo>
                    <a:pt x="1733931" y="1132103"/>
                  </a:lnTo>
                  <a:lnTo>
                    <a:pt x="1735148" y="1131591"/>
                  </a:lnTo>
                  <a:lnTo>
                    <a:pt x="1738974" y="1129982"/>
                  </a:lnTo>
                  <a:lnTo>
                    <a:pt x="1740887" y="1129177"/>
                  </a:lnTo>
                  <a:lnTo>
                    <a:pt x="1743669" y="1128007"/>
                  </a:lnTo>
                  <a:lnTo>
                    <a:pt x="1752016" y="1124494"/>
                  </a:lnTo>
                  <a:lnTo>
                    <a:pt x="1756538" y="1122590"/>
                  </a:lnTo>
                  <a:lnTo>
                    <a:pt x="1757581" y="1122151"/>
                  </a:lnTo>
                  <a:lnTo>
                    <a:pt x="1769754" y="1117025"/>
                  </a:lnTo>
                  <a:lnTo>
                    <a:pt x="1771667" y="1116219"/>
                  </a:lnTo>
                  <a:lnTo>
                    <a:pt x="1774797" y="1114900"/>
                  </a:lnTo>
                  <a:lnTo>
                    <a:pt x="1776188" y="1114314"/>
                  </a:lnTo>
                  <a:lnTo>
                    <a:pt x="1781579" y="1112042"/>
                  </a:lnTo>
                  <a:lnTo>
                    <a:pt x="1784535" y="1110796"/>
                  </a:lnTo>
                  <a:lnTo>
                    <a:pt x="1795317" y="1106250"/>
                  </a:lnTo>
                  <a:lnTo>
                    <a:pt x="1803838" y="1102655"/>
                  </a:lnTo>
                  <a:lnTo>
                    <a:pt x="1804707" y="1102288"/>
                  </a:lnTo>
                  <a:lnTo>
                    <a:pt x="1806620" y="1101481"/>
                  </a:lnTo>
                  <a:lnTo>
                    <a:pt x="1809402" y="1100307"/>
                  </a:lnTo>
                  <a:lnTo>
                    <a:pt x="1832705" y="1090468"/>
                  </a:lnTo>
                  <a:lnTo>
                    <a:pt x="1833400" y="1090174"/>
                  </a:lnTo>
                  <a:lnTo>
                    <a:pt x="1842617" y="1086279"/>
                  </a:lnTo>
                  <a:lnTo>
                    <a:pt x="1843139" y="1086059"/>
                  </a:lnTo>
                  <a:lnTo>
                    <a:pt x="1847312" y="1084294"/>
                  </a:lnTo>
                  <a:lnTo>
                    <a:pt x="1847660" y="1084147"/>
                  </a:lnTo>
                  <a:lnTo>
                    <a:pt x="1849573" y="1083339"/>
                  </a:lnTo>
                  <a:lnTo>
                    <a:pt x="1851486" y="1082530"/>
                  </a:lnTo>
                  <a:lnTo>
                    <a:pt x="1861919" y="1078117"/>
                  </a:lnTo>
                  <a:lnTo>
                    <a:pt x="1869745" y="1074806"/>
                  </a:lnTo>
                  <a:lnTo>
                    <a:pt x="1873918" y="1073040"/>
                  </a:lnTo>
                  <a:lnTo>
                    <a:pt x="1875657" y="1072304"/>
                  </a:lnTo>
                  <a:lnTo>
                    <a:pt x="1877570" y="1071494"/>
                  </a:lnTo>
                  <a:lnTo>
                    <a:pt x="1888874" y="1066708"/>
                  </a:lnTo>
                  <a:lnTo>
                    <a:pt x="1896351" y="1063540"/>
                  </a:lnTo>
                  <a:lnTo>
                    <a:pt x="1902264" y="1061035"/>
                  </a:lnTo>
                  <a:lnTo>
                    <a:pt x="1905742" y="1059561"/>
                  </a:lnTo>
                  <a:lnTo>
                    <a:pt x="1907307" y="1058897"/>
                  </a:lnTo>
                  <a:lnTo>
                    <a:pt x="1907828" y="1058676"/>
                  </a:lnTo>
                  <a:lnTo>
                    <a:pt x="1909046" y="1058160"/>
                  </a:lnTo>
                  <a:lnTo>
                    <a:pt x="1912871" y="1056538"/>
                  </a:lnTo>
                  <a:lnTo>
                    <a:pt x="1914784" y="1055727"/>
                  </a:lnTo>
                  <a:lnTo>
                    <a:pt x="1917567" y="1054547"/>
                  </a:lnTo>
                  <a:lnTo>
                    <a:pt x="1925914" y="1051007"/>
                  </a:lnTo>
                  <a:lnTo>
                    <a:pt x="1930435" y="1049088"/>
                  </a:lnTo>
                  <a:lnTo>
                    <a:pt x="1931478" y="1048646"/>
                  </a:lnTo>
                  <a:lnTo>
                    <a:pt x="1943651" y="1043479"/>
                  </a:lnTo>
                  <a:lnTo>
                    <a:pt x="1945564" y="1042667"/>
                  </a:lnTo>
                  <a:lnTo>
                    <a:pt x="1948694" y="1041337"/>
                  </a:lnTo>
                  <a:lnTo>
                    <a:pt x="1950085" y="1040747"/>
                  </a:lnTo>
                  <a:lnTo>
                    <a:pt x="1955476" y="1038457"/>
                  </a:lnTo>
                  <a:lnTo>
                    <a:pt x="1958433" y="1037201"/>
                  </a:lnTo>
                  <a:lnTo>
                    <a:pt x="1969214" y="1032619"/>
                  </a:lnTo>
                  <a:lnTo>
                    <a:pt x="1977735" y="1028997"/>
                  </a:lnTo>
                  <a:lnTo>
                    <a:pt x="1978605" y="1028627"/>
                  </a:lnTo>
                  <a:lnTo>
                    <a:pt x="1980518" y="1027814"/>
                  </a:lnTo>
                  <a:lnTo>
                    <a:pt x="1983300" y="1026630"/>
                  </a:lnTo>
                  <a:lnTo>
                    <a:pt x="2006602" y="1016714"/>
                  </a:lnTo>
                  <a:lnTo>
                    <a:pt x="2007298" y="1016418"/>
                  </a:lnTo>
                  <a:lnTo>
                    <a:pt x="2010950" y="1014863"/>
                  </a:lnTo>
                  <a:lnTo>
                    <a:pt x="2016514" y="1012493"/>
                  </a:lnTo>
                  <a:lnTo>
                    <a:pt x="2017036" y="1012271"/>
                  </a:lnTo>
                  <a:lnTo>
                    <a:pt x="2021210" y="1010493"/>
                  </a:lnTo>
                  <a:lnTo>
                    <a:pt x="2021557" y="1010345"/>
                  </a:lnTo>
                  <a:lnTo>
                    <a:pt x="2023470" y="1009530"/>
                  </a:lnTo>
                  <a:lnTo>
                    <a:pt x="2025383" y="1008715"/>
                  </a:lnTo>
                  <a:lnTo>
                    <a:pt x="2035817" y="1004268"/>
                  </a:lnTo>
                  <a:lnTo>
                    <a:pt x="2043642" y="1000932"/>
                  </a:lnTo>
                  <a:lnTo>
                    <a:pt x="2047816" y="999152"/>
                  </a:lnTo>
                  <a:lnTo>
                    <a:pt x="2049555" y="998410"/>
                  </a:lnTo>
                  <a:lnTo>
                    <a:pt x="2051468" y="997594"/>
                  </a:lnTo>
                  <a:lnTo>
                    <a:pt x="2062771" y="992772"/>
                  </a:lnTo>
                  <a:lnTo>
                    <a:pt x="2070249" y="989580"/>
                  </a:lnTo>
                  <a:lnTo>
                    <a:pt x="2076161" y="987055"/>
                  </a:lnTo>
                  <a:lnTo>
                    <a:pt x="2079639" y="985570"/>
                  </a:lnTo>
                  <a:lnTo>
                    <a:pt x="2081204" y="984901"/>
                  </a:lnTo>
                  <a:lnTo>
                    <a:pt x="2081726" y="984679"/>
                  </a:lnTo>
                  <a:lnTo>
                    <a:pt x="2082943" y="984159"/>
                  </a:lnTo>
                  <a:lnTo>
                    <a:pt x="2086769" y="982524"/>
                  </a:lnTo>
                  <a:lnTo>
                    <a:pt x="2088682" y="981707"/>
                  </a:lnTo>
                  <a:lnTo>
                    <a:pt x="2091464" y="980518"/>
                  </a:lnTo>
                  <a:lnTo>
                    <a:pt x="2099811" y="976951"/>
                  </a:lnTo>
                  <a:lnTo>
                    <a:pt x="2104333" y="975018"/>
                  </a:lnTo>
                  <a:lnTo>
                    <a:pt x="2105376" y="974572"/>
                  </a:lnTo>
                  <a:lnTo>
                    <a:pt x="2117549" y="969366"/>
                  </a:lnTo>
                  <a:lnTo>
                    <a:pt x="2119462" y="968548"/>
                  </a:lnTo>
                  <a:lnTo>
                    <a:pt x="2122592" y="967209"/>
                  </a:lnTo>
                  <a:lnTo>
                    <a:pt x="2123983" y="966613"/>
                  </a:lnTo>
                  <a:lnTo>
                    <a:pt x="2129374" y="964306"/>
                  </a:lnTo>
                  <a:lnTo>
                    <a:pt x="2132330" y="963041"/>
                  </a:lnTo>
                  <a:lnTo>
                    <a:pt x="2143112" y="958425"/>
                  </a:lnTo>
                  <a:lnTo>
                    <a:pt x="2151633" y="954775"/>
                  </a:lnTo>
                  <a:lnTo>
                    <a:pt x="2152502" y="954403"/>
                  </a:lnTo>
                  <a:lnTo>
                    <a:pt x="2154415" y="953583"/>
                  </a:lnTo>
                  <a:lnTo>
                    <a:pt x="2157197" y="952391"/>
                  </a:lnTo>
                  <a:lnTo>
                    <a:pt x="2180500" y="942402"/>
                  </a:lnTo>
                  <a:lnTo>
                    <a:pt x="2181195" y="942103"/>
                  </a:lnTo>
                  <a:lnTo>
                    <a:pt x="2184847" y="940537"/>
                  </a:lnTo>
                  <a:lnTo>
                    <a:pt x="2190412" y="938149"/>
                  </a:lnTo>
                  <a:lnTo>
                    <a:pt x="2190933" y="937926"/>
                  </a:lnTo>
                  <a:lnTo>
                    <a:pt x="2195107" y="936135"/>
                  </a:lnTo>
                  <a:lnTo>
                    <a:pt x="2195455" y="935985"/>
                  </a:lnTo>
                  <a:lnTo>
                    <a:pt x="2197368" y="935164"/>
                  </a:lnTo>
                  <a:lnTo>
                    <a:pt x="2199281" y="934343"/>
                  </a:lnTo>
                  <a:lnTo>
                    <a:pt x="2209714" y="929864"/>
                  </a:lnTo>
                  <a:lnTo>
                    <a:pt x="2217540" y="926503"/>
                  </a:lnTo>
                  <a:lnTo>
                    <a:pt x="2221713" y="924710"/>
                  </a:lnTo>
                  <a:lnTo>
                    <a:pt x="2223452" y="923963"/>
                  </a:lnTo>
                  <a:lnTo>
                    <a:pt x="2225365" y="923141"/>
                  </a:lnTo>
                  <a:lnTo>
                    <a:pt x="2236668" y="918283"/>
                  </a:lnTo>
                  <a:lnTo>
                    <a:pt x="2244146" y="915068"/>
                  </a:lnTo>
                  <a:lnTo>
                    <a:pt x="2250059" y="912525"/>
                  </a:lnTo>
                  <a:lnTo>
                    <a:pt x="2253537" y="911029"/>
                  </a:lnTo>
                  <a:lnTo>
                    <a:pt x="2255102" y="910356"/>
                  </a:lnTo>
                  <a:lnTo>
                    <a:pt x="2255623" y="910132"/>
                  </a:lnTo>
                  <a:lnTo>
                    <a:pt x="2256841" y="909608"/>
                  </a:lnTo>
                  <a:lnTo>
                    <a:pt x="2260666" y="907962"/>
                  </a:lnTo>
                  <a:lnTo>
                    <a:pt x="2262579" y="907139"/>
                  </a:lnTo>
                  <a:lnTo>
                    <a:pt x="2265362" y="905941"/>
                  </a:lnTo>
                  <a:lnTo>
                    <a:pt x="2273709" y="902348"/>
                  </a:lnTo>
                  <a:lnTo>
                    <a:pt x="2278230" y="900402"/>
                  </a:lnTo>
                  <a:lnTo>
                    <a:pt x="2279273" y="899952"/>
                  </a:lnTo>
                  <a:lnTo>
                    <a:pt x="2291446" y="894709"/>
                  </a:lnTo>
                  <a:lnTo>
                    <a:pt x="2293359" y="893885"/>
                  </a:lnTo>
                  <a:lnTo>
                    <a:pt x="2296489" y="892537"/>
                  </a:lnTo>
                  <a:lnTo>
                    <a:pt x="2297880" y="891937"/>
                  </a:lnTo>
                  <a:lnTo>
                    <a:pt x="2303271" y="889614"/>
                  </a:lnTo>
                  <a:lnTo>
                    <a:pt x="2306227" y="888339"/>
                  </a:lnTo>
                  <a:lnTo>
                    <a:pt x="2317009" y="883691"/>
                  </a:lnTo>
                  <a:lnTo>
                    <a:pt x="2325530" y="880016"/>
                  </a:lnTo>
                  <a:lnTo>
                    <a:pt x="2326400" y="879640"/>
                  </a:lnTo>
                  <a:lnTo>
                    <a:pt x="2328312" y="878815"/>
                  </a:lnTo>
                  <a:lnTo>
                    <a:pt x="2331095" y="877615"/>
                  </a:lnTo>
                  <a:lnTo>
                    <a:pt x="2354397" y="867555"/>
                  </a:lnTo>
                  <a:lnTo>
                    <a:pt x="2355093" y="867255"/>
                  </a:lnTo>
                  <a:lnTo>
                    <a:pt x="2358744" y="865678"/>
                  </a:lnTo>
                  <a:lnTo>
                    <a:pt x="2364309" y="863274"/>
                  </a:lnTo>
                  <a:lnTo>
                    <a:pt x="2364831" y="863048"/>
                  </a:lnTo>
                  <a:lnTo>
                    <a:pt x="2369004" y="861245"/>
                  </a:lnTo>
                  <a:lnTo>
                    <a:pt x="2369352" y="861095"/>
                  </a:lnTo>
                  <a:lnTo>
                    <a:pt x="2371265" y="860268"/>
                  </a:lnTo>
                  <a:lnTo>
                    <a:pt x="2373178" y="859441"/>
                  </a:lnTo>
                  <a:lnTo>
                    <a:pt x="2383612" y="854931"/>
                  </a:lnTo>
                  <a:lnTo>
                    <a:pt x="2391437" y="851547"/>
                  </a:lnTo>
                  <a:lnTo>
                    <a:pt x="2395611" y="849742"/>
                  </a:lnTo>
                  <a:lnTo>
                    <a:pt x="2397350" y="848990"/>
                  </a:lnTo>
                  <a:lnTo>
                    <a:pt x="2399263" y="848162"/>
                  </a:lnTo>
                  <a:lnTo>
                    <a:pt x="2410566" y="843271"/>
                  </a:lnTo>
                  <a:lnTo>
                    <a:pt x="2418044" y="840035"/>
                  </a:lnTo>
                  <a:lnTo>
                    <a:pt x="2423956" y="837475"/>
                  </a:lnTo>
                  <a:lnTo>
                    <a:pt x="2427434" y="835969"/>
                  </a:lnTo>
                  <a:lnTo>
                    <a:pt x="2428999" y="835291"/>
                  </a:lnTo>
                  <a:lnTo>
                    <a:pt x="2429521" y="835065"/>
                  </a:lnTo>
                  <a:lnTo>
                    <a:pt x="2430738" y="834538"/>
                  </a:lnTo>
                  <a:lnTo>
                    <a:pt x="2434564" y="832881"/>
                  </a:lnTo>
                  <a:lnTo>
                    <a:pt x="2436477" y="832052"/>
                  </a:lnTo>
                  <a:lnTo>
                    <a:pt x="2439259" y="830846"/>
                  </a:lnTo>
                  <a:lnTo>
                    <a:pt x="2447606" y="827229"/>
                  </a:lnTo>
                  <a:lnTo>
                    <a:pt x="2452127" y="825270"/>
                  </a:lnTo>
                  <a:lnTo>
                    <a:pt x="2453171" y="824817"/>
                  </a:lnTo>
                  <a:lnTo>
                    <a:pt x="2465344" y="819540"/>
                  </a:lnTo>
                  <a:lnTo>
                    <a:pt x="2467256" y="818710"/>
                  </a:lnTo>
                  <a:lnTo>
                    <a:pt x="2470387" y="817352"/>
                  </a:lnTo>
                  <a:lnTo>
                    <a:pt x="2471778" y="816749"/>
                  </a:lnTo>
                  <a:lnTo>
                    <a:pt x="2477169" y="814410"/>
                  </a:lnTo>
                  <a:lnTo>
                    <a:pt x="2480125" y="813128"/>
                  </a:lnTo>
                  <a:lnTo>
                    <a:pt x="2490907" y="808449"/>
                  </a:lnTo>
                  <a:lnTo>
                    <a:pt x="2499428" y="804749"/>
                  </a:lnTo>
                  <a:lnTo>
                    <a:pt x="2500297" y="804372"/>
                  </a:lnTo>
                  <a:lnTo>
                    <a:pt x="2502210" y="803541"/>
                  </a:lnTo>
                  <a:lnTo>
                    <a:pt x="2504992" y="802333"/>
                  </a:lnTo>
                  <a:lnTo>
                    <a:pt x="2528294" y="792209"/>
                  </a:lnTo>
                  <a:lnTo>
                    <a:pt x="2528990" y="791906"/>
                  </a:lnTo>
                  <a:lnTo>
                    <a:pt x="2532642" y="790319"/>
                  </a:lnTo>
                  <a:lnTo>
                    <a:pt x="2538207" y="787899"/>
                  </a:lnTo>
                  <a:lnTo>
                    <a:pt x="2538728" y="787673"/>
                  </a:lnTo>
                  <a:lnTo>
                    <a:pt x="2542902" y="785858"/>
                  </a:lnTo>
                  <a:lnTo>
                    <a:pt x="2543250" y="785707"/>
                  </a:lnTo>
                  <a:lnTo>
                    <a:pt x="2545163" y="784875"/>
                  </a:lnTo>
                  <a:lnTo>
                    <a:pt x="2547075" y="784043"/>
                  </a:lnTo>
                  <a:lnTo>
                    <a:pt x="2557509" y="779504"/>
                  </a:lnTo>
                  <a:lnTo>
                    <a:pt x="2565335" y="776098"/>
                  </a:lnTo>
                  <a:lnTo>
                    <a:pt x="2569508" y="774282"/>
                  </a:lnTo>
                  <a:lnTo>
                    <a:pt x="2571247" y="773525"/>
                  </a:lnTo>
                  <a:lnTo>
                    <a:pt x="2573160" y="772692"/>
                  </a:lnTo>
                  <a:lnTo>
                    <a:pt x="2584463" y="767771"/>
                  </a:lnTo>
                  <a:lnTo>
                    <a:pt x="2591941" y="764514"/>
                  </a:lnTo>
                  <a:lnTo>
                    <a:pt x="2597853" y="761938"/>
                  </a:lnTo>
                  <a:lnTo>
                    <a:pt x="2601331" y="760422"/>
                  </a:lnTo>
                  <a:lnTo>
                    <a:pt x="2602896" y="759740"/>
                  </a:lnTo>
                  <a:lnTo>
                    <a:pt x="2603418" y="759513"/>
                  </a:lnTo>
                  <a:lnTo>
                    <a:pt x="2604635" y="758983"/>
                  </a:lnTo>
                  <a:lnTo>
                    <a:pt x="2608461" y="757315"/>
                  </a:lnTo>
                  <a:lnTo>
                    <a:pt x="2610374" y="756481"/>
                  </a:lnTo>
                  <a:lnTo>
                    <a:pt x="2613156" y="755269"/>
                  </a:lnTo>
                  <a:lnTo>
                    <a:pt x="2639241" y="743893"/>
                  </a:lnTo>
                  <a:lnTo>
                    <a:pt x="2641154" y="743058"/>
                  </a:lnTo>
                  <a:lnTo>
                    <a:pt x="2644284" y="741692"/>
                  </a:lnTo>
                  <a:lnTo>
                    <a:pt x="2645675" y="741085"/>
                  </a:lnTo>
                  <a:lnTo>
                    <a:pt x="2651066" y="738732"/>
                  </a:lnTo>
                  <a:lnTo>
                    <a:pt x="2654022" y="737442"/>
                  </a:lnTo>
                  <a:lnTo>
                    <a:pt x="2664804" y="732735"/>
                  </a:lnTo>
                  <a:lnTo>
                    <a:pt x="2673325" y="729013"/>
                  </a:lnTo>
                  <a:lnTo>
                    <a:pt x="2674194" y="728633"/>
                  </a:lnTo>
                  <a:lnTo>
                    <a:pt x="2676107" y="727798"/>
                  </a:lnTo>
                  <a:lnTo>
                    <a:pt x="2678890" y="726582"/>
                  </a:lnTo>
                  <a:lnTo>
                    <a:pt x="2702192" y="716398"/>
                  </a:lnTo>
                  <a:lnTo>
                    <a:pt x="2702888" y="716094"/>
                  </a:lnTo>
                  <a:lnTo>
                    <a:pt x="2706539" y="714497"/>
                  </a:lnTo>
                  <a:lnTo>
                    <a:pt x="2712104" y="712064"/>
                  </a:lnTo>
                  <a:lnTo>
                    <a:pt x="2712626" y="711836"/>
                  </a:lnTo>
                  <a:lnTo>
                    <a:pt x="2716799" y="710010"/>
                  </a:lnTo>
                  <a:lnTo>
                    <a:pt x="2717147" y="709858"/>
                  </a:lnTo>
                  <a:lnTo>
                    <a:pt x="2719060" y="709022"/>
                  </a:lnTo>
                  <a:lnTo>
                    <a:pt x="2720973" y="708185"/>
                  </a:lnTo>
                  <a:lnTo>
                    <a:pt x="2731407" y="703620"/>
                  </a:lnTo>
                  <a:lnTo>
                    <a:pt x="2739232" y="700195"/>
                  </a:lnTo>
                  <a:lnTo>
                    <a:pt x="2743406" y="698368"/>
                  </a:lnTo>
                  <a:lnTo>
                    <a:pt x="2745145" y="697606"/>
                  </a:lnTo>
                  <a:lnTo>
                    <a:pt x="2747057" y="696769"/>
                  </a:lnTo>
                  <a:lnTo>
                    <a:pt x="2758361" y="691819"/>
                  </a:lnTo>
                  <a:lnTo>
                    <a:pt x="2765838" y="688544"/>
                  </a:lnTo>
                  <a:lnTo>
                    <a:pt x="2771751" y="685953"/>
                  </a:lnTo>
                  <a:lnTo>
                    <a:pt x="2775229" y="684429"/>
                  </a:lnTo>
                  <a:lnTo>
                    <a:pt x="2776794" y="683744"/>
                  </a:lnTo>
                  <a:lnTo>
                    <a:pt x="2777316" y="683515"/>
                  </a:lnTo>
                  <a:lnTo>
                    <a:pt x="2778533" y="682981"/>
                  </a:lnTo>
                  <a:lnTo>
                    <a:pt x="2782359" y="681305"/>
                  </a:lnTo>
                  <a:lnTo>
                    <a:pt x="2784272" y="680466"/>
                  </a:lnTo>
                  <a:lnTo>
                    <a:pt x="2787054" y="679247"/>
                  </a:lnTo>
                  <a:lnTo>
                    <a:pt x="2795401" y="675587"/>
                  </a:lnTo>
                  <a:lnTo>
                    <a:pt x="2800966" y="673147"/>
                  </a:lnTo>
                  <a:lnTo>
                    <a:pt x="2813139" y="667807"/>
                  </a:lnTo>
                  <a:lnTo>
                    <a:pt x="2815051" y="666968"/>
                  </a:lnTo>
                  <a:lnTo>
                    <a:pt x="2818182" y="665595"/>
                  </a:lnTo>
                  <a:lnTo>
                    <a:pt x="2819573" y="664984"/>
                  </a:lnTo>
                  <a:lnTo>
                    <a:pt x="2824964" y="662619"/>
                  </a:lnTo>
                  <a:lnTo>
                    <a:pt x="2827920" y="661321"/>
                  </a:lnTo>
                  <a:lnTo>
                    <a:pt x="2838701" y="656588"/>
                  </a:lnTo>
                  <a:lnTo>
                    <a:pt x="2847222" y="652847"/>
                  </a:lnTo>
                  <a:lnTo>
                    <a:pt x="2848092" y="652465"/>
                  </a:lnTo>
                  <a:lnTo>
                    <a:pt x="2850005" y="651625"/>
                  </a:lnTo>
                  <a:lnTo>
                    <a:pt x="2852787" y="650403"/>
                  </a:lnTo>
                  <a:lnTo>
                    <a:pt x="2876089" y="640164"/>
                  </a:lnTo>
                  <a:lnTo>
                    <a:pt x="2876785" y="639859"/>
                  </a:lnTo>
                  <a:lnTo>
                    <a:pt x="2880437" y="638253"/>
                  </a:lnTo>
                  <a:lnTo>
                    <a:pt x="2886002" y="635807"/>
                  </a:lnTo>
                  <a:lnTo>
                    <a:pt x="2886523" y="635578"/>
                  </a:lnTo>
                  <a:lnTo>
                    <a:pt x="2890697" y="633743"/>
                  </a:lnTo>
                  <a:lnTo>
                    <a:pt x="2891045" y="633590"/>
                  </a:lnTo>
                  <a:lnTo>
                    <a:pt x="2892957" y="632749"/>
                  </a:lnTo>
                  <a:lnTo>
                    <a:pt x="2894870" y="631907"/>
                  </a:lnTo>
                  <a:lnTo>
                    <a:pt x="2905304" y="627318"/>
                  </a:lnTo>
                  <a:lnTo>
                    <a:pt x="2913130" y="623875"/>
                  </a:lnTo>
                  <a:lnTo>
                    <a:pt x="2917303" y="622039"/>
                  </a:lnTo>
                  <a:lnTo>
                    <a:pt x="2919042" y="621274"/>
                  </a:lnTo>
                  <a:lnTo>
                    <a:pt x="2920955" y="620432"/>
                  </a:lnTo>
                  <a:lnTo>
                    <a:pt x="2932258" y="615457"/>
                  </a:lnTo>
                  <a:lnTo>
                    <a:pt x="2939736" y="612165"/>
                  </a:lnTo>
                  <a:lnTo>
                    <a:pt x="2945648" y="609561"/>
                  </a:lnTo>
                  <a:lnTo>
                    <a:pt x="2949126" y="608029"/>
                  </a:lnTo>
                  <a:lnTo>
                    <a:pt x="2950691" y="607340"/>
                  </a:lnTo>
                  <a:lnTo>
                    <a:pt x="2951213" y="607110"/>
                  </a:lnTo>
                  <a:lnTo>
                    <a:pt x="2952430" y="606574"/>
                  </a:lnTo>
                  <a:lnTo>
                    <a:pt x="2956256" y="604889"/>
                  </a:lnTo>
                  <a:lnTo>
                    <a:pt x="2958169" y="604046"/>
                  </a:lnTo>
                  <a:lnTo>
                    <a:pt x="2960951" y="602820"/>
                  </a:lnTo>
                  <a:lnTo>
                    <a:pt x="2969298" y="599142"/>
                  </a:lnTo>
                  <a:lnTo>
                    <a:pt x="2973820" y="597150"/>
                  </a:lnTo>
                  <a:lnTo>
                    <a:pt x="2974863" y="596690"/>
                  </a:lnTo>
                  <a:lnTo>
                    <a:pt x="2987036" y="591324"/>
                  </a:lnTo>
                  <a:lnTo>
                    <a:pt x="2988949" y="590480"/>
                  </a:lnTo>
                  <a:lnTo>
                    <a:pt x="2992079" y="589100"/>
                  </a:lnTo>
                  <a:lnTo>
                    <a:pt x="2993470" y="588487"/>
                  </a:lnTo>
                  <a:lnTo>
                    <a:pt x="2998861" y="586109"/>
                  </a:lnTo>
                  <a:lnTo>
                    <a:pt x="3001817" y="584806"/>
                  </a:lnTo>
                  <a:lnTo>
                    <a:pt x="3012599" y="580049"/>
                  </a:lnTo>
                  <a:lnTo>
                    <a:pt x="3021120" y="576290"/>
                  </a:lnTo>
                  <a:lnTo>
                    <a:pt x="3021989" y="575906"/>
                  </a:lnTo>
                  <a:lnTo>
                    <a:pt x="3023902" y="575062"/>
                  </a:lnTo>
                  <a:lnTo>
                    <a:pt x="3026685" y="573834"/>
                  </a:lnTo>
                  <a:lnTo>
                    <a:pt x="3049987" y="563546"/>
                  </a:lnTo>
                  <a:lnTo>
                    <a:pt x="3050682" y="563239"/>
                  </a:lnTo>
                  <a:lnTo>
                    <a:pt x="3054334" y="561626"/>
                  </a:lnTo>
                  <a:lnTo>
                    <a:pt x="3059899" y="559168"/>
                  </a:lnTo>
                  <a:lnTo>
                    <a:pt x="3060421" y="558938"/>
                  </a:lnTo>
                  <a:lnTo>
                    <a:pt x="3064942" y="556940"/>
                  </a:lnTo>
                  <a:lnTo>
                    <a:pt x="3066855" y="556095"/>
                  </a:lnTo>
                  <a:lnTo>
                    <a:pt x="3068768" y="555250"/>
                  </a:lnTo>
                  <a:lnTo>
                    <a:pt x="3079202" y="550639"/>
                  </a:lnTo>
                  <a:lnTo>
                    <a:pt x="3087027" y="547181"/>
                  </a:lnTo>
                  <a:lnTo>
                    <a:pt x="3091201" y="545336"/>
                  </a:lnTo>
                  <a:lnTo>
                    <a:pt x="3092939" y="544567"/>
                  </a:lnTo>
                  <a:lnTo>
                    <a:pt x="3094852" y="543721"/>
                  </a:lnTo>
                  <a:lnTo>
                    <a:pt x="3106156" y="538723"/>
                  </a:lnTo>
                  <a:lnTo>
                    <a:pt x="3113633" y="535416"/>
                  </a:lnTo>
                  <a:lnTo>
                    <a:pt x="3119546" y="532800"/>
                  </a:lnTo>
                  <a:lnTo>
                    <a:pt x="3123024" y="531261"/>
                  </a:lnTo>
                  <a:lnTo>
                    <a:pt x="3124589" y="530569"/>
                  </a:lnTo>
                  <a:lnTo>
                    <a:pt x="3125111" y="530338"/>
                  </a:lnTo>
                  <a:lnTo>
                    <a:pt x="3126328" y="529799"/>
                  </a:lnTo>
                  <a:lnTo>
                    <a:pt x="3130154" y="528107"/>
                  </a:lnTo>
                  <a:lnTo>
                    <a:pt x="3132066" y="527260"/>
                  </a:lnTo>
                  <a:lnTo>
                    <a:pt x="3134849" y="526029"/>
                  </a:lnTo>
                  <a:lnTo>
                    <a:pt x="3143196" y="522334"/>
                  </a:lnTo>
                  <a:lnTo>
                    <a:pt x="3147717" y="520333"/>
                  </a:lnTo>
                  <a:lnTo>
                    <a:pt x="3148761" y="519871"/>
                  </a:lnTo>
                  <a:lnTo>
                    <a:pt x="3160933" y="514481"/>
                  </a:lnTo>
                  <a:lnTo>
                    <a:pt x="3162846" y="513634"/>
                  </a:lnTo>
                  <a:lnTo>
                    <a:pt x="3165976" y="512247"/>
                  </a:lnTo>
                  <a:lnTo>
                    <a:pt x="3167368" y="511631"/>
                  </a:lnTo>
                  <a:lnTo>
                    <a:pt x="3172758" y="509243"/>
                  </a:lnTo>
                  <a:lnTo>
                    <a:pt x="3175715" y="507934"/>
                  </a:lnTo>
                  <a:lnTo>
                    <a:pt x="3186496" y="503157"/>
                  </a:lnTo>
                  <a:lnTo>
                    <a:pt x="3195017" y="499381"/>
                  </a:lnTo>
                  <a:lnTo>
                    <a:pt x="3195887" y="498995"/>
                  </a:lnTo>
                  <a:lnTo>
                    <a:pt x="3197800" y="498148"/>
                  </a:lnTo>
                  <a:lnTo>
                    <a:pt x="3200582" y="496914"/>
                  </a:lnTo>
                  <a:lnTo>
                    <a:pt x="3223884" y="486583"/>
                  </a:lnTo>
                  <a:lnTo>
                    <a:pt x="3224580" y="486274"/>
                  </a:lnTo>
                  <a:lnTo>
                    <a:pt x="3228232" y="484654"/>
                  </a:lnTo>
                  <a:lnTo>
                    <a:pt x="3233796" y="482186"/>
                  </a:lnTo>
                  <a:lnTo>
                    <a:pt x="3234318" y="481955"/>
                  </a:lnTo>
                  <a:lnTo>
                    <a:pt x="3238492" y="480103"/>
                  </a:lnTo>
                  <a:lnTo>
                    <a:pt x="3238839" y="479949"/>
                  </a:lnTo>
                  <a:lnTo>
                    <a:pt x="3240752" y="479100"/>
                  </a:lnTo>
                  <a:lnTo>
                    <a:pt x="3242665" y="478251"/>
                  </a:lnTo>
                  <a:lnTo>
                    <a:pt x="3253099" y="473621"/>
                  </a:lnTo>
                  <a:lnTo>
                    <a:pt x="3260924" y="470148"/>
                  </a:lnTo>
                  <a:lnTo>
                    <a:pt x="3265098" y="468296"/>
                  </a:lnTo>
                  <a:lnTo>
                    <a:pt x="3266837" y="467524"/>
                  </a:lnTo>
                  <a:lnTo>
                    <a:pt x="3268750" y="466674"/>
                  </a:lnTo>
                  <a:lnTo>
                    <a:pt x="3280053" y="461656"/>
                  </a:lnTo>
                  <a:lnTo>
                    <a:pt x="3287531" y="458335"/>
                  </a:lnTo>
                  <a:lnTo>
                    <a:pt x="3293443" y="455709"/>
                  </a:lnTo>
                  <a:lnTo>
                    <a:pt x="3296921" y="454164"/>
                  </a:lnTo>
                  <a:lnTo>
                    <a:pt x="3298486" y="453468"/>
                  </a:lnTo>
                  <a:lnTo>
                    <a:pt x="3299008" y="453237"/>
                  </a:lnTo>
                  <a:lnTo>
                    <a:pt x="3300225" y="452696"/>
                  </a:lnTo>
                  <a:lnTo>
                    <a:pt x="3304051" y="450996"/>
                  </a:lnTo>
                  <a:lnTo>
                    <a:pt x="3305964" y="450146"/>
                  </a:lnTo>
                  <a:lnTo>
                    <a:pt x="3308746" y="448910"/>
                  </a:lnTo>
                  <a:lnTo>
                    <a:pt x="3317093" y="445201"/>
                  </a:lnTo>
                  <a:lnTo>
                    <a:pt x="3321615" y="443191"/>
                  </a:lnTo>
                  <a:lnTo>
                    <a:pt x="3322658" y="442727"/>
                  </a:lnTo>
                  <a:lnTo>
                    <a:pt x="3334831" y="437316"/>
                  </a:lnTo>
                  <a:lnTo>
                    <a:pt x="3336744" y="436466"/>
                  </a:lnTo>
                  <a:lnTo>
                    <a:pt x="3339874" y="435074"/>
                  </a:lnTo>
                  <a:lnTo>
                    <a:pt x="3341265" y="434455"/>
                  </a:lnTo>
                  <a:lnTo>
                    <a:pt x="3346656" y="432058"/>
                  </a:lnTo>
                  <a:lnTo>
                    <a:pt x="3349612" y="430743"/>
                  </a:lnTo>
                  <a:lnTo>
                    <a:pt x="3360394" y="425948"/>
                  </a:lnTo>
                  <a:lnTo>
                    <a:pt x="3368915" y="422157"/>
                  </a:lnTo>
                  <a:lnTo>
                    <a:pt x="3369784" y="421770"/>
                  </a:lnTo>
                  <a:lnTo>
                    <a:pt x="3371697" y="420919"/>
                  </a:lnTo>
                  <a:lnTo>
                    <a:pt x="3374479" y="419681"/>
                  </a:lnTo>
                  <a:lnTo>
                    <a:pt x="3397782" y="409310"/>
                  </a:lnTo>
                  <a:lnTo>
                    <a:pt x="3398477" y="409000"/>
                  </a:lnTo>
                  <a:lnTo>
                    <a:pt x="3402129" y="407374"/>
                  </a:lnTo>
                  <a:lnTo>
                    <a:pt x="3407694" y="404897"/>
                  </a:lnTo>
                  <a:lnTo>
                    <a:pt x="3408216" y="404664"/>
                  </a:lnTo>
                  <a:lnTo>
                    <a:pt x="3412389" y="402806"/>
                  </a:lnTo>
                  <a:lnTo>
                    <a:pt x="3412737" y="402651"/>
                  </a:lnTo>
                  <a:lnTo>
                    <a:pt x="3414650" y="401799"/>
                  </a:lnTo>
                  <a:lnTo>
                    <a:pt x="3416563" y="400947"/>
                  </a:lnTo>
                  <a:lnTo>
                    <a:pt x="3434822" y="392814"/>
                  </a:lnTo>
                  <a:lnTo>
                    <a:pt x="3438995" y="390955"/>
                  </a:lnTo>
                  <a:lnTo>
                    <a:pt x="3440734" y="390180"/>
                  </a:lnTo>
                  <a:lnTo>
                    <a:pt x="3442647" y="389328"/>
                  </a:lnTo>
                  <a:lnTo>
                    <a:pt x="3453951" y="384290"/>
                  </a:lnTo>
                  <a:lnTo>
                    <a:pt x="3461428" y="380958"/>
                  </a:lnTo>
                  <a:lnTo>
                    <a:pt x="3467341" y="378322"/>
                  </a:lnTo>
                  <a:lnTo>
                    <a:pt x="3470819" y="376771"/>
                  </a:lnTo>
                  <a:lnTo>
                    <a:pt x="3472384" y="376074"/>
                  </a:lnTo>
                  <a:lnTo>
                    <a:pt x="3472905" y="375841"/>
                  </a:lnTo>
                  <a:lnTo>
                    <a:pt x="3474123" y="375298"/>
                  </a:lnTo>
                  <a:lnTo>
                    <a:pt x="3477948" y="373592"/>
                  </a:lnTo>
                  <a:lnTo>
                    <a:pt x="3479861" y="372740"/>
                  </a:lnTo>
                  <a:lnTo>
                    <a:pt x="3482644" y="371499"/>
                  </a:lnTo>
                  <a:lnTo>
                    <a:pt x="3490991" y="367776"/>
                  </a:lnTo>
                  <a:lnTo>
                    <a:pt x="3495512" y="365760"/>
                  </a:lnTo>
                  <a:lnTo>
                    <a:pt x="3496555" y="365294"/>
                  </a:lnTo>
                  <a:lnTo>
                    <a:pt x="3508728" y="359864"/>
                  </a:lnTo>
                  <a:lnTo>
                    <a:pt x="3510641" y="359011"/>
                  </a:lnTo>
                  <a:lnTo>
                    <a:pt x="3513771" y="357614"/>
                  </a:lnTo>
                  <a:lnTo>
                    <a:pt x="3515162" y="356993"/>
                  </a:lnTo>
                  <a:lnTo>
                    <a:pt x="3520553" y="354588"/>
                  </a:lnTo>
                  <a:lnTo>
                    <a:pt x="3523510" y="353268"/>
                  </a:lnTo>
                  <a:lnTo>
                    <a:pt x="3534291" y="348456"/>
                  </a:lnTo>
                  <a:lnTo>
                    <a:pt x="3542812" y="344653"/>
                  </a:lnTo>
                  <a:lnTo>
                    <a:pt x="3543682" y="344264"/>
                  </a:lnTo>
                  <a:lnTo>
                    <a:pt x="3545595" y="343410"/>
                  </a:lnTo>
                  <a:lnTo>
                    <a:pt x="3548377" y="342168"/>
                  </a:lnTo>
                  <a:lnTo>
                    <a:pt x="3571679" y="331762"/>
                  </a:lnTo>
                  <a:lnTo>
                    <a:pt x="3572375" y="331451"/>
                  </a:lnTo>
                  <a:lnTo>
                    <a:pt x="3576027" y="329820"/>
                  </a:lnTo>
                  <a:lnTo>
                    <a:pt x="3581591" y="327334"/>
                  </a:lnTo>
                  <a:lnTo>
                    <a:pt x="3582113" y="327101"/>
                  </a:lnTo>
                  <a:lnTo>
                    <a:pt x="3586287" y="325236"/>
                  </a:lnTo>
                  <a:lnTo>
                    <a:pt x="3586634" y="325081"/>
                  </a:lnTo>
                  <a:lnTo>
                    <a:pt x="3588547" y="324226"/>
                  </a:lnTo>
                  <a:lnTo>
                    <a:pt x="3590460" y="323371"/>
                  </a:lnTo>
                  <a:lnTo>
                    <a:pt x="3600894" y="318709"/>
                  </a:lnTo>
                  <a:lnTo>
                    <a:pt x="3608719" y="315211"/>
                  </a:lnTo>
                  <a:lnTo>
                    <a:pt x="3612893" y="313346"/>
                  </a:lnTo>
                  <a:lnTo>
                    <a:pt x="3616545" y="311714"/>
                  </a:lnTo>
                  <a:lnTo>
                    <a:pt x="3627848" y="306660"/>
                  </a:lnTo>
                  <a:lnTo>
                    <a:pt x="3635326" y="303317"/>
                  </a:lnTo>
                  <a:lnTo>
                    <a:pt x="3644716" y="299117"/>
                  </a:lnTo>
                  <a:lnTo>
                    <a:pt x="3646281" y="298417"/>
                  </a:lnTo>
                  <a:lnTo>
                    <a:pt x="3646803" y="298184"/>
                  </a:lnTo>
                  <a:lnTo>
                    <a:pt x="3648020" y="297639"/>
                  </a:lnTo>
                  <a:lnTo>
                    <a:pt x="3651846" y="295928"/>
                  </a:lnTo>
                  <a:lnTo>
                    <a:pt x="3653759" y="295072"/>
                  </a:lnTo>
                  <a:lnTo>
                    <a:pt x="3656541" y="293828"/>
                  </a:lnTo>
                  <a:lnTo>
                    <a:pt x="3664888" y="290093"/>
                  </a:lnTo>
                  <a:lnTo>
                    <a:pt x="3669410" y="288071"/>
                  </a:lnTo>
                  <a:lnTo>
                    <a:pt x="3670453" y="287604"/>
                  </a:lnTo>
                  <a:lnTo>
                    <a:pt x="3682626" y="282156"/>
                  </a:lnTo>
                  <a:lnTo>
                    <a:pt x="3684539" y="281300"/>
                  </a:lnTo>
                  <a:lnTo>
                    <a:pt x="3687669" y="279899"/>
                  </a:lnTo>
                  <a:lnTo>
                    <a:pt x="3689060" y="279277"/>
                  </a:lnTo>
                  <a:lnTo>
                    <a:pt x="3694451" y="276864"/>
                  </a:lnTo>
                  <a:lnTo>
                    <a:pt x="3697407" y="275540"/>
                  </a:lnTo>
                  <a:lnTo>
                    <a:pt x="3708189" y="270714"/>
                  </a:lnTo>
                  <a:lnTo>
                    <a:pt x="3716710" y="266898"/>
                  </a:lnTo>
                  <a:lnTo>
                    <a:pt x="3717579" y="266509"/>
                  </a:lnTo>
                  <a:lnTo>
                    <a:pt x="3719492" y="265652"/>
                  </a:lnTo>
                  <a:lnTo>
                    <a:pt x="3722274" y="264406"/>
                  </a:lnTo>
                  <a:lnTo>
                    <a:pt x="3745577" y="253969"/>
                  </a:lnTo>
                  <a:lnTo>
                    <a:pt x="3746272" y="253657"/>
                  </a:lnTo>
                  <a:lnTo>
                    <a:pt x="3749924" y="252021"/>
                  </a:lnTo>
                  <a:lnTo>
                    <a:pt x="3755489" y="249528"/>
                  </a:lnTo>
                  <a:lnTo>
                    <a:pt x="3756010" y="249294"/>
                  </a:lnTo>
                  <a:lnTo>
                    <a:pt x="3760184" y="247424"/>
                  </a:lnTo>
                  <a:lnTo>
                    <a:pt x="3760532" y="247268"/>
                  </a:lnTo>
                  <a:lnTo>
                    <a:pt x="3762445" y="246411"/>
                  </a:lnTo>
                  <a:lnTo>
                    <a:pt x="3764358" y="245554"/>
                  </a:lnTo>
                  <a:lnTo>
                    <a:pt x="3774791" y="240878"/>
                  </a:lnTo>
                  <a:lnTo>
                    <a:pt x="3782617" y="237370"/>
                  </a:lnTo>
                  <a:lnTo>
                    <a:pt x="3786790" y="235499"/>
                  </a:lnTo>
                  <a:lnTo>
                    <a:pt x="3788529" y="234720"/>
                  </a:lnTo>
                  <a:lnTo>
                    <a:pt x="3790442" y="233862"/>
                  </a:lnTo>
                  <a:lnTo>
                    <a:pt x="3801745" y="228794"/>
                  </a:lnTo>
                  <a:lnTo>
                    <a:pt x="3809223" y="225441"/>
                  </a:lnTo>
                  <a:lnTo>
                    <a:pt x="3815136" y="222790"/>
                  </a:lnTo>
                  <a:lnTo>
                    <a:pt x="3818614" y="221230"/>
                  </a:lnTo>
                  <a:lnTo>
                    <a:pt x="3820179" y="220528"/>
                  </a:lnTo>
                  <a:lnTo>
                    <a:pt x="3820700" y="220294"/>
                  </a:lnTo>
                  <a:lnTo>
                    <a:pt x="3821918" y="219748"/>
                  </a:lnTo>
                  <a:lnTo>
                    <a:pt x="3825743" y="218032"/>
                  </a:lnTo>
                  <a:lnTo>
                    <a:pt x="3827656" y="217174"/>
                  </a:lnTo>
                  <a:lnTo>
                    <a:pt x="3830439" y="215926"/>
                  </a:lnTo>
                  <a:lnTo>
                    <a:pt x="3838786" y="212181"/>
                  </a:lnTo>
                  <a:lnTo>
                    <a:pt x="3843307" y="210152"/>
                  </a:lnTo>
                  <a:lnTo>
                    <a:pt x="3844350" y="209684"/>
                  </a:lnTo>
                  <a:lnTo>
                    <a:pt x="3856523" y="204222"/>
                  </a:lnTo>
                  <a:lnTo>
                    <a:pt x="3858436" y="203364"/>
                  </a:lnTo>
                  <a:lnTo>
                    <a:pt x="3861566" y="201959"/>
                  </a:lnTo>
                  <a:lnTo>
                    <a:pt x="3862957" y="201334"/>
                  </a:lnTo>
                  <a:lnTo>
                    <a:pt x="3868348" y="198915"/>
                  </a:lnTo>
                  <a:lnTo>
                    <a:pt x="3871304" y="197588"/>
                  </a:lnTo>
                  <a:lnTo>
                    <a:pt x="3882086" y="192748"/>
                  </a:lnTo>
                  <a:lnTo>
                    <a:pt x="3890607" y="188923"/>
                  </a:lnTo>
                  <a:lnTo>
                    <a:pt x="3891477" y="188532"/>
                  </a:lnTo>
                  <a:lnTo>
                    <a:pt x="3893389" y="187673"/>
                  </a:lnTo>
                  <a:lnTo>
                    <a:pt x="3896172" y="186424"/>
                  </a:lnTo>
                  <a:lnTo>
                    <a:pt x="3919474" y="175959"/>
                  </a:lnTo>
                  <a:lnTo>
                    <a:pt x="3920170" y="175646"/>
                  </a:lnTo>
                  <a:lnTo>
                    <a:pt x="3923821" y="174006"/>
                  </a:lnTo>
                  <a:lnTo>
                    <a:pt x="3929386" y="171506"/>
                  </a:lnTo>
                  <a:lnTo>
                    <a:pt x="3929908" y="171272"/>
                  </a:lnTo>
                  <a:lnTo>
                    <a:pt x="3934081" y="169397"/>
                  </a:lnTo>
                  <a:lnTo>
                    <a:pt x="3936342" y="168381"/>
                  </a:lnTo>
                  <a:lnTo>
                    <a:pt x="3938255" y="167522"/>
                  </a:lnTo>
                  <a:lnTo>
                    <a:pt x="3948689" y="162834"/>
                  </a:lnTo>
                  <a:lnTo>
                    <a:pt x="3956514" y="159317"/>
                  </a:lnTo>
                  <a:lnTo>
                    <a:pt x="3960688" y="157441"/>
                  </a:lnTo>
                  <a:lnTo>
                    <a:pt x="3962427" y="156660"/>
                  </a:lnTo>
                  <a:lnTo>
                    <a:pt x="3964340" y="155800"/>
                  </a:lnTo>
                  <a:lnTo>
                    <a:pt x="3975643" y="150719"/>
                  </a:lnTo>
                  <a:lnTo>
                    <a:pt x="3983121" y="147358"/>
                  </a:lnTo>
                  <a:lnTo>
                    <a:pt x="3989033" y="144700"/>
                  </a:lnTo>
                  <a:lnTo>
                    <a:pt x="3992511" y="143136"/>
                  </a:lnTo>
                  <a:lnTo>
                    <a:pt x="3994076" y="142432"/>
                  </a:lnTo>
                  <a:lnTo>
                    <a:pt x="3994598" y="142198"/>
                  </a:lnTo>
                  <a:lnTo>
                    <a:pt x="3995815" y="141650"/>
                  </a:lnTo>
                  <a:lnTo>
                    <a:pt x="4001554" y="139070"/>
                  </a:lnTo>
                  <a:lnTo>
                    <a:pt x="4012683" y="134065"/>
                  </a:lnTo>
                  <a:lnTo>
                    <a:pt x="4017204" y="132031"/>
                  </a:lnTo>
                  <a:lnTo>
                    <a:pt x="4018248" y="131562"/>
                  </a:lnTo>
                  <a:lnTo>
                    <a:pt x="4030421" y="126086"/>
                  </a:lnTo>
                  <a:lnTo>
                    <a:pt x="4032334" y="125226"/>
                  </a:lnTo>
                  <a:lnTo>
                    <a:pt x="4035464" y="123818"/>
                  </a:lnTo>
                  <a:lnTo>
                    <a:pt x="4036855" y="123192"/>
                  </a:lnTo>
                  <a:lnTo>
                    <a:pt x="4065374" y="110359"/>
                  </a:lnTo>
                  <a:lnTo>
                    <a:pt x="4067287" y="109498"/>
                  </a:lnTo>
                  <a:lnTo>
                    <a:pt x="4070069" y="108246"/>
                  </a:lnTo>
                  <a:lnTo>
                    <a:pt x="4093372" y="97756"/>
                  </a:lnTo>
                  <a:lnTo>
                    <a:pt x="4097719" y="95799"/>
                  </a:lnTo>
                  <a:lnTo>
                    <a:pt x="4108327" y="91022"/>
                  </a:lnTo>
                  <a:lnTo>
                    <a:pt x="4130412" y="81076"/>
                  </a:lnTo>
                  <a:lnTo>
                    <a:pt x="4134585" y="79196"/>
                  </a:lnTo>
                  <a:lnTo>
                    <a:pt x="4136324" y="78413"/>
                  </a:lnTo>
                  <a:lnTo>
                    <a:pt x="4157018" y="69090"/>
                  </a:lnTo>
                  <a:lnTo>
                    <a:pt x="4175451" y="60784"/>
                  </a:lnTo>
                  <a:lnTo>
                    <a:pt x="4192145" y="53259"/>
                  </a:lnTo>
                  <a:lnTo>
                    <a:pt x="4310222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" name="pl8"/>
            <p:cNvSpPr/>
            <p:nvPr/>
          </p:nvSpPr>
          <p:spPr>
            <a:xfrm>
              <a:off x="3459159" y="3283332"/>
              <a:ext cx="4310222" cy="1773851"/>
            </a:xfrm>
            <a:custGeom>
              <a:avLst/>
              <a:pathLst>
                <a:path w="4310222" h="1773851">
                  <a:moveTo>
                    <a:pt x="4310222" y="0"/>
                  </a:moveTo>
                  <a:lnTo>
                    <a:pt x="4192145" y="45606"/>
                  </a:lnTo>
                  <a:lnTo>
                    <a:pt x="4175451" y="52060"/>
                  </a:lnTo>
                  <a:lnTo>
                    <a:pt x="4157018" y="59188"/>
                  </a:lnTo>
                  <a:lnTo>
                    <a:pt x="4136324" y="67192"/>
                  </a:lnTo>
                  <a:lnTo>
                    <a:pt x="4134585" y="67865"/>
                  </a:lnTo>
                  <a:lnTo>
                    <a:pt x="4130412" y="69480"/>
                  </a:lnTo>
                  <a:lnTo>
                    <a:pt x="4108327" y="78025"/>
                  </a:lnTo>
                  <a:lnTo>
                    <a:pt x="4097719" y="82131"/>
                  </a:lnTo>
                  <a:lnTo>
                    <a:pt x="4093372" y="83814"/>
                  </a:lnTo>
                  <a:lnTo>
                    <a:pt x="4070069" y="92835"/>
                  </a:lnTo>
                  <a:lnTo>
                    <a:pt x="4067287" y="93913"/>
                  </a:lnTo>
                  <a:lnTo>
                    <a:pt x="4065374" y="94654"/>
                  </a:lnTo>
                  <a:lnTo>
                    <a:pt x="4036855" y="105700"/>
                  </a:lnTo>
                  <a:lnTo>
                    <a:pt x="4035464" y="106239"/>
                  </a:lnTo>
                  <a:lnTo>
                    <a:pt x="4032334" y="107452"/>
                  </a:lnTo>
                  <a:lnTo>
                    <a:pt x="4030421" y="108193"/>
                  </a:lnTo>
                  <a:lnTo>
                    <a:pt x="4018248" y="112910"/>
                  </a:lnTo>
                  <a:lnTo>
                    <a:pt x="4017204" y="113314"/>
                  </a:lnTo>
                  <a:lnTo>
                    <a:pt x="4012683" y="115066"/>
                  </a:lnTo>
                  <a:lnTo>
                    <a:pt x="4001554" y="119380"/>
                  </a:lnTo>
                  <a:lnTo>
                    <a:pt x="3995815" y="121605"/>
                  </a:lnTo>
                  <a:lnTo>
                    <a:pt x="3994598" y="122076"/>
                  </a:lnTo>
                  <a:lnTo>
                    <a:pt x="3994076" y="122279"/>
                  </a:lnTo>
                  <a:lnTo>
                    <a:pt x="3992511" y="122885"/>
                  </a:lnTo>
                  <a:lnTo>
                    <a:pt x="3989033" y="124234"/>
                  </a:lnTo>
                  <a:lnTo>
                    <a:pt x="3983121" y="126526"/>
                  </a:lnTo>
                  <a:lnTo>
                    <a:pt x="3975643" y="129426"/>
                  </a:lnTo>
                  <a:lnTo>
                    <a:pt x="3964340" y="133809"/>
                  </a:lnTo>
                  <a:lnTo>
                    <a:pt x="3962427" y="134551"/>
                  </a:lnTo>
                  <a:lnTo>
                    <a:pt x="3960688" y="135226"/>
                  </a:lnTo>
                  <a:lnTo>
                    <a:pt x="3956514" y="136845"/>
                  </a:lnTo>
                  <a:lnTo>
                    <a:pt x="3948689" y="139880"/>
                  </a:lnTo>
                  <a:lnTo>
                    <a:pt x="3938255" y="143929"/>
                  </a:lnTo>
                  <a:lnTo>
                    <a:pt x="3936342" y="144671"/>
                  </a:lnTo>
                  <a:lnTo>
                    <a:pt x="3934081" y="145548"/>
                  </a:lnTo>
                  <a:lnTo>
                    <a:pt x="3929908" y="147168"/>
                  </a:lnTo>
                  <a:lnTo>
                    <a:pt x="3929386" y="147370"/>
                  </a:lnTo>
                  <a:lnTo>
                    <a:pt x="3923821" y="149530"/>
                  </a:lnTo>
                  <a:lnTo>
                    <a:pt x="3920170" y="150947"/>
                  </a:lnTo>
                  <a:lnTo>
                    <a:pt x="3919474" y="151217"/>
                  </a:lnTo>
                  <a:lnTo>
                    <a:pt x="3896172" y="160263"/>
                  </a:lnTo>
                  <a:lnTo>
                    <a:pt x="3893389" y="161344"/>
                  </a:lnTo>
                  <a:lnTo>
                    <a:pt x="3891477" y="162086"/>
                  </a:lnTo>
                  <a:lnTo>
                    <a:pt x="3890607" y="162424"/>
                  </a:lnTo>
                  <a:lnTo>
                    <a:pt x="3882086" y="165733"/>
                  </a:lnTo>
                  <a:lnTo>
                    <a:pt x="3871304" y="169921"/>
                  </a:lnTo>
                  <a:lnTo>
                    <a:pt x="3868348" y="171069"/>
                  </a:lnTo>
                  <a:lnTo>
                    <a:pt x="3862957" y="173163"/>
                  </a:lnTo>
                  <a:lnTo>
                    <a:pt x="3861566" y="173704"/>
                  </a:lnTo>
                  <a:lnTo>
                    <a:pt x="3858436" y="174920"/>
                  </a:lnTo>
                  <a:lnTo>
                    <a:pt x="3856523" y="175663"/>
                  </a:lnTo>
                  <a:lnTo>
                    <a:pt x="3844350" y="180393"/>
                  </a:lnTo>
                  <a:lnTo>
                    <a:pt x="3843307" y="180799"/>
                  </a:lnTo>
                  <a:lnTo>
                    <a:pt x="3838786" y="182556"/>
                  </a:lnTo>
                  <a:lnTo>
                    <a:pt x="3830439" y="185801"/>
                  </a:lnTo>
                  <a:lnTo>
                    <a:pt x="3827656" y="186882"/>
                  </a:lnTo>
                  <a:lnTo>
                    <a:pt x="3825743" y="187626"/>
                  </a:lnTo>
                  <a:lnTo>
                    <a:pt x="3821918" y="189113"/>
                  </a:lnTo>
                  <a:lnTo>
                    <a:pt x="3820700" y="189586"/>
                  </a:lnTo>
                  <a:lnTo>
                    <a:pt x="3820179" y="189789"/>
                  </a:lnTo>
                  <a:lnTo>
                    <a:pt x="3818614" y="190398"/>
                  </a:lnTo>
                  <a:lnTo>
                    <a:pt x="3815136" y="191750"/>
                  </a:lnTo>
                  <a:lnTo>
                    <a:pt x="3809223" y="194049"/>
                  </a:lnTo>
                  <a:lnTo>
                    <a:pt x="3801745" y="196957"/>
                  </a:lnTo>
                  <a:lnTo>
                    <a:pt x="3790442" y="201353"/>
                  </a:lnTo>
                  <a:lnTo>
                    <a:pt x="3788529" y="202098"/>
                  </a:lnTo>
                  <a:lnTo>
                    <a:pt x="3786790" y="202774"/>
                  </a:lnTo>
                  <a:lnTo>
                    <a:pt x="3782617" y="204398"/>
                  </a:lnTo>
                  <a:lnTo>
                    <a:pt x="3774791" y="207442"/>
                  </a:lnTo>
                  <a:lnTo>
                    <a:pt x="3764358" y="211503"/>
                  </a:lnTo>
                  <a:lnTo>
                    <a:pt x="3762445" y="212247"/>
                  </a:lnTo>
                  <a:lnTo>
                    <a:pt x="3760532" y="212992"/>
                  </a:lnTo>
                  <a:lnTo>
                    <a:pt x="3760184" y="213127"/>
                  </a:lnTo>
                  <a:lnTo>
                    <a:pt x="3756010" y="214751"/>
                  </a:lnTo>
                  <a:lnTo>
                    <a:pt x="3755489" y="214954"/>
                  </a:lnTo>
                  <a:lnTo>
                    <a:pt x="3749924" y="217121"/>
                  </a:lnTo>
                  <a:lnTo>
                    <a:pt x="3746272" y="218542"/>
                  </a:lnTo>
                  <a:lnTo>
                    <a:pt x="3745577" y="218813"/>
                  </a:lnTo>
                  <a:lnTo>
                    <a:pt x="3722274" y="227887"/>
                  </a:lnTo>
                  <a:lnTo>
                    <a:pt x="3719492" y="228971"/>
                  </a:lnTo>
                  <a:lnTo>
                    <a:pt x="3717579" y="229716"/>
                  </a:lnTo>
                  <a:lnTo>
                    <a:pt x="3716710" y="230054"/>
                  </a:lnTo>
                  <a:lnTo>
                    <a:pt x="3708189" y="233374"/>
                  </a:lnTo>
                  <a:lnTo>
                    <a:pt x="3697407" y="237574"/>
                  </a:lnTo>
                  <a:lnTo>
                    <a:pt x="3694451" y="238726"/>
                  </a:lnTo>
                  <a:lnTo>
                    <a:pt x="3689060" y="240827"/>
                  </a:lnTo>
                  <a:lnTo>
                    <a:pt x="3687669" y="241369"/>
                  </a:lnTo>
                  <a:lnTo>
                    <a:pt x="3684539" y="242589"/>
                  </a:lnTo>
                  <a:lnTo>
                    <a:pt x="3682626" y="243335"/>
                  </a:lnTo>
                  <a:lnTo>
                    <a:pt x="3670453" y="248080"/>
                  </a:lnTo>
                  <a:lnTo>
                    <a:pt x="3669410" y="248487"/>
                  </a:lnTo>
                  <a:lnTo>
                    <a:pt x="3664888" y="250250"/>
                  </a:lnTo>
                  <a:lnTo>
                    <a:pt x="3656541" y="253505"/>
                  </a:lnTo>
                  <a:lnTo>
                    <a:pt x="3653759" y="254590"/>
                  </a:lnTo>
                  <a:lnTo>
                    <a:pt x="3651846" y="255336"/>
                  </a:lnTo>
                  <a:lnTo>
                    <a:pt x="3648020" y="256828"/>
                  </a:lnTo>
                  <a:lnTo>
                    <a:pt x="3646803" y="257303"/>
                  </a:lnTo>
                  <a:lnTo>
                    <a:pt x="3646281" y="257506"/>
                  </a:lnTo>
                  <a:lnTo>
                    <a:pt x="3644716" y="258117"/>
                  </a:lnTo>
                  <a:lnTo>
                    <a:pt x="3635326" y="261780"/>
                  </a:lnTo>
                  <a:lnTo>
                    <a:pt x="3627848" y="264697"/>
                  </a:lnTo>
                  <a:lnTo>
                    <a:pt x="3616545" y="269108"/>
                  </a:lnTo>
                  <a:lnTo>
                    <a:pt x="3612893" y="270534"/>
                  </a:lnTo>
                  <a:lnTo>
                    <a:pt x="3608719" y="272163"/>
                  </a:lnTo>
                  <a:lnTo>
                    <a:pt x="3600894" y="275217"/>
                  </a:lnTo>
                  <a:lnTo>
                    <a:pt x="3590460" y="279291"/>
                  </a:lnTo>
                  <a:lnTo>
                    <a:pt x="3588547" y="280038"/>
                  </a:lnTo>
                  <a:lnTo>
                    <a:pt x="3586634" y="280785"/>
                  </a:lnTo>
                  <a:lnTo>
                    <a:pt x="3586287" y="280921"/>
                  </a:lnTo>
                  <a:lnTo>
                    <a:pt x="3582113" y="282551"/>
                  </a:lnTo>
                  <a:lnTo>
                    <a:pt x="3581591" y="282755"/>
                  </a:lnTo>
                  <a:lnTo>
                    <a:pt x="3576027" y="284928"/>
                  </a:lnTo>
                  <a:lnTo>
                    <a:pt x="3572375" y="286355"/>
                  </a:lnTo>
                  <a:lnTo>
                    <a:pt x="3571679" y="286626"/>
                  </a:lnTo>
                  <a:lnTo>
                    <a:pt x="3548377" y="295731"/>
                  </a:lnTo>
                  <a:lnTo>
                    <a:pt x="3545595" y="296819"/>
                  </a:lnTo>
                  <a:lnTo>
                    <a:pt x="3543682" y="297566"/>
                  </a:lnTo>
                  <a:lnTo>
                    <a:pt x="3542812" y="297906"/>
                  </a:lnTo>
                  <a:lnTo>
                    <a:pt x="3534291" y="301237"/>
                  </a:lnTo>
                  <a:lnTo>
                    <a:pt x="3523510" y="305453"/>
                  </a:lnTo>
                  <a:lnTo>
                    <a:pt x="3520553" y="306609"/>
                  </a:lnTo>
                  <a:lnTo>
                    <a:pt x="3515162" y="308717"/>
                  </a:lnTo>
                  <a:lnTo>
                    <a:pt x="3513771" y="309261"/>
                  </a:lnTo>
                  <a:lnTo>
                    <a:pt x="3510641" y="310485"/>
                  </a:lnTo>
                  <a:lnTo>
                    <a:pt x="3508728" y="311234"/>
                  </a:lnTo>
                  <a:lnTo>
                    <a:pt x="3496555" y="315996"/>
                  </a:lnTo>
                  <a:lnTo>
                    <a:pt x="3495512" y="316404"/>
                  </a:lnTo>
                  <a:lnTo>
                    <a:pt x="3490991" y="318173"/>
                  </a:lnTo>
                  <a:lnTo>
                    <a:pt x="3482644" y="321440"/>
                  </a:lnTo>
                  <a:lnTo>
                    <a:pt x="3479861" y="322529"/>
                  </a:lnTo>
                  <a:lnTo>
                    <a:pt x="3477948" y="323277"/>
                  </a:lnTo>
                  <a:lnTo>
                    <a:pt x="3474123" y="324775"/>
                  </a:lnTo>
                  <a:lnTo>
                    <a:pt x="3472905" y="325251"/>
                  </a:lnTo>
                  <a:lnTo>
                    <a:pt x="3472384" y="325456"/>
                  </a:lnTo>
                  <a:lnTo>
                    <a:pt x="3470819" y="326068"/>
                  </a:lnTo>
                  <a:lnTo>
                    <a:pt x="3467341" y="327430"/>
                  </a:lnTo>
                  <a:lnTo>
                    <a:pt x="3461428" y="329745"/>
                  </a:lnTo>
                  <a:lnTo>
                    <a:pt x="3453951" y="332673"/>
                  </a:lnTo>
                  <a:lnTo>
                    <a:pt x="3442647" y="337100"/>
                  </a:lnTo>
                  <a:lnTo>
                    <a:pt x="3440734" y="337850"/>
                  </a:lnTo>
                  <a:lnTo>
                    <a:pt x="3438995" y="338531"/>
                  </a:lnTo>
                  <a:lnTo>
                    <a:pt x="3434822" y="340166"/>
                  </a:lnTo>
                  <a:lnTo>
                    <a:pt x="3416563" y="347321"/>
                  </a:lnTo>
                  <a:lnTo>
                    <a:pt x="3414650" y="348071"/>
                  </a:lnTo>
                  <a:lnTo>
                    <a:pt x="3412737" y="348821"/>
                  </a:lnTo>
                  <a:lnTo>
                    <a:pt x="3412389" y="348957"/>
                  </a:lnTo>
                  <a:lnTo>
                    <a:pt x="3408216" y="350593"/>
                  </a:lnTo>
                  <a:lnTo>
                    <a:pt x="3407694" y="350798"/>
                  </a:lnTo>
                  <a:lnTo>
                    <a:pt x="3402129" y="352980"/>
                  </a:lnTo>
                  <a:lnTo>
                    <a:pt x="3398477" y="354412"/>
                  </a:lnTo>
                  <a:lnTo>
                    <a:pt x="3397782" y="354684"/>
                  </a:lnTo>
                  <a:lnTo>
                    <a:pt x="3374479" y="363824"/>
                  </a:lnTo>
                  <a:lnTo>
                    <a:pt x="3371697" y="364916"/>
                  </a:lnTo>
                  <a:lnTo>
                    <a:pt x="3369784" y="365667"/>
                  </a:lnTo>
                  <a:lnTo>
                    <a:pt x="3368915" y="366008"/>
                  </a:lnTo>
                  <a:lnTo>
                    <a:pt x="3360394" y="369352"/>
                  </a:lnTo>
                  <a:lnTo>
                    <a:pt x="3349612" y="373584"/>
                  </a:lnTo>
                  <a:lnTo>
                    <a:pt x="3346656" y="374744"/>
                  </a:lnTo>
                  <a:lnTo>
                    <a:pt x="3341265" y="376861"/>
                  </a:lnTo>
                  <a:lnTo>
                    <a:pt x="3339874" y="377407"/>
                  </a:lnTo>
                  <a:lnTo>
                    <a:pt x="3336744" y="378636"/>
                  </a:lnTo>
                  <a:lnTo>
                    <a:pt x="3334831" y="379388"/>
                  </a:lnTo>
                  <a:lnTo>
                    <a:pt x="3322658" y="384169"/>
                  </a:lnTo>
                  <a:lnTo>
                    <a:pt x="3321615" y="384579"/>
                  </a:lnTo>
                  <a:lnTo>
                    <a:pt x="3317093" y="386355"/>
                  </a:lnTo>
                  <a:lnTo>
                    <a:pt x="3308746" y="389635"/>
                  </a:lnTo>
                  <a:lnTo>
                    <a:pt x="3305964" y="390728"/>
                  </a:lnTo>
                  <a:lnTo>
                    <a:pt x="3304051" y="391480"/>
                  </a:lnTo>
                  <a:lnTo>
                    <a:pt x="3300225" y="392983"/>
                  </a:lnTo>
                  <a:lnTo>
                    <a:pt x="3299008" y="393462"/>
                  </a:lnTo>
                  <a:lnTo>
                    <a:pt x="3298486" y="393667"/>
                  </a:lnTo>
                  <a:lnTo>
                    <a:pt x="3296921" y="394282"/>
                  </a:lnTo>
                  <a:lnTo>
                    <a:pt x="3293443" y="395649"/>
                  </a:lnTo>
                  <a:lnTo>
                    <a:pt x="3287531" y="397974"/>
                  </a:lnTo>
                  <a:lnTo>
                    <a:pt x="3280053" y="400914"/>
                  </a:lnTo>
                  <a:lnTo>
                    <a:pt x="3268750" y="405360"/>
                  </a:lnTo>
                  <a:lnTo>
                    <a:pt x="3266837" y="406112"/>
                  </a:lnTo>
                  <a:lnTo>
                    <a:pt x="3265098" y="406796"/>
                  </a:lnTo>
                  <a:lnTo>
                    <a:pt x="3260924" y="408438"/>
                  </a:lnTo>
                  <a:lnTo>
                    <a:pt x="3253099" y="411517"/>
                  </a:lnTo>
                  <a:lnTo>
                    <a:pt x="3242665" y="415624"/>
                  </a:lnTo>
                  <a:lnTo>
                    <a:pt x="3240752" y="416377"/>
                  </a:lnTo>
                  <a:lnTo>
                    <a:pt x="3238839" y="417130"/>
                  </a:lnTo>
                  <a:lnTo>
                    <a:pt x="3238492" y="417266"/>
                  </a:lnTo>
                  <a:lnTo>
                    <a:pt x="3234318" y="418909"/>
                  </a:lnTo>
                  <a:lnTo>
                    <a:pt x="3233796" y="419115"/>
                  </a:lnTo>
                  <a:lnTo>
                    <a:pt x="3228232" y="421306"/>
                  </a:lnTo>
                  <a:lnTo>
                    <a:pt x="3224580" y="422744"/>
                  </a:lnTo>
                  <a:lnTo>
                    <a:pt x="3223884" y="423018"/>
                  </a:lnTo>
                  <a:lnTo>
                    <a:pt x="3200582" y="432197"/>
                  </a:lnTo>
                  <a:lnTo>
                    <a:pt x="3197800" y="433294"/>
                  </a:lnTo>
                  <a:lnTo>
                    <a:pt x="3195887" y="434047"/>
                  </a:lnTo>
                  <a:lnTo>
                    <a:pt x="3195017" y="434390"/>
                  </a:lnTo>
                  <a:lnTo>
                    <a:pt x="3186496" y="437749"/>
                  </a:lnTo>
                  <a:lnTo>
                    <a:pt x="3175715" y="441999"/>
                  </a:lnTo>
                  <a:lnTo>
                    <a:pt x="3172758" y="443165"/>
                  </a:lnTo>
                  <a:lnTo>
                    <a:pt x="3167368" y="445291"/>
                  </a:lnTo>
                  <a:lnTo>
                    <a:pt x="3165976" y="445840"/>
                  </a:lnTo>
                  <a:lnTo>
                    <a:pt x="3162846" y="447074"/>
                  </a:lnTo>
                  <a:lnTo>
                    <a:pt x="3160933" y="447829"/>
                  </a:lnTo>
                  <a:lnTo>
                    <a:pt x="3148761" y="452631"/>
                  </a:lnTo>
                  <a:lnTo>
                    <a:pt x="3147717" y="453043"/>
                  </a:lnTo>
                  <a:lnTo>
                    <a:pt x="3143196" y="454827"/>
                  </a:lnTo>
                  <a:lnTo>
                    <a:pt x="3134849" y="458122"/>
                  </a:lnTo>
                  <a:lnTo>
                    <a:pt x="3132066" y="459220"/>
                  </a:lnTo>
                  <a:lnTo>
                    <a:pt x="3130154" y="459975"/>
                  </a:lnTo>
                  <a:lnTo>
                    <a:pt x="3126328" y="461486"/>
                  </a:lnTo>
                  <a:lnTo>
                    <a:pt x="3125111" y="461967"/>
                  </a:lnTo>
                  <a:lnTo>
                    <a:pt x="3124589" y="462173"/>
                  </a:lnTo>
                  <a:lnTo>
                    <a:pt x="3123024" y="462791"/>
                  </a:lnTo>
                  <a:lnTo>
                    <a:pt x="3119546" y="464164"/>
                  </a:lnTo>
                  <a:lnTo>
                    <a:pt x="3113633" y="466499"/>
                  </a:lnTo>
                  <a:lnTo>
                    <a:pt x="3106156" y="469453"/>
                  </a:lnTo>
                  <a:lnTo>
                    <a:pt x="3094852" y="473919"/>
                  </a:lnTo>
                  <a:lnTo>
                    <a:pt x="3092939" y="474675"/>
                  </a:lnTo>
                  <a:lnTo>
                    <a:pt x="3091201" y="475362"/>
                  </a:lnTo>
                  <a:lnTo>
                    <a:pt x="3087027" y="477012"/>
                  </a:lnTo>
                  <a:lnTo>
                    <a:pt x="3079202" y="480105"/>
                  </a:lnTo>
                  <a:lnTo>
                    <a:pt x="3068768" y="484231"/>
                  </a:lnTo>
                  <a:lnTo>
                    <a:pt x="3066855" y="484987"/>
                  </a:lnTo>
                  <a:lnTo>
                    <a:pt x="3064942" y="485744"/>
                  </a:lnTo>
                  <a:lnTo>
                    <a:pt x="3060421" y="487532"/>
                  </a:lnTo>
                  <a:lnTo>
                    <a:pt x="3059899" y="487739"/>
                  </a:lnTo>
                  <a:lnTo>
                    <a:pt x="3054334" y="489940"/>
                  </a:lnTo>
                  <a:lnTo>
                    <a:pt x="3050682" y="491385"/>
                  </a:lnTo>
                  <a:lnTo>
                    <a:pt x="3049987" y="491660"/>
                  </a:lnTo>
                  <a:lnTo>
                    <a:pt x="3026685" y="500884"/>
                  </a:lnTo>
                  <a:lnTo>
                    <a:pt x="3023902" y="501986"/>
                  </a:lnTo>
                  <a:lnTo>
                    <a:pt x="3021989" y="502743"/>
                  </a:lnTo>
                  <a:lnTo>
                    <a:pt x="3021120" y="503087"/>
                  </a:lnTo>
                  <a:lnTo>
                    <a:pt x="3012599" y="506462"/>
                  </a:lnTo>
                  <a:lnTo>
                    <a:pt x="3001817" y="510734"/>
                  </a:lnTo>
                  <a:lnTo>
                    <a:pt x="2998861" y="511905"/>
                  </a:lnTo>
                  <a:lnTo>
                    <a:pt x="2993470" y="514042"/>
                  </a:lnTo>
                  <a:lnTo>
                    <a:pt x="2992079" y="514593"/>
                  </a:lnTo>
                  <a:lnTo>
                    <a:pt x="2988949" y="515834"/>
                  </a:lnTo>
                  <a:lnTo>
                    <a:pt x="2987036" y="516592"/>
                  </a:lnTo>
                  <a:lnTo>
                    <a:pt x="2974863" y="521419"/>
                  </a:lnTo>
                  <a:lnTo>
                    <a:pt x="2973820" y="521832"/>
                  </a:lnTo>
                  <a:lnTo>
                    <a:pt x="2969298" y="523625"/>
                  </a:lnTo>
                  <a:lnTo>
                    <a:pt x="2960951" y="526937"/>
                  </a:lnTo>
                  <a:lnTo>
                    <a:pt x="2958169" y="528041"/>
                  </a:lnTo>
                  <a:lnTo>
                    <a:pt x="2956256" y="528799"/>
                  </a:lnTo>
                  <a:lnTo>
                    <a:pt x="2952430" y="530318"/>
                  </a:lnTo>
                  <a:lnTo>
                    <a:pt x="2951213" y="530801"/>
                  </a:lnTo>
                  <a:lnTo>
                    <a:pt x="2950691" y="531008"/>
                  </a:lnTo>
                  <a:lnTo>
                    <a:pt x="2949126" y="531629"/>
                  </a:lnTo>
                  <a:lnTo>
                    <a:pt x="2945648" y="533009"/>
                  </a:lnTo>
                  <a:lnTo>
                    <a:pt x="2939736" y="535356"/>
                  </a:lnTo>
                  <a:lnTo>
                    <a:pt x="2932258" y="538325"/>
                  </a:lnTo>
                  <a:lnTo>
                    <a:pt x="2920955" y="542814"/>
                  </a:lnTo>
                  <a:lnTo>
                    <a:pt x="2919042" y="543574"/>
                  </a:lnTo>
                  <a:lnTo>
                    <a:pt x="2917303" y="544265"/>
                  </a:lnTo>
                  <a:lnTo>
                    <a:pt x="2913130" y="545923"/>
                  </a:lnTo>
                  <a:lnTo>
                    <a:pt x="2905304" y="549033"/>
                  </a:lnTo>
                  <a:lnTo>
                    <a:pt x="2894870" y="553180"/>
                  </a:lnTo>
                  <a:lnTo>
                    <a:pt x="2892957" y="553940"/>
                  </a:lnTo>
                  <a:lnTo>
                    <a:pt x="2891045" y="554701"/>
                  </a:lnTo>
                  <a:lnTo>
                    <a:pt x="2890697" y="554839"/>
                  </a:lnTo>
                  <a:lnTo>
                    <a:pt x="2886523" y="556499"/>
                  </a:lnTo>
                  <a:lnTo>
                    <a:pt x="2886002" y="556706"/>
                  </a:lnTo>
                  <a:lnTo>
                    <a:pt x="2880437" y="558919"/>
                  </a:lnTo>
                  <a:lnTo>
                    <a:pt x="2876785" y="560372"/>
                  </a:lnTo>
                  <a:lnTo>
                    <a:pt x="2876089" y="560648"/>
                  </a:lnTo>
                  <a:lnTo>
                    <a:pt x="2852787" y="569921"/>
                  </a:lnTo>
                  <a:lnTo>
                    <a:pt x="2850005" y="571029"/>
                  </a:lnTo>
                  <a:lnTo>
                    <a:pt x="2848092" y="571790"/>
                  </a:lnTo>
                  <a:lnTo>
                    <a:pt x="2847222" y="572136"/>
                  </a:lnTo>
                  <a:lnTo>
                    <a:pt x="2838701" y="575530"/>
                  </a:lnTo>
                  <a:lnTo>
                    <a:pt x="2827920" y="579824"/>
                  </a:lnTo>
                  <a:lnTo>
                    <a:pt x="2824964" y="581002"/>
                  </a:lnTo>
                  <a:lnTo>
                    <a:pt x="2819573" y="583150"/>
                  </a:lnTo>
                  <a:lnTo>
                    <a:pt x="2818182" y="583705"/>
                  </a:lnTo>
                  <a:lnTo>
                    <a:pt x="2815051" y="584952"/>
                  </a:lnTo>
                  <a:lnTo>
                    <a:pt x="2813139" y="585715"/>
                  </a:lnTo>
                  <a:lnTo>
                    <a:pt x="2800966" y="590568"/>
                  </a:lnTo>
                  <a:lnTo>
                    <a:pt x="2795401" y="592787"/>
                  </a:lnTo>
                  <a:lnTo>
                    <a:pt x="2787054" y="596116"/>
                  </a:lnTo>
                  <a:lnTo>
                    <a:pt x="2784272" y="597226"/>
                  </a:lnTo>
                  <a:lnTo>
                    <a:pt x="2782359" y="597990"/>
                  </a:lnTo>
                  <a:lnTo>
                    <a:pt x="2778533" y="599516"/>
                  </a:lnTo>
                  <a:lnTo>
                    <a:pt x="2777316" y="600002"/>
                  </a:lnTo>
                  <a:lnTo>
                    <a:pt x="2776794" y="600210"/>
                  </a:lnTo>
                  <a:lnTo>
                    <a:pt x="2775229" y="600835"/>
                  </a:lnTo>
                  <a:lnTo>
                    <a:pt x="2771751" y="602223"/>
                  </a:lnTo>
                  <a:lnTo>
                    <a:pt x="2765838" y="604583"/>
                  </a:lnTo>
                  <a:lnTo>
                    <a:pt x="2758361" y="607569"/>
                  </a:lnTo>
                  <a:lnTo>
                    <a:pt x="2747057" y="612083"/>
                  </a:lnTo>
                  <a:lnTo>
                    <a:pt x="2745145" y="612848"/>
                  </a:lnTo>
                  <a:lnTo>
                    <a:pt x="2743406" y="613542"/>
                  </a:lnTo>
                  <a:lnTo>
                    <a:pt x="2739232" y="615210"/>
                  </a:lnTo>
                  <a:lnTo>
                    <a:pt x="2731407" y="618337"/>
                  </a:lnTo>
                  <a:lnTo>
                    <a:pt x="2720973" y="622508"/>
                  </a:lnTo>
                  <a:lnTo>
                    <a:pt x="2719060" y="623273"/>
                  </a:lnTo>
                  <a:lnTo>
                    <a:pt x="2717147" y="624038"/>
                  </a:lnTo>
                  <a:lnTo>
                    <a:pt x="2716799" y="624177"/>
                  </a:lnTo>
                  <a:lnTo>
                    <a:pt x="2712626" y="625846"/>
                  </a:lnTo>
                  <a:lnTo>
                    <a:pt x="2712104" y="626055"/>
                  </a:lnTo>
                  <a:lnTo>
                    <a:pt x="2706539" y="628281"/>
                  </a:lnTo>
                  <a:lnTo>
                    <a:pt x="2702888" y="629742"/>
                  </a:lnTo>
                  <a:lnTo>
                    <a:pt x="2702192" y="630020"/>
                  </a:lnTo>
                  <a:lnTo>
                    <a:pt x="2678890" y="639348"/>
                  </a:lnTo>
                  <a:lnTo>
                    <a:pt x="2676107" y="640462"/>
                  </a:lnTo>
                  <a:lnTo>
                    <a:pt x="2674194" y="641228"/>
                  </a:lnTo>
                  <a:lnTo>
                    <a:pt x="2673325" y="641576"/>
                  </a:lnTo>
                  <a:lnTo>
                    <a:pt x="2664804" y="644989"/>
                  </a:lnTo>
                  <a:lnTo>
                    <a:pt x="2654022" y="649310"/>
                  </a:lnTo>
                  <a:lnTo>
                    <a:pt x="2651066" y="650495"/>
                  </a:lnTo>
                  <a:lnTo>
                    <a:pt x="2645675" y="652656"/>
                  </a:lnTo>
                  <a:lnTo>
                    <a:pt x="2644284" y="653213"/>
                  </a:lnTo>
                  <a:lnTo>
                    <a:pt x="2641154" y="654468"/>
                  </a:lnTo>
                  <a:lnTo>
                    <a:pt x="2639241" y="655235"/>
                  </a:lnTo>
                  <a:lnTo>
                    <a:pt x="2613156" y="665700"/>
                  </a:lnTo>
                  <a:lnTo>
                    <a:pt x="2610374" y="666817"/>
                  </a:lnTo>
                  <a:lnTo>
                    <a:pt x="2608461" y="667585"/>
                  </a:lnTo>
                  <a:lnTo>
                    <a:pt x="2604635" y="669121"/>
                  </a:lnTo>
                  <a:lnTo>
                    <a:pt x="2603418" y="669610"/>
                  </a:lnTo>
                  <a:lnTo>
                    <a:pt x="2602896" y="669819"/>
                  </a:lnTo>
                  <a:lnTo>
                    <a:pt x="2601331" y="670448"/>
                  </a:lnTo>
                  <a:lnTo>
                    <a:pt x="2597853" y="671844"/>
                  </a:lnTo>
                  <a:lnTo>
                    <a:pt x="2591941" y="674219"/>
                  </a:lnTo>
                  <a:lnTo>
                    <a:pt x="2584463" y="677223"/>
                  </a:lnTo>
                  <a:lnTo>
                    <a:pt x="2573160" y="681766"/>
                  </a:lnTo>
                  <a:lnTo>
                    <a:pt x="2571247" y="682535"/>
                  </a:lnTo>
                  <a:lnTo>
                    <a:pt x="2569508" y="683234"/>
                  </a:lnTo>
                  <a:lnTo>
                    <a:pt x="2565335" y="684912"/>
                  </a:lnTo>
                  <a:lnTo>
                    <a:pt x="2557509" y="688059"/>
                  </a:lnTo>
                  <a:lnTo>
                    <a:pt x="2547075" y="692257"/>
                  </a:lnTo>
                  <a:lnTo>
                    <a:pt x="2545163" y="693026"/>
                  </a:lnTo>
                  <a:lnTo>
                    <a:pt x="2543250" y="693796"/>
                  </a:lnTo>
                  <a:lnTo>
                    <a:pt x="2542902" y="693936"/>
                  </a:lnTo>
                  <a:lnTo>
                    <a:pt x="2538728" y="695616"/>
                  </a:lnTo>
                  <a:lnTo>
                    <a:pt x="2538207" y="695826"/>
                  </a:lnTo>
                  <a:lnTo>
                    <a:pt x="2532642" y="698066"/>
                  </a:lnTo>
                  <a:lnTo>
                    <a:pt x="2528990" y="699536"/>
                  </a:lnTo>
                  <a:lnTo>
                    <a:pt x="2528294" y="699816"/>
                  </a:lnTo>
                  <a:lnTo>
                    <a:pt x="2504992" y="709203"/>
                  </a:lnTo>
                  <a:lnTo>
                    <a:pt x="2502210" y="710325"/>
                  </a:lnTo>
                  <a:lnTo>
                    <a:pt x="2500297" y="711096"/>
                  </a:lnTo>
                  <a:lnTo>
                    <a:pt x="2499428" y="711446"/>
                  </a:lnTo>
                  <a:lnTo>
                    <a:pt x="2490907" y="714882"/>
                  </a:lnTo>
                  <a:lnTo>
                    <a:pt x="2480125" y="719230"/>
                  </a:lnTo>
                  <a:lnTo>
                    <a:pt x="2477169" y="720423"/>
                  </a:lnTo>
                  <a:lnTo>
                    <a:pt x="2471778" y="722598"/>
                  </a:lnTo>
                  <a:lnTo>
                    <a:pt x="2470387" y="723159"/>
                  </a:lnTo>
                  <a:lnTo>
                    <a:pt x="2467256" y="724422"/>
                  </a:lnTo>
                  <a:lnTo>
                    <a:pt x="2465344" y="725195"/>
                  </a:lnTo>
                  <a:lnTo>
                    <a:pt x="2453171" y="730109"/>
                  </a:lnTo>
                  <a:lnTo>
                    <a:pt x="2452127" y="730531"/>
                  </a:lnTo>
                  <a:lnTo>
                    <a:pt x="2447606" y="732357"/>
                  </a:lnTo>
                  <a:lnTo>
                    <a:pt x="2439259" y="735729"/>
                  </a:lnTo>
                  <a:lnTo>
                    <a:pt x="2436477" y="736853"/>
                  </a:lnTo>
                  <a:lnTo>
                    <a:pt x="2434564" y="737626"/>
                  </a:lnTo>
                  <a:lnTo>
                    <a:pt x="2430738" y="739172"/>
                  </a:lnTo>
                  <a:lnTo>
                    <a:pt x="2429521" y="739664"/>
                  </a:lnTo>
                  <a:lnTo>
                    <a:pt x="2428999" y="739875"/>
                  </a:lnTo>
                  <a:lnTo>
                    <a:pt x="2427434" y="740508"/>
                  </a:lnTo>
                  <a:lnTo>
                    <a:pt x="2423956" y="741914"/>
                  </a:lnTo>
                  <a:lnTo>
                    <a:pt x="2418044" y="744304"/>
                  </a:lnTo>
                  <a:lnTo>
                    <a:pt x="2410566" y="747329"/>
                  </a:lnTo>
                  <a:lnTo>
                    <a:pt x="2399263" y="751902"/>
                  </a:lnTo>
                  <a:lnTo>
                    <a:pt x="2397350" y="752676"/>
                  </a:lnTo>
                  <a:lnTo>
                    <a:pt x="2395611" y="753380"/>
                  </a:lnTo>
                  <a:lnTo>
                    <a:pt x="2391437" y="755070"/>
                  </a:lnTo>
                  <a:lnTo>
                    <a:pt x="2383612" y="758238"/>
                  </a:lnTo>
                  <a:lnTo>
                    <a:pt x="2373178" y="762464"/>
                  </a:lnTo>
                  <a:lnTo>
                    <a:pt x="2371265" y="763239"/>
                  </a:lnTo>
                  <a:lnTo>
                    <a:pt x="2369352" y="764014"/>
                  </a:lnTo>
                  <a:lnTo>
                    <a:pt x="2369004" y="764155"/>
                  </a:lnTo>
                  <a:lnTo>
                    <a:pt x="2364831" y="765846"/>
                  </a:lnTo>
                  <a:lnTo>
                    <a:pt x="2364309" y="766058"/>
                  </a:lnTo>
                  <a:lnTo>
                    <a:pt x="2358744" y="768313"/>
                  </a:lnTo>
                  <a:lnTo>
                    <a:pt x="2355093" y="769793"/>
                  </a:lnTo>
                  <a:lnTo>
                    <a:pt x="2354397" y="770075"/>
                  </a:lnTo>
                  <a:lnTo>
                    <a:pt x="2331095" y="779527"/>
                  </a:lnTo>
                  <a:lnTo>
                    <a:pt x="2328312" y="780657"/>
                  </a:lnTo>
                  <a:lnTo>
                    <a:pt x="2326400" y="781433"/>
                  </a:lnTo>
                  <a:lnTo>
                    <a:pt x="2325530" y="781786"/>
                  </a:lnTo>
                  <a:lnTo>
                    <a:pt x="2317009" y="785245"/>
                  </a:lnTo>
                  <a:lnTo>
                    <a:pt x="2306227" y="789624"/>
                  </a:lnTo>
                  <a:lnTo>
                    <a:pt x="2303271" y="790825"/>
                  </a:lnTo>
                  <a:lnTo>
                    <a:pt x="2297880" y="793016"/>
                  </a:lnTo>
                  <a:lnTo>
                    <a:pt x="2296489" y="793581"/>
                  </a:lnTo>
                  <a:lnTo>
                    <a:pt x="2293359" y="794853"/>
                  </a:lnTo>
                  <a:lnTo>
                    <a:pt x="2291446" y="795631"/>
                  </a:lnTo>
                  <a:lnTo>
                    <a:pt x="2279273" y="800580"/>
                  </a:lnTo>
                  <a:lnTo>
                    <a:pt x="2278230" y="801005"/>
                  </a:lnTo>
                  <a:lnTo>
                    <a:pt x="2273709" y="802844"/>
                  </a:lnTo>
                  <a:lnTo>
                    <a:pt x="2265362" y="806240"/>
                  </a:lnTo>
                  <a:lnTo>
                    <a:pt x="2262579" y="807372"/>
                  </a:lnTo>
                  <a:lnTo>
                    <a:pt x="2260666" y="808151"/>
                  </a:lnTo>
                  <a:lnTo>
                    <a:pt x="2256841" y="809708"/>
                  </a:lnTo>
                  <a:lnTo>
                    <a:pt x="2255623" y="810203"/>
                  </a:lnTo>
                  <a:lnTo>
                    <a:pt x="2255102" y="810416"/>
                  </a:lnTo>
                  <a:lnTo>
                    <a:pt x="2253537" y="811053"/>
                  </a:lnTo>
                  <a:lnTo>
                    <a:pt x="2250059" y="812469"/>
                  </a:lnTo>
                  <a:lnTo>
                    <a:pt x="2244146" y="814877"/>
                  </a:lnTo>
                  <a:lnTo>
                    <a:pt x="2236668" y="817923"/>
                  </a:lnTo>
                  <a:lnTo>
                    <a:pt x="2225365" y="822529"/>
                  </a:lnTo>
                  <a:lnTo>
                    <a:pt x="2223452" y="823309"/>
                  </a:lnTo>
                  <a:lnTo>
                    <a:pt x="2221713" y="824018"/>
                  </a:lnTo>
                  <a:lnTo>
                    <a:pt x="2217540" y="825720"/>
                  </a:lnTo>
                  <a:lnTo>
                    <a:pt x="2209714" y="828911"/>
                  </a:lnTo>
                  <a:lnTo>
                    <a:pt x="2199281" y="833168"/>
                  </a:lnTo>
                  <a:lnTo>
                    <a:pt x="2197368" y="833949"/>
                  </a:lnTo>
                  <a:lnTo>
                    <a:pt x="2195455" y="834729"/>
                  </a:lnTo>
                  <a:lnTo>
                    <a:pt x="2195107" y="834871"/>
                  </a:lnTo>
                  <a:lnTo>
                    <a:pt x="2190933" y="836575"/>
                  </a:lnTo>
                  <a:lnTo>
                    <a:pt x="2190412" y="836788"/>
                  </a:lnTo>
                  <a:lnTo>
                    <a:pt x="2184847" y="839060"/>
                  </a:lnTo>
                  <a:lnTo>
                    <a:pt x="2181195" y="840551"/>
                  </a:lnTo>
                  <a:lnTo>
                    <a:pt x="2180500" y="840835"/>
                  </a:lnTo>
                  <a:lnTo>
                    <a:pt x="2157197" y="850357"/>
                  </a:lnTo>
                  <a:lnTo>
                    <a:pt x="2154415" y="851495"/>
                  </a:lnTo>
                  <a:lnTo>
                    <a:pt x="2152502" y="852277"/>
                  </a:lnTo>
                  <a:lnTo>
                    <a:pt x="2151633" y="852632"/>
                  </a:lnTo>
                  <a:lnTo>
                    <a:pt x="2143112" y="856117"/>
                  </a:lnTo>
                  <a:lnTo>
                    <a:pt x="2132330" y="860529"/>
                  </a:lnTo>
                  <a:lnTo>
                    <a:pt x="2129374" y="861739"/>
                  </a:lnTo>
                  <a:lnTo>
                    <a:pt x="2123983" y="863946"/>
                  </a:lnTo>
                  <a:lnTo>
                    <a:pt x="2122592" y="864515"/>
                  </a:lnTo>
                  <a:lnTo>
                    <a:pt x="2119462" y="865797"/>
                  </a:lnTo>
                  <a:lnTo>
                    <a:pt x="2117549" y="866580"/>
                  </a:lnTo>
                  <a:lnTo>
                    <a:pt x="2105376" y="871567"/>
                  </a:lnTo>
                  <a:lnTo>
                    <a:pt x="2104333" y="871994"/>
                  </a:lnTo>
                  <a:lnTo>
                    <a:pt x="2099811" y="873847"/>
                  </a:lnTo>
                  <a:lnTo>
                    <a:pt x="2091464" y="877269"/>
                  </a:lnTo>
                  <a:lnTo>
                    <a:pt x="2088682" y="878410"/>
                  </a:lnTo>
                  <a:lnTo>
                    <a:pt x="2086769" y="879194"/>
                  </a:lnTo>
                  <a:lnTo>
                    <a:pt x="2082943" y="880763"/>
                  </a:lnTo>
                  <a:lnTo>
                    <a:pt x="2081726" y="881263"/>
                  </a:lnTo>
                  <a:lnTo>
                    <a:pt x="2081204" y="881477"/>
                  </a:lnTo>
                  <a:lnTo>
                    <a:pt x="2079639" y="882119"/>
                  </a:lnTo>
                  <a:lnTo>
                    <a:pt x="2076161" y="883545"/>
                  </a:lnTo>
                  <a:lnTo>
                    <a:pt x="2070249" y="885972"/>
                  </a:lnTo>
                  <a:lnTo>
                    <a:pt x="2062771" y="889041"/>
                  </a:lnTo>
                  <a:lnTo>
                    <a:pt x="2051468" y="893682"/>
                  </a:lnTo>
                  <a:lnTo>
                    <a:pt x="2049555" y="894468"/>
                  </a:lnTo>
                  <a:lnTo>
                    <a:pt x="2047816" y="895182"/>
                  </a:lnTo>
                  <a:lnTo>
                    <a:pt x="2043642" y="896897"/>
                  </a:lnTo>
                  <a:lnTo>
                    <a:pt x="2035817" y="900113"/>
                  </a:lnTo>
                  <a:lnTo>
                    <a:pt x="2025383" y="904402"/>
                  </a:lnTo>
                  <a:lnTo>
                    <a:pt x="2023470" y="905189"/>
                  </a:lnTo>
                  <a:lnTo>
                    <a:pt x="2021557" y="905976"/>
                  </a:lnTo>
                  <a:lnTo>
                    <a:pt x="2021210" y="906119"/>
                  </a:lnTo>
                  <a:lnTo>
                    <a:pt x="2017036" y="907836"/>
                  </a:lnTo>
                  <a:lnTo>
                    <a:pt x="2016514" y="908050"/>
                  </a:lnTo>
                  <a:lnTo>
                    <a:pt x="2010950" y="910340"/>
                  </a:lnTo>
                  <a:lnTo>
                    <a:pt x="2007298" y="911842"/>
                  </a:lnTo>
                  <a:lnTo>
                    <a:pt x="2006602" y="912129"/>
                  </a:lnTo>
                  <a:lnTo>
                    <a:pt x="1983300" y="921724"/>
                  </a:lnTo>
                  <a:lnTo>
                    <a:pt x="1980518" y="922870"/>
                  </a:lnTo>
                  <a:lnTo>
                    <a:pt x="1978605" y="923659"/>
                  </a:lnTo>
                  <a:lnTo>
                    <a:pt x="1977735" y="924017"/>
                  </a:lnTo>
                  <a:lnTo>
                    <a:pt x="1969214" y="927529"/>
                  </a:lnTo>
                  <a:lnTo>
                    <a:pt x="1958433" y="931975"/>
                  </a:lnTo>
                  <a:lnTo>
                    <a:pt x="1955476" y="933194"/>
                  </a:lnTo>
                  <a:lnTo>
                    <a:pt x="1950085" y="935418"/>
                  </a:lnTo>
                  <a:lnTo>
                    <a:pt x="1948694" y="935993"/>
                  </a:lnTo>
                  <a:lnTo>
                    <a:pt x="1945564" y="937284"/>
                  </a:lnTo>
                  <a:lnTo>
                    <a:pt x="1943651" y="938074"/>
                  </a:lnTo>
                  <a:lnTo>
                    <a:pt x="1931478" y="943099"/>
                  </a:lnTo>
                  <a:lnTo>
                    <a:pt x="1930435" y="943530"/>
                  </a:lnTo>
                  <a:lnTo>
                    <a:pt x="1925914" y="945398"/>
                  </a:lnTo>
                  <a:lnTo>
                    <a:pt x="1917567" y="948846"/>
                  </a:lnTo>
                  <a:lnTo>
                    <a:pt x="1914784" y="949996"/>
                  </a:lnTo>
                  <a:lnTo>
                    <a:pt x="1912871" y="950787"/>
                  </a:lnTo>
                  <a:lnTo>
                    <a:pt x="1909046" y="952368"/>
                  </a:lnTo>
                  <a:lnTo>
                    <a:pt x="1907828" y="952871"/>
                  </a:lnTo>
                  <a:lnTo>
                    <a:pt x="1907307" y="953087"/>
                  </a:lnTo>
                  <a:lnTo>
                    <a:pt x="1905742" y="953734"/>
                  </a:lnTo>
                  <a:lnTo>
                    <a:pt x="1902264" y="955172"/>
                  </a:lnTo>
                  <a:lnTo>
                    <a:pt x="1896351" y="957617"/>
                  </a:lnTo>
                  <a:lnTo>
                    <a:pt x="1888874" y="960711"/>
                  </a:lnTo>
                  <a:lnTo>
                    <a:pt x="1877570" y="965389"/>
                  </a:lnTo>
                  <a:lnTo>
                    <a:pt x="1875657" y="966181"/>
                  </a:lnTo>
                  <a:lnTo>
                    <a:pt x="1873918" y="966901"/>
                  </a:lnTo>
                  <a:lnTo>
                    <a:pt x="1869745" y="968629"/>
                  </a:lnTo>
                  <a:lnTo>
                    <a:pt x="1861919" y="971870"/>
                  </a:lnTo>
                  <a:lnTo>
                    <a:pt x="1851486" y="976194"/>
                  </a:lnTo>
                  <a:lnTo>
                    <a:pt x="1849573" y="976987"/>
                  </a:lnTo>
                  <a:lnTo>
                    <a:pt x="1847660" y="977780"/>
                  </a:lnTo>
                  <a:lnTo>
                    <a:pt x="1847312" y="977924"/>
                  </a:lnTo>
                  <a:lnTo>
                    <a:pt x="1843139" y="979654"/>
                  </a:lnTo>
                  <a:lnTo>
                    <a:pt x="1842617" y="979871"/>
                  </a:lnTo>
                  <a:lnTo>
                    <a:pt x="1833400" y="983693"/>
                  </a:lnTo>
                  <a:lnTo>
                    <a:pt x="1832705" y="983982"/>
                  </a:lnTo>
                  <a:lnTo>
                    <a:pt x="1809402" y="993654"/>
                  </a:lnTo>
                  <a:lnTo>
                    <a:pt x="1806620" y="994809"/>
                  </a:lnTo>
                  <a:lnTo>
                    <a:pt x="1804707" y="995604"/>
                  </a:lnTo>
                  <a:lnTo>
                    <a:pt x="1803838" y="995965"/>
                  </a:lnTo>
                  <a:lnTo>
                    <a:pt x="1795317" y="999505"/>
                  </a:lnTo>
                  <a:lnTo>
                    <a:pt x="1784535" y="1003987"/>
                  </a:lnTo>
                  <a:lnTo>
                    <a:pt x="1781579" y="1005216"/>
                  </a:lnTo>
                  <a:lnTo>
                    <a:pt x="1776188" y="1007458"/>
                  </a:lnTo>
                  <a:lnTo>
                    <a:pt x="1774797" y="1008036"/>
                  </a:lnTo>
                  <a:lnTo>
                    <a:pt x="1771667" y="1009338"/>
                  </a:lnTo>
                  <a:lnTo>
                    <a:pt x="1769754" y="1010134"/>
                  </a:lnTo>
                  <a:lnTo>
                    <a:pt x="1757581" y="1015200"/>
                  </a:lnTo>
                  <a:lnTo>
                    <a:pt x="1756538" y="1015634"/>
                  </a:lnTo>
                  <a:lnTo>
                    <a:pt x="1752016" y="1017517"/>
                  </a:lnTo>
                  <a:lnTo>
                    <a:pt x="1743669" y="1020993"/>
                  </a:lnTo>
                  <a:lnTo>
                    <a:pt x="1740887" y="1022152"/>
                  </a:lnTo>
                  <a:lnTo>
                    <a:pt x="1738974" y="1022949"/>
                  </a:lnTo>
                  <a:lnTo>
                    <a:pt x="1735148" y="1024543"/>
                  </a:lnTo>
                  <a:lnTo>
                    <a:pt x="1733931" y="1025050"/>
                  </a:lnTo>
                  <a:lnTo>
                    <a:pt x="1733409" y="1025268"/>
                  </a:lnTo>
                  <a:lnTo>
                    <a:pt x="1731844" y="1025920"/>
                  </a:lnTo>
                  <a:lnTo>
                    <a:pt x="1728366" y="1027370"/>
                  </a:lnTo>
                  <a:lnTo>
                    <a:pt x="1722454" y="1029835"/>
                  </a:lnTo>
                  <a:lnTo>
                    <a:pt x="1714976" y="1032953"/>
                  </a:lnTo>
                  <a:lnTo>
                    <a:pt x="1703673" y="1037669"/>
                  </a:lnTo>
                  <a:lnTo>
                    <a:pt x="1701760" y="1038467"/>
                  </a:lnTo>
                  <a:lnTo>
                    <a:pt x="1700021" y="1039193"/>
                  </a:lnTo>
                  <a:lnTo>
                    <a:pt x="1695847" y="1040935"/>
                  </a:lnTo>
                  <a:lnTo>
                    <a:pt x="1688022" y="1044203"/>
                  </a:lnTo>
                  <a:lnTo>
                    <a:pt x="1677588" y="1048561"/>
                  </a:lnTo>
                  <a:lnTo>
                    <a:pt x="1675675" y="1049360"/>
                  </a:lnTo>
                  <a:lnTo>
                    <a:pt x="1673762" y="1050160"/>
                  </a:lnTo>
                  <a:lnTo>
                    <a:pt x="1673415" y="1050305"/>
                  </a:lnTo>
                  <a:lnTo>
                    <a:pt x="1669241" y="1052049"/>
                  </a:lnTo>
                  <a:lnTo>
                    <a:pt x="1668719" y="1052267"/>
                  </a:lnTo>
                  <a:lnTo>
                    <a:pt x="1663155" y="1054594"/>
                  </a:lnTo>
                  <a:lnTo>
                    <a:pt x="1659503" y="1056121"/>
                  </a:lnTo>
                  <a:lnTo>
                    <a:pt x="1658807" y="1056412"/>
                  </a:lnTo>
                  <a:lnTo>
                    <a:pt x="1635505" y="1066162"/>
                  </a:lnTo>
                  <a:lnTo>
                    <a:pt x="1632723" y="1067326"/>
                  </a:lnTo>
                  <a:lnTo>
                    <a:pt x="1630810" y="1068127"/>
                  </a:lnTo>
                  <a:lnTo>
                    <a:pt x="1629940" y="1068492"/>
                  </a:lnTo>
                  <a:lnTo>
                    <a:pt x="1621419" y="1072060"/>
                  </a:lnTo>
                  <a:lnTo>
                    <a:pt x="1610638" y="1076578"/>
                  </a:lnTo>
                  <a:lnTo>
                    <a:pt x="1607681" y="1077817"/>
                  </a:lnTo>
                  <a:lnTo>
                    <a:pt x="1602291" y="1080077"/>
                  </a:lnTo>
                  <a:lnTo>
                    <a:pt x="1600899" y="1080660"/>
                  </a:lnTo>
                  <a:lnTo>
                    <a:pt x="1597769" y="1081973"/>
                  </a:lnTo>
                  <a:lnTo>
                    <a:pt x="1595856" y="1082775"/>
                  </a:lnTo>
                  <a:lnTo>
                    <a:pt x="1583684" y="1087882"/>
                  </a:lnTo>
                  <a:lnTo>
                    <a:pt x="1582640" y="1088320"/>
                  </a:lnTo>
                  <a:lnTo>
                    <a:pt x="1578119" y="1090217"/>
                  </a:lnTo>
                  <a:lnTo>
                    <a:pt x="1569772" y="1093722"/>
                  </a:lnTo>
                  <a:lnTo>
                    <a:pt x="1566989" y="1094890"/>
                  </a:lnTo>
                  <a:lnTo>
                    <a:pt x="1565077" y="1095694"/>
                  </a:lnTo>
                  <a:lnTo>
                    <a:pt x="1561251" y="1097301"/>
                  </a:lnTo>
                  <a:lnTo>
                    <a:pt x="1560033" y="1097812"/>
                  </a:lnTo>
                  <a:lnTo>
                    <a:pt x="1559512" y="1098031"/>
                  </a:lnTo>
                  <a:lnTo>
                    <a:pt x="1554469" y="1100150"/>
                  </a:lnTo>
                  <a:lnTo>
                    <a:pt x="1548556" y="1102635"/>
                  </a:lnTo>
                  <a:lnTo>
                    <a:pt x="1541079" y="1105778"/>
                  </a:lnTo>
                  <a:lnTo>
                    <a:pt x="1529775" y="1110532"/>
                  </a:lnTo>
                  <a:lnTo>
                    <a:pt x="1527862" y="1111337"/>
                  </a:lnTo>
                  <a:lnTo>
                    <a:pt x="1526123" y="1112069"/>
                  </a:lnTo>
                  <a:lnTo>
                    <a:pt x="1521950" y="1113825"/>
                  </a:lnTo>
                  <a:lnTo>
                    <a:pt x="1514125" y="1117118"/>
                  </a:lnTo>
                  <a:lnTo>
                    <a:pt x="1503691" y="1121512"/>
                  </a:lnTo>
                  <a:lnTo>
                    <a:pt x="1501778" y="1122318"/>
                  </a:lnTo>
                  <a:lnTo>
                    <a:pt x="1499865" y="1123123"/>
                  </a:lnTo>
                  <a:lnTo>
                    <a:pt x="1499517" y="1123270"/>
                  </a:lnTo>
                  <a:lnTo>
                    <a:pt x="1495344" y="1125028"/>
                  </a:lnTo>
                  <a:lnTo>
                    <a:pt x="1494822" y="1125248"/>
                  </a:lnTo>
                  <a:lnTo>
                    <a:pt x="1489257" y="1127593"/>
                  </a:lnTo>
                  <a:lnTo>
                    <a:pt x="1485605" y="1129132"/>
                  </a:lnTo>
                  <a:lnTo>
                    <a:pt x="1484910" y="1129426"/>
                  </a:lnTo>
                  <a:lnTo>
                    <a:pt x="1461608" y="1139254"/>
                  </a:lnTo>
                  <a:lnTo>
                    <a:pt x="1458825" y="1140428"/>
                  </a:lnTo>
                  <a:lnTo>
                    <a:pt x="1456912" y="1141235"/>
                  </a:lnTo>
                  <a:lnTo>
                    <a:pt x="1456043" y="1141602"/>
                  </a:lnTo>
                  <a:lnTo>
                    <a:pt x="1447522" y="1145200"/>
                  </a:lnTo>
                  <a:lnTo>
                    <a:pt x="1436740" y="1149754"/>
                  </a:lnTo>
                  <a:lnTo>
                    <a:pt x="1433784" y="1151003"/>
                  </a:lnTo>
                  <a:lnTo>
                    <a:pt x="1428393" y="1153281"/>
                  </a:lnTo>
                  <a:lnTo>
                    <a:pt x="1427002" y="1153869"/>
                  </a:lnTo>
                  <a:lnTo>
                    <a:pt x="1423872" y="1155192"/>
                  </a:lnTo>
                  <a:lnTo>
                    <a:pt x="1421959" y="1156000"/>
                  </a:lnTo>
                  <a:lnTo>
                    <a:pt x="1409786" y="1161148"/>
                  </a:lnTo>
                  <a:lnTo>
                    <a:pt x="1408743" y="1161589"/>
                  </a:lnTo>
                  <a:lnTo>
                    <a:pt x="1404221" y="1163502"/>
                  </a:lnTo>
                  <a:lnTo>
                    <a:pt x="1395874" y="1167034"/>
                  </a:lnTo>
                  <a:lnTo>
                    <a:pt x="1393092" y="1168212"/>
                  </a:lnTo>
                  <a:lnTo>
                    <a:pt x="1391179" y="1169021"/>
                  </a:lnTo>
                  <a:lnTo>
                    <a:pt x="1387353" y="1170641"/>
                  </a:lnTo>
                  <a:lnTo>
                    <a:pt x="1386136" y="1171157"/>
                  </a:lnTo>
                  <a:lnTo>
                    <a:pt x="1385614" y="1171377"/>
                  </a:lnTo>
                  <a:lnTo>
                    <a:pt x="1384049" y="1172040"/>
                  </a:lnTo>
                  <a:lnTo>
                    <a:pt x="1380571" y="1173513"/>
                  </a:lnTo>
                  <a:lnTo>
                    <a:pt x="1374659" y="1176018"/>
                  </a:lnTo>
                  <a:lnTo>
                    <a:pt x="1367181" y="1179186"/>
                  </a:lnTo>
                  <a:lnTo>
                    <a:pt x="1355878" y="1183977"/>
                  </a:lnTo>
                  <a:lnTo>
                    <a:pt x="1353965" y="1184789"/>
                  </a:lnTo>
                  <a:lnTo>
                    <a:pt x="1352226" y="1185526"/>
                  </a:lnTo>
                  <a:lnTo>
                    <a:pt x="1348053" y="1187296"/>
                  </a:lnTo>
                  <a:lnTo>
                    <a:pt x="1340227" y="1190616"/>
                  </a:lnTo>
                  <a:lnTo>
                    <a:pt x="1329793" y="1195044"/>
                  </a:lnTo>
                  <a:lnTo>
                    <a:pt x="1327880" y="1195856"/>
                  </a:lnTo>
                  <a:lnTo>
                    <a:pt x="1325968" y="1196668"/>
                  </a:lnTo>
                  <a:lnTo>
                    <a:pt x="1321446" y="1198588"/>
                  </a:lnTo>
                  <a:lnTo>
                    <a:pt x="1320925" y="1198809"/>
                  </a:lnTo>
                  <a:lnTo>
                    <a:pt x="1315360" y="1201173"/>
                  </a:lnTo>
                  <a:lnTo>
                    <a:pt x="1311708" y="1202724"/>
                  </a:lnTo>
                  <a:lnTo>
                    <a:pt x="1311012" y="1203020"/>
                  </a:lnTo>
                  <a:lnTo>
                    <a:pt x="1287710" y="1212925"/>
                  </a:lnTo>
                  <a:lnTo>
                    <a:pt x="1284928" y="1214108"/>
                  </a:lnTo>
                  <a:lnTo>
                    <a:pt x="1283015" y="1214922"/>
                  </a:lnTo>
                  <a:lnTo>
                    <a:pt x="1282145" y="1215291"/>
                  </a:lnTo>
                  <a:lnTo>
                    <a:pt x="1273624" y="1218917"/>
                  </a:lnTo>
                  <a:lnTo>
                    <a:pt x="1262843" y="1223506"/>
                  </a:lnTo>
                  <a:lnTo>
                    <a:pt x="1259887" y="1224765"/>
                  </a:lnTo>
                  <a:lnTo>
                    <a:pt x="1254496" y="1227060"/>
                  </a:lnTo>
                  <a:lnTo>
                    <a:pt x="1253105" y="1227653"/>
                  </a:lnTo>
                  <a:lnTo>
                    <a:pt x="1249974" y="1228986"/>
                  </a:lnTo>
                  <a:lnTo>
                    <a:pt x="1248061" y="1229801"/>
                  </a:lnTo>
                  <a:lnTo>
                    <a:pt x="1235889" y="1234988"/>
                  </a:lnTo>
                  <a:lnTo>
                    <a:pt x="1234845" y="1235433"/>
                  </a:lnTo>
                  <a:lnTo>
                    <a:pt x="1230324" y="1237361"/>
                  </a:lnTo>
                  <a:lnTo>
                    <a:pt x="1221977" y="1240920"/>
                  </a:lnTo>
                  <a:lnTo>
                    <a:pt x="1219195" y="1242107"/>
                  </a:lnTo>
                  <a:lnTo>
                    <a:pt x="1217282" y="1242923"/>
                  </a:lnTo>
                  <a:lnTo>
                    <a:pt x="1213456" y="1244555"/>
                  </a:lnTo>
                  <a:lnTo>
                    <a:pt x="1212239" y="1245074"/>
                  </a:lnTo>
                  <a:lnTo>
                    <a:pt x="1211717" y="1245297"/>
                  </a:lnTo>
                  <a:lnTo>
                    <a:pt x="1210152" y="1245965"/>
                  </a:lnTo>
                  <a:lnTo>
                    <a:pt x="1206674" y="1247449"/>
                  </a:lnTo>
                  <a:lnTo>
                    <a:pt x="1200761" y="1249972"/>
                  </a:lnTo>
                  <a:lnTo>
                    <a:pt x="1193284" y="1253165"/>
                  </a:lnTo>
                  <a:lnTo>
                    <a:pt x="1181980" y="1257993"/>
                  </a:lnTo>
                  <a:lnTo>
                    <a:pt x="1180068" y="1258810"/>
                  </a:lnTo>
                  <a:lnTo>
                    <a:pt x="1178329" y="1259553"/>
                  </a:lnTo>
                  <a:lnTo>
                    <a:pt x="1174155" y="1261337"/>
                  </a:lnTo>
                  <a:lnTo>
                    <a:pt x="1155896" y="1269143"/>
                  </a:lnTo>
                  <a:lnTo>
                    <a:pt x="1153983" y="1269961"/>
                  </a:lnTo>
                  <a:lnTo>
                    <a:pt x="1152070" y="1270780"/>
                  </a:lnTo>
                  <a:lnTo>
                    <a:pt x="1151722" y="1270928"/>
                  </a:lnTo>
                  <a:lnTo>
                    <a:pt x="1147549" y="1272714"/>
                  </a:lnTo>
                  <a:lnTo>
                    <a:pt x="1147027" y="1272937"/>
                  </a:lnTo>
                  <a:lnTo>
                    <a:pt x="1141462" y="1275318"/>
                  </a:lnTo>
                  <a:lnTo>
                    <a:pt x="1137810" y="1276881"/>
                  </a:lnTo>
                  <a:lnTo>
                    <a:pt x="1137115" y="1277179"/>
                  </a:lnTo>
                  <a:lnTo>
                    <a:pt x="1113813" y="1287158"/>
                  </a:lnTo>
                  <a:lnTo>
                    <a:pt x="1111030" y="1288350"/>
                  </a:lnTo>
                  <a:lnTo>
                    <a:pt x="1109117" y="1289170"/>
                  </a:lnTo>
                  <a:lnTo>
                    <a:pt x="1108248" y="1289543"/>
                  </a:lnTo>
                  <a:lnTo>
                    <a:pt x="1099727" y="1293195"/>
                  </a:lnTo>
                  <a:lnTo>
                    <a:pt x="1088945" y="1297818"/>
                  </a:lnTo>
                  <a:lnTo>
                    <a:pt x="1085989" y="1299086"/>
                  </a:lnTo>
                  <a:lnTo>
                    <a:pt x="1080598" y="1301399"/>
                  </a:lnTo>
                  <a:lnTo>
                    <a:pt x="1079207" y="1301996"/>
                  </a:lnTo>
                  <a:lnTo>
                    <a:pt x="1076077" y="1303339"/>
                  </a:lnTo>
                  <a:lnTo>
                    <a:pt x="1074164" y="1304160"/>
                  </a:lnTo>
                  <a:lnTo>
                    <a:pt x="1061991" y="1309385"/>
                  </a:lnTo>
                  <a:lnTo>
                    <a:pt x="1060948" y="1309833"/>
                  </a:lnTo>
                  <a:lnTo>
                    <a:pt x="1056426" y="1311775"/>
                  </a:lnTo>
                  <a:lnTo>
                    <a:pt x="1048079" y="1315360"/>
                  </a:lnTo>
                  <a:lnTo>
                    <a:pt x="1045297" y="1316555"/>
                  </a:lnTo>
                  <a:lnTo>
                    <a:pt x="1043384" y="1317377"/>
                  </a:lnTo>
                  <a:lnTo>
                    <a:pt x="1039558" y="1319021"/>
                  </a:lnTo>
                  <a:lnTo>
                    <a:pt x="1038341" y="1319545"/>
                  </a:lnTo>
                  <a:lnTo>
                    <a:pt x="1037819" y="1319769"/>
                  </a:lnTo>
                  <a:lnTo>
                    <a:pt x="1036254" y="1320441"/>
                  </a:lnTo>
                  <a:lnTo>
                    <a:pt x="1032776" y="1321936"/>
                  </a:lnTo>
                  <a:lnTo>
                    <a:pt x="1026864" y="1324478"/>
                  </a:lnTo>
                  <a:lnTo>
                    <a:pt x="1019386" y="1327694"/>
                  </a:lnTo>
                  <a:lnTo>
                    <a:pt x="1008083" y="1332557"/>
                  </a:lnTo>
                  <a:lnTo>
                    <a:pt x="1006170" y="1333380"/>
                  </a:lnTo>
                  <a:lnTo>
                    <a:pt x="1004431" y="1334128"/>
                  </a:lnTo>
                  <a:lnTo>
                    <a:pt x="1000258" y="1335925"/>
                  </a:lnTo>
                  <a:lnTo>
                    <a:pt x="992432" y="1339294"/>
                  </a:lnTo>
                  <a:lnTo>
                    <a:pt x="981998" y="1343787"/>
                  </a:lnTo>
                  <a:lnTo>
                    <a:pt x="980086" y="1344611"/>
                  </a:lnTo>
                  <a:lnTo>
                    <a:pt x="978173" y="1345435"/>
                  </a:lnTo>
                  <a:lnTo>
                    <a:pt x="977825" y="1345585"/>
                  </a:lnTo>
                  <a:lnTo>
                    <a:pt x="973651" y="1347383"/>
                  </a:lnTo>
                  <a:lnTo>
                    <a:pt x="973130" y="1347608"/>
                  </a:lnTo>
                  <a:lnTo>
                    <a:pt x="967565" y="1350006"/>
                  </a:lnTo>
                  <a:lnTo>
                    <a:pt x="963217" y="1351880"/>
                  </a:lnTo>
                  <a:lnTo>
                    <a:pt x="939915" y="1361929"/>
                  </a:lnTo>
                  <a:lnTo>
                    <a:pt x="937133" y="1363130"/>
                  </a:lnTo>
                  <a:lnTo>
                    <a:pt x="935220" y="1363955"/>
                  </a:lnTo>
                  <a:lnTo>
                    <a:pt x="934350" y="1364331"/>
                  </a:lnTo>
                  <a:lnTo>
                    <a:pt x="925830" y="1368009"/>
                  </a:lnTo>
                  <a:lnTo>
                    <a:pt x="915048" y="1372664"/>
                  </a:lnTo>
                  <a:lnTo>
                    <a:pt x="912092" y="1373941"/>
                  </a:lnTo>
                  <a:lnTo>
                    <a:pt x="906701" y="1376269"/>
                  </a:lnTo>
                  <a:lnTo>
                    <a:pt x="905310" y="1376870"/>
                  </a:lnTo>
                  <a:lnTo>
                    <a:pt x="902179" y="1378223"/>
                  </a:lnTo>
                  <a:lnTo>
                    <a:pt x="900267" y="1379049"/>
                  </a:lnTo>
                  <a:lnTo>
                    <a:pt x="888094" y="1384311"/>
                  </a:lnTo>
                  <a:lnTo>
                    <a:pt x="887050" y="1384762"/>
                  </a:lnTo>
                  <a:lnTo>
                    <a:pt x="882529" y="1386717"/>
                  </a:lnTo>
                  <a:lnTo>
                    <a:pt x="874182" y="1390327"/>
                  </a:lnTo>
                  <a:lnTo>
                    <a:pt x="871400" y="1391530"/>
                  </a:lnTo>
                  <a:lnTo>
                    <a:pt x="869487" y="1392358"/>
                  </a:lnTo>
                  <a:lnTo>
                    <a:pt x="865661" y="1394013"/>
                  </a:lnTo>
                  <a:lnTo>
                    <a:pt x="864444" y="1394540"/>
                  </a:lnTo>
                  <a:lnTo>
                    <a:pt x="863922" y="1394765"/>
                  </a:lnTo>
                  <a:lnTo>
                    <a:pt x="862357" y="1395443"/>
                  </a:lnTo>
                  <a:lnTo>
                    <a:pt x="858879" y="1396948"/>
                  </a:lnTo>
                  <a:lnTo>
                    <a:pt x="852966" y="1399507"/>
                  </a:lnTo>
                  <a:lnTo>
                    <a:pt x="845489" y="1402744"/>
                  </a:lnTo>
                  <a:lnTo>
                    <a:pt x="834186" y="1407640"/>
                  </a:lnTo>
                  <a:lnTo>
                    <a:pt x="832273" y="1408468"/>
                  </a:lnTo>
                  <a:lnTo>
                    <a:pt x="830534" y="1409222"/>
                  </a:lnTo>
                  <a:lnTo>
                    <a:pt x="826360" y="1411030"/>
                  </a:lnTo>
                  <a:lnTo>
                    <a:pt x="818535" y="1414422"/>
                  </a:lnTo>
                  <a:lnTo>
                    <a:pt x="808101" y="1418945"/>
                  </a:lnTo>
                  <a:lnTo>
                    <a:pt x="806188" y="1419774"/>
                  </a:lnTo>
                  <a:lnTo>
                    <a:pt x="804275" y="1420604"/>
                  </a:lnTo>
                  <a:lnTo>
                    <a:pt x="803927" y="1420755"/>
                  </a:lnTo>
                  <a:lnTo>
                    <a:pt x="799754" y="1422565"/>
                  </a:lnTo>
                  <a:lnTo>
                    <a:pt x="799232" y="1422791"/>
                  </a:lnTo>
                  <a:lnTo>
                    <a:pt x="793667" y="1425205"/>
                  </a:lnTo>
                  <a:lnTo>
                    <a:pt x="790016" y="1426789"/>
                  </a:lnTo>
                  <a:lnTo>
                    <a:pt x="789320" y="1427091"/>
                  </a:lnTo>
                  <a:lnTo>
                    <a:pt x="766018" y="1437206"/>
                  </a:lnTo>
                  <a:lnTo>
                    <a:pt x="763235" y="1438415"/>
                  </a:lnTo>
                  <a:lnTo>
                    <a:pt x="761323" y="1439246"/>
                  </a:lnTo>
                  <a:lnTo>
                    <a:pt x="760453" y="1439623"/>
                  </a:lnTo>
                  <a:lnTo>
                    <a:pt x="751932" y="1443325"/>
                  </a:lnTo>
                  <a:lnTo>
                    <a:pt x="741150" y="1448010"/>
                  </a:lnTo>
                  <a:lnTo>
                    <a:pt x="738194" y="1449295"/>
                  </a:lnTo>
                  <a:lnTo>
                    <a:pt x="732803" y="1451639"/>
                  </a:lnTo>
                  <a:lnTo>
                    <a:pt x="731412" y="1452244"/>
                  </a:lnTo>
                  <a:lnTo>
                    <a:pt x="728282" y="1453605"/>
                  </a:lnTo>
                  <a:lnTo>
                    <a:pt x="726369" y="1454437"/>
                  </a:lnTo>
                  <a:lnTo>
                    <a:pt x="714196" y="1459731"/>
                  </a:lnTo>
                  <a:lnTo>
                    <a:pt x="713153" y="1460185"/>
                  </a:lnTo>
                  <a:lnTo>
                    <a:pt x="708632" y="1462153"/>
                  </a:lnTo>
                  <a:lnTo>
                    <a:pt x="700285" y="1465785"/>
                  </a:lnTo>
                  <a:lnTo>
                    <a:pt x="697502" y="1466996"/>
                  </a:lnTo>
                  <a:lnTo>
                    <a:pt x="691764" y="1469495"/>
                  </a:lnTo>
                  <a:lnTo>
                    <a:pt x="690546" y="1470025"/>
                  </a:lnTo>
                  <a:lnTo>
                    <a:pt x="690025" y="1470252"/>
                  </a:lnTo>
                  <a:lnTo>
                    <a:pt x="688459" y="1470933"/>
                  </a:lnTo>
                  <a:lnTo>
                    <a:pt x="684982" y="1472448"/>
                  </a:lnTo>
                  <a:lnTo>
                    <a:pt x="679069" y="1475023"/>
                  </a:lnTo>
                  <a:lnTo>
                    <a:pt x="671591" y="1478281"/>
                  </a:lnTo>
                  <a:lnTo>
                    <a:pt x="660288" y="1483206"/>
                  </a:lnTo>
                  <a:lnTo>
                    <a:pt x="658375" y="1484040"/>
                  </a:lnTo>
                  <a:lnTo>
                    <a:pt x="656636" y="1484798"/>
                  </a:lnTo>
                  <a:lnTo>
                    <a:pt x="652463" y="1486618"/>
                  </a:lnTo>
                  <a:lnTo>
                    <a:pt x="644637" y="1490030"/>
                  </a:lnTo>
                  <a:lnTo>
                    <a:pt x="634203" y="1494581"/>
                  </a:lnTo>
                  <a:lnTo>
                    <a:pt x="632291" y="1495415"/>
                  </a:lnTo>
                  <a:lnTo>
                    <a:pt x="630378" y="1496250"/>
                  </a:lnTo>
                  <a:lnTo>
                    <a:pt x="630030" y="1496402"/>
                  </a:lnTo>
                  <a:lnTo>
                    <a:pt x="625856" y="1498223"/>
                  </a:lnTo>
                  <a:lnTo>
                    <a:pt x="625335" y="1498450"/>
                  </a:lnTo>
                  <a:lnTo>
                    <a:pt x="619770" y="1500879"/>
                  </a:lnTo>
                  <a:lnTo>
                    <a:pt x="616118" y="1502473"/>
                  </a:lnTo>
                  <a:lnTo>
                    <a:pt x="615423" y="1502776"/>
                  </a:lnTo>
                  <a:lnTo>
                    <a:pt x="592120" y="1512952"/>
                  </a:lnTo>
                  <a:lnTo>
                    <a:pt x="589338" y="1514168"/>
                  </a:lnTo>
                  <a:lnTo>
                    <a:pt x="587425" y="1515004"/>
                  </a:lnTo>
                  <a:lnTo>
                    <a:pt x="586556" y="1515383"/>
                  </a:lnTo>
                  <a:lnTo>
                    <a:pt x="578035" y="1519107"/>
                  </a:lnTo>
                  <a:lnTo>
                    <a:pt x="567253" y="1523820"/>
                  </a:lnTo>
                  <a:lnTo>
                    <a:pt x="564297" y="1525112"/>
                  </a:lnTo>
                  <a:lnTo>
                    <a:pt x="558906" y="1527470"/>
                  </a:lnTo>
                  <a:lnTo>
                    <a:pt x="557515" y="1528078"/>
                  </a:lnTo>
                  <a:lnTo>
                    <a:pt x="554385" y="1529447"/>
                  </a:lnTo>
                  <a:lnTo>
                    <a:pt x="552472" y="1530284"/>
                  </a:lnTo>
                  <a:lnTo>
                    <a:pt x="540299" y="1535609"/>
                  </a:lnTo>
                  <a:lnTo>
                    <a:pt x="539255" y="1536066"/>
                  </a:lnTo>
                  <a:lnTo>
                    <a:pt x="534734" y="1538045"/>
                  </a:lnTo>
                  <a:lnTo>
                    <a:pt x="526387" y="1541698"/>
                  </a:lnTo>
                  <a:lnTo>
                    <a:pt x="523605" y="1542916"/>
                  </a:lnTo>
                  <a:lnTo>
                    <a:pt x="521692" y="1543754"/>
                  </a:lnTo>
                  <a:lnTo>
                    <a:pt x="517866" y="1545429"/>
                  </a:lnTo>
                  <a:lnTo>
                    <a:pt x="516649" y="1545962"/>
                  </a:lnTo>
                  <a:lnTo>
                    <a:pt x="516127" y="1546190"/>
                  </a:lnTo>
                  <a:lnTo>
                    <a:pt x="511084" y="1548399"/>
                  </a:lnTo>
                  <a:lnTo>
                    <a:pt x="505172" y="1550989"/>
                  </a:lnTo>
                  <a:lnTo>
                    <a:pt x="497694" y="1554265"/>
                  </a:lnTo>
                  <a:lnTo>
                    <a:pt x="486391" y="1559218"/>
                  </a:lnTo>
                  <a:lnTo>
                    <a:pt x="484478" y="1560057"/>
                  </a:lnTo>
                  <a:lnTo>
                    <a:pt x="482739" y="1560819"/>
                  </a:lnTo>
                  <a:lnTo>
                    <a:pt x="478565" y="1562649"/>
                  </a:lnTo>
                  <a:lnTo>
                    <a:pt x="470740" y="1566080"/>
                  </a:lnTo>
                  <a:lnTo>
                    <a:pt x="460306" y="1570656"/>
                  </a:lnTo>
                  <a:lnTo>
                    <a:pt x="458393" y="1571495"/>
                  </a:lnTo>
                  <a:lnTo>
                    <a:pt x="456480" y="1572334"/>
                  </a:lnTo>
                  <a:lnTo>
                    <a:pt x="456133" y="1572487"/>
                  </a:lnTo>
                  <a:lnTo>
                    <a:pt x="451959" y="1574318"/>
                  </a:lnTo>
                  <a:lnTo>
                    <a:pt x="451437" y="1574547"/>
                  </a:lnTo>
                  <a:lnTo>
                    <a:pt x="445873" y="1576989"/>
                  </a:lnTo>
                  <a:lnTo>
                    <a:pt x="442221" y="1578591"/>
                  </a:lnTo>
                  <a:lnTo>
                    <a:pt x="441525" y="1578897"/>
                  </a:lnTo>
                  <a:lnTo>
                    <a:pt x="418223" y="1589128"/>
                  </a:lnTo>
                  <a:lnTo>
                    <a:pt x="415441" y="1590350"/>
                  </a:lnTo>
                  <a:lnTo>
                    <a:pt x="413528" y="1591190"/>
                  </a:lnTo>
                  <a:lnTo>
                    <a:pt x="412658" y="1591572"/>
                  </a:lnTo>
                  <a:lnTo>
                    <a:pt x="404137" y="1595315"/>
                  </a:lnTo>
                  <a:lnTo>
                    <a:pt x="393356" y="1600054"/>
                  </a:lnTo>
                  <a:lnTo>
                    <a:pt x="390399" y="1601353"/>
                  </a:lnTo>
                  <a:lnTo>
                    <a:pt x="385008" y="1603723"/>
                  </a:lnTo>
                  <a:lnTo>
                    <a:pt x="383617" y="1604334"/>
                  </a:lnTo>
                  <a:lnTo>
                    <a:pt x="380487" y="1605711"/>
                  </a:lnTo>
                  <a:lnTo>
                    <a:pt x="378574" y="1606552"/>
                  </a:lnTo>
                  <a:lnTo>
                    <a:pt x="366401" y="1611905"/>
                  </a:lnTo>
                  <a:lnTo>
                    <a:pt x="365358" y="1612364"/>
                  </a:lnTo>
                  <a:lnTo>
                    <a:pt x="360837" y="1614353"/>
                  </a:lnTo>
                  <a:lnTo>
                    <a:pt x="352490" y="1618026"/>
                  </a:lnTo>
                  <a:lnTo>
                    <a:pt x="349707" y="1619250"/>
                  </a:lnTo>
                  <a:lnTo>
                    <a:pt x="347794" y="1620092"/>
                  </a:lnTo>
                  <a:lnTo>
                    <a:pt x="343969" y="1621776"/>
                  </a:lnTo>
                  <a:lnTo>
                    <a:pt x="342751" y="1622311"/>
                  </a:lnTo>
                  <a:lnTo>
                    <a:pt x="342230" y="1622541"/>
                  </a:lnTo>
                  <a:lnTo>
                    <a:pt x="340665" y="1623230"/>
                  </a:lnTo>
                  <a:lnTo>
                    <a:pt x="337187" y="1624761"/>
                  </a:lnTo>
                  <a:lnTo>
                    <a:pt x="331274" y="1627364"/>
                  </a:lnTo>
                  <a:lnTo>
                    <a:pt x="323797" y="1630657"/>
                  </a:lnTo>
                  <a:lnTo>
                    <a:pt x="312493" y="1635635"/>
                  </a:lnTo>
                  <a:lnTo>
                    <a:pt x="308841" y="1637244"/>
                  </a:lnTo>
                  <a:lnTo>
                    <a:pt x="304668" y="1639083"/>
                  </a:lnTo>
                  <a:lnTo>
                    <a:pt x="296842" y="1642531"/>
                  </a:lnTo>
                  <a:lnTo>
                    <a:pt x="286409" y="1647130"/>
                  </a:lnTo>
                  <a:lnTo>
                    <a:pt x="284496" y="1647974"/>
                  </a:lnTo>
                  <a:lnTo>
                    <a:pt x="282583" y="1648817"/>
                  </a:lnTo>
                  <a:lnTo>
                    <a:pt x="282235" y="1648970"/>
                  </a:lnTo>
                  <a:lnTo>
                    <a:pt x="278062" y="1650811"/>
                  </a:lnTo>
                  <a:lnTo>
                    <a:pt x="277540" y="1651041"/>
                  </a:lnTo>
                  <a:lnTo>
                    <a:pt x="271975" y="1653495"/>
                  </a:lnTo>
                  <a:lnTo>
                    <a:pt x="268323" y="1655105"/>
                  </a:lnTo>
                  <a:lnTo>
                    <a:pt x="267628" y="1655412"/>
                  </a:lnTo>
                  <a:lnTo>
                    <a:pt x="244325" y="1665693"/>
                  </a:lnTo>
                  <a:lnTo>
                    <a:pt x="241543" y="1666921"/>
                  </a:lnTo>
                  <a:lnTo>
                    <a:pt x="239630" y="1667765"/>
                  </a:lnTo>
                  <a:lnTo>
                    <a:pt x="238761" y="1668149"/>
                  </a:lnTo>
                  <a:lnTo>
                    <a:pt x="230240" y="1671911"/>
                  </a:lnTo>
                  <a:lnTo>
                    <a:pt x="219458" y="1676671"/>
                  </a:lnTo>
                  <a:lnTo>
                    <a:pt x="216502" y="1677977"/>
                  </a:lnTo>
                  <a:lnTo>
                    <a:pt x="211111" y="1680358"/>
                  </a:lnTo>
                  <a:lnTo>
                    <a:pt x="209720" y="1680972"/>
                  </a:lnTo>
                  <a:lnTo>
                    <a:pt x="206590" y="1682355"/>
                  </a:lnTo>
                  <a:lnTo>
                    <a:pt x="204677" y="1683200"/>
                  </a:lnTo>
                  <a:lnTo>
                    <a:pt x="191461" y="1689040"/>
                  </a:lnTo>
                  <a:lnTo>
                    <a:pt x="186939" y="1691038"/>
                  </a:lnTo>
                  <a:lnTo>
                    <a:pt x="178592" y="1694728"/>
                  </a:lnTo>
                  <a:lnTo>
                    <a:pt x="173897" y="1696804"/>
                  </a:lnTo>
                  <a:lnTo>
                    <a:pt x="170071" y="1698495"/>
                  </a:lnTo>
                  <a:lnTo>
                    <a:pt x="168854" y="1699034"/>
                  </a:lnTo>
                  <a:lnTo>
                    <a:pt x="168332" y="1699264"/>
                  </a:lnTo>
                  <a:lnTo>
                    <a:pt x="166767" y="1699956"/>
                  </a:lnTo>
                  <a:lnTo>
                    <a:pt x="163289" y="1701494"/>
                  </a:lnTo>
                  <a:lnTo>
                    <a:pt x="149899" y="1707417"/>
                  </a:lnTo>
                  <a:lnTo>
                    <a:pt x="138596" y="1712418"/>
                  </a:lnTo>
                  <a:lnTo>
                    <a:pt x="122945" y="1719346"/>
                  </a:lnTo>
                  <a:lnTo>
                    <a:pt x="112511" y="1723965"/>
                  </a:lnTo>
                  <a:lnTo>
                    <a:pt x="110598" y="1724812"/>
                  </a:lnTo>
                  <a:lnTo>
                    <a:pt x="108338" y="1725813"/>
                  </a:lnTo>
                  <a:lnTo>
                    <a:pt x="104164" y="1727662"/>
                  </a:lnTo>
                  <a:lnTo>
                    <a:pt x="103642" y="1727893"/>
                  </a:lnTo>
                  <a:lnTo>
                    <a:pt x="94426" y="1731975"/>
                  </a:lnTo>
                  <a:lnTo>
                    <a:pt x="64863" y="1745076"/>
                  </a:lnTo>
                  <a:lnTo>
                    <a:pt x="56342" y="1748853"/>
                  </a:lnTo>
                  <a:lnTo>
                    <a:pt x="45561" y="1753635"/>
                  </a:lnTo>
                  <a:lnTo>
                    <a:pt x="42604" y="1754946"/>
                  </a:lnTo>
                  <a:lnTo>
                    <a:pt x="4695" y="1771767"/>
                  </a:lnTo>
                  <a:lnTo>
                    <a:pt x="0" y="177385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" name="pg9"/>
            <p:cNvSpPr/>
            <p:nvPr/>
          </p:nvSpPr>
          <p:spPr>
            <a:xfrm>
              <a:off x="3459159" y="2849360"/>
              <a:ext cx="4310222" cy="1873490"/>
            </a:xfrm>
            <a:custGeom>
              <a:avLst/>
              <a:pathLst>
                <a:path w="4310222" h="1873490">
                  <a:moveTo>
                    <a:pt x="0" y="1662392"/>
                  </a:moveTo>
                  <a:lnTo>
                    <a:pt x="4695" y="1660734"/>
                  </a:lnTo>
                  <a:lnTo>
                    <a:pt x="42604" y="1647331"/>
                  </a:lnTo>
                  <a:lnTo>
                    <a:pt x="45561" y="1646286"/>
                  </a:lnTo>
                  <a:lnTo>
                    <a:pt x="56342" y="1642471"/>
                  </a:lnTo>
                  <a:lnTo>
                    <a:pt x="64863" y="1639455"/>
                  </a:lnTo>
                  <a:lnTo>
                    <a:pt x="94426" y="1628986"/>
                  </a:lnTo>
                  <a:lnTo>
                    <a:pt x="103642" y="1625720"/>
                  </a:lnTo>
                  <a:lnTo>
                    <a:pt x="104164" y="1625536"/>
                  </a:lnTo>
                  <a:lnTo>
                    <a:pt x="108338" y="1624056"/>
                  </a:lnTo>
                  <a:lnTo>
                    <a:pt x="110598" y="1623255"/>
                  </a:lnTo>
                  <a:lnTo>
                    <a:pt x="112511" y="1622577"/>
                  </a:lnTo>
                  <a:lnTo>
                    <a:pt x="122945" y="1618878"/>
                  </a:lnTo>
                  <a:lnTo>
                    <a:pt x="138596" y="1613326"/>
                  </a:lnTo>
                  <a:lnTo>
                    <a:pt x="149899" y="1609315"/>
                  </a:lnTo>
                  <a:lnTo>
                    <a:pt x="163289" y="1604562"/>
                  </a:lnTo>
                  <a:lnTo>
                    <a:pt x="166767" y="1603327"/>
                  </a:lnTo>
                  <a:lnTo>
                    <a:pt x="168332" y="1602771"/>
                  </a:lnTo>
                  <a:lnTo>
                    <a:pt x="168854" y="1602586"/>
                  </a:lnTo>
                  <a:lnTo>
                    <a:pt x="170071" y="1602153"/>
                  </a:lnTo>
                  <a:lnTo>
                    <a:pt x="173897" y="1600795"/>
                  </a:lnTo>
                  <a:lnTo>
                    <a:pt x="178592" y="1599127"/>
                  </a:lnTo>
                  <a:lnTo>
                    <a:pt x="186939" y="1596161"/>
                  </a:lnTo>
                  <a:lnTo>
                    <a:pt x="191461" y="1594554"/>
                  </a:lnTo>
                  <a:lnTo>
                    <a:pt x="204677" y="1589856"/>
                  </a:lnTo>
                  <a:lnTo>
                    <a:pt x="206590" y="1589176"/>
                  </a:lnTo>
                  <a:lnTo>
                    <a:pt x="209720" y="1588063"/>
                  </a:lnTo>
                  <a:lnTo>
                    <a:pt x="211111" y="1587568"/>
                  </a:lnTo>
                  <a:lnTo>
                    <a:pt x="216502" y="1585651"/>
                  </a:lnTo>
                  <a:lnTo>
                    <a:pt x="219458" y="1584599"/>
                  </a:lnTo>
                  <a:lnTo>
                    <a:pt x="230240" y="1580763"/>
                  </a:lnTo>
                  <a:lnTo>
                    <a:pt x="238761" y="1577730"/>
                  </a:lnTo>
                  <a:lnTo>
                    <a:pt x="239630" y="1577421"/>
                  </a:lnTo>
                  <a:lnTo>
                    <a:pt x="241543" y="1576740"/>
                  </a:lnTo>
                  <a:lnTo>
                    <a:pt x="244325" y="1575749"/>
                  </a:lnTo>
                  <a:lnTo>
                    <a:pt x="267628" y="1567449"/>
                  </a:lnTo>
                  <a:lnTo>
                    <a:pt x="268323" y="1567201"/>
                  </a:lnTo>
                  <a:lnTo>
                    <a:pt x="271975" y="1565900"/>
                  </a:lnTo>
                  <a:lnTo>
                    <a:pt x="277540" y="1563917"/>
                  </a:lnTo>
                  <a:lnTo>
                    <a:pt x="278062" y="1563731"/>
                  </a:lnTo>
                  <a:lnTo>
                    <a:pt x="282235" y="1562243"/>
                  </a:lnTo>
                  <a:lnTo>
                    <a:pt x="282583" y="1562119"/>
                  </a:lnTo>
                  <a:lnTo>
                    <a:pt x="284496" y="1561437"/>
                  </a:lnTo>
                  <a:lnTo>
                    <a:pt x="286409" y="1560755"/>
                  </a:lnTo>
                  <a:lnTo>
                    <a:pt x="296842" y="1557034"/>
                  </a:lnTo>
                  <a:lnTo>
                    <a:pt x="304668" y="1554242"/>
                  </a:lnTo>
                  <a:lnTo>
                    <a:pt x="308841" y="1552753"/>
                  </a:lnTo>
                  <a:lnTo>
                    <a:pt x="312493" y="1551450"/>
                  </a:lnTo>
                  <a:lnTo>
                    <a:pt x="323797" y="1547415"/>
                  </a:lnTo>
                  <a:lnTo>
                    <a:pt x="331274" y="1544745"/>
                  </a:lnTo>
                  <a:lnTo>
                    <a:pt x="337187" y="1542633"/>
                  </a:lnTo>
                  <a:lnTo>
                    <a:pt x="340665" y="1541391"/>
                  </a:lnTo>
                  <a:lnTo>
                    <a:pt x="342230" y="1540832"/>
                  </a:lnTo>
                  <a:lnTo>
                    <a:pt x="342751" y="1540645"/>
                  </a:lnTo>
                  <a:lnTo>
                    <a:pt x="343969" y="1540210"/>
                  </a:lnTo>
                  <a:lnTo>
                    <a:pt x="347794" y="1538843"/>
                  </a:lnTo>
                  <a:lnTo>
                    <a:pt x="349707" y="1538160"/>
                  </a:lnTo>
                  <a:lnTo>
                    <a:pt x="352490" y="1537165"/>
                  </a:lnTo>
                  <a:lnTo>
                    <a:pt x="360837" y="1534182"/>
                  </a:lnTo>
                  <a:lnTo>
                    <a:pt x="365358" y="1532565"/>
                  </a:lnTo>
                  <a:lnTo>
                    <a:pt x="366401" y="1532192"/>
                  </a:lnTo>
                  <a:lnTo>
                    <a:pt x="378574" y="1527838"/>
                  </a:lnTo>
                  <a:lnTo>
                    <a:pt x="380487" y="1527154"/>
                  </a:lnTo>
                  <a:lnTo>
                    <a:pt x="383617" y="1526034"/>
                  </a:lnTo>
                  <a:lnTo>
                    <a:pt x="385008" y="1525536"/>
                  </a:lnTo>
                  <a:lnTo>
                    <a:pt x="390399" y="1523607"/>
                  </a:lnTo>
                  <a:lnTo>
                    <a:pt x="393356" y="1522549"/>
                  </a:lnTo>
                  <a:lnTo>
                    <a:pt x="404137" y="1518688"/>
                  </a:lnTo>
                  <a:lnTo>
                    <a:pt x="412658" y="1515637"/>
                  </a:lnTo>
                  <a:lnTo>
                    <a:pt x="413528" y="1515325"/>
                  </a:lnTo>
                  <a:lnTo>
                    <a:pt x="415441" y="1514640"/>
                  </a:lnTo>
                  <a:lnTo>
                    <a:pt x="418223" y="1513643"/>
                  </a:lnTo>
                  <a:lnTo>
                    <a:pt x="441525" y="1505291"/>
                  </a:lnTo>
                  <a:lnTo>
                    <a:pt x="442221" y="1505041"/>
                  </a:lnTo>
                  <a:lnTo>
                    <a:pt x="445873" y="1503732"/>
                  </a:lnTo>
                  <a:lnTo>
                    <a:pt x="451437" y="1501735"/>
                  </a:lnTo>
                  <a:lnTo>
                    <a:pt x="451959" y="1501548"/>
                  </a:lnTo>
                  <a:lnTo>
                    <a:pt x="456133" y="1500051"/>
                  </a:lnTo>
                  <a:lnTo>
                    <a:pt x="456480" y="1499926"/>
                  </a:lnTo>
                  <a:lnTo>
                    <a:pt x="458393" y="1499240"/>
                  </a:lnTo>
                  <a:lnTo>
                    <a:pt x="460306" y="1498553"/>
                  </a:lnTo>
                  <a:lnTo>
                    <a:pt x="470740" y="1494808"/>
                  </a:lnTo>
                  <a:lnTo>
                    <a:pt x="478565" y="1491998"/>
                  </a:lnTo>
                  <a:lnTo>
                    <a:pt x="482739" y="1490500"/>
                  </a:lnTo>
                  <a:lnTo>
                    <a:pt x="484478" y="1489875"/>
                  </a:lnTo>
                  <a:lnTo>
                    <a:pt x="486391" y="1489188"/>
                  </a:lnTo>
                  <a:lnTo>
                    <a:pt x="497694" y="1485126"/>
                  </a:lnTo>
                  <a:lnTo>
                    <a:pt x="505172" y="1482439"/>
                  </a:lnTo>
                  <a:lnTo>
                    <a:pt x="511084" y="1480313"/>
                  </a:lnTo>
                  <a:lnTo>
                    <a:pt x="516127" y="1478499"/>
                  </a:lnTo>
                  <a:lnTo>
                    <a:pt x="516649" y="1478312"/>
                  </a:lnTo>
                  <a:lnTo>
                    <a:pt x="517866" y="1477874"/>
                  </a:lnTo>
                  <a:lnTo>
                    <a:pt x="521692" y="1476498"/>
                  </a:lnTo>
                  <a:lnTo>
                    <a:pt x="523605" y="1475810"/>
                  </a:lnTo>
                  <a:lnTo>
                    <a:pt x="526387" y="1474809"/>
                  </a:lnTo>
                  <a:lnTo>
                    <a:pt x="534734" y="1471805"/>
                  </a:lnTo>
                  <a:lnTo>
                    <a:pt x="539255" y="1470177"/>
                  </a:lnTo>
                  <a:lnTo>
                    <a:pt x="540299" y="1469802"/>
                  </a:lnTo>
                  <a:lnTo>
                    <a:pt x="552472" y="1465419"/>
                  </a:lnTo>
                  <a:lnTo>
                    <a:pt x="554385" y="1464730"/>
                  </a:lnTo>
                  <a:lnTo>
                    <a:pt x="557515" y="1463602"/>
                  </a:lnTo>
                  <a:lnTo>
                    <a:pt x="558906" y="1463101"/>
                  </a:lnTo>
                  <a:lnTo>
                    <a:pt x="564297" y="1461158"/>
                  </a:lnTo>
                  <a:lnTo>
                    <a:pt x="567253" y="1460093"/>
                  </a:lnTo>
                  <a:lnTo>
                    <a:pt x="578035" y="1456207"/>
                  </a:lnTo>
                  <a:lnTo>
                    <a:pt x="586556" y="1453134"/>
                  </a:lnTo>
                  <a:lnTo>
                    <a:pt x="587425" y="1452820"/>
                  </a:lnTo>
                  <a:lnTo>
                    <a:pt x="589338" y="1452130"/>
                  </a:lnTo>
                  <a:lnTo>
                    <a:pt x="592120" y="1451126"/>
                  </a:lnTo>
                  <a:lnTo>
                    <a:pt x="615423" y="1442716"/>
                  </a:lnTo>
                  <a:lnTo>
                    <a:pt x="616118" y="1442465"/>
                  </a:lnTo>
                  <a:lnTo>
                    <a:pt x="619770" y="1441146"/>
                  </a:lnTo>
                  <a:lnTo>
                    <a:pt x="625335" y="1439136"/>
                  </a:lnTo>
                  <a:lnTo>
                    <a:pt x="625856" y="1438947"/>
                  </a:lnTo>
                  <a:lnTo>
                    <a:pt x="630030" y="1437439"/>
                  </a:lnTo>
                  <a:lnTo>
                    <a:pt x="630378" y="1437313"/>
                  </a:lnTo>
                  <a:lnTo>
                    <a:pt x="632291" y="1436622"/>
                  </a:lnTo>
                  <a:lnTo>
                    <a:pt x="634203" y="1435931"/>
                  </a:lnTo>
                  <a:lnTo>
                    <a:pt x="644637" y="1432159"/>
                  </a:lnTo>
                  <a:lnTo>
                    <a:pt x="652463" y="1429330"/>
                  </a:lnTo>
                  <a:lnTo>
                    <a:pt x="656636" y="1427820"/>
                  </a:lnTo>
                  <a:lnTo>
                    <a:pt x="658375" y="1427191"/>
                  </a:lnTo>
                  <a:lnTo>
                    <a:pt x="660288" y="1426499"/>
                  </a:lnTo>
                  <a:lnTo>
                    <a:pt x="671591" y="1422408"/>
                  </a:lnTo>
                  <a:lnTo>
                    <a:pt x="679069" y="1419701"/>
                  </a:lnTo>
                  <a:lnTo>
                    <a:pt x="684982" y="1417560"/>
                  </a:lnTo>
                  <a:lnTo>
                    <a:pt x="688459" y="1416300"/>
                  </a:lnTo>
                  <a:lnTo>
                    <a:pt x="690025" y="1415733"/>
                  </a:lnTo>
                  <a:lnTo>
                    <a:pt x="690546" y="1415544"/>
                  </a:lnTo>
                  <a:lnTo>
                    <a:pt x="691764" y="1415103"/>
                  </a:lnTo>
                  <a:lnTo>
                    <a:pt x="697502" y="1413024"/>
                  </a:lnTo>
                  <a:lnTo>
                    <a:pt x="700285" y="1412016"/>
                  </a:lnTo>
                  <a:lnTo>
                    <a:pt x="708632" y="1408990"/>
                  </a:lnTo>
                  <a:lnTo>
                    <a:pt x="713153" y="1407350"/>
                  </a:lnTo>
                  <a:lnTo>
                    <a:pt x="714196" y="1406972"/>
                  </a:lnTo>
                  <a:lnTo>
                    <a:pt x="726369" y="1402556"/>
                  </a:lnTo>
                  <a:lnTo>
                    <a:pt x="728282" y="1401862"/>
                  </a:lnTo>
                  <a:lnTo>
                    <a:pt x="731412" y="1400726"/>
                  </a:lnTo>
                  <a:lnTo>
                    <a:pt x="732803" y="1400221"/>
                  </a:lnTo>
                  <a:lnTo>
                    <a:pt x="738194" y="1398265"/>
                  </a:lnTo>
                  <a:lnTo>
                    <a:pt x="741150" y="1397191"/>
                  </a:lnTo>
                  <a:lnTo>
                    <a:pt x="751932" y="1393276"/>
                  </a:lnTo>
                  <a:lnTo>
                    <a:pt x="760453" y="1390180"/>
                  </a:lnTo>
                  <a:lnTo>
                    <a:pt x="761323" y="1389864"/>
                  </a:lnTo>
                  <a:lnTo>
                    <a:pt x="763235" y="1389169"/>
                  </a:lnTo>
                  <a:lnTo>
                    <a:pt x="766018" y="1388158"/>
                  </a:lnTo>
                  <a:lnTo>
                    <a:pt x="789320" y="1379683"/>
                  </a:lnTo>
                  <a:lnTo>
                    <a:pt x="790016" y="1379430"/>
                  </a:lnTo>
                  <a:lnTo>
                    <a:pt x="793667" y="1378101"/>
                  </a:lnTo>
                  <a:lnTo>
                    <a:pt x="799232" y="1376076"/>
                  </a:lnTo>
                  <a:lnTo>
                    <a:pt x="799754" y="1375886"/>
                  </a:lnTo>
                  <a:lnTo>
                    <a:pt x="803927" y="1374367"/>
                  </a:lnTo>
                  <a:lnTo>
                    <a:pt x="804275" y="1374240"/>
                  </a:lnTo>
                  <a:lnTo>
                    <a:pt x="806188" y="1373543"/>
                  </a:lnTo>
                  <a:lnTo>
                    <a:pt x="808101" y="1372847"/>
                  </a:lnTo>
                  <a:lnTo>
                    <a:pt x="818535" y="1369046"/>
                  </a:lnTo>
                  <a:lnTo>
                    <a:pt x="826360" y="1366195"/>
                  </a:lnTo>
                  <a:lnTo>
                    <a:pt x="830534" y="1364673"/>
                  </a:lnTo>
                  <a:lnTo>
                    <a:pt x="832273" y="1364039"/>
                  </a:lnTo>
                  <a:lnTo>
                    <a:pt x="834186" y="1363342"/>
                  </a:lnTo>
                  <a:lnTo>
                    <a:pt x="845489" y="1359220"/>
                  </a:lnTo>
                  <a:lnTo>
                    <a:pt x="852966" y="1356491"/>
                  </a:lnTo>
                  <a:lnTo>
                    <a:pt x="858879" y="1354333"/>
                  </a:lnTo>
                  <a:lnTo>
                    <a:pt x="862357" y="1353064"/>
                  </a:lnTo>
                  <a:lnTo>
                    <a:pt x="863922" y="1352492"/>
                  </a:lnTo>
                  <a:lnTo>
                    <a:pt x="864444" y="1352302"/>
                  </a:lnTo>
                  <a:lnTo>
                    <a:pt x="865661" y="1351857"/>
                  </a:lnTo>
                  <a:lnTo>
                    <a:pt x="869487" y="1350460"/>
                  </a:lnTo>
                  <a:lnTo>
                    <a:pt x="871400" y="1349762"/>
                  </a:lnTo>
                  <a:lnTo>
                    <a:pt x="874182" y="1348746"/>
                  </a:lnTo>
                  <a:lnTo>
                    <a:pt x="882529" y="1345696"/>
                  </a:lnTo>
                  <a:lnTo>
                    <a:pt x="887050" y="1344044"/>
                  </a:lnTo>
                  <a:lnTo>
                    <a:pt x="888094" y="1343662"/>
                  </a:lnTo>
                  <a:lnTo>
                    <a:pt x="900267" y="1339212"/>
                  </a:lnTo>
                  <a:lnTo>
                    <a:pt x="902179" y="1338512"/>
                  </a:lnTo>
                  <a:lnTo>
                    <a:pt x="905310" y="1337367"/>
                  </a:lnTo>
                  <a:lnTo>
                    <a:pt x="906701" y="1336858"/>
                  </a:lnTo>
                  <a:lnTo>
                    <a:pt x="912092" y="1334886"/>
                  </a:lnTo>
                  <a:lnTo>
                    <a:pt x="915048" y="1333804"/>
                  </a:lnTo>
                  <a:lnTo>
                    <a:pt x="925830" y="1329857"/>
                  </a:lnTo>
                  <a:lnTo>
                    <a:pt x="934350" y="1326736"/>
                  </a:lnTo>
                  <a:lnTo>
                    <a:pt x="935220" y="1326418"/>
                  </a:lnTo>
                  <a:lnTo>
                    <a:pt x="937133" y="1325717"/>
                  </a:lnTo>
                  <a:lnTo>
                    <a:pt x="939915" y="1324697"/>
                  </a:lnTo>
                  <a:lnTo>
                    <a:pt x="963217" y="1316154"/>
                  </a:lnTo>
                  <a:lnTo>
                    <a:pt x="967565" y="1314559"/>
                  </a:lnTo>
                  <a:lnTo>
                    <a:pt x="973130" y="1312518"/>
                  </a:lnTo>
                  <a:lnTo>
                    <a:pt x="973651" y="1312326"/>
                  </a:lnTo>
                  <a:lnTo>
                    <a:pt x="977825" y="1310794"/>
                  </a:lnTo>
                  <a:lnTo>
                    <a:pt x="978173" y="1310667"/>
                  </a:lnTo>
                  <a:lnTo>
                    <a:pt x="980086" y="1309964"/>
                  </a:lnTo>
                  <a:lnTo>
                    <a:pt x="981998" y="1309262"/>
                  </a:lnTo>
                  <a:lnTo>
                    <a:pt x="992432" y="1305430"/>
                  </a:lnTo>
                  <a:lnTo>
                    <a:pt x="1000258" y="1302555"/>
                  </a:lnTo>
                  <a:lnTo>
                    <a:pt x="1004431" y="1301021"/>
                  </a:lnTo>
                  <a:lnTo>
                    <a:pt x="1006170" y="1300382"/>
                  </a:lnTo>
                  <a:lnTo>
                    <a:pt x="1008083" y="1299679"/>
                  </a:lnTo>
                  <a:lnTo>
                    <a:pt x="1019386" y="1295523"/>
                  </a:lnTo>
                  <a:lnTo>
                    <a:pt x="1026864" y="1292772"/>
                  </a:lnTo>
                  <a:lnTo>
                    <a:pt x="1032776" y="1290596"/>
                  </a:lnTo>
                  <a:lnTo>
                    <a:pt x="1036254" y="1289316"/>
                  </a:lnTo>
                  <a:lnTo>
                    <a:pt x="1037819" y="1288739"/>
                  </a:lnTo>
                  <a:lnTo>
                    <a:pt x="1038341" y="1288547"/>
                  </a:lnTo>
                  <a:lnTo>
                    <a:pt x="1039558" y="1288099"/>
                  </a:lnTo>
                  <a:lnTo>
                    <a:pt x="1043384" y="1286691"/>
                  </a:lnTo>
                  <a:lnTo>
                    <a:pt x="1045297" y="1285986"/>
                  </a:lnTo>
                  <a:lnTo>
                    <a:pt x="1048079" y="1284961"/>
                  </a:lnTo>
                  <a:lnTo>
                    <a:pt x="1056426" y="1281886"/>
                  </a:lnTo>
                  <a:lnTo>
                    <a:pt x="1060948" y="1280220"/>
                  </a:lnTo>
                  <a:lnTo>
                    <a:pt x="1061991" y="1279835"/>
                  </a:lnTo>
                  <a:lnTo>
                    <a:pt x="1074164" y="1275347"/>
                  </a:lnTo>
                  <a:lnTo>
                    <a:pt x="1076077" y="1274642"/>
                  </a:lnTo>
                  <a:lnTo>
                    <a:pt x="1079207" y="1273487"/>
                  </a:lnTo>
                  <a:lnTo>
                    <a:pt x="1080598" y="1272974"/>
                  </a:lnTo>
                  <a:lnTo>
                    <a:pt x="1085989" y="1270985"/>
                  </a:lnTo>
                  <a:lnTo>
                    <a:pt x="1088945" y="1269894"/>
                  </a:lnTo>
                  <a:lnTo>
                    <a:pt x="1099727" y="1265913"/>
                  </a:lnTo>
                  <a:lnTo>
                    <a:pt x="1108248" y="1262766"/>
                  </a:lnTo>
                  <a:lnTo>
                    <a:pt x="1109117" y="1262445"/>
                  </a:lnTo>
                  <a:lnTo>
                    <a:pt x="1111030" y="1261738"/>
                  </a:lnTo>
                  <a:lnTo>
                    <a:pt x="1113813" y="1260710"/>
                  </a:lnTo>
                  <a:lnTo>
                    <a:pt x="1137115" y="1252094"/>
                  </a:lnTo>
                  <a:lnTo>
                    <a:pt x="1137810" y="1251837"/>
                  </a:lnTo>
                  <a:lnTo>
                    <a:pt x="1141462" y="1250486"/>
                  </a:lnTo>
                  <a:lnTo>
                    <a:pt x="1147027" y="1248426"/>
                  </a:lnTo>
                  <a:lnTo>
                    <a:pt x="1147549" y="1248233"/>
                  </a:lnTo>
                  <a:lnTo>
                    <a:pt x="1151722" y="1246688"/>
                  </a:lnTo>
                  <a:lnTo>
                    <a:pt x="1152070" y="1246559"/>
                  </a:lnTo>
                  <a:lnTo>
                    <a:pt x="1153983" y="1245851"/>
                  </a:lnTo>
                  <a:lnTo>
                    <a:pt x="1155896" y="1245143"/>
                  </a:lnTo>
                  <a:lnTo>
                    <a:pt x="1174155" y="1238378"/>
                  </a:lnTo>
                  <a:lnTo>
                    <a:pt x="1178329" y="1236831"/>
                  </a:lnTo>
                  <a:lnTo>
                    <a:pt x="1180068" y="1236186"/>
                  </a:lnTo>
                  <a:lnTo>
                    <a:pt x="1181980" y="1235477"/>
                  </a:lnTo>
                  <a:lnTo>
                    <a:pt x="1193284" y="1231284"/>
                  </a:lnTo>
                  <a:lnTo>
                    <a:pt x="1200761" y="1228510"/>
                  </a:lnTo>
                  <a:lnTo>
                    <a:pt x="1206674" y="1226315"/>
                  </a:lnTo>
                  <a:lnTo>
                    <a:pt x="1210152" y="1225024"/>
                  </a:lnTo>
                  <a:lnTo>
                    <a:pt x="1211717" y="1224442"/>
                  </a:lnTo>
                  <a:lnTo>
                    <a:pt x="1212239" y="1224249"/>
                  </a:lnTo>
                  <a:lnTo>
                    <a:pt x="1213456" y="1223797"/>
                  </a:lnTo>
                  <a:lnTo>
                    <a:pt x="1217282" y="1222376"/>
                  </a:lnTo>
                  <a:lnTo>
                    <a:pt x="1219195" y="1221665"/>
                  </a:lnTo>
                  <a:lnTo>
                    <a:pt x="1221977" y="1220631"/>
                  </a:lnTo>
                  <a:lnTo>
                    <a:pt x="1230324" y="1217529"/>
                  </a:lnTo>
                  <a:lnTo>
                    <a:pt x="1234845" y="1215848"/>
                  </a:lnTo>
                  <a:lnTo>
                    <a:pt x="1235889" y="1215461"/>
                  </a:lnTo>
                  <a:lnTo>
                    <a:pt x="1248061" y="1210933"/>
                  </a:lnTo>
                  <a:lnTo>
                    <a:pt x="1249974" y="1210221"/>
                  </a:lnTo>
                  <a:lnTo>
                    <a:pt x="1253105" y="1209057"/>
                  </a:lnTo>
                  <a:lnTo>
                    <a:pt x="1254496" y="1208539"/>
                  </a:lnTo>
                  <a:lnTo>
                    <a:pt x="1259887" y="1206532"/>
                  </a:lnTo>
                  <a:lnTo>
                    <a:pt x="1262843" y="1205432"/>
                  </a:lnTo>
                  <a:lnTo>
                    <a:pt x="1273624" y="1201416"/>
                  </a:lnTo>
                  <a:lnTo>
                    <a:pt x="1282145" y="1198241"/>
                  </a:lnTo>
                  <a:lnTo>
                    <a:pt x="1283015" y="1197917"/>
                  </a:lnTo>
                  <a:lnTo>
                    <a:pt x="1284928" y="1197204"/>
                  </a:lnTo>
                  <a:lnTo>
                    <a:pt x="1287710" y="1196167"/>
                  </a:lnTo>
                  <a:lnTo>
                    <a:pt x="1311012" y="1187475"/>
                  </a:lnTo>
                  <a:lnTo>
                    <a:pt x="1311708" y="1187215"/>
                  </a:lnTo>
                  <a:lnTo>
                    <a:pt x="1315360" y="1185852"/>
                  </a:lnTo>
                  <a:lnTo>
                    <a:pt x="1320925" y="1183774"/>
                  </a:lnTo>
                  <a:lnTo>
                    <a:pt x="1321446" y="1183580"/>
                  </a:lnTo>
                  <a:lnTo>
                    <a:pt x="1325968" y="1181891"/>
                  </a:lnTo>
                  <a:lnTo>
                    <a:pt x="1327880" y="1181176"/>
                  </a:lnTo>
                  <a:lnTo>
                    <a:pt x="1329793" y="1180462"/>
                  </a:lnTo>
                  <a:lnTo>
                    <a:pt x="1340227" y="1176563"/>
                  </a:lnTo>
                  <a:lnTo>
                    <a:pt x="1348053" y="1173637"/>
                  </a:lnTo>
                  <a:lnTo>
                    <a:pt x="1352226" y="1172076"/>
                  </a:lnTo>
                  <a:lnTo>
                    <a:pt x="1353965" y="1171426"/>
                  </a:lnTo>
                  <a:lnTo>
                    <a:pt x="1355878" y="1170710"/>
                  </a:lnTo>
                  <a:lnTo>
                    <a:pt x="1367181" y="1166480"/>
                  </a:lnTo>
                  <a:lnTo>
                    <a:pt x="1374659" y="1163681"/>
                  </a:lnTo>
                  <a:lnTo>
                    <a:pt x="1380571" y="1161466"/>
                  </a:lnTo>
                  <a:lnTo>
                    <a:pt x="1384049" y="1160164"/>
                  </a:lnTo>
                  <a:lnTo>
                    <a:pt x="1385614" y="1159577"/>
                  </a:lnTo>
                  <a:lnTo>
                    <a:pt x="1386136" y="1159382"/>
                  </a:lnTo>
                  <a:lnTo>
                    <a:pt x="1387353" y="1158926"/>
                  </a:lnTo>
                  <a:lnTo>
                    <a:pt x="1391179" y="1157492"/>
                  </a:lnTo>
                  <a:lnTo>
                    <a:pt x="1393092" y="1156775"/>
                  </a:lnTo>
                  <a:lnTo>
                    <a:pt x="1395874" y="1155732"/>
                  </a:lnTo>
                  <a:lnTo>
                    <a:pt x="1404221" y="1152602"/>
                  </a:lnTo>
                  <a:lnTo>
                    <a:pt x="1408743" y="1150906"/>
                  </a:lnTo>
                  <a:lnTo>
                    <a:pt x="1409786" y="1150515"/>
                  </a:lnTo>
                  <a:lnTo>
                    <a:pt x="1421959" y="1145947"/>
                  </a:lnTo>
                  <a:lnTo>
                    <a:pt x="1423872" y="1145229"/>
                  </a:lnTo>
                  <a:lnTo>
                    <a:pt x="1427002" y="1144054"/>
                  </a:lnTo>
                  <a:lnTo>
                    <a:pt x="1428393" y="1143531"/>
                  </a:lnTo>
                  <a:lnTo>
                    <a:pt x="1433784" y="1141507"/>
                  </a:lnTo>
                  <a:lnTo>
                    <a:pt x="1436740" y="1140396"/>
                  </a:lnTo>
                  <a:lnTo>
                    <a:pt x="1447522" y="1136345"/>
                  </a:lnTo>
                  <a:lnTo>
                    <a:pt x="1456043" y="1133142"/>
                  </a:lnTo>
                  <a:lnTo>
                    <a:pt x="1456912" y="1132815"/>
                  </a:lnTo>
                  <a:lnTo>
                    <a:pt x="1458825" y="1132095"/>
                  </a:lnTo>
                  <a:lnTo>
                    <a:pt x="1461608" y="1131049"/>
                  </a:lnTo>
                  <a:lnTo>
                    <a:pt x="1484910" y="1122279"/>
                  </a:lnTo>
                  <a:lnTo>
                    <a:pt x="1485605" y="1122017"/>
                  </a:lnTo>
                  <a:lnTo>
                    <a:pt x="1489257" y="1120641"/>
                  </a:lnTo>
                  <a:lnTo>
                    <a:pt x="1494822" y="1118545"/>
                  </a:lnTo>
                  <a:lnTo>
                    <a:pt x="1495344" y="1118348"/>
                  </a:lnTo>
                  <a:lnTo>
                    <a:pt x="1499517" y="1116775"/>
                  </a:lnTo>
                  <a:lnTo>
                    <a:pt x="1499865" y="1116644"/>
                  </a:lnTo>
                  <a:lnTo>
                    <a:pt x="1501778" y="1115923"/>
                  </a:lnTo>
                  <a:lnTo>
                    <a:pt x="1503691" y="1115202"/>
                  </a:lnTo>
                  <a:lnTo>
                    <a:pt x="1514125" y="1111268"/>
                  </a:lnTo>
                  <a:lnTo>
                    <a:pt x="1521950" y="1108316"/>
                  </a:lnTo>
                  <a:lnTo>
                    <a:pt x="1526123" y="1106741"/>
                  </a:lnTo>
                  <a:lnTo>
                    <a:pt x="1527862" y="1106085"/>
                  </a:lnTo>
                  <a:lnTo>
                    <a:pt x="1529775" y="1105363"/>
                  </a:lnTo>
                  <a:lnTo>
                    <a:pt x="1541079" y="1101095"/>
                  </a:lnTo>
                  <a:lnTo>
                    <a:pt x="1548556" y="1098271"/>
                  </a:lnTo>
                  <a:lnTo>
                    <a:pt x="1554469" y="1096036"/>
                  </a:lnTo>
                  <a:lnTo>
                    <a:pt x="1559512" y="1094130"/>
                  </a:lnTo>
                  <a:lnTo>
                    <a:pt x="1560033" y="1093933"/>
                  </a:lnTo>
                  <a:lnTo>
                    <a:pt x="1561251" y="1093473"/>
                  </a:lnTo>
                  <a:lnTo>
                    <a:pt x="1565077" y="1092026"/>
                  </a:lnTo>
                  <a:lnTo>
                    <a:pt x="1566989" y="1091303"/>
                  </a:lnTo>
                  <a:lnTo>
                    <a:pt x="1569772" y="1090250"/>
                  </a:lnTo>
                  <a:lnTo>
                    <a:pt x="1578119" y="1087093"/>
                  </a:lnTo>
                  <a:lnTo>
                    <a:pt x="1582640" y="1085382"/>
                  </a:lnTo>
                  <a:lnTo>
                    <a:pt x="1583684" y="1084987"/>
                  </a:lnTo>
                  <a:lnTo>
                    <a:pt x="1595856" y="1080378"/>
                  </a:lnTo>
                  <a:lnTo>
                    <a:pt x="1597769" y="1079653"/>
                  </a:lnTo>
                  <a:lnTo>
                    <a:pt x="1600899" y="1078467"/>
                  </a:lnTo>
                  <a:lnTo>
                    <a:pt x="1602291" y="1077940"/>
                  </a:lnTo>
                  <a:lnTo>
                    <a:pt x="1607681" y="1075898"/>
                  </a:lnTo>
                  <a:lnTo>
                    <a:pt x="1610638" y="1074777"/>
                  </a:lnTo>
                  <a:lnTo>
                    <a:pt x="1621419" y="1070690"/>
                  </a:lnTo>
                  <a:lnTo>
                    <a:pt x="1629940" y="1067458"/>
                  </a:lnTo>
                  <a:lnTo>
                    <a:pt x="1630810" y="1067128"/>
                  </a:lnTo>
                  <a:lnTo>
                    <a:pt x="1632723" y="1066402"/>
                  </a:lnTo>
                  <a:lnTo>
                    <a:pt x="1635505" y="1065346"/>
                  </a:lnTo>
                  <a:lnTo>
                    <a:pt x="1658807" y="1056497"/>
                  </a:lnTo>
                  <a:lnTo>
                    <a:pt x="1659503" y="1056233"/>
                  </a:lnTo>
                  <a:lnTo>
                    <a:pt x="1663155" y="1054845"/>
                  </a:lnTo>
                  <a:lnTo>
                    <a:pt x="1668719" y="1052730"/>
                  </a:lnTo>
                  <a:lnTo>
                    <a:pt x="1669241" y="1052532"/>
                  </a:lnTo>
                  <a:lnTo>
                    <a:pt x="1673415" y="1050945"/>
                  </a:lnTo>
                  <a:lnTo>
                    <a:pt x="1673762" y="1050813"/>
                  </a:lnTo>
                  <a:lnTo>
                    <a:pt x="1675675" y="1050086"/>
                  </a:lnTo>
                  <a:lnTo>
                    <a:pt x="1677588" y="1049358"/>
                  </a:lnTo>
                  <a:lnTo>
                    <a:pt x="1688022" y="1045389"/>
                  </a:lnTo>
                  <a:lnTo>
                    <a:pt x="1695847" y="1042411"/>
                  </a:lnTo>
                  <a:lnTo>
                    <a:pt x="1700021" y="1040822"/>
                  </a:lnTo>
                  <a:lnTo>
                    <a:pt x="1701760" y="1040160"/>
                  </a:lnTo>
                  <a:lnTo>
                    <a:pt x="1703673" y="1039431"/>
                  </a:lnTo>
                  <a:lnTo>
                    <a:pt x="1714976" y="1035126"/>
                  </a:lnTo>
                  <a:lnTo>
                    <a:pt x="1722454" y="1032276"/>
                  </a:lnTo>
                  <a:lnTo>
                    <a:pt x="1728366" y="1030022"/>
                  </a:lnTo>
                  <a:lnTo>
                    <a:pt x="1731844" y="1028696"/>
                  </a:lnTo>
                  <a:lnTo>
                    <a:pt x="1733409" y="1028099"/>
                  </a:lnTo>
                  <a:lnTo>
                    <a:pt x="1733931" y="1027900"/>
                  </a:lnTo>
                  <a:lnTo>
                    <a:pt x="1735148" y="1027436"/>
                  </a:lnTo>
                  <a:lnTo>
                    <a:pt x="1738974" y="1025976"/>
                  </a:lnTo>
                  <a:lnTo>
                    <a:pt x="1740887" y="1025247"/>
                  </a:lnTo>
                  <a:lnTo>
                    <a:pt x="1743669" y="1024185"/>
                  </a:lnTo>
                  <a:lnTo>
                    <a:pt x="1752016" y="1020999"/>
                  </a:lnTo>
                  <a:lnTo>
                    <a:pt x="1756538" y="1019273"/>
                  </a:lnTo>
                  <a:lnTo>
                    <a:pt x="1757581" y="1018875"/>
                  </a:lnTo>
                  <a:lnTo>
                    <a:pt x="1769754" y="1014225"/>
                  </a:lnTo>
                  <a:lnTo>
                    <a:pt x="1771667" y="1013494"/>
                  </a:lnTo>
                  <a:lnTo>
                    <a:pt x="1774797" y="1012298"/>
                  </a:lnTo>
                  <a:lnTo>
                    <a:pt x="1776188" y="1011766"/>
                  </a:lnTo>
                  <a:lnTo>
                    <a:pt x="1781579" y="1009706"/>
                  </a:lnTo>
                  <a:lnTo>
                    <a:pt x="1784535" y="1008576"/>
                  </a:lnTo>
                  <a:lnTo>
                    <a:pt x="1795317" y="1004452"/>
                  </a:lnTo>
                  <a:lnTo>
                    <a:pt x="1803838" y="1001192"/>
                  </a:lnTo>
                  <a:lnTo>
                    <a:pt x="1804707" y="1000859"/>
                  </a:lnTo>
                  <a:lnTo>
                    <a:pt x="1806620" y="1000127"/>
                  </a:lnTo>
                  <a:lnTo>
                    <a:pt x="1809402" y="999062"/>
                  </a:lnTo>
                  <a:lnTo>
                    <a:pt x="1832705" y="990136"/>
                  </a:lnTo>
                  <a:lnTo>
                    <a:pt x="1833400" y="989870"/>
                  </a:lnTo>
                  <a:lnTo>
                    <a:pt x="1842617" y="986336"/>
                  </a:lnTo>
                  <a:lnTo>
                    <a:pt x="1843139" y="986136"/>
                  </a:lnTo>
                  <a:lnTo>
                    <a:pt x="1847312" y="984536"/>
                  </a:lnTo>
                  <a:lnTo>
                    <a:pt x="1847660" y="984402"/>
                  </a:lnTo>
                  <a:lnTo>
                    <a:pt x="1849573" y="983669"/>
                  </a:lnTo>
                  <a:lnTo>
                    <a:pt x="1851486" y="982935"/>
                  </a:lnTo>
                  <a:lnTo>
                    <a:pt x="1861919" y="978932"/>
                  </a:lnTo>
                  <a:lnTo>
                    <a:pt x="1869745" y="975928"/>
                  </a:lnTo>
                  <a:lnTo>
                    <a:pt x="1873918" y="974325"/>
                  </a:lnTo>
                  <a:lnTo>
                    <a:pt x="1875657" y="973657"/>
                  </a:lnTo>
                  <a:lnTo>
                    <a:pt x="1877570" y="972923"/>
                  </a:lnTo>
                  <a:lnTo>
                    <a:pt x="1888874" y="968580"/>
                  </a:lnTo>
                  <a:lnTo>
                    <a:pt x="1896351" y="965706"/>
                  </a:lnTo>
                  <a:lnTo>
                    <a:pt x="1902264" y="963432"/>
                  </a:lnTo>
                  <a:lnTo>
                    <a:pt x="1905742" y="962095"/>
                  </a:lnTo>
                  <a:lnTo>
                    <a:pt x="1907307" y="961493"/>
                  </a:lnTo>
                  <a:lnTo>
                    <a:pt x="1907828" y="961292"/>
                  </a:lnTo>
                  <a:lnTo>
                    <a:pt x="1909046" y="960824"/>
                  </a:lnTo>
                  <a:lnTo>
                    <a:pt x="1912871" y="959352"/>
                  </a:lnTo>
                  <a:lnTo>
                    <a:pt x="1914784" y="958616"/>
                  </a:lnTo>
                  <a:lnTo>
                    <a:pt x="1917567" y="957546"/>
                  </a:lnTo>
                  <a:lnTo>
                    <a:pt x="1925914" y="954333"/>
                  </a:lnTo>
                  <a:lnTo>
                    <a:pt x="1930435" y="952592"/>
                  </a:lnTo>
                  <a:lnTo>
                    <a:pt x="1931478" y="952190"/>
                  </a:lnTo>
                  <a:lnTo>
                    <a:pt x="1943651" y="947501"/>
                  </a:lnTo>
                  <a:lnTo>
                    <a:pt x="1945564" y="946764"/>
                  </a:lnTo>
                  <a:lnTo>
                    <a:pt x="1948694" y="945558"/>
                  </a:lnTo>
                  <a:lnTo>
                    <a:pt x="1950085" y="945022"/>
                  </a:lnTo>
                  <a:lnTo>
                    <a:pt x="1955476" y="942944"/>
                  </a:lnTo>
                  <a:lnTo>
                    <a:pt x="1958433" y="941804"/>
                  </a:lnTo>
                  <a:lnTo>
                    <a:pt x="1969214" y="937646"/>
                  </a:lnTo>
                  <a:lnTo>
                    <a:pt x="1977735" y="934358"/>
                  </a:lnTo>
                  <a:lnTo>
                    <a:pt x="1978605" y="934023"/>
                  </a:lnTo>
                  <a:lnTo>
                    <a:pt x="1980518" y="933284"/>
                  </a:lnTo>
                  <a:lnTo>
                    <a:pt x="1983300" y="932211"/>
                  </a:lnTo>
                  <a:lnTo>
                    <a:pt x="2006602" y="923211"/>
                  </a:lnTo>
                  <a:lnTo>
                    <a:pt x="2007298" y="922942"/>
                  </a:lnTo>
                  <a:lnTo>
                    <a:pt x="2010950" y="921530"/>
                  </a:lnTo>
                  <a:lnTo>
                    <a:pt x="2016514" y="919379"/>
                  </a:lnTo>
                  <a:lnTo>
                    <a:pt x="2017036" y="919178"/>
                  </a:lnTo>
                  <a:lnTo>
                    <a:pt x="2021210" y="917564"/>
                  </a:lnTo>
                  <a:lnTo>
                    <a:pt x="2021557" y="917429"/>
                  </a:lnTo>
                  <a:lnTo>
                    <a:pt x="2023470" y="916690"/>
                  </a:lnTo>
                  <a:lnTo>
                    <a:pt x="2025383" y="915950"/>
                  </a:lnTo>
                  <a:lnTo>
                    <a:pt x="2035817" y="911913"/>
                  </a:lnTo>
                  <a:lnTo>
                    <a:pt x="2043642" y="908885"/>
                  </a:lnTo>
                  <a:lnTo>
                    <a:pt x="2047816" y="907269"/>
                  </a:lnTo>
                  <a:lnTo>
                    <a:pt x="2049555" y="906596"/>
                  </a:lnTo>
                  <a:lnTo>
                    <a:pt x="2051468" y="905855"/>
                  </a:lnTo>
                  <a:lnTo>
                    <a:pt x="2062771" y="901477"/>
                  </a:lnTo>
                  <a:lnTo>
                    <a:pt x="2070249" y="898580"/>
                  </a:lnTo>
                  <a:lnTo>
                    <a:pt x="2076161" y="896288"/>
                  </a:lnTo>
                  <a:lnTo>
                    <a:pt x="2079639" y="894939"/>
                  </a:lnTo>
                  <a:lnTo>
                    <a:pt x="2081204" y="894333"/>
                  </a:lnTo>
                  <a:lnTo>
                    <a:pt x="2081726" y="894130"/>
                  </a:lnTo>
                  <a:lnTo>
                    <a:pt x="2082943" y="893658"/>
                  </a:lnTo>
                  <a:lnTo>
                    <a:pt x="2086769" y="892175"/>
                  </a:lnTo>
                  <a:lnTo>
                    <a:pt x="2088682" y="891433"/>
                  </a:lnTo>
                  <a:lnTo>
                    <a:pt x="2091464" y="890353"/>
                  </a:lnTo>
                  <a:lnTo>
                    <a:pt x="2099811" y="887115"/>
                  </a:lnTo>
                  <a:lnTo>
                    <a:pt x="2104333" y="885360"/>
                  </a:lnTo>
                  <a:lnTo>
                    <a:pt x="2105376" y="884955"/>
                  </a:lnTo>
                  <a:lnTo>
                    <a:pt x="2117549" y="880229"/>
                  </a:lnTo>
                  <a:lnTo>
                    <a:pt x="2119462" y="879486"/>
                  </a:lnTo>
                  <a:lnTo>
                    <a:pt x="2122592" y="878270"/>
                  </a:lnTo>
                  <a:lnTo>
                    <a:pt x="2123983" y="877729"/>
                  </a:lnTo>
                  <a:lnTo>
                    <a:pt x="2129374" y="875635"/>
                  </a:lnTo>
                  <a:lnTo>
                    <a:pt x="2132330" y="874486"/>
                  </a:lnTo>
                  <a:lnTo>
                    <a:pt x="2143112" y="870295"/>
                  </a:lnTo>
                  <a:lnTo>
                    <a:pt x="2151633" y="866981"/>
                  </a:lnTo>
                  <a:lnTo>
                    <a:pt x="2152502" y="866643"/>
                  </a:lnTo>
                  <a:lnTo>
                    <a:pt x="2154415" y="865899"/>
                  </a:lnTo>
                  <a:lnTo>
                    <a:pt x="2157197" y="864817"/>
                  </a:lnTo>
                  <a:lnTo>
                    <a:pt x="2180500" y="855746"/>
                  </a:lnTo>
                  <a:lnTo>
                    <a:pt x="2181195" y="855475"/>
                  </a:lnTo>
                  <a:lnTo>
                    <a:pt x="2184847" y="854053"/>
                  </a:lnTo>
                  <a:lnTo>
                    <a:pt x="2190412" y="851885"/>
                  </a:lnTo>
                  <a:lnTo>
                    <a:pt x="2190933" y="851682"/>
                  </a:lnTo>
                  <a:lnTo>
                    <a:pt x="2195107" y="850056"/>
                  </a:lnTo>
                  <a:lnTo>
                    <a:pt x="2195455" y="849920"/>
                  </a:lnTo>
                  <a:lnTo>
                    <a:pt x="2197368" y="849175"/>
                  </a:lnTo>
                  <a:lnTo>
                    <a:pt x="2199281" y="848429"/>
                  </a:lnTo>
                  <a:lnTo>
                    <a:pt x="2209714" y="844362"/>
                  </a:lnTo>
                  <a:lnTo>
                    <a:pt x="2217540" y="841310"/>
                  </a:lnTo>
                  <a:lnTo>
                    <a:pt x="2221713" y="839682"/>
                  </a:lnTo>
                  <a:lnTo>
                    <a:pt x="2223452" y="839003"/>
                  </a:lnTo>
                  <a:lnTo>
                    <a:pt x="2225365" y="838257"/>
                  </a:lnTo>
                  <a:lnTo>
                    <a:pt x="2236668" y="833846"/>
                  </a:lnTo>
                  <a:lnTo>
                    <a:pt x="2244146" y="830926"/>
                  </a:lnTo>
                  <a:lnTo>
                    <a:pt x="2250059" y="828617"/>
                  </a:lnTo>
                  <a:lnTo>
                    <a:pt x="2253537" y="827258"/>
                  </a:lnTo>
                  <a:lnTo>
                    <a:pt x="2255102" y="826647"/>
                  </a:lnTo>
                  <a:lnTo>
                    <a:pt x="2255623" y="826443"/>
                  </a:lnTo>
                  <a:lnTo>
                    <a:pt x="2256841" y="825968"/>
                  </a:lnTo>
                  <a:lnTo>
                    <a:pt x="2260666" y="824473"/>
                  </a:lnTo>
                  <a:lnTo>
                    <a:pt x="2262579" y="823725"/>
                  </a:lnTo>
                  <a:lnTo>
                    <a:pt x="2265362" y="822638"/>
                  </a:lnTo>
                  <a:lnTo>
                    <a:pt x="2273709" y="819375"/>
                  </a:lnTo>
                  <a:lnTo>
                    <a:pt x="2278230" y="817607"/>
                  </a:lnTo>
                  <a:lnTo>
                    <a:pt x="2279273" y="817199"/>
                  </a:lnTo>
                  <a:lnTo>
                    <a:pt x="2291446" y="812438"/>
                  </a:lnTo>
                  <a:lnTo>
                    <a:pt x="2293359" y="811689"/>
                  </a:lnTo>
                  <a:lnTo>
                    <a:pt x="2296489" y="810464"/>
                  </a:lnTo>
                  <a:lnTo>
                    <a:pt x="2297880" y="809920"/>
                  </a:lnTo>
                  <a:lnTo>
                    <a:pt x="2303271" y="807810"/>
                  </a:lnTo>
                  <a:lnTo>
                    <a:pt x="2306227" y="806653"/>
                  </a:lnTo>
                  <a:lnTo>
                    <a:pt x="2317009" y="802431"/>
                  </a:lnTo>
                  <a:lnTo>
                    <a:pt x="2325530" y="799093"/>
                  </a:lnTo>
                  <a:lnTo>
                    <a:pt x="2326400" y="798752"/>
                  </a:lnTo>
                  <a:lnTo>
                    <a:pt x="2328312" y="798003"/>
                  </a:lnTo>
                  <a:lnTo>
                    <a:pt x="2331095" y="796913"/>
                  </a:lnTo>
                  <a:lnTo>
                    <a:pt x="2354397" y="787777"/>
                  </a:lnTo>
                  <a:lnTo>
                    <a:pt x="2355093" y="787504"/>
                  </a:lnTo>
                  <a:lnTo>
                    <a:pt x="2358744" y="786071"/>
                  </a:lnTo>
                  <a:lnTo>
                    <a:pt x="2364309" y="783888"/>
                  </a:lnTo>
                  <a:lnTo>
                    <a:pt x="2364831" y="783683"/>
                  </a:lnTo>
                  <a:lnTo>
                    <a:pt x="2369004" y="782045"/>
                  </a:lnTo>
                  <a:lnTo>
                    <a:pt x="2369352" y="781909"/>
                  </a:lnTo>
                  <a:lnTo>
                    <a:pt x="2371265" y="781158"/>
                  </a:lnTo>
                  <a:lnTo>
                    <a:pt x="2373178" y="780407"/>
                  </a:lnTo>
                  <a:lnTo>
                    <a:pt x="2383612" y="776311"/>
                  </a:lnTo>
                  <a:lnTo>
                    <a:pt x="2391437" y="773237"/>
                  </a:lnTo>
                  <a:lnTo>
                    <a:pt x="2395611" y="771598"/>
                  </a:lnTo>
                  <a:lnTo>
                    <a:pt x="2397350" y="770915"/>
                  </a:lnTo>
                  <a:lnTo>
                    <a:pt x="2399263" y="770163"/>
                  </a:lnTo>
                  <a:lnTo>
                    <a:pt x="2410566" y="765721"/>
                  </a:lnTo>
                  <a:lnTo>
                    <a:pt x="2418044" y="762781"/>
                  </a:lnTo>
                  <a:lnTo>
                    <a:pt x="2423956" y="760456"/>
                  </a:lnTo>
                  <a:lnTo>
                    <a:pt x="2427434" y="759088"/>
                  </a:lnTo>
                  <a:lnTo>
                    <a:pt x="2428999" y="758472"/>
                  </a:lnTo>
                  <a:lnTo>
                    <a:pt x="2429521" y="758267"/>
                  </a:lnTo>
                  <a:lnTo>
                    <a:pt x="2430738" y="757788"/>
                  </a:lnTo>
                  <a:lnTo>
                    <a:pt x="2434564" y="756283"/>
                  </a:lnTo>
                  <a:lnTo>
                    <a:pt x="2436477" y="755530"/>
                  </a:lnTo>
                  <a:lnTo>
                    <a:pt x="2439259" y="754435"/>
                  </a:lnTo>
                  <a:lnTo>
                    <a:pt x="2447606" y="751150"/>
                  </a:lnTo>
                  <a:lnTo>
                    <a:pt x="2452127" y="749370"/>
                  </a:lnTo>
                  <a:lnTo>
                    <a:pt x="2453171" y="748959"/>
                  </a:lnTo>
                  <a:lnTo>
                    <a:pt x="2465344" y="744165"/>
                  </a:lnTo>
                  <a:lnTo>
                    <a:pt x="2467256" y="743412"/>
                  </a:lnTo>
                  <a:lnTo>
                    <a:pt x="2470387" y="742179"/>
                  </a:lnTo>
                  <a:lnTo>
                    <a:pt x="2471778" y="741630"/>
                  </a:lnTo>
                  <a:lnTo>
                    <a:pt x="2477169" y="739506"/>
                  </a:lnTo>
                  <a:lnTo>
                    <a:pt x="2480125" y="738341"/>
                  </a:lnTo>
                  <a:lnTo>
                    <a:pt x="2490907" y="734091"/>
                  </a:lnTo>
                  <a:lnTo>
                    <a:pt x="2499428" y="730731"/>
                  </a:lnTo>
                  <a:lnTo>
                    <a:pt x="2500297" y="730388"/>
                  </a:lnTo>
                  <a:lnTo>
                    <a:pt x="2502210" y="729633"/>
                  </a:lnTo>
                  <a:lnTo>
                    <a:pt x="2504992" y="728536"/>
                  </a:lnTo>
                  <a:lnTo>
                    <a:pt x="2528294" y="719340"/>
                  </a:lnTo>
                  <a:lnTo>
                    <a:pt x="2528990" y="719065"/>
                  </a:lnTo>
                  <a:lnTo>
                    <a:pt x="2532642" y="717623"/>
                  </a:lnTo>
                  <a:lnTo>
                    <a:pt x="2538207" y="715426"/>
                  </a:lnTo>
                  <a:lnTo>
                    <a:pt x="2538728" y="715220"/>
                  </a:lnTo>
                  <a:lnTo>
                    <a:pt x="2542902" y="713571"/>
                  </a:lnTo>
                  <a:lnTo>
                    <a:pt x="2543250" y="713434"/>
                  </a:lnTo>
                  <a:lnTo>
                    <a:pt x="2545163" y="712678"/>
                  </a:lnTo>
                  <a:lnTo>
                    <a:pt x="2547075" y="711922"/>
                  </a:lnTo>
                  <a:lnTo>
                    <a:pt x="2557509" y="707799"/>
                  </a:lnTo>
                  <a:lnTo>
                    <a:pt x="2565335" y="704706"/>
                  </a:lnTo>
                  <a:lnTo>
                    <a:pt x="2569508" y="703056"/>
                  </a:lnTo>
                  <a:lnTo>
                    <a:pt x="2571247" y="702369"/>
                  </a:lnTo>
                  <a:lnTo>
                    <a:pt x="2573160" y="701612"/>
                  </a:lnTo>
                  <a:lnTo>
                    <a:pt x="2584463" y="697142"/>
                  </a:lnTo>
                  <a:lnTo>
                    <a:pt x="2591941" y="694183"/>
                  </a:lnTo>
                  <a:lnTo>
                    <a:pt x="2597853" y="691843"/>
                  </a:lnTo>
                  <a:lnTo>
                    <a:pt x="2601331" y="690467"/>
                  </a:lnTo>
                  <a:lnTo>
                    <a:pt x="2602896" y="689847"/>
                  </a:lnTo>
                  <a:lnTo>
                    <a:pt x="2603418" y="689641"/>
                  </a:lnTo>
                  <a:lnTo>
                    <a:pt x="2604635" y="689159"/>
                  </a:lnTo>
                  <a:lnTo>
                    <a:pt x="2608461" y="687644"/>
                  </a:lnTo>
                  <a:lnTo>
                    <a:pt x="2610374" y="686887"/>
                  </a:lnTo>
                  <a:lnTo>
                    <a:pt x="2613156" y="685785"/>
                  </a:lnTo>
                  <a:lnTo>
                    <a:pt x="2639241" y="675452"/>
                  </a:lnTo>
                  <a:lnTo>
                    <a:pt x="2641154" y="674694"/>
                  </a:lnTo>
                  <a:lnTo>
                    <a:pt x="2644284" y="673453"/>
                  </a:lnTo>
                  <a:lnTo>
                    <a:pt x="2645675" y="672901"/>
                  </a:lnTo>
                  <a:lnTo>
                    <a:pt x="2651066" y="670764"/>
                  </a:lnTo>
                  <a:lnTo>
                    <a:pt x="2654022" y="669592"/>
                  </a:lnTo>
                  <a:lnTo>
                    <a:pt x="2664804" y="665316"/>
                  </a:lnTo>
                  <a:lnTo>
                    <a:pt x="2673325" y="661936"/>
                  </a:lnTo>
                  <a:lnTo>
                    <a:pt x="2674194" y="661591"/>
                  </a:lnTo>
                  <a:lnTo>
                    <a:pt x="2676107" y="660832"/>
                  </a:lnTo>
                  <a:lnTo>
                    <a:pt x="2678890" y="659728"/>
                  </a:lnTo>
                  <a:lnTo>
                    <a:pt x="2702192" y="650477"/>
                  </a:lnTo>
                  <a:lnTo>
                    <a:pt x="2702888" y="650200"/>
                  </a:lnTo>
                  <a:lnTo>
                    <a:pt x="2706539" y="648750"/>
                  </a:lnTo>
                  <a:lnTo>
                    <a:pt x="2712104" y="646539"/>
                  </a:lnTo>
                  <a:lnTo>
                    <a:pt x="2712626" y="646332"/>
                  </a:lnTo>
                  <a:lnTo>
                    <a:pt x="2716799" y="644674"/>
                  </a:lnTo>
                  <a:lnTo>
                    <a:pt x="2717147" y="644536"/>
                  </a:lnTo>
                  <a:lnTo>
                    <a:pt x="2719060" y="643776"/>
                  </a:lnTo>
                  <a:lnTo>
                    <a:pt x="2720973" y="643016"/>
                  </a:lnTo>
                  <a:lnTo>
                    <a:pt x="2731407" y="638869"/>
                  </a:lnTo>
                  <a:lnTo>
                    <a:pt x="2739232" y="635758"/>
                  </a:lnTo>
                  <a:lnTo>
                    <a:pt x="2743406" y="634098"/>
                  </a:lnTo>
                  <a:lnTo>
                    <a:pt x="2745145" y="633407"/>
                  </a:lnTo>
                  <a:lnTo>
                    <a:pt x="2747057" y="632646"/>
                  </a:lnTo>
                  <a:lnTo>
                    <a:pt x="2758361" y="628150"/>
                  </a:lnTo>
                  <a:lnTo>
                    <a:pt x="2765838" y="625174"/>
                  </a:lnTo>
                  <a:lnTo>
                    <a:pt x="2771751" y="622821"/>
                  </a:lnTo>
                  <a:lnTo>
                    <a:pt x="2775229" y="621437"/>
                  </a:lnTo>
                  <a:lnTo>
                    <a:pt x="2776794" y="620814"/>
                  </a:lnTo>
                  <a:lnTo>
                    <a:pt x="2777316" y="620606"/>
                  </a:lnTo>
                  <a:lnTo>
                    <a:pt x="2778533" y="620122"/>
                  </a:lnTo>
                  <a:lnTo>
                    <a:pt x="2782359" y="618599"/>
                  </a:lnTo>
                  <a:lnTo>
                    <a:pt x="2784272" y="617837"/>
                  </a:lnTo>
                  <a:lnTo>
                    <a:pt x="2787054" y="616729"/>
                  </a:lnTo>
                  <a:lnTo>
                    <a:pt x="2795401" y="613405"/>
                  </a:lnTo>
                  <a:lnTo>
                    <a:pt x="2800966" y="611188"/>
                  </a:lnTo>
                  <a:lnTo>
                    <a:pt x="2813139" y="606338"/>
                  </a:lnTo>
                  <a:lnTo>
                    <a:pt x="2815051" y="605576"/>
                  </a:lnTo>
                  <a:lnTo>
                    <a:pt x="2818182" y="604328"/>
                  </a:lnTo>
                  <a:lnTo>
                    <a:pt x="2819573" y="603774"/>
                  </a:lnTo>
                  <a:lnTo>
                    <a:pt x="2824964" y="601625"/>
                  </a:lnTo>
                  <a:lnTo>
                    <a:pt x="2827920" y="600446"/>
                  </a:lnTo>
                  <a:lnTo>
                    <a:pt x="2838701" y="596147"/>
                  </a:lnTo>
                  <a:lnTo>
                    <a:pt x="2847222" y="592749"/>
                  </a:lnTo>
                  <a:lnTo>
                    <a:pt x="2848092" y="592402"/>
                  </a:lnTo>
                  <a:lnTo>
                    <a:pt x="2850005" y="591639"/>
                  </a:lnTo>
                  <a:lnTo>
                    <a:pt x="2852787" y="590529"/>
                  </a:lnTo>
                  <a:lnTo>
                    <a:pt x="2876089" y="581228"/>
                  </a:lnTo>
                  <a:lnTo>
                    <a:pt x="2876785" y="580951"/>
                  </a:lnTo>
                  <a:lnTo>
                    <a:pt x="2880437" y="579493"/>
                  </a:lnTo>
                  <a:lnTo>
                    <a:pt x="2886002" y="577270"/>
                  </a:lnTo>
                  <a:lnTo>
                    <a:pt x="2886523" y="577062"/>
                  </a:lnTo>
                  <a:lnTo>
                    <a:pt x="2890697" y="575395"/>
                  </a:lnTo>
                  <a:lnTo>
                    <a:pt x="2891045" y="575256"/>
                  </a:lnTo>
                  <a:lnTo>
                    <a:pt x="2892957" y="574492"/>
                  </a:lnTo>
                  <a:lnTo>
                    <a:pt x="2894870" y="573728"/>
                  </a:lnTo>
                  <a:lnTo>
                    <a:pt x="2905304" y="569560"/>
                  </a:lnTo>
                  <a:lnTo>
                    <a:pt x="2913130" y="566433"/>
                  </a:lnTo>
                  <a:lnTo>
                    <a:pt x="2917303" y="564765"/>
                  </a:lnTo>
                  <a:lnTo>
                    <a:pt x="2919042" y="564069"/>
                  </a:lnTo>
                  <a:lnTo>
                    <a:pt x="2920955" y="563305"/>
                  </a:lnTo>
                  <a:lnTo>
                    <a:pt x="2932258" y="558786"/>
                  </a:lnTo>
                  <a:lnTo>
                    <a:pt x="2939736" y="555795"/>
                  </a:lnTo>
                  <a:lnTo>
                    <a:pt x="2945648" y="553430"/>
                  </a:lnTo>
                  <a:lnTo>
                    <a:pt x="2949126" y="552039"/>
                  </a:lnTo>
                  <a:lnTo>
                    <a:pt x="2950691" y="551413"/>
                  </a:lnTo>
                  <a:lnTo>
                    <a:pt x="2951213" y="551204"/>
                  </a:lnTo>
                  <a:lnTo>
                    <a:pt x="2952430" y="550717"/>
                  </a:lnTo>
                  <a:lnTo>
                    <a:pt x="2956256" y="549186"/>
                  </a:lnTo>
                  <a:lnTo>
                    <a:pt x="2958169" y="548421"/>
                  </a:lnTo>
                  <a:lnTo>
                    <a:pt x="2960951" y="547308"/>
                  </a:lnTo>
                  <a:lnTo>
                    <a:pt x="2969298" y="543967"/>
                  </a:lnTo>
                  <a:lnTo>
                    <a:pt x="2973820" y="542157"/>
                  </a:lnTo>
                  <a:lnTo>
                    <a:pt x="2974863" y="541739"/>
                  </a:lnTo>
                  <a:lnTo>
                    <a:pt x="2987036" y="536865"/>
                  </a:lnTo>
                  <a:lnTo>
                    <a:pt x="2988949" y="536099"/>
                  </a:lnTo>
                  <a:lnTo>
                    <a:pt x="2992079" y="534846"/>
                  </a:lnTo>
                  <a:lnTo>
                    <a:pt x="2993470" y="534288"/>
                  </a:lnTo>
                  <a:lnTo>
                    <a:pt x="2998861" y="532129"/>
                  </a:lnTo>
                  <a:lnTo>
                    <a:pt x="3001817" y="530945"/>
                  </a:lnTo>
                  <a:lnTo>
                    <a:pt x="3012599" y="526625"/>
                  </a:lnTo>
                  <a:lnTo>
                    <a:pt x="3021120" y="523210"/>
                  </a:lnTo>
                  <a:lnTo>
                    <a:pt x="3021989" y="522861"/>
                  </a:lnTo>
                  <a:lnTo>
                    <a:pt x="3023902" y="522095"/>
                  </a:lnTo>
                  <a:lnTo>
                    <a:pt x="3026685" y="520979"/>
                  </a:lnTo>
                  <a:lnTo>
                    <a:pt x="3049987" y="511635"/>
                  </a:lnTo>
                  <a:lnTo>
                    <a:pt x="3050682" y="511356"/>
                  </a:lnTo>
                  <a:lnTo>
                    <a:pt x="3054334" y="509891"/>
                  </a:lnTo>
                  <a:lnTo>
                    <a:pt x="3059899" y="507659"/>
                  </a:lnTo>
                  <a:lnTo>
                    <a:pt x="3060421" y="507449"/>
                  </a:lnTo>
                  <a:lnTo>
                    <a:pt x="3064942" y="505635"/>
                  </a:lnTo>
                  <a:lnTo>
                    <a:pt x="3066855" y="504868"/>
                  </a:lnTo>
                  <a:lnTo>
                    <a:pt x="3068768" y="504100"/>
                  </a:lnTo>
                  <a:lnTo>
                    <a:pt x="3079202" y="499912"/>
                  </a:lnTo>
                  <a:lnTo>
                    <a:pt x="3087027" y="496771"/>
                  </a:lnTo>
                  <a:lnTo>
                    <a:pt x="3091201" y="495095"/>
                  </a:lnTo>
                  <a:lnTo>
                    <a:pt x="3092939" y="494397"/>
                  </a:lnTo>
                  <a:lnTo>
                    <a:pt x="3094852" y="493629"/>
                  </a:lnTo>
                  <a:lnTo>
                    <a:pt x="3106156" y="489089"/>
                  </a:lnTo>
                  <a:lnTo>
                    <a:pt x="3113633" y="486085"/>
                  </a:lnTo>
                  <a:lnTo>
                    <a:pt x="3119546" y="483710"/>
                  </a:lnTo>
                  <a:lnTo>
                    <a:pt x="3123024" y="482312"/>
                  </a:lnTo>
                  <a:lnTo>
                    <a:pt x="3124589" y="481683"/>
                  </a:lnTo>
                  <a:lnTo>
                    <a:pt x="3125111" y="481474"/>
                  </a:lnTo>
                  <a:lnTo>
                    <a:pt x="3126328" y="480985"/>
                  </a:lnTo>
                  <a:lnTo>
                    <a:pt x="3130154" y="479447"/>
                  </a:lnTo>
                  <a:lnTo>
                    <a:pt x="3132066" y="478678"/>
                  </a:lnTo>
                  <a:lnTo>
                    <a:pt x="3134849" y="477560"/>
                  </a:lnTo>
                  <a:lnTo>
                    <a:pt x="3143196" y="474204"/>
                  </a:lnTo>
                  <a:lnTo>
                    <a:pt x="3147717" y="472387"/>
                  </a:lnTo>
                  <a:lnTo>
                    <a:pt x="3148761" y="471967"/>
                  </a:lnTo>
                  <a:lnTo>
                    <a:pt x="3160933" y="467072"/>
                  </a:lnTo>
                  <a:lnTo>
                    <a:pt x="3162846" y="466302"/>
                  </a:lnTo>
                  <a:lnTo>
                    <a:pt x="3165976" y="465043"/>
                  </a:lnTo>
                  <a:lnTo>
                    <a:pt x="3167368" y="464484"/>
                  </a:lnTo>
                  <a:lnTo>
                    <a:pt x="3172758" y="462315"/>
                  </a:lnTo>
                  <a:lnTo>
                    <a:pt x="3175715" y="461126"/>
                  </a:lnTo>
                  <a:lnTo>
                    <a:pt x="3186496" y="456787"/>
                  </a:lnTo>
                  <a:lnTo>
                    <a:pt x="3195017" y="453358"/>
                  </a:lnTo>
                  <a:lnTo>
                    <a:pt x="3195887" y="453008"/>
                  </a:lnTo>
                  <a:lnTo>
                    <a:pt x="3197800" y="452238"/>
                  </a:lnTo>
                  <a:lnTo>
                    <a:pt x="3200582" y="451118"/>
                  </a:lnTo>
                  <a:lnTo>
                    <a:pt x="3223884" y="441735"/>
                  </a:lnTo>
                  <a:lnTo>
                    <a:pt x="3224580" y="441454"/>
                  </a:lnTo>
                  <a:lnTo>
                    <a:pt x="3228232" y="439983"/>
                  </a:lnTo>
                  <a:lnTo>
                    <a:pt x="3233796" y="437742"/>
                  </a:lnTo>
                  <a:lnTo>
                    <a:pt x="3234318" y="437532"/>
                  </a:lnTo>
                  <a:lnTo>
                    <a:pt x="3238492" y="435850"/>
                  </a:lnTo>
                  <a:lnTo>
                    <a:pt x="3238839" y="435710"/>
                  </a:lnTo>
                  <a:lnTo>
                    <a:pt x="3240752" y="434939"/>
                  </a:lnTo>
                  <a:lnTo>
                    <a:pt x="3242665" y="434168"/>
                  </a:lnTo>
                  <a:lnTo>
                    <a:pt x="3253099" y="429964"/>
                  </a:lnTo>
                  <a:lnTo>
                    <a:pt x="3260924" y="426809"/>
                  </a:lnTo>
                  <a:lnTo>
                    <a:pt x="3265098" y="425127"/>
                  </a:lnTo>
                  <a:lnTo>
                    <a:pt x="3266837" y="424426"/>
                  </a:lnTo>
                  <a:lnTo>
                    <a:pt x="3268750" y="423655"/>
                  </a:lnTo>
                  <a:lnTo>
                    <a:pt x="3280053" y="419097"/>
                  </a:lnTo>
                  <a:lnTo>
                    <a:pt x="3287531" y="416081"/>
                  </a:lnTo>
                  <a:lnTo>
                    <a:pt x="3293443" y="413696"/>
                  </a:lnTo>
                  <a:lnTo>
                    <a:pt x="3296921" y="412293"/>
                  </a:lnTo>
                  <a:lnTo>
                    <a:pt x="3298486" y="411662"/>
                  </a:lnTo>
                  <a:lnTo>
                    <a:pt x="3299008" y="411451"/>
                  </a:lnTo>
                  <a:lnTo>
                    <a:pt x="3300225" y="410960"/>
                  </a:lnTo>
                  <a:lnTo>
                    <a:pt x="3304051" y="409417"/>
                  </a:lnTo>
                  <a:lnTo>
                    <a:pt x="3305964" y="408645"/>
                  </a:lnTo>
                  <a:lnTo>
                    <a:pt x="3308746" y="407522"/>
                  </a:lnTo>
                  <a:lnTo>
                    <a:pt x="3317093" y="404154"/>
                  </a:lnTo>
                  <a:lnTo>
                    <a:pt x="3321615" y="402329"/>
                  </a:lnTo>
                  <a:lnTo>
                    <a:pt x="3322658" y="401908"/>
                  </a:lnTo>
                  <a:lnTo>
                    <a:pt x="3334831" y="396993"/>
                  </a:lnTo>
                  <a:lnTo>
                    <a:pt x="3336744" y="396221"/>
                  </a:lnTo>
                  <a:lnTo>
                    <a:pt x="3339874" y="394957"/>
                  </a:lnTo>
                  <a:lnTo>
                    <a:pt x="3341265" y="394396"/>
                  </a:lnTo>
                  <a:lnTo>
                    <a:pt x="3346656" y="392219"/>
                  </a:lnTo>
                  <a:lnTo>
                    <a:pt x="3349612" y="391025"/>
                  </a:lnTo>
                  <a:lnTo>
                    <a:pt x="3360394" y="386670"/>
                  </a:lnTo>
                  <a:lnTo>
                    <a:pt x="3368915" y="383228"/>
                  </a:lnTo>
                  <a:lnTo>
                    <a:pt x="3369784" y="382876"/>
                  </a:lnTo>
                  <a:lnTo>
                    <a:pt x="3371697" y="382103"/>
                  </a:lnTo>
                  <a:lnTo>
                    <a:pt x="3374479" y="380979"/>
                  </a:lnTo>
                  <a:lnTo>
                    <a:pt x="3397782" y="371561"/>
                  </a:lnTo>
                  <a:lnTo>
                    <a:pt x="3398477" y="371280"/>
                  </a:lnTo>
                  <a:lnTo>
                    <a:pt x="3402129" y="369804"/>
                  </a:lnTo>
                  <a:lnTo>
                    <a:pt x="3407694" y="367554"/>
                  </a:lnTo>
                  <a:lnTo>
                    <a:pt x="3408216" y="367343"/>
                  </a:lnTo>
                  <a:lnTo>
                    <a:pt x="3412389" y="365655"/>
                  </a:lnTo>
                  <a:lnTo>
                    <a:pt x="3412737" y="365515"/>
                  </a:lnTo>
                  <a:lnTo>
                    <a:pt x="3414650" y="364741"/>
                  </a:lnTo>
                  <a:lnTo>
                    <a:pt x="3416563" y="363968"/>
                  </a:lnTo>
                  <a:lnTo>
                    <a:pt x="3434822" y="356582"/>
                  </a:lnTo>
                  <a:lnTo>
                    <a:pt x="3438995" y="354894"/>
                  </a:lnTo>
                  <a:lnTo>
                    <a:pt x="3440734" y="354190"/>
                  </a:lnTo>
                  <a:lnTo>
                    <a:pt x="3442647" y="353416"/>
                  </a:lnTo>
                  <a:lnTo>
                    <a:pt x="3453951" y="348842"/>
                  </a:lnTo>
                  <a:lnTo>
                    <a:pt x="3461428" y="345816"/>
                  </a:lnTo>
                  <a:lnTo>
                    <a:pt x="3467341" y="343423"/>
                  </a:lnTo>
                  <a:lnTo>
                    <a:pt x="3470819" y="342015"/>
                  </a:lnTo>
                  <a:lnTo>
                    <a:pt x="3472384" y="341381"/>
                  </a:lnTo>
                  <a:lnTo>
                    <a:pt x="3472905" y="341170"/>
                  </a:lnTo>
                  <a:lnTo>
                    <a:pt x="3474123" y="340677"/>
                  </a:lnTo>
                  <a:lnTo>
                    <a:pt x="3477948" y="339128"/>
                  </a:lnTo>
                  <a:lnTo>
                    <a:pt x="3479861" y="338354"/>
                  </a:lnTo>
                  <a:lnTo>
                    <a:pt x="3482644" y="337227"/>
                  </a:lnTo>
                  <a:lnTo>
                    <a:pt x="3490991" y="333847"/>
                  </a:lnTo>
                  <a:lnTo>
                    <a:pt x="3495512" y="332016"/>
                  </a:lnTo>
                  <a:lnTo>
                    <a:pt x="3496555" y="331594"/>
                  </a:lnTo>
                  <a:lnTo>
                    <a:pt x="3508728" y="326663"/>
                  </a:lnTo>
                  <a:lnTo>
                    <a:pt x="3510641" y="325888"/>
                  </a:lnTo>
                  <a:lnTo>
                    <a:pt x="3513771" y="324620"/>
                  </a:lnTo>
                  <a:lnTo>
                    <a:pt x="3515162" y="324056"/>
                  </a:lnTo>
                  <a:lnTo>
                    <a:pt x="3520553" y="321872"/>
                  </a:lnTo>
                  <a:lnTo>
                    <a:pt x="3523510" y="320674"/>
                  </a:lnTo>
                  <a:lnTo>
                    <a:pt x="3534291" y="316305"/>
                  </a:lnTo>
                  <a:lnTo>
                    <a:pt x="3542812" y="312851"/>
                  </a:lnTo>
                  <a:lnTo>
                    <a:pt x="3543682" y="312499"/>
                  </a:lnTo>
                  <a:lnTo>
                    <a:pt x="3545595" y="311723"/>
                  </a:lnTo>
                  <a:lnTo>
                    <a:pt x="3548377" y="310595"/>
                  </a:lnTo>
                  <a:lnTo>
                    <a:pt x="3571679" y="301147"/>
                  </a:lnTo>
                  <a:lnTo>
                    <a:pt x="3572375" y="300865"/>
                  </a:lnTo>
                  <a:lnTo>
                    <a:pt x="3576027" y="299384"/>
                  </a:lnTo>
                  <a:lnTo>
                    <a:pt x="3581591" y="297126"/>
                  </a:lnTo>
                  <a:lnTo>
                    <a:pt x="3582113" y="296915"/>
                  </a:lnTo>
                  <a:lnTo>
                    <a:pt x="3586287" y="295222"/>
                  </a:lnTo>
                  <a:lnTo>
                    <a:pt x="3586634" y="295081"/>
                  </a:lnTo>
                  <a:lnTo>
                    <a:pt x="3588547" y="294305"/>
                  </a:lnTo>
                  <a:lnTo>
                    <a:pt x="3590460" y="293529"/>
                  </a:lnTo>
                  <a:lnTo>
                    <a:pt x="3600894" y="289295"/>
                  </a:lnTo>
                  <a:lnTo>
                    <a:pt x="3608719" y="286120"/>
                  </a:lnTo>
                  <a:lnTo>
                    <a:pt x="3612893" y="284426"/>
                  </a:lnTo>
                  <a:lnTo>
                    <a:pt x="3616545" y="282944"/>
                  </a:lnTo>
                  <a:lnTo>
                    <a:pt x="3627848" y="278356"/>
                  </a:lnTo>
                  <a:lnTo>
                    <a:pt x="3635326" y="275320"/>
                  </a:lnTo>
                  <a:lnTo>
                    <a:pt x="3644716" y="271508"/>
                  </a:lnTo>
                  <a:lnTo>
                    <a:pt x="3646281" y="270872"/>
                  </a:lnTo>
                  <a:lnTo>
                    <a:pt x="3646803" y="270660"/>
                  </a:lnTo>
                  <a:lnTo>
                    <a:pt x="3648020" y="270166"/>
                  </a:lnTo>
                  <a:lnTo>
                    <a:pt x="3651846" y="268612"/>
                  </a:lnTo>
                  <a:lnTo>
                    <a:pt x="3653759" y="267835"/>
                  </a:lnTo>
                  <a:lnTo>
                    <a:pt x="3656541" y="266705"/>
                  </a:lnTo>
                  <a:lnTo>
                    <a:pt x="3664888" y="263315"/>
                  </a:lnTo>
                  <a:lnTo>
                    <a:pt x="3669410" y="261478"/>
                  </a:lnTo>
                  <a:lnTo>
                    <a:pt x="3670453" y="261055"/>
                  </a:lnTo>
                  <a:lnTo>
                    <a:pt x="3682626" y="256109"/>
                  </a:lnTo>
                  <a:lnTo>
                    <a:pt x="3684539" y="255332"/>
                  </a:lnTo>
                  <a:lnTo>
                    <a:pt x="3687669" y="254060"/>
                  </a:lnTo>
                  <a:lnTo>
                    <a:pt x="3689060" y="253495"/>
                  </a:lnTo>
                  <a:lnTo>
                    <a:pt x="3694451" y="251304"/>
                  </a:lnTo>
                  <a:lnTo>
                    <a:pt x="3697407" y="250103"/>
                  </a:lnTo>
                  <a:lnTo>
                    <a:pt x="3708189" y="245721"/>
                  </a:lnTo>
                  <a:lnTo>
                    <a:pt x="3716710" y="242257"/>
                  </a:lnTo>
                  <a:lnTo>
                    <a:pt x="3717579" y="241903"/>
                  </a:lnTo>
                  <a:lnTo>
                    <a:pt x="3719492" y="241126"/>
                  </a:lnTo>
                  <a:lnTo>
                    <a:pt x="3722274" y="239994"/>
                  </a:lnTo>
                  <a:lnTo>
                    <a:pt x="3745577" y="230519"/>
                  </a:lnTo>
                  <a:lnTo>
                    <a:pt x="3746272" y="230236"/>
                  </a:lnTo>
                  <a:lnTo>
                    <a:pt x="3749924" y="228751"/>
                  </a:lnTo>
                  <a:lnTo>
                    <a:pt x="3755489" y="226487"/>
                  </a:lnTo>
                  <a:lnTo>
                    <a:pt x="3756010" y="226275"/>
                  </a:lnTo>
                  <a:lnTo>
                    <a:pt x="3760184" y="224577"/>
                  </a:lnTo>
                  <a:lnTo>
                    <a:pt x="3760532" y="224436"/>
                  </a:lnTo>
                  <a:lnTo>
                    <a:pt x="3762445" y="223658"/>
                  </a:lnTo>
                  <a:lnTo>
                    <a:pt x="3764358" y="222879"/>
                  </a:lnTo>
                  <a:lnTo>
                    <a:pt x="3774791" y="218634"/>
                  </a:lnTo>
                  <a:lnTo>
                    <a:pt x="3782617" y="215450"/>
                  </a:lnTo>
                  <a:lnTo>
                    <a:pt x="3786790" y="213752"/>
                  </a:lnTo>
                  <a:lnTo>
                    <a:pt x="3788529" y="213044"/>
                  </a:lnTo>
                  <a:lnTo>
                    <a:pt x="3790442" y="212265"/>
                  </a:lnTo>
                  <a:lnTo>
                    <a:pt x="3801745" y="207665"/>
                  </a:lnTo>
                  <a:lnTo>
                    <a:pt x="3809223" y="204621"/>
                  </a:lnTo>
                  <a:lnTo>
                    <a:pt x="3815136" y="202214"/>
                  </a:lnTo>
                  <a:lnTo>
                    <a:pt x="3818614" y="200798"/>
                  </a:lnTo>
                  <a:lnTo>
                    <a:pt x="3820179" y="200160"/>
                  </a:lnTo>
                  <a:lnTo>
                    <a:pt x="3820700" y="199948"/>
                  </a:lnTo>
                  <a:lnTo>
                    <a:pt x="3821918" y="199452"/>
                  </a:lnTo>
                  <a:lnTo>
                    <a:pt x="3825743" y="197895"/>
                  </a:lnTo>
                  <a:lnTo>
                    <a:pt x="3827656" y="197116"/>
                  </a:lnTo>
                  <a:lnTo>
                    <a:pt x="3830439" y="195983"/>
                  </a:lnTo>
                  <a:lnTo>
                    <a:pt x="3838786" y="192583"/>
                  </a:lnTo>
                  <a:lnTo>
                    <a:pt x="3843307" y="190742"/>
                  </a:lnTo>
                  <a:lnTo>
                    <a:pt x="3844350" y="190317"/>
                  </a:lnTo>
                  <a:lnTo>
                    <a:pt x="3856523" y="185358"/>
                  </a:lnTo>
                  <a:lnTo>
                    <a:pt x="3858436" y="184579"/>
                  </a:lnTo>
                  <a:lnTo>
                    <a:pt x="3861566" y="183304"/>
                  </a:lnTo>
                  <a:lnTo>
                    <a:pt x="3862957" y="182737"/>
                  </a:lnTo>
                  <a:lnTo>
                    <a:pt x="3868348" y="180541"/>
                  </a:lnTo>
                  <a:lnTo>
                    <a:pt x="3871304" y="179336"/>
                  </a:lnTo>
                  <a:lnTo>
                    <a:pt x="3882086" y="174943"/>
                  </a:lnTo>
                  <a:lnTo>
                    <a:pt x="3890607" y="171470"/>
                  </a:lnTo>
                  <a:lnTo>
                    <a:pt x="3891477" y="171116"/>
                  </a:lnTo>
                  <a:lnTo>
                    <a:pt x="3893389" y="170336"/>
                  </a:lnTo>
                  <a:lnTo>
                    <a:pt x="3896172" y="169202"/>
                  </a:lnTo>
                  <a:lnTo>
                    <a:pt x="3919474" y="159703"/>
                  </a:lnTo>
                  <a:lnTo>
                    <a:pt x="3920170" y="159419"/>
                  </a:lnTo>
                  <a:lnTo>
                    <a:pt x="3923821" y="157930"/>
                  </a:lnTo>
                  <a:lnTo>
                    <a:pt x="3929386" y="155661"/>
                  </a:lnTo>
                  <a:lnTo>
                    <a:pt x="3929908" y="155448"/>
                  </a:lnTo>
                  <a:lnTo>
                    <a:pt x="3934081" y="153746"/>
                  </a:lnTo>
                  <a:lnTo>
                    <a:pt x="3936342" y="152824"/>
                  </a:lnTo>
                  <a:lnTo>
                    <a:pt x="3938255" y="152044"/>
                  </a:lnTo>
                  <a:lnTo>
                    <a:pt x="3948689" y="147789"/>
                  </a:lnTo>
                  <a:lnTo>
                    <a:pt x="3956514" y="144597"/>
                  </a:lnTo>
                  <a:lnTo>
                    <a:pt x="3960688" y="142894"/>
                  </a:lnTo>
                  <a:lnTo>
                    <a:pt x="3962427" y="142185"/>
                  </a:lnTo>
                  <a:lnTo>
                    <a:pt x="3964340" y="141404"/>
                  </a:lnTo>
                  <a:lnTo>
                    <a:pt x="3975643" y="136792"/>
                  </a:lnTo>
                  <a:lnTo>
                    <a:pt x="3983121" y="133741"/>
                  </a:lnTo>
                  <a:lnTo>
                    <a:pt x="3989033" y="131328"/>
                  </a:lnTo>
                  <a:lnTo>
                    <a:pt x="3992511" y="129909"/>
                  </a:lnTo>
                  <a:lnTo>
                    <a:pt x="3994076" y="129270"/>
                  </a:lnTo>
                  <a:lnTo>
                    <a:pt x="3994598" y="129057"/>
                  </a:lnTo>
                  <a:lnTo>
                    <a:pt x="3995815" y="128560"/>
                  </a:lnTo>
                  <a:lnTo>
                    <a:pt x="4001554" y="126218"/>
                  </a:lnTo>
                  <a:lnTo>
                    <a:pt x="4012683" y="121675"/>
                  </a:lnTo>
                  <a:lnTo>
                    <a:pt x="4017204" y="119829"/>
                  </a:lnTo>
                  <a:lnTo>
                    <a:pt x="4018248" y="119403"/>
                  </a:lnTo>
                  <a:lnTo>
                    <a:pt x="4030421" y="114434"/>
                  </a:lnTo>
                  <a:lnTo>
                    <a:pt x="4032334" y="113652"/>
                  </a:lnTo>
                  <a:lnTo>
                    <a:pt x="4035464" y="112374"/>
                  </a:lnTo>
                  <a:lnTo>
                    <a:pt x="4036855" y="111806"/>
                  </a:lnTo>
                  <a:lnTo>
                    <a:pt x="4065374" y="100158"/>
                  </a:lnTo>
                  <a:lnTo>
                    <a:pt x="4067287" y="99377"/>
                  </a:lnTo>
                  <a:lnTo>
                    <a:pt x="4070069" y="98240"/>
                  </a:lnTo>
                  <a:lnTo>
                    <a:pt x="4093372" y="88720"/>
                  </a:lnTo>
                  <a:lnTo>
                    <a:pt x="4097719" y="86943"/>
                  </a:lnTo>
                  <a:lnTo>
                    <a:pt x="4108327" y="82608"/>
                  </a:lnTo>
                  <a:lnTo>
                    <a:pt x="4130412" y="73581"/>
                  </a:lnTo>
                  <a:lnTo>
                    <a:pt x="4134585" y="71875"/>
                  </a:lnTo>
                  <a:lnTo>
                    <a:pt x="4136324" y="71164"/>
                  </a:lnTo>
                  <a:lnTo>
                    <a:pt x="4157018" y="62702"/>
                  </a:lnTo>
                  <a:lnTo>
                    <a:pt x="4175451" y="55164"/>
                  </a:lnTo>
                  <a:lnTo>
                    <a:pt x="4192145" y="48335"/>
                  </a:lnTo>
                  <a:lnTo>
                    <a:pt x="4310222" y="0"/>
                  </a:lnTo>
                  <a:lnTo>
                    <a:pt x="4310222" y="285980"/>
                  </a:lnTo>
                  <a:lnTo>
                    <a:pt x="4192145" y="326675"/>
                  </a:lnTo>
                  <a:lnTo>
                    <a:pt x="4175451" y="332433"/>
                  </a:lnTo>
                  <a:lnTo>
                    <a:pt x="4157018" y="338793"/>
                  </a:lnTo>
                  <a:lnTo>
                    <a:pt x="4136324" y="345935"/>
                  </a:lnTo>
                  <a:lnTo>
                    <a:pt x="4134585" y="346535"/>
                  </a:lnTo>
                  <a:lnTo>
                    <a:pt x="4130412" y="347976"/>
                  </a:lnTo>
                  <a:lnTo>
                    <a:pt x="4108327" y="355600"/>
                  </a:lnTo>
                  <a:lnTo>
                    <a:pt x="4097719" y="359263"/>
                  </a:lnTo>
                  <a:lnTo>
                    <a:pt x="4093372" y="360765"/>
                  </a:lnTo>
                  <a:lnTo>
                    <a:pt x="4070069" y="368814"/>
                  </a:lnTo>
                  <a:lnTo>
                    <a:pt x="4067287" y="369775"/>
                  </a:lnTo>
                  <a:lnTo>
                    <a:pt x="4065374" y="370436"/>
                  </a:lnTo>
                  <a:lnTo>
                    <a:pt x="4036855" y="380292"/>
                  </a:lnTo>
                  <a:lnTo>
                    <a:pt x="4035464" y="380773"/>
                  </a:lnTo>
                  <a:lnTo>
                    <a:pt x="4032334" y="381855"/>
                  </a:lnTo>
                  <a:lnTo>
                    <a:pt x="4030421" y="382516"/>
                  </a:lnTo>
                  <a:lnTo>
                    <a:pt x="4018248" y="386724"/>
                  </a:lnTo>
                  <a:lnTo>
                    <a:pt x="4017204" y="387085"/>
                  </a:lnTo>
                  <a:lnTo>
                    <a:pt x="4012683" y="388648"/>
                  </a:lnTo>
                  <a:lnTo>
                    <a:pt x="4001554" y="392497"/>
                  </a:lnTo>
                  <a:lnTo>
                    <a:pt x="3995815" y="394482"/>
                  </a:lnTo>
                  <a:lnTo>
                    <a:pt x="3994598" y="394903"/>
                  </a:lnTo>
                  <a:lnTo>
                    <a:pt x="3994076" y="395083"/>
                  </a:lnTo>
                  <a:lnTo>
                    <a:pt x="3992511" y="395624"/>
                  </a:lnTo>
                  <a:lnTo>
                    <a:pt x="3989033" y="396827"/>
                  </a:lnTo>
                  <a:lnTo>
                    <a:pt x="3983121" y="398873"/>
                  </a:lnTo>
                  <a:lnTo>
                    <a:pt x="3975643" y="401459"/>
                  </a:lnTo>
                  <a:lnTo>
                    <a:pt x="3964340" y="405370"/>
                  </a:lnTo>
                  <a:lnTo>
                    <a:pt x="3962427" y="406032"/>
                  </a:lnTo>
                  <a:lnTo>
                    <a:pt x="3960688" y="406634"/>
                  </a:lnTo>
                  <a:lnTo>
                    <a:pt x="3956514" y="408078"/>
                  </a:lnTo>
                  <a:lnTo>
                    <a:pt x="3948689" y="410787"/>
                  </a:lnTo>
                  <a:lnTo>
                    <a:pt x="3938255" y="414398"/>
                  </a:lnTo>
                  <a:lnTo>
                    <a:pt x="3936342" y="415060"/>
                  </a:lnTo>
                  <a:lnTo>
                    <a:pt x="3934081" y="415843"/>
                  </a:lnTo>
                  <a:lnTo>
                    <a:pt x="3929908" y="417288"/>
                  </a:lnTo>
                  <a:lnTo>
                    <a:pt x="3929386" y="417468"/>
                  </a:lnTo>
                  <a:lnTo>
                    <a:pt x="3923821" y="419395"/>
                  </a:lnTo>
                  <a:lnTo>
                    <a:pt x="3920170" y="420660"/>
                  </a:lnTo>
                  <a:lnTo>
                    <a:pt x="3919474" y="420900"/>
                  </a:lnTo>
                  <a:lnTo>
                    <a:pt x="3896172" y="428971"/>
                  </a:lnTo>
                  <a:lnTo>
                    <a:pt x="3893389" y="429935"/>
                  </a:lnTo>
                  <a:lnTo>
                    <a:pt x="3891477" y="430597"/>
                  </a:lnTo>
                  <a:lnTo>
                    <a:pt x="3890607" y="430899"/>
                  </a:lnTo>
                  <a:lnTo>
                    <a:pt x="3882086" y="433851"/>
                  </a:lnTo>
                  <a:lnTo>
                    <a:pt x="3871304" y="437587"/>
                  </a:lnTo>
                  <a:lnTo>
                    <a:pt x="3868348" y="438611"/>
                  </a:lnTo>
                  <a:lnTo>
                    <a:pt x="3862957" y="440479"/>
                  </a:lnTo>
                  <a:lnTo>
                    <a:pt x="3861566" y="440962"/>
                  </a:lnTo>
                  <a:lnTo>
                    <a:pt x="3858436" y="442046"/>
                  </a:lnTo>
                  <a:lnTo>
                    <a:pt x="3856523" y="442710"/>
                  </a:lnTo>
                  <a:lnTo>
                    <a:pt x="3844350" y="446929"/>
                  </a:lnTo>
                  <a:lnTo>
                    <a:pt x="3843307" y="447291"/>
                  </a:lnTo>
                  <a:lnTo>
                    <a:pt x="3838786" y="448859"/>
                  </a:lnTo>
                  <a:lnTo>
                    <a:pt x="3830439" y="451753"/>
                  </a:lnTo>
                  <a:lnTo>
                    <a:pt x="3827656" y="452718"/>
                  </a:lnTo>
                  <a:lnTo>
                    <a:pt x="3825743" y="453381"/>
                  </a:lnTo>
                  <a:lnTo>
                    <a:pt x="3821918" y="454708"/>
                  </a:lnTo>
                  <a:lnTo>
                    <a:pt x="3820700" y="455130"/>
                  </a:lnTo>
                  <a:lnTo>
                    <a:pt x="3820179" y="455311"/>
                  </a:lnTo>
                  <a:lnTo>
                    <a:pt x="3818614" y="455854"/>
                  </a:lnTo>
                  <a:lnTo>
                    <a:pt x="3815136" y="457060"/>
                  </a:lnTo>
                  <a:lnTo>
                    <a:pt x="3809223" y="459111"/>
                  </a:lnTo>
                  <a:lnTo>
                    <a:pt x="3801745" y="461706"/>
                  </a:lnTo>
                  <a:lnTo>
                    <a:pt x="3790442" y="465628"/>
                  </a:lnTo>
                  <a:lnTo>
                    <a:pt x="3788529" y="466291"/>
                  </a:lnTo>
                  <a:lnTo>
                    <a:pt x="3786790" y="466895"/>
                  </a:lnTo>
                  <a:lnTo>
                    <a:pt x="3782617" y="468343"/>
                  </a:lnTo>
                  <a:lnTo>
                    <a:pt x="3774791" y="471059"/>
                  </a:lnTo>
                  <a:lnTo>
                    <a:pt x="3764358" y="474681"/>
                  </a:lnTo>
                  <a:lnTo>
                    <a:pt x="3762445" y="475345"/>
                  </a:lnTo>
                  <a:lnTo>
                    <a:pt x="3760532" y="476010"/>
                  </a:lnTo>
                  <a:lnTo>
                    <a:pt x="3760184" y="476130"/>
                  </a:lnTo>
                  <a:lnTo>
                    <a:pt x="3756010" y="477579"/>
                  </a:lnTo>
                  <a:lnTo>
                    <a:pt x="3755489" y="477761"/>
                  </a:lnTo>
                  <a:lnTo>
                    <a:pt x="3749924" y="479693"/>
                  </a:lnTo>
                  <a:lnTo>
                    <a:pt x="3746272" y="480961"/>
                  </a:lnTo>
                  <a:lnTo>
                    <a:pt x="3745577" y="481203"/>
                  </a:lnTo>
                  <a:lnTo>
                    <a:pt x="3722274" y="489297"/>
                  </a:lnTo>
                  <a:lnTo>
                    <a:pt x="3719492" y="490264"/>
                  </a:lnTo>
                  <a:lnTo>
                    <a:pt x="3717579" y="490928"/>
                  </a:lnTo>
                  <a:lnTo>
                    <a:pt x="3716710" y="491230"/>
                  </a:lnTo>
                  <a:lnTo>
                    <a:pt x="3708189" y="494191"/>
                  </a:lnTo>
                  <a:lnTo>
                    <a:pt x="3697407" y="497939"/>
                  </a:lnTo>
                  <a:lnTo>
                    <a:pt x="3694451" y="498966"/>
                  </a:lnTo>
                  <a:lnTo>
                    <a:pt x="3689060" y="500840"/>
                  </a:lnTo>
                  <a:lnTo>
                    <a:pt x="3687669" y="501324"/>
                  </a:lnTo>
                  <a:lnTo>
                    <a:pt x="3684539" y="502412"/>
                  </a:lnTo>
                  <a:lnTo>
                    <a:pt x="3682626" y="503077"/>
                  </a:lnTo>
                  <a:lnTo>
                    <a:pt x="3670453" y="507310"/>
                  </a:lnTo>
                  <a:lnTo>
                    <a:pt x="3669410" y="507673"/>
                  </a:lnTo>
                  <a:lnTo>
                    <a:pt x="3664888" y="509245"/>
                  </a:lnTo>
                  <a:lnTo>
                    <a:pt x="3656541" y="512149"/>
                  </a:lnTo>
                  <a:lnTo>
                    <a:pt x="3653759" y="513117"/>
                  </a:lnTo>
                  <a:lnTo>
                    <a:pt x="3651846" y="513782"/>
                  </a:lnTo>
                  <a:lnTo>
                    <a:pt x="3648020" y="515113"/>
                  </a:lnTo>
                  <a:lnTo>
                    <a:pt x="3646803" y="515537"/>
                  </a:lnTo>
                  <a:lnTo>
                    <a:pt x="3646281" y="515718"/>
                  </a:lnTo>
                  <a:lnTo>
                    <a:pt x="3644716" y="516263"/>
                  </a:lnTo>
                  <a:lnTo>
                    <a:pt x="3635326" y="519530"/>
                  </a:lnTo>
                  <a:lnTo>
                    <a:pt x="3627848" y="522133"/>
                  </a:lnTo>
                  <a:lnTo>
                    <a:pt x="3616545" y="526067"/>
                  </a:lnTo>
                  <a:lnTo>
                    <a:pt x="3612893" y="527339"/>
                  </a:lnTo>
                  <a:lnTo>
                    <a:pt x="3608719" y="528792"/>
                  </a:lnTo>
                  <a:lnTo>
                    <a:pt x="3600894" y="531517"/>
                  </a:lnTo>
                  <a:lnTo>
                    <a:pt x="3590460" y="535151"/>
                  </a:lnTo>
                  <a:lnTo>
                    <a:pt x="3588547" y="535817"/>
                  </a:lnTo>
                  <a:lnTo>
                    <a:pt x="3586634" y="536483"/>
                  </a:lnTo>
                  <a:lnTo>
                    <a:pt x="3586287" y="536604"/>
                  </a:lnTo>
                  <a:lnTo>
                    <a:pt x="3582113" y="538058"/>
                  </a:lnTo>
                  <a:lnTo>
                    <a:pt x="3581591" y="538240"/>
                  </a:lnTo>
                  <a:lnTo>
                    <a:pt x="3576027" y="540179"/>
                  </a:lnTo>
                  <a:lnTo>
                    <a:pt x="3572375" y="541451"/>
                  </a:lnTo>
                  <a:lnTo>
                    <a:pt x="3571679" y="541693"/>
                  </a:lnTo>
                  <a:lnTo>
                    <a:pt x="3548377" y="549815"/>
                  </a:lnTo>
                  <a:lnTo>
                    <a:pt x="3545595" y="550785"/>
                  </a:lnTo>
                  <a:lnTo>
                    <a:pt x="3543682" y="551452"/>
                  </a:lnTo>
                  <a:lnTo>
                    <a:pt x="3542812" y="551755"/>
                  </a:lnTo>
                  <a:lnTo>
                    <a:pt x="3534291" y="554726"/>
                  </a:lnTo>
                  <a:lnTo>
                    <a:pt x="3523510" y="558486"/>
                  </a:lnTo>
                  <a:lnTo>
                    <a:pt x="3520553" y="559517"/>
                  </a:lnTo>
                  <a:lnTo>
                    <a:pt x="3515162" y="561397"/>
                  </a:lnTo>
                  <a:lnTo>
                    <a:pt x="3513771" y="561883"/>
                  </a:lnTo>
                  <a:lnTo>
                    <a:pt x="3510641" y="562975"/>
                  </a:lnTo>
                  <a:lnTo>
                    <a:pt x="3508728" y="563642"/>
                  </a:lnTo>
                  <a:lnTo>
                    <a:pt x="3496555" y="567890"/>
                  </a:lnTo>
                  <a:lnTo>
                    <a:pt x="3495512" y="568254"/>
                  </a:lnTo>
                  <a:lnTo>
                    <a:pt x="3490991" y="569832"/>
                  </a:lnTo>
                  <a:lnTo>
                    <a:pt x="3482644" y="572745"/>
                  </a:lnTo>
                  <a:lnTo>
                    <a:pt x="3479861" y="573717"/>
                  </a:lnTo>
                  <a:lnTo>
                    <a:pt x="3477948" y="574385"/>
                  </a:lnTo>
                  <a:lnTo>
                    <a:pt x="3474123" y="575720"/>
                  </a:lnTo>
                  <a:lnTo>
                    <a:pt x="3472905" y="576145"/>
                  </a:lnTo>
                  <a:lnTo>
                    <a:pt x="3472384" y="576327"/>
                  </a:lnTo>
                  <a:lnTo>
                    <a:pt x="3470819" y="576874"/>
                  </a:lnTo>
                  <a:lnTo>
                    <a:pt x="3467341" y="578088"/>
                  </a:lnTo>
                  <a:lnTo>
                    <a:pt x="3461428" y="580153"/>
                  </a:lnTo>
                  <a:lnTo>
                    <a:pt x="3453951" y="582765"/>
                  </a:lnTo>
                  <a:lnTo>
                    <a:pt x="3442647" y="586714"/>
                  </a:lnTo>
                  <a:lnTo>
                    <a:pt x="3440734" y="587382"/>
                  </a:lnTo>
                  <a:lnTo>
                    <a:pt x="3438995" y="587990"/>
                  </a:lnTo>
                  <a:lnTo>
                    <a:pt x="3434822" y="589448"/>
                  </a:lnTo>
                  <a:lnTo>
                    <a:pt x="3416563" y="595830"/>
                  </a:lnTo>
                  <a:lnTo>
                    <a:pt x="3414650" y="596499"/>
                  </a:lnTo>
                  <a:lnTo>
                    <a:pt x="3412737" y="597168"/>
                  </a:lnTo>
                  <a:lnTo>
                    <a:pt x="3412389" y="597289"/>
                  </a:lnTo>
                  <a:lnTo>
                    <a:pt x="3408216" y="598748"/>
                  </a:lnTo>
                  <a:lnTo>
                    <a:pt x="3407694" y="598931"/>
                  </a:lnTo>
                  <a:lnTo>
                    <a:pt x="3402129" y="600877"/>
                  </a:lnTo>
                  <a:lnTo>
                    <a:pt x="3398477" y="602154"/>
                  </a:lnTo>
                  <a:lnTo>
                    <a:pt x="3397782" y="602397"/>
                  </a:lnTo>
                  <a:lnTo>
                    <a:pt x="3374479" y="610549"/>
                  </a:lnTo>
                  <a:lnTo>
                    <a:pt x="3371697" y="611523"/>
                  </a:lnTo>
                  <a:lnTo>
                    <a:pt x="3369784" y="612192"/>
                  </a:lnTo>
                  <a:lnTo>
                    <a:pt x="3368915" y="612497"/>
                  </a:lnTo>
                  <a:lnTo>
                    <a:pt x="3360394" y="615479"/>
                  </a:lnTo>
                  <a:lnTo>
                    <a:pt x="3349612" y="619254"/>
                  </a:lnTo>
                  <a:lnTo>
                    <a:pt x="3346656" y="620289"/>
                  </a:lnTo>
                  <a:lnTo>
                    <a:pt x="3341265" y="622176"/>
                  </a:lnTo>
                  <a:lnTo>
                    <a:pt x="3339874" y="622664"/>
                  </a:lnTo>
                  <a:lnTo>
                    <a:pt x="3336744" y="623760"/>
                  </a:lnTo>
                  <a:lnTo>
                    <a:pt x="3334831" y="624430"/>
                  </a:lnTo>
                  <a:lnTo>
                    <a:pt x="3322658" y="628694"/>
                  </a:lnTo>
                  <a:lnTo>
                    <a:pt x="3321615" y="629060"/>
                  </a:lnTo>
                  <a:lnTo>
                    <a:pt x="3317093" y="630644"/>
                  </a:lnTo>
                  <a:lnTo>
                    <a:pt x="3308746" y="633569"/>
                  </a:lnTo>
                  <a:lnTo>
                    <a:pt x="3305964" y="634544"/>
                  </a:lnTo>
                  <a:lnTo>
                    <a:pt x="3304051" y="635215"/>
                  </a:lnTo>
                  <a:lnTo>
                    <a:pt x="3300225" y="636556"/>
                  </a:lnTo>
                  <a:lnTo>
                    <a:pt x="3299008" y="636983"/>
                  </a:lnTo>
                  <a:lnTo>
                    <a:pt x="3298486" y="637165"/>
                  </a:lnTo>
                  <a:lnTo>
                    <a:pt x="3296921" y="637714"/>
                  </a:lnTo>
                  <a:lnTo>
                    <a:pt x="3293443" y="638933"/>
                  </a:lnTo>
                  <a:lnTo>
                    <a:pt x="3287531" y="641007"/>
                  </a:lnTo>
                  <a:lnTo>
                    <a:pt x="3280053" y="643629"/>
                  </a:lnTo>
                  <a:lnTo>
                    <a:pt x="3268750" y="647594"/>
                  </a:lnTo>
                  <a:lnTo>
                    <a:pt x="3266837" y="648265"/>
                  </a:lnTo>
                  <a:lnTo>
                    <a:pt x="3265098" y="648875"/>
                  </a:lnTo>
                  <a:lnTo>
                    <a:pt x="3260924" y="650339"/>
                  </a:lnTo>
                  <a:lnTo>
                    <a:pt x="3253099" y="653085"/>
                  </a:lnTo>
                  <a:lnTo>
                    <a:pt x="3242665" y="656748"/>
                  </a:lnTo>
                  <a:lnTo>
                    <a:pt x="3240752" y="657419"/>
                  </a:lnTo>
                  <a:lnTo>
                    <a:pt x="3238839" y="658091"/>
                  </a:lnTo>
                  <a:lnTo>
                    <a:pt x="3238492" y="658213"/>
                  </a:lnTo>
                  <a:lnTo>
                    <a:pt x="3234318" y="659678"/>
                  </a:lnTo>
                  <a:lnTo>
                    <a:pt x="3233796" y="659862"/>
                  </a:lnTo>
                  <a:lnTo>
                    <a:pt x="3228232" y="661816"/>
                  </a:lnTo>
                  <a:lnTo>
                    <a:pt x="3224580" y="663098"/>
                  </a:lnTo>
                  <a:lnTo>
                    <a:pt x="3223884" y="663342"/>
                  </a:lnTo>
                  <a:lnTo>
                    <a:pt x="3200582" y="671529"/>
                  </a:lnTo>
                  <a:lnTo>
                    <a:pt x="3197800" y="672507"/>
                  </a:lnTo>
                  <a:lnTo>
                    <a:pt x="3195887" y="673179"/>
                  </a:lnTo>
                  <a:lnTo>
                    <a:pt x="3195017" y="673485"/>
                  </a:lnTo>
                  <a:lnTo>
                    <a:pt x="3186496" y="676480"/>
                  </a:lnTo>
                  <a:lnTo>
                    <a:pt x="3175715" y="680271"/>
                  </a:lnTo>
                  <a:lnTo>
                    <a:pt x="3172758" y="681311"/>
                  </a:lnTo>
                  <a:lnTo>
                    <a:pt x="3167368" y="683207"/>
                  </a:lnTo>
                  <a:lnTo>
                    <a:pt x="3165976" y="683696"/>
                  </a:lnTo>
                  <a:lnTo>
                    <a:pt x="3162846" y="684797"/>
                  </a:lnTo>
                  <a:lnTo>
                    <a:pt x="3160933" y="685470"/>
                  </a:lnTo>
                  <a:lnTo>
                    <a:pt x="3148761" y="689753"/>
                  </a:lnTo>
                  <a:lnTo>
                    <a:pt x="3147717" y="690120"/>
                  </a:lnTo>
                  <a:lnTo>
                    <a:pt x="3143196" y="691712"/>
                  </a:lnTo>
                  <a:lnTo>
                    <a:pt x="3134849" y="694650"/>
                  </a:lnTo>
                  <a:lnTo>
                    <a:pt x="3132066" y="695629"/>
                  </a:lnTo>
                  <a:lnTo>
                    <a:pt x="3130154" y="696303"/>
                  </a:lnTo>
                  <a:lnTo>
                    <a:pt x="3126328" y="697650"/>
                  </a:lnTo>
                  <a:lnTo>
                    <a:pt x="3125111" y="698079"/>
                  </a:lnTo>
                  <a:lnTo>
                    <a:pt x="3124589" y="698262"/>
                  </a:lnTo>
                  <a:lnTo>
                    <a:pt x="3123024" y="698813"/>
                  </a:lnTo>
                  <a:lnTo>
                    <a:pt x="3119546" y="700038"/>
                  </a:lnTo>
                  <a:lnTo>
                    <a:pt x="3113633" y="702121"/>
                  </a:lnTo>
                  <a:lnTo>
                    <a:pt x="3106156" y="704755"/>
                  </a:lnTo>
                  <a:lnTo>
                    <a:pt x="3094852" y="708738"/>
                  </a:lnTo>
                  <a:lnTo>
                    <a:pt x="3092939" y="709412"/>
                  </a:lnTo>
                  <a:lnTo>
                    <a:pt x="3091201" y="710025"/>
                  </a:lnTo>
                  <a:lnTo>
                    <a:pt x="3087027" y="711496"/>
                  </a:lnTo>
                  <a:lnTo>
                    <a:pt x="3079202" y="714255"/>
                  </a:lnTo>
                  <a:lnTo>
                    <a:pt x="3068768" y="717935"/>
                  </a:lnTo>
                  <a:lnTo>
                    <a:pt x="3066855" y="718609"/>
                  </a:lnTo>
                  <a:lnTo>
                    <a:pt x="3064942" y="719284"/>
                  </a:lnTo>
                  <a:lnTo>
                    <a:pt x="3060421" y="720879"/>
                  </a:lnTo>
                  <a:lnTo>
                    <a:pt x="3059899" y="721063"/>
                  </a:lnTo>
                  <a:lnTo>
                    <a:pt x="3054334" y="723026"/>
                  </a:lnTo>
                  <a:lnTo>
                    <a:pt x="3050682" y="724315"/>
                  </a:lnTo>
                  <a:lnTo>
                    <a:pt x="3049987" y="724560"/>
                  </a:lnTo>
                  <a:lnTo>
                    <a:pt x="3026685" y="732786"/>
                  </a:lnTo>
                  <a:lnTo>
                    <a:pt x="3023902" y="733769"/>
                  </a:lnTo>
                  <a:lnTo>
                    <a:pt x="3021989" y="734444"/>
                  </a:lnTo>
                  <a:lnTo>
                    <a:pt x="3021120" y="734751"/>
                  </a:lnTo>
                  <a:lnTo>
                    <a:pt x="3012599" y="737761"/>
                  </a:lnTo>
                  <a:lnTo>
                    <a:pt x="3001817" y="741570"/>
                  </a:lnTo>
                  <a:lnTo>
                    <a:pt x="2998861" y="742615"/>
                  </a:lnTo>
                  <a:lnTo>
                    <a:pt x="2993470" y="744521"/>
                  </a:lnTo>
                  <a:lnTo>
                    <a:pt x="2992079" y="745012"/>
                  </a:lnTo>
                  <a:lnTo>
                    <a:pt x="2988949" y="746119"/>
                  </a:lnTo>
                  <a:lnTo>
                    <a:pt x="2987036" y="746795"/>
                  </a:lnTo>
                  <a:lnTo>
                    <a:pt x="2974863" y="751099"/>
                  </a:lnTo>
                  <a:lnTo>
                    <a:pt x="2973820" y="751468"/>
                  </a:lnTo>
                  <a:lnTo>
                    <a:pt x="2969298" y="753068"/>
                  </a:lnTo>
                  <a:lnTo>
                    <a:pt x="2960951" y="756021"/>
                  </a:lnTo>
                  <a:lnTo>
                    <a:pt x="2958169" y="757005"/>
                  </a:lnTo>
                  <a:lnTo>
                    <a:pt x="2956256" y="757682"/>
                  </a:lnTo>
                  <a:lnTo>
                    <a:pt x="2952430" y="759036"/>
                  </a:lnTo>
                  <a:lnTo>
                    <a:pt x="2951213" y="759467"/>
                  </a:lnTo>
                  <a:lnTo>
                    <a:pt x="2950691" y="759651"/>
                  </a:lnTo>
                  <a:lnTo>
                    <a:pt x="2949126" y="760205"/>
                  </a:lnTo>
                  <a:lnTo>
                    <a:pt x="2945648" y="761436"/>
                  </a:lnTo>
                  <a:lnTo>
                    <a:pt x="2939736" y="763529"/>
                  </a:lnTo>
                  <a:lnTo>
                    <a:pt x="2932258" y="766177"/>
                  </a:lnTo>
                  <a:lnTo>
                    <a:pt x="2920955" y="770181"/>
                  </a:lnTo>
                  <a:lnTo>
                    <a:pt x="2919042" y="770858"/>
                  </a:lnTo>
                  <a:lnTo>
                    <a:pt x="2917303" y="771474"/>
                  </a:lnTo>
                  <a:lnTo>
                    <a:pt x="2913130" y="772953"/>
                  </a:lnTo>
                  <a:lnTo>
                    <a:pt x="2905304" y="775726"/>
                  </a:lnTo>
                  <a:lnTo>
                    <a:pt x="2894870" y="779425"/>
                  </a:lnTo>
                  <a:lnTo>
                    <a:pt x="2892957" y="780103"/>
                  </a:lnTo>
                  <a:lnTo>
                    <a:pt x="2891045" y="780781"/>
                  </a:lnTo>
                  <a:lnTo>
                    <a:pt x="2890697" y="780905"/>
                  </a:lnTo>
                  <a:lnTo>
                    <a:pt x="2886523" y="782385"/>
                  </a:lnTo>
                  <a:lnTo>
                    <a:pt x="2886002" y="782570"/>
                  </a:lnTo>
                  <a:lnTo>
                    <a:pt x="2880437" y="784543"/>
                  </a:lnTo>
                  <a:lnTo>
                    <a:pt x="2876785" y="785839"/>
                  </a:lnTo>
                  <a:lnTo>
                    <a:pt x="2876089" y="786086"/>
                  </a:lnTo>
                  <a:lnTo>
                    <a:pt x="2852787" y="794355"/>
                  </a:lnTo>
                  <a:lnTo>
                    <a:pt x="2850005" y="795343"/>
                  </a:lnTo>
                  <a:lnTo>
                    <a:pt x="2848092" y="796022"/>
                  </a:lnTo>
                  <a:lnTo>
                    <a:pt x="2847222" y="796331"/>
                  </a:lnTo>
                  <a:lnTo>
                    <a:pt x="2838701" y="799357"/>
                  </a:lnTo>
                  <a:lnTo>
                    <a:pt x="2827920" y="803187"/>
                  </a:lnTo>
                  <a:lnTo>
                    <a:pt x="2824964" y="804238"/>
                  </a:lnTo>
                  <a:lnTo>
                    <a:pt x="2819573" y="806154"/>
                  </a:lnTo>
                  <a:lnTo>
                    <a:pt x="2818182" y="806648"/>
                  </a:lnTo>
                  <a:lnTo>
                    <a:pt x="2815051" y="807761"/>
                  </a:lnTo>
                  <a:lnTo>
                    <a:pt x="2813139" y="808441"/>
                  </a:lnTo>
                  <a:lnTo>
                    <a:pt x="2800966" y="812769"/>
                  </a:lnTo>
                  <a:lnTo>
                    <a:pt x="2795401" y="814748"/>
                  </a:lnTo>
                  <a:lnTo>
                    <a:pt x="2787054" y="817718"/>
                  </a:lnTo>
                  <a:lnTo>
                    <a:pt x="2784272" y="818708"/>
                  </a:lnTo>
                  <a:lnTo>
                    <a:pt x="2782359" y="819388"/>
                  </a:lnTo>
                  <a:lnTo>
                    <a:pt x="2778533" y="820750"/>
                  </a:lnTo>
                  <a:lnTo>
                    <a:pt x="2777316" y="821183"/>
                  </a:lnTo>
                  <a:lnTo>
                    <a:pt x="2776794" y="821369"/>
                  </a:lnTo>
                  <a:lnTo>
                    <a:pt x="2775229" y="821926"/>
                  </a:lnTo>
                  <a:lnTo>
                    <a:pt x="2771751" y="823164"/>
                  </a:lnTo>
                  <a:lnTo>
                    <a:pt x="2765838" y="825269"/>
                  </a:lnTo>
                  <a:lnTo>
                    <a:pt x="2758361" y="827932"/>
                  </a:lnTo>
                  <a:lnTo>
                    <a:pt x="2747057" y="831958"/>
                  </a:lnTo>
                  <a:lnTo>
                    <a:pt x="2745145" y="832640"/>
                  </a:lnTo>
                  <a:lnTo>
                    <a:pt x="2743406" y="833259"/>
                  </a:lnTo>
                  <a:lnTo>
                    <a:pt x="2739232" y="834747"/>
                  </a:lnTo>
                  <a:lnTo>
                    <a:pt x="2731407" y="837536"/>
                  </a:lnTo>
                  <a:lnTo>
                    <a:pt x="2720973" y="841256"/>
                  </a:lnTo>
                  <a:lnTo>
                    <a:pt x="2719060" y="841938"/>
                  </a:lnTo>
                  <a:lnTo>
                    <a:pt x="2717147" y="842620"/>
                  </a:lnTo>
                  <a:lnTo>
                    <a:pt x="2716799" y="842745"/>
                  </a:lnTo>
                  <a:lnTo>
                    <a:pt x="2712626" y="844233"/>
                  </a:lnTo>
                  <a:lnTo>
                    <a:pt x="2712104" y="844419"/>
                  </a:lnTo>
                  <a:lnTo>
                    <a:pt x="2706539" y="846405"/>
                  </a:lnTo>
                  <a:lnTo>
                    <a:pt x="2702888" y="847708"/>
                  </a:lnTo>
                  <a:lnTo>
                    <a:pt x="2702192" y="847956"/>
                  </a:lnTo>
                  <a:lnTo>
                    <a:pt x="2678890" y="856275"/>
                  </a:lnTo>
                  <a:lnTo>
                    <a:pt x="2676107" y="857269"/>
                  </a:lnTo>
                  <a:lnTo>
                    <a:pt x="2674194" y="857952"/>
                  </a:lnTo>
                  <a:lnTo>
                    <a:pt x="2673325" y="858262"/>
                  </a:lnTo>
                  <a:lnTo>
                    <a:pt x="2664804" y="861307"/>
                  </a:lnTo>
                  <a:lnTo>
                    <a:pt x="2654022" y="865160"/>
                  </a:lnTo>
                  <a:lnTo>
                    <a:pt x="2651066" y="866217"/>
                  </a:lnTo>
                  <a:lnTo>
                    <a:pt x="2645675" y="868145"/>
                  </a:lnTo>
                  <a:lnTo>
                    <a:pt x="2644284" y="868642"/>
                  </a:lnTo>
                  <a:lnTo>
                    <a:pt x="2641154" y="869762"/>
                  </a:lnTo>
                  <a:lnTo>
                    <a:pt x="2639241" y="870446"/>
                  </a:lnTo>
                  <a:lnTo>
                    <a:pt x="2613156" y="879780"/>
                  </a:lnTo>
                  <a:lnTo>
                    <a:pt x="2610374" y="880776"/>
                  </a:lnTo>
                  <a:lnTo>
                    <a:pt x="2608461" y="881461"/>
                  </a:lnTo>
                  <a:lnTo>
                    <a:pt x="2604635" y="882831"/>
                  </a:lnTo>
                  <a:lnTo>
                    <a:pt x="2603418" y="883267"/>
                  </a:lnTo>
                  <a:lnTo>
                    <a:pt x="2602896" y="883454"/>
                  </a:lnTo>
                  <a:lnTo>
                    <a:pt x="2601331" y="884014"/>
                  </a:lnTo>
                  <a:lnTo>
                    <a:pt x="2597853" y="885260"/>
                  </a:lnTo>
                  <a:lnTo>
                    <a:pt x="2591941" y="887378"/>
                  </a:lnTo>
                  <a:lnTo>
                    <a:pt x="2584463" y="890058"/>
                  </a:lnTo>
                  <a:lnTo>
                    <a:pt x="2573160" y="894110"/>
                  </a:lnTo>
                  <a:lnTo>
                    <a:pt x="2571247" y="894796"/>
                  </a:lnTo>
                  <a:lnTo>
                    <a:pt x="2569508" y="895420"/>
                  </a:lnTo>
                  <a:lnTo>
                    <a:pt x="2565335" y="896916"/>
                  </a:lnTo>
                  <a:lnTo>
                    <a:pt x="2557509" y="899724"/>
                  </a:lnTo>
                  <a:lnTo>
                    <a:pt x="2547075" y="903468"/>
                  </a:lnTo>
                  <a:lnTo>
                    <a:pt x="2545163" y="904154"/>
                  </a:lnTo>
                  <a:lnTo>
                    <a:pt x="2543250" y="904841"/>
                  </a:lnTo>
                  <a:lnTo>
                    <a:pt x="2542902" y="904966"/>
                  </a:lnTo>
                  <a:lnTo>
                    <a:pt x="2538728" y="906464"/>
                  </a:lnTo>
                  <a:lnTo>
                    <a:pt x="2538207" y="906652"/>
                  </a:lnTo>
                  <a:lnTo>
                    <a:pt x="2532642" y="908650"/>
                  </a:lnTo>
                  <a:lnTo>
                    <a:pt x="2528990" y="909961"/>
                  </a:lnTo>
                  <a:lnTo>
                    <a:pt x="2528294" y="910211"/>
                  </a:lnTo>
                  <a:lnTo>
                    <a:pt x="2504992" y="918585"/>
                  </a:lnTo>
                  <a:lnTo>
                    <a:pt x="2502210" y="919585"/>
                  </a:lnTo>
                  <a:lnTo>
                    <a:pt x="2500297" y="920273"/>
                  </a:lnTo>
                  <a:lnTo>
                    <a:pt x="2499428" y="920586"/>
                  </a:lnTo>
                  <a:lnTo>
                    <a:pt x="2490907" y="923650"/>
                  </a:lnTo>
                  <a:lnTo>
                    <a:pt x="2480125" y="927530"/>
                  </a:lnTo>
                  <a:lnTo>
                    <a:pt x="2477169" y="928594"/>
                  </a:lnTo>
                  <a:lnTo>
                    <a:pt x="2471778" y="930534"/>
                  </a:lnTo>
                  <a:lnTo>
                    <a:pt x="2470387" y="931035"/>
                  </a:lnTo>
                  <a:lnTo>
                    <a:pt x="2467256" y="932162"/>
                  </a:lnTo>
                  <a:lnTo>
                    <a:pt x="2465344" y="932851"/>
                  </a:lnTo>
                  <a:lnTo>
                    <a:pt x="2453171" y="937235"/>
                  </a:lnTo>
                  <a:lnTo>
                    <a:pt x="2452127" y="937611"/>
                  </a:lnTo>
                  <a:lnTo>
                    <a:pt x="2447606" y="939240"/>
                  </a:lnTo>
                  <a:lnTo>
                    <a:pt x="2439259" y="942248"/>
                  </a:lnTo>
                  <a:lnTo>
                    <a:pt x="2436477" y="943251"/>
                  </a:lnTo>
                  <a:lnTo>
                    <a:pt x="2434564" y="943941"/>
                  </a:lnTo>
                  <a:lnTo>
                    <a:pt x="2430738" y="945320"/>
                  </a:lnTo>
                  <a:lnTo>
                    <a:pt x="2429521" y="945759"/>
                  </a:lnTo>
                  <a:lnTo>
                    <a:pt x="2428999" y="945948"/>
                  </a:lnTo>
                  <a:lnTo>
                    <a:pt x="2427434" y="946512"/>
                  </a:lnTo>
                  <a:lnTo>
                    <a:pt x="2423956" y="947766"/>
                  </a:lnTo>
                  <a:lnTo>
                    <a:pt x="2418044" y="949899"/>
                  </a:lnTo>
                  <a:lnTo>
                    <a:pt x="2410566" y="952598"/>
                  </a:lnTo>
                  <a:lnTo>
                    <a:pt x="2399263" y="956678"/>
                  </a:lnTo>
                  <a:lnTo>
                    <a:pt x="2397350" y="957369"/>
                  </a:lnTo>
                  <a:lnTo>
                    <a:pt x="2395611" y="957997"/>
                  </a:lnTo>
                  <a:lnTo>
                    <a:pt x="2391437" y="959504"/>
                  </a:lnTo>
                  <a:lnTo>
                    <a:pt x="2383612" y="962331"/>
                  </a:lnTo>
                  <a:lnTo>
                    <a:pt x="2373178" y="966101"/>
                  </a:lnTo>
                  <a:lnTo>
                    <a:pt x="2371265" y="966793"/>
                  </a:lnTo>
                  <a:lnTo>
                    <a:pt x="2369352" y="967484"/>
                  </a:lnTo>
                  <a:lnTo>
                    <a:pt x="2369004" y="967610"/>
                  </a:lnTo>
                  <a:lnTo>
                    <a:pt x="2364831" y="969119"/>
                  </a:lnTo>
                  <a:lnTo>
                    <a:pt x="2364309" y="969308"/>
                  </a:lnTo>
                  <a:lnTo>
                    <a:pt x="2358744" y="971320"/>
                  </a:lnTo>
                  <a:lnTo>
                    <a:pt x="2355093" y="972641"/>
                  </a:lnTo>
                  <a:lnTo>
                    <a:pt x="2354397" y="972893"/>
                  </a:lnTo>
                  <a:lnTo>
                    <a:pt x="2331095" y="981327"/>
                  </a:lnTo>
                  <a:lnTo>
                    <a:pt x="2328312" y="982334"/>
                  </a:lnTo>
                  <a:lnTo>
                    <a:pt x="2326400" y="983027"/>
                  </a:lnTo>
                  <a:lnTo>
                    <a:pt x="2325530" y="983342"/>
                  </a:lnTo>
                  <a:lnTo>
                    <a:pt x="2317009" y="986429"/>
                  </a:lnTo>
                  <a:lnTo>
                    <a:pt x="2306227" y="990337"/>
                  </a:lnTo>
                  <a:lnTo>
                    <a:pt x="2303271" y="991408"/>
                  </a:lnTo>
                  <a:lnTo>
                    <a:pt x="2297880" y="993363"/>
                  </a:lnTo>
                  <a:lnTo>
                    <a:pt x="2296489" y="993868"/>
                  </a:lnTo>
                  <a:lnTo>
                    <a:pt x="2293359" y="995003"/>
                  </a:lnTo>
                  <a:lnTo>
                    <a:pt x="2291446" y="995697"/>
                  </a:lnTo>
                  <a:lnTo>
                    <a:pt x="2279273" y="1000113"/>
                  </a:lnTo>
                  <a:lnTo>
                    <a:pt x="2278230" y="1000492"/>
                  </a:lnTo>
                  <a:lnTo>
                    <a:pt x="2273709" y="1002133"/>
                  </a:lnTo>
                  <a:lnTo>
                    <a:pt x="2265362" y="1005164"/>
                  </a:lnTo>
                  <a:lnTo>
                    <a:pt x="2262579" y="1006175"/>
                  </a:lnTo>
                  <a:lnTo>
                    <a:pt x="2260666" y="1006869"/>
                  </a:lnTo>
                  <a:lnTo>
                    <a:pt x="2256841" y="1008259"/>
                  </a:lnTo>
                  <a:lnTo>
                    <a:pt x="2255623" y="1008701"/>
                  </a:lnTo>
                  <a:lnTo>
                    <a:pt x="2255102" y="1008891"/>
                  </a:lnTo>
                  <a:lnTo>
                    <a:pt x="2253537" y="1009460"/>
                  </a:lnTo>
                  <a:lnTo>
                    <a:pt x="2250059" y="1010724"/>
                  </a:lnTo>
                  <a:lnTo>
                    <a:pt x="2244146" y="1012872"/>
                  </a:lnTo>
                  <a:lnTo>
                    <a:pt x="2236668" y="1015591"/>
                  </a:lnTo>
                  <a:lnTo>
                    <a:pt x="2225365" y="1019702"/>
                  </a:lnTo>
                  <a:lnTo>
                    <a:pt x="2223452" y="1020398"/>
                  </a:lnTo>
                  <a:lnTo>
                    <a:pt x="2221713" y="1021031"/>
                  </a:lnTo>
                  <a:lnTo>
                    <a:pt x="2217540" y="1022550"/>
                  </a:lnTo>
                  <a:lnTo>
                    <a:pt x="2209714" y="1025398"/>
                  </a:lnTo>
                  <a:lnTo>
                    <a:pt x="2199281" y="1029198"/>
                  </a:lnTo>
                  <a:lnTo>
                    <a:pt x="2197368" y="1029895"/>
                  </a:lnTo>
                  <a:lnTo>
                    <a:pt x="2195455" y="1030591"/>
                  </a:lnTo>
                  <a:lnTo>
                    <a:pt x="2195107" y="1030718"/>
                  </a:lnTo>
                  <a:lnTo>
                    <a:pt x="2190933" y="1032239"/>
                  </a:lnTo>
                  <a:lnTo>
                    <a:pt x="2190412" y="1032429"/>
                  </a:lnTo>
                  <a:lnTo>
                    <a:pt x="2184847" y="1034457"/>
                  </a:lnTo>
                  <a:lnTo>
                    <a:pt x="2181195" y="1035788"/>
                  </a:lnTo>
                  <a:lnTo>
                    <a:pt x="2180500" y="1036042"/>
                  </a:lnTo>
                  <a:lnTo>
                    <a:pt x="2157197" y="1044541"/>
                  </a:lnTo>
                  <a:lnTo>
                    <a:pt x="2154415" y="1045557"/>
                  </a:lnTo>
                  <a:lnTo>
                    <a:pt x="2152502" y="1046255"/>
                  </a:lnTo>
                  <a:lnTo>
                    <a:pt x="2151633" y="1046572"/>
                  </a:lnTo>
                  <a:lnTo>
                    <a:pt x="2143112" y="1049683"/>
                  </a:lnTo>
                  <a:lnTo>
                    <a:pt x="2132330" y="1053622"/>
                  </a:lnTo>
                  <a:lnTo>
                    <a:pt x="2129374" y="1054702"/>
                  </a:lnTo>
                  <a:lnTo>
                    <a:pt x="2123983" y="1056672"/>
                  </a:lnTo>
                  <a:lnTo>
                    <a:pt x="2122592" y="1057181"/>
                  </a:lnTo>
                  <a:lnTo>
                    <a:pt x="2119462" y="1058325"/>
                  </a:lnTo>
                  <a:lnTo>
                    <a:pt x="2117549" y="1059024"/>
                  </a:lnTo>
                  <a:lnTo>
                    <a:pt x="2105376" y="1063476"/>
                  </a:lnTo>
                  <a:lnTo>
                    <a:pt x="2104333" y="1063858"/>
                  </a:lnTo>
                  <a:lnTo>
                    <a:pt x="2099811" y="1065512"/>
                  </a:lnTo>
                  <a:lnTo>
                    <a:pt x="2091464" y="1068567"/>
                  </a:lnTo>
                  <a:lnTo>
                    <a:pt x="2088682" y="1069586"/>
                  </a:lnTo>
                  <a:lnTo>
                    <a:pt x="2086769" y="1070286"/>
                  </a:lnTo>
                  <a:lnTo>
                    <a:pt x="2082943" y="1071687"/>
                  </a:lnTo>
                  <a:lnTo>
                    <a:pt x="2081726" y="1072133"/>
                  </a:lnTo>
                  <a:lnTo>
                    <a:pt x="2081204" y="1072324"/>
                  </a:lnTo>
                  <a:lnTo>
                    <a:pt x="2079639" y="1072897"/>
                  </a:lnTo>
                  <a:lnTo>
                    <a:pt x="2076161" y="1074171"/>
                  </a:lnTo>
                  <a:lnTo>
                    <a:pt x="2070249" y="1076338"/>
                  </a:lnTo>
                  <a:lnTo>
                    <a:pt x="2062771" y="1079078"/>
                  </a:lnTo>
                  <a:lnTo>
                    <a:pt x="2051468" y="1083223"/>
                  </a:lnTo>
                  <a:lnTo>
                    <a:pt x="2049555" y="1083924"/>
                  </a:lnTo>
                  <a:lnTo>
                    <a:pt x="2047816" y="1084562"/>
                  </a:lnTo>
                  <a:lnTo>
                    <a:pt x="2043642" y="1086093"/>
                  </a:lnTo>
                  <a:lnTo>
                    <a:pt x="2035817" y="1088965"/>
                  </a:lnTo>
                  <a:lnTo>
                    <a:pt x="2025383" y="1092796"/>
                  </a:lnTo>
                  <a:lnTo>
                    <a:pt x="2023470" y="1093498"/>
                  </a:lnTo>
                  <a:lnTo>
                    <a:pt x="2021557" y="1094201"/>
                  </a:lnTo>
                  <a:lnTo>
                    <a:pt x="2021210" y="1094329"/>
                  </a:lnTo>
                  <a:lnTo>
                    <a:pt x="2017036" y="1095862"/>
                  </a:lnTo>
                  <a:lnTo>
                    <a:pt x="2016514" y="1096053"/>
                  </a:lnTo>
                  <a:lnTo>
                    <a:pt x="2010950" y="1098098"/>
                  </a:lnTo>
                  <a:lnTo>
                    <a:pt x="2007298" y="1099440"/>
                  </a:lnTo>
                  <a:lnTo>
                    <a:pt x="2006602" y="1099696"/>
                  </a:lnTo>
                  <a:lnTo>
                    <a:pt x="1983300" y="1108266"/>
                  </a:lnTo>
                  <a:lnTo>
                    <a:pt x="1980518" y="1109290"/>
                  </a:lnTo>
                  <a:lnTo>
                    <a:pt x="1978605" y="1109994"/>
                  </a:lnTo>
                  <a:lnTo>
                    <a:pt x="1977735" y="1110314"/>
                  </a:lnTo>
                  <a:lnTo>
                    <a:pt x="1969214" y="1113451"/>
                  </a:lnTo>
                  <a:lnTo>
                    <a:pt x="1958433" y="1117422"/>
                  </a:lnTo>
                  <a:lnTo>
                    <a:pt x="1955476" y="1118511"/>
                  </a:lnTo>
                  <a:lnTo>
                    <a:pt x="1950085" y="1120498"/>
                  </a:lnTo>
                  <a:lnTo>
                    <a:pt x="1948694" y="1121011"/>
                  </a:lnTo>
                  <a:lnTo>
                    <a:pt x="1945564" y="1122165"/>
                  </a:lnTo>
                  <a:lnTo>
                    <a:pt x="1943651" y="1122870"/>
                  </a:lnTo>
                  <a:lnTo>
                    <a:pt x="1931478" y="1127359"/>
                  </a:lnTo>
                  <a:lnTo>
                    <a:pt x="1930435" y="1127744"/>
                  </a:lnTo>
                  <a:lnTo>
                    <a:pt x="1925914" y="1129413"/>
                  </a:lnTo>
                  <a:lnTo>
                    <a:pt x="1917567" y="1132493"/>
                  </a:lnTo>
                  <a:lnTo>
                    <a:pt x="1914784" y="1133521"/>
                  </a:lnTo>
                  <a:lnTo>
                    <a:pt x="1912871" y="1134227"/>
                  </a:lnTo>
                  <a:lnTo>
                    <a:pt x="1909046" y="1135640"/>
                  </a:lnTo>
                  <a:lnTo>
                    <a:pt x="1907828" y="1136089"/>
                  </a:lnTo>
                  <a:lnTo>
                    <a:pt x="1907307" y="1136282"/>
                  </a:lnTo>
                  <a:lnTo>
                    <a:pt x="1905742" y="1136860"/>
                  </a:lnTo>
                  <a:lnTo>
                    <a:pt x="1902264" y="1138145"/>
                  </a:lnTo>
                  <a:lnTo>
                    <a:pt x="1896351" y="1140330"/>
                  </a:lnTo>
                  <a:lnTo>
                    <a:pt x="1888874" y="1143094"/>
                  </a:lnTo>
                  <a:lnTo>
                    <a:pt x="1877570" y="1147274"/>
                  </a:lnTo>
                  <a:lnTo>
                    <a:pt x="1875657" y="1147981"/>
                  </a:lnTo>
                  <a:lnTo>
                    <a:pt x="1873918" y="1148625"/>
                  </a:lnTo>
                  <a:lnTo>
                    <a:pt x="1869745" y="1150169"/>
                  </a:lnTo>
                  <a:lnTo>
                    <a:pt x="1861919" y="1153065"/>
                  </a:lnTo>
                  <a:lnTo>
                    <a:pt x="1851486" y="1156929"/>
                  </a:lnTo>
                  <a:lnTo>
                    <a:pt x="1849573" y="1157638"/>
                  </a:lnTo>
                  <a:lnTo>
                    <a:pt x="1847660" y="1158346"/>
                  </a:lnTo>
                  <a:lnTo>
                    <a:pt x="1847312" y="1158475"/>
                  </a:lnTo>
                  <a:lnTo>
                    <a:pt x="1843139" y="1160021"/>
                  </a:lnTo>
                  <a:lnTo>
                    <a:pt x="1842617" y="1160215"/>
                  </a:lnTo>
                  <a:lnTo>
                    <a:pt x="1833400" y="1163631"/>
                  </a:lnTo>
                  <a:lnTo>
                    <a:pt x="1832705" y="1163889"/>
                  </a:lnTo>
                  <a:lnTo>
                    <a:pt x="1809402" y="1172533"/>
                  </a:lnTo>
                  <a:lnTo>
                    <a:pt x="1806620" y="1173566"/>
                  </a:lnTo>
                  <a:lnTo>
                    <a:pt x="1804707" y="1174276"/>
                  </a:lnTo>
                  <a:lnTo>
                    <a:pt x="1803838" y="1174599"/>
                  </a:lnTo>
                  <a:lnTo>
                    <a:pt x="1795317" y="1177763"/>
                  </a:lnTo>
                  <a:lnTo>
                    <a:pt x="1784535" y="1181769"/>
                  </a:lnTo>
                  <a:lnTo>
                    <a:pt x="1781579" y="1182868"/>
                  </a:lnTo>
                  <a:lnTo>
                    <a:pt x="1776188" y="1184872"/>
                  </a:lnTo>
                  <a:lnTo>
                    <a:pt x="1774797" y="1185389"/>
                  </a:lnTo>
                  <a:lnTo>
                    <a:pt x="1771667" y="1186553"/>
                  </a:lnTo>
                  <a:lnTo>
                    <a:pt x="1769754" y="1187265"/>
                  </a:lnTo>
                  <a:lnTo>
                    <a:pt x="1757581" y="1191793"/>
                  </a:lnTo>
                  <a:lnTo>
                    <a:pt x="1756538" y="1192182"/>
                  </a:lnTo>
                  <a:lnTo>
                    <a:pt x="1752016" y="1193865"/>
                  </a:lnTo>
                  <a:lnTo>
                    <a:pt x="1743669" y="1196973"/>
                  </a:lnTo>
                  <a:lnTo>
                    <a:pt x="1740887" y="1198009"/>
                  </a:lnTo>
                  <a:lnTo>
                    <a:pt x="1738974" y="1198721"/>
                  </a:lnTo>
                  <a:lnTo>
                    <a:pt x="1735148" y="1200147"/>
                  </a:lnTo>
                  <a:lnTo>
                    <a:pt x="1733931" y="1200600"/>
                  </a:lnTo>
                  <a:lnTo>
                    <a:pt x="1733409" y="1200795"/>
                  </a:lnTo>
                  <a:lnTo>
                    <a:pt x="1731844" y="1201378"/>
                  </a:lnTo>
                  <a:lnTo>
                    <a:pt x="1728366" y="1202674"/>
                  </a:lnTo>
                  <a:lnTo>
                    <a:pt x="1722454" y="1204878"/>
                  </a:lnTo>
                  <a:lnTo>
                    <a:pt x="1714976" y="1207666"/>
                  </a:lnTo>
                  <a:lnTo>
                    <a:pt x="1703673" y="1211883"/>
                  </a:lnTo>
                  <a:lnTo>
                    <a:pt x="1701760" y="1212597"/>
                  </a:lnTo>
                  <a:lnTo>
                    <a:pt x="1700021" y="1213246"/>
                  </a:lnTo>
                  <a:lnTo>
                    <a:pt x="1695847" y="1214804"/>
                  </a:lnTo>
                  <a:lnTo>
                    <a:pt x="1688022" y="1217726"/>
                  </a:lnTo>
                  <a:lnTo>
                    <a:pt x="1677588" y="1221624"/>
                  </a:lnTo>
                  <a:lnTo>
                    <a:pt x="1675675" y="1222339"/>
                  </a:lnTo>
                  <a:lnTo>
                    <a:pt x="1673762" y="1223054"/>
                  </a:lnTo>
                  <a:lnTo>
                    <a:pt x="1673415" y="1223184"/>
                  </a:lnTo>
                  <a:lnTo>
                    <a:pt x="1669241" y="1224744"/>
                  </a:lnTo>
                  <a:lnTo>
                    <a:pt x="1668719" y="1224939"/>
                  </a:lnTo>
                  <a:lnTo>
                    <a:pt x="1663155" y="1227020"/>
                  </a:lnTo>
                  <a:lnTo>
                    <a:pt x="1659503" y="1228386"/>
                  </a:lnTo>
                  <a:lnTo>
                    <a:pt x="1658807" y="1228646"/>
                  </a:lnTo>
                  <a:lnTo>
                    <a:pt x="1635505" y="1237367"/>
                  </a:lnTo>
                  <a:lnTo>
                    <a:pt x="1632723" y="1238409"/>
                  </a:lnTo>
                  <a:lnTo>
                    <a:pt x="1630810" y="1239126"/>
                  </a:lnTo>
                  <a:lnTo>
                    <a:pt x="1629940" y="1239452"/>
                  </a:lnTo>
                  <a:lnTo>
                    <a:pt x="1621419" y="1242644"/>
                  </a:lnTo>
                  <a:lnTo>
                    <a:pt x="1610638" y="1246686"/>
                  </a:lnTo>
                  <a:lnTo>
                    <a:pt x="1607681" y="1247794"/>
                  </a:lnTo>
                  <a:lnTo>
                    <a:pt x="1602291" y="1249816"/>
                  </a:lnTo>
                  <a:lnTo>
                    <a:pt x="1600899" y="1250338"/>
                  </a:lnTo>
                  <a:lnTo>
                    <a:pt x="1597769" y="1251513"/>
                  </a:lnTo>
                  <a:lnTo>
                    <a:pt x="1595856" y="1252231"/>
                  </a:lnTo>
                  <a:lnTo>
                    <a:pt x="1583684" y="1256800"/>
                  </a:lnTo>
                  <a:lnTo>
                    <a:pt x="1582640" y="1257192"/>
                  </a:lnTo>
                  <a:lnTo>
                    <a:pt x="1578119" y="1258890"/>
                  </a:lnTo>
                  <a:lnTo>
                    <a:pt x="1569772" y="1262026"/>
                  </a:lnTo>
                  <a:lnTo>
                    <a:pt x="1566989" y="1263071"/>
                  </a:lnTo>
                  <a:lnTo>
                    <a:pt x="1565077" y="1263790"/>
                  </a:lnTo>
                  <a:lnTo>
                    <a:pt x="1561251" y="1265228"/>
                  </a:lnTo>
                  <a:lnTo>
                    <a:pt x="1560033" y="1265686"/>
                  </a:lnTo>
                  <a:lnTo>
                    <a:pt x="1559512" y="1265882"/>
                  </a:lnTo>
                  <a:lnTo>
                    <a:pt x="1554469" y="1267778"/>
                  </a:lnTo>
                  <a:lnTo>
                    <a:pt x="1548556" y="1270002"/>
                  </a:lnTo>
                  <a:lnTo>
                    <a:pt x="1541079" y="1272815"/>
                  </a:lnTo>
                  <a:lnTo>
                    <a:pt x="1529775" y="1277070"/>
                  </a:lnTo>
                  <a:lnTo>
                    <a:pt x="1527862" y="1277791"/>
                  </a:lnTo>
                  <a:lnTo>
                    <a:pt x="1526123" y="1278445"/>
                  </a:lnTo>
                  <a:lnTo>
                    <a:pt x="1521950" y="1280017"/>
                  </a:lnTo>
                  <a:lnTo>
                    <a:pt x="1514125" y="1282966"/>
                  </a:lnTo>
                  <a:lnTo>
                    <a:pt x="1503691" y="1286899"/>
                  </a:lnTo>
                  <a:lnTo>
                    <a:pt x="1501778" y="1287620"/>
                  </a:lnTo>
                  <a:lnTo>
                    <a:pt x="1499865" y="1288341"/>
                  </a:lnTo>
                  <a:lnTo>
                    <a:pt x="1499517" y="1288472"/>
                  </a:lnTo>
                  <a:lnTo>
                    <a:pt x="1495344" y="1290047"/>
                  </a:lnTo>
                  <a:lnTo>
                    <a:pt x="1494822" y="1290243"/>
                  </a:lnTo>
                  <a:lnTo>
                    <a:pt x="1489257" y="1292343"/>
                  </a:lnTo>
                  <a:lnTo>
                    <a:pt x="1485605" y="1293721"/>
                  </a:lnTo>
                  <a:lnTo>
                    <a:pt x="1484910" y="1293983"/>
                  </a:lnTo>
                  <a:lnTo>
                    <a:pt x="1461608" y="1302783"/>
                  </a:lnTo>
                  <a:lnTo>
                    <a:pt x="1458825" y="1303834"/>
                  </a:lnTo>
                  <a:lnTo>
                    <a:pt x="1456912" y="1304557"/>
                  </a:lnTo>
                  <a:lnTo>
                    <a:pt x="1456043" y="1304886"/>
                  </a:lnTo>
                  <a:lnTo>
                    <a:pt x="1447522" y="1308107"/>
                  </a:lnTo>
                  <a:lnTo>
                    <a:pt x="1436740" y="1312185"/>
                  </a:lnTo>
                  <a:lnTo>
                    <a:pt x="1433784" y="1313304"/>
                  </a:lnTo>
                  <a:lnTo>
                    <a:pt x="1428393" y="1315344"/>
                  </a:lnTo>
                  <a:lnTo>
                    <a:pt x="1427002" y="1315871"/>
                  </a:lnTo>
                  <a:lnTo>
                    <a:pt x="1423872" y="1317055"/>
                  </a:lnTo>
                  <a:lnTo>
                    <a:pt x="1421959" y="1317780"/>
                  </a:lnTo>
                  <a:lnTo>
                    <a:pt x="1409786" y="1322390"/>
                  </a:lnTo>
                  <a:lnTo>
                    <a:pt x="1408743" y="1322785"/>
                  </a:lnTo>
                  <a:lnTo>
                    <a:pt x="1404221" y="1324499"/>
                  </a:lnTo>
                  <a:lnTo>
                    <a:pt x="1395874" y="1327663"/>
                  </a:lnTo>
                  <a:lnTo>
                    <a:pt x="1393092" y="1328717"/>
                  </a:lnTo>
                  <a:lnTo>
                    <a:pt x="1391179" y="1329443"/>
                  </a:lnTo>
                  <a:lnTo>
                    <a:pt x="1387353" y="1330894"/>
                  </a:lnTo>
                  <a:lnTo>
                    <a:pt x="1386136" y="1331355"/>
                  </a:lnTo>
                  <a:lnTo>
                    <a:pt x="1385614" y="1331553"/>
                  </a:lnTo>
                  <a:lnTo>
                    <a:pt x="1384049" y="1332147"/>
                  </a:lnTo>
                  <a:lnTo>
                    <a:pt x="1380571" y="1333467"/>
                  </a:lnTo>
                  <a:lnTo>
                    <a:pt x="1374659" y="1335710"/>
                  </a:lnTo>
                  <a:lnTo>
                    <a:pt x="1367181" y="1338549"/>
                  </a:lnTo>
                  <a:lnTo>
                    <a:pt x="1355878" y="1342842"/>
                  </a:lnTo>
                  <a:lnTo>
                    <a:pt x="1353965" y="1343568"/>
                  </a:lnTo>
                  <a:lnTo>
                    <a:pt x="1352226" y="1344229"/>
                  </a:lnTo>
                  <a:lnTo>
                    <a:pt x="1348053" y="1345815"/>
                  </a:lnTo>
                  <a:lnTo>
                    <a:pt x="1340227" y="1348790"/>
                  </a:lnTo>
                  <a:lnTo>
                    <a:pt x="1329793" y="1352758"/>
                  </a:lnTo>
                  <a:lnTo>
                    <a:pt x="1327880" y="1353485"/>
                  </a:lnTo>
                  <a:lnTo>
                    <a:pt x="1325968" y="1354213"/>
                  </a:lnTo>
                  <a:lnTo>
                    <a:pt x="1321446" y="1355934"/>
                  </a:lnTo>
                  <a:lnTo>
                    <a:pt x="1320925" y="1356132"/>
                  </a:lnTo>
                  <a:lnTo>
                    <a:pt x="1315360" y="1358250"/>
                  </a:lnTo>
                  <a:lnTo>
                    <a:pt x="1311708" y="1359640"/>
                  </a:lnTo>
                  <a:lnTo>
                    <a:pt x="1311012" y="1359905"/>
                  </a:lnTo>
                  <a:lnTo>
                    <a:pt x="1287710" y="1368783"/>
                  </a:lnTo>
                  <a:lnTo>
                    <a:pt x="1284928" y="1369844"/>
                  </a:lnTo>
                  <a:lnTo>
                    <a:pt x="1283015" y="1370573"/>
                  </a:lnTo>
                  <a:lnTo>
                    <a:pt x="1282145" y="1370905"/>
                  </a:lnTo>
                  <a:lnTo>
                    <a:pt x="1273624" y="1374154"/>
                  </a:lnTo>
                  <a:lnTo>
                    <a:pt x="1262843" y="1378268"/>
                  </a:lnTo>
                  <a:lnTo>
                    <a:pt x="1259887" y="1379397"/>
                  </a:lnTo>
                  <a:lnTo>
                    <a:pt x="1254496" y="1381455"/>
                  </a:lnTo>
                  <a:lnTo>
                    <a:pt x="1253105" y="1381986"/>
                  </a:lnTo>
                  <a:lnTo>
                    <a:pt x="1249974" y="1383182"/>
                  </a:lnTo>
                  <a:lnTo>
                    <a:pt x="1248061" y="1383912"/>
                  </a:lnTo>
                  <a:lnTo>
                    <a:pt x="1235889" y="1388563"/>
                  </a:lnTo>
                  <a:lnTo>
                    <a:pt x="1234845" y="1388962"/>
                  </a:lnTo>
                  <a:lnTo>
                    <a:pt x="1230324" y="1390690"/>
                  </a:lnTo>
                  <a:lnTo>
                    <a:pt x="1221977" y="1393882"/>
                  </a:lnTo>
                  <a:lnTo>
                    <a:pt x="1219195" y="1394946"/>
                  </a:lnTo>
                  <a:lnTo>
                    <a:pt x="1217282" y="1395678"/>
                  </a:lnTo>
                  <a:lnTo>
                    <a:pt x="1213456" y="1397141"/>
                  </a:lnTo>
                  <a:lnTo>
                    <a:pt x="1212239" y="1397607"/>
                  </a:lnTo>
                  <a:lnTo>
                    <a:pt x="1211717" y="1397807"/>
                  </a:lnTo>
                  <a:lnTo>
                    <a:pt x="1210152" y="1398406"/>
                  </a:lnTo>
                  <a:lnTo>
                    <a:pt x="1206674" y="1399737"/>
                  </a:lnTo>
                  <a:lnTo>
                    <a:pt x="1200761" y="1402000"/>
                  </a:lnTo>
                  <a:lnTo>
                    <a:pt x="1193284" y="1404863"/>
                  </a:lnTo>
                  <a:lnTo>
                    <a:pt x="1181980" y="1409193"/>
                  </a:lnTo>
                  <a:lnTo>
                    <a:pt x="1180068" y="1409926"/>
                  </a:lnTo>
                  <a:lnTo>
                    <a:pt x="1178329" y="1410593"/>
                  </a:lnTo>
                  <a:lnTo>
                    <a:pt x="1174155" y="1412193"/>
                  </a:lnTo>
                  <a:lnTo>
                    <a:pt x="1155896" y="1419195"/>
                  </a:lnTo>
                  <a:lnTo>
                    <a:pt x="1153983" y="1419929"/>
                  </a:lnTo>
                  <a:lnTo>
                    <a:pt x="1152070" y="1420663"/>
                  </a:lnTo>
                  <a:lnTo>
                    <a:pt x="1151722" y="1420797"/>
                  </a:lnTo>
                  <a:lnTo>
                    <a:pt x="1147549" y="1422399"/>
                  </a:lnTo>
                  <a:lnTo>
                    <a:pt x="1147027" y="1422599"/>
                  </a:lnTo>
                  <a:lnTo>
                    <a:pt x="1141462" y="1424735"/>
                  </a:lnTo>
                  <a:lnTo>
                    <a:pt x="1137810" y="1426138"/>
                  </a:lnTo>
                  <a:lnTo>
                    <a:pt x="1137115" y="1426405"/>
                  </a:lnTo>
                  <a:lnTo>
                    <a:pt x="1113813" y="1435359"/>
                  </a:lnTo>
                  <a:lnTo>
                    <a:pt x="1111030" y="1436428"/>
                  </a:lnTo>
                  <a:lnTo>
                    <a:pt x="1109117" y="1437164"/>
                  </a:lnTo>
                  <a:lnTo>
                    <a:pt x="1108248" y="1437498"/>
                  </a:lnTo>
                  <a:lnTo>
                    <a:pt x="1099727" y="1440776"/>
                  </a:lnTo>
                  <a:lnTo>
                    <a:pt x="1088945" y="1444925"/>
                  </a:lnTo>
                  <a:lnTo>
                    <a:pt x="1085989" y="1446063"/>
                  </a:lnTo>
                  <a:lnTo>
                    <a:pt x="1080598" y="1448138"/>
                  </a:lnTo>
                  <a:lnTo>
                    <a:pt x="1079207" y="1448674"/>
                  </a:lnTo>
                  <a:lnTo>
                    <a:pt x="1076077" y="1449880"/>
                  </a:lnTo>
                  <a:lnTo>
                    <a:pt x="1074164" y="1450616"/>
                  </a:lnTo>
                  <a:lnTo>
                    <a:pt x="1061991" y="1455307"/>
                  </a:lnTo>
                  <a:lnTo>
                    <a:pt x="1060948" y="1455709"/>
                  </a:lnTo>
                  <a:lnTo>
                    <a:pt x="1056426" y="1457452"/>
                  </a:lnTo>
                  <a:lnTo>
                    <a:pt x="1048079" y="1460670"/>
                  </a:lnTo>
                  <a:lnTo>
                    <a:pt x="1045297" y="1461743"/>
                  </a:lnTo>
                  <a:lnTo>
                    <a:pt x="1043384" y="1462481"/>
                  </a:lnTo>
                  <a:lnTo>
                    <a:pt x="1039558" y="1463957"/>
                  </a:lnTo>
                  <a:lnTo>
                    <a:pt x="1038341" y="1464427"/>
                  </a:lnTo>
                  <a:lnTo>
                    <a:pt x="1037819" y="1464628"/>
                  </a:lnTo>
                  <a:lnTo>
                    <a:pt x="1036254" y="1465232"/>
                  </a:lnTo>
                  <a:lnTo>
                    <a:pt x="1032776" y="1466574"/>
                  </a:lnTo>
                  <a:lnTo>
                    <a:pt x="1026864" y="1468856"/>
                  </a:lnTo>
                  <a:lnTo>
                    <a:pt x="1019386" y="1471744"/>
                  </a:lnTo>
                  <a:lnTo>
                    <a:pt x="1008083" y="1476110"/>
                  </a:lnTo>
                  <a:lnTo>
                    <a:pt x="1006170" y="1476849"/>
                  </a:lnTo>
                  <a:lnTo>
                    <a:pt x="1004431" y="1477521"/>
                  </a:lnTo>
                  <a:lnTo>
                    <a:pt x="1000258" y="1479134"/>
                  </a:lnTo>
                  <a:lnTo>
                    <a:pt x="992432" y="1482159"/>
                  </a:lnTo>
                  <a:lnTo>
                    <a:pt x="981998" y="1486194"/>
                  </a:lnTo>
                  <a:lnTo>
                    <a:pt x="980086" y="1486935"/>
                  </a:lnTo>
                  <a:lnTo>
                    <a:pt x="978173" y="1487675"/>
                  </a:lnTo>
                  <a:lnTo>
                    <a:pt x="977825" y="1487809"/>
                  </a:lnTo>
                  <a:lnTo>
                    <a:pt x="973651" y="1489424"/>
                  </a:lnTo>
                  <a:lnTo>
                    <a:pt x="973130" y="1489626"/>
                  </a:lnTo>
                  <a:lnTo>
                    <a:pt x="967565" y="1491780"/>
                  </a:lnTo>
                  <a:lnTo>
                    <a:pt x="963217" y="1493463"/>
                  </a:lnTo>
                  <a:lnTo>
                    <a:pt x="939915" y="1502490"/>
                  </a:lnTo>
                  <a:lnTo>
                    <a:pt x="937133" y="1503568"/>
                  </a:lnTo>
                  <a:lnTo>
                    <a:pt x="935220" y="1504310"/>
                  </a:lnTo>
                  <a:lnTo>
                    <a:pt x="934350" y="1504647"/>
                  </a:lnTo>
                  <a:lnTo>
                    <a:pt x="925830" y="1507951"/>
                  </a:lnTo>
                  <a:lnTo>
                    <a:pt x="915048" y="1512133"/>
                  </a:lnTo>
                  <a:lnTo>
                    <a:pt x="912092" y="1513281"/>
                  </a:lnTo>
                  <a:lnTo>
                    <a:pt x="906701" y="1515373"/>
                  </a:lnTo>
                  <a:lnTo>
                    <a:pt x="905310" y="1515913"/>
                  </a:lnTo>
                  <a:lnTo>
                    <a:pt x="902179" y="1517128"/>
                  </a:lnTo>
                  <a:lnTo>
                    <a:pt x="900267" y="1517871"/>
                  </a:lnTo>
                  <a:lnTo>
                    <a:pt x="888094" y="1522598"/>
                  </a:lnTo>
                  <a:lnTo>
                    <a:pt x="887050" y="1523004"/>
                  </a:lnTo>
                  <a:lnTo>
                    <a:pt x="882529" y="1524760"/>
                  </a:lnTo>
                  <a:lnTo>
                    <a:pt x="874182" y="1528004"/>
                  </a:lnTo>
                  <a:lnTo>
                    <a:pt x="871400" y="1529086"/>
                  </a:lnTo>
                  <a:lnTo>
                    <a:pt x="869487" y="1529830"/>
                  </a:lnTo>
                  <a:lnTo>
                    <a:pt x="865661" y="1531317"/>
                  </a:lnTo>
                  <a:lnTo>
                    <a:pt x="864444" y="1531791"/>
                  </a:lnTo>
                  <a:lnTo>
                    <a:pt x="863922" y="1531994"/>
                  </a:lnTo>
                  <a:lnTo>
                    <a:pt x="862357" y="1532602"/>
                  </a:lnTo>
                  <a:lnTo>
                    <a:pt x="858879" y="1533955"/>
                  </a:lnTo>
                  <a:lnTo>
                    <a:pt x="852966" y="1536255"/>
                  </a:lnTo>
                  <a:lnTo>
                    <a:pt x="845489" y="1539165"/>
                  </a:lnTo>
                  <a:lnTo>
                    <a:pt x="834186" y="1543565"/>
                  </a:lnTo>
                  <a:lnTo>
                    <a:pt x="832273" y="1544310"/>
                  </a:lnTo>
                  <a:lnTo>
                    <a:pt x="830534" y="1544987"/>
                  </a:lnTo>
                  <a:lnTo>
                    <a:pt x="826360" y="1546613"/>
                  </a:lnTo>
                  <a:lnTo>
                    <a:pt x="818535" y="1549662"/>
                  </a:lnTo>
                  <a:lnTo>
                    <a:pt x="808101" y="1553728"/>
                  </a:lnTo>
                  <a:lnTo>
                    <a:pt x="806188" y="1554474"/>
                  </a:lnTo>
                  <a:lnTo>
                    <a:pt x="804275" y="1555220"/>
                  </a:lnTo>
                  <a:lnTo>
                    <a:pt x="803927" y="1555355"/>
                  </a:lnTo>
                  <a:lnTo>
                    <a:pt x="799754" y="1556983"/>
                  </a:lnTo>
                  <a:lnTo>
                    <a:pt x="799232" y="1557186"/>
                  </a:lnTo>
                  <a:lnTo>
                    <a:pt x="793667" y="1559357"/>
                  </a:lnTo>
                  <a:lnTo>
                    <a:pt x="790016" y="1560781"/>
                  </a:lnTo>
                  <a:lnTo>
                    <a:pt x="789320" y="1561052"/>
                  </a:lnTo>
                  <a:lnTo>
                    <a:pt x="766018" y="1570148"/>
                  </a:lnTo>
                  <a:lnTo>
                    <a:pt x="763235" y="1571235"/>
                  </a:lnTo>
                  <a:lnTo>
                    <a:pt x="761323" y="1571982"/>
                  </a:lnTo>
                  <a:lnTo>
                    <a:pt x="760453" y="1572321"/>
                  </a:lnTo>
                  <a:lnTo>
                    <a:pt x="751932" y="1575650"/>
                  </a:lnTo>
                  <a:lnTo>
                    <a:pt x="741150" y="1579864"/>
                  </a:lnTo>
                  <a:lnTo>
                    <a:pt x="738194" y="1581020"/>
                  </a:lnTo>
                  <a:lnTo>
                    <a:pt x="732803" y="1583128"/>
                  </a:lnTo>
                  <a:lnTo>
                    <a:pt x="731412" y="1583672"/>
                  </a:lnTo>
                  <a:lnTo>
                    <a:pt x="728282" y="1584896"/>
                  </a:lnTo>
                  <a:lnTo>
                    <a:pt x="726369" y="1585644"/>
                  </a:lnTo>
                  <a:lnTo>
                    <a:pt x="714196" y="1590407"/>
                  </a:lnTo>
                  <a:lnTo>
                    <a:pt x="713153" y="1590815"/>
                  </a:lnTo>
                  <a:lnTo>
                    <a:pt x="708632" y="1592585"/>
                  </a:lnTo>
                  <a:lnTo>
                    <a:pt x="700285" y="1595853"/>
                  </a:lnTo>
                  <a:lnTo>
                    <a:pt x="697502" y="1596942"/>
                  </a:lnTo>
                  <a:lnTo>
                    <a:pt x="691764" y="1599190"/>
                  </a:lnTo>
                  <a:lnTo>
                    <a:pt x="690546" y="1599667"/>
                  </a:lnTo>
                  <a:lnTo>
                    <a:pt x="690025" y="1599871"/>
                  </a:lnTo>
                  <a:lnTo>
                    <a:pt x="688459" y="1600484"/>
                  </a:lnTo>
                  <a:lnTo>
                    <a:pt x="684982" y="1601847"/>
                  </a:lnTo>
                  <a:lnTo>
                    <a:pt x="679069" y="1604164"/>
                  </a:lnTo>
                  <a:lnTo>
                    <a:pt x="671591" y="1607095"/>
                  </a:lnTo>
                  <a:lnTo>
                    <a:pt x="660288" y="1611527"/>
                  </a:lnTo>
                  <a:lnTo>
                    <a:pt x="658375" y="1612277"/>
                  </a:lnTo>
                  <a:lnTo>
                    <a:pt x="656636" y="1612959"/>
                  </a:lnTo>
                  <a:lnTo>
                    <a:pt x="652463" y="1614597"/>
                  </a:lnTo>
                  <a:lnTo>
                    <a:pt x="644637" y="1617667"/>
                  </a:lnTo>
                  <a:lnTo>
                    <a:pt x="634203" y="1621763"/>
                  </a:lnTo>
                  <a:lnTo>
                    <a:pt x="632291" y="1622514"/>
                  </a:lnTo>
                  <a:lnTo>
                    <a:pt x="630378" y="1623265"/>
                  </a:lnTo>
                  <a:lnTo>
                    <a:pt x="630030" y="1623401"/>
                  </a:lnTo>
                  <a:lnTo>
                    <a:pt x="625856" y="1625040"/>
                  </a:lnTo>
                  <a:lnTo>
                    <a:pt x="625335" y="1625245"/>
                  </a:lnTo>
                  <a:lnTo>
                    <a:pt x="619770" y="1627431"/>
                  </a:lnTo>
                  <a:lnTo>
                    <a:pt x="616118" y="1628865"/>
                  </a:lnTo>
                  <a:lnTo>
                    <a:pt x="615423" y="1629139"/>
                  </a:lnTo>
                  <a:lnTo>
                    <a:pt x="592120" y="1638298"/>
                  </a:lnTo>
                  <a:lnTo>
                    <a:pt x="589338" y="1639392"/>
                  </a:lnTo>
                  <a:lnTo>
                    <a:pt x="587425" y="1640144"/>
                  </a:lnTo>
                  <a:lnTo>
                    <a:pt x="586556" y="1640486"/>
                  </a:lnTo>
                  <a:lnTo>
                    <a:pt x="578035" y="1643838"/>
                  </a:lnTo>
                  <a:lnTo>
                    <a:pt x="567253" y="1648081"/>
                  </a:lnTo>
                  <a:lnTo>
                    <a:pt x="564297" y="1649245"/>
                  </a:lnTo>
                  <a:lnTo>
                    <a:pt x="558906" y="1651367"/>
                  </a:lnTo>
                  <a:lnTo>
                    <a:pt x="557515" y="1651915"/>
                  </a:lnTo>
                  <a:lnTo>
                    <a:pt x="554385" y="1653147"/>
                  </a:lnTo>
                  <a:lnTo>
                    <a:pt x="552472" y="1653901"/>
                  </a:lnTo>
                  <a:lnTo>
                    <a:pt x="540299" y="1658696"/>
                  </a:lnTo>
                  <a:lnTo>
                    <a:pt x="539255" y="1659107"/>
                  </a:lnTo>
                  <a:lnTo>
                    <a:pt x="534734" y="1660888"/>
                  </a:lnTo>
                  <a:lnTo>
                    <a:pt x="526387" y="1664178"/>
                  </a:lnTo>
                  <a:lnTo>
                    <a:pt x="523605" y="1665275"/>
                  </a:lnTo>
                  <a:lnTo>
                    <a:pt x="521692" y="1666029"/>
                  </a:lnTo>
                  <a:lnTo>
                    <a:pt x="517866" y="1667538"/>
                  </a:lnTo>
                  <a:lnTo>
                    <a:pt x="516649" y="1668018"/>
                  </a:lnTo>
                  <a:lnTo>
                    <a:pt x="516127" y="1668224"/>
                  </a:lnTo>
                  <a:lnTo>
                    <a:pt x="511084" y="1670212"/>
                  </a:lnTo>
                  <a:lnTo>
                    <a:pt x="505172" y="1672545"/>
                  </a:lnTo>
                  <a:lnTo>
                    <a:pt x="497694" y="1675495"/>
                  </a:lnTo>
                  <a:lnTo>
                    <a:pt x="486391" y="1679956"/>
                  </a:lnTo>
                  <a:lnTo>
                    <a:pt x="484478" y="1680712"/>
                  </a:lnTo>
                  <a:lnTo>
                    <a:pt x="482739" y="1681398"/>
                  </a:lnTo>
                  <a:lnTo>
                    <a:pt x="478565" y="1683046"/>
                  </a:lnTo>
                  <a:lnTo>
                    <a:pt x="470740" y="1686137"/>
                  </a:lnTo>
                  <a:lnTo>
                    <a:pt x="460306" y="1690259"/>
                  </a:lnTo>
                  <a:lnTo>
                    <a:pt x="458393" y="1691014"/>
                  </a:lnTo>
                  <a:lnTo>
                    <a:pt x="456480" y="1691770"/>
                  </a:lnTo>
                  <a:lnTo>
                    <a:pt x="456133" y="1691908"/>
                  </a:lnTo>
                  <a:lnTo>
                    <a:pt x="451959" y="1693557"/>
                  </a:lnTo>
                  <a:lnTo>
                    <a:pt x="451437" y="1693764"/>
                  </a:lnTo>
                  <a:lnTo>
                    <a:pt x="445873" y="1695963"/>
                  </a:lnTo>
                  <a:lnTo>
                    <a:pt x="442221" y="1697407"/>
                  </a:lnTo>
                  <a:lnTo>
                    <a:pt x="441525" y="1697682"/>
                  </a:lnTo>
                  <a:lnTo>
                    <a:pt x="418223" y="1706899"/>
                  </a:lnTo>
                  <a:lnTo>
                    <a:pt x="415441" y="1708001"/>
                  </a:lnTo>
                  <a:lnTo>
                    <a:pt x="413528" y="1708758"/>
                  </a:lnTo>
                  <a:lnTo>
                    <a:pt x="412658" y="1709102"/>
                  </a:lnTo>
                  <a:lnTo>
                    <a:pt x="404137" y="1712475"/>
                  </a:lnTo>
                  <a:lnTo>
                    <a:pt x="393356" y="1716744"/>
                  </a:lnTo>
                  <a:lnTo>
                    <a:pt x="390399" y="1717915"/>
                  </a:lnTo>
                  <a:lnTo>
                    <a:pt x="385008" y="1720050"/>
                  </a:lnTo>
                  <a:lnTo>
                    <a:pt x="383617" y="1720602"/>
                  </a:lnTo>
                  <a:lnTo>
                    <a:pt x="380487" y="1721842"/>
                  </a:lnTo>
                  <a:lnTo>
                    <a:pt x="378574" y="1722600"/>
                  </a:lnTo>
                  <a:lnTo>
                    <a:pt x="366401" y="1727424"/>
                  </a:lnTo>
                  <a:lnTo>
                    <a:pt x="365358" y="1727838"/>
                  </a:lnTo>
                  <a:lnTo>
                    <a:pt x="360837" y="1729630"/>
                  </a:lnTo>
                  <a:lnTo>
                    <a:pt x="352490" y="1732940"/>
                  </a:lnTo>
                  <a:lnTo>
                    <a:pt x="349707" y="1734044"/>
                  </a:lnTo>
                  <a:lnTo>
                    <a:pt x="347794" y="1734802"/>
                  </a:lnTo>
                  <a:lnTo>
                    <a:pt x="343969" y="1736320"/>
                  </a:lnTo>
                  <a:lnTo>
                    <a:pt x="342751" y="1736803"/>
                  </a:lnTo>
                  <a:lnTo>
                    <a:pt x="342230" y="1737010"/>
                  </a:lnTo>
                  <a:lnTo>
                    <a:pt x="340665" y="1737631"/>
                  </a:lnTo>
                  <a:lnTo>
                    <a:pt x="337187" y="1739011"/>
                  </a:lnTo>
                  <a:lnTo>
                    <a:pt x="331274" y="1741357"/>
                  </a:lnTo>
                  <a:lnTo>
                    <a:pt x="323797" y="1744325"/>
                  </a:lnTo>
                  <a:lnTo>
                    <a:pt x="312493" y="1748813"/>
                  </a:lnTo>
                  <a:lnTo>
                    <a:pt x="308841" y="1750263"/>
                  </a:lnTo>
                  <a:lnTo>
                    <a:pt x="304668" y="1751921"/>
                  </a:lnTo>
                  <a:lnTo>
                    <a:pt x="296842" y="1755029"/>
                  </a:lnTo>
                  <a:lnTo>
                    <a:pt x="286409" y="1759175"/>
                  </a:lnTo>
                  <a:lnTo>
                    <a:pt x="284496" y="1759936"/>
                  </a:lnTo>
                  <a:lnTo>
                    <a:pt x="282583" y="1760696"/>
                  </a:lnTo>
                  <a:lnTo>
                    <a:pt x="282235" y="1760834"/>
                  </a:lnTo>
                  <a:lnTo>
                    <a:pt x="278062" y="1762493"/>
                  </a:lnTo>
                  <a:lnTo>
                    <a:pt x="277540" y="1762701"/>
                  </a:lnTo>
                  <a:lnTo>
                    <a:pt x="271975" y="1764913"/>
                  </a:lnTo>
                  <a:lnTo>
                    <a:pt x="268323" y="1766365"/>
                  </a:lnTo>
                  <a:lnTo>
                    <a:pt x="267628" y="1766642"/>
                  </a:lnTo>
                  <a:lnTo>
                    <a:pt x="244325" y="1775912"/>
                  </a:lnTo>
                  <a:lnTo>
                    <a:pt x="241543" y="1777019"/>
                  </a:lnTo>
                  <a:lnTo>
                    <a:pt x="239630" y="1777781"/>
                  </a:lnTo>
                  <a:lnTo>
                    <a:pt x="238761" y="1778127"/>
                  </a:lnTo>
                  <a:lnTo>
                    <a:pt x="230240" y="1781519"/>
                  </a:lnTo>
                  <a:lnTo>
                    <a:pt x="219458" y="1785812"/>
                  </a:lnTo>
                  <a:lnTo>
                    <a:pt x="216502" y="1786989"/>
                  </a:lnTo>
                  <a:lnTo>
                    <a:pt x="211111" y="1789137"/>
                  </a:lnTo>
                  <a:lnTo>
                    <a:pt x="209720" y="1789691"/>
                  </a:lnTo>
                  <a:lnTo>
                    <a:pt x="206590" y="1790938"/>
                  </a:lnTo>
                  <a:lnTo>
                    <a:pt x="204677" y="1791700"/>
                  </a:lnTo>
                  <a:lnTo>
                    <a:pt x="191461" y="1796967"/>
                  </a:lnTo>
                  <a:lnTo>
                    <a:pt x="186939" y="1798769"/>
                  </a:lnTo>
                  <a:lnTo>
                    <a:pt x="178592" y="1802097"/>
                  </a:lnTo>
                  <a:lnTo>
                    <a:pt x="173897" y="1803970"/>
                  </a:lnTo>
                  <a:lnTo>
                    <a:pt x="170071" y="1805495"/>
                  </a:lnTo>
                  <a:lnTo>
                    <a:pt x="168854" y="1805981"/>
                  </a:lnTo>
                  <a:lnTo>
                    <a:pt x="168332" y="1806189"/>
                  </a:lnTo>
                  <a:lnTo>
                    <a:pt x="166767" y="1806813"/>
                  </a:lnTo>
                  <a:lnTo>
                    <a:pt x="163289" y="1808201"/>
                  </a:lnTo>
                  <a:lnTo>
                    <a:pt x="149899" y="1813543"/>
                  </a:lnTo>
                  <a:lnTo>
                    <a:pt x="138596" y="1818055"/>
                  </a:lnTo>
                  <a:lnTo>
                    <a:pt x="122945" y="1824304"/>
                  </a:lnTo>
                  <a:lnTo>
                    <a:pt x="112511" y="1828472"/>
                  </a:lnTo>
                  <a:lnTo>
                    <a:pt x="110598" y="1829236"/>
                  </a:lnTo>
                  <a:lnTo>
                    <a:pt x="108338" y="1830139"/>
                  </a:lnTo>
                  <a:lnTo>
                    <a:pt x="104164" y="1831807"/>
                  </a:lnTo>
                  <a:lnTo>
                    <a:pt x="103642" y="1832016"/>
                  </a:lnTo>
                  <a:lnTo>
                    <a:pt x="94426" y="1835699"/>
                  </a:lnTo>
                  <a:lnTo>
                    <a:pt x="64863" y="1847520"/>
                  </a:lnTo>
                  <a:lnTo>
                    <a:pt x="56342" y="1850929"/>
                  </a:lnTo>
                  <a:lnTo>
                    <a:pt x="45561" y="1855244"/>
                  </a:lnTo>
                  <a:lnTo>
                    <a:pt x="42604" y="1856427"/>
                  </a:lnTo>
                  <a:lnTo>
                    <a:pt x="4695" y="1871609"/>
                  </a:lnTo>
                  <a:lnTo>
                    <a:pt x="0" y="1873490"/>
                  </a:lnTo>
                  <a:close/>
                </a:path>
              </a:pathLst>
            </a:custGeom>
            <a:solidFill>
              <a:srgbClr val="00BA38">
                <a:alpha val="14901"/>
              </a:srgbClr>
            </a:solidFill>
          </p:spPr>
          <p:txBody>
            <a:bodyPr/>
            <a:lstStyle/>
            <a:p/>
          </p:txBody>
        </p:sp>
        <p:sp>
          <p:nvSpPr>
            <p:cNvPr id="11" name="pl10"/>
            <p:cNvSpPr/>
            <p:nvPr/>
          </p:nvSpPr>
          <p:spPr>
            <a:xfrm>
              <a:off x="3459159" y="2849360"/>
              <a:ext cx="4310222" cy="1662392"/>
            </a:xfrm>
            <a:custGeom>
              <a:avLst/>
              <a:pathLst>
                <a:path w="4310222" h="1662392">
                  <a:moveTo>
                    <a:pt x="0" y="1662392"/>
                  </a:moveTo>
                  <a:lnTo>
                    <a:pt x="4695" y="1660734"/>
                  </a:lnTo>
                  <a:lnTo>
                    <a:pt x="42604" y="1647331"/>
                  </a:lnTo>
                  <a:lnTo>
                    <a:pt x="45561" y="1646286"/>
                  </a:lnTo>
                  <a:lnTo>
                    <a:pt x="56342" y="1642471"/>
                  </a:lnTo>
                  <a:lnTo>
                    <a:pt x="64863" y="1639455"/>
                  </a:lnTo>
                  <a:lnTo>
                    <a:pt x="94426" y="1628986"/>
                  </a:lnTo>
                  <a:lnTo>
                    <a:pt x="103642" y="1625720"/>
                  </a:lnTo>
                  <a:lnTo>
                    <a:pt x="104164" y="1625536"/>
                  </a:lnTo>
                  <a:lnTo>
                    <a:pt x="108338" y="1624056"/>
                  </a:lnTo>
                  <a:lnTo>
                    <a:pt x="110598" y="1623255"/>
                  </a:lnTo>
                  <a:lnTo>
                    <a:pt x="112511" y="1622577"/>
                  </a:lnTo>
                  <a:lnTo>
                    <a:pt x="122945" y="1618878"/>
                  </a:lnTo>
                  <a:lnTo>
                    <a:pt x="138596" y="1613326"/>
                  </a:lnTo>
                  <a:lnTo>
                    <a:pt x="149899" y="1609315"/>
                  </a:lnTo>
                  <a:lnTo>
                    <a:pt x="163289" y="1604562"/>
                  </a:lnTo>
                  <a:lnTo>
                    <a:pt x="166767" y="1603327"/>
                  </a:lnTo>
                  <a:lnTo>
                    <a:pt x="168332" y="1602771"/>
                  </a:lnTo>
                  <a:lnTo>
                    <a:pt x="168854" y="1602586"/>
                  </a:lnTo>
                  <a:lnTo>
                    <a:pt x="170071" y="1602153"/>
                  </a:lnTo>
                  <a:lnTo>
                    <a:pt x="173897" y="1600795"/>
                  </a:lnTo>
                  <a:lnTo>
                    <a:pt x="178592" y="1599127"/>
                  </a:lnTo>
                  <a:lnTo>
                    <a:pt x="186939" y="1596161"/>
                  </a:lnTo>
                  <a:lnTo>
                    <a:pt x="191461" y="1594554"/>
                  </a:lnTo>
                  <a:lnTo>
                    <a:pt x="204677" y="1589856"/>
                  </a:lnTo>
                  <a:lnTo>
                    <a:pt x="206590" y="1589176"/>
                  </a:lnTo>
                  <a:lnTo>
                    <a:pt x="209720" y="1588063"/>
                  </a:lnTo>
                  <a:lnTo>
                    <a:pt x="211111" y="1587568"/>
                  </a:lnTo>
                  <a:lnTo>
                    <a:pt x="216502" y="1585651"/>
                  </a:lnTo>
                  <a:lnTo>
                    <a:pt x="219458" y="1584599"/>
                  </a:lnTo>
                  <a:lnTo>
                    <a:pt x="230240" y="1580763"/>
                  </a:lnTo>
                  <a:lnTo>
                    <a:pt x="238761" y="1577730"/>
                  </a:lnTo>
                  <a:lnTo>
                    <a:pt x="239630" y="1577421"/>
                  </a:lnTo>
                  <a:lnTo>
                    <a:pt x="241543" y="1576740"/>
                  </a:lnTo>
                  <a:lnTo>
                    <a:pt x="244325" y="1575749"/>
                  </a:lnTo>
                  <a:lnTo>
                    <a:pt x="267628" y="1567449"/>
                  </a:lnTo>
                  <a:lnTo>
                    <a:pt x="268323" y="1567201"/>
                  </a:lnTo>
                  <a:lnTo>
                    <a:pt x="271975" y="1565900"/>
                  </a:lnTo>
                  <a:lnTo>
                    <a:pt x="277540" y="1563917"/>
                  </a:lnTo>
                  <a:lnTo>
                    <a:pt x="278062" y="1563731"/>
                  </a:lnTo>
                  <a:lnTo>
                    <a:pt x="282235" y="1562243"/>
                  </a:lnTo>
                  <a:lnTo>
                    <a:pt x="282583" y="1562119"/>
                  </a:lnTo>
                  <a:lnTo>
                    <a:pt x="284496" y="1561437"/>
                  </a:lnTo>
                  <a:lnTo>
                    <a:pt x="286409" y="1560755"/>
                  </a:lnTo>
                  <a:lnTo>
                    <a:pt x="296842" y="1557034"/>
                  </a:lnTo>
                  <a:lnTo>
                    <a:pt x="304668" y="1554242"/>
                  </a:lnTo>
                  <a:lnTo>
                    <a:pt x="308841" y="1552753"/>
                  </a:lnTo>
                  <a:lnTo>
                    <a:pt x="312493" y="1551450"/>
                  </a:lnTo>
                  <a:lnTo>
                    <a:pt x="323797" y="1547415"/>
                  </a:lnTo>
                  <a:lnTo>
                    <a:pt x="331274" y="1544745"/>
                  </a:lnTo>
                  <a:lnTo>
                    <a:pt x="337187" y="1542633"/>
                  </a:lnTo>
                  <a:lnTo>
                    <a:pt x="340665" y="1541391"/>
                  </a:lnTo>
                  <a:lnTo>
                    <a:pt x="342230" y="1540832"/>
                  </a:lnTo>
                  <a:lnTo>
                    <a:pt x="342751" y="1540645"/>
                  </a:lnTo>
                  <a:lnTo>
                    <a:pt x="343969" y="1540210"/>
                  </a:lnTo>
                  <a:lnTo>
                    <a:pt x="347794" y="1538843"/>
                  </a:lnTo>
                  <a:lnTo>
                    <a:pt x="349707" y="1538160"/>
                  </a:lnTo>
                  <a:lnTo>
                    <a:pt x="352490" y="1537165"/>
                  </a:lnTo>
                  <a:lnTo>
                    <a:pt x="360837" y="1534182"/>
                  </a:lnTo>
                  <a:lnTo>
                    <a:pt x="365358" y="1532565"/>
                  </a:lnTo>
                  <a:lnTo>
                    <a:pt x="366401" y="1532192"/>
                  </a:lnTo>
                  <a:lnTo>
                    <a:pt x="378574" y="1527838"/>
                  </a:lnTo>
                  <a:lnTo>
                    <a:pt x="380487" y="1527154"/>
                  </a:lnTo>
                  <a:lnTo>
                    <a:pt x="383617" y="1526034"/>
                  </a:lnTo>
                  <a:lnTo>
                    <a:pt x="385008" y="1525536"/>
                  </a:lnTo>
                  <a:lnTo>
                    <a:pt x="390399" y="1523607"/>
                  </a:lnTo>
                  <a:lnTo>
                    <a:pt x="393356" y="1522549"/>
                  </a:lnTo>
                  <a:lnTo>
                    <a:pt x="404137" y="1518688"/>
                  </a:lnTo>
                  <a:lnTo>
                    <a:pt x="412658" y="1515637"/>
                  </a:lnTo>
                  <a:lnTo>
                    <a:pt x="413528" y="1515325"/>
                  </a:lnTo>
                  <a:lnTo>
                    <a:pt x="415441" y="1514640"/>
                  </a:lnTo>
                  <a:lnTo>
                    <a:pt x="418223" y="1513643"/>
                  </a:lnTo>
                  <a:lnTo>
                    <a:pt x="441525" y="1505291"/>
                  </a:lnTo>
                  <a:lnTo>
                    <a:pt x="442221" y="1505041"/>
                  </a:lnTo>
                  <a:lnTo>
                    <a:pt x="445873" y="1503732"/>
                  </a:lnTo>
                  <a:lnTo>
                    <a:pt x="451437" y="1501735"/>
                  </a:lnTo>
                  <a:lnTo>
                    <a:pt x="451959" y="1501548"/>
                  </a:lnTo>
                  <a:lnTo>
                    <a:pt x="456133" y="1500051"/>
                  </a:lnTo>
                  <a:lnTo>
                    <a:pt x="456480" y="1499926"/>
                  </a:lnTo>
                  <a:lnTo>
                    <a:pt x="458393" y="1499240"/>
                  </a:lnTo>
                  <a:lnTo>
                    <a:pt x="460306" y="1498553"/>
                  </a:lnTo>
                  <a:lnTo>
                    <a:pt x="470740" y="1494808"/>
                  </a:lnTo>
                  <a:lnTo>
                    <a:pt x="478565" y="1491998"/>
                  </a:lnTo>
                  <a:lnTo>
                    <a:pt x="482739" y="1490500"/>
                  </a:lnTo>
                  <a:lnTo>
                    <a:pt x="484478" y="1489875"/>
                  </a:lnTo>
                  <a:lnTo>
                    <a:pt x="486391" y="1489188"/>
                  </a:lnTo>
                  <a:lnTo>
                    <a:pt x="497694" y="1485126"/>
                  </a:lnTo>
                  <a:lnTo>
                    <a:pt x="505172" y="1482439"/>
                  </a:lnTo>
                  <a:lnTo>
                    <a:pt x="511084" y="1480313"/>
                  </a:lnTo>
                  <a:lnTo>
                    <a:pt x="516127" y="1478499"/>
                  </a:lnTo>
                  <a:lnTo>
                    <a:pt x="516649" y="1478312"/>
                  </a:lnTo>
                  <a:lnTo>
                    <a:pt x="517866" y="1477874"/>
                  </a:lnTo>
                  <a:lnTo>
                    <a:pt x="521692" y="1476498"/>
                  </a:lnTo>
                  <a:lnTo>
                    <a:pt x="523605" y="1475810"/>
                  </a:lnTo>
                  <a:lnTo>
                    <a:pt x="526387" y="1474809"/>
                  </a:lnTo>
                  <a:lnTo>
                    <a:pt x="534734" y="1471805"/>
                  </a:lnTo>
                  <a:lnTo>
                    <a:pt x="539255" y="1470177"/>
                  </a:lnTo>
                  <a:lnTo>
                    <a:pt x="540299" y="1469802"/>
                  </a:lnTo>
                  <a:lnTo>
                    <a:pt x="552472" y="1465419"/>
                  </a:lnTo>
                  <a:lnTo>
                    <a:pt x="554385" y="1464730"/>
                  </a:lnTo>
                  <a:lnTo>
                    <a:pt x="557515" y="1463602"/>
                  </a:lnTo>
                  <a:lnTo>
                    <a:pt x="558906" y="1463101"/>
                  </a:lnTo>
                  <a:lnTo>
                    <a:pt x="564297" y="1461158"/>
                  </a:lnTo>
                  <a:lnTo>
                    <a:pt x="567253" y="1460093"/>
                  </a:lnTo>
                  <a:lnTo>
                    <a:pt x="578035" y="1456207"/>
                  </a:lnTo>
                  <a:lnTo>
                    <a:pt x="586556" y="1453134"/>
                  </a:lnTo>
                  <a:lnTo>
                    <a:pt x="587425" y="1452820"/>
                  </a:lnTo>
                  <a:lnTo>
                    <a:pt x="589338" y="1452130"/>
                  </a:lnTo>
                  <a:lnTo>
                    <a:pt x="592120" y="1451126"/>
                  </a:lnTo>
                  <a:lnTo>
                    <a:pt x="615423" y="1442716"/>
                  </a:lnTo>
                  <a:lnTo>
                    <a:pt x="616118" y="1442465"/>
                  </a:lnTo>
                  <a:lnTo>
                    <a:pt x="619770" y="1441146"/>
                  </a:lnTo>
                  <a:lnTo>
                    <a:pt x="625335" y="1439136"/>
                  </a:lnTo>
                  <a:lnTo>
                    <a:pt x="625856" y="1438947"/>
                  </a:lnTo>
                  <a:lnTo>
                    <a:pt x="630030" y="1437439"/>
                  </a:lnTo>
                  <a:lnTo>
                    <a:pt x="630378" y="1437313"/>
                  </a:lnTo>
                  <a:lnTo>
                    <a:pt x="632291" y="1436622"/>
                  </a:lnTo>
                  <a:lnTo>
                    <a:pt x="634203" y="1435931"/>
                  </a:lnTo>
                  <a:lnTo>
                    <a:pt x="644637" y="1432159"/>
                  </a:lnTo>
                  <a:lnTo>
                    <a:pt x="652463" y="1429330"/>
                  </a:lnTo>
                  <a:lnTo>
                    <a:pt x="656636" y="1427820"/>
                  </a:lnTo>
                  <a:lnTo>
                    <a:pt x="658375" y="1427191"/>
                  </a:lnTo>
                  <a:lnTo>
                    <a:pt x="660288" y="1426499"/>
                  </a:lnTo>
                  <a:lnTo>
                    <a:pt x="671591" y="1422408"/>
                  </a:lnTo>
                  <a:lnTo>
                    <a:pt x="679069" y="1419701"/>
                  </a:lnTo>
                  <a:lnTo>
                    <a:pt x="684982" y="1417560"/>
                  </a:lnTo>
                  <a:lnTo>
                    <a:pt x="688459" y="1416300"/>
                  </a:lnTo>
                  <a:lnTo>
                    <a:pt x="690025" y="1415733"/>
                  </a:lnTo>
                  <a:lnTo>
                    <a:pt x="690546" y="1415544"/>
                  </a:lnTo>
                  <a:lnTo>
                    <a:pt x="691764" y="1415103"/>
                  </a:lnTo>
                  <a:lnTo>
                    <a:pt x="697502" y="1413024"/>
                  </a:lnTo>
                  <a:lnTo>
                    <a:pt x="700285" y="1412016"/>
                  </a:lnTo>
                  <a:lnTo>
                    <a:pt x="708632" y="1408990"/>
                  </a:lnTo>
                  <a:lnTo>
                    <a:pt x="713153" y="1407350"/>
                  </a:lnTo>
                  <a:lnTo>
                    <a:pt x="714196" y="1406972"/>
                  </a:lnTo>
                  <a:lnTo>
                    <a:pt x="726369" y="1402556"/>
                  </a:lnTo>
                  <a:lnTo>
                    <a:pt x="728282" y="1401862"/>
                  </a:lnTo>
                  <a:lnTo>
                    <a:pt x="731412" y="1400726"/>
                  </a:lnTo>
                  <a:lnTo>
                    <a:pt x="732803" y="1400221"/>
                  </a:lnTo>
                  <a:lnTo>
                    <a:pt x="738194" y="1398265"/>
                  </a:lnTo>
                  <a:lnTo>
                    <a:pt x="741150" y="1397191"/>
                  </a:lnTo>
                  <a:lnTo>
                    <a:pt x="751932" y="1393276"/>
                  </a:lnTo>
                  <a:lnTo>
                    <a:pt x="760453" y="1390180"/>
                  </a:lnTo>
                  <a:lnTo>
                    <a:pt x="761323" y="1389864"/>
                  </a:lnTo>
                  <a:lnTo>
                    <a:pt x="763235" y="1389169"/>
                  </a:lnTo>
                  <a:lnTo>
                    <a:pt x="766018" y="1388158"/>
                  </a:lnTo>
                  <a:lnTo>
                    <a:pt x="789320" y="1379683"/>
                  </a:lnTo>
                  <a:lnTo>
                    <a:pt x="790016" y="1379430"/>
                  </a:lnTo>
                  <a:lnTo>
                    <a:pt x="793667" y="1378101"/>
                  </a:lnTo>
                  <a:lnTo>
                    <a:pt x="799232" y="1376076"/>
                  </a:lnTo>
                  <a:lnTo>
                    <a:pt x="799754" y="1375886"/>
                  </a:lnTo>
                  <a:lnTo>
                    <a:pt x="803927" y="1374367"/>
                  </a:lnTo>
                  <a:lnTo>
                    <a:pt x="804275" y="1374240"/>
                  </a:lnTo>
                  <a:lnTo>
                    <a:pt x="806188" y="1373543"/>
                  </a:lnTo>
                  <a:lnTo>
                    <a:pt x="808101" y="1372847"/>
                  </a:lnTo>
                  <a:lnTo>
                    <a:pt x="818535" y="1369046"/>
                  </a:lnTo>
                  <a:lnTo>
                    <a:pt x="826360" y="1366195"/>
                  </a:lnTo>
                  <a:lnTo>
                    <a:pt x="830534" y="1364673"/>
                  </a:lnTo>
                  <a:lnTo>
                    <a:pt x="832273" y="1364039"/>
                  </a:lnTo>
                  <a:lnTo>
                    <a:pt x="834186" y="1363342"/>
                  </a:lnTo>
                  <a:lnTo>
                    <a:pt x="845489" y="1359220"/>
                  </a:lnTo>
                  <a:lnTo>
                    <a:pt x="852966" y="1356491"/>
                  </a:lnTo>
                  <a:lnTo>
                    <a:pt x="858879" y="1354333"/>
                  </a:lnTo>
                  <a:lnTo>
                    <a:pt x="862357" y="1353064"/>
                  </a:lnTo>
                  <a:lnTo>
                    <a:pt x="863922" y="1352492"/>
                  </a:lnTo>
                  <a:lnTo>
                    <a:pt x="864444" y="1352302"/>
                  </a:lnTo>
                  <a:lnTo>
                    <a:pt x="865661" y="1351857"/>
                  </a:lnTo>
                  <a:lnTo>
                    <a:pt x="869487" y="1350460"/>
                  </a:lnTo>
                  <a:lnTo>
                    <a:pt x="871400" y="1349762"/>
                  </a:lnTo>
                  <a:lnTo>
                    <a:pt x="874182" y="1348746"/>
                  </a:lnTo>
                  <a:lnTo>
                    <a:pt x="882529" y="1345696"/>
                  </a:lnTo>
                  <a:lnTo>
                    <a:pt x="887050" y="1344044"/>
                  </a:lnTo>
                  <a:lnTo>
                    <a:pt x="888094" y="1343662"/>
                  </a:lnTo>
                  <a:lnTo>
                    <a:pt x="900267" y="1339212"/>
                  </a:lnTo>
                  <a:lnTo>
                    <a:pt x="902179" y="1338512"/>
                  </a:lnTo>
                  <a:lnTo>
                    <a:pt x="905310" y="1337367"/>
                  </a:lnTo>
                  <a:lnTo>
                    <a:pt x="906701" y="1336858"/>
                  </a:lnTo>
                  <a:lnTo>
                    <a:pt x="912092" y="1334886"/>
                  </a:lnTo>
                  <a:lnTo>
                    <a:pt x="915048" y="1333804"/>
                  </a:lnTo>
                  <a:lnTo>
                    <a:pt x="925830" y="1329857"/>
                  </a:lnTo>
                  <a:lnTo>
                    <a:pt x="934350" y="1326736"/>
                  </a:lnTo>
                  <a:lnTo>
                    <a:pt x="935220" y="1326418"/>
                  </a:lnTo>
                  <a:lnTo>
                    <a:pt x="937133" y="1325717"/>
                  </a:lnTo>
                  <a:lnTo>
                    <a:pt x="939915" y="1324697"/>
                  </a:lnTo>
                  <a:lnTo>
                    <a:pt x="963217" y="1316154"/>
                  </a:lnTo>
                  <a:lnTo>
                    <a:pt x="967565" y="1314559"/>
                  </a:lnTo>
                  <a:lnTo>
                    <a:pt x="973130" y="1312518"/>
                  </a:lnTo>
                  <a:lnTo>
                    <a:pt x="973651" y="1312326"/>
                  </a:lnTo>
                  <a:lnTo>
                    <a:pt x="977825" y="1310794"/>
                  </a:lnTo>
                  <a:lnTo>
                    <a:pt x="978173" y="1310667"/>
                  </a:lnTo>
                  <a:lnTo>
                    <a:pt x="980086" y="1309964"/>
                  </a:lnTo>
                  <a:lnTo>
                    <a:pt x="981998" y="1309262"/>
                  </a:lnTo>
                  <a:lnTo>
                    <a:pt x="992432" y="1305430"/>
                  </a:lnTo>
                  <a:lnTo>
                    <a:pt x="1000258" y="1302555"/>
                  </a:lnTo>
                  <a:lnTo>
                    <a:pt x="1004431" y="1301021"/>
                  </a:lnTo>
                  <a:lnTo>
                    <a:pt x="1006170" y="1300382"/>
                  </a:lnTo>
                  <a:lnTo>
                    <a:pt x="1008083" y="1299679"/>
                  </a:lnTo>
                  <a:lnTo>
                    <a:pt x="1019386" y="1295523"/>
                  </a:lnTo>
                  <a:lnTo>
                    <a:pt x="1026864" y="1292772"/>
                  </a:lnTo>
                  <a:lnTo>
                    <a:pt x="1032776" y="1290596"/>
                  </a:lnTo>
                  <a:lnTo>
                    <a:pt x="1036254" y="1289316"/>
                  </a:lnTo>
                  <a:lnTo>
                    <a:pt x="1037819" y="1288739"/>
                  </a:lnTo>
                  <a:lnTo>
                    <a:pt x="1038341" y="1288547"/>
                  </a:lnTo>
                  <a:lnTo>
                    <a:pt x="1039558" y="1288099"/>
                  </a:lnTo>
                  <a:lnTo>
                    <a:pt x="1043384" y="1286691"/>
                  </a:lnTo>
                  <a:lnTo>
                    <a:pt x="1045297" y="1285986"/>
                  </a:lnTo>
                  <a:lnTo>
                    <a:pt x="1048079" y="1284961"/>
                  </a:lnTo>
                  <a:lnTo>
                    <a:pt x="1056426" y="1281886"/>
                  </a:lnTo>
                  <a:lnTo>
                    <a:pt x="1060948" y="1280220"/>
                  </a:lnTo>
                  <a:lnTo>
                    <a:pt x="1061991" y="1279835"/>
                  </a:lnTo>
                  <a:lnTo>
                    <a:pt x="1074164" y="1275347"/>
                  </a:lnTo>
                  <a:lnTo>
                    <a:pt x="1076077" y="1274642"/>
                  </a:lnTo>
                  <a:lnTo>
                    <a:pt x="1079207" y="1273487"/>
                  </a:lnTo>
                  <a:lnTo>
                    <a:pt x="1080598" y="1272974"/>
                  </a:lnTo>
                  <a:lnTo>
                    <a:pt x="1085989" y="1270985"/>
                  </a:lnTo>
                  <a:lnTo>
                    <a:pt x="1088945" y="1269894"/>
                  </a:lnTo>
                  <a:lnTo>
                    <a:pt x="1099727" y="1265913"/>
                  </a:lnTo>
                  <a:lnTo>
                    <a:pt x="1108248" y="1262766"/>
                  </a:lnTo>
                  <a:lnTo>
                    <a:pt x="1109117" y="1262445"/>
                  </a:lnTo>
                  <a:lnTo>
                    <a:pt x="1111030" y="1261738"/>
                  </a:lnTo>
                  <a:lnTo>
                    <a:pt x="1113813" y="1260710"/>
                  </a:lnTo>
                  <a:lnTo>
                    <a:pt x="1137115" y="1252094"/>
                  </a:lnTo>
                  <a:lnTo>
                    <a:pt x="1137810" y="1251837"/>
                  </a:lnTo>
                  <a:lnTo>
                    <a:pt x="1141462" y="1250486"/>
                  </a:lnTo>
                  <a:lnTo>
                    <a:pt x="1147027" y="1248426"/>
                  </a:lnTo>
                  <a:lnTo>
                    <a:pt x="1147549" y="1248233"/>
                  </a:lnTo>
                  <a:lnTo>
                    <a:pt x="1151722" y="1246688"/>
                  </a:lnTo>
                  <a:lnTo>
                    <a:pt x="1152070" y="1246559"/>
                  </a:lnTo>
                  <a:lnTo>
                    <a:pt x="1153983" y="1245851"/>
                  </a:lnTo>
                  <a:lnTo>
                    <a:pt x="1155896" y="1245143"/>
                  </a:lnTo>
                  <a:lnTo>
                    <a:pt x="1174155" y="1238378"/>
                  </a:lnTo>
                  <a:lnTo>
                    <a:pt x="1178329" y="1236831"/>
                  </a:lnTo>
                  <a:lnTo>
                    <a:pt x="1180068" y="1236186"/>
                  </a:lnTo>
                  <a:lnTo>
                    <a:pt x="1181980" y="1235477"/>
                  </a:lnTo>
                  <a:lnTo>
                    <a:pt x="1193284" y="1231284"/>
                  </a:lnTo>
                  <a:lnTo>
                    <a:pt x="1200761" y="1228510"/>
                  </a:lnTo>
                  <a:lnTo>
                    <a:pt x="1206674" y="1226315"/>
                  </a:lnTo>
                  <a:lnTo>
                    <a:pt x="1210152" y="1225024"/>
                  </a:lnTo>
                  <a:lnTo>
                    <a:pt x="1211717" y="1224442"/>
                  </a:lnTo>
                  <a:lnTo>
                    <a:pt x="1212239" y="1224249"/>
                  </a:lnTo>
                  <a:lnTo>
                    <a:pt x="1213456" y="1223797"/>
                  </a:lnTo>
                  <a:lnTo>
                    <a:pt x="1217282" y="1222376"/>
                  </a:lnTo>
                  <a:lnTo>
                    <a:pt x="1219195" y="1221665"/>
                  </a:lnTo>
                  <a:lnTo>
                    <a:pt x="1221977" y="1220631"/>
                  </a:lnTo>
                  <a:lnTo>
                    <a:pt x="1230324" y="1217529"/>
                  </a:lnTo>
                  <a:lnTo>
                    <a:pt x="1234845" y="1215848"/>
                  </a:lnTo>
                  <a:lnTo>
                    <a:pt x="1235889" y="1215461"/>
                  </a:lnTo>
                  <a:lnTo>
                    <a:pt x="1248061" y="1210933"/>
                  </a:lnTo>
                  <a:lnTo>
                    <a:pt x="1249974" y="1210221"/>
                  </a:lnTo>
                  <a:lnTo>
                    <a:pt x="1253105" y="1209057"/>
                  </a:lnTo>
                  <a:lnTo>
                    <a:pt x="1254496" y="1208539"/>
                  </a:lnTo>
                  <a:lnTo>
                    <a:pt x="1259887" y="1206532"/>
                  </a:lnTo>
                  <a:lnTo>
                    <a:pt x="1262843" y="1205432"/>
                  </a:lnTo>
                  <a:lnTo>
                    <a:pt x="1273624" y="1201416"/>
                  </a:lnTo>
                  <a:lnTo>
                    <a:pt x="1282145" y="1198241"/>
                  </a:lnTo>
                  <a:lnTo>
                    <a:pt x="1283015" y="1197917"/>
                  </a:lnTo>
                  <a:lnTo>
                    <a:pt x="1284928" y="1197204"/>
                  </a:lnTo>
                  <a:lnTo>
                    <a:pt x="1287710" y="1196167"/>
                  </a:lnTo>
                  <a:lnTo>
                    <a:pt x="1311012" y="1187475"/>
                  </a:lnTo>
                  <a:lnTo>
                    <a:pt x="1311708" y="1187215"/>
                  </a:lnTo>
                  <a:lnTo>
                    <a:pt x="1315360" y="1185852"/>
                  </a:lnTo>
                  <a:lnTo>
                    <a:pt x="1320925" y="1183774"/>
                  </a:lnTo>
                  <a:lnTo>
                    <a:pt x="1321446" y="1183580"/>
                  </a:lnTo>
                  <a:lnTo>
                    <a:pt x="1325968" y="1181891"/>
                  </a:lnTo>
                  <a:lnTo>
                    <a:pt x="1327880" y="1181176"/>
                  </a:lnTo>
                  <a:lnTo>
                    <a:pt x="1329793" y="1180462"/>
                  </a:lnTo>
                  <a:lnTo>
                    <a:pt x="1340227" y="1176563"/>
                  </a:lnTo>
                  <a:lnTo>
                    <a:pt x="1348053" y="1173637"/>
                  </a:lnTo>
                  <a:lnTo>
                    <a:pt x="1352226" y="1172076"/>
                  </a:lnTo>
                  <a:lnTo>
                    <a:pt x="1353965" y="1171426"/>
                  </a:lnTo>
                  <a:lnTo>
                    <a:pt x="1355878" y="1170710"/>
                  </a:lnTo>
                  <a:lnTo>
                    <a:pt x="1367181" y="1166480"/>
                  </a:lnTo>
                  <a:lnTo>
                    <a:pt x="1374659" y="1163681"/>
                  </a:lnTo>
                  <a:lnTo>
                    <a:pt x="1380571" y="1161466"/>
                  </a:lnTo>
                  <a:lnTo>
                    <a:pt x="1384049" y="1160164"/>
                  </a:lnTo>
                  <a:lnTo>
                    <a:pt x="1385614" y="1159577"/>
                  </a:lnTo>
                  <a:lnTo>
                    <a:pt x="1386136" y="1159382"/>
                  </a:lnTo>
                  <a:lnTo>
                    <a:pt x="1387353" y="1158926"/>
                  </a:lnTo>
                  <a:lnTo>
                    <a:pt x="1391179" y="1157492"/>
                  </a:lnTo>
                  <a:lnTo>
                    <a:pt x="1393092" y="1156775"/>
                  </a:lnTo>
                  <a:lnTo>
                    <a:pt x="1395874" y="1155732"/>
                  </a:lnTo>
                  <a:lnTo>
                    <a:pt x="1404221" y="1152602"/>
                  </a:lnTo>
                  <a:lnTo>
                    <a:pt x="1408743" y="1150906"/>
                  </a:lnTo>
                  <a:lnTo>
                    <a:pt x="1409786" y="1150515"/>
                  </a:lnTo>
                  <a:lnTo>
                    <a:pt x="1421959" y="1145947"/>
                  </a:lnTo>
                  <a:lnTo>
                    <a:pt x="1423872" y="1145229"/>
                  </a:lnTo>
                  <a:lnTo>
                    <a:pt x="1427002" y="1144054"/>
                  </a:lnTo>
                  <a:lnTo>
                    <a:pt x="1428393" y="1143531"/>
                  </a:lnTo>
                  <a:lnTo>
                    <a:pt x="1433784" y="1141507"/>
                  </a:lnTo>
                  <a:lnTo>
                    <a:pt x="1436740" y="1140396"/>
                  </a:lnTo>
                  <a:lnTo>
                    <a:pt x="1447522" y="1136345"/>
                  </a:lnTo>
                  <a:lnTo>
                    <a:pt x="1456043" y="1133142"/>
                  </a:lnTo>
                  <a:lnTo>
                    <a:pt x="1456912" y="1132815"/>
                  </a:lnTo>
                  <a:lnTo>
                    <a:pt x="1458825" y="1132095"/>
                  </a:lnTo>
                  <a:lnTo>
                    <a:pt x="1461608" y="1131049"/>
                  </a:lnTo>
                  <a:lnTo>
                    <a:pt x="1484910" y="1122279"/>
                  </a:lnTo>
                  <a:lnTo>
                    <a:pt x="1485605" y="1122017"/>
                  </a:lnTo>
                  <a:lnTo>
                    <a:pt x="1489257" y="1120641"/>
                  </a:lnTo>
                  <a:lnTo>
                    <a:pt x="1494822" y="1118545"/>
                  </a:lnTo>
                  <a:lnTo>
                    <a:pt x="1495344" y="1118348"/>
                  </a:lnTo>
                  <a:lnTo>
                    <a:pt x="1499517" y="1116775"/>
                  </a:lnTo>
                  <a:lnTo>
                    <a:pt x="1499865" y="1116644"/>
                  </a:lnTo>
                  <a:lnTo>
                    <a:pt x="1501778" y="1115923"/>
                  </a:lnTo>
                  <a:lnTo>
                    <a:pt x="1503691" y="1115202"/>
                  </a:lnTo>
                  <a:lnTo>
                    <a:pt x="1514125" y="1111268"/>
                  </a:lnTo>
                  <a:lnTo>
                    <a:pt x="1521950" y="1108316"/>
                  </a:lnTo>
                  <a:lnTo>
                    <a:pt x="1526123" y="1106741"/>
                  </a:lnTo>
                  <a:lnTo>
                    <a:pt x="1527862" y="1106085"/>
                  </a:lnTo>
                  <a:lnTo>
                    <a:pt x="1529775" y="1105363"/>
                  </a:lnTo>
                  <a:lnTo>
                    <a:pt x="1541079" y="1101095"/>
                  </a:lnTo>
                  <a:lnTo>
                    <a:pt x="1548556" y="1098271"/>
                  </a:lnTo>
                  <a:lnTo>
                    <a:pt x="1554469" y="1096036"/>
                  </a:lnTo>
                  <a:lnTo>
                    <a:pt x="1559512" y="1094130"/>
                  </a:lnTo>
                  <a:lnTo>
                    <a:pt x="1560033" y="1093933"/>
                  </a:lnTo>
                  <a:lnTo>
                    <a:pt x="1561251" y="1093473"/>
                  </a:lnTo>
                  <a:lnTo>
                    <a:pt x="1565077" y="1092026"/>
                  </a:lnTo>
                  <a:lnTo>
                    <a:pt x="1566989" y="1091303"/>
                  </a:lnTo>
                  <a:lnTo>
                    <a:pt x="1569772" y="1090250"/>
                  </a:lnTo>
                  <a:lnTo>
                    <a:pt x="1578119" y="1087093"/>
                  </a:lnTo>
                  <a:lnTo>
                    <a:pt x="1582640" y="1085382"/>
                  </a:lnTo>
                  <a:lnTo>
                    <a:pt x="1583684" y="1084987"/>
                  </a:lnTo>
                  <a:lnTo>
                    <a:pt x="1595856" y="1080378"/>
                  </a:lnTo>
                  <a:lnTo>
                    <a:pt x="1597769" y="1079653"/>
                  </a:lnTo>
                  <a:lnTo>
                    <a:pt x="1600899" y="1078467"/>
                  </a:lnTo>
                  <a:lnTo>
                    <a:pt x="1602291" y="1077940"/>
                  </a:lnTo>
                  <a:lnTo>
                    <a:pt x="1607681" y="1075898"/>
                  </a:lnTo>
                  <a:lnTo>
                    <a:pt x="1610638" y="1074777"/>
                  </a:lnTo>
                  <a:lnTo>
                    <a:pt x="1621419" y="1070690"/>
                  </a:lnTo>
                  <a:lnTo>
                    <a:pt x="1629940" y="1067458"/>
                  </a:lnTo>
                  <a:lnTo>
                    <a:pt x="1630810" y="1067128"/>
                  </a:lnTo>
                  <a:lnTo>
                    <a:pt x="1632723" y="1066402"/>
                  </a:lnTo>
                  <a:lnTo>
                    <a:pt x="1635505" y="1065346"/>
                  </a:lnTo>
                  <a:lnTo>
                    <a:pt x="1658807" y="1056497"/>
                  </a:lnTo>
                  <a:lnTo>
                    <a:pt x="1659503" y="1056233"/>
                  </a:lnTo>
                  <a:lnTo>
                    <a:pt x="1663155" y="1054845"/>
                  </a:lnTo>
                  <a:lnTo>
                    <a:pt x="1668719" y="1052730"/>
                  </a:lnTo>
                  <a:lnTo>
                    <a:pt x="1669241" y="1052532"/>
                  </a:lnTo>
                  <a:lnTo>
                    <a:pt x="1673415" y="1050945"/>
                  </a:lnTo>
                  <a:lnTo>
                    <a:pt x="1673762" y="1050813"/>
                  </a:lnTo>
                  <a:lnTo>
                    <a:pt x="1675675" y="1050086"/>
                  </a:lnTo>
                  <a:lnTo>
                    <a:pt x="1677588" y="1049358"/>
                  </a:lnTo>
                  <a:lnTo>
                    <a:pt x="1688022" y="1045389"/>
                  </a:lnTo>
                  <a:lnTo>
                    <a:pt x="1695847" y="1042411"/>
                  </a:lnTo>
                  <a:lnTo>
                    <a:pt x="1700021" y="1040822"/>
                  </a:lnTo>
                  <a:lnTo>
                    <a:pt x="1701760" y="1040160"/>
                  </a:lnTo>
                  <a:lnTo>
                    <a:pt x="1703673" y="1039431"/>
                  </a:lnTo>
                  <a:lnTo>
                    <a:pt x="1714976" y="1035126"/>
                  </a:lnTo>
                  <a:lnTo>
                    <a:pt x="1722454" y="1032276"/>
                  </a:lnTo>
                  <a:lnTo>
                    <a:pt x="1728366" y="1030022"/>
                  </a:lnTo>
                  <a:lnTo>
                    <a:pt x="1731844" y="1028696"/>
                  </a:lnTo>
                  <a:lnTo>
                    <a:pt x="1733409" y="1028099"/>
                  </a:lnTo>
                  <a:lnTo>
                    <a:pt x="1733931" y="1027900"/>
                  </a:lnTo>
                  <a:lnTo>
                    <a:pt x="1735148" y="1027436"/>
                  </a:lnTo>
                  <a:lnTo>
                    <a:pt x="1738974" y="1025976"/>
                  </a:lnTo>
                  <a:lnTo>
                    <a:pt x="1740887" y="1025247"/>
                  </a:lnTo>
                  <a:lnTo>
                    <a:pt x="1743669" y="1024185"/>
                  </a:lnTo>
                  <a:lnTo>
                    <a:pt x="1752016" y="1020999"/>
                  </a:lnTo>
                  <a:lnTo>
                    <a:pt x="1756538" y="1019273"/>
                  </a:lnTo>
                  <a:lnTo>
                    <a:pt x="1757581" y="1018875"/>
                  </a:lnTo>
                  <a:lnTo>
                    <a:pt x="1769754" y="1014225"/>
                  </a:lnTo>
                  <a:lnTo>
                    <a:pt x="1771667" y="1013494"/>
                  </a:lnTo>
                  <a:lnTo>
                    <a:pt x="1774797" y="1012298"/>
                  </a:lnTo>
                  <a:lnTo>
                    <a:pt x="1776188" y="1011766"/>
                  </a:lnTo>
                  <a:lnTo>
                    <a:pt x="1781579" y="1009706"/>
                  </a:lnTo>
                  <a:lnTo>
                    <a:pt x="1784535" y="1008576"/>
                  </a:lnTo>
                  <a:lnTo>
                    <a:pt x="1795317" y="1004452"/>
                  </a:lnTo>
                  <a:lnTo>
                    <a:pt x="1803838" y="1001192"/>
                  </a:lnTo>
                  <a:lnTo>
                    <a:pt x="1804707" y="1000859"/>
                  </a:lnTo>
                  <a:lnTo>
                    <a:pt x="1806620" y="1000127"/>
                  </a:lnTo>
                  <a:lnTo>
                    <a:pt x="1809402" y="999062"/>
                  </a:lnTo>
                  <a:lnTo>
                    <a:pt x="1832705" y="990136"/>
                  </a:lnTo>
                  <a:lnTo>
                    <a:pt x="1833400" y="989870"/>
                  </a:lnTo>
                  <a:lnTo>
                    <a:pt x="1842617" y="986336"/>
                  </a:lnTo>
                  <a:lnTo>
                    <a:pt x="1843139" y="986136"/>
                  </a:lnTo>
                  <a:lnTo>
                    <a:pt x="1847312" y="984536"/>
                  </a:lnTo>
                  <a:lnTo>
                    <a:pt x="1847660" y="984402"/>
                  </a:lnTo>
                  <a:lnTo>
                    <a:pt x="1849573" y="983669"/>
                  </a:lnTo>
                  <a:lnTo>
                    <a:pt x="1851486" y="982935"/>
                  </a:lnTo>
                  <a:lnTo>
                    <a:pt x="1861919" y="978932"/>
                  </a:lnTo>
                  <a:lnTo>
                    <a:pt x="1869745" y="975928"/>
                  </a:lnTo>
                  <a:lnTo>
                    <a:pt x="1873918" y="974325"/>
                  </a:lnTo>
                  <a:lnTo>
                    <a:pt x="1875657" y="973657"/>
                  </a:lnTo>
                  <a:lnTo>
                    <a:pt x="1877570" y="972923"/>
                  </a:lnTo>
                  <a:lnTo>
                    <a:pt x="1888874" y="968580"/>
                  </a:lnTo>
                  <a:lnTo>
                    <a:pt x="1896351" y="965706"/>
                  </a:lnTo>
                  <a:lnTo>
                    <a:pt x="1902264" y="963432"/>
                  </a:lnTo>
                  <a:lnTo>
                    <a:pt x="1905742" y="962095"/>
                  </a:lnTo>
                  <a:lnTo>
                    <a:pt x="1907307" y="961493"/>
                  </a:lnTo>
                  <a:lnTo>
                    <a:pt x="1907828" y="961292"/>
                  </a:lnTo>
                  <a:lnTo>
                    <a:pt x="1909046" y="960824"/>
                  </a:lnTo>
                  <a:lnTo>
                    <a:pt x="1912871" y="959352"/>
                  </a:lnTo>
                  <a:lnTo>
                    <a:pt x="1914784" y="958616"/>
                  </a:lnTo>
                  <a:lnTo>
                    <a:pt x="1917567" y="957546"/>
                  </a:lnTo>
                  <a:lnTo>
                    <a:pt x="1925914" y="954333"/>
                  </a:lnTo>
                  <a:lnTo>
                    <a:pt x="1930435" y="952592"/>
                  </a:lnTo>
                  <a:lnTo>
                    <a:pt x="1931478" y="952190"/>
                  </a:lnTo>
                  <a:lnTo>
                    <a:pt x="1943651" y="947501"/>
                  </a:lnTo>
                  <a:lnTo>
                    <a:pt x="1945564" y="946764"/>
                  </a:lnTo>
                  <a:lnTo>
                    <a:pt x="1948694" y="945558"/>
                  </a:lnTo>
                  <a:lnTo>
                    <a:pt x="1950085" y="945022"/>
                  </a:lnTo>
                  <a:lnTo>
                    <a:pt x="1955476" y="942944"/>
                  </a:lnTo>
                  <a:lnTo>
                    <a:pt x="1958433" y="941804"/>
                  </a:lnTo>
                  <a:lnTo>
                    <a:pt x="1969214" y="937646"/>
                  </a:lnTo>
                  <a:lnTo>
                    <a:pt x="1977735" y="934358"/>
                  </a:lnTo>
                  <a:lnTo>
                    <a:pt x="1978605" y="934023"/>
                  </a:lnTo>
                  <a:lnTo>
                    <a:pt x="1980518" y="933284"/>
                  </a:lnTo>
                  <a:lnTo>
                    <a:pt x="1983300" y="932211"/>
                  </a:lnTo>
                  <a:lnTo>
                    <a:pt x="2006602" y="923211"/>
                  </a:lnTo>
                  <a:lnTo>
                    <a:pt x="2007298" y="922942"/>
                  </a:lnTo>
                  <a:lnTo>
                    <a:pt x="2010950" y="921530"/>
                  </a:lnTo>
                  <a:lnTo>
                    <a:pt x="2016514" y="919379"/>
                  </a:lnTo>
                  <a:lnTo>
                    <a:pt x="2017036" y="919178"/>
                  </a:lnTo>
                  <a:lnTo>
                    <a:pt x="2021210" y="917564"/>
                  </a:lnTo>
                  <a:lnTo>
                    <a:pt x="2021557" y="917429"/>
                  </a:lnTo>
                  <a:lnTo>
                    <a:pt x="2023470" y="916690"/>
                  </a:lnTo>
                  <a:lnTo>
                    <a:pt x="2025383" y="915950"/>
                  </a:lnTo>
                  <a:lnTo>
                    <a:pt x="2035817" y="911913"/>
                  </a:lnTo>
                  <a:lnTo>
                    <a:pt x="2043642" y="908885"/>
                  </a:lnTo>
                  <a:lnTo>
                    <a:pt x="2047816" y="907269"/>
                  </a:lnTo>
                  <a:lnTo>
                    <a:pt x="2049555" y="906596"/>
                  </a:lnTo>
                  <a:lnTo>
                    <a:pt x="2051468" y="905855"/>
                  </a:lnTo>
                  <a:lnTo>
                    <a:pt x="2062771" y="901477"/>
                  </a:lnTo>
                  <a:lnTo>
                    <a:pt x="2070249" y="898580"/>
                  </a:lnTo>
                  <a:lnTo>
                    <a:pt x="2076161" y="896288"/>
                  </a:lnTo>
                  <a:lnTo>
                    <a:pt x="2079639" y="894939"/>
                  </a:lnTo>
                  <a:lnTo>
                    <a:pt x="2081204" y="894333"/>
                  </a:lnTo>
                  <a:lnTo>
                    <a:pt x="2081726" y="894130"/>
                  </a:lnTo>
                  <a:lnTo>
                    <a:pt x="2082943" y="893658"/>
                  </a:lnTo>
                  <a:lnTo>
                    <a:pt x="2086769" y="892175"/>
                  </a:lnTo>
                  <a:lnTo>
                    <a:pt x="2088682" y="891433"/>
                  </a:lnTo>
                  <a:lnTo>
                    <a:pt x="2091464" y="890353"/>
                  </a:lnTo>
                  <a:lnTo>
                    <a:pt x="2099811" y="887115"/>
                  </a:lnTo>
                  <a:lnTo>
                    <a:pt x="2104333" y="885360"/>
                  </a:lnTo>
                  <a:lnTo>
                    <a:pt x="2105376" y="884955"/>
                  </a:lnTo>
                  <a:lnTo>
                    <a:pt x="2117549" y="880229"/>
                  </a:lnTo>
                  <a:lnTo>
                    <a:pt x="2119462" y="879486"/>
                  </a:lnTo>
                  <a:lnTo>
                    <a:pt x="2122592" y="878270"/>
                  </a:lnTo>
                  <a:lnTo>
                    <a:pt x="2123983" y="877729"/>
                  </a:lnTo>
                  <a:lnTo>
                    <a:pt x="2129374" y="875635"/>
                  </a:lnTo>
                  <a:lnTo>
                    <a:pt x="2132330" y="874486"/>
                  </a:lnTo>
                  <a:lnTo>
                    <a:pt x="2143112" y="870295"/>
                  </a:lnTo>
                  <a:lnTo>
                    <a:pt x="2151633" y="866981"/>
                  </a:lnTo>
                  <a:lnTo>
                    <a:pt x="2152502" y="866643"/>
                  </a:lnTo>
                  <a:lnTo>
                    <a:pt x="2154415" y="865899"/>
                  </a:lnTo>
                  <a:lnTo>
                    <a:pt x="2157197" y="864817"/>
                  </a:lnTo>
                  <a:lnTo>
                    <a:pt x="2180500" y="855746"/>
                  </a:lnTo>
                  <a:lnTo>
                    <a:pt x="2181195" y="855475"/>
                  </a:lnTo>
                  <a:lnTo>
                    <a:pt x="2184847" y="854053"/>
                  </a:lnTo>
                  <a:lnTo>
                    <a:pt x="2190412" y="851885"/>
                  </a:lnTo>
                  <a:lnTo>
                    <a:pt x="2190933" y="851682"/>
                  </a:lnTo>
                  <a:lnTo>
                    <a:pt x="2195107" y="850056"/>
                  </a:lnTo>
                  <a:lnTo>
                    <a:pt x="2195455" y="849920"/>
                  </a:lnTo>
                  <a:lnTo>
                    <a:pt x="2197368" y="849175"/>
                  </a:lnTo>
                  <a:lnTo>
                    <a:pt x="2199281" y="848429"/>
                  </a:lnTo>
                  <a:lnTo>
                    <a:pt x="2209714" y="844362"/>
                  </a:lnTo>
                  <a:lnTo>
                    <a:pt x="2217540" y="841310"/>
                  </a:lnTo>
                  <a:lnTo>
                    <a:pt x="2221713" y="839682"/>
                  </a:lnTo>
                  <a:lnTo>
                    <a:pt x="2223452" y="839003"/>
                  </a:lnTo>
                  <a:lnTo>
                    <a:pt x="2225365" y="838257"/>
                  </a:lnTo>
                  <a:lnTo>
                    <a:pt x="2236668" y="833846"/>
                  </a:lnTo>
                  <a:lnTo>
                    <a:pt x="2244146" y="830926"/>
                  </a:lnTo>
                  <a:lnTo>
                    <a:pt x="2250059" y="828617"/>
                  </a:lnTo>
                  <a:lnTo>
                    <a:pt x="2253537" y="827258"/>
                  </a:lnTo>
                  <a:lnTo>
                    <a:pt x="2255102" y="826647"/>
                  </a:lnTo>
                  <a:lnTo>
                    <a:pt x="2255623" y="826443"/>
                  </a:lnTo>
                  <a:lnTo>
                    <a:pt x="2256841" y="825968"/>
                  </a:lnTo>
                  <a:lnTo>
                    <a:pt x="2260666" y="824473"/>
                  </a:lnTo>
                  <a:lnTo>
                    <a:pt x="2262579" y="823725"/>
                  </a:lnTo>
                  <a:lnTo>
                    <a:pt x="2265362" y="822638"/>
                  </a:lnTo>
                  <a:lnTo>
                    <a:pt x="2273709" y="819375"/>
                  </a:lnTo>
                  <a:lnTo>
                    <a:pt x="2278230" y="817607"/>
                  </a:lnTo>
                  <a:lnTo>
                    <a:pt x="2279273" y="817199"/>
                  </a:lnTo>
                  <a:lnTo>
                    <a:pt x="2291446" y="812438"/>
                  </a:lnTo>
                  <a:lnTo>
                    <a:pt x="2293359" y="811689"/>
                  </a:lnTo>
                  <a:lnTo>
                    <a:pt x="2296489" y="810464"/>
                  </a:lnTo>
                  <a:lnTo>
                    <a:pt x="2297880" y="809920"/>
                  </a:lnTo>
                  <a:lnTo>
                    <a:pt x="2303271" y="807810"/>
                  </a:lnTo>
                  <a:lnTo>
                    <a:pt x="2306227" y="806653"/>
                  </a:lnTo>
                  <a:lnTo>
                    <a:pt x="2317009" y="802431"/>
                  </a:lnTo>
                  <a:lnTo>
                    <a:pt x="2325530" y="799093"/>
                  </a:lnTo>
                  <a:lnTo>
                    <a:pt x="2326400" y="798752"/>
                  </a:lnTo>
                  <a:lnTo>
                    <a:pt x="2328312" y="798003"/>
                  </a:lnTo>
                  <a:lnTo>
                    <a:pt x="2331095" y="796913"/>
                  </a:lnTo>
                  <a:lnTo>
                    <a:pt x="2354397" y="787777"/>
                  </a:lnTo>
                  <a:lnTo>
                    <a:pt x="2355093" y="787504"/>
                  </a:lnTo>
                  <a:lnTo>
                    <a:pt x="2358744" y="786071"/>
                  </a:lnTo>
                  <a:lnTo>
                    <a:pt x="2364309" y="783888"/>
                  </a:lnTo>
                  <a:lnTo>
                    <a:pt x="2364831" y="783683"/>
                  </a:lnTo>
                  <a:lnTo>
                    <a:pt x="2369004" y="782045"/>
                  </a:lnTo>
                  <a:lnTo>
                    <a:pt x="2369352" y="781909"/>
                  </a:lnTo>
                  <a:lnTo>
                    <a:pt x="2371265" y="781158"/>
                  </a:lnTo>
                  <a:lnTo>
                    <a:pt x="2373178" y="780407"/>
                  </a:lnTo>
                  <a:lnTo>
                    <a:pt x="2383612" y="776311"/>
                  </a:lnTo>
                  <a:lnTo>
                    <a:pt x="2391437" y="773237"/>
                  </a:lnTo>
                  <a:lnTo>
                    <a:pt x="2395611" y="771598"/>
                  </a:lnTo>
                  <a:lnTo>
                    <a:pt x="2397350" y="770915"/>
                  </a:lnTo>
                  <a:lnTo>
                    <a:pt x="2399263" y="770163"/>
                  </a:lnTo>
                  <a:lnTo>
                    <a:pt x="2410566" y="765721"/>
                  </a:lnTo>
                  <a:lnTo>
                    <a:pt x="2418044" y="762781"/>
                  </a:lnTo>
                  <a:lnTo>
                    <a:pt x="2423956" y="760456"/>
                  </a:lnTo>
                  <a:lnTo>
                    <a:pt x="2427434" y="759088"/>
                  </a:lnTo>
                  <a:lnTo>
                    <a:pt x="2428999" y="758472"/>
                  </a:lnTo>
                  <a:lnTo>
                    <a:pt x="2429521" y="758267"/>
                  </a:lnTo>
                  <a:lnTo>
                    <a:pt x="2430738" y="757788"/>
                  </a:lnTo>
                  <a:lnTo>
                    <a:pt x="2434564" y="756283"/>
                  </a:lnTo>
                  <a:lnTo>
                    <a:pt x="2436477" y="755530"/>
                  </a:lnTo>
                  <a:lnTo>
                    <a:pt x="2439259" y="754435"/>
                  </a:lnTo>
                  <a:lnTo>
                    <a:pt x="2447606" y="751150"/>
                  </a:lnTo>
                  <a:lnTo>
                    <a:pt x="2452127" y="749370"/>
                  </a:lnTo>
                  <a:lnTo>
                    <a:pt x="2453171" y="748959"/>
                  </a:lnTo>
                  <a:lnTo>
                    <a:pt x="2465344" y="744165"/>
                  </a:lnTo>
                  <a:lnTo>
                    <a:pt x="2467256" y="743412"/>
                  </a:lnTo>
                  <a:lnTo>
                    <a:pt x="2470387" y="742179"/>
                  </a:lnTo>
                  <a:lnTo>
                    <a:pt x="2471778" y="741630"/>
                  </a:lnTo>
                  <a:lnTo>
                    <a:pt x="2477169" y="739506"/>
                  </a:lnTo>
                  <a:lnTo>
                    <a:pt x="2480125" y="738341"/>
                  </a:lnTo>
                  <a:lnTo>
                    <a:pt x="2490907" y="734091"/>
                  </a:lnTo>
                  <a:lnTo>
                    <a:pt x="2499428" y="730731"/>
                  </a:lnTo>
                  <a:lnTo>
                    <a:pt x="2500297" y="730388"/>
                  </a:lnTo>
                  <a:lnTo>
                    <a:pt x="2502210" y="729633"/>
                  </a:lnTo>
                  <a:lnTo>
                    <a:pt x="2504992" y="728536"/>
                  </a:lnTo>
                  <a:lnTo>
                    <a:pt x="2528294" y="719340"/>
                  </a:lnTo>
                  <a:lnTo>
                    <a:pt x="2528990" y="719065"/>
                  </a:lnTo>
                  <a:lnTo>
                    <a:pt x="2532642" y="717623"/>
                  </a:lnTo>
                  <a:lnTo>
                    <a:pt x="2538207" y="715426"/>
                  </a:lnTo>
                  <a:lnTo>
                    <a:pt x="2538728" y="715220"/>
                  </a:lnTo>
                  <a:lnTo>
                    <a:pt x="2542902" y="713571"/>
                  </a:lnTo>
                  <a:lnTo>
                    <a:pt x="2543250" y="713434"/>
                  </a:lnTo>
                  <a:lnTo>
                    <a:pt x="2545163" y="712678"/>
                  </a:lnTo>
                  <a:lnTo>
                    <a:pt x="2547075" y="711922"/>
                  </a:lnTo>
                  <a:lnTo>
                    <a:pt x="2557509" y="707799"/>
                  </a:lnTo>
                  <a:lnTo>
                    <a:pt x="2565335" y="704706"/>
                  </a:lnTo>
                  <a:lnTo>
                    <a:pt x="2569508" y="703056"/>
                  </a:lnTo>
                  <a:lnTo>
                    <a:pt x="2571247" y="702369"/>
                  </a:lnTo>
                  <a:lnTo>
                    <a:pt x="2573160" y="701612"/>
                  </a:lnTo>
                  <a:lnTo>
                    <a:pt x="2584463" y="697142"/>
                  </a:lnTo>
                  <a:lnTo>
                    <a:pt x="2591941" y="694183"/>
                  </a:lnTo>
                  <a:lnTo>
                    <a:pt x="2597853" y="691843"/>
                  </a:lnTo>
                  <a:lnTo>
                    <a:pt x="2601331" y="690467"/>
                  </a:lnTo>
                  <a:lnTo>
                    <a:pt x="2602896" y="689847"/>
                  </a:lnTo>
                  <a:lnTo>
                    <a:pt x="2603418" y="689641"/>
                  </a:lnTo>
                  <a:lnTo>
                    <a:pt x="2604635" y="689159"/>
                  </a:lnTo>
                  <a:lnTo>
                    <a:pt x="2608461" y="687644"/>
                  </a:lnTo>
                  <a:lnTo>
                    <a:pt x="2610374" y="686887"/>
                  </a:lnTo>
                  <a:lnTo>
                    <a:pt x="2613156" y="685785"/>
                  </a:lnTo>
                  <a:lnTo>
                    <a:pt x="2639241" y="675452"/>
                  </a:lnTo>
                  <a:lnTo>
                    <a:pt x="2641154" y="674694"/>
                  </a:lnTo>
                  <a:lnTo>
                    <a:pt x="2644284" y="673453"/>
                  </a:lnTo>
                  <a:lnTo>
                    <a:pt x="2645675" y="672901"/>
                  </a:lnTo>
                  <a:lnTo>
                    <a:pt x="2651066" y="670764"/>
                  </a:lnTo>
                  <a:lnTo>
                    <a:pt x="2654022" y="669592"/>
                  </a:lnTo>
                  <a:lnTo>
                    <a:pt x="2664804" y="665316"/>
                  </a:lnTo>
                  <a:lnTo>
                    <a:pt x="2673325" y="661936"/>
                  </a:lnTo>
                  <a:lnTo>
                    <a:pt x="2674194" y="661591"/>
                  </a:lnTo>
                  <a:lnTo>
                    <a:pt x="2676107" y="660832"/>
                  </a:lnTo>
                  <a:lnTo>
                    <a:pt x="2678890" y="659728"/>
                  </a:lnTo>
                  <a:lnTo>
                    <a:pt x="2702192" y="650477"/>
                  </a:lnTo>
                  <a:lnTo>
                    <a:pt x="2702888" y="650200"/>
                  </a:lnTo>
                  <a:lnTo>
                    <a:pt x="2706539" y="648750"/>
                  </a:lnTo>
                  <a:lnTo>
                    <a:pt x="2712104" y="646539"/>
                  </a:lnTo>
                  <a:lnTo>
                    <a:pt x="2712626" y="646332"/>
                  </a:lnTo>
                  <a:lnTo>
                    <a:pt x="2716799" y="644674"/>
                  </a:lnTo>
                  <a:lnTo>
                    <a:pt x="2717147" y="644536"/>
                  </a:lnTo>
                  <a:lnTo>
                    <a:pt x="2719060" y="643776"/>
                  </a:lnTo>
                  <a:lnTo>
                    <a:pt x="2720973" y="643016"/>
                  </a:lnTo>
                  <a:lnTo>
                    <a:pt x="2731407" y="638869"/>
                  </a:lnTo>
                  <a:lnTo>
                    <a:pt x="2739232" y="635758"/>
                  </a:lnTo>
                  <a:lnTo>
                    <a:pt x="2743406" y="634098"/>
                  </a:lnTo>
                  <a:lnTo>
                    <a:pt x="2745145" y="633407"/>
                  </a:lnTo>
                  <a:lnTo>
                    <a:pt x="2747057" y="632646"/>
                  </a:lnTo>
                  <a:lnTo>
                    <a:pt x="2758361" y="628150"/>
                  </a:lnTo>
                  <a:lnTo>
                    <a:pt x="2765838" y="625174"/>
                  </a:lnTo>
                  <a:lnTo>
                    <a:pt x="2771751" y="622821"/>
                  </a:lnTo>
                  <a:lnTo>
                    <a:pt x="2775229" y="621437"/>
                  </a:lnTo>
                  <a:lnTo>
                    <a:pt x="2776794" y="620814"/>
                  </a:lnTo>
                  <a:lnTo>
                    <a:pt x="2777316" y="620606"/>
                  </a:lnTo>
                  <a:lnTo>
                    <a:pt x="2778533" y="620122"/>
                  </a:lnTo>
                  <a:lnTo>
                    <a:pt x="2782359" y="618599"/>
                  </a:lnTo>
                  <a:lnTo>
                    <a:pt x="2784272" y="617837"/>
                  </a:lnTo>
                  <a:lnTo>
                    <a:pt x="2787054" y="616729"/>
                  </a:lnTo>
                  <a:lnTo>
                    <a:pt x="2795401" y="613405"/>
                  </a:lnTo>
                  <a:lnTo>
                    <a:pt x="2800966" y="611188"/>
                  </a:lnTo>
                  <a:lnTo>
                    <a:pt x="2813139" y="606338"/>
                  </a:lnTo>
                  <a:lnTo>
                    <a:pt x="2815051" y="605576"/>
                  </a:lnTo>
                  <a:lnTo>
                    <a:pt x="2818182" y="604328"/>
                  </a:lnTo>
                  <a:lnTo>
                    <a:pt x="2819573" y="603774"/>
                  </a:lnTo>
                  <a:lnTo>
                    <a:pt x="2824964" y="601625"/>
                  </a:lnTo>
                  <a:lnTo>
                    <a:pt x="2827920" y="600446"/>
                  </a:lnTo>
                  <a:lnTo>
                    <a:pt x="2838701" y="596147"/>
                  </a:lnTo>
                  <a:lnTo>
                    <a:pt x="2847222" y="592749"/>
                  </a:lnTo>
                  <a:lnTo>
                    <a:pt x="2848092" y="592402"/>
                  </a:lnTo>
                  <a:lnTo>
                    <a:pt x="2850005" y="591639"/>
                  </a:lnTo>
                  <a:lnTo>
                    <a:pt x="2852787" y="590529"/>
                  </a:lnTo>
                  <a:lnTo>
                    <a:pt x="2876089" y="581228"/>
                  </a:lnTo>
                  <a:lnTo>
                    <a:pt x="2876785" y="580951"/>
                  </a:lnTo>
                  <a:lnTo>
                    <a:pt x="2880437" y="579493"/>
                  </a:lnTo>
                  <a:lnTo>
                    <a:pt x="2886002" y="577270"/>
                  </a:lnTo>
                  <a:lnTo>
                    <a:pt x="2886523" y="577062"/>
                  </a:lnTo>
                  <a:lnTo>
                    <a:pt x="2890697" y="575395"/>
                  </a:lnTo>
                  <a:lnTo>
                    <a:pt x="2891045" y="575256"/>
                  </a:lnTo>
                  <a:lnTo>
                    <a:pt x="2892957" y="574492"/>
                  </a:lnTo>
                  <a:lnTo>
                    <a:pt x="2894870" y="573728"/>
                  </a:lnTo>
                  <a:lnTo>
                    <a:pt x="2905304" y="569560"/>
                  </a:lnTo>
                  <a:lnTo>
                    <a:pt x="2913130" y="566433"/>
                  </a:lnTo>
                  <a:lnTo>
                    <a:pt x="2917303" y="564765"/>
                  </a:lnTo>
                  <a:lnTo>
                    <a:pt x="2919042" y="564069"/>
                  </a:lnTo>
                  <a:lnTo>
                    <a:pt x="2920955" y="563305"/>
                  </a:lnTo>
                  <a:lnTo>
                    <a:pt x="2932258" y="558786"/>
                  </a:lnTo>
                  <a:lnTo>
                    <a:pt x="2939736" y="555795"/>
                  </a:lnTo>
                  <a:lnTo>
                    <a:pt x="2945648" y="553430"/>
                  </a:lnTo>
                  <a:lnTo>
                    <a:pt x="2949126" y="552039"/>
                  </a:lnTo>
                  <a:lnTo>
                    <a:pt x="2950691" y="551413"/>
                  </a:lnTo>
                  <a:lnTo>
                    <a:pt x="2951213" y="551204"/>
                  </a:lnTo>
                  <a:lnTo>
                    <a:pt x="2952430" y="550717"/>
                  </a:lnTo>
                  <a:lnTo>
                    <a:pt x="2956256" y="549186"/>
                  </a:lnTo>
                  <a:lnTo>
                    <a:pt x="2958169" y="548421"/>
                  </a:lnTo>
                  <a:lnTo>
                    <a:pt x="2960951" y="547308"/>
                  </a:lnTo>
                  <a:lnTo>
                    <a:pt x="2969298" y="543967"/>
                  </a:lnTo>
                  <a:lnTo>
                    <a:pt x="2973820" y="542157"/>
                  </a:lnTo>
                  <a:lnTo>
                    <a:pt x="2974863" y="541739"/>
                  </a:lnTo>
                  <a:lnTo>
                    <a:pt x="2987036" y="536865"/>
                  </a:lnTo>
                  <a:lnTo>
                    <a:pt x="2988949" y="536099"/>
                  </a:lnTo>
                  <a:lnTo>
                    <a:pt x="2992079" y="534846"/>
                  </a:lnTo>
                  <a:lnTo>
                    <a:pt x="2993470" y="534288"/>
                  </a:lnTo>
                  <a:lnTo>
                    <a:pt x="2998861" y="532129"/>
                  </a:lnTo>
                  <a:lnTo>
                    <a:pt x="3001817" y="530945"/>
                  </a:lnTo>
                  <a:lnTo>
                    <a:pt x="3012599" y="526625"/>
                  </a:lnTo>
                  <a:lnTo>
                    <a:pt x="3021120" y="523210"/>
                  </a:lnTo>
                  <a:lnTo>
                    <a:pt x="3021989" y="522861"/>
                  </a:lnTo>
                  <a:lnTo>
                    <a:pt x="3023902" y="522095"/>
                  </a:lnTo>
                  <a:lnTo>
                    <a:pt x="3026685" y="520979"/>
                  </a:lnTo>
                  <a:lnTo>
                    <a:pt x="3049987" y="511635"/>
                  </a:lnTo>
                  <a:lnTo>
                    <a:pt x="3050682" y="511356"/>
                  </a:lnTo>
                  <a:lnTo>
                    <a:pt x="3054334" y="509891"/>
                  </a:lnTo>
                  <a:lnTo>
                    <a:pt x="3059899" y="507659"/>
                  </a:lnTo>
                  <a:lnTo>
                    <a:pt x="3060421" y="507449"/>
                  </a:lnTo>
                  <a:lnTo>
                    <a:pt x="3064942" y="505635"/>
                  </a:lnTo>
                  <a:lnTo>
                    <a:pt x="3066855" y="504868"/>
                  </a:lnTo>
                  <a:lnTo>
                    <a:pt x="3068768" y="504100"/>
                  </a:lnTo>
                  <a:lnTo>
                    <a:pt x="3079202" y="499912"/>
                  </a:lnTo>
                  <a:lnTo>
                    <a:pt x="3087027" y="496771"/>
                  </a:lnTo>
                  <a:lnTo>
                    <a:pt x="3091201" y="495095"/>
                  </a:lnTo>
                  <a:lnTo>
                    <a:pt x="3092939" y="494397"/>
                  </a:lnTo>
                  <a:lnTo>
                    <a:pt x="3094852" y="493629"/>
                  </a:lnTo>
                  <a:lnTo>
                    <a:pt x="3106156" y="489089"/>
                  </a:lnTo>
                  <a:lnTo>
                    <a:pt x="3113633" y="486085"/>
                  </a:lnTo>
                  <a:lnTo>
                    <a:pt x="3119546" y="483710"/>
                  </a:lnTo>
                  <a:lnTo>
                    <a:pt x="3123024" y="482312"/>
                  </a:lnTo>
                  <a:lnTo>
                    <a:pt x="3124589" y="481683"/>
                  </a:lnTo>
                  <a:lnTo>
                    <a:pt x="3125111" y="481474"/>
                  </a:lnTo>
                  <a:lnTo>
                    <a:pt x="3126328" y="480985"/>
                  </a:lnTo>
                  <a:lnTo>
                    <a:pt x="3130154" y="479447"/>
                  </a:lnTo>
                  <a:lnTo>
                    <a:pt x="3132066" y="478678"/>
                  </a:lnTo>
                  <a:lnTo>
                    <a:pt x="3134849" y="477560"/>
                  </a:lnTo>
                  <a:lnTo>
                    <a:pt x="3143196" y="474204"/>
                  </a:lnTo>
                  <a:lnTo>
                    <a:pt x="3147717" y="472387"/>
                  </a:lnTo>
                  <a:lnTo>
                    <a:pt x="3148761" y="471967"/>
                  </a:lnTo>
                  <a:lnTo>
                    <a:pt x="3160933" y="467072"/>
                  </a:lnTo>
                  <a:lnTo>
                    <a:pt x="3162846" y="466302"/>
                  </a:lnTo>
                  <a:lnTo>
                    <a:pt x="3165976" y="465043"/>
                  </a:lnTo>
                  <a:lnTo>
                    <a:pt x="3167368" y="464484"/>
                  </a:lnTo>
                  <a:lnTo>
                    <a:pt x="3172758" y="462315"/>
                  </a:lnTo>
                  <a:lnTo>
                    <a:pt x="3175715" y="461126"/>
                  </a:lnTo>
                  <a:lnTo>
                    <a:pt x="3186496" y="456787"/>
                  </a:lnTo>
                  <a:lnTo>
                    <a:pt x="3195017" y="453358"/>
                  </a:lnTo>
                  <a:lnTo>
                    <a:pt x="3195887" y="453008"/>
                  </a:lnTo>
                  <a:lnTo>
                    <a:pt x="3197800" y="452238"/>
                  </a:lnTo>
                  <a:lnTo>
                    <a:pt x="3200582" y="451118"/>
                  </a:lnTo>
                  <a:lnTo>
                    <a:pt x="3223884" y="441735"/>
                  </a:lnTo>
                  <a:lnTo>
                    <a:pt x="3224580" y="441454"/>
                  </a:lnTo>
                  <a:lnTo>
                    <a:pt x="3228232" y="439983"/>
                  </a:lnTo>
                  <a:lnTo>
                    <a:pt x="3233796" y="437742"/>
                  </a:lnTo>
                  <a:lnTo>
                    <a:pt x="3234318" y="437532"/>
                  </a:lnTo>
                  <a:lnTo>
                    <a:pt x="3238492" y="435850"/>
                  </a:lnTo>
                  <a:lnTo>
                    <a:pt x="3238839" y="435710"/>
                  </a:lnTo>
                  <a:lnTo>
                    <a:pt x="3240752" y="434939"/>
                  </a:lnTo>
                  <a:lnTo>
                    <a:pt x="3242665" y="434168"/>
                  </a:lnTo>
                  <a:lnTo>
                    <a:pt x="3253099" y="429964"/>
                  </a:lnTo>
                  <a:lnTo>
                    <a:pt x="3260924" y="426809"/>
                  </a:lnTo>
                  <a:lnTo>
                    <a:pt x="3265098" y="425127"/>
                  </a:lnTo>
                  <a:lnTo>
                    <a:pt x="3266837" y="424426"/>
                  </a:lnTo>
                  <a:lnTo>
                    <a:pt x="3268750" y="423655"/>
                  </a:lnTo>
                  <a:lnTo>
                    <a:pt x="3280053" y="419097"/>
                  </a:lnTo>
                  <a:lnTo>
                    <a:pt x="3287531" y="416081"/>
                  </a:lnTo>
                  <a:lnTo>
                    <a:pt x="3293443" y="413696"/>
                  </a:lnTo>
                  <a:lnTo>
                    <a:pt x="3296921" y="412293"/>
                  </a:lnTo>
                  <a:lnTo>
                    <a:pt x="3298486" y="411662"/>
                  </a:lnTo>
                  <a:lnTo>
                    <a:pt x="3299008" y="411451"/>
                  </a:lnTo>
                  <a:lnTo>
                    <a:pt x="3300225" y="410960"/>
                  </a:lnTo>
                  <a:lnTo>
                    <a:pt x="3304051" y="409417"/>
                  </a:lnTo>
                  <a:lnTo>
                    <a:pt x="3305964" y="408645"/>
                  </a:lnTo>
                  <a:lnTo>
                    <a:pt x="3308746" y="407522"/>
                  </a:lnTo>
                  <a:lnTo>
                    <a:pt x="3317093" y="404154"/>
                  </a:lnTo>
                  <a:lnTo>
                    <a:pt x="3321615" y="402329"/>
                  </a:lnTo>
                  <a:lnTo>
                    <a:pt x="3322658" y="401908"/>
                  </a:lnTo>
                  <a:lnTo>
                    <a:pt x="3334831" y="396993"/>
                  </a:lnTo>
                  <a:lnTo>
                    <a:pt x="3336744" y="396221"/>
                  </a:lnTo>
                  <a:lnTo>
                    <a:pt x="3339874" y="394957"/>
                  </a:lnTo>
                  <a:lnTo>
                    <a:pt x="3341265" y="394396"/>
                  </a:lnTo>
                  <a:lnTo>
                    <a:pt x="3346656" y="392219"/>
                  </a:lnTo>
                  <a:lnTo>
                    <a:pt x="3349612" y="391025"/>
                  </a:lnTo>
                  <a:lnTo>
                    <a:pt x="3360394" y="386670"/>
                  </a:lnTo>
                  <a:lnTo>
                    <a:pt x="3368915" y="383228"/>
                  </a:lnTo>
                  <a:lnTo>
                    <a:pt x="3369784" y="382876"/>
                  </a:lnTo>
                  <a:lnTo>
                    <a:pt x="3371697" y="382103"/>
                  </a:lnTo>
                  <a:lnTo>
                    <a:pt x="3374479" y="380979"/>
                  </a:lnTo>
                  <a:lnTo>
                    <a:pt x="3397782" y="371561"/>
                  </a:lnTo>
                  <a:lnTo>
                    <a:pt x="3398477" y="371280"/>
                  </a:lnTo>
                  <a:lnTo>
                    <a:pt x="3402129" y="369804"/>
                  </a:lnTo>
                  <a:lnTo>
                    <a:pt x="3407694" y="367554"/>
                  </a:lnTo>
                  <a:lnTo>
                    <a:pt x="3408216" y="367343"/>
                  </a:lnTo>
                  <a:lnTo>
                    <a:pt x="3412389" y="365655"/>
                  </a:lnTo>
                  <a:lnTo>
                    <a:pt x="3412737" y="365515"/>
                  </a:lnTo>
                  <a:lnTo>
                    <a:pt x="3414650" y="364741"/>
                  </a:lnTo>
                  <a:lnTo>
                    <a:pt x="3416563" y="363968"/>
                  </a:lnTo>
                  <a:lnTo>
                    <a:pt x="3434822" y="356582"/>
                  </a:lnTo>
                  <a:lnTo>
                    <a:pt x="3438995" y="354894"/>
                  </a:lnTo>
                  <a:lnTo>
                    <a:pt x="3440734" y="354190"/>
                  </a:lnTo>
                  <a:lnTo>
                    <a:pt x="3442647" y="353416"/>
                  </a:lnTo>
                  <a:lnTo>
                    <a:pt x="3453951" y="348842"/>
                  </a:lnTo>
                  <a:lnTo>
                    <a:pt x="3461428" y="345816"/>
                  </a:lnTo>
                  <a:lnTo>
                    <a:pt x="3467341" y="343423"/>
                  </a:lnTo>
                  <a:lnTo>
                    <a:pt x="3470819" y="342015"/>
                  </a:lnTo>
                  <a:lnTo>
                    <a:pt x="3472384" y="341381"/>
                  </a:lnTo>
                  <a:lnTo>
                    <a:pt x="3472905" y="341170"/>
                  </a:lnTo>
                  <a:lnTo>
                    <a:pt x="3474123" y="340677"/>
                  </a:lnTo>
                  <a:lnTo>
                    <a:pt x="3477948" y="339128"/>
                  </a:lnTo>
                  <a:lnTo>
                    <a:pt x="3479861" y="338354"/>
                  </a:lnTo>
                  <a:lnTo>
                    <a:pt x="3482644" y="337227"/>
                  </a:lnTo>
                  <a:lnTo>
                    <a:pt x="3490991" y="333847"/>
                  </a:lnTo>
                  <a:lnTo>
                    <a:pt x="3495512" y="332016"/>
                  </a:lnTo>
                  <a:lnTo>
                    <a:pt x="3496555" y="331594"/>
                  </a:lnTo>
                  <a:lnTo>
                    <a:pt x="3508728" y="326663"/>
                  </a:lnTo>
                  <a:lnTo>
                    <a:pt x="3510641" y="325888"/>
                  </a:lnTo>
                  <a:lnTo>
                    <a:pt x="3513771" y="324620"/>
                  </a:lnTo>
                  <a:lnTo>
                    <a:pt x="3515162" y="324056"/>
                  </a:lnTo>
                  <a:lnTo>
                    <a:pt x="3520553" y="321872"/>
                  </a:lnTo>
                  <a:lnTo>
                    <a:pt x="3523510" y="320674"/>
                  </a:lnTo>
                  <a:lnTo>
                    <a:pt x="3534291" y="316305"/>
                  </a:lnTo>
                  <a:lnTo>
                    <a:pt x="3542812" y="312851"/>
                  </a:lnTo>
                  <a:lnTo>
                    <a:pt x="3543682" y="312499"/>
                  </a:lnTo>
                  <a:lnTo>
                    <a:pt x="3545595" y="311723"/>
                  </a:lnTo>
                  <a:lnTo>
                    <a:pt x="3548377" y="310595"/>
                  </a:lnTo>
                  <a:lnTo>
                    <a:pt x="3571679" y="301147"/>
                  </a:lnTo>
                  <a:lnTo>
                    <a:pt x="3572375" y="300865"/>
                  </a:lnTo>
                  <a:lnTo>
                    <a:pt x="3576027" y="299384"/>
                  </a:lnTo>
                  <a:lnTo>
                    <a:pt x="3581591" y="297126"/>
                  </a:lnTo>
                  <a:lnTo>
                    <a:pt x="3582113" y="296915"/>
                  </a:lnTo>
                  <a:lnTo>
                    <a:pt x="3586287" y="295222"/>
                  </a:lnTo>
                  <a:lnTo>
                    <a:pt x="3586634" y="295081"/>
                  </a:lnTo>
                  <a:lnTo>
                    <a:pt x="3588547" y="294305"/>
                  </a:lnTo>
                  <a:lnTo>
                    <a:pt x="3590460" y="293529"/>
                  </a:lnTo>
                  <a:lnTo>
                    <a:pt x="3600894" y="289295"/>
                  </a:lnTo>
                  <a:lnTo>
                    <a:pt x="3608719" y="286120"/>
                  </a:lnTo>
                  <a:lnTo>
                    <a:pt x="3612893" y="284426"/>
                  </a:lnTo>
                  <a:lnTo>
                    <a:pt x="3616545" y="282944"/>
                  </a:lnTo>
                  <a:lnTo>
                    <a:pt x="3627848" y="278356"/>
                  </a:lnTo>
                  <a:lnTo>
                    <a:pt x="3635326" y="275320"/>
                  </a:lnTo>
                  <a:lnTo>
                    <a:pt x="3644716" y="271508"/>
                  </a:lnTo>
                  <a:lnTo>
                    <a:pt x="3646281" y="270872"/>
                  </a:lnTo>
                  <a:lnTo>
                    <a:pt x="3646803" y="270660"/>
                  </a:lnTo>
                  <a:lnTo>
                    <a:pt x="3648020" y="270166"/>
                  </a:lnTo>
                  <a:lnTo>
                    <a:pt x="3651846" y="268612"/>
                  </a:lnTo>
                  <a:lnTo>
                    <a:pt x="3653759" y="267835"/>
                  </a:lnTo>
                  <a:lnTo>
                    <a:pt x="3656541" y="266705"/>
                  </a:lnTo>
                  <a:lnTo>
                    <a:pt x="3664888" y="263315"/>
                  </a:lnTo>
                  <a:lnTo>
                    <a:pt x="3669410" y="261478"/>
                  </a:lnTo>
                  <a:lnTo>
                    <a:pt x="3670453" y="261055"/>
                  </a:lnTo>
                  <a:lnTo>
                    <a:pt x="3682626" y="256109"/>
                  </a:lnTo>
                  <a:lnTo>
                    <a:pt x="3684539" y="255332"/>
                  </a:lnTo>
                  <a:lnTo>
                    <a:pt x="3687669" y="254060"/>
                  </a:lnTo>
                  <a:lnTo>
                    <a:pt x="3689060" y="253495"/>
                  </a:lnTo>
                  <a:lnTo>
                    <a:pt x="3694451" y="251304"/>
                  </a:lnTo>
                  <a:lnTo>
                    <a:pt x="3697407" y="250103"/>
                  </a:lnTo>
                  <a:lnTo>
                    <a:pt x="3708189" y="245721"/>
                  </a:lnTo>
                  <a:lnTo>
                    <a:pt x="3716710" y="242257"/>
                  </a:lnTo>
                  <a:lnTo>
                    <a:pt x="3717579" y="241903"/>
                  </a:lnTo>
                  <a:lnTo>
                    <a:pt x="3719492" y="241126"/>
                  </a:lnTo>
                  <a:lnTo>
                    <a:pt x="3722274" y="239994"/>
                  </a:lnTo>
                  <a:lnTo>
                    <a:pt x="3745577" y="230519"/>
                  </a:lnTo>
                  <a:lnTo>
                    <a:pt x="3746272" y="230236"/>
                  </a:lnTo>
                  <a:lnTo>
                    <a:pt x="3749924" y="228751"/>
                  </a:lnTo>
                  <a:lnTo>
                    <a:pt x="3755489" y="226487"/>
                  </a:lnTo>
                  <a:lnTo>
                    <a:pt x="3756010" y="226275"/>
                  </a:lnTo>
                  <a:lnTo>
                    <a:pt x="3760184" y="224577"/>
                  </a:lnTo>
                  <a:lnTo>
                    <a:pt x="3760532" y="224436"/>
                  </a:lnTo>
                  <a:lnTo>
                    <a:pt x="3762445" y="223658"/>
                  </a:lnTo>
                  <a:lnTo>
                    <a:pt x="3764358" y="222879"/>
                  </a:lnTo>
                  <a:lnTo>
                    <a:pt x="3774791" y="218634"/>
                  </a:lnTo>
                  <a:lnTo>
                    <a:pt x="3782617" y="215450"/>
                  </a:lnTo>
                  <a:lnTo>
                    <a:pt x="3786790" y="213752"/>
                  </a:lnTo>
                  <a:lnTo>
                    <a:pt x="3788529" y="213044"/>
                  </a:lnTo>
                  <a:lnTo>
                    <a:pt x="3790442" y="212265"/>
                  </a:lnTo>
                  <a:lnTo>
                    <a:pt x="3801745" y="207665"/>
                  </a:lnTo>
                  <a:lnTo>
                    <a:pt x="3809223" y="204621"/>
                  </a:lnTo>
                  <a:lnTo>
                    <a:pt x="3815136" y="202214"/>
                  </a:lnTo>
                  <a:lnTo>
                    <a:pt x="3818614" y="200798"/>
                  </a:lnTo>
                  <a:lnTo>
                    <a:pt x="3820179" y="200160"/>
                  </a:lnTo>
                  <a:lnTo>
                    <a:pt x="3820700" y="199948"/>
                  </a:lnTo>
                  <a:lnTo>
                    <a:pt x="3821918" y="199452"/>
                  </a:lnTo>
                  <a:lnTo>
                    <a:pt x="3825743" y="197895"/>
                  </a:lnTo>
                  <a:lnTo>
                    <a:pt x="3827656" y="197116"/>
                  </a:lnTo>
                  <a:lnTo>
                    <a:pt x="3830439" y="195983"/>
                  </a:lnTo>
                  <a:lnTo>
                    <a:pt x="3838786" y="192583"/>
                  </a:lnTo>
                  <a:lnTo>
                    <a:pt x="3843307" y="190742"/>
                  </a:lnTo>
                  <a:lnTo>
                    <a:pt x="3844350" y="190317"/>
                  </a:lnTo>
                  <a:lnTo>
                    <a:pt x="3856523" y="185358"/>
                  </a:lnTo>
                  <a:lnTo>
                    <a:pt x="3858436" y="184579"/>
                  </a:lnTo>
                  <a:lnTo>
                    <a:pt x="3861566" y="183304"/>
                  </a:lnTo>
                  <a:lnTo>
                    <a:pt x="3862957" y="182737"/>
                  </a:lnTo>
                  <a:lnTo>
                    <a:pt x="3868348" y="180541"/>
                  </a:lnTo>
                  <a:lnTo>
                    <a:pt x="3871304" y="179336"/>
                  </a:lnTo>
                  <a:lnTo>
                    <a:pt x="3882086" y="174943"/>
                  </a:lnTo>
                  <a:lnTo>
                    <a:pt x="3890607" y="171470"/>
                  </a:lnTo>
                  <a:lnTo>
                    <a:pt x="3891477" y="171116"/>
                  </a:lnTo>
                  <a:lnTo>
                    <a:pt x="3893389" y="170336"/>
                  </a:lnTo>
                  <a:lnTo>
                    <a:pt x="3896172" y="169202"/>
                  </a:lnTo>
                  <a:lnTo>
                    <a:pt x="3919474" y="159703"/>
                  </a:lnTo>
                  <a:lnTo>
                    <a:pt x="3920170" y="159419"/>
                  </a:lnTo>
                  <a:lnTo>
                    <a:pt x="3923821" y="157930"/>
                  </a:lnTo>
                  <a:lnTo>
                    <a:pt x="3929386" y="155661"/>
                  </a:lnTo>
                  <a:lnTo>
                    <a:pt x="3929908" y="155448"/>
                  </a:lnTo>
                  <a:lnTo>
                    <a:pt x="3934081" y="153746"/>
                  </a:lnTo>
                  <a:lnTo>
                    <a:pt x="3936342" y="152824"/>
                  </a:lnTo>
                  <a:lnTo>
                    <a:pt x="3938255" y="152044"/>
                  </a:lnTo>
                  <a:lnTo>
                    <a:pt x="3948689" y="147789"/>
                  </a:lnTo>
                  <a:lnTo>
                    <a:pt x="3956514" y="144597"/>
                  </a:lnTo>
                  <a:lnTo>
                    <a:pt x="3960688" y="142894"/>
                  </a:lnTo>
                  <a:lnTo>
                    <a:pt x="3962427" y="142185"/>
                  </a:lnTo>
                  <a:lnTo>
                    <a:pt x="3964340" y="141404"/>
                  </a:lnTo>
                  <a:lnTo>
                    <a:pt x="3975643" y="136792"/>
                  </a:lnTo>
                  <a:lnTo>
                    <a:pt x="3983121" y="133741"/>
                  </a:lnTo>
                  <a:lnTo>
                    <a:pt x="3989033" y="131328"/>
                  </a:lnTo>
                  <a:lnTo>
                    <a:pt x="3992511" y="129909"/>
                  </a:lnTo>
                  <a:lnTo>
                    <a:pt x="3994076" y="129270"/>
                  </a:lnTo>
                  <a:lnTo>
                    <a:pt x="3994598" y="129057"/>
                  </a:lnTo>
                  <a:lnTo>
                    <a:pt x="3995815" y="128560"/>
                  </a:lnTo>
                  <a:lnTo>
                    <a:pt x="4001554" y="126218"/>
                  </a:lnTo>
                  <a:lnTo>
                    <a:pt x="4012683" y="121675"/>
                  </a:lnTo>
                  <a:lnTo>
                    <a:pt x="4017204" y="119829"/>
                  </a:lnTo>
                  <a:lnTo>
                    <a:pt x="4018248" y="119403"/>
                  </a:lnTo>
                  <a:lnTo>
                    <a:pt x="4030421" y="114434"/>
                  </a:lnTo>
                  <a:lnTo>
                    <a:pt x="4032334" y="113652"/>
                  </a:lnTo>
                  <a:lnTo>
                    <a:pt x="4035464" y="112374"/>
                  </a:lnTo>
                  <a:lnTo>
                    <a:pt x="4036855" y="111806"/>
                  </a:lnTo>
                  <a:lnTo>
                    <a:pt x="4065374" y="100158"/>
                  </a:lnTo>
                  <a:lnTo>
                    <a:pt x="4067287" y="99377"/>
                  </a:lnTo>
                  <a:lnTo>
                    <a:pt x="4070069" y="98240"/>
                  </a:lnTo>
                  <a:lnTo>
                    <a:pt x="4093372" y="88720"/>
                  </a:lnTo>
                  <a:lnTo>
                    <a:pt x="4097719" y="86943"/>
                  </a:lnTo>
                  <a:lnTo>
                    <a:pt x="4108327" y="82608"/>
                  </a:lnTo>
                  <a:lnTo>
                    <a:pt x="4130412" y="73581"/>
                  </a:lnTo>
                  <a:lnTo>
                    <a:pt x="4134585" y="71875"/>
                  </a:lnTo>
                  <a:lnTo>
                    <a:pt x="4136324" y="71164"/>
                  </a:lnTo>
                  <a:lnTo>
                    <a:pt x="4157018" y="62702"/>
                  </a:lnTo>
                  <a:lnTo>
                    <a:pt x="4175451" y="55164"/>
                  </a:lnTo>
                  <a:lnTo>
                    <a:pt x="4192145" y="48335"/>
                  </a:lnTo>
                  <a:lnTo>
                    <a:pt x="4310222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" name="pl11"/>
            <p:cNvSpPr/>
            <p:nvPr/>
          </p:nvSpPr>
          <p:spPr>
            <a:xfrm>
              <a:off x="3459159" y="3135341"/>
              <a:ext cx="4310222" cy="1587509"/>
            </a:xfrm>
            <a:custGeom>
              <a:avLst/>
              <a:pathLst>
                <a:path w="4310222" h="1587509">
                  <a:moveTo>
                    <a:pt x="4310222" y="0"/>
                  </a:moveTo>
                  <a:lnTo>
                    <a:pt x="4192145" y="40694"/>
                  </a:lnTo>
                  <a:lnTo>
                    <a:pt x="4175451" y="46452"/>
                  </a:lnTo>
                  <a:lnTo>
                    <a:pt x="4157018" y="52812"/>
                  </a:lnTo>
                  <a:lnTo>
                    <a:pt x="4136324" y="59954"/>
                  </a:lnTo>
                  <a:lnTo>
                    <a:pt x="4134585" y="60554"/>
                  </a:lnTo>
                  <a:lnTo>
                    <a:pt x="4130412" y="61995"/>
                  </a:lnTo>
                  <a:lnTo>
                    <a:pt x="4108327" y="69619"/>
                  </a:lnTo>
                  <a:lnTo>
                    <a:pt x="4097719" y="73283"/>
                  </a:lnTo>
                  <a:lnTo>
                    <a:pt x="4093372" y="74784"/>
                  </a:lnTo>
                  <a:lnTo>
                    <a:pt x="4070069" y="82833"/>
                  </a:lnTo>
                  <a:lnTo>
                    <a:pt x="4067287" y="83795"/>
                  </a:lnTo>
                  <a:lnTo>
                    <a:pt x="4065374" y="84455"/>
                  </a:lnTo>
                  <a:lnTo>
                    <a:pt x="4036855" y="94311"/>
                  </a:lnTo>
                  <a:lnTo>
                    <a:pt x="4035464" y="94792"/>
                  </a:lnTo>
                  <a:lnTo>
                    <a:pt x="4032334" y="95874"/>
                  </a:lnTo>
                  <a:lnTo>
                    <a:pt x="4030421" y="96535"/>
                  </a:lnTo>
                  <a:lnTo>
                    <a:pt x="4018248" y="100743"/>
                  </a:lnTo>
                  <a:lnTo>
                    <a:pt x="4017204" y="101104"/>
                  </a:lnTo>
                  <a:lnTo>
                    <a:pt x="4012683" y="102668"/>
                  </a:lnTo>
                  <a:lnTo>
                    <a:pt x="4001554" y="106516"/>
                  </a:lnTo>
                  <a:lnTo>
                    <a:pt x="3995815" y="108501"/>
                  </a:lnTo>
                  <a:lnTo>
                    <a:pt x="3994598" y="108922"/>
                  </a:lnTo>
                  <a:lnTo>
                    <a:pt x="3994076" y="109102"/>
                  </a:lnTo>
                  <a:lnTo>
                    <a:pt x="3992511" y="109644"/>
                  </a:lnTo>
                  <a:lnTo>
                    <a:pt x="3989033" y="110847"/>
                  </a:lnTo>
                  <a:lnTo>
                    <a:pt x="3983121" y="112892"/>
                  </a:lnTo>
                  <a:lnTo>
                    <a:pt x="3975643" y="115479"/>
                  </a:lnTo>
                  <a:lnTo>
                    <a:pt x="3964340" y="119390"/>
                  </a:lnTo>
                  <a:lnTo>
                    <a:pt x="3962427" y="120051"/>
                  </a:lnTo>
                  <a:lnTo>
                    <a:pt x="3960688" y="120653"/>
                  </a:lnTo>
                  <a:lnTo>
                    <a:pt x="3956514" y="122097"/>
                  </a:lnTo>
                  <a:lnTo>
                    <a:pt x="3948689" y="124806"/>
                  </a:lnTo>
                  <a:lnTo>
                    <a:pt x="3938255" y="128417"/>
                  </a:lnTo>
                  <a:lnTo>
                    <a:pt x="3936342" y="129080"/>
                  </a:lnTo>
                  <a:lnTo>
                    <a:pt x="3934081" y="129862"/>
                  </a:lnTo>
                  <a:lnTo>
                    <a:pt x="3929908" y="131307"/>
                  </a:lnTo>
                  <a:lnTo>
                    <a:pt x="3929386" y="131488"/>
                  </a:lnTo>
                  <a:lnTo>
                    <a:pt x="3923821" y="133414"/>
                  </a:lnTo>
                  <a:lnTo>
                    <a:pt x="3920170" y="134679"/>
                  </a:lnTo>
                  <a:lnTo>
                    <a:pt x="3919474" y="134920"/>
                  </a:lnTo>
                  <a:lnTo>
                    <a:pt x="3896172" y="142990"/>
                  </a:lnTo>
                  <a:lnTo>
                    <a:pt x="3893389" y="143954"/>
                  </a:lnTo>
                  <a:lnTo>
                    <a:pt x="3891477" y="144617"/>
                  </a:lnTo>
                  <a:lnTo>
                    <a:pt x="3890607" y="144918"/>
                  </a:lnTo>
                  <a:lnTo>
                    <a:pt x="3882086" y="147870"/>
                  </a:lnTo>
                  <a:lnTo>
                    <a:pt x="3871304" y="151606"/>
                  </a:lnTo>
                  <a:lnTo>
                    <a:pt x="3868348" y="152630"/>
                  </a:lnTo>
                  <a:lnTo>
                    <a:pt x="3862957" y="154499"/>
                  </a:lnTo>
                  <a:lnTo>
                    <a:pt x="3861566" y="154981"/>
                  </a:lnTo>
                  <a:lnTo>
                    <a:pt x="3858436" y="156066"/>
                  </a:lnTo>
                  <a:lnTo>
                    <a:pt x="3856523" y="156729"/>
                  </a:lnTo>
                  <a:lnTo>
                    <a:pt x="3844350" y="160949"/>
                  </a:lnTo>
                  <a:lnTo>
                    <a:pt x="3843307" y="161310"/>
                  </a:lnTo>
                  <a:lnTo>
                    <a:pt x="3838786" y="162878"/>
                  </a:lnTo>
                  <a:lnTo>
                    <a:pt x="3830439" y="165772"/>
                  </a:lnTo>
                  <a:lnTo>
                    <a:pt x="3827656" y="166737"/>
                  </a:lnTo>
                  <a:lnTo>
                    <a:pt x="3825743" y="167401"/>
                  </a:lnTo>
                  <a:lnTo>
                    <a:pt x="3821918" y="168727"/>
                  </a:lnTo>
                  <a:lnTo>
                    <a:pt x="3820700" y="169150"/>
                  </a:lnTo>
                  <a:lnTo>
                    <a:pt x="3820179" y="169330"/>
                  </a:lnTo>
                  <a:lnTo>
                    <a:pt x="3818614" y="169873"/>
                  </a:lnTo>
                  <a:lnTo>
                    <a:pt x="3815136" y="171080"/>
                  </a:lnTo>
                  <a:lnTo>
                    <a:pt x="3809223" y="173131"/>
                  </a:lnTo>
                  <a:lnTo>
                    <a:pt x="3801745" y="175725"/>
                  </a:lnTo>
                  <a:lnTo>
                    <a:pt x="3790442" y="179647"/>
                  </a:lnTo>
                  <a:lnTo>
                    <a:pt x="3788529" y="180311"/>
                  </a:lnTo>
                  <a:lnTo>
                    <a:pt x="3786790" y="180914"/>
                  </a:lnTo>
                  <a:lnTo>
                    <a:pt x="3782617" y="182362"/>
                  </a:lnTo>
                  <a:lnTo>
                    <a:pt x="3774791" y="185079"/>
                  </a:lnTo>
                  <a:lnTo>
                    <a:pt x="3764358" y="188701"/>
                  </a:lnTo>
                  <a:lnTo>
                    <a:pt x="3762445" y="189365"/>
                  </a:lnTo>
                  <a:lnTo>
                    <a:pt x="3760532" y="190029"/>
                  </a:lnTo>
                  <a:lnTo>
                    <a:pt x="3760184" y="190150"/>
                  </a:lnTo>
                  <a:lnTo>
                    <a:pt x="3756010" y="191599"/>
                  </a:lnTo>
                  <a:lnTo>
                    <a:pt x="3755489" y="191780"/>
                  </a:lnTo>
                  <a:lnTo>
                    <a:pt x="3749924" y="193712"/>
                  </a:lnTo>
                  <a:lnTo>
                    <a:pt x="3746272" y="194980"/>
                  </a:lnTo>
                  <a:lnTo>
                    <a:pt x="3745577" y="195222"/>
                  </a:lnTo>
                  <a:lnTo>
                    <a:pt x="3722274" y="203316"/>
                  </a:lnTo>
                  <a:lnTo>
                    <a:pt x="3719492" y="204283"/>
                  </a:lnTo>
                  <a:lnTo>
                    <a:pt x="3717579" y="204947"/>
                  </a:lnTo>
                  <a:lnTo>
                    <a:pt x="3716710" y="205250"/>
                  </a:lnTo>
                  <a:lnTo>
                    <a:pt x="3708189" y="208211"/>
                  </a:lnTo>
                  <a:lnTo>
                    <a:pt x="3697407" y="211958"/>
                  </a:lnTo>
                  <a:lnTo>
                    <a:pt x="3694451" y="212985"/>
                  </a:lnTo>
                  <a:lnTo>
                    <a:pt x="3689060" y="214859"/>
                  </a:lnTo>
                  <a:lnTo>
                    <a:pt x="3687669" y="215343"/>
                  </a:lnTo>
                  <a:lnTo>
                    <a:pt x="3684539" y="216431"/>
                  </a:lnTo>
                  <a:lnTo>
                    <a:pt x="3682626" y="217096"/>
                  </a:lnTo>
                  <a:lnTo>
                    <a:pt x="3670453" y="221329"/>
                  </a:lnTo>
                  <a:lnTo>
                    <a:pt x="3669410" y="221692"/>
                  </a:lnTo>
                  <a:lnTo>
                    <a:pt x="3664888" y="223265"/>
                  </a:lnTo>
                  <a:lnTo>
                    <a:pt x="3656541" y="226168"/>
                  </a:lnTo>
                  <a:lnTo>
                    <a:pt x="3653759" y="227136"/>
                  </a:lnTo>
                  <a:lnTo>
                    <a:pt x="3651846" y="227801"/>
                  </a:lnTo>
                  <a:lnTo>
                    <a:pt x="3648020" y="229132"/>
                  </a:lnTo>
                  <a:lnTo>
                    <a:pt x="3646803" y="229556"/>
                  </a:lnTo>
                  <a:lnTo>
                    <a:pt x="3646281" y="229737"/>
                  </a:lnTo>
                  <a:lnTo>
                    <a:pt x="3644716" y="230282"/>
                  </a:lnTo>
                  <a:lnTo>
                    <a:pt x="3635326" y="233550"/>
                  </a:lnTo>
                  <a:lnTo>
                    <a:pt x="3627848" y="236152"/>
                  </a:lnTo>
                  <a:lnTo>
                    <a:pt x="3616545" y="240087"/>
                  </a:lnTo>
                  <a:lnTo>
                    <a:pt x="3612893" y="241358"/>
                  </a:lnTo>
                  <a:lnTo>
                    <a:pt x="3608719" y="242811"/>
                  </a:lnTo>
                  <a:lnTo>
                    <a:pt x="3600894" y="245536"/>
                  </a:lnTo>
                  <a:lnTo>
                    <a:pt x="3590460" y="249170"/>
                  </a:lnTo>
                  <a:lnTo>
                    <a:pt x="3588547" y="249836"/>
                  </a:lnTo>
                  <a:lnTo>
                    <a:pt x="3586634" y="250502"/>
                  </a:lnTo>
                  <a:lnTo>
                    <a:pt x="3586287" y="250623"/>
                  </a:lnTo>
                  <a:lnTo>
                    <a:pt x="3582113" y="252077"/>
                  </a:lnTo>
                  <a:lnTo>
                    <a:pt x="3581591" y="252259"/>
                  </a:lnTo>
                  <a:lnTo>
                    <a:pt x="3576027" y="254198"/>
                  </a:lnTo>
                  <a:lnTo>
                    <a:pt x="3572375" y="255470"/>
                  </a:lnTo>
                  <a:lnTo>
                    <a:pt x="3571679" y="255712"/>
                  </a:lnTo>
                  <a:lnTo>
                    <a:pt x="3548377" y="263834"/>
                  </a:lnTo>
                  <a:lnTo>
                    <a:pt x="3545595" y="264804"/>
                  </a:lnTo>
                  <a:lnTo>
                    <a:pt x="3543682" y="265471"/>
                  </a:lnTo>
                  <a:lnTo>
                    <a:pt x="3542812" y="265774"/>
                  </a:lnTo>
                  <a:lnTo>
                    <a:pt x="3534291" y="268745"/>
                  </a:lnTo>
                  <a:lnTo>
                    <a:pt x="3523510" y="272505"/>
                  </a:lnTo>
                  <a:lnTo>
                    <a:pt x="3520553" y="273536"/>
                  </a:lnTo>
                  <a:lnTo>
                    <a:pt x="3515162" y="275417"/>
                  </a:lnTo>
                  <a:lnTo>
                    <a:pt x="3513771" y="275902"/>
                  </a:lnTo>
                  <a:lnTo>
                    <a:pt x="3510641" y="276994"/>
                  </a:lnTo>
                  <a:lnTo>
                    <a:pt x="3508728" y="277661"/>
                  </a:lnTo>
                  <a:lnTo>
                    <a:pt x="3496555" y="281909"/>
                  </a:lnTo>
                  <a:lnTo>
                    <a:pt x="3495512" y="282273"/>
                  </a:lnTo>
                  <a:lnTo>
                    <a:pt x="3490991" y="283851"/>
                  </a:lnTo>
                  <a:lnTo>
                    <a:pt x="3482644" y="286765"/>
                  </a:lnTo>
                  <a:lnTo>
                    <a:pt x="3479861" y="287736"/>
                  </a:lnTo>
                  <a:lnTo>
                    <a:pt x="3477948" y="288404"/>
                  </a:lnTo>
                  <a:lnTo>
                    <a:pt x="3474123" y="289739"/>
                  </a:lnTo>
                  <a:lnTo>
                    <a:pt x="3472905" y="290164"/>
                  </a:lnTo>
                  <a:lnTo>
                    <a:pt x="3472384" y="290347"/>
                  </a:lnTo>
                  <a:lnTo>
                    <a:pt x="3470819" y="290893"/>
                  </a:lnTo>
                  <a:lnTo>
                    <a:pt x="3467341" y="292108"/>
                  </a:lnTo>
                  <a:lnTo>
                    <a:pt x="3461428" y="294172"/>
                  </a:lnTo>
                  <a:lnTo>
                    <a:pt x="3453951" y="296784"/>
                  </a:lnTo>
                  <a:lnTo>
                    <a:pt x="3442647" y="300733"/>
                  </a:lnTo>
                  <a:lnTo>
                    <a:pt x="3440734" y="301401"/>
                  </a:lnTo>
                  <a:lnTo>
                    <a:pt x="3438995" y="302009"/>
                  </a:lnTo>
                  <a:lnTo>
                    <a:pt x="3434822" y="303467"/>
                  </a:lnTo>
                  <a:lnTo>
                    <a:pt x="3416563" y="309849"/>
                  </a:lnTo>
                  <a:lnTo>
                    <a:pt x="3414650" y="310518"/>
                  </a:lnTo>
                  <a:lnTo>
                    <a:pt x="3412737" y="311187"/>
                  </a:lnTo>
                  <a:lnTo>
                    <a:pt x="3412389" y="311308"/>
                  </a:lnTo>
                  <a:lnTo>
                    <a:pt x="3408216" y="312768"/>
                  </a:lnTo>
                  <a:lnTo>
                    <a:pt x="3407694" y="312950"/>
                  </a:lnTo>
                  <a:lnTo>
                    <a:pt x="3402129" y="314896"/>
                  </a:lnTo>
                  <a:lnTo>
                    <a:pt x="3398477" y="316173"/>
                  </a:lnTo>
                  <a:lnTo>
                    <a:pt x="3397782" y="316416"/>
                  </a:lnTo>
                  <a:lnTo>
                    <a:pt x="3374479" y="324568"/>
                  </a:lnTo>
                  <a:lnTo>
                    <a:pt x="3371697" y="325542"/>
                  </a:lnTo>
                  <a:lnTo>
                    <a:pt x="3369784" y="326211"/>
                  </a:lnTo>
                  <a:lnTo>
                    <a:pt x="3368915" y="326516"/>
                  </a:lnTo>
                  <a:lnTo>
                    <a:pt x="3360394" y="329498"/>
                  </a:lnTo>
                  <a:lnTo>
                    <a:pt x="3349612" y="333273"/>
                  </a:lnTo>
                  <a:lnTo>
                    <a:pt x="3346656" y="334308"/>
                  </a:lnTo>
                  <a:lnTo>
                    <a:pt x="3341265" y="336196"/>
                  </a:lnTo>
                  <a:lnTo>
                    <a:pt x="3339874" y="336683"/>
                  </a:lnTo>
                  <a:lnTo>
                    <a:pt x="3336744" y="337779"/>
                  </a:lnTo>
                  <a:lnTo>
                    <a:pt x="3334831" y="338449"/>
                  </a:lnTo>
                  <a:lnTo>
                    <a:pt x="3322658" y="342713"/>
                  </a:lnTo>
                  <a:lnTo>
                    <a:pt x="3321615" y="343079"/>
                  </a:lnTo>
                  <a:lnTo>
                    <a:pt x="3317093" y="344663"/>
                  </a:lnTo>
                  <a:lnTo>
                    <a:pt x="3308746" y="347588"/>
                  </a:lnTo>
                  <a:lnTo>
                    <a:pt x="3305964" y="348563"/>
                  </a:lnTo>
                  <a:lnTo>
                    <a:pt x="3304051" y="349234"/>
                  </a:lnTo>
                  <a:lnTo>
                    <a:pt x="3300225" y="350575"/>
                  </a:lnTo>
                  <a:lnTo>
                    <a:pt x="3299008" y="351002"/>
                  </a:lnTo>
                  <a:lnTo>
                    <a:pt x="3298486" y="351185"/>
                  </a:lnTo>
                  <a:lnTo>
                    <a:pt x="3296921" y="351733"/>
                  </a:lnTo>
                  <a:lnTo>
                    <a:pt x="3293443" y="352953"/>
                  </a:lnTo>
                  <a:lnTo>
                    <a:pt x="3287531" y="355026"/>
                  </a:lnTo>
                  <a:lnTo>
                    <a:pt x="3280053" y="357648"/>
                  </a:lnTo>
                  <a:lnTo>
                    <a:pt x="3268750" y="361613"/>
                  </a:lnTo>
                  <a:lnTo>
                    <a:pt x="3266837" y="362284"/>
                  </a:lnTo>
                  <a:lnTo>
                    <a:pt x="3265098" y="362894"/>
                  </a:lnTo>
                  <a:lnTo>
                    <a:pt x="3260924" y="364359"/>
                  </a:lnTo>
                  <a:lnTo>
                    <a:pt x="3253099" y="367105"/>
                  </a:lnTo>
                  <a:lnTo>
                    <a:pt x="3242665" y="370767"/>
                  </a:lnTo>
                  <a:lnTo>
                    <a:pt x="3240752" y="371439"/>
                  </a:lnTo>
                  <a:lnTo>
                    <a:pt x="3238839" y="372110"/>
                  </a:lnTo>
                  <a:lnTo>
                    <a:pt x="3238492" y="372232"/>
                  </a:lnTo>
                  <a:lnTo>
                    <a:pt x="3234318" y="373698"/>
                  </a:lnTo>
                  <a:lnTo>
                    <a:pt x="3233796" y="373881"/>
                  </a:lnTo>
                  <a:lnTo>
                    <a:pt x="3228232" y="375835"/>
                  </a:lnTo>
                  <a:lnTo>
                    <a:pt x="3224580" y="377117"/>
                  </a:lnTo>
                  <a:lnTo>
                    <a:pt x="3223884" y="377362"/>
                  </a:lnTo>
                  <a:lnTo>
                    <a:pt x="3200582" y="385548"/>
                  </a:lnTo>
                  <a:lnTo>
                    <a:pt x="3197800" y="386526"/>
                  </a:lnTo>
                  <a:lnTo>
                    <a:pt x="3195887" y="387198"/>
                  </a:lnTo>
                  <a:lnTo>
                    <a:pt x="3195017" y="387504"/>
                  </a:lnTo>
                  <a:lnTo>
                    <a:pt x="3186496" y="390499"/>
                  </a:lnTo>
                  <a:lnTo>
                    <a:pt x="3175715" y="394290"/>
                  </a:lnTo>
                  <a:lnTo>
                    <a:pt x="3172758" y="395330"/>
                  </a:lnTo>
                  <a:lnTo>
                    <a:pt x="3167368" y="397226"/>
                  </a:lnTo>
                  <a:lnTo>
                    <a:pt x="3165976" y="397715"/>
                  </a:lnTo>
                  <a:lnTo>
                    <a:pt x="3162846" y="398816"/>
                  </a:lnTo>
                  <a:lnTo>
                    <a:pt x="3160933" y="399489"/>
                  </a:lnTo>
                  <a:lnTo>
                    <a:pt x="3148761" y="403772"/>
                  </a:lnTo>
                  <a:lnTo>
                    <a:pt x="3147717" y="404140"/>
                  </a:lnTo>
                  <a:lnTo>
                    <a:pt x="3143196" y="405731"/>
                  </a:lnTo>
                  <a:lnTo>
                    <a:pt x="3134849" y="408669"/>
                  </a:lnTo>
                  <a:lnTo>
                    <a:pt x="3132066" y="409649"/>
                  </a:lnTo>
                  <a:lnTo>
                    <a:pt x="3130154" y="410322"/>
                  </a:lnTo>
                  <a:lnTo>
                    <a:pt x="3126328" y="411669"/>
                  </a:lnTo>
                  <a:lnTo>
                    <a:pt x="3125111" y="412098"/>
                  </a:lnTo>
                  <a:lnTo>
                    <a:pt x="3124589" y="412281"/>
                  </a:lnTo>
                  <a:lnTo>
                    <a:pt x="3123024" y="412833"/>
                  </a:lnTo>
                  <a:lnTo>
                    <a:pt x="3119546" y="414057"/>
                  </a:lnTo>
                  <a:lnTo>
                    <a:pt x="3113633" y="416140"/>
                  </a:lnTo>
                  <a:lnTo>
                    <a:pt x="3106156" y="418774"/>
                  </a:lnTo>
                  <a:lnTo>
                    <a:pt x="3094852" y="422757"/>
                  </a:lnTo>
                  <a:lnTo>
                    <a:pt x="3092939" y="423431"/>
                  </a:lnTo>
                  <a:lnTo>
                    <a:pt x="3091201" y="424044"/>
                  </a:lnTo>
                  <a:lnTo>
                    <a:pt x="3087027" y="425516"/>
                  </a:lnTo>
                  <a:lnTo>
                    <a:pt x="3079202" y="428274"/>
                  </a:lnTo>
                  <a:lnTo>
                    <a:pt x="3068768" y="431954"/>
                  </a:lnTo>
                  <a:lnTo>
                    <a:pt x="3066855" y="432628"/>
                  </a:lnTo>
                  <a:lnTo>
                    <a:pt x="3064942" y="433303"/>
                  </a:lnTo>
                  <a:lnTo>
                    <a:pt x="3060421" y="434898"/>
                  </a:lnTo>
                  <a:lnTo>
                    <a:pt x="3059899" y="435082"/>
                  </a:lnTo>
                  <a:lnTo>
                    <a:pt x="3054334" y="437045"/>
                  </a:lnTo>
                  <a:lnTo>
                    <a:pt x="3050682" y="438334"/>
                  </a:lnTo>
                  <a:lnTo>
                    <a:pt x="3049987" y="438579"/>
                  </a:lnTo>
                  <a:lnTo>
                    <a:pt x="3026685" y="446805"/>
                  </a:lnTo>
                  <a:lnTo>
                    <a:pt x="3023902" y="447788"/>
                  </a:lnTo>
                  <a:lnTo>
                    <a:pt x="3021989" y="448463"/>
                  </a:lnTo>
                  <a:lnTo>
                    <a:pt x="3021120" y="448770"/>
                  </a:lnTo>
                  <a:lnTo>
                    <a:pt x="3012599" y="451780"/>
                  </a:lnTo>
                  <a:lnTo>
                    <a:pt x="3001817" y="455590"/>
                  </a:lnTo>
                  <a:lnTo>
                    <a:pt x="2998861" y="456634"/>
                  </a:lnTo>
                  <a:lnTo>
                    <a:pt x="2993470" y="458540"/>
                  </a:lnTo>
                  <a:lnTo>
                    <a:pt x="2992079" y="459031"/>
                  </a:lnTo>
                  <a:lnTo>
                    <a:pt x="2988949" y="460138"/>
                  </a:lnTo>
                  <a:lnTo>
                    <a:pt x="2987036" y="460814"/>
                  </a:lnTo>
                  <a:lnTo>
                    <a:pt x="2974863" y="465119"/>
                  </a:lnTo>
                  <a:lnTo>
                    <a:pt x="2973820" y="465488"/>
                  </a:lnTo>
                  <a:lnTo>
                    <a:pt x="2969298" y="467087"/>
                  </a:lnTo>
                  <a:lnTo>
                    <a:pt x="2960951" y="470040"/>
                  </a:lnTo>
                  <a:lnTo>
                    <a:pt x="2958169" y="471024"/>
                  </a:lnTo>
                  <a:lnTo>
                    <a:pt x="2956256" y="471701"/>
                  </a:lnTo>
                  <a:lnTo>
                    <a:pt x="2952430" y="473055"/>
                  </a:lnTo>
                  <a:lnTo>
                    <a:pt x="2951213" y="473486"/>
                  </a:lnTo>
                  <a:lnTo>
                    <a:pt x="2950691" y="473670"/>
                  </a:lnTo>
                  <a:lnTo>
                    <a:pt x="2949126" y="474224"/>
                  </a:lnTo>
                  <a:lnTo>
                    <a:pt x="2945648" y="475455"/>
                  </a:lnTo>
                  <a:lnTo>
                    <a:pt x="2939736" y="477549"/>
                  </a:lnTo>
                  <a:lnTo>
                    <a:pt x="2932258" y="480196"/>
                  </a:lnTo>
                  <a:lnTo>
                    <a:pt x="2920955" y="484200"/>
                  </a:lnTo>
                  <a:lnTo>
                    <a:pt x="2919042" y="484877"/>
                  </a:lnTo>
                  <a:lnTo>
                    <a:pt x="2917303" y="485494"/>
                  </a:lnTo>
                  <a:lnTo>
                    <a:pt x="2913130" y="486972"/>
                  </a:lnTo>
                  <a:lnTo>
                    <a:pt x="2905304" y="489745"/>
                  </a:lnTo>
                  <a:lnTo>
                    <a:pt x="2894870" y="493444"/>
                  </a:lnTo>
                  <a:lnTo>
                    <a:pt x="2892957" y="494122"/>
                  </a:lnTo>
                  <a:lnTo>
                    <a:pt x="2891045" y="494801"/>
                  </a:lnTo>
                  <a:lnTo>
                    <a:pt x="2890697" y="494924"/>
                  </a:lnTo>
                  <a:lnTo>
                    <a:pt x="2886523" y="496404"/>
                  </a:lnTo>
                  <a:lnTo>
                    <a:pt x="2886002" y="496589"/>
                  </a:lnTo>
                  <a:lnTo>
                    <a:pt x="2880437" y="498563"/>
                  </a:lnTo>
                  <a:lnTo>
                    <a:pt x="2876785" y="499858"/>
                  </a:lnTo>
                  <a:lnTo>
                    <a:pt x="2876089" y="500105"/>
                  </a:lnTo>
                  <a:lnTo>
                    <a:pt x="2852787" y="508374"/>
                  </a:lnTo>
                  <a:lnTo>
                    <a:pt x="2850005" y="509362"/>
                  </a:lnTo>
                  <a:lnTo>
                    <a:pt x="2848092" y="510042"/>
                  </a:lnTo>
                  <a:lnTo>
                    <a:pt x="2847222" y="510350"/>
                  </a:lnTo>
                  <a:lnTo>
                    <a:pt x="2838701" y="513376"/>
                  </a:lnTo>
                  <a:lnTo>
                    <a:pt x="2827920" y="517207"/>
                  </a:lnTo>
                  <a:lnTo>
                    <a:pt x="2824964" y="518257"/>
                  </a:lnTo>
                  <a:lnTo>
                    <a:pt x="2819573" y="520173"/>
                  </a:lnTo>
                  <a:lnTo>
                    <a:pt x="2818182" y="520667"/>
                  </a:lnTo>
                  <a:lnTo>
                    <a:pt x="2815051" y="521780"/>
                  </a:lnTo>
                  <a:lnTo>
                    <a:pt x="2813139" y="522460"/>
                  </a:lnTo>
                  <a:lnTo>
                    <a:pt x="2800966" y="526788"/>
                  </a:lnTo>
                  <a:lnTo>
                    <a:pt x="2795401" y="528767"/>
                  </a:lnTo>
                  <a:lnTo>
                    <a:pt x="2787054" y="531737"/>
                  </a:lnTo>
                  <a:lnTo>
                    <a:pt x="2784272" y="532727"/>
                  </a:lnTo>
                  <a:lnTo>
                    <a:pt x="2782359" y="533407"/>
                  </a:lnTo>
                  <a:lnTo>
                    <a:pt x="2778533" y="534769"/>
                  </a:lnTo>
                  <a:lnTo>
                    <a:pt x="2777316" y="535202"/>
                  </a:lnTo>
                  <a:lnTo>
                    <a:pt x="2776794" y="535388"/>
                  </a:lnTo>
                  <a:lnTo>
                    <a:pt x="2775229" y="535945"/>
                  </a:lnTo>
                  <a:lnTo>
                    <a:pt x="2771751" y="537183"/>
                  </a:lnTo>
                  <a:lnTo>
                    <a:pt x="2765838" y="539288"/>
                  </a:lnTo>
                  <a:lnTo>
                    <a:pt x="2758361" y="541951"/>
                  </a:lnTo>
                  <a:lnTo>
                    <a:pt x="2747057" y="545977"/>
                  </a:lnTo>
                  <a:lnTo>
                    <a:pt x="2745145" y="546659"/>
                  </a:lnTo>
                  <a:lnTo>
                    <a:pt x="2743406" y="547278"/>
                  </a:lnTo>
                  <a:lnTo>
                    <a:pt x="2739232" y="548766"/>
                  </a:lnTo>
                  <a:lnTo>
                    <a:pt x="2731407" y="551555"/>
                  </a:lnTo>
                  <a:lnTo>
                    <a:pt x="2720973" y="555275"/>
                  </a:lnTo>
                  <a:lnTo>
                    <a:pt x="2719060" y="555957"/>
                  </a:lnTo>
                  <a:lnTo>
                    <a:pt x="2717147" y="556640"/>
                  </a:lnTo>
                  <a:lnTo>
                    <a:pt x="2716799" y="556764"/>
                  </a:lnTo>
                  <a:lnTo>
                    <a:pt x="2712626" y="558252"/>
                  </a:lnTo>
                  <a:lnTo>
                    <a:pt x="2712104" y="558438"/>
                  </a:lnTo>
                  <a:lnTo>
                    <a:pt x="2706539" y="560424"/>
                  </a:lnTo>
                  <a:lnTo>
                    <a:pt x="2702888" y="561727"/>
                  </a:lnTo>
                  <a:lnTo>
                    <a:pt x="2702192" y="561975"/>
                  </a:lnTo>
                  <a:lnTo>
                    <a:pt x="2678890" y="570294"/>
                  </a:lnTo>
                  <a:lnTo>
                    <a:pt x="2676107" y="571288"/>
                  </a:lnTo>
                  <a:lnTo>
                    <a:pt x="2674194" y="571971"/>
                  </a:lnTo>
                  <a:lnTo>
                    <a:pt x="2673325" y="572282"/>
                  </a:lnTo>
                  <a:lnTo>
                    <a:pt x="2664804" y="575326"/>
                  </a:lnTo>
                  <a:lnTo>
                    <a:pt x="2654022" y="579179"/>
                  </a:lnTo>
                  <a:lnTo>
                    <a:pt x="2651066" y="580236"/>
                  </a:lnTo>
                  <a:lnTo>
                    <a:pt x="2645675" y="582164"/>
                  </a:lnTo>
                  <a:lnTo>
                    <a:pt x="2644284" y="582661"/>
                  </a:lnTo>
                  <a:lnTo>
                    <a:pt x="2641154" y="583781"/>
                  </a:lnTo>
                  <a:lnTo>
                    <a:pt x="2639241" y="584465"/>
                  </a:lnTo>
                  <a:lnTo>
                    <a:pt x="2613156" y="593799"/>
                  </a:lnTo>
                  <a:lnTo>
                    <a:pt x="2610374" y="594795"/>
                  </a:lnTo>
                  <a:lnTo>
                    <a:pt x="2608461" y="595480"/>
                  </a:lnTo>
                  <a:lnTo>
                    <a:pt x="2604635" y="596850"/>
                  </a:lnTo>
                  <a:lnTo>
                    <a:pt x="2603418" y="597286"/>
                  </a:lnTo>
                  <a:lnTo>
                    <a:pt x="2602896" y="597473"/>
                  </a:lnTo>
                  <a:lnTo>
                    <a:pt x="2601331" y="598034"/>
                  </a:lnTo>
                  <a:lnTo>
                    <a:pt x="2597853" y="599279"/>
                  </a:lnTo>
                  <a:lnTo>
                    <a:pt x="2591941" y="601398"/>
                  </a:lnTo>
                  <a:lnTo>
                    <a:pt x="2584463" y="604077"/>
                  </a:lnTo>
                  <a:lnTo>
                    <a:pt x="2573160" y="608129"/>
                  </a:lnTo>
                  <a:lnTo>
                    <a:pt x="2571247" y="608815"/>
                  </a:lnTo>
                  <a:lnTo>
                    <a:pt x="2569508" y="609439"/>
                  </a:lnTo>
                  <a:lnTo>
                    <a:pt x="2565335" y="610936"/>
                  </a:lnTo>
                  <a:lnTo>
                    <a:pt x="2557509" y="613743"/>
                  </a:lnTo>
                  <a:lnTo>
                    <a:pt x="2547075" y="617487"/>
                  </a:lnTo>
                  <a:lnTo>
                    <a:pt x="2545163" y="618174"/>
                  </a:lnTo>
                  <a:lnTo>
                    <a:pt x="2543250" y="618860"/>
                  </a:lnTo>
                  <a:lnTo>
                    <a:pt x="2542902" y="618985"/>
                  </a:lnTo>
                  <a:lnTo>
                    <a:pt x="2538728" y="620483"/>
                  </a:lnTo>
                  <a:lnTo>
                    <a:pt x="2538207" y="620671"/>
                  </a:lnTo>
                  <a:lnTo>
                    <a:pt x="2532642" y="622669"/>
                  </a:lnTo>
                  <a:lnTo>
                    <a:pt x="2528990" y="623981"/>
                  </a:lnTo>
                  <a:lnTo>
                    <a:pt x="2528294" y="624230"/>
                  </a:lnTo>
                  <a:lnTo>
                    <a:pt x="2504992" y="632604"/>
                  </a:lnTo>
                  <a:lnTo>
                    <a:pt x="2502210" y="633604"/>
                  </a:lnTo>
                  <a:lnTo>
                    <a:pt x="2500297" y="634292"/>
                  </a:lnTo>
                  <a:lnTo>
                    <a:pt x="2499428" y="634605"/>
                  </a:lnTo>
                  <a:lnTo>
                    <a:pt x="2490907" y="637670"/>
                  </a:lnTo>
                  <a:lnTo>
                    <a:pt x="2480125" y="641549"/>
                  </a:lnTo>
                  <a:lnTo>
                    <a:pt x="2477169" y="642613"/>
                  </a:lnTo>
                  <a:lnTo>
                    <a:pt x="2471778" y="644553"/>
                  </a:lnTo>
                  <a:lnTo>
                    <a:pt x="2470387" y="645054"/>
                  </a:lnTo>
                  <a:lnTo>
                    <a:pt x="2467256" y="646181"/>
                  </a:lnTo>
                  <a:lnTo>
                    <a:pt x="2465344" y="646870"/>
                  </a:lnTo>
                  <a:lnTo>
                    <a:pt x="2453171" y="651254"/>
                  </a:lnTo>
                  <a:lnTo>
                    <a:pt x="2452127" y="651630"/>
                  </a:lnTo>
                  <a:lnTo>
                    <a:pt x="2447606" y="653259"/>
                  </a:lnTo>
                  <a:lnTo>
                    <a:pt x="2439259" y="656268"/>
                  </a:lnTo>
                  <a:lnTo>
                    <a:pt x="2436477" y="657271"/>
                  </a:lnTo>
                  <a:lnTo>
                    <a:pt x="2434564" y="657960"/>
                  </a:lnTo>
                  <a:lnTo>
                    <a:pt x="2430738" y="659340"/>
                  </a:lnTo>
                  <a:lnTo>
                    <a:pt x="2429521" y="659779"/>
                  </a:lnTo>
                  <a:lnTo>
                    <a:pt x="2428999" y="659967"/>
                  </a:lnTo>
                  <a:lnTo>
                    <a:pt x="2427434" y="660531"/>
                  </a:lnTo>
                  <a:lnTo>
                    <a:pt x="2423956" y="661786"/>
                  </a:lnTo>
                  <a:lnTo>
                    <a:pt x="2418044" y="663918"/>
                  </a:lnTo>
                  <a:lnTo>
                    <a:pt x="2410566" y="666617"/>
                  </a:lnTo>
                  <a:lnTo>
                    <a:pt x="2399263" y="670697"/>
                  </a:lnTo>
                  <a:lnTo>
                    <a:pt x="2397350" y="671388"/>
                  </a:lnTo>
                  <a:lnTo>
                    <a:pt x="2395611" y="672016"/>
                  </a:lnTo>
                  <a:lnTo>
                    <a:pt x="2391437" y="673523"/>
                  </a:lnTo>
                  <a:lnTo>
                    <a:pt x="2383612" y="676350"/>
                  </a:lnTo>
                  <a:lnTo>
                    <a:pt x="2373178" y="680121"/>
                  </a:lnTo>
                  <a:lnTo>
                    <a:pt x="2371265" y="680812"/>
                  </a:lnTo>
                  <a:lnTo>
                    <a:pt x="2369352" y="681504"/>
                  </a:lnTo>
                  <a:lnTo>
                    <a:pt x="2369004" y="681629"/>
                  </a:lnTo>
                  <a:lnTo>
                    <a:pt x="2364831" y="683138"/>
                  </a:lnTo>
                  <a:lnTo>
                    <a:pt x="2364309" y="683327"/>
                  </a:lnTo>
                  <a:lnTo>
                    <a:pt x="2358744" y="685339"/>
                  </a:lnTo>
                  <a:lnTo>
                    <a:pt x="2355093" y="686660"/>
                  </a:lnTo>
                  <a:lnTo>
                    <a:pt x="2354397" y="686912"/>
                  </a:lnTo>
                  <a:lnTo>
                    <a:pt x="2331095" y="695346"/>
                  </a:lnTo>
                  <a:lnTo>
                    <a:pt x="2328312" y="696354"/>
                  </a:lnTo>
                  <a:lnTo>
                    <a:pt x="2326400" y="697046"/>
                  </a:lnTo>
                  <a:lnTo>
                    <a:pt x="2325530" y="697361"/>
                  </a:lnTo>
                  <a:lnTo>
                    <a:pt x="2317009" y="700448"/>
                  </a:lnTo>
                  <a:lnTo>
                    <a:pt x="2306227" y="704356"/>
                  </a:lnTo>
                  <a:lnTo>
                    <a:pt x="2303271" y="705428"/>
                  </a:lnTo>
                  <a:lnTo>
                    <a:pt x="2297880" y="707382"/>
                  </a:lnTo>
                  <a:lnTo>
                    <a:pt x="2296489" y="707887"/>
                  </a:lnTo>
                  <a:lnTo>
                    <a:pt x="2293359" y="709022"/>
                  </a:lnTo>
                  <a:lnTo>
                    <a:pt x="2291446" y="709716"/>
                  </a:lnTo>
                  <a:lnTo>
                    <a:pt x="2279273" y="714133"/>
                  </a:lnTo>
                  <a:lnTo>
                    <a:pt x="2278230" y="714511"/>
                  </a:lnTo>
                  <a:lnTo>
                    <a:pt x="2273709" y="716153"/>
                  </a:lnTo>
                  <a:lnTo>
                    <a:pt x="2265362" y="719183"/>
                  </a:lnTo>
                  <a:lnTo>
                    <a:pt x="2262579" y="720194"/>
                  </a:lnTo>
                  <a:lnTo>
                    <a:pt x="2260666" y="720889"/>
                  </a:lnTo>
                  <a:lnTo>
                    <a:pt x="2256841" y="722278"/>
                  </a:lnTo>
                  <a:lnTo>
                    <a:pt x="2255623" y="722721"/>
                  </a:lnTo>
                  <a:lnTo>
                    <a:pt x="2255102" y="722910"/>
                  </a:lnTo>
                  <a:lnTo>
                    <a:pt x="2253537" y="723479"/>
                  </a:lnTo>
                  <a:lnTo>
                    <a:pt x="2250059" y="724743"/>
                  </a:lnTo>
                  <a:lnTo>
                    <a:pt x="2244146" y="726892"/>
                  </a:lnTo>
                  <a:lnTo>
                    <a:pt x="2236668" y="729610"/>
                  </a:lnTo>
                  <a:lnTo>
                    <a:pt x="2225365" y="733722"/>
                  </a:lnTo>
                  <a:lnTo>
                    <a:pt x="2223452" y="734417"/>
                  </a:lnTo>
                  <a:lnTo>
                    <a:pt x="2221713" y="735050"/>
                  </a:lnTo>
                  <a:lnTo>
                    <a:pt x="2217540" y="736569"/>
                  </a:lnTo>
                  <a:lnTo>
                    <a:pt x="2209714" y="739417"/>
                  </a:lnTo>
                  <a:lnTo>
                    <a:pt x="2199281" y="743217"/>
                  </a:lnTo>
                  <a:lnTo>
                    <a:pt x="2197368" y="743914"/>
                  </a:lnTo>
                  <a:lnTo>
                    <a:pt x="2195455" y="744611"/>
                  </a:lnTo>
                  <a:lnTo>
                    <a:pt x="2195107" y="744737"/>
                  </a:lnTo>
                  <a:lnTo>
                    <a:pt x="2190933" y="746258"/>
                  </a:lnTo>
                  <a:lnTo>
                    <a:pt x="2190412" y="746448"/>
                  </a:lnTo>
                  <a:lnTo>
                    <a:pt x="2184847" y="748476"/>
                  </a:lnTo>
                  <a:lnTo>
                    <a:pt x="2181195" y="749807"/>
                  </a:lnTo>
                  <a:lnTo>
                    <a:pt x="2180500" y="750061"/>
                  </a:lnTo>
                  <a:lnTo>
                    <a:pt x="2157197" y="758560"/>
                  </a:lnTo>
                  <a:lnTo>
                    <a:pt x="2154415" y="759576"/>
                  </a:lnTo>
                  <a:lnTo>
                    <a:pt x="2152502" y="760274"/>
                  </a:lnTo>
                  <a:lnTo>
                    <a:pt x="2151633" y="760591"/>
                  </a:lnTo>
                  <a:lnTo>
                    <a:pt x="2143112" y="763703"/>
                  </a:lnTo>
                  <a:lnTo>
                    <a:pt x="2132330" y="767641"/>
                  </a:lnTo>
                  <a:lnTo>
                    <a:pt x="2129374" y="768721"/>
                  </a:lnTo>
                  <a:lnTo>
                    <a:pt x="2123983" y="770691"/>
                  </a:lnTo>
                  <a:lnTo>
                    <a:pt x="2122592" y="771200"/>
                  </a:lnTo>
                  <a:lnTo>
                    <a:pt x="2119462" y="772344"/>
                  </a:lnTo>
                  <a:lnTo>
                    <a:pt x="2117549" y="773043"/>
                  </a:lnTo>
                  <a:lnTo>
                    <a:pt x="2105376" y="777495"/>
                  </a:lnTo>
                  <a:lnTo>
                    <a:pt x="2104333" y="777877"/>
                  </a:lnTo>
                  <a:lnTo>
                    <a:pt x="2099811" y="779531"/>
                  </a:lnTo>
                  <a:lnTo>
                    <a:pt x="2091464" y="782586"/>
                  </a:lnTo>
                  <a:lnTo>
                    <a:pt x="2088682" y="783605"/>
                  </a:lnTo>
                  <a:lnTo>
                    <a:pt x="2086769" y="784305"/>
                  </a:lnTo>
                  <a:lnTo>
                    <a:pt x="2082943" y="785706"/>
                  </a:lnTo>
                  <a:lnTo>
                    <a:pt x="2081726" y="786152"/>
                  </a:lnTo>
                  <a:lnTo>
                    <a:pt x="2081204" y="786343"/>
                  </a:lnTo>
                  <a:lnTo>
                    <a:pt x="2079639" y="786916"/>
                  </a:lnTo>
                  <a:lnTo>
                    <a:pt x="2076161" y="788190"/>
                  </a:lnTo>
                  <a:lnTo>
                    <a:pt x="2070249" y="790357"/>
                  </a:lnTo>
                  <a:lnTo>
                    <a:pt x="2062771" y="793097"/>
                  </a:lnTo>
                  <a:lnTo>
                    <a:pt x="2051468" y="797242"/>
                  </a:lnTo>
                  <a:lnTo>
                    <a:pt x="2049555" y="797943"/>
                  </a:lnTo>
                  <a:lnTo>
                    <a:pt x="2047816" y="798581"/>
                  </a:lnTo>
                  <a:lnTo>
                    <a:pt x="2043642" y="800113"/>
                  </a:lnTo>
                  <a:lnTo>
                    <a:pt x="2035817" y="802984"/>
                  </a:lnTo>
                  <a:lnTo>
                    <a:pt x="2025383" y="806815"/>
                  </a:lnTo>
                  <a:lnTo>
                    <a:pt x="2023470" y="807517"/>
                  </a:lnTo>
                  <a:lnTo>
                    <a:pt x="2021557" y="808220"/>
                  </a:lnTo>
                  <a:lnTo>
                    <a:pt x="2021210" y="808348"/>
                  </a:lnTo>
                  <a:lnTo>
                    <a:pt x="2017036" y="809881"/>
                  </a:lnTo>
                  <a:lnTo>
                    <a:pt x="2016514" y="810073"/>
                  </a:lnTo>
                  <a:lnTo>
                    <a:pt x="2010950" y="812117"/>
                  </a:lnTo>
                  <a:lnTo>
                    <a:pt x="2007298" y="813459"/>
                  </a:lnTo>
                  <a:lnTo>
                    <a:pt x="2006602" y="813715"/>
                  </a:lnTo>
                  <a:lnTo>
                    <a:pt x="1983300" y="822285"/>
                  </a:lnTo>
                  <a:lnTo>
                    <a:pt x="1980518" y="823309"/>
                  </a:lnTo>
                  <a:lnTo>
                    <a:pt x="1978605" y="824013"/>
                  </a:lnTo>
                  <a:lnTo>
                    <a:pt x="1977735" y="824333"/>
                  </a:lnTo>
                  <a:lnTo>
                    <a:pt x="1969214" y="827470"/>
                  </a:lnTo>
                  <a:lnTo>
                    <a:pt x="1958433" y="831441"/>
                  </a:lnTo>
                  <a:lnTo>
                    <a:pt x="1955476" y="832530"/>
                  </a:lnTo>
                  <a:lnTo>
                    <a:pt x="1950085" y="834517"/>
                  </a:lnTo>
                  <a:lnTo>
                    <a:pt x="1948694" y="835030"/>
                  </a:lnTo>
                  <a:lnTo>
                    <a:pt x="1945564" y="836184"/>
                  </a:lnTo>
                  <a:lnTo>
                    <a:pt x="1943651" y="836889"/>
                  </a:lnTo>
                  <a:lnTo>
                    <a:pt x="1931478" y="841379"/>
                  </a:lnTo>
                  <a:lnTo>
                    <a:pt x="1930435" y="841763"/>
                  </a:lnTo>
                  <a:lnTo>
                    <a:pt x="1925914" y="843432"/>
                  </a:lnTo>
                  <a:lnTo>
                    <a:pt x="1917567" y="846513"/>
                  </a:lnTo>
                  <a:lnTo>
                    <a:pt x="1914784" y="847540"/>
                  </a:lnTo>
                  <a:lnTo>
                    <a:pt x="1912871" y="848246"/>
                  </a:lnTo>
                  <a:lnTo>
                    <a:pt x="1909046" y="849659"/>
                  </a:lnTo>
                  <a:lnTo>
                    <a:pt x="1907828" y="850109"/>
                  </a:lnTo>
                  <a:lnTo>
                    <a:pt x="1907307" y="850301"/>
                  </a:lnTo>
                  <a:lnTo>
                    <a:pt x="1905742" y="850879"/>
                  </a:lnTo>
                  <a:lnTo>
                    <a:pt x="1902264" y="852164"/>
                  </a:lnTo>
                  <a:lnTo>
                    <a:pt x="1896351" y="854349"/>
                  </a:lnTo>
                  <a:lnTo>
                    <a:pt x="1888874" y="857113"/>
                  </a:lnTo>
                  <a:lnTo>
                    <a:pt x="1877570" y="861293"/>
                  </a:lnTo>
                  <a:lnTo>
                    <a:pt x="1875657" y="862001"/>
                  </a:lnTo>
                  <a:lnTo>
                    <a:pt x="1873918" y="862644"/>
                  </a:lnTo>
                  <a:lnTo>
                    <a:pt x="1869745" y="864188"/>
                  </a:lnTo>
                  <a:lnTo>
                    <a:pt x="1861919" y="867085"/>
                  </a:lnTo>
                  <a:lnTo>
                    <a:pt x="1851486" y="870948"/>
                  </a:lnTo>
                  <a:lnTo>
                    <a:pt x="1849573" y="871657"/>
                  </a:lnTo>
                  <a:lnTo>
                    <a:pt x="1847660" y="872365"/>
                  </a:lnTo>
                  <a:lnTo>
                    <a:pt x="1847312" y="872494"/>
                  </a:lnTo>
                  <a:lnTo>
                    <a:pt x="1843139" y="874041"/>
                  </a:lnTo>
                  <a:lnTo>
                    <a:pt x="1842617" y="874234"/>
                  </a:lnTo>
                  <a:lnTo>
                    <a:pt x="1833400" y="877650"/>
                  </a:lnTo>
                  <a:lnTo>
                    <a:pt x="1832705" y="877908"/>
                  </a:lnTo>
                  <a:lnTo>
                    <a:pt x="1809402" y="886552"/>
                  </a:lnTo>
                  <a:lnTo>
                    <a:pt x="1806620" y="887585"/>
                  </a:lnTo>
                  <a:lnTo>
                    <a:pt x="1804707" y="888295"/>
                  </a:lnTo>
                  <a:lnTo>
                    <a:pt x="1803838" y="888618"/>
                  </a:lnTo>
                  <a:lnTo>
                    <a:pt x="1795317" y="891782"/>
                  </a:lnTo>
                  <a:lnTo>
                    <a:pt x="1784535" y="895788"/>
                  </a:lnTo>
                  <a:lnTo>
                    <a:pt x="1781579" y="896887"/>
                  </a:lnTo>
                  <a:lnTo>
                    <a:pt x="1776188" y="898891"/>
                  </a:lnTo>
                  <a:lnTo>
                    <a:pt x="1774797" y="899408"/>
                  </a:lnTo>
                  <a:lnTo>
                    <a:pt x="1771667" y="900572"/>
                  </a:lnTo>
                  <a:lnTo>
                    <a:pt x="1769754" y="901284"/>
                  </a:lnTo>
                  <a:lnTo>
                    <a:pt x="1757581" y="905813"/>
                  </a:lnTo>
                  <a:lnTo>
                    <a:pt x="1756538" y="906201"/>
                  </a:lnTo>
                  <a:lnTo>
                    <a:pt x="1752016" y="907884"/>
                  </a:lnTo>
                  <a:lnTo>
                    <a:pt x="1743669" y="910992"/>
                  </a:lnTo>
                  <a:lnTo>
                    <a:pt x="1740887" y="912028"/>
                  </a:lnTo>
                  <a:lnTo>
                    <a:pt x="1738974" y="912741"/>
                  </a:lnTo>
                  <a:lnTo>
                    <a:pt x="1735148" y="914166"/>
                  </a:lnTo>
                  <a:lnTo>
                    <a:pt x="1733931" y="914619"/>
                  </a:lnTo>
                  <a:lnTo>
                    <a:pt x="1733409" y="914814"/>
                  </a:lnTo>
                  <a:lnTo>
                    <a:pt x="1731844" y="915397"/>
                  </a:lnTo>
                  <a:lnTo>
                    <a:pt x="1728366" y="916693"/>
                  </a:lnTo>
                  <a:lnTo>
                    <a:pt x="1722454" y="918897"/>
                  </a:lnTo>
                  <a:lnTo>
                    <a:pt x="1714976" y="921686"/>
                  </a:lnTo>
                  <a:lnTo>
                    <a:pt x="1703673" y="925903"/>
                  </a:lnTo>
                  <a:lnTo>
                    <a:pt x="1701760" y="926617"/>
                  </a:lnTo>
                  <a:lnTo>
                    <a:pt x="1700021" y="927266"/>
                  </a:lnTo>
                  <a:lnTo>
                    <a:pt x="1695847" y="928824"/>
                  </a:lnTo>
                  <a:lnTo>
                    <a:pt x="1688022" y="931746"/>
                  </a:lnTo>
                  <a:lnTo>
                    <a:pt x="1677588" y="935644"/>
                  </a:lnTo>
                  <a:lnTo>
                    <a:pt x="1675675" y="936358"/>
                  </a:lnTo>
                  <a:lnTo>
                    <a:pt x="1673762" y="937073"/>
                  </a:lnTo>
                  <a:lnTo>
                    <a:pt x="1673415" y="937203"/>
                  </a:lnTo>
                  <a:lnTo>
                    <a:pt x="1669241" y="938763"/>
                  </a:lnTo>
                  <a:lnTo>
                    <a:pt x="1668719" y="938958"/>
                  </a:lnTo>
                  <a:lnTo>
                    <a:pt x="1663155" y="941039"/>
                  </a:lnTo>
                  <a:lnTo>
                    <a:pt x="1659503" y="942405"/>
                  </a:lnTo>
                  <a:lnTo>
                    <a:pt x="1658807" y="942665"/>
                  </a:lnTo>
                  <a:lnTo>
                    <a:pt x="1635505" y="951386"/>
                  </a:lnTo>
                  <a:lnTo>
                    <a:pt x="1632723" y="952428"/>
                  </a:lnTo>
                  <a:lnTo>
                    <a:pt x="1630810" y="953145"/>
                  </a:lnTo>
                  <a:lnTo>
                    <a:pt x="1629940" y="953471"/>
                  </a:lnTo>
                  <a:lnTo>
                    <a:pt x="1621419" y="956663"/>
                  </a:lnTo>
                  <a:lnTo>
                    <a:pt x="1610638" y="960705"/>
                  </a:lnTo>
                  <a:lnTo>
                    <a:pt x="1607681" y="961814"/>
                  </a:lnTo>
                  <a:lnTo>
                    <a:pt x="1602291" y="963836"/>
                  </a:lnTo>
                  <a:lnTo>
                    <a:pt x="1600899" y="964358"/>
                  </a:lnTo>
                  <a:lnTo>
                    <a:pt x="1597769" y="965532"/>
                  </a:lnTo>
                  <a:lnTo>
                    <a:pt x="1595856" y="966250"/>
                  </a:lnTo>
                  <a:lnTo>
                    <a:pt x="1583684" y="970819"/>
                  </a:lnTo>
                  <a:lnTo>
                    <a:pt x="1582640" y="971211"/>
                  </a:lnTo>
                  <a:lnTo>
                    <a:pt x="1578119" y="972909"/>
                  </a:lnTo>
                  <a:lnTo>
                    <a:pt x="1569772" y="976045"/>
                  </a:lnTo>
                  <a:lnTo>
                    <a:pt x="1566989" y="977090"/>
                  </a:lnTo>
                  <a:lnTo>
                    <a:pt x="1565077" y="977809"/>
                  </a:lnTo>
                  <a:lnTo>
                    <a:pt x="1561251" y="979247"/>
                  </a:lnTo>
                  <a:lnTo>
                    <a:pt x="1560033" y="979705"/>
                  </a:lnTo>
                  <a:lnTo>
                    <a:pt x="1559512" y="979901"/>
                  </a:lnTo>
                  <a:lnTo>
                    <a:pt x="1554469" y="981797"/>
                  </a:lnTo>
                  <a:lnTo>
                    <a:pt x="1548556" y="984021"/>
                  </a:lnTo>
                  <a:lnTo>
                    <a:pt x="1541079" y="986835"/>
                  </a:lnTo>
                  <a:lnTo>
                    <a:pt x="1529775" y="991089"/>
                  </a:lnTo>
                  <a:lnTo>
                    <a:pt x="1527862" y="991810"/>
                  </a:lnTo>
                  <a:lnTo>
                    <a:pt x="1526123" y="992465"/>
                  </a:lnTo>
                  <a:lnTo>
                    <a:pt x="1521950" y="994037"/>
                  </a:lnTo>
                  <a:lnTo>
                    <a:pt x="1514125" y="996985"/>
                  </a:lnTo>
                  <a:lnTo>
                    <a:pt x="1503691" y="1000918"/>
                  </a:lnTo>
                  <a:lnTo>
                    <a:pt x="1501778" y="1001639"/>
                  </a:lnTo>
                  <a:lnTo>
                    <a:pt x="1499865" y="1002360"/>
                  </a:lnTo>
                  <a:lnTo>
                    <a:pt x="1499517" y="1002492"/>
                  </a:lnTo>
                  <a:lnTo>
                    <a:pt x="1495344" y="1004066"/>
                  </a:lnTo>
                  <a:lnTo>
                    <a:pt x="1494822" y="1004263"/>
                  </a:lnTo>
                  <a:lnTo>
                    <a:pt x="1489257" y="1006362"/>
                  </a:lnTo>
                  <a:lnTo>
                    <a:pt x="1485605" y="1007740"/>
                  </a:lnTo>
                  <a:lnTo>
                    <a:pt x="1484910" y="1008002"/>
                  </a:lnTo>
                  <a:lnTo>
                    <a:pt x="1461608" y="1016802"/>
                  </a:lnTo>
                  <a:lnTo>
                    <a:pt x="1458825" y="1017854"/>
                  </a:lnTo>
                  <a:lnTo>
                    <a:pt x="1456912" y="1018576"/>
                  </a:lnTo>
                  <a:lnTo>
                    <a:pt x="1456043" y="1018905"/>
                  </a:lnTo>
                  <a:lnTo>
                    <a:pt x="1447522" y="1022126"/>
                  </a:lnTo>
                  <a:lnTo>
                    <a:pt x="1436740" y="1026204"/>
                  </a:lnTo>
                  <a:lnTo>
                    <a:pt x="1433784" y="1027323"/>
                  </a:lnTo>
                  <a:lnTo>
                    <a:pt x="1428393" y="1029363"/>
                  </a:lnTo>
                  <a:lnTo>
                    <a:pt x="1427002" y="1029890"/>
                  </a:lnTo>
                  <a:lnTo>
                    <a:pt x="1423872" y="1031075"/>
                  </a:lnTo>
                  <a:lnTo>
                    <a:pt x="1421959" y="1031799"/>
                  </a:lnTo>
                  <a:lnTo>
                    <a:pt x="1409786" y="1036409"/>
                  </a:lnTo>
                  <a:lnTo>
                    <a:pt x="1408743" y="1036805"/>
                  </a:lnTo>
                  <a:lnTo>
                    <a:pt x="1404221" y="1038518"/>
                  </a:lnTo>
                  <a:lnTo>
                    <a:pt x="1395874" y="1041682"/>
                  </a:lnTo>
                  <a:lnTo>
                    <a:pt x="1393092" y="1042737"/>
                  </a:lnTo>
                  <a:lnTo>
                    <a:pt x="1391179" y="1043462"/>
                  </a:lnTo>
                  <a:lnTo>
                    <a:pt x="1387353" y="1044913"/>
                  </a:lnTo>
                  <a:lnTo>
                    <a:pt x="1386136" y="1045375"/>
                  </a:lnTo>
                  <a:lnTo>
                    <a:pt x="1385614" y="1045573"/>
                  </a:lnTo>
                  <a:lnTo>
                    <a:pt x="1384049" y="1046166"/>
                  </a:lnTo>
                  <a:lnTo>
                    <a:pt x="1380571" y="1047486"/>
                  </a:lnTo>
                  <a:lnTo>
                    <a:pt x="1374659" y="1049729"/>
                  </a:lnTo>
                  <a:lnTo>
                    <a:pt x="1367181" y="1052568"/>
                  </a:lnTo>
                  <a:lnTo>
                    <a:pt x="1355878" y="1056861"/>
                  </a:lnTo>
                  <a:lnTo>
                    <a:pt x="1353965" y="1057588"/>
                  </a:lnTo>
                  <a:lnTo>
                    <a:pt x="1352226" y="1058248"/>
                  </a:lnTo>
                  <a:lnTo>
                    <a:pt x="1348053" y="1059834"/>
                  </a:lnTo>
                  <a:lnTo>
                    <a:pt x="1340227" y="1062809"/>
                  </a:lnTo>
                  <a:lnTo>
                    <a:pt x="1329793" y="1066777"/>
                  </a:lnTo>
                  <a:lnTo>
                    <a:pt x="1327880" y="1067505"/>
                  </a:lnTo>
                  <a:lnTo>
                    <a:pt x="1325968" y="1068232"/>
                  </a:lnTo>
                  <a:lnTo>
                    <a:pt x="1321446" y="1069953"/>
                  </a:lnTo>
                  <a:lnTo>
                    <a:pt x="1320925" y="1070151"/>
                  </a:lnTo>
                  <a:lnTo>
                    <a:pt x="1315360" y="1072269"/>
                  </a:lnTo>
                  <a:lnTo>
                    <a:pt x="1311708" y="1073660"/>
                  </a:lnTo>
                  <a:lnTo>
                    <a:pt x="1311012" y="1073924"/>
                  </a:lnTo>
                  <a:lnTo>
                    <a:pt x="1287710" y="1082802"/>
                  </a:lnTo>
                  <a:lnTo>
                    <a:pt x="1284928" y="1083863"/>
                  </a:lnTo>
                  <a:lnTo>
                    <a:pt x="1283015" y="1084592"/>
                  </a:lnTo>
                  <a:lnTo>
                    <a:pt x="1282145" y="1084924"/>
                  </a:lnTo>
                  <a:lnTo>
                    <a:pt x="1273624" y="1088174"/>
                  </a:lnTo>
                  <a:lnTo>
                    <a:pt x="1262843" y="1092288"/>
                  </a:lnTo>
                  <a:lnTo>
                    <a:pt x="1259887" y="1093416"/>
                  </a:lnTo>
                  <a:lnTo>
                    <a:pt x="1254496" y="1095474"/>
                  </a:lnTo>
                  <a:lnTo>
                    <a:pt x="1253105" y="1096005"/>
                  </a:lnTo>
                  <a:lnTo>
                    <a:pt x="1249974" y="1097201"/>
                  </a:lnTo>
                  <a:lnTo>
                    <a:pt x="1248061" y="1097931"/>
                  </a:lnTo>
                  <a:lnTo>
                    <a:pt x="1235889" y="1102582"/>
                  </a:lnTo>
                  <a:lnTo>
                    <a:pt x="1234845" y="1102981"/>
                  </a:lnTo>
                  <a:lnTo>
                    <a:pt x="1230324" y="1104709"/>
                  </a:lnTo>
                  <a:lnTo>
                    <a:pt x="1221977" y="1107901"/>
                  </a:lnTo>
                  <a:lnTo>
                    <a:pt x="1219195" y="1108965"/>
                  </a:lnTo>
                  <a:lnTo>
                    <a:pt x="1217282" y="1109697"/>
                  </a:lnTo>
                  <a:lnTo>
                    <a:pt x="1213456" y="1111160"/>
                  </a:lnTo>
                  <a:lnTo>
                    <a:pt x="1212239" y="1111626"/>
                  </a:lnTo>
                  <a:lnTo>
                    <a:pt x="1211717" y="1111826"/>
                  </a:lnTo>
                  <a:lnTo>
                    <a:pt x="1210152" y="1112425"/>
                  </a:lnTo>
                  <a:lnTo>
                    <a:pt x="1206674" y="1113756"/>
                  </a:lnTo>
                  <a:lnTo>
                    <a:pt x="1200761" y="1116019"/>
                  </a:lnTo>
                  <a:lnTo>
                    <a:pt x="1193284" y="1118882"/>
                  </a:lnTo>
                  <a:lnTo>
                    <a:pt x="1181980" y="1123213"/>
                  </a:lnTo>
                  <a:lnTo>
                    <a:pt x="1180068" y="1123946"/>
                  </a:lnTo>
                  <a:lnTo>
                    <a:pt x="1178329" y="1124612"/>
                  </a:lnTo>
                  <a:lnTo>
                    <a:pt x="1174155" y="1126212"/>
                  </a:lnTo>
                  <a:lnTo>
                    <a:pt x="1155896" y="1133215"/>
                  </a:lnTo>
                  <a:lnTo>
                    <a:pt x="1153983" y="1133949"/>
                  </a:lnTo>
                  <a:lnTo>
                    <a:pt x="1152070" y="1134683"/>
                  </a:lnTo>
                  <a:lnTo>
                    <a:pt x="1151722" y="1134816"/>
                  </a:lnTo>
                  <a:lnTo>
                    <a:pt x="1147549" y="1136418"/>
                  </a:lnTo>
                  <a:lnTo>
                    <a:pt x="1147027" y="1136618"/>
                  </a:lnTo>
                  <a:lnTo>
                    <a:pt x="1141462" y="1138754"/>
                  </a:lnTo>
                  <a:lnTo>
                    <a:pt x="1137810" y="1140157"/>
                  </a:lnTo>
                  <a:lnTo>
                    <a:pt x="1137115" y="1140424"/>
                  </a:lnTo>
                  <a:lnTo>
                    <a:pt x="1113813" y="1149378"/>
                  </a:lnTo>
                  <a:lnTo>
                    <a:pt x="1111030" y="1150448"/>
                  </a:lnTo>
                  <a:lnTo>
                    <a:pt x="1109117" y="1151183"/>
                  </a:lnTo>
                  <a:lnTo>
                    <a:pt x="1108248" y="1151517"/>
                  </a:lnTo>
                  <a:lnTo>
                    <a:pt x="1099727" y="1154795"/>
                  </a:lnTo>
                  <a:lnTo>
                    <a:pt x="1088945" y="1158944"/>
                  </a:lnTo>
                  <a:lnTo>
                    <a:pt x="1085989" y="1160082"/>
                  </a:lnTo>
                  <a:lnTo>
                    <a:pt x="1080598" y="1162158"/>
                  </a:lnTo>
                  <a:lnTo>
                    <a:pt x="1079207" y="1162693"/>
                  </a:lnTo>
                  <a:lnTo>
                    <a:pt x="1076077" y="1163899"/>
                  </a:lnTo>
                  <a:lnTo>
                    <a:pt x="1074164" y="1164636"/>
                  </a:lnTo>
                  <a:lnTo>
                    <a:pt x="1061991" y="1169326"/>
                  </a:lnTo>
                  <a:lnTo>
                    <a:pt x="1060948" y="1169728"/>
                  </a:lnTo>
                  <a:lnTo>
                    <a:pt x="1056426" y="1171471"/>
                  </a:lnTo>
                  <a:lnTo>
                    <a:pt x="1048079" y="1174689"/>
                  </a:lnTo>
                  <a:lnTo>
                    <a:pt x="1045297" y="1175763"/>
                  </a:lnTo>
                  <a:lnTo>
                    <a:pt x="1043384" y="1176500"/>
                  </a:lnTo>
                  <a:lnTo>
                    <a:pt x="1039558" y="1177976"/>
                  </a:lnTo>
                  <a:lnTo>
                    <a:pt x="1038341" y="1178446"/>
                  </a:lnTo>
                  <a:lnTo>
                    <a:pt x="1037819" y="1178647"/>
                  </a:lnTo>
                  <a:lnTo>
                    <a:pt x="1036254" y="1179251"/>
                  </a:lnTo>
                  <a:lnTo>
                    <a:pt x="1032776" y="1180593"/>
                  </a:lnTo>
                  <a:lnTo>
                    <a:pt x="1026864" y="1182875"/>
                  </a:lnTo>
                  <a:lnTo>
                    <a:pt x="1019386" y="1185763"/>
                  </a:lnTo>
                  <a:lnTo>
                    <a:pt x="1008083" y="1190129"/>
                  </a:lnTo>
                  <a:lnTo>
                    <a:pt x="1006170" y="1190868"/>
                  </a:lnTo>
                  <a:lnTo>
                    <a:pt x="1004431" y="1191540"/>
                  </a:lnTo>
                  <a:lnTo>
                    <a:pt x="1000258" y="1193153"/>
                  </a:lnTo>
                  <a:lnTo>
                    <a:pt x="992432" y="1196178"/>
                  </a:lnTo>
                  <a:lnTo>
                    <a:pt x="981998" y="1200214"/>
                  </a:lnTo>
                  <a:lnTo>
                    <a:pt x="980086" y="1200954"/>
                  </a:lnTo>
                  <a:lnTo>
                    <a:pt x="978173" y="1201694"/>
                  </a:lnTo>
                  <a:lnTo>
                    <a:pt x="977825" y="1201828"/>
                  </a:lnTo>
                  <a:lnTo>
                    <a:pt x="973651" y="1203443"/>
                  </a:lnTo>
                  <a:lnTo>
                    <a:pt x="973130" y="1203645"/>
                  </a:lnTo>
                  <a:lnTo>
                    <a:pt x="967565" y="1205799"/>
                  </a:lnTo>
                  <a:lnTo>
                    <a:pt x="963217" y="1207482"/>
                  </a:lnTo>
                  <a:lnTo>
                    <a:pt x="939915" y="1216509"/>
                  </a:lnTo>
                  <a:lnTo>
                    <a:pt x="937133" y="1217587"/>
                  </a:lnTo>
                  <a:lnTo>
                    <a:pt x="935220" y="1218329"/>
                  </a:lnTo>
                  <a:lnTo>
                    <a:pt x="934350" y="1218666"/>
                  </a:lnTo>
                  <a:lnTo>
                    <a:pt x="925830" y="1221970"/>
                  </a:lnTo>
                  <a:lnTo>
                    <a:pt x="915048" y="1226153"/>
                  </a:lnTo>
                  <a:lnTo>
                    <a:pt x="912092" y="1227300"/>
                  </a:lnTo>
                  <a:lnTo>
                    <a:pt x="906701" y="1229392"/>
                  </a:lnTo>
                  <a:lnTo>
                    <a:pt x="905310" y="1229932"/>
                  </a:lnTo>
                  <a:lnTo>
                    <a:pt x="902179" y="1231147"/>
                  </a:lnTo>
                  <a:lnTo>
                    <a:pt x="900267" y="1231890"/>
                  </a:lnTo>
                  <a:lnTo>
                    <a:pt x="888094" y="1236618"/>
                  </a:lnTo>
                  <a:lnTo>
                    <a:pt x="887050" y="1237023"/>
                  </a:lnTo>
                  <a:lnTo>
                    <a:pt x="882529" y="1238780"/>
                  </a:lnTo>
                  <a:lnTo>
                    <a:pt x="874182" y="1242024"/>
                  </a:lnTo>
                  <a:lnTo>
                    <a:pt x="871400" y="1243105"/>
                  </a:lnTo>
                  <a:lnTo>
                    <a:pt x="869487" y="1243849"/>
                  </a:lnTo>
                  <a:lnTo>
                    <a:pt x="865661" y="1245337"/>
                  </a:lnTo>
                  <a:lnTo>
                    <a:pt x="864444" y="1245810"/>
                  </a:lnTo>
                  <a:lnTo>
                    <a:pt x="863922" y="1246013"/>
                  </a:lnTo>
                  <a:lnTo>
                    <a:pt x="862357" y="1246621"/>
                  </a:lnTo>
                  <a:lnTo>
                    <a:pt x="858879" y="1247974"/>
                  </a:lnTo>
                  <a:lnTo>
                    <a:pt x="852966" y="1250274"/>
                  </a:lnTo>
                  <a:lnTo>
                    <a:pt x="845489" y="1253184"/>
                  </a:lnTo>
                  <a:lnTo>
                    <a:pt x="834186" y="1257585"/>
                  </a:lnTo>
                  <a:lnTo>
                    <a:pt x="832273" y="1258329"/>
                  </a:lnTo>
                  <a:lnTo>
                    <a:pt x="830534" y="1259007"/>
                  </a:lnTo>
                  <a:lnTo>
                    <a:pt x="826360" y="1260632"/>
                  </a:lnTo>
                  <a:lnTo>
                    <a:pt x="818535" y="1263681"/>
                  </a:lnTo>
                  <a:lnTo>
                    <a:pt x="808101" y="1267747"/>
                  </a:lnTo>
                  <a:lnTo>
                    <a:pt x="806188" y="1268493"/>
                  </a:lnTo>
                  <a:lnTo>
                    <a:pt x="804275" y="1269239"/>
                  </a:lnTo>
                  <a:lnTo>
                    <a:pt x="803927" y="1269375"/>
                  </a:lnTo>
                  <a:lnTo>
                    <a:pt x="799754" y="1271002"/>
                  </a:lnTo>
                  <a:lnTo>
                    <a:pt x="799232" y="1271205"/>
                  </a:lnTo>
                  <a:lnTo>
                    <a:pt x="793667" y="1273376"/>
                  </a:lnTo>
                  <a:lnTo>
                    <a:pt x="790016" y="1274800"/>
                  </a:lnTo>
                  <a:lnTo>
                    <a:pt x="789320" y="1275072"/>
                  </a:lnTo>
                  <a:lnTo>
                    <a:pt x="766018" y="1284167"/>
                  </a:lnTo>
                  <a:lnTo>
                    <a:pt x="763235" y="1285254"/>
                  </a:lnTo>
                  <a:lnTo>
                    <a:pt x="761323" y="1286001"/>
                  </a:lnTo>
                  <a:lnTo>
                    <a:pt x="760453" y="1286341"/>
                  </a:lnTo>
                  <a:lnTo>
                    <a:pt x="751932" y="1289670"/>
                  </a:lnTo>
                  <a:lnTo>
                    <a:pt x="741150" y="1293883"/>
                  </a:lnTo>
                  <a:lnTo>
                    <a:pt x="738194" y="1295039"/>
                  </a:lnTo>
                  <a:lnTo>
                    <a:pt x="732803" y="1297147"/>
                  </a:lnTo>
                  <a:lnTo>
                    <a:pt x="731412" y="1297691"/>
                  </a:lnTo>
                  <a:lnTo>
                    <a:pt x="728282" y="1298915"/>
                  </a:lnTo>
                  <a:lnTo>
                    <a:pt x="726369" y="1299663"/>
                  </a:lnTo>
                  <a:lnTo>
                    <a:pt x="714196" y="1304426"/>
                  </a:lnTo>
                  <a:lnTo>
                    <a:pt x="713153" y="1304835"/>
                  </a:lnTo>
                  <a:lnTo>
                    <a:pt x="708632" y="1306604"/>
                  </a:lnTo>
                  <a:lnTo>
                    <a:pt x="700285" y="1309872"/>
                  </a:lnTo>
                  <a:lnTo>
                    <a:pt x="697502" y="1310962"/>
                  </a:lnTo>
                  <a:lnTo>
                    <a:pt x="691764" y="1313209"/>
                  </a:lnTo>
                  <a:lnTo>
                    <a:pt x="690546" y="1313686"/>
                  </a:lnTo>
                  <a:lnTo>
                    <a:pt x="690025" y="1313890"/>
                  </a:lnTo>
                  <a:lnTo>
                    <a:pt x="688459" y="1314504"/>
                  </a:lnTo>
                  <a:lnTo>
                    <a:pt x="684982" y="1315866"/>
                  </a:lnTo>
                  <a:lnTo>
                    <a:pt x="679069" y="1318183"/>
                  </a:lnTo>
                  <a:lnTo>
                    <a:pt x="671591" y="1321114"/>
                  </a:lnTo>
                  <a:lnTo>
                    <a:pt x="660288" y="1325546"/>
                  </a:lnTo>
                  <a:lnTo>
                    <a:pt x="658375" y="1326296"/>
                  </a:lnTo>
                  <a:lnTo>
                    <a:pt x="656636" y="1326978"/>
                  </a:lnTo>
                  <a:lnTo>
                    <a:pt x="652463" y="1328616"/>
                  </a:lnTo>
                  <a:lnTo>
                    <a:pt x="644637" y="1331686"/>
                  </a:lnTo>
                  <a:lnTo>
                    <a:pt x="634203" y="1335782"/>
                  </a:lnTo>
                  <a:lnTo>
                    <a:pt x="632291" y="1336533"/>
                  </a:lnTo>
                  <a:lnTo>
                    <a:pt x="630378" y="1337284"/>
                  </a:lnTo>
                  <a:lnTo>
                    <a:pt x="630030" y="1337420"/>
                  </a:lnTo>
                  <a:lnTo>
                    <a:pt x="625856" y="1339059"/>
                  </a:lnTo>
                  <a:lnTo>
                    <a:pt x="625335" y="1339264"/>
                  </a:lnTo>
                  <a:lnTo>
                    <a:pt x="619770" y="1341450"/>
                  </a:lnTo>
                  <a:lnTo>
                    <a:pt x="616118" y="1342884"/>
                  </a:lnTo>
                  <a:lnTo>
                    <a:pt x="615423" y="1343158"/>
                  </a:lnTo>
                  <a:lnTo>
                    <a:pt x="592120" y="1352317"/>
                  </a:lnTo>
                  <a:lnTo>
                    <a:pt x="589338" y="1353411"/>
                  </a:lnTo>
                  <a:lnTo>
                    <a:pt x="587425" y="1354163"/>
                  </a:lnTo>
                  <a:lnTo>
                    <a:pt x="586556" y="1354505"/>
                  </a:lnTo>
                  <a:lnTo>
                    <a:pt x="578035" y="1357857"/>
                  </a:lnTo>
                  <a:lnTo>
                    <a:pt x="567253" y="1362100"/>
                  </a:lnTo>
                  <a:lnTo>
                    <a:pt x="564297" y="1363264"/>
                  </a:lnTo>
                  <a:lnTo>
                    <a:pt x="558906" y="1365386"/>
                  </a:lnTo>
                  <a:lnTo>
                    <a:pt x="557515" y="1365934"/>
                  </a:lnTo>
                  <a:lnTo>
                    <a:pt x="554385" y="1367167"/>
                  </a:lnTo>
                  <a:lnTo>
                    <a:pt x="552472" y="1367920"/>
                  </a:lnTo>
                  <a:lnTo>
                    <a:pt x="540299" y="1372715"/>
                  </a:lnTo>
                  <a:lnTo>
                    <a:pt x="539255" y="1373126"/>
                  </a:lnTo>
                  <a:lnTo>
                    <a:pt x="534734" y="1374908"/>
                  </a:lnTo>
                  <a:lnTo>
                    <a:pt x="526387" y="1378197"/>
                  </a:lnTo>
                  <a:lnTo>
                    <a:pt x="523605" y="1379294"/>
                  </a:lnTo>
                  <a:lnTo>
                    <a:pt x="521692" y="1380048"/>
                  </a:lnTo>
                  <a:lnTo>
                    <a:pt x="517866" y="1381557"/>
                  </a:lnTo>
                  <a:lnTo>
                    <a:pt x="516649" y="1382037"/>
                  </a:lnTo>
                  <a:lnTo>
                    <a:pt x="516127" y="1382243"/>
                  </a:lnTo>
                  <a:lnTo>
                    <a:pt x="511084" y="1384232"/>
                  </a:lnTo>
                  <a:lnTo>
                    <a:pt x="505172" y="1386564"/>
                  </a:lnTo>
                  <a:lnTo>
                    <a:pt x="497694" y="1389514"/>
                  </a:lnTo>
                  <a:lnTo>
                    <a:pt x="486391" y="1393976"/>
                  </a:lnTo>
                  <a:lnTo>
                    <a:pt x="484478" y="1394731"/>
                  </a:lnTo>
                  <a:lnTo>
                    <a:pt x="482739" y="1395417"/>
                  </a:lnTo>
                  <a:lnTo>
                    <a:pt x="478565" y="1397065"/>
                  </a:lnTo>
                  <a:lnTo>
                    <a:pt x="470740" y="1400156"/>
                  </a:lnTo>
                  <a:lnTo>
                    <a:pt x="460306" y="1404278"/>
                  </a:lnTo>
                  <a:lnTo>
                    <a:pt x="458393" y="1405034"/>
                  </a:lnTo>
                  <a:lnTo>
                    <a:pt x="456480" y="1405790"/>
                  </a:lnTo>
                  <a:lnTo>
                    <a:pt x="456133" y="1405927"/>
                  </a:lnTo>
                  <a:lnTo>
                    <a:pt x="451959" y="1407577"/>
                  </a:lnTo>
                  <a:lnTo>
                    <a:pt x="451437" y="1407783"/>
                  </a:lnTo>
                  <a:lnTo>
                    <a:pt x="445873" y="1409982"/>
                  </a:lnTo>
                  <a:lnTo>
                    <a:pt x="442221" y="1411426"/>
                  </a:lnTo>
                  <a:lnTo>
                    <a:pt x="441525" y="1411701"/>
                  </a:lnTo>
                  <a:lnTo>
                    <a:pt x="418223" y="1420919"/>
                  </a:lnTo>
                  <a:lnTo>
                    <a:pt x="415441" y="1422020"/>
                  </a:lnTo>
                  <a:lnTo>
                    <a:pt x="413528" y="1422777"/>
                  </a:lnTo>
                  <a:lnTo>
                    <a:pt x="412658" y="1423121"/>
                  </a:lnTo>
                  <a:lnTo>
                    <a:pt x="404137" y="1426494"/>
                  </a:lnTo>
                  <a:lnTo>
                    <a:pt x="393356" y="1430763"/>
                  </a:lnTo>
                  <a:lnTo>
                    <a:pt x="390399" y="1431934"/>
                  </a:lnTo>
                  <a:lnTo>
                    <a:pt x="385008" y="1434070"/>
                  </a:lnTo>
                  <a:lnTo>
                    <a:pt x="383617" y="1434621"/>
                  </a:lnTo>
                  <a:lnTo>
                    <a:pt x="380487" y="1435861"/>
                  </a:lnTo>
                  <a:lnTo>
                    <a:pt x="378574" y="1436619"/>
                  </a:lnTo>
                  <a:lnTo>
                    <a:pt x="366401" y="1441443"/>
                  </a:lnTo>
                  <a:lnTo>
                    <a:pt x="365358" y="1441857"/>
                  </a:lnTo>
                  <a:lnTo>
                    <a:pt x="360837" y="1443649"/>
                  </a:lnTo>
                  <a:lnTo>
                    <a:pt x="352490" y="1446959"/>
                  </a:lnTo>
                  <a:lnTo>
                    <a:pt x="349707" y="1448063"/>
                  </a:lnTo>
                  <a:lnTo>
                    <a:pt x="347794" y="1448822"/>
                  </a:lnTo>
                  <a:lnTo>
                    <a:pt x="343969" y="1450339"/>
                  </a:lnTo>
                  <a:lnTo>
                    <a:pt x="342751" y="1450822"/>
                  </a:lnTo>
                  <a:lnTo>
                    <a:pt x="342230" y="1451029"/>
                  </a:lnTo>
                  <a:lnTo>
                    <a:pt x="340665" y="1451650"/>
                  </a:lnTo>
                  <a:lnTo>
                    <a:pt x="337187" y="1453030"/>
                  </a:lnTo>
                  <a:lnTo>
                    <a:pt x="331274" y="1455376"/>
                  </a:lnTo>
                  <a:lnTo>
                    <a:pt x="323797" y="1458344"/>
                  </a:lnTo>
                  <a:lnTo>
                    <a:pt x="312493" y="1462832"/>
                  </a:lnTo>
                  <a:lnTo>
                    <a:pt x="308841" y="1464282"/>
                  </a:lnTo>
                  <a:lnTo>
                    <a:pt x="304668" y="1465940"/>
                  </a:lnTo>
                  <a:lnTo>
                    <a:pt x="296842" y="1469049"/>
                  </a:lnTo>
                  <a:lnTo>
                    <a:pt x="286409" y="1473195"/>
                  </a:lnTo>
                  <a:lnTo>
                    <a:pt x="284496" y="1473955"/>
                  </a:lnTo>
                  <a:lnTo>
                    <a:pt x="282583" y="1474715"/>
                  </a:lnTo>
                  <a:lnTo>
                    <a:pt x="282235" y="1474854"/>
                  </a:lnTo>
                  <a:lnTo>
                    <a:pt x="278062" y="1476513"/>
                  </a:lnTo>
                  <a:lnTo>
                    <a:pt x="277540" y="1476720"/>
                  </a:lnTo>
                  <a:lnTo>
                    <a:pt x="271975" y="1478932"/>
                  </a:lnTo>
                  <a:lnTo>
                    <a:pt x="268323" y="1480385"/>
                  </a:lnTo>
                  <a:lnTo>
                    <a:pt x="267628" y="1480661"/>
                  </a:lnTo>
                  <a:lnTo>
                    <a:pt x="244325" y="1489931"/>
                  </a:lnTo>
                  <a:lnTo>
                    <a:pt x="241543" y="1491038"/>
                  </a:lnTo>
                  <a:lnTo>
                    <a:pt x="239630" y="1491800"/>
                  </a:lnTo>
                  <a:lnTo>
                    <a:pt x="238761" y="1492146"/>
                  </a:lnTo>
                  <a:lnTo>
                    <a:pt x="230240" y="1495538"/>
                  </a:lnTo>
                  <a:lnTo>
                    <a:pt x="219458" y="1499831"/>
                  </a:lnTo>
                  <a:lnTo>
                    <a:pt x="216502" y="1501009"/>
                  </a:lnTo>
                  <a:lnTo>
                    <a:pt x="211111" y="1503156"/>
                  </a:lnTo>
                  <a:lnTo>
                    <a:pt x="209720" y="1503710"/>
                  </a:lnTo>
                  <a:lnTo>
                    <a:pt x="206590" y="1504957"/>
                  </a:lnTo>
                  <a:lnTo>
                    <a:pt x="204677" y="1505719"/>
                  </a:lnTo>
                  <a:lnTo>
                    <a:pt x="191461" y="1510986"/>
                  </a:lnTo>
                  <a:lnTo>
                    <a:pt x="186939" y="1512788"/>
                  </a:lnTo>
                  <a:lnTo>
                    <a:pt x="178592" y="1516116"/>
                  </a:lnTo>
                  <a:lnTo>
                    <a:pt x="173897" y="1517989"/>
                  </a:lnTo>
                  <a:lnTo>
                    <a:pt x="170071" y="1519514"/>
                  </a:lnTo>
                  <a:lnTo>
                    <a:pt x="168854" y="1520000"/>
                  </a:lnTo>
                  <a:lnTo>
                    <a:pt x="168332" y="1520208"/>
                  </a:lnTo>
                  <a:lnTo>
                    <a:pt x="166767" y="1520832"/>
                  </a:lnTo>
                  <a:lnTo>
                    <a:pt x="163289" y="1522220"/>
                  </a:lnTo>
                  <a:lnTo>
                    <a:pt x="149899" y="1527562"/>
                  </a:lnTo>
                  <a:lnTo>
                    <a:pt x="138596" y="1532074"/>
                  </a:lnTo>
                  <a:lnTo>
                    <a:pt x="122945" y="1538323"/>
                  </a:lnTo>
                  <a:lnTo>
                    <a:pt x="112511" y="1542491"/>
                  </a:lnTo>
                  <a:lnTo>
                    <a:pt x="110598" y="1543255"/>
                  </a:lnTo>
                  <a:lnTo>
                    <a:pt x="108338" y="1544159"/>
                  </a:lnTo>
                  <a:lnTo>
                    <a:pt x="104164" y="1545826"/>
                  </a:lnTo>
                  <a:lnTo>
                    <a:pt x="103642" y="1546035"/>
                  </a:lnTo>
                  <a:lnTo>
                    <a:pt x="94426" y="1549718"/>
                  </a:lnTo>
                  <a:lnTo>
                    <a:pt x="64863" y="1561539"/>
                  </a:lnTo>
                  <a:lnTo>
                    <a:pt x="56342" y="1564948"/>
                  </a:lnTo>
                  <a:lnTo>
                    <a:pt x="45561" y="1569263"/>
                  </a:lnTo>
                  <a:lnTo>
                    <a:pt x="42604" y="1570446"/>
                  </a:lnTo>
                  <a:lnTo>
                    <a:pt x="4695" y="1585628"/>
                  </a:lnTo>
                  <a:lnTo>
                    <a:pt x="0" y="158750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" name="pg12"/>
            <p:cNvSpPr/>
            <p:nvPr/>
          </p:nvSpPr>
          <p:spPr>
            <a:xfrm>
              <a:off x="3459159" y="2835545"/>
              <a:ext cx="4310222" cy="2063913"/>
            </a:xfrm>
            <a:custGeom>
              <a:avLst/>
              <a:pathLst>
                <a:path w="4310222" h="2063913">
                  <a:moveTo>
                    <a:pt x="0" y="1824722"/>
                  </a:moveTo>
                  <a:lnTo>
                    <a:pt x="4695" y="1822903"/>
                  </a:lnTo>
                  <a:lnTo>
                    <a:pt x="42604" y="1808204"/>
                  </a:lnTo>
                  <a:lnTo>
                    <a:pt x="45561" y="1807057"/>
                  </a:lnTo>
                  <a:lnTo>
                    <a:pt x="56342" y="1802874"/>
                  </a:lnTo>
                  <a:lnTo>
                    <a:pt x="64863" y="1799567"/>
                  </a:lnTo>
                  <a:lnTo>
                    <a:pt x="94426" y="1788090"/>
                  </a:lnTo>
                  <a:lnTo>
                    <a:pt x="103642" y="1784510"/>
                  </a:lnTo>
                  <a:lnTo>
                    <a:pt x="104164" y="1784307"/>
                  </a:lnTo>
                  <a:lnTo>
                    <a:pt x="108338" y="1782685"/>
                  </a:lnTo>
                  <a:lnTo>
                    <a:pt x="110598" y="1781807"/>
                  </a:lnTo>
                  <a:lnTo>
                    <a:pt x="112511" y="1781064"/>
                  </a:lnTo>
                  <a:lnTo>
                    <a:pt x="122945" y="1777009"/>
                  </a:lnTo>
                  <a:lnTo>
                    <a:pt x="138596" y="1770925"/>
                  </a:lnTo>
                  <a:lnTo>
                    <a:pt x="149899" y="1766529"/>
                  </a:lnTo>
                  <a:lnTo>
                    <a:pt x="163289" y="1761321"/>
                  </a:lnTo>
                  <a:lnTo>
                    <a:pt x="166767" y="1759967"/>
                  </a:lnTo>
                  <a:lnTo>
                    <a:pt x="168332" y="1759358"/>
                  </a:lnTo>
                  <a:lnTo>
                    <a:pt x="168854" y="1759155"/>
                  </a:lnTo>
                  <a:lnTo>
                    <a:pt x="170071" y="1758682"/>
                  </a:lnTo>
                  <a:lnTo>
                    <a:pt x="173897" y="1757193"/>
                  </a:lnTo>
                  <a:lnTo>
                    <a:pt x="178592" y="1755366"/>
                  </a:lnTo>
                  <a:lnTo>
                    <a:pt x="186939" y="1752116"/>
                  </a:lnTo>
                  <a:lnTo>
                    <a:pt x="191461" y="1750356"/>
                  </a:lnTo>
                  <a:lnTo>
                    <a:pt x="204677" y="1745210"/>
                  </a:lnTo>
                  <a:lnTo>
                    <a:pt x="206590" y="1744464"/>
                  </a:lnTo>
                  <a:lnTo>
                    <a:pt x="209720" y="1743245"/>
                  </a:lnTo>
                  <a:lnTo>
                    <a:pt x="211111" y="1742703"/>
                  </a:lnTo>
                  <a:lnTo>
                    <a:pt x="216502" y="1740603"/>
                  </a:lnTo>
                  <a:lnTo>
                    <a:pt x="219458" y="1739451"/>
                  </a:lnTo>
                  <a:lnTo>
                    <a:pt x="230240" y="1735250"/>
                  </a:lnTo>
                  <a:lnTo>
                    <a:pt x="238761" y="1731928"/>
                  </a:lnTo>
                  <a:lnTo>
                    <a:pt x="239630" y="1731589"/>
                  </a:lnTo>
                  <a:lnTo>
                    <a:pt x="241543" y="1730844"/>
                  </a:lnTo>
                  <a:lnTo>
                    <a:pt x="244325" y="1729759"/>
                  </a:lnTo>
                  <a:lnTo>
                    <a:pt x="267628" y="1720670"/>
                  </a:lnTo>
                  <a:lnTo>
                    <a:pt x="268323" y="1720399"/>
                  </a:lnTo>
                  <a:lnTo>
                    <a:pt x="271975" y="1718974"/>
                  </a:lnTo>
                  <a:lnTo>
                    <a:pt x="277540" y="1716802"/>
                  </a:lnTo>
                  <a:lnTo>
                    <a:pt x="278062" y="1716599"/>
                  </a:lnTo>
                  <a:lnTo>
                    <a:pt x="282235" y="1714970"/>
                  </a:lnTo>
                  <a:lnTo>
                    <a:pt x="282583" y="1714834"/>
                  </a:lnTo>
                  <a:lnTo>
                    <a:pt x="284496" y="1714087"/>
                  </a:lnTo>
                  <a:lnTo>
                    <a:pt x="286409" y="1713341"/>
                  </a:lnTo>
                  <a:lnTo>
                    <a:pt x="296842" y="1709267"/>
                  </a:lnTo>
                  <a:lnTo>
                    <a:pt x="304668" y="1706211"/>
                  </a:lnTo>
                  <a:lnTo>
                    <a:pt x="308841" y="1704581"/>
                  </a:lnTo>
                  <a:lnTo>
                    <a:pt x="312493" y="1703155"/>
                  </a:lnTo>
                  <a:lnTo>
                    <a:pt x="323797" y="1698738"/>
                  </a:lnTo>
                  <a:lnTo>
                    <a:pt x="331274" y="1695816"/>
                  </a:lnTo>
                  <a:lnTo>
                    <a:pt x="337187" y="1693505"/>
                  </a:lnTo>
                  <a:lnTo>
                    <a:pt x="340665" y="1692145"/>
                  </a:lnTo>
                  <a:lnTo>
                    <a:pt x="342230" y="1691533"/>
                  </a:lnTo>
                  <a:lnTo>
                    <a:pt x="342751" y="1691329"/>
                  </a:lnTo>
                  <a:lnTo>
                    <a:pt x="343969" y="1690853"/>
                  </a:lnTo>
                  <a:lnTo>
                    <a:pt x="347794" y="1689357"/>
                  </a:lnTo>
                  <a:lnTo>
                    <a:pt x="349707" y="1688609"/>
                  </a:lnTo>
                  <a:lnTo>
                    <a:pt x="352490" y="1687521"/>
                  </a:lnTo>
                  <a:lnTo>
                    <a:pt x="360837" y="1684256"/>
                  </a:lnTo>
                  <a:lnTo>
                    <a:pt x="365358" y="1682487"/>
                  </a:lnTo>
                  <a:lnTo>
                    <a:pt x="366401" y="1682079"/>
                  </a:lnTo>
                  <a:lnTo>
                    <a:pt x="378574" y="1677315"/>
                  </a:lnTo>
                  <a:lnTo>
                    <a:pt x="380487" y="1676566"/>
                  </a:lnTo>
                  <a:lnTo>
                    <a:pt x="383617" y="1675341"/>
                  </a:lnTo>
                  <a:lnTo>
                    <a:pt x="385008" y="1674796"/>
                  </a:lnTo>
                  <a:lnTo>
                    <a:pt x="390399" y="1672686"/>
                  </a:lnTo>
                  <a:lnTo>
                    <a:pt x="393356" y="1671528"/>
                  </a:lnTo>
                  <a:lnTo>
                    <a:pt x="404137" y="1667305"/>
                  </a:lnTo>
                  <a:lnTo>
                    <a:pt x="412658" y="1663967"/>
                  </a:lnTo>
                  <a:lnTo>
                    <a:pt x="413528" y="1663626"/>
                  </a:lnTo>
                  <a:lnTo>
                    <a:pt x="415441" y="1662877"/>
                  </a:lnTo>
                  <a:lnTo>
                    <a:pt x="418223" y="1661786"/>
                  </a:lnTo>
                  <a:lnTo>
                    <a:pt x="441525" y="1652651"/>
                  </a:lnTo>
                  <a:lnTo>
                    <a:pt x="442221" y="1652378"/>
                  </a:lnTo>
                  <a:lnTo>
                    <a:pt x="445873" y="1650946"/>
                  </a:lnTo>
                  <a:lnTo>
                    <a:pt x="451437" y="1648763"/>
                  </a:lnTo>
                  <a:lnTo>
                    <a:pt x="451959" y="1648559"/>
                  </a:lnTo>
                  <a:lnTo>
                    <a:pt x="456133" y="1646921"/>
                  </a:lnTo>
                  <a:lnTo>
                    <a:pt x="456480" y="1646785"/>
                  </a:lnTo>
                  <a:lnTo>
                    <a:pt x="458393" y="1646034"/>
                  </a:lnTo>
                  <a:lnTo>
                    <a:pt x="460306" y="1645284"/>
                  </a:lnTo>
                  <a:lnTo>
                    <a:pt x="470740" y="1641189"/>
                  </a:lnTo>
                  <a:lnTo>
                    <a:pt x="478565" y="1638116"/>
                  </a:lnTo>
                  <a:lnTo>
                    <a:pt x="482739" y="1636478"/>
                  </a:lnTo>
                  <a:lnTo>
                    <a:pt x="484478" y="1635795"/>
                  </a:lnTo>
                  <a:lnTo>
                    <a:pt x="486391" y="1635043"/>
                  </a:lnTo>
                  <a:lnTo>
                    <a:pt x="497694" y="1630603"/>
                  </a:lnTo>
                  <a:lnTo>
                    <a:pt x="505172" y="1627665"/>
                  </a:lnTo>
                  <a:lnTo>
                    <a:pt x="511084" y="1625341"/>
                  </a:lnTo>
                  <a:lnTo>
                    <a:pt x="516127" y="1623359"/>
                  </a:lnTo>
                  <a:lnTo>
                    <a:pt x="516649" y="1623154"/>
                  </a:lnTo>
                  <a:lnTo>
                    <a:pt x="517866" y="1622675"/>
                  </a:lnTo>
                  <a:lnTo>
                    <a:pt x="521692" y="1621171"/>
                  </a:lnTo>
                  <a:lnTo>
                    <a:pt x="523605" y="1620419"/>
                  </a:lnTo>
                  <a:lnTo>
                    <a:pt x="526387" y="1619325"/>
                  </a:lnTo>
                  <a:lnTo>
                    <a:pt x="534734" y="1616042"/>
                  </a:lnTo>
                  <a:lnTo>
                    <a:pt x="539255" y="1614263"/>
                  </a:lnTo>
                  <a:lnTo>
                    <a:pt x="540299" y="1613853"/>
                  </a:lnTo>
                  <a:lnTo>
                    <a:pt x="552472" y="1609062"/>
                  </a:lnTo>
                  <a:lnTo>
                    <a:pt x="554385" y="1608309"/>
                  </a:lnTo>
                  <a:lnTo>
                    <a:pt x="557515" y="1607077"/>
                  </a:lnTo>
                  <a:lnTo>
                    <a:pt x="558906" y="1606529"/>
                  </a:lnTo>
                  <a:lnTo>
                    <a:pt x="564297" y="1604407"/>
                  </a:lnTo>
                  <a:lnTo>
                    <a:pt x="567253" y="1603243"/>
                  </a:lnTo>
                  <a:lnTo>
                    <a:pt x="578035" y="1598996"/>
                  </a:lnTo>
                  <a:lnTo>
                    <a:pt x="586556" y="1595639"/>
                  </a:lnTo>
                  <a:lnTo>
                    <a:pt x="587425" y="1595296"/>
                  </a:lnTo>
                  <a:lnTo>
                    <a:pt x="589338" y="1594542"/>
                  </a:lnTo>
                  <a:lnTo>
                    <a:pt x="592120" y="1593446"/>
                  </a:lnTo>
                  <a:lnTo>
                    <a:pt x="615423" y="1584257"/>
                  </a:lnTo>
                  <a:lnTo>
                    <a:pt x="616118" y="1583983"/>
                  </a:lnTo>
                  <a:lnTo>
                    <a:pt x="619770" y="1582542"/>
                  </a:lnTo>
                  <a:lnTo>
                    <a:pt x="625335" y="1580346"/>
                  </a:lnTo>
                  <a:lnTo>
                    <a:pt x="625856" y="1580141"/>
                  </a:lnTo>
                  <a:lnTo>
                    <a:pt x="630030" y="1578494"/>
                  </a:lnTo>
                  <a:lnTo>
                    <a:pt x="630378" y="1578356"/>
                  </a:lnTo>
                  <a:lnTo>
                    <a:pt x="632291" y="1577601"/>
                  </a:lnTo>
                  <a:lnTo>
                    <a:pt x="634203" y="1576846"/>
                  </a:lnTo>
                  <a:lnTo>
                    <a:pt x="644637" y="1572727"/>
                  </a:lnTo>
                  <a:lnTo>
                    <a:pt x="652463" y="1569636"/>
                  </a:lnTo>
                  <a:lnTo>
                    <a:pt x="656636" y="1567988"/>
                  </a:lnTo>
                  <a:lnTo>
                    <a:pt x="658375" y="1567301"/>
                  </a:lnTo>
                  <a:lnTo>
                    <a:pt x="660288" y="1566545"/>
                  </a:lnTo>
                  <a:lnTo>
                    <a:pt x="671591" y="1562078"/>
                  </a:lnTo>
                  <a:lnTo>
                    <a:pt x="679069" y="1559122"/>
                  </a:lnTo>
                  <a:lnTo>
                    <a:pt x="684982" y="1556784"/>
                  </a:lnTo>
                  <a:lnTo>
                    <a:pt x="688459" y="1555408"/>
                  </a:lnTo>
                  <a:lnTo>
                    <a:pt x="690025" y="1554789"/>
                  </a:lnTo>
                  <a:lnTo>
                    <a:pt x="690546" y="1554583"/>
                  </a:lnTo>
                  <a:lnTo>
                    <a:pt x="691764" y="1554101"/>
                  </a:lnTo>
                  <a:lnTo>
                    <a:pt x="697502" y="1551831"/>
                  </a:lnTo>
                  <a:lnTo>
                    <a:pt x="700285" y="1550730"/>
                  </a:lnTo>
                  <a:lnTo>
                    <a:pt x="708632" y="1547427"/>
                  </a:lnTo>
                  <a:lnTo>
                    <a:pt x="713153" y="1545637"/>
                  </a:lnTo>
                  <a:lnTo>
                    <a:pt x="714196" y="1545224"/>
                  </a:lnTo>
                  <a:lnTo>
                    <a:pt x="726369" y="1540403"/>
                  </a:lnTo>
                  <a:lnTo>
                    <a:pt x="728282" y="1539646"/>
                  </a:lnTo>
                  <a:lnTo>
                    <a:pt x="731412" y="1538406"/>
                  </a:lnTo>
                  <a:lnTo>
                    <a:pt x="732803" y="1537854"/>
                  </a:lnTo>
                  <a:lnTo>
                    <a:pt x="738194" y="1535718"/>
                  </a:lnTo>
                  <a:lnTo>
                    <a:pt x="741150" y="1534547"/>
                  </a:lnTo>
                  <a:lnTo>
                    <a:pt x="751932" y="1530273"/>
                  </a:lnTo>
                  <a:lnTo>
                    <a:pt x="760453" y="1526894"/>
                  </a:lnTo>
                  <a:lnTo>
                    <a:pt x="761323" y="1526549"/>
                  </a:lnTo>
                  <a:lnTo>
                    <a:pt x="763235" y="1525790"/>
                  </a:lnTo>
                  <a:lnTo>
                    <a:pt x="766018" y="1524687"/>
                  </a:lnTo>
                  <a:lnTo>
                    <a:pt x="789320" y="1515438"/>
                  </a:lnTo>
                  <a:lnTo>
                    <a:pt x="790016" y="1515162"/>
                  </a:lnTo>
                  <a:lnTo>
                    <a:pt x="793667" y="1513712"/>
                  </a:lnTo>
                  <a:lnTo>
                    <a:pt x="799232" y="1511502"/>
                  </a:lnTo>
                  <a:lnTo>
                    <a:pt x="799754" y="1511295"/>
                  </a:lnTo>
                  <a:lnTo>
                    <a:pt x="803927" y="1509637"/>
                  </a:lnTo>
                  <a:lnTo>
                    <a:pt x="804275" y="1509498"/>
                  </a:lnTo>
                  <a:lnTo>
                    <a:pt x="806188" y="1508738"/>
                  </a:lnTo>
                  <a:lnTo>
                    <a:pt x="808101" y="1507978"/>
                  </a:lnTo>
                  <a:lnTo>
                    <a:pt x="818535" y="1503832"/>
                  </a:lnTo>
                  <a:lnTo>
                    <a:pt x="826360" y="1500720"/>
                  </a:lnTo>
                  <a:lnTo>
                    <a:pt x="830534" y="1499060"/>
                  </a:lnTo>
                  <a:lnTo>
                    <a:pt x="832273" y="1498369"/>
                  </a:lnTo>
                  <a:lnTo>
                    <a:pt x="834186" y="1497608"/>
                  </a:lnTo>
                  <a:lnTo>
                    <a:pt x="845489" y="1493111"/>
                  </a:lnTo>
                  <a:lnTo>
                    <a:pt x="852966" y="1490134"/>
                  </a:lnTo>
                  <a:lnTo>
                    <a:pt x="858879" y="1487780"/>
                  </a:lnTo>
                  <a:lnTo>
                    <a:pt x="862357" y="1486395"/>
                  </a:lnTo>
                  <a:lnTo>
                    <a:pt x="863922" y="1485772"/>
                  </a:lnTo>
                  <a:lnTo>
                    <a:pt x="864444" y="1485564"/>
                  </a:lnTo>
                  <a:lnTo>
                    <a:pt x="865661" y="1485079"/>
                  </a:lnTo>
                  <a:lnTo>
                    <a:pt x="869487" y="1483555"/>
                  </a:lnTo>
                  <a:lnTo>
                    <a:pt x="871400" y="1482793"/>
                  </a:lnTo>
                  <a:lnTo>
                    <a:pt x="874182" y="1481685"/>
                  </a:lnTo>
                  <a:lnTo>
                    <a:pt x="882529" y="1478358"/>
                  </a:lnTo>
                  <a:lnTo>
                    <a:pt x="887050" y="1476556"/>
                  </a:lnTo>
                  <a:lnTo>
                    <a:pt x="888094" y="1476140"/>
                  </a:lnTo>
                  <a:lnTo>
                    <a:pt x="900267" y="1471286"/>
                  </a:lnTo>
                  <a:lnTo>
                    <a:pt x="902179" y="1470523"/>
                  </a:lnTo>
                  <a:lnTo>
                    <a:pt x="905310" y="1469274"/>
                  </a:lnTo>
                  <a:lnTo>
                    <a:pt x="906701" y="1468719"/>
                  </a:lnTo>
                  <a:lnTo>
                    <a:pt x="912092" y="1466568"/>
                  </a:lnTo>
                  <a:lnTo>
                    <a:pt x="915048" y="1465388"/>
                  </a:lnTo>
                  <a:lnTo>
                    <a:pt x="925830" y="1461084"/>
                  </a:lnTo>
                  <a:lnTo>
                    <a:pt x="934350" y="1457681"/>
                  </a:lnTo>
                  <a:lnTo>
                    <a:pt x="935220" y="1457333"/>
                  </a:lnTo>
                  <a:lnTo>
                    <a:pt x="937133" y="1456569"/>
                  </a:lnTo>
                  <a:lnTo>
                    <a:pt x="939915" y="1455457"/>
                  </a:lnTo>
                  <a:lnTo>
                    <a:pt x="963217" y="1446142"/>
                  </a:lnTo>
                  <a:lnTo>
                    <a:pt x="967565" y="1444403"/>
                  </a:lnTo>
                  <a:lnTo>
                    <a:pt x="973130" y="1442177"/>
                  </a:lnTo>
                  <a:lnTo>
                    <a:pt x="973651" y="1441968"/>
                  </a:lnTo>
                  <a:lnTo>
                    <a:pt x="977825" y="1440298"/>
                  </a:lnTo>
                  <a:lnTo>
                    <a:pt x="978173" y="1440158"/>
                  </a:lnTo>
                  <a:lnTo>
                    <a:pt x="980086" y="1439393"/>
                  </a:lnTo>
                  <a:lnTo>
                    <a:pt x="981998" y="1438627"/>
                  </a:lnTo>
                  <a:lnTo>
                    <a:pt x="992432" y="1434450"/>
                  </a:lnTo>
                  <a:lnTo>
                    <a:pt x="1000258" y="1431315"/>
                  </a:lnTo>
                  <a:lnTo>
                    <a:pt x="1004431" y="1429643"/>
                  </a:lnTo>
                  <a:lnTo>
                    <a:pt x="1006170" y="1428946"/>
                  </a:lnTo>
                  <a:lnTo>
                    <a:pt x="1008083" y="1428179"/>
                  </a:lnTo>
                  <a:lnTo>
                    <a:pt x="1019386" y="1423648"/>
                  </a:lnTo>
                  <a:lnTo>
                    <a:pt x="1026864" y="1420650"/>
                  </a:lnTo>
                  <a:lnTo>
                    <a:pt x="1032776" y="1418278"/>
                  </a:lnTo>
                  <a:lnTo>
                    <a:pt x="1036254" y="1416882"/>
                  </a:lnTo>
                  <a:lnTo>
                    <a:pt x="1037819" y="1416254"/>
                  </a:lnTo>
                  <a:lnTo>
                    <a:pt x="1038341" y="1416045"/>
                  </a:lnTo>
                  <a:lnTo>
                    <a:pt x="1039558" y="1415556"/>
                  </a:lnTo>
                  <a:lnTo>
                    <a:pt x="1043384" y="1414021"/>
                  </a:lnTo>
                  <a:lnTo>
                    <a:pt x="1045297" y="1413253"/>
                  </a:lnTo>
                  <a:lnTo>
                    <a:pt x="1048079" y="1412136"/>
                  </a:lnTo>
                  <a:lnTo>
                    <a:pt x="1056426" y="1408784"/>
                  </a:lnTo>
                  <a:lnTo>
                    <a:pt x="1060948" y="1406968"/>
                  </a:lnTo>
                  <a:lnTo>
                    <a:pt x="1061991" y="1406548"/>
                  </a:lnTo>
                  <a:lnTo>
                    <a:pt x="1074164" y="1401657"/>
                  </a:lnTo>
                  <a:lnTo>
                    <a:pt x="1076077" y="1400888"/>
                  </a:lnTo>
                  <a:lnTo>
                    <a:pt x="1079207" y="1399629"/>
                  </a:lnTo>
                  <a:lnTo>
                    <a:pt x="1080598" y="1399070"/>
                  </a:lnTo>
                  <a:lnTo>
                    <a:pt x="1085989" y="1396902"/>
                  </a:lnTo>
                  <a:lnTo>
                    <a:pt x="1088945" y="1395713"/>
                  </a:lnTo>
                  <a:lnTo>
                    <a:pt x="1099727" y="1391375"/>
                  </a:lnTo>
                  <a:lnTo>
                    <a:pt x="1108248" y="1387945"/>
                  </a:lnTo>
                  <a:lnTo>
                    <a:pt x="1109117" y="1387595"/>
                  </a:lnTo>
                  <a:lnTo>
                    <a:pt x="1111030" y="1386824"/>
                  </a:lnTo>
                  <a:lnTo>
                    <a:pt x="1113813" y="1385704"/>
                  </a:lnTo>
                  <a:lnTo>
                    <a:pt x="1137115" y="1376314"/>
                  </a:lnTo>
                  <a:lnTo>
                    <a:pt x="1137810" y="1376034"/>
                  </a:lnTo>
                  <a:lnTo>
                    <a:pt x="1141462" y="1374561"/>
                  </a:lnTo>
                  <a:lnTo>
                    <a:pt x="1147027" y="1372317"/>
                  </a:lnTo>
                  <a:lnTo>
                    <a:pt x="1147549" y="1372107"/>
                  </a:lnTo>
                  <a:lnTo>
                    <a:pt x="1151722" y="1370423"/>
                  </a:lnTo>
                  <a:lnTo>
                    <a:pt x="1152070" y="1370283"/>
                  </a:lnTo>
                  <a:lnTo>
                    <a:pt x="1153983" y="1369511"/>
                  </a:lnTo>
                  <a:lnTo>
                    <a:pt x="1155896" y="1368739"/>
                  </a:lnTo>
                  <a:lnTo>
                    <a:pt x="1174155" y="1361367"/>
                  </a:lnTo>
                  <a:lnTo>
                    <a:pt x="1178329" y="1359681"/>
                  </a:lnTo>
                  <a:lnTo>
                    <a:pt x="1180068" y="1358979"/>
                  </a:lnTo>
                  <a:lnTo>
                    <a:pt x="1181980" y="1358206"/>
                  </a:lnTo>
                  <a:lnTo>
                    <a:pt x="1193284" y="1353638"/>
                  </a:lnTo>
                  <a:lnTo>
                    <a:pt x="1200761" y="1350614"/>
                  </a:lnTo>
                  <a:lnTo>
                    <a:pt x="1206674" y="1348223"/>
                  </a:lnTo>
                  <a:lnTo>
                    <a:pt x="1210152" y="1346815"/>
                  </a:lnTo>
                  <a:lnTo>
                    <a:pt x="1211717" y="1346182"/>
                  </a:lnTo>
                  <a:lnTo>
                    <a:pt x="1212239" y="1345971"/>
                  </a:lnTo>
                  <a:lnTo>
                    <a:pt x="1213456" y="1345478"/>
                  </a:lnTo>
                  <a:lnTo>
                    <a:pt x="1217282" y="1343930"/>
                  </a:lnTo>
                  <a:lnTo>
                    <a:pt x="1219195" y="1343156"/>
                  </a:lnTo>
                  <a:lnTo>
                    <a:pt x="1221977" y="1342029"/>
                  </a:lnTo>
                  <a:lnTo>
                    <a:pt x="1230324" y="1338649"/>
                  </a:lnTo>
                  <a:lnTo>
                    <a:pt x="1234845" y="1336818"/>
                  </a:lnTo>
                  <a:lnTo>
                    <a:pt x="1235889" y="1336395"/>
                  </a:lnTo>
                  <a:lnTo>
                    <a:pt x="1248061" y="1331462"/>
                  </a:lnTo>
                  <a:lnTo>
                    <a:pt x="1249974" y="1330687"/>
                  </a:lnTo>
                  <a:lnTo>
                    <a:pt x="1253105" y="1329418"/>
                  </a:lnTo>
                  <a:lnTo>
                    <a:pt x="1254496" y="1328854"/>
                  </a:lnTo>
                  <a:lnTo>
                    <a:pt x="1259887" y="1326667"/>
                  </a:lnTo>
                  <a:lnTo>
                    <a:pt x="1262843" y="1325468"/>
                  </a:lnTo>
                  <a:lnTo>
                    <a:pt x="1273624" y="1321093"/>
                  </a:lnTo>
                  <a:lnTo>
                    <a:pt x="1282145" y="1317634"/>
                  </a:lnTo>
                  <a:lnTo>
                    <a:pt x="1283015" y="1317281"/>
                  </a:lnTo>
                  <a:lnTo>
                    <a:pt x="1284928" y="1316504"/>
                  </a:lnTo>
                  <a:lnTo>
                    <a:pt x="1287710" y="1315374"/>
                  </a:lnTo>
                  <a:lnTo>
                    <a:pt x="1311012" y="1305903"/>
                  </a:lnTo>
                  <a:lnTo>
                    <a:pt x="1311708" y="1305620"/>
                  </a:lnTo>
                  <a:lnTo>
                    <a:pt x="1315360" y="1304135"/>
                  </a:lnTo>
                  <a:lnTo>
                    <a:pt x="1320925" y="1301871"/>
                  </a:lnTo>
                  <a:lnTo>
                    <a:pt x="1321446" y="1301659"/>
                  </a:lnTo>
                  <a:lnTo>
                    <a:pt x="1325968" y="1299819"/>
                  </a:lnTo>
                  <a:lnTo>
                    <a:pt x="1327880" y="1299040"/>
                  </a:lnTo>
                  <a:lnTo>
                    <a:pt x="1329793" y="1298262"/>
                  </a:lnTo>
                  <a:lnTo>
                    <a:pt x="1340227" y="1294013"/>
                  </a:lnTo>
                  <a:lnTo>
                    <a:pt x="1348053" y="1290825"/>
                  </a:lnTo>
                  <a:lnTo>
                    <a:pt x="1352226" y="1289125"/>
                  </a:lnTo>
                  <a:lnTo>
                    <a:pt x="1353965" y="1288416"/>
                  </a:lnTo>
                  <a:lnTo>
                    <a:pt x="1355878" y="1287636"/>
                  </a:lnTo>
                  <a:lnTo>
                    <a:pt x="1367181" y="1283028"/>
                  </a:lnTo>
                  <a:lnTo>
                    <a:pt x="1374659" y="1279977"/>
                  </a:lnTo>
                  <a:lnTo>
                    <a:pt x="1380571" y="1277564"/>
                  </a:lnTo>
                  <a:lnTo>
                    <a:pt x="1384049" y="1276145"/>
                  </a:lnTo>
                  <a:lnTo>
                    <a:pt x="1385614" y="1275506"/>
                  </a:lnTo>
                  <a:lnTo>
                    <a:pt x="1386136" y="1275293"/>
                  </a:lnTo>
                  <a:lnTo>
                    <a:pt x="1387353" y="1274796"/>
                  </a:lnTo>
                  <a:lnTo>
                    <a:pt x="1391179" y="1273234"/>
                  </a:lnTo>
                  <a:lnTo>
                    <a:pt x="1393092" y="1272453"/>
                  </a:lnTo>
                  <a:lnTo>
                    <a:pt x="1395874" y="1271316"/>
                  </a:lnTo>
                  <a:lnTo>
                    <a:pt x="1404221" y="1267906"/>
                  </a:lnTo>
                  <a:lnTo>
                    <a:pt x="1408743" y="1266058"/>
                  </a:lnTo>
                  <a:lnTo>
                    <a:pt x="1409786" y="1265632"/>
                  </a:lnTo>
                  <a:lnTo>
                    <a:pt x="1421959" y="1260654"/>
                  </a:lnTo>
                  <a:lnTo>
                    <a:pt x="1423872" y="1259872"/>
                  </a:lnTo>
                  <a:lnTo>
                    <a:pt x="1427002" y="1258591"/>
                  </a:lnTo>
                  <a:lnTo>
                    <a:pt x="1428393" y="1258022"/>
                  </a:lnTo>
                  <a:lnTo>
                    <a:pt x="1433784" y="1255816"/>
                  </a:lnTo>
                  <a:lnTo>
                    <a:pt x="1436740" y="1254606"/>
                  </a:lnTo>
                  <a:lnTo>
                    <a:pt x="1447522" y="1250191"/>
                  </a:lnTo>
                  <a:lnTo>
                    <a:pt x="1456043" y="1246700"/>
                  </a:lnTo>
                  <a:lnTo>
                    <a:pt x="1456912" y="1246344"/>
                  </a:lnTo>
                  <a:lnTo>
                    <a:pt x="1458825" y="1245560"/>
                  </a:lnTo>
                  <a:lnTo>
                    <a:pt x="1461608" y="1244419"/>
                  </a:lnTo>
                  <a:lnTo>
                    <a:pt x="1484910" y="1234862"/>
                  </a:lnTo>
                  <a:lnTo>
                    <a:pt x="1485605" y="1234576"/>
                  </a:lnTo>
                  <a:lnTo>
                    <a:pt x="1489257" y="1233077"/>
                  </a:lnTo>
                  <a:lnTo>
                    <a:pt x="1494822" y="1230793"/>
                  </a:lnTo>
                  <a:lnTo>
                    <a:pt x="1495344" y="1230578"/>
                  </a:lnTo>
                  <a:lnTo>
                    <a:pt x="1499517" y="1228864"/>
                  </a:lnTo>
                  <a:lnTo>
                    <a:pt x="1499865" y="1228722"/>
                  </a:lnTo>
                  <a:lnTo>
                    <a:pt x="1501778" y="1227936"/>
                  </a:lnTo>
                  <a:lnTo>
                    <a:pt x="1503691" y="1227150"/>
                  </a:lnTo>
                  <a:lnTo>
                    <a:pt x="1514125" y="1222862"/>
                  </a:lnTo>
                  <a:lnTo>
                    <a:pt x="1521950" y="1219645"/>
                  </a:lnTo>
                  <a:lnTo>
                    <a:pt x="1526123" y="1217928"/>
                  </a:lnTo>
                  <a:lnTo>
                    <a:pt x="1527862" y="1217213"/>
                  </a:lnTo>
                  <a:lnTo>
                    <a:pt x="1529775" y="1216426"/>
                  </a:lnTo>
                  <a:lnTo>
                    <a:pt x="1541079" y="1211774"/>
                  </a:lnTo>
                  <a:lnTo>
                    <a:pt x="1548556" y="1208695"/>
                  </a:lnTo>
                  <a:lnTo>
                    <a:pt x="1554469" y="1206260"/>
                  </a:lnTo>
                  <a:lnTo>
                    <a:pt x="1559512" y="1204182"/>
                  </a:lnTo>
                  <a:lnTo>
                    <a:pt x="1560033" y="1203967"/>
                  </a:lnTo>
                  <a:lnTo>
                    <a:pt x="1561251" y="1203466"/>
                  </a:lnTo>
                  <a:lnTo>
                    <a:pt x="1565077" y="1201889"/>
                  </a:lnTo>
                  <a:lnTo>
                    <a:pt x="1566989" y="1201100"/>
                  </a:lnTo>
                  <a:lnTo>
                    <a:pt x="1569772" y="1199953"/>
                  </a:lnTo>
                  <a:lnTo>
                    <a:pt x="1578119" y="1196511"/>
                  </a:lnTo>
                  <a:lnTo>
                    <a:pt x="1582640" y="1194646"/>
                  </a:lnTo>
                  <a:lnTo>
                    <a:pt x="1583684" y="1194215"/>
                  </a:lnTo>
                  <a:lnTo>
                    <a:pt x="1595856" y="1189191"/>
                  </a:lnTo>
                  <a:lnTo>
                    <a:pt x="1597769" y="1188401"/>
                  </a:lnTo>
                  <a:lnTo>
                    <a:pt x="1600899" y="1187108"/>
                  </a:lnTo>
                  <a:lnTo>
                    <a:pt x="1602291" y="1186533"/>
                  </a:lnTo>
                  <a:lnTo>
                    <a:pt x="1607681" y="1184307"/>
                  </a:lnTo>
                  <a:lnTo>
                    <a:pt x="1610638" y="1183085"/>
                  </a:lnTo>
                  <a:lnTo>
                    <a:pt x="1621419" y="1178628"/>
                  </a:lnTo>
                  <a:lnTo>
                    <a:pt x="1629940" y="1175104"/>
                  </a:lnTo>
                  <a:lnTo>
                    <a:pt x="1630810" y="1174745"/>
                  </a:lnTo>
                  <a:lnTo>
                    <a:pt x="1632723" y="1173953"/>
                  </a:lnTo>
                  <a:lnTo>
                    <a:pt x="1635505" y="1172802"/>
                  </a:lnTo>
                  <a:lnTo>
                    <a:pt x="1658807" y="1163153"/>
                  </a:lnTo>
                  <a:lnTo>
                    <a:pt x="1659503" y="1162865"/>
                  </a:lnTo>
                  <a:lnTo>
                    <a:pt x="1663155" y="1161352"/>
                  </a:lnTo>
                  <a:lnTo>
                    <a:pt x="1668719" y="1159045"/>
                  </a:lnTo>
                  <a:lnTo>
                    <a:pt x="1669241" y="1158829"/>
                  </a:lnTo>
                  <a:lnTo>
                    <a:pt x="1673415" y="1157098"/>
                  </a:lnTo>
                  <a:lnTo>
                    <a:pt x="1673762" y="1156954"/>
                  </a:lnTo>
                  <a:lnTo>
                    <a:pt x="1675675" y="1156161"/>
                  </a:lnTo>
                  <a:lnTo>
                    <a:pt x="1677588" y="1155368"/>
                  </a:lnTo>
                  <a:lnTo>
                    <a:pt x="1688022" y="1151039"/>
                  </a:lnTo>
                  <a:lnTo>
                    <a:pt x="1695847" y="1147791"/>
                  </a:lnTo>
                  <a:lnTo>
                    <a:pt x="1700021" y="1146058"/>
                  </a:lnTo>
                  <a:lnTo>
                    <a:pt x="1701760" y="1145335"/>
                  </a:lnTo>
                  <a:lnTo>
                    <a:pt x="1703673" y="1144541"/>
                  </a:lnTo>
                  <a:lnTo>
                    <a:pt x="1714976" y="1139844"/>
                  </a:lnTo>
                  <a:lnTo>
                    <a:pt x="1722454" y="1136736"/>
                  </a:lnTo>
                  <a:lnTo>
                    <a:pt x="1728366" y="1134277"/>
                  </a:lnTo>
                  <a:lnTo>
                    <a:pt x="1731844" y="1132830"/>
                  </a:lnTo>
                  <a:lnTo>
                    <a:pt x="1733409" y="1132179"/>
                  </a:lnTo>
                  <a:lnTo>
                    <a:pt x="1733931" y="1131962"/>
                  </a:lnTo>
                  <a:lnTo>
                    <a:pt x="1735148" y="1131456"/>
                  </a:lnTo>
                  <a:lnTo>
                    <a:pt x="1738974" y="1129864"/>
                  </a:lnTo>
                  <a:lnTo>
                    <a:pt x="1740887" y="1129068"/>
                  </a:lnTo>
                  <a:lnTo>
                    <a:pt x="1743669" y="1127909"/>
                  </a:lnTo>
                  <a:lnTo>
                    <a:pt x="1752016" y="1124434"/>
                  </a:lnTo>
                  <a:lnTo>
                    <a:pt x="1756538" y="1122550"/>
                  </a:lnTo>
                  <a:lnTo>
                    <a:pt x="1757581" y="1122116"/>
                  </a:lnTo>
                  <a:lnTo>
                    <a:pt x="1769754" y="1117043"/>
                  </a:lnTo>
                  <a:lnTo>
                    <a:pt x="1771667" y="1116245"/>
                  </a:lnTo>
                  <a:lnTo>
                    <a:pt x="1774797" y="1114940"/>
                  </a:lnTo>
                  <a:lnTo>
                    <a:pt x="1776188" y="1114360"/>
                  </a:lnTo>
                  <a:lnTo>
                    <a:pt x="1781579" y="1112111"/>
                  </a:lnTo>
                  <a:lnTo>
                    <a:pt x="1784535" y="1110878"/>
                  </a:lnTo>
                  <a:lnTo>
                    <a:pt x="1795317" y="1106378"/>
                  </a:lnTo>
                  <a:lnTo>
                    <a:pt x="1803838" y="1102820"/>
                  </a:lnTo>
                  <a:lnTo>
                    <a:pt x="1804707" y="1102457"/>
                  </a:lnTo>
                  <a:lnTo>
                    <a:pt x="1806620" y="1101658"/>
                  </a:lnTo>
                  <a:lnTo>
                    <a:pt x="1809402" y="1100495"/>
                  </a:lnTo>
                  <a:lnTo>
                    <a:pt x="1832705" y="1090753"/>
                  </a:lnTo>
                  <a:lnTo>
                    <a:pt x="1833400" y="1090462"/>
                  </a:lnTo>
                  <a:lnTo>
                    <a:pt x="1842617" y="1086605"/>
                  </a:lnTo>
                  <a:lnTo>
                    <a:pt x="1843139" y="1086387"/>
                  </a:lnTo>
                  <a:lnTo>
                    <a:pt x="1847312" y="1084640"/>
                  </a:lnTo>
                  <a:lnTo>
                    <a:pt x="1847660" y="1084494"/>
                  </a:lnTo>
                  <a:lnTo>
                    <a:pt x="1849573" y="1083693"/>
                  </a:lnTo>
                  <a:lnTo>
                    <a:pt x="1851486" y="1082892"/>
                  </a:lnTo>
                  <a:lnTo>
                    <a:pt x="1861919" y="1078521"/>
                  </a:lnTo>
                  <a:lnTo>
                    <a:pt x="1869745" y="1075242"/>
                  </a:lnTo>
                  <a:lnTo>
                    <a:pt x="1873918" y="1073492"/>
                  </a:lnTo>
                  <a:lnTo>
                    <a:pt x="1875657" y="1072763"/>
                  </a:lnTo>
                  <a:lnTo>
                    <a:pt x="1877570" y="1071960"/>
                  </a:lnTo>
                  <a:lnTo>
                    <a:pt x="1888874" y="1067218"/>
                  </a:lnTo>
                  <a:lnTo>
                    <a:pt x="1896351" y="1064080"/>
                  </a:lnTo>
                  <a:lnTo>
                    <a:pt x="1902264" y="1061597"/>
                  </a:lnTo>
                  <a:lnTo>
                    <a:pt x="1905742" y="1060136"/>
                  </a:lnTo>
                  <a:lnTo>
                    <a:pt x="1907307" y="1059479"/>
                  </a:lnTo>
                  <a:lnTo>
                    <a:pt x="1907828" y="1059260"/>
                  </a:lnTo>
                  <a:lnTo>
                    <a:pt x="1909046" y="1058748"/>
                  </a:lnTo>
                  <a:lnTo>
                    <a:pt x="1912871" y="1057141"/>
                  </a:lnTo>
                  <a:lnTo>
                    <a:pt x="1914784" y="1056337"/>
                  </a:lnTo>
                  <a:lnTo>
                    <a:pt x="1917567" y="1055168"/>
                  </a:lnTo>
                  <a:lnTo>
                    <a:pt x="1925914" y="1051659"/>
                  </a:lnTo>
                  <a:lnTo>
                    <a:pt x="1930435" y="1049757"/>
                  </a:lnTo>
                  <a:lnTo>
                    <a:pt x="1931478" y="1049318"/>
                  </a:lnTo>
                  <a:lnTo>
                    <a:pt x="1943651" y="1044196"/>
                  </a:lnTo>
                  <a:lnTo>
                    <a:pt x="1945564" y="1043391"/>
                  </a:lnTo>
                  <a:lnTo>
                    <a:pt x="1948694" y="1042073"/>
                  </a:lnTo>
                  <a:lnTo>
                    <a:pt x="1950085" y="1041487"/>
                  </a:lnTo>
                  <a:lnTo>
                    <a:pt x="1955476" y="1039217"/>
                  </a:lnTo>
                  <a:lnTo>
                    <a:pt x="1958433" y="1037972"/>
                  </a:lnTo>
                  <a:lnTo>
                    <a:pt x="1969214" y="1033429"/>
                  </a:lnTo>
                  <a:lnTo>
                    <a:pt x="1977735" y="1029836"/>
                  </a:lnTo>
                  <a:lnTo>
                    <a:pt x="1978605" y="1029469"/>
                  </a:lnTo>
                  <a:lnTo>
                    <a:pt x="1980518" y="1028663"/>
                  </a:lnTo>
                  <a:lnTo>
                    <a:pt x="1983300" y="1027489"/>
                  </a:lnTo>
                  <a:lnTo>
                    <a:pt x="2006602" y="1017653"/>
                  </a:lnTo>
                  <a:lnTo>
                    <a:pt x="2007298" y="1017359"/>
                  </a:lnTo>
                  <a:lnTo>
                    <a:pt x="2010950" y="1015817"/>
                  </a:lnTo>
                  <a:lnTo>
                    <a:pt x="2016514" y="1013465"/>
                  </a:lnTo>
                  <a:lnTo>
                    <a:pt x="2017036" y="1013245"/>
                  </a:lnTo>
                  <a:lnTo>
                    <a:pt x="2021210" y="1011481"/>
                  </a:lnTo>
                  <a:lnTo>
                    <a:pt x="2021557" y="1011334"/>
                  </a:lnTo>
                  <a:lnTo>
                    <a:pt x="2023470" y="1010525"/>
                  </a:lnTo>
                  <a:lnTo>
                    <a:pt x="2025383" y="1009717"/>
                  </a:lnTo>
                  <a:lnTo>
                    <a:pt x="2035817" y="1005304"/>
                  </a:lnTo>
                  <a:lnTo>
                    <a:pt x="2043642" y="1001993"/>
                  </a:lnTo>
                  <a:lnTo>
                    <a:pt x="2047816" y="1000226"/>
                  </a:lnTo>
                  <a:lnTo>
                    <a:pt x="2049555" y="999490"/>
                  </a:lnTo>
                  <a:lnTo>
                    <a:pt x="2051468" y="998680"/>
                  </a:lnTo>
                  <a:lnTo>
                    <a:pt x="2062771" y="993893"/>
                  </a:lnTo>
                  <a:lnTo>
                    <a:pt x="2070249" y="990725"/>
                  </a:lnTo>
                  <a:lnTo>
                    <a:pt x="2076161" y="988218"/>
                  </a:lnTo>
                  <a:lnTo>
                    <a:pt x="2079639" y="986744"/>
                  </a:lnTo>
                  <a:lnTo>
                    <a:pt x="2081204" y="986080"/>
                  </a:lnTo>
                  <a:lnTo>
                    <a:pt x="2081726" y="985859"/>
                  </a:lnTo>
                  <a:lnTo>
                    <a:pt x="2082943" y="985343"/>
                  </a:lnTo>
                  <a:lnTo>
                    <a:pt x="2086769" y="983720"/>
                  </a:lnTo>
                  <a:lnTo>
                    <a:pt x="2088682" y="982908"/>
                  </a:lnTo>
                  <a:lnTo>
                    <a:pt x="2091464" y="981728"/>
                  </a:lnTo>
                  <a:lnTo>
                    <a:pt x="2099811" y="978186"/>
                  </a:lnTo>
                  <a:lnTo>
                    <a:pt x="2104333" y="976266"/>
                  </a:lnTo>
                  <a:lnTo>
                    <a:pt x="2105376" y="975823"/>
                  </a:lnTo>
                  <a:lnTo>
                    <a:pt x="2117549" y="970653"/>
                  </a:lnTo>
                  <a:lnTo>
                    <a:pt x="2119462" y="969840"/>
                  </a:lnTo>
                  <a:lnTo>
                    <a:pt x="2122592" y="968510"/>
                  </a:lnTo>
                  <a:lnTo>
                    <a:pt x="2123983" y="967918"/>
                  </a:lnTo>
                  <a:lnTo>
                    <a:pt x="2129374" y="965627"/>
                  </a:lnTo>
                  <a:lnTo>
                    <a:pt x="2132330" y="964370"/>
                  </a:lnTo>
                  <a:lnTo>
                    <a:pt x="2143112" y="959784"/>
                  </a:lnTo>
                  <a:lnTo>
                    <a:pt x="2151633" y="956158"/>
                  </a:lnTo>
                  <a:lnTo>
                    <a:pt x="2152502" y="955788"/>
                  </a:lnTo>
                  <a:lnTo>
                    <a:pt x="2154415" y="954973"/>
                  </a:lnTo>
                  <a:lnTo>
                    <a:pt x="2157197" y="953789"/>
                  </a:lnTo>
                  <a:lnTo>
                    <a:pt x="2180500" y="943861"/>
                  </a:lnTo>
                  <a:lnTo>
                    <a:pt x="2181195" y="943565"/>
                  </a:lnTo>
                  <a:lnTo>
                    <a:pt x="2184847" y="942008"/>
                  </a:lnTo>
                  <a:lnTo>
                    <a:pt x="2190412" y="939635"/>
                  </a:lnTo>
                  <a:lnTo>
                    <a:pt x="2190933" y="939412"/>
                  </a:lnTo>
                  <a:lnTo>
                    <a:pt x="2195107" y="937632"/>
                  </a:lnTo>
                  <a:lnTo>
                    <a:pt x="2195455" y="937483"/>
                  </a:lnTo>
                  <a:lnTo>
                    <a:pt x="2197368" y="936667"/>
                  </a:lnTo>
                  <a:lnTo>
                    <a:pt x="2199281" y="935851"/>
                  </a:lnTo>
                  <a:lnTo>
                    <a:pt x="2209714" y="931398"/>
                  </a:lnTo>
                  <a:lnTo>
                    <a:pt x="2217540" y="928056"/>
                  </a:lnTo>
                  <a:lnTo>
                    <a:pt x="2221713" y="926273"/>
                  </a:lnTo>
                  <a:lnTo>
                    <a:pt x="2223452" y="925530"/>
                  </a:lnTo>
                  <a:lnTo>
                    <a:pt x="2225365" y="924713"/>
                  </a:lnTo>
                  <a:lnTo>
                    <a:pt x="2236668" y="919882"/>
                  </a:lnTo>
                  <a:lnTo>
                    <a:pt x="2244146" y="916685"/>
                  </a:lnTo>
                  <a:lnTo>
                    <a:pt x="2250059" y="914156"/>
                  </a:lnTo>
                  <a:lnTo>
                    <a:pt x="2253537" y="912667"/>
                  </a:lnTo>
                  <a:lnTo>
                    <a:pt x="2255102" y="911998"/>
                  </a:lnTo>
                  <a:lnTo>
                    <a:pt x="2255623" y="911775"/>
                  </a:lnTo>
                  <a:lnTo>
                    <a:pt x="2256841" y="911254"/>
                  </a:lnTo>
                  <a:lnTo>
                    <a:pt x="2260666" y="909616"/>
                  </a:lnTo>
                  <a:lnTo>
                    <a:pt x="2262579" y="908797"/>
                  </a:lnTo>
                  <a:lnTo>
                    <a:pt x="2265362" y="907606"/>
                  </a:lnTo>
                  <a:lnTo>
                    <a:pt x="2273709" y="904032"/>
                  </a:lnTo>
                  <a:lnTo>
                    <a:pt x="2278230" y="902095"/>
                  </a:lnTo>
                  <a:lnTo>
                    <a:pt x="2279273" y="901648"/>
                  </a:lnTo>
                  <a:lnTo>
                    <a:pt x="2291446" y="896431"/>
                  </a:lnTo>
                  <a:lnTo>
                    <a:pt x="2293359" y="895611"/>
                  </a:lnTo>
                  <a:lnTo>
                    <a:pt x="2296489" y="894268"/>
                  </a:lnTo>
                  <a:lnTo>
                    <a:pt x="2297880" y="893672"/>
                  </a:lnTo>
                  <a:lnTo>
                    <a:pt x="2303271" y="891360"/>
                  </a:lnTo>
                  <a:lnTo>
                    <a:pt x="2306227" y="890092"/>
                  </a:lnTo>
                  <a:lnTo>
                    <a:pt x="2317009" y="885465"/>
                  </a:lnTo>
                  <a:lnTo>
                    <a:pt x="2325530" y="881806"/>
                  </a:lnTo>
                  <a:lnTo>
                    <a:pt x="2326400" y="881433"/>
                  </a:lnTo>
                  <a:lnTo>
                    <a:pt x="2328312" y="880611"/>
                  </a:lnTo>
                  <a:lnTo>
                    <a:pt x="2331095" y="879416"/>
                  </a:lnTo>
                  <a:lnTo>
                    <a:pt x="2354397" y="869401"/>
                  </a:lnTo>
                  <a:lnTo>
                    <a:pt x="2355093" y="869102"/>
                  </a:lnTo>
                  <a:lnTo>
                    <a:pt x="2358744" y="867531"/>
                  </a:lnTo>
                  <a:lnTo>
                    <a:pt x="2364309" y="865138"/>
                  </a:lnTo>
                  <a:lnTo>
                    <a:pt x="2364831" y="864913"/>
                  </a:lnTo>
                  <a:lnTo>
                    <a:pt x="2369004" y="863117"/>
                  </a:lnTo>
                  <a:lnTo>
                    <a:pt x="2369352" y="862968"/>
                  </a:lnTo>
                  <a:lnTo>
                    <a:pt x="2371265" y="862144"/>
                  </a:lnTo>
                  <a:lnTo>
                    <a:pt x="2373178" y="861321"/>
                  </a:lnTo>
                  <a:lnTo>
                    <a:pt x="2383612" y="856829"/>
                  </a:lnTo>
                  <a:lnTo>
                    <a:pt x="2391437" y="853458"/>
                  </a:lnTo>
                  <a:lnTo>
                    <a:pt x="2395611" y="851660"/>
                  </a:lnTo>
                  <a:lnTo>
                    <a:pt x="2397350" y="850911"/>
                  </a:lnTo>
                  <a:lnTo>
                    <a:pt x="2399263" y="850086"/>
                  </a:lnTo>
                  <a:lnTo>
                    <a:pt x="2410566" y="845214"/>
                  </a:lnTo>
                  <a:lnTo>
                    <a:pt x="2418044" y="841989"/>
                  </a:lnTo>
                  <a:lnTo>
                    <a:pt x="2423956" y="839438"/>
                  </a:lnTo>
                  <a:lnTo>
                    <a:pt x="2427434" y="837937"/>
                  </a:lnTo>
                  <a:lnTo>
                    <a:pt x="2428999" y="837262"/>
                  </a:lnTo>
                  <a:lnTo>
                    <a:pt x="2429521" y="837037"/>
                  </a:lnTo>
                  <a:lnTo>
                    <a:pt x="2430738" y="836511"/>
                  </a:lnTo>
                  <a:lnTo>
                    <a:pt x="2434564" y="834860"/>
                  </a:lnTo>
                  <a:lnTo>
                    <a:pt x="2436477" y="834034"/>
                  </a:lnTo>
                  <a:lnTo>
                    <a:pt x="2439259" y="832833"/>
                  </a:lnTo>
                  <a:lnTo>
                    <a:pt x="2447606" y="829228"/>
                  </a:lnTo>
                  <a:lnTo>
                    <a:pt x="2452127" y="827275"/>
                  </a:lnTo>
                  <a:lnTo>
                    <a:pt x="2453171" y="826824"/>
                  </a:lnTo>
                  <a:lnTo>
                    <a:pt x="2465344" y="821563"/>
                  </a:lnTo>
                  <a:lnTo>
                    <a:pt x="2467256" y="820736"/>
                  </a:lnTo>
                  <a:lnTo>
                    <a:pt x="2470387" y="819383"/>
                  </a:lnTo>
                  <a:lnTo>
                    <a:pt x="2471778" y="818781"/>
                  </a:lnTo>
                  <a:lnTo>
                    <a:pt x="2477169" y="816450"/>
                  </a:lnTo>
                  <a:lnTo>
                    <a:pt x="2480125" y="815171"/>
                  </a:lnTo>
                  <a:lnTo>
                    <a:pt x="2490907" y="810506"/>
                  </a:lnTo>
                  <a:lnTo>
                    <a:pt x="2499428" y="806817"/>
                  </a:lnTo>
                  <a:lnTo>
                    <a:pt x="2500297" y="806441"/>
                  </a:lnTo>
                  <a:lnTo>
                    <a:pt x="2502210" y="805612"/>
                  </a:lnTo>
                  <a:lnTo>
                    <a:pt x="2504992" y="804407"/>
                  </a:lnTo>
                  <a:lnTo>
                    <a:pt x="2528294" y="794310"/>
                  </a:lnTo>
                  <a:lnTo>
                    <a:pt x="2528990" y="794009"/>
                  </a:lnTo>
                  <a:lnTo>
                    <a:pt x="2532642" y="792425"/>
                  </a:lnTo>
                  <a:lnTo>
                    <a:pt x="2538207" y="790012"/>
                  </a:lnTo>
                  <a:lnTo>
                    <a:pt x="2538728" y="789786"/>
                  </a:lnTo>
                  <a:lnTo>
                    <a:pt x="2542902" y="787975"/>
                  </a:lnTo>
                  <a:lnTo>
                    <a:pt x="2543250" y="787824"/>
                  </a:lnTo>
                  <a:lnTo>
                    <a:pt x="2545163" y="786994"/>
                  </a:lnTo>
                  <a:lnTo>
                    <a:pt x="2547075" y="786164"/>
                  </a:lnTo>
                  <a:lnTo>
                    <a:pt x="2557509" y="781636"/>
                  </a:lnTo>
                  <a:lnTo>
                    <a:pt x="2565335" y="778238"/>
                  </a:lnTo>
                  <a:lnTo>
                    <a:pt x="2569508" y="776426"/>
                  </a:lnTo>
                  <a:lnTo>
                    <a:pt x="2571247" y="775671"/>
                  </a:lnTo>
                  <a:lnTo>
                    <a:pt x="2573160" y="774840"/>
                  </a:lnTo>
                  <a:lnTo>
                    <a:pt x="2584463" y="769928"/>
                  </a:lnTo>
                  <a:lnTo>
                    <a:pt x="2591941" y="766678"/>
                  </a:lnTo>
                  <a:lnTo>
                    <a:pt x="2597853" y="764107"/>
                  </a:lnTo>
                  <a:lnTo>
                    <a:pt x="2601331" y="762595"/>
                  </a:lnTo>
                  <a:lnTo>
                    <a:pt x="2602896" y="761914"/>
                  </a:lnTo>
                  <a:lnTo>
                    <a:pt x="2603418" y="761687"/>
                  </a:lnTo>
                  <a:lnTo>
                    <a:pt x="2604635" y="761157"/>
                  </a:lnTo>
                  <a:lnTo>
                    <a:pt x="2608461" y="759493"/>
                  </a:lnTo>
                  <a:lnTo>
                    <a:pt x="2610374" y="758661"/>
                  </a:lnTo>
                  <a:lnTo>
                    <a:pt x="2613156" y="757450"/>
                  </a:lnTo>
                  <a:lnTo>
                    <a:pt x="2639241" y="746093"/>
                  </a:lnTo>
                  <a:lnTo>
                    <a:pt x="2641154" y="745260"/>
                  </a:lnTo>
                  <a:lnTo>
                    <a:pt x="2644284" y="743896"/>
                  </a:lnTo>
                  <a:lnTo>
                    <a:pt x="2645675" y="743290"/>
                  </a:lnTo>
                  <a:lnTo>
                    <a:pt x="2651066" y="740941"/>
                  </a:lnTo>
                  <a:lnTo>
                    <a:pt x="2654022" y="739652"/>
                  </a:lnTo>
                  <a:lnTo>
                    <a:pt x="2664804" y="734951"/>
                  </a:lnTo>
                  <a:lnTo>
                    <a:pt x="2673325" y="731235"/>
                  </a:lnTo>
                  <a:lnTo>
                    <a:pt x="2674194" y="730856"/>
                  </a:lnTo>
                  <a:lnTo>
                    <a:pt x="2676107" y="730021"/>
                  </a:lnTo>
                  <a:lnTo>
                    <a:pt x="2678890" y="728807"/>
                  </a:lnTo>
                  <a:lnTo>
                    <a:pt x="2702192" y="718634"/>
                  </a:lnTo>
                  <a:lnTo>
                    <a:pt x="2702888" y="718331"/>
                  </a:lnTo>
                  <a:lnTo>
                    <a:pt x="2706539" y="716735"/>
                  </a:lnTo>
                  <a:lnTo>
                    <a:pt x="2712104" y="714304"/>
                  </a:lnTo>
                  <a:lnTo>
                    <a:pt x="2712626" y="714076"/>
                  </a:lnTo>
                  <a:lnTo>
                    <a:pt x="2716799" y="712253"/>
                  </a:lnTo>
                  <a:lnTo>
                    <a:pt x="2717147" y="712101"/>
                  </a:lnTo>
                  <a:lnTo>
                    <a:pt x="2719060" y="711265"/>
                  </a:lnTo>
                  <a:lnTo>
                    <a:pt x="2720973" y="710429"/>
                  </a:lnTo>
                  <a:lnTo>
                    <a:pt x="2731407" y="705867"/>
                  </a:lnTo>
                  <a:lnTo>
                    <a:pt x="2739232" y="702445"/>
                  </a:lnTo>
                  <a:lnTo>
                    <a:pt x="2743406" y="700619"/>
                  </a:lnTo>
                  <a:lnTo>
                    <a:pt x="2745145" y="699858"/>
                  </a:lnTo>
                  <a:lnTo>
                    <a:pt x="2747057" y="699021"/>
                  </a:lnTo>
                  <a:lnTo>
                    <a:pt x="2758361" y="694075"/>
                  </a:lnTo>
                  <a:lnTo>
                    <a:pt x="2765838" y="690801"/>
                  </a:lnTo>
                  <a:lnTo>
                    <a:pt x="2771751" y="688212"/>
                  </a:lnTo>
                  <a:lnTo>
                    <a:pt x="2775229" y="686689"/>
                  </a:lnTo>
                  <a:lnTo>
                    <a:pt x="2776794" y="686003"/>
                  </a:lnTo>
                  <a:lnTo>
                    <a:pt x="2777316" y="685775"/>
                  </a:lnTo>
                  <a:lnTo>
                    <a:pt x="2778533" y="685241"/>
                  </a:lnTo>
                  <a:lnTo>
                    <a:pt x="2782359" y="683565"/>
                  </a:lnTo>
                  <a:lnTo>
                    <a:pt x="2784272" y="682727"/>
                  </a:lnTo>
                  <a:lnTo>
                    <a:pt x="2787054" y="681508"/>
                  </a:lnTo>
                  <a:lnTo>
                    <a:pt x="2795401" y="677850"/>
                  </a:lnTo>
                  <a:lnTo>
                    <a:pt x="2800966" y="675410"/>
                  </a:lnTo>
                  <a:lnTo>
                    <a:pt x="2813139" y="670072"/>
                  </a:lnTo>
                  <a:lnTo>
                    <a:pt x="2815051" y="669232"/>
                  </a:lnTo>
                  <a:lnTo>
                    <a:pt x="2818182" y="667859"/>
                  </a:lnTo>
                  <a:lnTo>
                    <a:pt x="2819573" y="667249"/>
                  </a:lnTo>
                  <a:lnTo>
                    <a:pt x="2824964" y="664883"/>
                  </a:lnTo>
                  <a:lnTo>
                    <a:pt x="2827920" y="663586"/>
                  </a:lnTo>
                  <a:lnTo>
                    <a:pt x="2838701" y="658853"/>
                  </a:lnTo>
                  <a:lnTo>
                    <a:pt x="2847222" y="655111"/>
                  </a:lnTo>
                  <a:lnTo>
                    <a:pt x="2848092" y="654729"/>
                  </a:lnTo>
                  <a:lnTo>
                    <a:pt x="2850005" y="653889"/>
                  </a:lnTo>
                  <a:lnTo>
                    <a:pt x="2852787" y="652667"/>
                  </a:lnTo>
                  <a:lnTo>
                    <a:pt x="2876089" y="642426"/>
                  </a:lnTo>
                  <a:lnTo>
                    <a:pt x="2876785" y="642120"/>
                  </a:lnTo>
                  <a:lnTo>
                    <a:pt x="2880437" y="640514"/>
                  </a:lnTo>
                  <a:lnTo>
                    <a:pt x="2886002" y="638067"/>
                  </a:lnTo>
                  <a:lnTo>
                    <a:pt x="2886523" y="637838"/>
                  </a:lnTo>
                  <a:lnTo>
                    <a:pt x="2890697" y="636002"/>
                  </a:lnTo>
                  <a:lnTo>
                    <a:pt x="2891045" y="635849"/>
                  </a:lnTo>
                  <a:lnTo>
                    <a:pt x="2892957" y="635007"/>
                  </a:lnTo>
                  <a:lnTo>
                    <a:pt x="2894870" y="634166"/>
                  </a:lnTo>
                  <a:lnTo>
                    <a:pt x="2905304" y="629575"/>
                  </a:lnTo>
                  <a:lnTo>
                    <a:pt x="2913130" y="626130"/>
                  </a:lnTo>
                  <a:lnTo>
                    <a:pt x="2917303" y="624292"/>
                  </a:lnTo>
                  <a:lnTo>
                    <a:pt x="2919042" y="623527"/>
                  </a:lnTo>
                  <a:lnTo>
                    <a:pt x="2920955" y="622684"/>
                  </a:lnTo>
                  <a:lnTo>
                    <a:pt x="2932258" y="617706"/>
                  </a:lnTo>
                  <a:lnTo>
                    <a:pt x="2939736" y="614411"/>
                  </a:lnTo>
                  <a:lnTo>
                    <a:pt x="2945648" y="611806"/>
                  </a:lnTo>
                  <a:lnTo>
                    <a:pt x="2949126" y="610273"/>
                  </a:lnTo>
                  <a:lnTo>
                    <a:pt x="2950691" y="609583"/>
                  </a:lnTo>
                  <a:lnTo>
                    <a:pt x="2951213" y="609353"/>
                  </a:lnTo>
                  <a:lnTo>
                    <a:pt x="2952430" y="608816"/>
                  </a:lnTo>
                  <a:lnTo>
                    <a:pt x="2956256" y="607129"/>
                  </a:lnTo>
                  <a:lnTo>
                    <a:pt x="2958169" y="606286"/>
                  </a:lnTo>
                  <a:lnTo>
                    <a:pt x="2960951" y="605059"/>
                  </a:lnTo>
                  <a:lnTo>
                    <a:pt x="2969298" y="601378"/>
                  </a:lnTo>
                  <a:lnTo>
                    <a:pt x="2973820" y="599383"/>
                  </a:lnTo>
                  <a:lnTo>
                    <a:pt x="2974863" y="598923"/>
                  </a:lnTo>
                  <a:lnTo>
                    <a:pt x="2987036" y="593551"/>
                  </a:lnTo>
                  <a:lnTo>
                    <a:pt x="2988949" y="592707"/>
                  </a:lnTo>
                  <a:lnTo>
                    <a:pt x="2992079" y="591325"/>
                  </a:lnTo>
                  <a:lnTo>
                    <a:pt x="2993470" y="590711"/>
                  </a:lnTo>
                  <a:lnTo>
                    <a:pt x="2998861" y="588331"/>
                  </a:lnTo>
                  <a:lnTo>
                    <a:pt x="3001817" y="587026"/>
                  </a:lnTo>
                  <a:lnTo>
                    <a:pt x="3012599" y="582264"/>
                  </a:lnTo>
                  <a:lnTo>
                    <a:pt x="3021120" y="578500"/>
                  </a:lnTo>
                  <a:lnTo>
                    <a:pt x="3021989" y="578115"/>
                  </a:lnTo>
                  <a:lnTo>
                    <a:pt x="3023902" y="577270"/>
                  </a:lnTo>
                  <a:lnTo>
                    <a:pt x="3026685" y="576041"/>
                  </a:lnTo>
                  <a:lnTo>
                    <a:pt x="3049987" y="565739"/>
                  </a:lnTo>
                  <a:lnTo>
                    <a:pt x="3050682" y="565431"/>
                  </a:lnTo>
                  <a:lnTo>
                    <a:pt x="3054334" y="563816"/>
                  </a:lnTo>
                  <a:lnTo>
                    <a:pt x="3059899" y="561354"/>
                  </a:lnTo>
                  <a:lnTo>
                    <a:pt x="3060421" y="561123"/>
                  </a:lnTo>
                  <a:lnTo>
                    <a:pt x="3064942" y="559123"/>
                  </a:lnTo>
                  <a:lnTo>
                    <a:pt x="3066855" y="558277"/>
                  </a:lnTo>
                  <a:lnTo>
                    <a:pt x="3068768" y="557430"/>
                  </a:lnTo>
                  <a:lnTo>
                    <a:pt x="3079202" y="552812"/>
                  </a:lnTo>
                  <a:lnTo>
                    <a:pt x="3087027" y="549348"/>
                  </a:lnTo>
                  <a:lnTo>
                    <a:pt x="3091201" y="547499"/>
                  </a:lnTo>
                  <a:lnTo>
                    <a:pt x="3092939" y="546729"/>
                  </a:lnTo>
                  <a:lnTo>
                    <a:pt x="3094852" y="545882"/>
                  </a:lnTo>
                  <a:lnTo>
                    <a:pt x="3106156" y="540875"/>
                  </a:lnTo>
                  <a:lnTo>
                    <a:pt x="3113633" y="537562"/>
                  </a:lnTo>
                  <a:lnTo>
                    <a:pt x="3119546" y="534942"/>
                  </a:lnTo>
                  <a:lnTo>
                    <a:pt x="3123024" y="533400"/>
                  </a:lnTo>
                  <a:lnTo>
                    <a:pt x="3124589" y="532706"/>
                  </a:lnTo>
                  <a:lnTo>
                    <a:pt x="3125111" y="532475"/>
                  </a:lnTo>
                  <a:lnTo>
                    <a:pt x="3126328" y="531935"/>
                  </a:lnTo>
                  <a:lnTo>
                    <a:pt x="3130154" y="530239"/>
                  </a:lnTo>
                  <a:lnTo>
                    <a:pt x="3132066" y="529391"/>
                  </a:lnTo>
                  <a:lnTo>
                    <a:pt x="3134849" y="528157"/>
                  </a:lnTo>
                  <a:lnTo>
                    <a:pt x="3143196" y="524456"/>
                  </a:lnTo>
                  <a:lnTo>
                    <a:pt x="3147717" y="522450"/>
                  </a:lnTo>
                  <a:lnTo>
                    <a:pt x="3148761" y="521987"/>
                  </a:lnTo>
                  <a:lnTo>
                    <a:pt x="3160933" y="516586"/>
                  </a:lnTo>
                  <a:lnTo>
                    <a:pt x="3162846" y="515737"/>
                  </a:lnTo>
                  <a:lnTo>
                    <a:pt x="3165976" y="514348"/>
                  </a:lnTo>
                  <a:lnTo>
                    <a:pt x="3167368" y="513731"/>
                  </a:lnTo>
                  <a:lnTo>
                    <a:pt x="3172758" y="511338"/>
                  </a:lnTo>
                  <a:lnTo>
                    <a:pt x="3175715" y="510025"/>
                  </a:lnTo>
                  <a:lnTo>
                    <a:pt x="3186496" y="505238"/>
                  </a:lnTo>
                  <a:lnTo>
                    <a:pt x="3195017" y="501453"/>
                  </a:lnTo>
                  <a:lnTo>
                    <a:pt x="3195887" y="501067"/>
                  </a:lnTo>
                  <a:lnTo>
                    <a:pt x="3197800" y="500217"/>
                  </a:lnTo>
                  <a:lnTo>
                    <a:pt x="3200582" y="498981"/>
                  </a:lnTo>
                  <a:lnTo>
                    <a:pt x="3223884" y="488625"/>
                  </a:lnTo>
                  <a:lnTo>
                    <a:pt x="3224580" y="488316"/>
                  </a:lnTo>
                  <a:lnTo>
                    <a:pt x="3228232" y="486692"/>
                  </a:lnTo>
                  <a:lnTo>
                    <a:pt x="3233796" y="484218"/>
                  </a:lnTo>
                  <a:lnTo>
                    <a:pt x="3234318" y="483986"/>
                  </a:lnTo>
                  <a:lnTo>
                    <a:pt x="3238492" y="482130"/>
                  </a:lnTo>
                  <a:lnTo>
                    <a:pt x="3238839" y="481975"/>
                  </a:lnTo>
                  <a:lnTo>
                    <a:pt x="3240752" y="481125"/>
                  </a:lnTo>
                  <a:lnTo>
                    <a:pt x="3242665" y="480274"/>
                  </a:lnTo>
                  <a:lnTo>
                    <a:pt x="3253099" y="475632"/>
                  </a:lnTo>
                  <a:lnTo>
                    <a:pt x="3260924" y="472150"/>
                  </a:lnTo>
                  <a:lnTo>
                    <a:pt x="3265098" y="470292"/>
                  </a:lnTo>
                  <a:lnTo>
                    <a:pt x="3266837" y="469518"/>
                  </a:lnTo>
                  <a:lnTo>
                    <a:pt x="3268750" y="468667"/>
                  </a:lnTo>
                  <a:lnTo>
                    <a:pt x="3280053" y="463635"/>
                  </a:lnTo>
                  <a:lnTo>
                    <a:pt x="3287531" y="460305"/>
                  </a:lnTo>
                  <a:lnTo>
                    <a:pt x="3293443" y="457672"/>
                  </a:lnTo>
                  <a:lnTo>
                    <a:pt x="3296921" y="456123"/>
                  </a:lnTo>
                  <a:lnTo>
                    <a:pt x="3298486" y="455426"/>
                  </a:lnTo>
                  <a:lnTo>
                    <a:pt x="3299008" y="455193"/>
                  </a:lnTo>
                  <a:lnTo>
                    <a:pt x="3300225" y="454651"/>
                  </a:lnTo>
                  <a:lnTo>
                    <a:pt x="3304051" y="452946"/>
                  </a:lnTo>
                  <a:lnTo>
                    <a:pt x="3305964" y="452094"/>
                  </a:lnTo>
                  <a:lnTo>
                    <a:pt x="3308746" y="450854"/>
                  </a:lnTo>
                  <a:lnTo>
                    <a:pt x="3317093" y="447135"/>
                  </a:lnTo>
                  <a:lnTo>
                    <a:pt x="3321615" y="445119"/>
                  </a:lnTo>
                  <a:lnTo>
                    <a:pt x="3322658" y="444654"/>
                  </a:lnTo>
                  <a:lnTo>
                    <a:pt x="3334831" y="439227"/>
                  </a:lnTo>
                  <a:lnTo>
                    <a:pt x="3336744" y="438374"/>
                  </a:lnTo>
                  <a:lnTo>
                    <a:pt x="3339874" y="436979"/>
                  </a:lnTo>
                  <a:lnTo>
                    <a:pt x="3341265" y="436358"/>
                  </a:lnTo>
                  <a:lnTo>
                    <a:pt x="3346656" y="433954"/>
                  </a:lnTo>
                  <a:lnTo>
                    <a:pt x="3349612" y="432635"/>
                  </a:lnTo>
                  <a:lnTo>
                    <a:pt x="3360394" y="427825"/>
                  </a:lnTo>
                  <a:lnTo>
                    <a:pt x="3368915" y="424023"/>
                  </a:lnTo>
                  <a:lnTo>
                    <a:pt x="3369784" y="423635"/>
                  </a:lnTo>
                  <a:lnTo>
                    <a:pt x="3371697" y="422781"/>
                  </a:lnTo>
                  <a:lnTo>
                    <a:pt x="3374479" y="421539"/>
                  </a:lnTo>
                  <a:lnTo>
                    <a:pt x="3397782" y="411136"/>
                  </a:lnTo>
                  <a:lnTo>
                    <a:pt x="3398477" y="410825"/>
                  </a:lnTo>
                  <a:lnTo>
                    <a:pt x="3402129" y="409194"/>
                  </a:lnTo>
                  <a:lnTo>
                    <a:pt x="3407694" y="406708"/>
                  </a:lnTo>
                  <a:lnTo>
                    <a:pt x="3408216" y="406475"/>
                  </a:lnTo>
                  <a:lnTo>
                    <a:pt x="3412389" y="404611"/>
                  </a:lnTo>
                  <a:lnTo>
                    <a:pt x="3412737" y="404456"/>
                  </a:lnTo>
                  <a:lnTo>
                    <a:pt x="3414650" y="403601"/>
                  </a:lnTo>
                  <a:lnTo>
                    <a:pt x="3416563" y="402746"/>
                  </a:lnTo>
                  <a:lnTo>
                    <a:pt x="3434822" y="394586"/>
                  </a:lnTo>
                  <a:lnTo>
                    <a:pt x="3438995" y="392721"/>
                  </a:lnTo>
                  <a:lnTo>
                    <a:pt x="3440734" y="391943"/>
                  </a:lnTo>
                  <a:lnTo>
                    <a:pt x="3442647" y="391088"/>
                  </a:lnTo>
                  <a:lnTo>
                    <a:pt x="3453951" y="386034"/>
                  </a:lnTo>
                  <a:lnTo>
                    <a:pt x="3461428" y="382690"/>
                  </a:lnTo>
                  <a:lnTo>
                    <a:pt x="3467341" y="380045"/>
                  </a:lnTo>
                  <a:lnTo>
                    <a:pt x="3470819" y="378489"/>
                  </a:lnTo>
                  <a:lnTo>
                    <a:pt x="3472384" y="377789"/>
                  </a:lnTo>
                  <a:lnTo>
                    <a:pt x="3472905" y="377555"/>
                  </a:lnTo>
                  <a:lnTo>
                    <a:pt x="3474123" y="377011"/>
                  </a:lnTo>
                  <a:lnTo>
                    <a:pt x="3477948" y="375299"/>
                  </a:lnTo>
                  <a:lnTo>
                    <a:pt x="3479861" y="374443"/>
                  </a:lnTo>
                  <a:lnTo>
                    <a:pt x="3482644" y="373198"/>
                  </a:lnTo>
                  <a:lnTo>
                    <a:pt x="3490991" y="369462"/>
                  </a:lnTo>
                  <a:lnTo>
                    <a:pt x="3495512" y="367439"/>
                  </a:lnTo>
                  <a:lnTo>
                    <a:pt x="3496555" y="366972"/>
                  </a:lnTo>
                  <a:lnTo>
                    <a:pt x="3508728" y="361522"/>
                  </a:lnTo>
                  <a:lnTo>
                    <a:pt x="3510641" y="360665"/>
                  </a:lnTo>
                  <a:lnTo>
                    <a:pt x="3513771" y="359264"/>
                  </a:lnTo>
                  <a:lnTo>
                    <a:pt x="3515162" y="358641"/>
                  </a:lnTo>
                  <a:lnTo>
                    <a:pt x="3520553" y="356226"/>
                  </a:lnTo>
                  <a:lnTo>
                    <a:pt x="3523510" y="354902"/>
                  </a:lnTo>
                  <a:lnTo>
                    <a:pt x="3534291" y="350073"/>
                  </a:lnTo>
                  <a:lnTo>
                    <a:pt x="3542812" y="346255"/>
                  </a:lnTo>
                  <a:lnTo>
                    <a:pt x="3543682" y="345865"/>
                  </a:lnTo>
                  <a:lnTo>
                    <a:pt x="3545595" y="345008"/>
                  </a:lnTo>
                  <a:lnTo>
                    <a:pt x="3548377" y="343761"/>
                  </a:lnTo>
                  <a:lnTo>
                    <a:pt x="3571679" y="333316"/>
                  </a:lnTo>
                  <a:lnTo>
                    <a:pt x="3572375" y="333004"/>
                  </a:lnTo>
                  <a:lnTo>
                    <a:pt x="3576027" y="331366"/>
                  </a:lnTo>
                  <a:lnTo>
                    <a:pt x="3581591" y="328871"/>
                  </a:lnTo>
                  <a:lnTo>
                    <a:pt x="3582113" y="328637"/>
                  </a:lnTo>
                  <a:lnTo>
                    <a:pt x="3586287" y="326765"/>
                  </a:lnTo>
                  <a:lnTo>
                    <a:pt x="3586634" y="326609"/>
                  </a:lnTo>
                  <a:lnTo>
                    <a:pt x="3588547" y="325751"/>
                  </a:lnTo>
                  <a:lnTo>
                    <a:pt x="3590460" y="324893"/>
                  </a:lnTo>
                  <a:lnTo>
                    <a:pt x="3600894" y="320212"/>
                  </a:lnTo>
                  <a:lnTo>
                    <a:pt x="3608719" y="316701"/>
                  </a:lnTo>
                  <a:lnTo>
                    <a:pt x="3612893" y="314828"/>
                  </a:lnTo>
                  <a:lnTo>
                    <a:pt x="3616545" y="313190"/>
                  </a:lnTo>
                  <a:lnTo>
                    <a:pt x="3627848" y="308116"/>
                  </a:lnTo>
                  <a:lnTo>
                    <a:pt x="3635326" y="304759"/>
                  </a:lnTo>
                  <a:lnTo>
                    <a:pt x="3644716" y="300543"/>
                  </a:lnTo>
                  <a:lnTo>
                    <a:pt x="3646281" y="299840"/>
                  </a:lnTo>
                  <a:lnTo>
                    <a:pt x="3646803" y="299606"/>
                  </a:lnTo>
                  <a:lnTo>
                    <a:pt x="3648020" y="299059"/>
                  </a:lnTo>
                  <a:lnTo>
                    <a:pt x="3651846" y="297341"/>
                  </a:lnTo>
                  <a:lnTo>
                    <a:pt x="3653759" y="296482"/>
                  </a:lnTo>
                  <a:lnTo>
                    <a:pt x="3656541" y="295232"/>
                  </a:lnTo>
                  <a:lnTo>
                    <a:pt x="3664888" y="291483"/>
                  </a:lnTo>
                  <a:lnTo>
                    <a:pt x="3669410" y="289451"/>
                  </a:lnTo>
                  <a:lnTo>
                    <a:pt x="3670453" y="288983"/>
                  </a:lnTo>
                  <a:lnTo>
                    <a:pt x="3682626" y="283513"/>
                  </a:lnTo>
                  <a:lnTo>
                    <a:pt x="3684539" y="282653"/>
                  </a:lnTo>
                  <a:lnTo>
                    <a:pt x="3687669" y="281246"/>
                  </a:lnTo>
                  <a:lnTo>
                    <a:pt x="3689060" y="280621"/>
                  </a:lnTo>
                  <a:lnTo>
                    <a:pt x="3694451" y="278198"/>
                  </a:lnTo>
                  <a:lnTo>
                    <a:pt x="3697407" y="276869"/>
                  </a:lnTo>
                  <a:lnTo>
                    <a:pt x="3708189" y="272022"/>
                  </a:lnTo>
                  <a:lnTo>
                    <a:pt x="3716710" y="268191"/>
                  </a:lnTo>
                  <a:lnTo>
                    <a:pt x="3717579" y="267800"/>
                  </a:lnTo>
                  <a:lnTo>
                    <a:pt x="3719492" y="266940"/>
                  </a:lnTo>
                  <a:lnTo>
                    <a:pt x="3722274" y="265688"/>
                  </a:lnTo>
                  <a:lnTo>
                    <a:pt x="3745577" y="255206"/>
                  </a:lnTo>
                  <a:lnTo>
                    <a:pt x="3746272" y="254893"/>
                  </a:lnTo>
                  <a:lnTo>
                    <a:pt x="3749924" y="253250"/>
                  </a:lnTo>
                  <a:lnTo>
                    <a:pt x="3755489" y="250746"/>
                  </a:lnTo>
                  <a:lnTo>
                    <a:pt x="3756010" y="250511"/>
                  </a:lnTo>
                  <a:lnTo>
                    <a:pt x="3760184" y="248633"/>
                  </a:lnTo>
                  <a:lnTo>
                    <a:pt x="3760532" y="248477"/>
                  </a:lnTo>
                  <a:lnTo>
                    <a:pt x="3762445" y="247616"/>
                  </a:lnTo>
                  <a:lnTo>
                    <a:pt x="3764358" y="246755"/>
                  </a:lnTo>
                  <a:lnTo>
                    <a:pt x="3774791" y="242058"/>
                  </a:lnTo>
                  <a:lnTo>
                    <a:pt x="3782617" y="238535"/>
                  </a:lnTo>
                  <a:lnTo>
                    <a:pt x="3786790" y="236656"/>
                  </a:lnTo>
                  <a:lnTo>
                    <a:pt x="3788529" y="235873"/>
                  </a:lnTo>
                  <a:lnTo>
                    <a:pt x="3790442" y="235012"/>
                  </a:lnTo>
                  <a:lnTo>
                    <a:pt x="3801745" y="229921"/>
                  </a:lnTo>
                  <a:lnTo>
                    <a:pt x="3809223" y="226553"/>
                  </a:lnTo>
                  <a:lnTo>
                    <a:pt x="3815136" y="223890"/>
                  </a:lnTo>
                  <a:lnTo>
                    <a:pt x="3818614" y="222323"/>
                  </a:lnTo>
                  <a:lnTo>
                    <a:pt x="3820179" y="221618"/>
                  </a:lnTo>
                  <a:lnTo>
                    <a:pt x="3820700" y="221383"/>
                  </a:lnTo>
                  <a:lnTo>
                    <a:pt x="3821918" y="220834"/>
                  </a:lnTo>
                  <a:lnTo>
                    <a:pt x="3825743" y="219111"/>
                  </a:lnTo>
                  <a:lnTo>
                    <a:pt x="3827656" y="218249"/>
                  </a:lnTo>
                  <a:lnTo>
                    <a:pt x="3830439" y="216995"/>
                  </a:lnTo>
                  <a:lnTo>
                    <a:pt x="3838786" y="213233"/>
                  </a:lnTo>
                  <a:lnTo>
                    <a:pt x="3843307" y="211196"/>
                  </a:lnTo>
                  <a:lnTo>
                    <a:pt x="3844350" y="210725"/>
                  </a:lnTo>
                  <a:lnTo>
                    <a:pt x="3856523" y="205238"/>
                  </a:lnTo>
                  <a:lnTo>
                    <a:pt x="3858436" y="204376"/>
                  </a:lnTo>
                  <a:lnTo>
                    <a:pt x="3861566" y="202965"/>
                  </a:lnTo>
                  <a:lnTo>
                    <a:pt x="3862957" y="202338"/>
                  </a:lnTo>
                  <a:lnTo>
                    <a:pt x="3868348" y="199907"/>
                  </a:lnTo>
                  <a:lnTo>
                    <a:pt x="3871304" y="198574"/>
                  </a:lnTo>
                  <a:lnTo>
                    <a:pt x="3882086" y="193712"/>
                  </a:lnTo>
                  <a:lnTo>
                    <a:pt x="3890607" y="189868"/>
                  </a:lnTo>
                  <a:lnTo>
                    <a:pt x="3891477" y="189476"/>
                  </a:lnTo>
                  <a:lnTo>
                    <a:pt x="3893389" y="188613"/>
                  </a:lnTo>
                  <a:lnTo>
                    <a:pt x="3896172" y="187358"/>
                  </a:lnTo>
                  <a:lnTo>
                    <a:pt x="3919474" y="176844"/>
                  </a:lnTo>
                  <a:lnTo>
                    <a:pt x="3920170" y="176530"/>
                  </a:lnTo>
                  <a:lnTo>
                    <a:pt x="3923821" y="174882"/>
                  </a:lnTo>
                  <a:lnTo>
                    <a:pt x="3929386" y="172370"/>
                  </a:lnTo>
                  <a:lnTo>
                    <a:pt x="3929908" y="172135"/>
                  </a:lnTo>
                  <a:lnTo>
                    <a:pt x="3934081" y="170251"/>
                  </a:lnTo>
                  <a:lnTo>
                    <a:pt x="3936342" y="169231"/>
                  </a:lnTo>
                  <a:lnTo>
                    <a:pt x="3938255" y="168367"/>
                  </a:lnTo>
                  <a:lnTo>
                    <a:pt x="3948689" y="163657"/>
                  </a:lnTo>
                  <a:lnTo>
                    <a:pt x="3956514" y="160123"/>
                  </a:lnTo>
                  <a:lnTo>
                    <a:pt x="3960688" y="158239"/>
                  </a:lnTo>
                  <a:lnTo>
                    <a:pt x="3962427" y="157453"/>
                  </a:lnTo>
                  <a:lnTo>
                    <a:pt x="3964340" y="156590"/>
                  </a:lnTo>
                  <a:lnTo>
                    <a:pt x="3975643" y="151484"/>
                  </a:lnTo>
                  <a:lnTo>
                    <a:pt x="3983121" y="148107"/>
                  </a:lnTo>
                  <a:lnTo>
                    <a:pt x="3989033" y="145436"/>
                  </a:lnTo>
                  <a:lnTo>
                    <a:pt x="3992511" y="143864"/>
                  </a:lnTo>
                  <a:lnTo>
                    <a:pt x="3994076" y="143157"/>
                  </a:lnTo>
                  <a:lnTo>
                    <a:pt x="3994598" y="142922"/>
                  </a:lnTo>
                  <a:lnTo>
                    <a:pt x="3995815" y="142372"/>
                  </a:lnTo>
                  <a:lnTo>
                    <a:pt x="4001554" y="139779"/>
                  </a:lnTo>
                  <a:lnTo>
                    <a:pt x="4012683" y="134749"/>
                  </a:lnTo>
                  <a:lnTo>
                    <a:pt x="4017204" y="132706"/>
                  </a:lnTo>
                  <a:lnTo>
                    <a:pt x="4018248" y="132234"/>
                  </a:lnTo>
                  <a:lnTo>
                    <a:pt x="4030421" y="126732"/>
                  </a:lnTo>
                  <a:lnTo>
                    <a:pt x="4032334" y="125867"/>
                  </a:lnTo>
                  <a:lnTo>
                    <a:pt x="4035464" y="124452"/>
                  </a:lnTo>
                  <a:lnTo>
                    <a:pt x="4036855" y="123823"/>
                  </a:lnTo>
                  <a:lnTo>
                    <a:pt x="4065374" y="110926"/>
                  </a:lnTo>
                  <a:lnTo>
                    <a:pt x="4067287" y="110061"/>
                  </a:lnTo>
                  <a:lnTo>
                    <a:pt x="4070069" y="108803"/>
                  </a:lnTo>
                  <a:lnTo>
                    <a:pt x="4093372" y="98261"/>
                  </a:lnTo>
                  <a:lnTo>
                    <a:pt x="4097719" y="96294"/>
                  </a:lnTo>
                  <a:lnTo>
                    <a:pt x="4108327" y="91493"/>
                  </a:lnTo>
                  <a:lnTo>
                    <a:pt x="4130412" y="81497"/>
                  </a:lnTo>
                  <a:lnTo>
                    <a:pt x="4134585" y="79607"/>
                  </a:lnTo>
                  <a:lnTo>
                    <a:pt x="4136324" y="78820"/>
                  </a:lnTo>
                  <a:lnTo>
                    <a:pt x="4157018" y="69450"/>
                  </a:lnTo>
                  <a:lnTo>
                    <a:pt x="4175451" y="61101"/>
                  </a:lnTo>
                  <a:lnTo>
                    <a:pt x="4192145" y="53538"/>
                  </a:lnTo>
                  <a:lnTo>
                    <a:pt x="4310222" y="0"/>
                  </a:lnTo>
                  <a:lnTo>
                    <a:pt x="4310222" y="281848"/>
                  </a:lnTo>
                  <a:lnTo>
                    <a:pt x="4192145" y="327116"/>
                  </a:lnTo>
                  <a:lnTo>
                    <a:pt x="4175451" y="333523"/>
                  </a:lnTo>
                  <a:lnTo>
                    <a:pt x="4157018" y="340599"/>
                  </a:lnTo>
                  <a:lnTo>
                    <a:pt x="4136324" y="348545"/>
                  </a:lnTo>
                  <a:lnTo>
                    <a:pt x="4134585" y="349213"/>
                  </a:lnTo>
                  <a:lnTo>
                    <a:pt x="4130412" y="350816"/>
                  </a:lnTo>
                  <a:lnTo>
                    <a:pt x="4108327" y="359300"/>
                  </a:lnTo>
                  <a:lnTo>
                    <a:pt x="4097719" y="363376"/>
                  </a:lnTo>
                  <a:lnTo>
                    <a:pt x="4093372" y="365047"/>
                  </a:lnTo>
                  <a:lnTo>
                    <a:pt x="4070069" y="374004"/>
                  </a:lnTo>
                  <a:lnTo>
                    <a:pt x="4067287" y="375074"/>
                  </a:lnTo>
                  <a:lnTo>
                    <a:pt x="4065374" y="375809"/>
                  </a:lnTo>
                  <a:lnTo>
                    <a:pt x="4036855" y="386778"/>
                  </a:lnTo>
                  <a:lnTo>
                    <a:pt x="4035464" y="387313"/>
                  </a:lnTo>
                  <a:lnTo>
                    <a:pt x="4032334" y="388517"/>
                  </a:lnTo>
                  <a:lnTo>
                    <a:pt x="4030421" y="389253"/>
                  </a:lnTo>
                  <a:lnTo>
                    <a:pt x="4018248" y="393937"/>
                  </a:lnTo>
                  <a:lnTo>
                    <a:pt x="4017204" y="394339"/>
                  </a:lnTo>
                  <a:lnTo>
                    <a:pt x="4012683" y="396078"/>
                  </a:lnTo>
                  <a:lnTo>
                    <a:pt x="4001554" y="400362"/>
                  </a:lnTo>
                  <a:lnTo>
                    <a:pt x="3995815" y="402571"/>
                  </a:lnTo>
                  <a:lnTo>
                    <a:pt x="3994598" y="403040"/>
                  </a:lnTo>
                  <a:lnTo>
                    <a:pt x="3994076" y="403241"/>
                  </a:lnTo>
                  <a:lnTo>
                    <a:pt x="3992511" y="403843"/>
                  </a:lnTo>
                  <a:lnTo>
                    <a:pt x="3989033" y="405182"/>
                  </a:lnTo>
                  <a:lnTo>
                    <a:pt x="3983121" y="407459"/>
                  </a:lnTo>
                  <a:lnTo>
                    <a:pt x="3975643" y="410338"/>
                  </a:lnTo>
                  <a:lnTo>
                    <a:pt x="3964340" y="414692"/>
                  </a:lnTo>
                  <a:lnTo>
                    <a:pt x="3962427" y="415429"/>
                  </a:lnTo>
                  <a:lnTo>
                    <a:pt x="3960688" y="416098"/>
                  </a:lnTo>
                  <a:lnTo>
                    <a:pt x="3956514" y="417706"/>
                  </a:lnTo>
                  <a:lnTo>
                    <a:pt x="3948689" y="420721"/>
                  </a:lnTo>
                  <a:lnTo>
                    <a:pt x="3938255" y="424742"/>
                  </a:lnTo>
                  <a:lnTo>
                    <a:pt x="3936342" y="425479"/>
                  </a:lnTo>
                  <a:lnTo>
                    <a:pt x="3934081" y="426350"/>
                  </a:lnTo>
                  <a:lnTo>
                    <a:pt x="3929908" y="427959"/>
                  </a:lnTo>
                  <a:lnTo>
                    <a:pt x="3929386" y="428160"/>
                  </a:lnTo>
                  <a:lnTo>
                    <a:pt x="3923821" y="430305"/>
                  </a:lnTo>
                  <a:lnTo>
                    <a:pt x="3920170" y="431713"/>
                  </a:lnTo>
                  <a:lnTo>
                    <a:pt x="3919474" y="431981"/>
                  </a:lnTo>
                  <a:lnTo>
                    <a:pt x="3896172" y="440966"/>
                  </a:lnTo>
                  <a:lnTo>
                    <a:pt x="3893389" y="442039"/>
                  </a:lnTo>
                  <a:lnTo>
                    <a:pt x="3891477" y="442777"/>
                  </a:lnTo>
                  <a:lnTo>
                    <a:pt x="3890607" y="443112"/>
                  </a:lnTo>
                  <a:lnTo>
                    <a:pt x="3882086" y="446399"/>
                  </a:lnTo>
                  <a:lnTo>
                    <a:pt x="3871304" y="450559"/>
                  </a:lnTo>
                  <a:lnTo>
                    <a:pt x="3868348" y="451700"/>
                  </a:lnTo>
                  <a:lnTo>
                    <a:pt x="3862957" y="453780"/>
                  </a:lnTo>
                  <a:lnTo>
                    <a:pt x="3861566" y="454317"/>
                  </a:lnTo>
                  <a:lnTo>
                    <a:pt x="3858436" y="455525"/>
                  </a:lnTo>
                  <a:lnTo>
                    <a:pt x="3856523" y="456264"/>
                  </a:lnTo>
                  <a:lnTo>
                    <a:pt x="3844350" y="460963"/>
                  </a:lnTo>
                  <a:lnTo>
                    <a:pt x="3843307" y="461366"/>
                  </a:lnTo>
                  <a:lnTo>
                    <a:pt x="3838786" y="463111"/>
                  </a:lnTo>
                  <a:lnTo>
                    <a:pt x="3830439" y="466334"/>
                  </a:lnTo>
                  <a:lnTo>
                    <a:pt x="3827656" y="467409"/>
                  </a:lnTo>
                  <a:lnTo>
                    <a:pt x="3825743" y="468148"/>
                  </a:lnTo>
                  <a:lnTo>
                    <a:pt x="3821918" y="469625"/>
                  </a:lnTo>
                  <a:lnTo>
                    <a:pt x="3820700" y="470096"/>
                  </a:lnTo>
                  <a:lnTo>
                    <a:pt x="3820179" y="470297"/>
                  </a:lnTo>
                  <a:lnTo>
                    <a:pt x="3818614" y="470902"/>
                  </a:lnTo>
                  <a:lnTo>
                    <a:pt x="3815136" y="472245"/>
                  </a:lnTo>
                  <a:lnTo>
                    <a:pt x="3809223" y="474529"/>
                  </a:lnTo>
                  <a:lnTo>
                    <a:pt x="3801745" y="477419"/>
                  </a:lnTo>
                  <a:lnTo>
                    <a:pt x="3790442" y="481787"/>
                  </a:lnTo>
                  <a:lnTo>
                    <a:pt x="3788529" y="482526"/>
                  </a:lnTo>
                  <a:lnTo>
                    <a:pt x="3786790" y="483198"/>
                  </a:lnTo>
                  <a:lnTo>
                    <a:pt x="3782617" y="484812"/>
                  </a:lnTo>
                  <a:lnTo>
                    <a:pt x="3774791" y="487837"/>
                  </a:lnTo>
                  <a:lnTo>
                    <a:pt x="3764358" y="491871"/>
                  </a:lnTo>
                  <a:lnTo>
                    <a:pt x="3762445" y="492611"/>
                  </a:lnTo>
                  <a:lnTo>
                    <a:pt x="3760532" y="493351"/>
                  </a:lnTo>
                  <a:lnTo>
                    <a:pt x="3760184" y="493485"/>
                  </a:lnTo>
                  <a:lnTo>
                    <a:pt x="3756010" y="495100"/>
                  </a:lnTo>
                  <a:lnTo>
                    <a:pt x="3755489" y="495301"/>
                  </a:lnTo>
                  <a:lnTo>
                    <a:pt x="3749924" y="497454"/>
                  </a:lnTo>
                  <a:lnTo>
                    <a:pt x="3746272" y="498866"/>
                  </a:lnTo>
                  <a:lnTo>
                    <a:pt x="3745577" y="499136"/>
                  </a:lnTo>
                  <a:lnTo>
                    <a:pt x="3722274" y="508153"/>
                  </a:lnTo>
                  <a:lnTo>
                    <a:pt x="3719492" y="509230"/>
                  </a:lnTo>
                  <a:lnTo>
                    <a:pt x="3717579" y="509970"/>
                  </a:lnTo>
                  <a:lnTo>
                    <a:pt x="3716710" y="510307"/>
                  </a:lnTo>
                  <a:lnTo>
                    <a:pt x="3708189" y="513606"/>
                  </a:lnTo>
                  <a:lnTo>
                    <a:pt x="3697407" y="517781"/>
                  </a:lnTo>
                  <a:lnTo>
                    <a:pt x="3694451" y="518926"/>
                  </a:lnTo>
                  <a:lnTo>
                    <a:pt x="3689060" y="521014"/>
                  </a:lnTo>
                  <a:lnTo>
                    <a:pt x="3687669" y="521553"/>
                  </a:lnTo>
                  <a:lnTo>
                    <a:pt x="3684539" y="522765"/>
                  </a:lnTo>
                  <a:lnTo>
                    <a:pt x="3682626" y="523506"/>
                  </a:lnTo>
                  <a:lnTo>
                    <a:pt x="3670453" y="528223"/>
                  </a:lnTo>
                  <a:lnTo>
                    <a:pt x="3669410" y="528627"/>
                  </a:lnTo>
                  <a:lnTo>
                    <a:pt x="3664888" y="530379"/>
                  </a:lnTo>
                  <a:lnTo>
                    <a:pt x="3656541" y="533615"/>
                  </a:lnTo>
                  <a:lnTo>
                    <a:pt x="3653759" y="534693"/>
                  </a:lnTo>
                  <a:lnTo>
                    <a:pt x="3651846" y="535435"/>
                  </a:lnTo>
                  <a:lnTo>
                    <a:pt x="3648020" y="536918"/>
                  </a:lnTo>
                  <a:lnTo>
                    <a:pt x="3646803" y="537390"/>
                  </a:lnTo>
                  <a:lnTo>
                    <a:pt x="3646281" y="537592"/>
                  </a:lnTo>
                  <a:lnTo>
                    <a:pt x="3644716" y="538199"/>
                  </a:lnTo>
                  <a:lnTo>
                    <a:pt x="3635326" y="541841"/>
                  </a:lnTo>
                  <a:lnTo>
                    <a:pt x="3627848" y="544741"/>
                  </a:lnTo>
                  <a:lnTo>
                    <a:pt x="3616545" y="549126"/>
                  </a:lnTo>
                  <a:lnTo>
                    <a:pt x="3612893" y="550543"/>
                  </a:lnTo>
                  <a:lnTo>
                    <a:pt x="3608719" y="552163"/>
                  </a:lnTo>
                  <a:lnTo>
                    <a:pt x="3600894" y="555200"/>
                  </a:lnTo>
                  <a:lnTo>
                    <a:pt x="3590460" y="559250"/>
                  </a:lnTo>
                  <a:lnTo>
                    <a:pt x="3588547" y="559993"/>
                  </a:lnTo>
                  <a:lnTo>
                    <a:pt x="3586634" y="560736"/>
                  </a:lnTo>
                  <a:lnTo>
                    <a:pt x="3586287" y="560871"/>
                  </a:lnTo>
                  <a:lnTo>
                    <a:pt x="3582113" y="562491"/>
                  </a:lnTo>
                  <a:lnTo>
                    <a:pt x="3581591" y="562694"/>
                  </a:lnTo>
                  <a:lnTo>
                    <a:pt x="3576027" y="564855"/>
                  </a:lnTo>
                  <a:lnTo>
                    <a:pt x="3572375" y="566273"/>
                  </a:lnTo>
                  <a:lnTo>
                    <a:pt x="3571679" y="566543"/>
                  </a:lnTo>
                  <a:lnTo>
                    <a:pt x="3548377" y="575597"/>
                  </a:lnTo>
                  <a:lnTo>
                    <a:pt x="3545595" y="576679"/>
                  </a:lnTo>
                  <a:lnTo>
                    <a:pt x="3543682" y="577422"/>
                  </a:lnTo>
                  <a:lnTo>
                    <a:pt x="3542812" y="577760"/>
                  </a:lnTo>
                  <a:lnTo>
                    <a:pt x="3534291" y="581073"/>
                  </a:lnTo>
                  <a:lnTo>
                    <a:pt x="3523510" y="585265"/>
                  </a:lnTo>
                  <a:lnTo>
                    <a:pt x="3520553" y="586415"/>
                  </a:lnTo>
                  <a:lnTo>
                    <a:pt x="3515162" y="588511"/>
                  </a:lnTo>
                  <a:lnTo>
                    <a:pt x="3513771" y="589052"/>
                  </a:lnTo>
                  <a:lnTo>
                    <a:pt x="3510641" y="590270"/>
                  </a:lnTo>
                  <a:lnTo>
                    <a:pt x="3508728" y="591014"/>
                  </a:lnTo>
                  <a:lnTo>
                    <a:pt x="3496555" y="595751"/>
                  </a:lnTo>
                  <a:lnTo>
                    <a:pt x="3495512" y="596157"/>
                  </a:lnTo>
                  <a:lnTo>
                    <a:pt x="3490991" y="597916"/>
                  </a:lnTo>
                  <a:lnTo>
                    <a:pt x="3482644" y="601166"/>
                  </a:lnTo>
                  <a:lnTo>
                    <a:pt x="3479861" y="602249"/>
                  </a:lnTo>
                  <a:lnTo>
                    <a:pt x="3477948" y="602994"/>
                  </a:lnTo>
                  <a:lnTo>
                    <a:pt x="3474123" y="604483"/>
                  </a:lnTo>
                  <a:lnTo>
                    <a:pt x="3472905" y="604957"/>
                  </a:lnTo>
                  <a:lnTo>
                    <a:pt x="3472384" y="605160"/>
                  </a:lnTo>
                  <a:lnTo>
                    <a:pt x="3470819" y="605770"/>
                  </a:lnTo>
                  <a:lnTo>
                    <a:pt x="3467341" y="607124"/>
                  </a:lnTo>
                  <a:lnTo>
                    <a:pt x="3461428" y="609427"/>
                  </a:lnTo>
                  <a:lnTo>
                    <a:pt x="3453951" y="612340"/>
                  </a:lnTo>
                  <a:lnTo>
                    <a:pt x="3442647" y="616745"/>
                  </a:lnTo>
                  <a:lnTo>
                    <a:pt x="3440734" y="617490"/>
                  </a:lnTo>
                  <a:lnTo>
                    <a:pt x="3438995" y="618168"/>
                  </a:lnTo>
                  <a:lnTo>
                    <a:pt x="3434822" y="619795"/>
                  </a:lnTo>
                  <a:lnTo>
                    <a:pt x="3416563" y="626914"/>
                  </a:lnTo>
                  <a:lnTo>
                    <a:pt x="3414650" y="627660"/>
                  </a:lnTo>
                  <a:lnTo>
                    <a:pt x="3412737" y="628406"/>
                  </a:lnTo>
                  <a:lnTo>
                    <a:pt x="3412389" y="628542"/>
                  </a:lnTo>
                  <a:lnTo>
                    <a:pt x="3408216" y="630170"/>
                  </a:lnTo>
                  <a:lnTo>
                    <a:pt x="3407694" y="630373"/>
                  </a:lnTo>
                  <a:lnTo>
                    <a:pt x="3402129" y="632544"/>
                  </a:lnTo>
                  <a:lnTo>
                    <a:pt x="3398477" y="633969"/>
                  </a:lnTo>
                  <a:lnTo>
                    <a:pt x="3397782" y="634241"/>
                  </a:lnTo>
                  <a:lnTo>
                    <a:pt x="3374479" y="643336"/>
                  </a:lnTo>
                  <a:lnTo>
                    <a:pt x="3371697" y="644422"/>
                  </a:lnTo>
                  <a:lnTo>
                    <a:pt x="3369784" y="645169"/>
                  </a:lnTo>
                  <a:lnTo>
                    <a:pt x="3368915" y="645509"/>
                  </a:lnTo>
                  <a:lnTo>
                    <a:pt x="3360394" y="648837"/>
                  </a:lnTo>
                  <a:lnTo>
                    <a:pt x="3349612" y="653049"/>
                  </a:lnTo>
                  <a:lnTo>
                    <a:pt x="3346656" y="654204"/>
                  </a:lnTo>
                  <a:lnTo>
                    <a:pt x="3341265" y="656311"/>
                  </a:lnTo>
                  <a:lnTo>
                    <a:pt x="3339874" y="656855"/>
                  </a:lnTo>
                  <a:lnTo>
                    <a:pt x="3336744" y="658078"/>
                  </a:lnTo>
                  <a:lnTo>
                    <a:pt x="3334831" y="658826"/>
                  </a:lnTo>
                  <a:lnTo>
                    <a:pt x="3322658" y="663585"/>
                  </a:lnTo>
                  <a:lnTo>
                    <a:pt x="3321615" y="663993"/>
                  </a:lnTo>
                  <a:lnTo>
                    <a:pt x="3317093" y="665762"/>
                  </a:lnTo>
                  <a:lnTo>
                    <a:pt x="3308746" y="669027"/>
                  </a:lnTo>
                  <a:lnTo>
                    <a:pt x="3305964" y="670115"/>
                  </a:lnTo>
                  <a:lnTo>
                    <a:pt x="3304051" y="670863"/>
                  </a:lnTo>
                  <a:lnTo>
                    <a:pt x="3300225" y="672360"/>
                  </a:lnTo>
                  <a:lnTo>
                    <a:pt x="3299008" y="672837"/>
                  </a:lnTo>
                  <a:lnTo>
                    <a:pt x="3298486" y="673041"/>
                  </a:lnTo>
                  <a:lnTo>
                    <a:pt x="3296921" y="673653"/>
                  </a:lnTo>
                  <a:lnTo>
                    <a:pt x="3293443" y="675015"/>
                  </a:lnTo>
                  <a:lnTo>
                    <a:pt x="3287531" y="677329"/>
                  </a:lnTo>
                  <a:lnTo>
                    <a:pt x="3280053" y="680256"/>
                  </a:lnTo>
                  <a:lnTo>
                    <a:pt x="3268750" y="684683"/>
                  </a:lnTo>
                  <a:lnTo>
                    <a:pt x="3266837" y="685432"/>
                  </a:lnTo>
                  <a:lnTo>
                    <a:pt x="3265098" y="686113"/>
                  </a:lnTo>
                  <a:lnTo>
                    <a:pt x="3260924" y="687748"/>
                  </a:lnTo>
                  <a:lnTo>
                    <a:pt x="3253099" y="690814"/>
                  </a:lnTo>
                  <a:lnTo>
                    <a:pt x="3242665" y="694904"/>
                  </a:lnTo>
                  <a:lnTo>
                    <a:pt x="3240752" y="695654"/>
                  </a:lnTo>
                  <a:lnTo>
                    <a:pt x="3238839" y="696404"/>
                  </a:lnTo>
                  <a:lnTo>
                    <a:pt x="3238492" y="696540"/>
                  </a:lnTo>
                  <a:lnTo>
                    <a:pt x="3234318" y="698176"/>
                  </a:lnTo>
                  <a:lnTo>
                    <a:pt x="3233796" y="698381"/>
                  </a:lnTo>
                  <a:lnTo>
                    <a:pt x="3228232" y="700563"/>
                  </a:lnTo>
                  <a:lnTo>
                    <a:pt x="3224580" y="701995"/>
                  </a:lnTo>
                  <a:lnTo>
                    <a:pt x="3223884" y="702268"/>
                  </a:lnTo>
                  <a:lnTo>
                    <a:pt x="3200582" y="711411"/>
                  </a:lnTo>
                  <a:lnTo>
                    <a:pt x="3197800" y="712503"/>
                  </a:lnTo>
                  <a:lnTo>
                    <a:pt x="3195887" y="713254"/>
                  </a:lnTo>
                  <a:lnTo>
                    <a:pt x="3195017" y="713596"/>
                  </a:lnTo>
                  <a:lnTo>
                    <a:pt x="3186496" y="716941"/>
                  </a:lnTo>
                  <a:lnTo>
                    <a:pt x="3175715" y="721176"/>
                  </a:lnTo>
                  <a:lnTo>
                    <a:pt x="3172758" y="722338"/>
                  </a:lnTo>
                  <a:lnTo>
                    <a:pt x="3167368" y="724456"/>
                  </a:lnTo>
                  <a:lnTo>
                    <a:pt x="3165976" y="725002"/>
                  </a:lnTo>
                  <a:lnTo>
                    <a:pt x="3162846" y="726232"/>
                  </a:lnTo>
                  <a:lnTo>
                    <a:pt x="3160933" y="726984"/>
                  </a:lnTo>
                  <a:lnTo>
                    <a:pt x="3148761" y="731769"/>
                  </a:lnTo>
                  <a:lnTo>
                    <a:pt x="3147717" y="732180"/>
                  </a:lnTo>
                  <a:lnTo>
                    <a:pt x="3143196" y="733958"/>
                  </a:lnTo>
                  <a:lnTo>
                    <a:pt x="3134849" y="737241"/>
                  </a:lnTo>
                  <a:lnTo>
                    <a:pt x="3132066" y="738335"/>
                  </a:lnTo>
                  <a:lnTo>
                    <a:pt x="3130154" y="739088"/>
                  </a:lnTo>
                  <a:lnTo>
                    <a:pt x="3126328" y="740593"/>
                  </a:lnTo>
                  <a:lnTo>
                    <a:pt x="3125111" y="741072"/>
                  </a:lnTo>
                  <a:lnTo>
                    <a:pt x="3124589" y="741277"/>
                  </a:lnTo>
                  <a:lnTo>
                    <a:pt x="3123024" y="741893"/>
                  </a:lnTo>
                  <a:lnTo>
                    <a:pt x="3119546" y="743262"/>
                  </a:lnTo>
                  <a:lnTo>
                    <a:pt x="3113633" y="745589"/>
                  </a:lnTo>
                  <a:lnTo>
                    <a:pt x="3106156" y="748533"/>
                  </a:lnTo>
                  <a:lnTo>
                    <a:pt x="3094852" y="752985"/>
                  </a:lnTo>
                  <a:lnTo>
                    <a:pt x="3092939" y="753738"/>
                  </a:lnTo>
                  <a:lnTo>
                    <a:pt x="3091201" y="754423"/>
                  </a:lnTo>
                  <a:lnTo>
                    <a:pt x="3087027" y="756068"/>
                  </a:lnTo>
                  <a:lnTo>
                    <a:pt x="3079202" y="759152"/>
                  </a:lnTo>
                  <a:lnTo>
                    <a:pt x="3068768" y="763265"/>
                  </a:lnTo>
                  <a:lnTo>
                    <a:pt x="3066855" y="764019"/>
                  </a:lnTo>
                  <a:lnTo>
                    <a:pt x="3064942" y="764773"/>
                  </a:lnTo>
                  <a:lnTo>
                    <a:pt x="3060421" y="766556"/>
                  </a:lnTo>
                  <a:lnTo>
                    <a:pt x="3059899" y="766762"/>
                  </a:lnTo>
                  <a:lnTo>
                    <a:pt x="3054334" y="768957"/>
                  </a:lnTo>
                  <a:lnTo>
                    <a:pt x="3050682" y="770397"/>
                  </a:lnTo>
                  <a:lnTo>
                    <a:pt x="3049987" y="770672"/>
                  </a:lnTo>
                  <a:lnTo>
                    <a:pt x="3026685" y="779869"/>
                  </a:lnTo>
                  <a:lnTo>
                    <a:pt x="3023902" y="780968"/>
                  </a:lnTo>
                  <a:lnTo>
                    <a:pt x="3021989" y="781723"/>
                  </a:lnTo>
                  <a:lnTo>
                    <a:pt x="3021120" y="782067"/>
                  </a:lnTo>
                  <a:lnTo>
                    <a:pt x="3012599" y="785432"/>
                  </a:lnTo>
                  <a:lnTo>
                    <a:pt x="3001817" y="789693"/>
                  </a:lnTo>
                  <a:lnTo>
                    <a:pt x="2998861" y="790861"/>
                  </a:lnTo>
                  <a:lnTo>
                    <a:pt x="2993470" y="792992"/>
                  </a:lnTo>
                  <a:lnTo>
                    <a:pt x="2992079" y="793542"/>
                  </a:lnTo>
                  <a:lnTo>
                    <a:pt x="2988949" y="794780"/>
                  </a:lnTo>
                  <a:lnTo>
                    <a:pt x="2987036" y="795536"/>
                  </a:lnTo>
                  <a:lnTo>
                    <a:pt x="2974863" y="800351"/>
                  </a:lnTo>
                  <a:lnTo>
                    <a:pt x="2973820" y="800764"/>
                  </a:lnTo>
                  <a:lnTo>
                    <a:pt x="2969298" y="802553"/>
                  </a:lnTo>
                  <a:lnTo>
                    <a:pt x="2960951" y="805856"/>
                  </a:lnTo>
                  <a:lnTo>
                    <a:pt x="2958169" y="806957"/>
                  </a:lnTo>
                  <a:lnTo>
                    <a:pt x="2956256" y="807715"/>
                  </a:lnTo>
                  <a:lnTo>
                    <a:pt x="2952430" y="809229"/>
                  </a:lnTo>
                  <a:lnTo>
                    <a:pt x="2951213" y="809711"/>
                  </a:lnTo>
                  <a:lnTo>
                    <a:pt x="2950691" y="809918"/>
                  </a:lnTo>
                  <a:lnTo>
                    <a:pt x="2949126" y="810538"/>
                  </a:lnTo>
                  <a:lnTo>
                    <a:pt x="2945648" y="811915"/>
                  </a:lnTo>
                  <a:lnTo>
                    <a:pt x="2939736" y="814257"/>
                  </a:lnTo>
                  <a:lnTo>
                    <a:pt x="2932258" y="817220"/>
                  </a:lnTo>
                  <a:lnTo>
                    <a:pt x="2920955" y="821700"/>
                  </a:lnTo>
                  <a:lnTo>
                    <a:pt x="2919042" y="822458"/>
                  </a:lnTo>
                  <a:lnTo>
                    <a:pt x="2917303" y="823148"/>
                  </a:lnTo>
                  <a:lnTo>
                    <a:pt x="2913130" y="824802"/>
                  </a:lnTo>
                  <a:lnTo>
                    <a:pt x="2905304" y="827906"/>
                  </a:lnTo>
                  <a:lnTo>
                    <a:pt x="2894870" y="832046"/>
                  </a:lnTo>
                  <a:lnTo>
                    <a:pt x="2892957" y="832805"/>
                  </a:lnTo>
                  <a:lnTo>
                    <a:pt x="2891045" y="833564"/>
                  </a:lnTo>
                  <a:lnTo>
                    <a:pt x="2890697" y="833702"/>
                  </a:lnTo>
                  <a:lnTo>
                    <a:pt x="2886523" y="835359"/>
                  </a:lnTo>
                  <a:lnTo>
                    <a:pt x="2886002" y="835566"/>
                  </a:lnTo>
                  <a:lnTo>
                    <a:pt x="2880437" y="837775"/>
                  </a:lnTo>
                  <a:lnTo>
                    <a:pt x="2876785" y="839225"/>
                  </a:lnTo>
                  <a:lnTo>
                    <a:pt x="2876089" y="839502"/>
                  </a:lnTo>
                  <a:lnTo>
                    <a:pt x="2852787" y="848760"/>
                  </a:lnTo>
                  <a:lnTo>
                    <a:pt x="2850005" y="849866"/>
                  </a:lnTo>
                  <a:lnTo>
                    <a:pt x="2848092" y="850627"/>
                  </a:lnTo>
                  <a:lnTo>
                    <a:pt x="2847222" y="850972"/>
                  </a:lnTo>
                  <a:lnTo>
                    <a:pt x="2838701" y="854361"/>
                  </a:lnTo>
                  <a:lnTo>
                    <a:pt x="2827920" y="858650"/>
                  </a:lnTo>
                  <a:lnTo>
                    <a:pt x="2824964" y="859826"/>
                  </a:lnTo>
                  <a:lnTo>
                    <a:pt x="2819573" y="861972"/>
                  </a:lnTo>
                  <a:lnTo>
                    <a:pt x="2818182" y="862526"/>
                  </a:lnTo>
                  <a:lnTo>
                    <a:pt x="2815051" y="863772"/>
                  </a:lnTo>
                  <a:lnTo>
                    <a:pt x="2813139" y="864533"/>
                  </a:lnTo>
                  <a:lnTo>
                    <a:pt x="2800966" y="869381"/>
                  </a:lnTo>
                  <a:lnTo>
                    <a:pt x="2795401" y="871598"/>
                  </a:lnTo>
                  <a:lnTo>
                    <a:pt x="2787054" y="874924"/>
                  </a:lnTo>
                  <a:lnTo>
                    <a:pt x="2784272" y="876033"/>
                  </a:lnTo>
                  <a:lnTo>
                    <a:pt x="2782359" y="876796"/>
                  </a:lnTo>
                  <a:lnTo>
                    <a:pt x="2778533" y="878321"/>
                  </a:lnTo>
                  <a:lnTo>
                    <a:pt x="2777316" y="878807"/>
                  </a:lnTo>
                  <a:lnTo>
                    <a:pt x="2776794" y="879015"/>
                  </a:lnTo>
                  <a:lnTo>
                    <a:pt x="2775229" y="879639"/>
                  </a:lnTo>
                  <a:lnTo>
                    <a:pt x="2771751" y="881026"/>
                  </a:lnTo>
                  <a:lnTo>
                    <a:pt x="2765838" y="883384"/>
                  </a:lnTo>
                  <a:lnTo>
                    <a:pt x="2758361" y="886368"/>
                  </a:lnTo>
                  <a:lnTo>
                    <a:pt x="2747057" y="890880"/>
                  </a:lnTo>
                  <a:lnTo>
                    <a:pt x="2745145" y="891644"/>
                  </a:lnTo>
                  <a:lnTo>
                    <a:pt x="2743406" y="892338"/>
                  </a:lnTo>
                  <a:lnTo>
                    <a:pt x="2739232" y="894005"/>
                  </a:lnTo>
                  <a:lnTo>
                    <a:pt x="2731407" y="897131"/>
                  </a:lnTo>
                  <a:lnTo>
                    <a:pt x="2720973" y="901300"/>
                  </a:lnTo>
                  <a:lnTo>
                    <a:pt x="2719060" y="902065"/>
                  </a:lnTo>
                  <a:lnTo>
                    <a:pt x="2717147" y="902830"/>
                  </a:lnTo>
                  <a:lnTo>
                    <a:pt x="2716799" y="902969"/>
                  </a:lnTo>
                  <a:lnTo>
                    <a:pt x="2712626" y="904637"/>
                  </a:lnTo>
                  <a:lnTo>
                    <a:pt x="2712104" y="904846"/>
                  </a:lnTo>
                  <a:lnTo>
                    <a:pt x="2706539" y="907071"/>
                  </a:lnTo>
                  <a:lnTo>
                    <a:pt x="2702888" y="908532"/>
                  </a:lnTo>
                  <a:lnTo>
                    <a:pt x="2702192" y="908810"/>
                  </a:lnTo>
                  <a:lnTo>
                    <a:pt x="2678890" y="918137"/>
                  </a:lnTo>
                  <a:lnTo>
                    <a:pt x="2676107" y="919251"/>
                  </a:lnTo>
                  <a:lnTo>
                    <a:pt x="2674194" y="920017"/>
                  </a:lnTo>
                  <a:lnTo>
                    <a:pt x="2673325" y="920366"/>
                  </a:lnTo>
                  <a:lnTo>
                    <a:pt x="2664804" y="923779"/>
                  </a:lnTo>
                  <a:lnTo>
                    <a:pt x="2654022" y="928101"/>
                  </a:lnTo>
                  <a:lnTo>
                    <a:pt x="2651066" y="929286"/>
                  </a:lnTo>
                  <a:lnTo>
                    <a:pt x="2645675" y="931448"/>
                  </a:lnTo>
                  <a:lnTo>
                    <a:pt x="2644284" y="932006"/>
                  </a:lnTo>
                  <a:lnTo>
                    <a:pt x="2641154" y="933261"/>
                  </a:lnTo>
                  <a:lnTo>
                    <a:pt x="2639241" y="934029"/>
                  </a:lnTo>
                  <a:lnTo>
                    <a:pt x="2613156" y="944499"/>
                  </a:lnTo>
                  <a:lnTo>
                    <a:pt x="2610374" y="945617"/>
                  </a:lnTo>
                  <a:lnTo>
                    <a:pt x="2608461" y="946385"/>
                  </a:lnTo>
                  <a:lnTo>
                    <a:pt x="2604635" y="947922"/>
                  </a:lnTo>
                  <a:lnTo>
                    <a:pt x="2603418" y="948411"/>
                  </a:lnTo>
                  <a:lnTo>
                    <a:pt x="2602896" y="948621"/>
                  </a:lnTo>
                  <a:lnTo>
                    <a:pt x="2601331" y="949250"/>
                  </a:lnTo>
                  <a:lnTo>
                    <a:pt x="2597853" y="950648"/>
                  </a:lnTo>
                  <a:lnTo>
                    <a:pt x="2591941" y="953025"/>
                  </a:lnTo>
                  <a:lnTo>
                    <a:pt x="2584463" y="956031"/>
                  </a:lnTo>
                  <a:lnTo>
                    <a:pt x="2573160" y="960579"/>
                  </a:lnTo>
                  <a:lnTo>
                    <a:pt x="2571247" y="961348"/>
                  </a:lnTo>
                  <a:lnTo>
                    <a:pt x="2569508" y="962048"/>
                  </a:lnTo>
                  <a:lnTo>
                    <a:pt x="2565335" y="963728"/>
                  </a:lnTo>
                  <a:lnTo>
                    <a:pt x="2557509" y="966879"/>
                  </a:lnTo>
                  <a:lnTo>
                    <a:pt x="2547075" y="971082"/>
                  </a:lnTo>
                  <a:lnTo>
                    <a:pt x="2545163" y="971852"/>
                  </a:lnTo>
                  <a:lnTo>
                    <a:pt x="2543250" y="972623"/>
                  </a:lnTo>
                  <a:lnTo>
                    <a:pt x="2542902" y="972763"/>
                  </a:lnTo>
                  <a:lnTo>
                    <a:pt x="2538728" y="974445"/>
                  </a:lnTo>
                  <a:lnTo>
                    <a:pt x="2538207" y="974656"/>
                  </a:lnTo>
                  <a:lnTo>
                    <a:pt x="2532642" y="976899"/>
                  </a:lnTo>
                  <a:lnTo>
                    <a:pt x="2528990" y="978371"/>
                  </a:lnTo>
                  <a:lnTo>
                    <a:pt x="2528294" y="978652"/>
                  </a:lnTo>
                  <a:lnTo>
                    <a:pt x="2504992" y="988054"/>
                  </a:lnTo>
                  <a:lnTo>
                    <a:pt x="2502210" y="989177"/>
                  </a:lnTo>
                  <a:lnTo>
                    <a:pt x="2500297" y="989950"/>
                  </a:lnTo>
                  <a:lnTo>
                    <a:pt x="2499428" y="990301"/>
                  </a:lnTo>
                  <a:lnTo>
                    <a:pt x="2490907" y="993742"/>
                  </a:lnTo>
                  <a:lnTo>
                    <a:pt x="2480125" y="998099"/>
                  </a:lnTo>
                  <a:lnTo>
                    <a:pt x="2477169" y="999294"/>
                  </a:lnTo>
                  <a:lnTo>
                    <a:pt x="2471778" y="1001474"/>
                  </a:lnTo>
                  <a:lnTo>
                    <a:pt x="2470387" y="1002036"/>
                  </a:lnTo>
                  <a:lnTo>
                    <a:pt x="2467256" y="1003302"/>
                  </a:lnTo>
                  <a:lnTo>
                    <a:pt x="2465344" y="1004076"/>
                  </a:lnTo>
                  <a:lnTo>
                    <a:pt x="2453171" y="1009001"/>
                  </a:lnTo>
                  <a:lnTo>
                    <a:pt x="2452127" y="1009423"/>
                  </a:lnTo>
                  <a:lnTo>
                    <a:pt x="2447606" y="1011254"/>
                  </a:lnTo>
                  <a:lnTo>
                    <a:pt x="2439259" y="1014634"/>
                  </a:lnTo>
                  <a:lnTo>
                    <a:pt x="2436477" y="1015761"/>
                  </a:lnTo>
                  <a:lnTo>
                    <a:pt x="2434564" y="1016536"/>
                  </a:lnTo>
                  <a:lnTo>
                    <a:pt x="2430738" y="1018086"/>
                  </a:lnTo>
                  <a:lnTo>
                    <a:pt x="2429521" y="1018579"/>
                  </a:lnTo>
                  <a:lnTo>
                    <a:pt x="2428999" y="1018790"/>
                  </a:lnTo>
                  <a:lnTo>
                    <a:pt x="2427434" y="1019425"/>
                  </a:lnTo>
                  <a:lnTo>
                    <a:pt x="2423956" y="1020834"/>
                  </a:lnTo>
                  <a:lnTo>
                    <a:pt x="2418044" y="1023231"/>
                  </a:lnTo>
                  <a:lnTo>
                    <a:pt x="2410566" y="1026263"/>
                  </a:lnTo>
                  <a:lnTo>
                    <a:pt x="2399263" y="1030849"/>
                  </a:lnTo>
                  <a:lnTo>
                    <a:pt x="2397350" y="1031626"/>
                  </a:lnTo>
                  <a:lnTo>
                    <a:pt x="2395611" y="1032331"/>
                  </a:lnTo>
                  <a:lnTo>
                    <a:pt x="2391437" y="1034026"/>
                  </a:lnTo>
                  <a:lnTo>
                    <a:pt x="2383612" y="1037203"/>
                  </a:lnTo>
                  <a:lnTo>
                    <a:pt x="2373178" y="1041442"/>
                  </a:lnTo>
                  <a:lnTo>
                    <a:pt x="2371265" y="1042220"/>
                  </a:lnTo>
                  <a:lnTo>
                    <a:pt x="2369352" y="1042997"/>
                  </a:lnTo>
                  <a:lnTo>
                    <a:pt x="2369004" y="1043138"/>
                  </a:lnTo>
                  <a:lnTo>
                    <a:pt x="2364831" y="1044835"/>
                  </a:lnTo>
                  <a:lnTo>
                    <a:pt x="2364309" y="1045047"/>
                  </a:lnTo>
                  <a:lnTo>
                    <a:pt x="2358744" y="1047310"/>
                  </a:lnTo>
                  <a:lnTo>
                    <a:pt x="2355093" y="1048795"/>
                  </a:lnTo>
                  <a:lnTo>
                    <a:pt x="2354397" y="1049078"/>
                  </a:lnTo>
                  <a:lnTo>
                    <a:pt x="2331095" y="1058562"/>
                  </a:lnTo>
                  <a:lnTo>
                    <a:pt x="2328312" y="1059695"/>
                  </a:lnTo>
                  <a:lnTo>
                    <a:pt x="2326400" y="1060474"/>
                  </a:lnTo>
                  <a:lnTo>
                    <a:pt x="2325530" y="1060828"/>
                  </a:lnTo>
                  <a:lnTo>
                    <a:pt x="2317009" y="1064300"/>
                  </a:lnTo>
                  <a:lnTo>
                    <a:pt x="2306227" y="1068696"/>
                  </a:lnTo>
                  <a:lnTo>
                    <a:pt x="2303271" y="1069901"/>
                  </a:lnTo>
                  <a:lnTo>
                    <a:pt x="2297880" y="1072100"/>
                  </a:lnTo>
                  <a:lnTo>
                    <a:pt x="2296489" y="1072668"/>
                  </a:lnTo>
                  <a:lnTo>
                    <a:pt x="2293359" y="1073945"/>
                  </a:lnTo>
                  <a:lnTo>
                    <a:pt x="2291446" y="1074725"/>
                  </a:lnTo>
                  <a:lnTo>
                    <a:pt x="2279273" y="1079695"/>
                  </a:lnTo>
                  <a:lnTo>
                    <a:pt x="2278230" y="1080121"/>
                  </a:lnTo>
                  <a:lnTo>
                    <a:pt x="2273709" y="1081967"/>
                  </a:lnTo>
                  <a:lnTo>
                    <a:pt x="2265362" y="1085378"/>
                  </a:lnTo>
                  <a:lnTo>
                    <a:pt x="2262579" y="1086515"/>
                  </a:lnTo>
                  <a:lnTo>
                    <a:pt x="2260666" y="1087297"/>
                  </a:lnTo>
                  <a:lnTo>
                    <a:pt x="2256841" y="1088861"/>
                  </a:lnTo>
                  <a:lnTo>
                    <a:pt x="2255623" y="1089358"/>
                  </a:lnTo>
                  <a:lnTo>
                    <a:pt x="2255102" y="1089571"/>
                  </a:lnTo>
                  <a:lnTo>
                    <a:pt x="2253537" y="1090211"/>
                  </a:lnTo>
                  <a:lnTo>
                    <a:pt x="2250059" y="1091634"/>
                  </a:lnTo>
                  <a:lnTo>
                    <a:pt x="2244146" y="1094052"/>
                  </a:lnTo>
                  <a:lnTo>
                    <a:pt x="2236668" y="1097112"/>
                  </a:lnTo>
                  <a:lnTo>
                    <a:pt x="2225365" y="1101740"/>
                  </a:lnTo>
                  <a:lnTo>
                    <a:pt x="2223452" y="1102523"/>
                  </a:lnTo>
                  <a:lnTo>
                    <a:pt x="2221713" y="1103235"/>
                  </a:lnTo>
                  <a:lnTo>
                    <a:pt x="2217540" y="1104945"/>
                  </a:lnTo>
                  <a:lnTo>
                    <a:pt x="2209714" y="1108152"/>
                  </a:lnTo>
                  <a:lnTo>
                    <a:pt x="2199281" y="1112429"/>
                  </a:lnTo>
                  <a:lnTo>
                    <a:pt x="2197368" y="1113214"/>
                  </a:lnTo>
                  <a:lnTo>
                    <a:pt x="2195455" y="1113998"/>
                  </a:lnTo>
                  <a:lnTo>
                    <a:pt x="2195107" y="1114141"/>
                  </a:lnTo>
                  <a:lnTo>
                    <a:pt x="2190933" y="1115853"/>
                  </a:lnTo>
                  <a:lnTo>
                    <a:pt x="2190412" y="1116067"/>
                  </a:lnTo>
                  <a:lnTo>
                    <a:pt x="2184847" y="1118350"/>
                  </a:lnTo>
                  <a:lnTo>
                    <a:pt x="2181195" y="1119849"/>
                  </a:lnTo>
                  <a:lnTo>
                    <a:pt x="2180500" y="1120135"/>
                  </a:lnTo>
                  <a:lnTo>
                    <a:pt x="2157197" y="1129707"/>
                  </a:lnTo>
                  <a:lnTo>
                    <a:pt x="2154415" y="1130850"/>
                  </a:lnTo>
                  <a:lnTo>
                    <a:pt x="2152502" y="1131637"/>
                  </a:lnTo>
                  <a:lnTo>
                    <a:pt x="2151633" y="1131994"/>
                  </a:lnTo>
                  <a:lnTo>
                    <a:pt x="2143112" y="1135498"/>
                  </a:lnTo>
                  <a:lnTo>
                    <a:pt x="2132330" y="1139935"/>
                  </a:lnTo>
                  <a:lnTo>
                    <a:pt x="2129374" y="1141151"/>
                  </a:lnTo>
                  <a:lnTo>
                    <a:pt x="2123983" y="1143371"/>
                  </a:lnTo>
                  <a:lnTo>
                    <a:pt x="2122592" y="1143944"/>
                  </a:lnTo>
                  <a:lnTo>
                    <a:pt x="2119462" y="1145233"/>
                  </a:lnTo>
                  <a:lnTo>
                    <a:pt x="2117549" y="1146021"/>
                  </a:lnTo>
                  <a:lnTo>
                    <a:pt x="2105376" y="1151036"/>
                  </a:lnTo>
                  <a:lnTo>
                    <a:pt x="2104333" y="1151467"/>
                  </a:lnTo>
                  <a:lnTo>
                    <a:pt x="2099811" y="1153331"/>
                  </a:lnTo>
                  <a:lnTo>
                    <a:pt x="2091464" y="1156773"/>
                  </a:lnTo>
                  <a:lnTo>
                    <a:pt x="2088682" y="1157921"/>
                  </a:lnTo>
                  <a:lnTo>
                    <a:pt x="2086769" y="1158710"/>
                  </a:lnTo>
                  <a:lnTo>
                    <a:pt x="2082943" y="1160289"/>
                  </a:lnTo>
                  <a:lnTo>
                    <a:pt x="2081726" y="1160791"/>
                  </a:lnTo>
                  <a:lnTo>
                    <a:pt x="2081204" y="1161006"/>
                  </a:lnTo>
                  <a:lnTo>
                    <a:pt x="2079639" y="1161652"/>
                  </a:lnTo>
                  <a:lnTo>
                    <a:pt x="2076161" y="1163088"/>
                  </a:lnTo>
                  <a:lnTo>
                    <a:pt x="2070249" y="1165529"/>
                  </a:lnTo>
                  <a:lnTo>
                    <a:pt x="2062771" y="1168618"/>
                  </a:lnTo>
                  <a:lnTo>
                    <a:pt x="2051468" y="1173289"/>
                  </a:lnTo>
                  <a:lnTo>
                    <a:pt x="2049555" y="1174080"/>
                  </a:lnTo>
                  <a:lnTo>
                    <a:pt x="2047816" y="1174799"/>
                  </a:lnTo>
                  <a:lnTo>
                    <a:pt x="2043642" y="1176525"/>
                  </a:lnTo>
                  <a:lnTo>
                    <a:pt x="2035817" y="1179762"/>
                  </a:lnTo>
                  <a:lnTo>
                    <a:pt x="2025383" y="1184081"/>
                  </a:lnTo>
                  <a:lnTo>
                    <a:pt x="2023470" y="1184873"/>
                  </a:lnTo>
                  <a:lnTo>
                    <a:pt x="2021557" y="1185665"/>
                  </a:lnTo>
                  <a:lnTo>
                    <a:pt x="2021210" y="1185809"/>
                  </a:lnTo>
                  <a:lnTo>
                    <a:pt x="2017036" y="1187537"/>
                  </a:lnTo>
                  <a:lnTo>
                    <a:pt x="2016514" y="1187753"/>
                  </a:lnTo>
                  <a:lnTo>
                    <a:pt x="2010950" y="1190059"/>
                  </a:lnTo>
                  <a:lnTo>
                    <a:pt x="2007298" y="1191572"/>
                  </a:lnTo>
                  <a:lnTo>
                    <a:pt x="2006602" y="1191860"/>
                  </a:lnTo>
                  <a:lnTo>
                    <a:pt x="1983300" y="1201523"/>
                  </a:lnTo>
                  <a:lnTo>
                    <a:pt x="1980518" y="1202678"/>
                  </a:lnTo>
                  <a:lnTo>
                    <a:pt x="1978605" y="1203472"/>
                  </a:lnTo>
                  <a:lnTo>
                    <a:pt x="1977735" y="1203833"/>
                  </a:lnTo>
                  <a:lnTo>
                    <a:pt x="1969214" y="1207371"/>
                  </a:lnTo>
                  <a:lnTo>
                    <a:pt x="1958433" y="1211850"/>
                  </a:lnTo>
                  <a:lnTo>
                    <a:pt x="1955476" y="1213078"/>
                  </a:lnTo>
                  <a:lnTo>
                    <a:pt x="1950085" y="1215319"/>
                  </a:lnTo>
                  <a:lnTo>
                    <a:pt x="1948694" y="1215897"/>
                  </a:lnTo>
                  <a:lnTo>
                    <a:pt x="1945564" y="1217199"/>
                  </a:lnTo>
                  <a:lnTo>
                    <a:pt x="1943651" y="1217994"/>
                  </a:lnTo>
                  <a:lnTo>
                    <a:pt x="1931478" y="1223059"/>
                  </a:lnTo>
                  <a:lnTo>
                    <a:pt x="1930435" y="1223493"/>
                  </a:lnTo>
                  <a:lnTo>
                    <a:pt x="1925914" y="1225375"/>
                  </a:lnTo>
                  <a:lnTo>
                    <a:pt x="1917567" y="1228850"/>
                  </a:lnTo>
                  <a:lnTo>
                    <a:pt x="1914784" y="1230009"/>
                  </a:lnTo>
                  <a:lnTo>
                    <a:pt x="1912871" y="1230806"/>
                  </a:lnTo>
                  <a:lnTo>
                    <a:pt x="1909046" y="1232400"/>
                  </a:lnTo>
                  <a:lnTo>
                    <a:pt x="1907828" y="1232907"/>
                  </a:lnTo>
                  <a:lnTo>
                    <a:pt x="1907307" y="1233125"/>
                  </a:lnTo>
                  <a:lnTo>
                    <a:pt x="1905742" y="1233777"/>
                  </a:lnTo>
                  <a:lnTo>
                    <a:pt x="1902264" y="1235226"/>
                  </a:lnTo>
                  <a:lnTo>
                    <a:pt x="1896351" y="1237691"/>
                  </a:lnTo>
                  <a:lnTo>
                    <a:pt x="1888874" y="1240810"/>
                  </a:lnTo>
                  <a:lnTo>
                    <a:pt x="1877570" y="1245527"/>
                  </a:lnTo>
                  <a:lnTo>
                    <a:pt x="1875657" y="1246325"/>
                  </a:lnTo>
                  <a:lnTo>
                    <a:pt x="1873918" y="1247051"/>
                  </a:lnTo>
                  <a:lnTo>
                    <a:pt x="1869745" y="1248794"/>
                  </a:lnTo>
                  <a:lnTo>
                    <a:pt x="1861919" y="1252062"/>
                  </a:lnTo>
                  <a:lnTo>
                    <a:pt x="1851486" y="1256422"/>
                  </a:lnTo>
                  <a:lnTo>
                    <a:pt x="1849573" y="1257222"/>
                  </a:lnTo>
                  <a:lnTo>
                    <a:pt x="1847660" y="1258022"/>
                  </a:lnTo>
                  <a:lnTo>
                    <a:pt x="1847312" y="1258167"/>
                  </a:lnTo>
                  <a:lnTo>
                    <a:pt x="1843139" y="1259912"/>
                  </a:lnTo>
                  <a:lnTo>
                    <a:pt x="1842617" y="1260131"/>
                  </a:lnTo>
                  <a:lnTo>
                    <a:pt x="1833400" y="1263986"/>
                  </a:lnTo>
                  <a:lnTo>
                    <a:pt x="1832705" y="1264277"/>
                  </a:lnTo>
                  <a:lnTo>
                    <a:pt x="1809402" y="1274034"/>
                  </a:lnTo>
                  <a:lnTo>
                    <a:pt x="1806620" y="1275200"/>
                  </a:lnTo>
                  <a:lnTo>
                    <a:pt x="1804707" y="1276002"/>
                  </a:lnTo>
                  <a:lnTo>
                    <a:pt x="1803838" y="1276366"/>
                  </a:lnTo>
                  <a:lnTo>
                    <a:pt x="1795317" y="1279938"/>
                  </a:lnTo>
                  <a:lnTo>
                    <a:pt x="1784535" y="1284461"/>
                  </a:lnTo>
                  <a:lnTo>
                    <a:pt x="1781579" y="1285701"/>
                  </a:lnTo>
                  <a:lnTo>
                    <a:pt x="1776188" y="1287963"/>
                  </a:lnTo>
                  <a:lnTo>
                    <a:pt x="1774797" y="1288547"/>
                  </a:lnTo>
                  <a:lnTo>
                    <a:pt x="1771667" y="1289862"/>
                  </a:lnTo>
                  <a:lnTo>
                    <a:pt x="1769754" y="1290665"/>
                  </a:lnTo>
                  <a:lnTo>
                    <a:pt x="1757581" y="1295778"/>
                  </a:lnTo>
                  <a:lnTo>
                    <a:pt x="1756538" y="1296216"/>
                  </a:lnTo>
                  <a:lnTo>
                    <a:pt x="1752016" y="1298117"/>
                  </a:lnTo>
                  <a:lnTo>
                    <a:pt x="1743669" y="1301626"/>
                  </a:lnTo>
                  <a:lnTo>
                    <a:pt x="1740887" y="1302796"/>
                  </a:lnTo>
                  <a:lnTo>
                    <a:pt x="1738974" y="1303600"/>
                  </a:lnTo>
                  <a:lnTo>
                    <a:pt x="1735148" y="1305210"/>
                  </a:lnTo>
                  <a:lnTo>
                    <a:pt x="1733931" y="1305722"/>
                  </a:lnTo>
                  <a:lnTo>
                    <a:pt x="1733409" y="1305941"/>
                  </a:lnTo>
                  <a:lnTo>
                    <a:pt x="1731844" y="1306600"/>
                  </a:lnTo>
                  <a:lnTo>
                    <a:pt x="1728366" y="1308064"/>
                  </a:lnTo>
                  <a:lnTo>
                    <a:pt x="1722454" y="1310552"/>
                  </a:lnTo>
                  <a:lnTo>
                    <a:pt x="1714976" y="1313701"/>
                  </a:lnTo>
                  <a:lnTo>
                    <a:pt x="1703673" y="1318463"/>
                  </a:lnTo>
                  <a:lnTo>
                    <a:pt x="1701760" y="1319269"/>
                  </a:lnTo>
                  <a:lnTo>
                    <a:pt x="1700021" y="1320002"/>
                  </a:lnTo>
                  <a:lnTo>
                    <a:pt x="1695847" y="1321762"/>
                  </a:lnTo>
                  <a:lnTo>
                    <a:pt x="1688022" y="1325062"/>
                  </a:lnTo>
                  <a:lnTo>
                    <a:pt x="1677588" y="1329464"/>
                  </a:lnTo>
                  <a:lnTo>
                    <a:pt x="1675675" y="1330271"/>
                  </a:lnTo>
                  <a:lnTo>
                    <a:pt x="1673762" y="1331079"/>
                  </a:lnTo>
                  <a:lnTo>
                    <a:pt x="1673415" y="1331226"/>
                  </a:lnTo>
                  <a:lnTo>
                    <a:pt x="1669241" y="1332988"/>
                  </a:lnTo>
                  <a:lnTo>
                    <a:pt x="1668719" y="1333208"/>
                  </a:lnTo>
                  <a:lnTo>
                    <a:pt x="1663155" y="1335558"/>
                  </a:lnTo>
                  <a:lnTo>
                    <a:pt x="1659503" y="1337100"/>
                  </a:lnTo>
                  <a:lnTo>
                    <a:pt x="1658807" y="1337394"/>
                  </a:lnTo>
                  <a:lnTo>
                    <a:pt x="1635505" y="1347245"/>
                  </a:lnTo>
                  <a:lnTo>
                    <a:pt x="1632723" y="1348422"/>
                  </a:lnTo>
                  <a:lnTo>
                    <a:pt x="1630810" y="1349231"/>
                  </a:lnTo>
                  <a:lnTo>
                    <a:pt x="1629940" y="1349599"/>
                  </a:lnTo>
                  <a:lnTo>
                    <a:pt x="1621419" y="1353205"/>
                  </a:lnTo>
                  <a:lnTo>
                    <a:pt x="1610638" y="1357771"/>
                  </a:lnTo>
                  <a:lnTo>
                    <a:pt x="1607681" y="1359023"/>
                  </a:lnTo>
                  <a:lnTo>
                    <a:pt x="1602291" y="1361307"/>
                  </a:lnTo>
                  <a:lnTo>
                    <a:pt x="1600899" y="1361897"/>
                  </a:lnTo>
                  <a:lnTo>
                    <a:pt x="1597769" y="1363223"/>
                  </a:lnTo>
                  <a:lnTo>
                    <a:pt x="1595856" y="1364034"/>
                  </a:lnTo>
                  <a:lnTo>
                    <a:pt x="1583684" y="1369196"/>
                  </a:lnTo>
                  <a:lnTo>
                    <a:pt x="1582640" y="1369638"/>
                  </a:lnTo>
                  <a:lnTo>
                    <a:pt x="1578119" y="1371557"/>
                  </a:lnTo>
                  <a:lnTo>
                    <a:pt x="1569772" y="1375099"/>
                  </a:lnTo>
                  <a:lnTo>
                    <a:pt x="1566989" y="1376280"/>
                  </a:lnTo>
                  <a:lnTo>
                    <a:pt x="1565077" y="1377092"/>
                  </a:lnTo>
                  <a:lnTo>
                    <a:pt x="1561251" y="1378717"/>
                  </a:lnTo>
                  <a:lnTo>
                    <a:pt x="1560033" y="1379234"/>
                  </a:lnTo>
                  <a:lnTo>
                    <a:pt x="1559512" y="1379456"/>
                  </a:lnTo>
                  <a:lnTo>
                    <a:pt x="1554469" y="1381598"/>
                  </a:lnTo>
                  <a:lnTo>
                    <a:pt x="1548556" y="1384110"/>
                  </a:lnTo>
                  <a:lnTo>
                    <a:pt x="1541079" y="1387288"/>
                  </a:lnTo>
                  <a:lnTo>
                    <a:pt x="1529775" y="1392095"/>
                  </a:lnTo>
                  <a:lnTo>
                    <a:pt x="1527862" y="1392909"/>
                  </a:lnTo>
                  <a:lnTo>
                    <a:pt x="1526123" y="1393649"/>
                  </a:lnTo>
                  <a:lnTo>
                    <a:pt x="1521950" y="1395425"/>
                  </a:lnTo>
                  <a:lnTo>
                    <a:pt x="1514125" y="1398756"/>
                  </a:lnTo>
                  <a:lnTo>
                    <a:pt x="1503691" y="1403199"/>
                  </a:lnTo>
                  <a:lnTo>
                    <a:pt x="1501778" y="1404014"/>
                  </a:lnTo>
                  <a:lnTo>
                    <a:pt x="1499865" y="1404829"/>
                  </a:lnTo>
                  <a:lnTo>
                    <a:pt x="1499517" y="1404977"/>
                  </a:lnTo>
                  <a:lnTo>
                    <a:pt x="1495344" y="1406755"/>
                  </a:lnTo>
                  <a:lnTo>
                    <a:pt x="1494822" y="1406978"/>
                  </a:lnTo>
                  <a:lnTo>
                    <a:pt x="1489257" y="1409349"/>
                  </a:lnTo>
                  <a:lnTo>
                    <a:pt x="1485605" y="1410906"/>
                  </a:lnTo>
                  <a:lnTo>
                    <a:pt x="1484910" y="1411203"/>
                  </a:lnTo>
                  <a:lnTo>
                    <a:pt x="1461608" y="1421145"/>
                  </a:lnTo>
                  <a:lnTo>
                    <a:pt x="1458825" y="1422333"/>
                  </a:lnTo>
                  <a:lnTo>
                    <a:pt x="1456912" y="1423149"/>
                  </a:lnTo>
                  <a:lnTo>
                    <a:pt x="1456043" y="1423521"/>
                  </a:lnTo>
                  <a:lnTo>
                    <a:pt x="1447522" y="1427160"/>
                  </a:lnTo>
                  <a:lnTo>
                    <a:pt x="1436740" y="1431767"/>
                  </a:lnTo>
                  <a:lnTo>
                    <a:pt x="1433784" y="1433031"/>
                  </a:lnTo>
                  <a:lnTo>
                    <a:pt x="1428393" y="1435336"/>
                  </a:lnTo>
                  <a:lnTo>
                    <a:pt x="1427002" y="1435931"/>
                  </a:lnTo>
                  <a:lnTo>
                    <a:pt x="1423872" y="1437270"/>
                  </a:lnTo>
                  <a:lnTo>
                    <a:pt x="1421959" y="1438088"/>
                  </a:lnTo>
                  <a:lnTo>
                    <a:pt x="1409786" y="1443297"/>
                  </a:lnTo>
                  <a:lnTo>
                    <a:pt x="1408743" y="1443743"/>
                  </a:lnTo>
                  <a:lnTo>
                    <a:pt x="1404221" y="1445679"/>
                  </a:lnTo>
                  <a:lnTo>
                    <a:pt x="1395874" y="1449253"/>
                  </a:lnTo>
                  <a:lnTo>
                    <a:pt x="1393092" y="1450445"/>
                  </a:lnTo>
                  <a:lnTo>
                    <a:pt x="1391179" y="1451265"/>
                  </a:lnTo>
                  <a:lnTo>
                    <a:pt x="1387353" y="1452904"/>
                  </a:lnTo>
                  <a:lnTo>
                    <a:pt x="1386136" y="1453425"/>
                  </a:lnTo>
                  <a:lnTo>
                    <a:pt x="1385614" y="1453649"/>
                  </a:lnTo>
                  <a:lnTo>
                    <a:pt x="1384049" y="1454320"/>
                  </a:lnTo>
                  <a:lnTo>
                    <a:pt x="1380571" y="1455810"/>
                  </a:lnTo>
                  <a:lnTo>
                    <a:pt x="1374659" y="1458345"/>
                  </a:lnTo>
                  <a:lnTo>
                    <a:pt x="1367181" y="1461552"/>
                  </a:lnTo>
                  <a:lnTo>
                    <a:pt x="1355878" y="1466402"/>
                  </a:lnTo>
                  <a:lnTo>
                    <a:pt x="1353965" y="1467223"/>
                  </a:lnTo>
                  <a:lnTo>
                    <a:pt x="1352226" y="1467969"/>
                  </a:lnTo>
                  <a:lnTo>
                    <a:pt x="1348053" y="1469761"/>
                  </a:lnTo>
                  <a:lnTo>
                    <a:pt x="1340227" y="1473122"/>
                  </a:lnTo>
                  <a:lnTo>
                    <a:pt x="1329793" y="1477604"/>
                  </a:lnTo>
                  <a:lnTo>
                    <a:pt x="1327880" y="1478426"/>
                  </a:lnTo>
                  <a:lnTo>
                    <a:pt x="1325968" y="1479248"/>
                  </a:lnTo>
                  <a:lnTo>
                    <a:pt x="1321446" y="1481192"/>
                  </a:lnTo>
                  <a:lnTo>
                    <a:pt x="1320925" y="1481416"/>
                  </a:lnTo>
                  <a:lnTo>
                    <a:pt x="1315360" y="1483809"/>
                  </a:lnTo>
                  <a:lnTo>
                    <a:pt x="1311708" y="1485380"/>
                  </a:lnTo>
                  <a:lnTo>
                    <a:pt x="1311012" y="1485679"/>
                  </a:lnTo>
                  <a:lnTo>
                    <a:pt x="1287710" y="1495707"/>
                  </a:lnTo>
                  <a:lnTo>
                    <a:pt x="1284928" y="1496906"/>
                  </a:lnTo>
                  <a:lnTo>
                    <a:pt x="1283015" y="1497729"/>
                  </a:lnTo>
                  <a:lnTo>
                    <a:pt x="1282145" y="1498104"/>
                  </a:lnTo>
                  <a:lnTo>
                    <a:pt x="1273624" y="1501775"/>
                  </a:lnTo>
                  <a:lnTo>
                    <a:pt x="1262843" y="1506422"/>
                  </a:lnTo>
                  <a:lnTo>
                    <a:pt x="1259887" y="1507696"/>
                  </a:lnTo>
                  <a:lnTo>
                    <a:pt x="1254496" y="1510021"/>
                  </a:lnTo>
                  <a:lnTo>
                    <a:pt x="1253105" y="1510621"/>
                  </a:lnTo>
                  <a:lnTo>
                    <a:pt x="1249974" y="1511971"/>
                  </a:lnTo>
                  <a:lnTo>
                    <a:pt x="1248061" y="1512797"/>
                  </a:lnTo>
                  <a:lnTo>
                    <a:pt x="1235889" y="1518050"/>
                  </a:lnTo>
                  <a:lnTo>
                    <a:pt x="1234845" y="1518500"/>
                  </a:lnTo>
                  <a:lnTo>
                    <a:pt x="1230324" y="1520452"/>
                  </a:lnTo>
                  <a:lnTo>
                    <a:pt x="1221977" y="1524057"/>
                  </a:lnTo>
                  <a:lnTo>
                    <a:pt x="1219195" y="1525259"/>
                  </a:lnTo>
                  <a:lnTo>
                    <a:pt x="1217282" y="1526085"/>
                  </a:lnTo>
                  <a:lnTo>
                    <a:pt x="1213456" y="1527738"/>
                  </a:lnTo>
                  <a:lnTo>
                    <a:pt x="1212239" y="1528264"/>
                  </a:lnTo>
                  <a:lnTo>
                    <a:pt x="1211717" y="1528490"/>
                  </a:lnTo>
                  <a:lnTo>
                    <a:pt x="1210152" y="1529166"/>
                  </a:lnTo>
                  <a:lnTo>
                    <a:pt x="1206674" y="1530670"/>
                  </a:lnTo>
                  <a:lnTo>
                    <a:pt x="1200761" y="1533226"/>
                  </a:lnTo>
                  <a:lnTo>
                    <a:pt x="1193284" y="1536459"/>
                  </a:lnTo>
                  <a:lnTo>
                    <a:pt x="1181980" y="1541350"/>
                  </a:lnTo>
                  <a:lnTo>
                    <a:pt x="1180068" y="1542177"/>
                  </a:lnTo>
                  <a:lnTo>
                    <a:pt x="1178329" y="1542930"/>
                  </a:lnTo>
                  <a:lnTo>
                    <a:pt x="1174155" y="1544737"/>
                  </a:lnTo>
                  <a:lnTo>
                    <a:pt x="1155896" y="1552644"/>
                  </a:lnTo>
                  <a:lnTo>
                    <a:pt x="1153983" y="1553473"/>
                  </a:lnTo>
                  <a:lnTo>
                    <a:pt x="1152070" y="1554302"/>
                  </a:lnTo>
                  <a:lnTo>
                    <a:pt x="1151722" y="1554453"/>
                  </a:lnTo>
                  <a:lnTo>
                    <a:pt x="1147549" y="1556261"/>
                  </a:lnTo>
                  <a:lnTo>
                    <a:pt x="1147027" y="1556488"/>
                  </a:lnTo>
                  <a:lnTo>
                    <a:pt x="1141462" y="1558900"/>
                  </a:lnTo>
                  <a:lnTo>
                    <a:pt x="1137810" y="1560483"/>
                  </a:lnTo>
                  <a:lnTo>
                    <a:pt x="1137115" y="1560785"/>
                  </a:lnTo>
                  <a:lnTo>
                    <a:pt x="1113813" y="1570894"/>
                  </a:lnTo>
                  <a:lnTo>
                    <a:pt x="1111030" y="1572102"/>
                  </a:lnTo>
                  <a:lnTo>
                    <a:pt x="1109117" y="1572933"/>
                  </a:lnTo>
                  <a:lnTo>
                    <a:pt x="1108248" y="1573310"/>
                  </a:lnTo>
                  <a:lnTo>
                    <a:pt x="1099727" y="1577010"/>
                  </a:lnTo>
                  <a:lnTo>
                    <a:pt x="1088945" y="1581694"/>
                  </a:lnTo>
                  <a:lnTo>
                    <a:pt x="1085989" y="1582979"/>
                  </a:lnTo>
                  <a:lnTo>
                    <a:pt x="1080598" y="1585322"/>
                  </a:lnTo>
                  <a:lnTo>
                    <a:pt x="1079207" y="1585927"/>
                  </a:lnTo>
                  <a:lnTo>
                    <a:pt x="1076077" y="1587288"/>
                  </a:lnTo>
                  <a:lnTo>
                    <a:pt x="1074164" y="1588120"/>
                  </a:lnTo>
                  <a:lnTo>
                    <a:pt x="1061991" y="1593414"/>
                  </a:lnTo>
                  <a:lnTo>
                    <a:pt x="1060948" y="1593868"/>
                  </a:lnTo>
                  <a:lnTo>
                    <a:pt x="1056426" y="1595835"/>
                  </a:lnTo>
                  <a:lnTo>
                    <a:pt x="1048079" y="1599468"/>
                  </a:lnTo>
                  <a:lnTo>
                    <a:pt x="1045297" y="1600679"/>
                  </a:lnTo>
                  <a:lnTo>
                    <a:pt x="1043384" y="1601512"/>
                  </a:lnTo>
                  <a:lnTo>
                    <a:pt x="1039558" y="1603178"/>
                  </a:lnTo>
                  <a:lnTo>
                    <a:pt x="1038341" y="1603708"/>
                  </a:lnTo>
                  <a:lnTo>
                    <a:pt x="1037819" y="1603935"/>
                  </a:lnTo>
                  <a:lnTo>
                    <a:pt x="1036254" y="1604617"/>
                  </a:lnTo>
                  <a:lnTo>
                    <a:pt x="1032776" y="1606132"/>
                  </a:lnTo>
                  <a:lnTo>
                    <a:pt x="1026864" y="1608707"/>
                  </a:lnTo>
                  <a:lnTo>
                    <a:pt x="1019386" y="1611966"/>
                  </a:lnTo>
                  <a:lnTo>
                    <a:pt x="1008083" y="1616893"/>
                  </a:lnTo>
                  <a:lnTo>
                    <a:pt x="1006170" y="1617727"/>
                  </a:lnTo>
                  <a:lnTo>
                    <a:pt x="1004431" y="1618486"/>
                  </a:lnTo>
                  <a:lnTo>
                    <a:pt x="1000258" y="1620306"/>
                  </a:lnTo>
                  <a:lnTo>
                    <a:pt x="992432" y="1623720"/>
                  </a:lnTo>
                  <a:lnTo>
                    <a:pt x="981998" y="1628273"/>
                  </a:lnTo>
                  <a:lnTo>
                    <a:pt x="980086" y="1629108"/>
                  </a:lnTo>
                  <a:lnTo>
                    <a:pt x="978173" y="1629943"/>
                  </a:lnTo>
                  <a:lnTo>
                    <a:pt x="977825" y="1630095"/>
                  </a:lnTo>
                  <a:lnTo>
                    <a:pt x="973651" y="1631917"/>
                  </a:lnTo>
                  <a:lnTo>
                    <a:pt x="973130" y="1632145"/>
                  </a:lnTo>
                  <a:lnTo>
                    <a:pt x="967565" y="1634575"/>
                  </a:lnTo>
                  <a:lnTo>
                    <a:pt x="963217" y="1636474"/>
                  </a:lnTo>
                  <a:lnTo>
                    <a:pt x="939915" y="1646658"/>
                  </a:lnTo>
                  <a:lnTo>
                    <a:pt x="937133" y="1647875"/>
                  </a:lnTo>
                  <a:lnTo>
                    <a:pt x="935220" y="1648711"/>
                  </a:lnTo>
                  <a:lnTo>
                    <a:pt x="934350" y="1649091"/>
                  </a:lnTo>
                  <a:lnTo>
                    <a:pt x="925830" y="1652818"/>
                  </a:lnTo>
                  <a:lnTo>
                    <a:pt x="915048" y="1657536"/>
                  </a:lnTo>
                  <a:lnTo>
                    <a:pt x="912092" y="1658830"/>
                  </a:lnTo>
                  <a:lnTo>
                    <a:pt x="906701" y="1661190"/>
                  </a:lnTo>
                  <a:lnTo>
                    <a:pt x="905310" y="1661799"/>
                  </a:lnTo>
                  <a:lnTo>
                    <a:pt x="902179" y="1663170"/>
                  </a:lnTo>
                  <a:lnTo>
                    <a:pt x="900267" y="1664007"/>
                  </a:lnTo>
                  <a:lnTo>
                    <a:pt x="888094" y="1669339"/>
                  </a:lnTo>
                  <a:lnTo>
                    <a:pt x="887050" y="1669796"/>
                  </a:lnTo>
                  <a:lnTo>
                    <a:pt x="882529" y="1671778"/>
                  </a:lnTo>
                  <a:lnTo>
                    <a:pt x="874182" y="1675436"/>
                  </a:lnTo>
                  <a:lnTo>
                    <a:pt x="871400" y="1676656"/>
                  </a:lnTo>
                  <a:lnTo>
                    <a:pt x="869487" y="1677494"/>
                  </a:lnTo>
                  <a:lnTo>
                    <a:pt x="865661" y="1679172"/>
                  </a:lnTo>
                  <a:lnTo>
                    <a:pt x="864444" y="1679706"/>
                  </a:lnTo>
                  <a:lnTo>
                    <a:pt x="863922" y="1679934"/>
                  </a:lnTo>
                  <a:lnTo>
                    <a:pt x="862357" y="1680621"/>
                  </a:lnTo>
                  <a:lnTo>
                    <a:pt x="858879" y="1682146"/>
                  </a:lnTo>
                  <a:lnTo>
                    <a:pt x="852966" y="1684740"/>
                  </a:lnTo>
                  <a:lnTo>
                    <a:pt x="845489" y="1688021"/>
                  </a:lnTo>
                  <a:lnTo>
                    <a:pt x="834186" y="1692982"/>
                  </a:lnTo>
                  <a:lnTo>
                    <a:pt x="832273" y="1693822"/>
                  </a:lnTo>
                  <a:lnTo>
                    <a:pt x="830534" y="1694585"/>
                  </a:lnTo>
                  <a:lnTo>
                    <a:pt x="826360" y="1696418"/>
                  </a:lnTo>
                  <a:lnTo>
                    <a:pt x="818535" y="1699855"/>
                  </a:lnTo>
                  <a:lnTo>
                    <a:pt x="808101" y="1704439"/>
                  </a:lnTo>
                  <a:lnTo>
                    <a:pt x="806188" y="1705280"/>
                  </a:lnTo>
                  <a:lnTo>
                    <a:pt x="804275" y="1706120"/>
                  </a:lnTo>
                  <a:lnTo>
                    <a:pt x="803927" y="1706273"/>
                  </a:lnTo>
                  <a:lnTo>
                    <a:pt x="799754" y="1708107"/>
                  </a:lnTo>
                  <a:lnTo>
                    <a:pt x="799232" y="1708337"/>
                  </a:lnTo>
                  <a:lnTo>
                    <a:pt x="793667" y="1710783"/>
                  </a:lnTo>
                  <a:lnTo>
                    <a:pt x="790016" y="1712389"/>
                  </a:lnTo>
                  <a:lnTo>
                    <a:pt x="789320" y="1712695"/>
                  </a:lnTo>
                  <a:lnTo>
                    <a:pt x="766018" y="1722946"/>
                  </a:lnTo>
                  <a:lnTo>
                    <a:pt x="763235" y="1724170"/>
                  </a:lnTo>
                  <a:lnTo>
                    <a:pt x="761323" y="1725012"/>
                  </a:lnTo>
                  <a:lnTo>
                    <a:pt x="760453" y="1725395"/>
                  </a:lnTo>
                  <a:lnTo>
                    <a:pt x="751932" y="1729146"/>
                  </a:lnTo>
                  <a:lnTo>
                    <a:pt x="741150" y="1733895"/>
                  </a:lnTo>
                  <a:lnTo>
                    <a:pt x="738194" y="1735197"/>
                  </a:lnTo>
                  <a:lnTo>
                    <a:pt x="732803" y="1737572"/>
                  </a:lnTo>
                  <a:lnTo>
                    <a:pt x="731412" y="1738185"/>
                  </a:lnTo>
                  <a:lnTo>
                    <a:pt x="728282" y="1739564"/>
                  </a:lnTo>
                  <a:lnTo>
                    <a:pt x="726369" y="1740407"/>
                  </a:lnTo>
                  <a:lnTo>
                    <a:pt x="714196" y="1745773"/>
                  </a:lnTo>
                  <a:lnTo>
                    <a:pt x="713153" y="1746233"/>
                  </a:lnTo>
                  <a:lnTo>
                    <a:pt x="708632" y="1748227"/>
                  </a:lnTo>
                  <a:lnTo>
                    <a:pt x="700285" y="1751908"/>
                  </a:lnTo>
                  <a:lnTo>
                    <a:pt x="697502" y="1753135"/>
                  </a:lnTo>
                  <a:lnTo>
                    <a:pt x="691764" y="1755667"/>
                  </a:lnTo>
                  <a:lnTo>
                    <a:pt x="690546" y="1756204"/>
                  </a:lnTo>
                  <a:lnTo>
                    <a:pt x="690025" y="1756434"/>
                  </a:lnTo>
                  <a:lnTo>
                    <a:pt x="688459" y="1757125"/>
                  </a:lnTo>
                  <a:lnTo>
                    <a:pt x="684982" y="1758660"/>
                  </a:lnTo>
                  <a:lnTo>
                    <a:pt x="679069" y="1761269"/>
                  </a:lnTo>
                  <a:lnTo>
                    <a:pt x="671591" y="1764571"/>
                  </a:lnTo>
                  <a:lnTo>
                    <a:pt x="660288" y="1769562"/>
                  </a:lnTo>
                  <a:lnTo>
                    <a:pt x="658375" y="1770407"/>
                  </a:lnTo>
                  <a:lnTo>
                    <a:pt x="656636" y="1771175"/>
                  </a:lnTo>
                  <a:lnTo>
                    <a:pt x="652463" y="1773019"/>
                  </a:lnTo>
                  <a:lnTo>
                    <a:pt x="644637" y="1776477"/>
                  </a:lnTo>
                  <a:lnTo>
                    <a:pt x="634203" y="1781088"/>
                  </a:lnTo>
                  <a:lnTo>
                    <a:pt x="632291" y="1781934"/>
                  </a:lnTo>
                  <a:lnTo>
                    <a:pt x="630378" y="1782780"/>
                  </a:lnTo>
                  <a:lnTo>
                    <a:pt x="630030" y="1782933"/>
                  </a:lnTo>
                  <a:lnTo>
                    <a:pt x="625856" y="1784779"/>
                  </a:lnTo>
                  <a:lnTo>
                    <a:pt x="625335" y="1785009"/>
                  </a:lnTo>
                  <a:lnTo>
                    <a:pt x="619770" y="1787470"/>
                  </a:lnTo>
                  <a:lnTo>
                    <a:pt x="616118" y="1789085"/>
                  </a:lnTo>
                  <a:lnTo>
                    <a:pt x="615423" y="1789393"/>
                  </a:lnTo>
                  <a:lnTo>
                    <a:pt x="592120" y="1799704"/>
                  </a:lnTo>
                  <a:lnTo>
                    <a:pt x="589338" y="1800936"/>
                  </a:lnTo>
                  <a:lnTo>
                    <a:pt x="587425" y="1801783"/>
                  </a:lnTo>
                  <a:lnTo>
                    <a:pt x="586556" y="1802167"/>
                  </a:lnTo>
                  <a:lnTo>
                    <a:pt x="578035" y="1805940"/>
                  </a:lnTo>
                  <a:lnTo>
                    <a:pt x="567253" y="1810716"/>
                  </a:lnTo>
                  <a:lnTo>
                    <a:pt x="564297" y="1812025"/>
                  </a:lnTo>
                  <a:lnTo>
                    <a:pt x="558906" y="1814414"/>
                  </a:lnTo>
                  <a:lnTo>
                    <a:pt x="557515" y="1815030"/>
                  </a:lnTo>
                  <a:lnTo>
                    <a:pt x="554385" y="1816418"/>
                  </a:lnTo>
                  <a:lnTo>
                    <a:pt x="552472" y="1817265"/>
                  </a:lnTo>
                  <a:lnTo>
                    <a:pt x="540299" y="1822661"/>
                  </a:lnTo>
                  <a:lnTo>
                    <a:pt x="539255" y="1823124"/>
                  </a:lnTo>
                  <a:lnTo>
                    <a:pt x="534734" y="1825128"/>
                  </a:lnTo>
                  <a:lnTo>
                    <a:pt x="526387" y="1828830"/>
                  </a:lnTo>
                  <a:lnTo>
                    <a:pt x="523605" y="1830064"/>
                  </a:lnTo>
                  <a:lnTo>
                    <a:pt x="521692" y="1830913"/>
                  </a:lnTo>
                  <a:lnTo>
                    <a:pt x="517866" y="1832610"/>
                  </a:lnTo>
                  <a:lnTo>
                    <a:pt x="516649" y="1833150"/>
                  </a:lnTo>
                  <a:lnTo>
                    <a:pt x="516127" y="1833382"/>
                  </a:lnTo>
                  <a:lnTo>
                    <a:pt x="511084" y="1835619"/>
                  </a:lnTo>
                  <a:lnTo>
                    <a:pt x="505172" y="1838243"/>
                  </a:lnTo>
                  <a:lnTo>
                    <a:pt x="497694" y="1841562"/>
                  </a:lnTo>
                  <a:lnTo>
                    <a:pt x="486391" y="1846581"/>
                  </a:lnTo>
                  <a:lnTo>
                    <a:pt x="484478" y="1847430"/>
                  </a:lnTo>
                  <a:lnTo>
                    <a:pt x="482739" y="1848202"/>
                  </a:lnTo>
                  <a:lnTo>
                    <a:pt x="478565" y="1850056"/>
                  </a:lnTo>
                  <a:lnTo>
                    <a:pt x="470740" y="1853532"/>
                  </a:lnTo>
                  <a:lnTo>
                    <a:pt x="460306" y="1858168"/>
                  </a:lnTo>
                  <a:lnTo>
                    <a:pt x="458393" y="1859018"/>
                  </a:lnTo>
                  <a:lnTo>
                    <a:pt x="456480" y="1859868"/>
                  </a:lnTo>
                  <a:lnTo>
                    <a:pt x="456133" y="1860023"/>
                  </a:lnTo>
                  <a:lnTo>
                    <a:pt x="451959" y="1861878"/>
                  </a:lnTo>
                  <a:lnTo>
                    <a:pt x="451437" y="1862110"/>
                  </a:lnTo>
                  <a:lnTo>
                    <a:pt x="445873" y="1864583"/>
                  </a:lnTo>
                  <a:lnTo>
                    <a:pt x="442221" y="1866207"/>
                  </a:lnTo>
                  <a:lnTo>
                    <a:pt x="441525" y="1866516"/>
                  </a:lnTo>
                  <a:lnTo>
                    <a:pt x="418223" y="1876880"/>
                  </a:lnTo>
                  <a:lnTo>
                    <a:pt x="415441" y="1878118"/>
                  </a:lnTo>
                  <a:lnTo>
                    <a:pt x="413528" y="1878969"/>
                  </a:lnTo>
                  <a:lnTo>
                    <a:pt x="412658" y="1879356"/>
                  </a:lnTo>
                  <a:lnTo>
                    <a:pt x="404137" y="1883148"/>
                  </a:lnTo>
                  <a:lnTo>
                    <a:pt x="393356" y="1887948"/>
                  </a:lnTo>
                  <a:lnTo>
                    <a:pt x="390399" y="1889264"/>
                  </a:lnTo>
                  <a:lnTo>
                    <a:pt x="385008" y="1891664"/>
                  </a:lnTo>
                  <a:lnTo>
                    <a:pt x="383617" y="1892284"/>
                  </a:lnTo>
                  <a:lnTo>
                    <a:pt x="380487" y="1893678"/>
                  </a:lnTo>
                  <a:lnTo>
                    <a:pt x="378574" y="1894530"/>
                  </a:lnTo>
                  <a:lnTo>
                    <a:pt x="366401" y="1899952"/>
                  </a:lnTo>
                  <a:lnTo>
                    <a:pt x="365358" y="1900417"/>
                  </a:lnTo>
                  <a:lnTo>
                    <a:pt x="360837" y="1902432"/>
                  </a:lnTo>
                  <a:lnTo>
                    <a:pt x="352490" y="1906151"/>
                  </a:lnTo>
                  <a:lnTo>
                    <a:pt x="349707" y="1907392"/>
                  </a:lnTo>
                  <a:lnTo>
                    <a:pt x="347794" y="1908244"/>
                  </a:lnTo>
                  <a:lnTo>
                    <a:pt x="343969" y="1909950"/>
                  </a:lnTo>
                  <a:lnTo>
                    <a:pt x="342751" y="1910492"/>
                  </a:lnTo>
                  <a:lnTo>
                    <a:pt x="342230" y="1910725"/>
                  </a:lnTo>
                  <a:lnTo>
                    <a:pt x="340665" y="1911423"/>
                  </a:lnTo>
                  <a:lnTo>
                    <a:pt x="337187" y="1912973"/>
                  </a:lnTo>
                  <a:lnTo>
                    <a:pt x="331274" y="1915610"/>
                  </a:lnTo>
                  <a:lnTo>
                    <a:pt x="323797" y="1918944"/>
                  </a:lnTo>
                  <a:lnTo>
                    <a:pt x="312493" y="1923987"/>
                  </a:lnTo>
                  <a:lnTo>
                    <a:pt x="308841" y="1925616"/>
                  </a:lnTo>
                  <a:lnTo>
                    <a:pt x="304668" y="1927478"/>
                  </a:lnTo>
                  <a:lnTo>
                    <a:pt x="296842" y="1930971"/>
                  </a:lnTo>
                  <a:lnTo>
                    <a:pt x="286409" y="1935628"/>
                  </a:lnTo>
                  <a:lnTo>
                    <a:pt x="284496" y="1936482"/>
                  </a:lnTo>
                  <a:lnTo>
                    <a:pt x="282583" y="1937336"/>
                  </a:lnTo>
                  <a:lnTo>
                    <a:pt x="282235" y="1937491"/>
                  </a:lnTo>
                  <a:lnTo>
                    <a:pt x="278062" y="1939355"/>
                  </a:lnTo>
                  <a:lnTo>
                    <a:pt x="277540" y="1939588"/>
                  </a:lnTo>
                  <a:lnTo>
                    <a:pt x="271975" y="1942073"/>
                  </a:lnTo>
                  <a:lnTo>
                    <a:pt x="268323" y="1943704"/>
                  </a:lnTo>
                  <a:lnTo>
                    <a:pt x="267628" y="1944014"/>
                  </a:lnTo>
                  <a:lnTo>
                    <a:pt x="244325" y="1954425"/>
                  </a:lnTo>
                  <a:lnTo>
                    <a:pt x="241543" y="1955669"/>
                  </a:lnTo>
                  <a:lnTo>
                    <a:pt x="239630" y="1956524"/>
                  </a:lnTo>
                  <a:lnTo>
                    <a:pt x="238761" y="1956912"/>
                  </a:lnTo>
                  <a:lnTo>
                    <a:pt x="230240" y="1960721"/>
                  </a:lnTo>
                  <a:lnTo>
                    <a:pt x="219458" y="1965542"/>
                  </a:lnTo>
                  <a:lnTo>
                    <a:pt x="216502" y="1966863"/>
                  </a:lnTo>
                  <a:lnTo>
                    <a:pt x="211111" y="1969274"/>
                  </a:lnTo>
                  <a:lnTo>
                    <a:pt x="209720" y="1969897"/>
                  </a:lnTo>
                  <a:lnTo>
                    <a:pt x="206590" y="1971297"/>
                  </a:lnTo>
                  <a:lnTo>
                    <a:pt x="204677" y="1972152"/>
                  </a:lnTo>
                  <a:lnTo>
                    <a:pt x="191461" y="1978065"/>
                  </a:lnTo>
                  <a:lnTo>
                    <a:pt x="186939" y="1980088"/>
                  </a:lnTo>
                  <a:lnTo>
                    <a:pt x="178592" y="1983824"/>
                  </a:lnTo>
                  <a:lnTo>
                    <a:pt x="173897" y="1985925"/>
                  </a:lnTo>
                  <a:lnTo>
                    <a:pt x="170071" y="1987638"/>
                  </a:lnTo>
                  <a:lnTo>
                    <a:pt x="168854" y="1988183"/>
                  </a:lnTo>
                  <a:lnTo>
                    <a:pt x="168332" y="1988416"/>
                  </a:lnTo>
                  <a:lnTo>
                    <a:pt x="166767" y="1989117"/>
                  </a:lnTo>
                  <a:lnTo>
                    <a:pt x="163289" y="1990674"/>
                  </a:lnTo>
                  <a:lnTo>
                    <a:pt x="149899" y="1996670"/>
                  </a:lnTo>
                  <a:lnTo>
                    <a:pt x="138596" y="2001733"/>
                  </a:lnTo>
                  <a:lnTo>
                    <a:pt x="122945" y="2008746"/>
                  </a:lnTo>
                  <a:lnTo>
                    <a:pt x="112511" y="2013422"/>
                  </a:lnTo>
                  <a:lnTo>
                    <a:pt x="110598" y="2014279"/>
                  </a:lnTo>
                  <a:lnTo>
                    <a:pt x="108338" y="2015293"/>
                  </a:lnTo>
                  <a:lnTo>
                    <a:pt x="104164" y="2017164"/>
                  </a:lnTo>
                  <a:lnTo>
                    <a:pt x="103642" y="2017398"/>
                  </a:lnTo>
                  <a:lnTo>
                    <a:pt x="94426" y="2021530"/>
                  </a:lnTo>
                  <a:lnTo>
                    <a:pt x="64863" y="2034790"/>
                  </a:lnTo>
                  <a:lnTo>
                    <a:pt x="56342" y="2038614"/>
                  </a:lnTo>
                  <a:lnTo>
                    <a:pt x="45561" y="2043453"/>
                  </a:lnTo>
                  <a:lnTo>
                    <a:pt x="42604" y="2044780"/>
                  </a:lnTo>
                  <a:lnTo>
                    <a:pt x="4695" y="2061804"/>
                  </a:lnTo>
                  <a:lnTo>
                    <a:pt x="0" y="2063913"/>
                  </a:lnTo>
                  <a:close/>
                </a:path>
              </a:pathLst>
            </a:custGeom>
            <a:solidFill>
              <a:srgbClr val="619CFF">
                <a:alpha val="14901"/>
              </a:srgbClr>
            </a:solidFill>
          </p:spPr>
          <p:txBody>
            <a:bodyPr/>
            <a:lstStyle/>
            <a:p/>
          </p:txBody>
        </p:sp>
        <p:sp>
          <p:nvSpPr>
            <p:cNvPr id="14" name="pl13"/>
            <p:cNvSpPr/>
            <p:nvPr/>
          </p:nvSpPr>
          <p:spPr>
            <a:xfrm>
              <a:off x="3459159" y="2835545"/>
              <a:ext cx="4310222" cy="1824722"/>
            </a:xfrm>
            <a:custGeom>
              <a:avLst/>
              <a:pathLst>
                <a:path w="4310222" h="1824722">
                  <a:moveTo>
                    <a:pt x="0" y="1824722"/>
                  </a:moveTo>
                  <a:lnTo>
                    <a:pt x="4695" y="1822903"/>
                  </a:lnTo>
                  <a:lnTo>
                    <a:pt x="42604" y="1808204"/>
                  </a:lnTo>
                  <a:lnTo>
                    <a:pt x="45561" y="1807057"/>
                  </a:lnTo>
                  <a:lnTo>
                    <a:pt x="56342" y="1802874"/>
                  </a:lnTo>
                  <a:lnTo>
                    <a:pt x="64863" y="1799567"/>
                  </a:lnTo>
                  <a:lnTo>
                    <a:pt x="94426" y="1788090"/>
                  </a:lnTo>
                  <a:lnTo>
                    <a:pt x="103642" y="1784510"/>
                  </a:lnTo>
                  <a:lnTo>
                    <a:pt x="104164" y="1784307"/>
                  </a:lnTo>
                  <a:lnTo>
                    <a:pt x="108338" y="1782685"/>
                  </a:lnTo>
                  <a:lnTo>
                    <a:pt x="110598" y="1781807"/>
                  </a:lnTo>
                  <a:lnTo>
                    <a:pt x="112511" y="1781064"/>
                  </a:lnTo>
                  <a:lnTo>
                    <a:pt x="122945" y="1777009"/>
                  </a:lnTo>
                  <a:lnTo>
                    <a:pt x="138596" y="1770925"/>
                  </a:lnTo>
                  <a:lnTo>
                    <a:pt x="149899" y="1766529"/>
                  </a:lnTo>
                  <a:lnTo>
                    <a:pt x="163289" y="1761321"/>
                  </a:lnTo>
                  <a:lnTo>
                    <a:pt x="166767" y="1759967"/>
                  </a:lnTo>
                  <a:lnTo>
                    <a:pt x="168332" y="1759358"/>
                  </a:lnTo>
                  <a:lnTo>
                    <a:pt x="168854" y="1759155"/>
                  </a:lnTo>
                  <a:lnTo>
                    <a:pt x="170071" y="1758682"/>
                  </a:lnTo>
                  <a:lnTo>
                    <a:pt x="173897" y="1757193"/>
                  </a:lnTo>
                  <a:lnTo>
                    <a:pt x="178592" y="1755366"/>
                  </a:lnTo>
                  <a:lnTo>
                    <a:pt x="186939" y="1752116"/>
                  </a:lnTo>
                  <a:lnTo>
                    <a:pt x="191461" y="1750356"/>
                  </a:lnTo>
                  <a:lnTo>
                    <a:pt x="204677" y="1745210"/>
                  </a:lnTo>
                  <a:lnTo>
                    <a:pt x="206590" y="1744464"/>
                  </a:lnTo>
                  <a:lnTo>
                    <a:pt x="209720" y="1743245"/>
                  </a:lnTo>
                  <a:lnTo>
                    <a:pt x="211111" y="1742703"/>
                  </a:lnTo>
                  <a:lnTo>
                    <a:pt x="216502" y="1740603"/>
                  </a:lnTo>
                  <a:lnTo>
                    <a:pt x="219458" y="1739451"/>
                  </a:lnTo>
                  <a:lnTo>
                    <a:pt x="230240" y="1735250"/>
                  </a:lnTo>
                  <a:lnTo>
                    <a:pt x="238761" y="1731928"/>
                  </a:lnTo>
                  <a:lnTo>
                    <a:pt x="239630" y="1731589"/>
                  </a:lnTo>
                  <a:lnTo>
                    <a:pt x="241543" y="1730844"/>
                  </a:lnTo>
                  <a:lnTo>
                    <a:pt x="244325" y="1729759"/>
                  </a:lnTo>
                  <a:lnTo>
                    <a:pt x="267628" y="1720670"/>
                  </a:lnTo>
                  <a:lnTo>
                    <a:pt x="268323" y="1720399"/>
                  </a:lnTo>
                  <a:lnTo>
                    <a:pt x="271975" y="1718974"/>
                  </a:lnTo>
                  <a:lnTo>
                    <a:pt x="277540" y="1716802"/>
                  </a:lnTo>
                  <a:lnTo>
                    <a:pt x="278062" y="1716599"/>
                  </a:lnTo>
                  <a:lnTo>
                    <a:pt x="282235" y="1714970"/>
                  </a:lnTo>
                  <a:lnTo>
                    <a:pt x="282583" y="1714834"/>
                  </a:lnTo>
                  <a:lnTo>
                    <a:pt x="284496" y="1714087"/>
                  </a:lnTo>
                  <a:lnTo>
                    <a:pt x="286409" y="1713341"/>
                  </a:lnTo>
                  <a:lnTo>
                    <a:pt x="296842" y="1709267"/>
                  </a:lnTo>
                  <a:lnTo>
                    <a:pt x="304668" y="1706211"/>
                  </a:lnTo>
                  <a:lnTo>
                    <a:pt x="308841" y="1704581"/>
                  </a:lnTo>
                  <a:lnTo>
                    <a:pt x="312493" y="1703155"/>
                  </a:lnTo>
                  <a:lnTo>
                    <a:pt x="323797" y="1698738"/>
                  </a:lnTo>
                  <a:lnTo>
                    <a:pt x="331274" y="1695816"/>
                  </a:lnTo>
                  <a:lnTo>
                    <a:pt x="337187" y="1693505"/>
                  </a:lnTo>
                  <a:lnTo>
                    <a:pt x="340665" y="1692145"/>
                  </a:lnTo>
                  <a:lnTo>
                    <a:pt x="342230" y="1691533"/>
                  </a:lnTo>
                  <a:lnTo>
                    <a:pt x="342751" y="1691329"/>
                  </a:lnTo>
                  <a:lnTo>
                    <a:pt x="343969" y="1690853"/>
                  </a:lnTo>
                  <a:lnTo>
                    <a:pt x="347794" y="1689357"/>
                  </a:lnTo>
                  <a:lnTo>
                    <a:pt x="349707" y="1688609"/>
                  </a:lnTo>
                  <a:lnTo>
                    <a:pt x="352490" y="1687521"/>
                  </a:lnTo>
                  <a:lnTo>
                    <a:pt x="360837" y="1684256"/>
                  </a:lnTo>
                  <a:lnTo>
                    <a:pt x="365358" y="1682487"/>
                  </a:lnTo>
                  <a:lnTo>
                    <a:pt x="366401" y="1682079"/>
                  </a:lnTo>
                  <a:lnTo>
                    <a:pt x="378574" y="1677315"/>
                  </a:lnTo>
                  <a:lnTo>
                    <a:pt x="380487" y="1676566"/>
                  </a:lnTo>
                  <a:lnTo>
                    <a:pt x="383617" y="1675341"/>
                  </a:lnTo>
                  <a:lnTo>
                    <a:pt x="385008" y="1674796"/>
                  </a:lnTo>
                  <a:lnTo>
                    <a:pt x="390399" y="1672686"/>
                  </a:lnTo>
                  <a:lnTo>
                    <a:pt x="393356" y="1671528"/>
                  </a:lnTo>
                  <a:lnTo>
                    <a:pt x="404137" y="1667305"/>
                  </a:lnTo>
                  <a:lnTo>
                    <a:pt x="412658" y="1663967"/>
                  </a:lnTo>
                  <a:lnTo>
                    <a:pt x="413528" y="1663626"/>
                  </a:lnTo>
                  <a:lnTo>
                    <a:pt x="415441" y="1662877"/>
                  </a:lnTo>
                  <a:lnTo>
                    <a:pt x="418223" y="1661786"/>
                  </a:lnTo>
                  <a:lnTo>
                    <a:pt x="441525" y="1652651"/>
                  </a:lnTo>
                  <a:lnTo>
                    <a:pt x="442221" y="1652378"/>
                  </a:lnTo>
                  <a:lnTo>
                    <a:pt x="445873" y="1650946"/>
                  </a:lnTo>
                  <a:lnTo>
                    <a:pt x="451437" y="1648763"/>
                  </a:lnTo>
                  <a:lnTo>
                    <a:pt x="451959" y="1648559"/>
                  </a:lnTo>
                  <a:lnTo>
                    <a:pt x="456133" y="1646921"/>
                  </a:lnTo>
                  <a:lnTo>
                    <a:pt x="456480" y="1646785"/>
                  </a:lnTo>
                  <a:lnTo>
                    <a:pt x="458393" y="1646034"/>
                  </a:lnTo>
                  <a:lnTo>
                    <a:pt x="460306" y="1645284"/>
                  </a:lnTo>
                  <a:lnTo>
                    <a:pt x="470740" y="1641189"/>
                  </a:lnTo>
                  <a:lnTo>
                    <a:pt x="478565" y="1638116"/>
                  </a:lnTo>
                  <a:lnTo>
                    <a:pt x="482739" y="1636478"/>
                  </a:lnTo>
                  <a:lnTo>
                    <a:pt x="484478" y="1635795"/>
                  </a:lnTo>
                  <a:lnTo>
                    <a:pt x="486391" y="1635043"/>
                  </a:lnTo>
                  <a:lnTo>
                    <a:pt x="497694" y="1630603"/>
                  </a:lnTo>
                  <a:lnTo>
                    <a:pt x="505172" y="1627665"/>
                  </a:lnTo>
                  <a:lnTo>
                    <a:pt x="511084" y="1625341"/>
                  </a:lnTo>
                  <a:lnTo>
                    <a:pt x="516127" y="1623359"/>
                  </a:lnTo>
                  <a:lnTo>
                    <a:pt x="516649" y="1623154"/>
                  </a:lnTo>
                  <a:lnTo>
                    <a:pt x="517866" y="1622675"/>
                  </a:lnTo>
                  <a:lnTo>
                    <a:pt x="521692" y="1621171"/>
                  </a:lnTo>
                  <a:lnTo>
                    <a:pt x="523605" y="1620419"/>
                  </a:lnTo>
                  <a:lnTo>
                    <a:pt x="526387" y="1619325"/>
                  </a:lnTo>
                  <a:lnTo>
                    <a:pt x="534734" y="1616042"/>
                  </a:lnTo>
                  <a:lnTo>
                    <a:pt x="539255" y="1614263"/>
                  </a:lnTo>
                  <a:lnTo>
                    <a:pt x="540299" y="1613853"/>
                  </a:lnTo>
                  <a:lnTo>
                    <a:pt x="552472" y="1609062"/>
                  </a:lnTo>
                  <a:lnTo>
                    <a:pt x="554385" y="1608309"/>
                  </a:lnTo>
                  <a:lnTo>
                    <a:pt x="557515" y="1607077"/>
                  </a:lnTo>
                  <a:lnTo>
                    <a:pt x="558906" y="1606529"/>
                  </a:lnTo>
                  <a:lnTo>
                    <a:pt x="564297" y="1604407"/>
                  </a:lnTo>
                  <a:lnTo>
                    <a:pt x="567253" y="1603243"/>
                  </a:lnTo>
                  <a:lnTo>
                    <a:pt x="578035" y="1598996"/>
                  </a:lnTo>
                  <a:lnTo>
                    <a:pt x="586556" y="1595639"/>
                  </a:lnTo>
                  <a:lnTo>
                    <a:pt x="587425" y="1595296"/>
                  </a:lnTo>
                  <a:lnTo>
                    <a:pt x="589338" y="1594542"/>
                  </a:lnTo>
                  <a:lnTo>
                    <a:pt x="592120" y="1593446"/>
                  </a:lnTo>
                  <a:lnTo>
                    <a:pt x="615423" y="1584257"/>
                  </a:lnTo>
                  <a:lnTo>
                    <a:pt x="616118" y="1583983"/>
                  </a:lnTo>
                  <a:lnTo>
                    <a:pt x="619770" y="1582542"/>
                  </a:lnTo>
                  <a:lnTo>
                    <a:pt x="625335" y="1580346"/>
                  </a:lnTo>
                  <a:lnTo>
                    <a:pt x="625856" y="1580141"/>
                  </a:lnTo>
                  <a:lnTo>
                    <a:pt x="630030" y="1578494"/>
                  </a:lnTo>
                  <a:lnTo>
                    <a:pt x="630378" y="1578356"/>
                  </a:lnTo>
                  <a:lnTo>
                    <a:pt x="632291" y="1577601"/>
                  </a:lnTo>
                  <a:lnTo>
                    <a:pt x="634203" y="1576846"/>
                  </a:lnTo>
                  <a:lnTo>
                    <a:pt x="644637" y="1572727"/>
                  </a:lnTo>
                  <a:lnTo>
                    <a:pt x="652463" y="1569636"/>
                  </a:lnTo>
                  <a:lnTo>
                    <a:pt x="656636" y="1567988"/>
                  </a:lnTo>
                  <a:lnTo>
                    <a:pt x="658375" y="1567301"/>
                  </a:lnTo>
                  <a:lnTo>
                    <a:pt x="660288" y="1566545"/>
                  </a:lnTo>
                  <a:lnTo>
                    <a:pt x="671591" y="1562078"/>
                  </a:lnTo>
                  <a:lnTo>
                    <a:pt x="679069" y="1559122"/>
                  </a:lnTo>
                  <a:lnTo>
                    <a:pt x="684982" y="1556784"/>
                  </a:lnTo>
                  <a:lnTo>
                    <a:pt x="688459" y="1555408"/>
                  </a:lnTo>
                  <a:lnTo>
                    <a:pt x="690025" y="1554789"/>
                  </a:lnTo>
                  <a:lnTo>
                    <a:pt x="690546" y="1554583"/>
                  </a:lnTo>
                  <a:lnTo>
                    <a:pt x="691764" y="1554101"/>
                  </a:lnTo>
                  <a:lnTo>
                    <a:pt x="697502" y="1551831"/>
                  </a:lnTo>
                  <a:lnTo>
                    <a:pt x="700285" y="1550730"/>
                  </a:lnTo>
                  <a:lnTo>
                    <a:pt x="708632" y="1547427"/>
                  </a:lnTo>
                  <a:lnTo>
                    <a:pt x="713153" y="1545637"/>
                  </a:lnTo>
                  <a:lnTo>
                    <a:pt x="714196" y="1545224"/>
                  </a:lnTo>
                  <a:lnTo>
                    <a:pt x="726369" y="1540403"/>
                  </a:lnTo>
                  <a:lnTo>
                    <a:pt x="728282" y="1539646"/>
                  </a:lnTo>
                  <a:lnTo>
                    <a:pt x="731412" y="1538406"/>
                  </a:lnTo>
                  <a:lnTo>
                    <a:pt x="732803" y="1537854"/>
                  </a:lnTo>
                  <a:lnTo>
                    <a:pt x="738194" y="1535718"/>
                  </a:lnTo>
                  <a:lnTo>
                    <a:pt x="741150" y="1534547"/>
                  </a:lnTo>
                  <a:lnTo>
                    <a:pt x="751932" y="1530273"/>
                  </a:lnTo>
                  <a:lnTo>
                    <a:pt x="760453" y="1526894"/>
                  </a:lnTo>
                  <a:lnTo>
                    <a:pt x="761323" y="1526549"/>
                  </a:lnTo>
                  <a:lnTo>
                    <a:pt x="763235" y="1525790"/>
                  </a:lnTo>
                  <a:lnTo>
                    <a:pt x="766018" y="1524687"/>
                  </a:lnTo>
                  <a:lnTo>
                    <a:pt x="789320" y="1515438"/>
                  </a:lnTo>
                  <a:lnTo>
                    <a:pt x="790016" y="1515162"/>
                  </a:lnTo>
                  <a:lnTo>
                    <a:pt x="793667" y="1513712"/>
                  </a:lnTo>
                  <a:lnTo>
                    <a:pt x="799232" y="1511502"/>
                  </a:lnTo>
                  <a:lnTo>
                    <a:pt x="799754" y="1511295"/>
                  </a:lnTo>
                  <a:lnTo>
                    <a:pt x="803927" y="1509637"/>
                  </a:lnTo>
                  <a:lnTo>
                    <a:pt x="804275" y="1509498"/>
                  </a:lnTo>
                  <a:lnTo>
                    <a:pt x="806188" y="1508738"/>
                  </a:lnTo>
                  <a:lnTo>
                    <a:pt x="808101" y="1507978"/>
                  </a:lnTo>
                  <a:lnTo>
                    <a:pt x="818535" y="1503832"/>
                  </a:lnTo>
                  <a:lnTo>
                    <a:pt x="826360" y="1500720"/>
                  </a:lnTo>
                  <a:lnTo>
                    <a:pt x="830534" y="1499060"/>
                  </a:lnTo>
                  <a:lnTo>
                    <a:pt x="832273" y="1498369"/>
                  </a:lnTo>
                  <a:lnTo>
                    <a:pt x="834186" y="1497608"/>
                  </a:lnTo>
                  <a:lnTo>
                    <a:pt x="845489" y="1493111"/>
                  </a:lnTo>
                  <a:lnTo>
                    <a:pt x="852966" y="1490134"/>
                  </a:lnTo>
                  <a:lnTo>
                    <a:pt x="858879" y="1487780"/>
                  </a:lnTo>
                  <a:lnTo>
                    <a:pt x="862357" y="1486395"/>
                  </a:lnTo>
                  <a:lnTo>
                    <a:pt x="863922" y="1485772"/>
                  </a:lnTo>
                  <a:lnTo>
                    <a:pt x="864444" y="1485564"/>
                  </a:lnTo>
                  <a:lnTo>
                    <a:pt x="865661" y="1485079"/>
                  </a:lnTo>
                  <a:lnTo>
                    <a:pt x="869487" y="1483555"/>
                  </a:lnTo>
                  <a:lnTo>
                    <a:pt x="871400" y="1482793"/>
                  </a:lnTo>
                  <a:lnTo>
                    <a:pt x="874182" y="1481685"/>
                  </a:lnTo>
                  <a:lnTo>
                    <a:pt x="882529" y="1478358"/>
                  </a:lnTo>
                  <a:lnTo>
                    <a:pt x="887050" y="1476556"/>
                  </a:lnTo>
                  <a:lnTo>
                    <a:pt x="888094" y="1476140"/>
                  </a:lnTo>
                  <a:lnTo>
                    <a:pt x="900267" y="1471286"/>
                  </a:lnTo>
                  <a:lnTo>
                    <a:pt x="902179" y="1470523"/>
                  </a:lnTo>
                  <a:lnTo>
                    <a:pt x="905310" y="1469274"/>
                  </a:lnTo>
                  <a:lnTo>
                    <a:pt x="906701" y="1468719"/>
                  </a:lnTo>
                  <a:lnTo>
                    <a:pt x="912092" y="1466568"/>
                  </a:lnTo>
                  <a:lnTo>
                    <a:pt x="915048" y="1465388"/>
                  </a:lnTo>
                  <a:lnTo>
                    <a:pt x="925830" y="1461084"/>
                  </a:lnTo>
                  <a:lnTo>
                    <a:pt x="934350" y="1457681"/>
                  </a:lnTo>
                  <a:lnTo>
                    <a:pt x="935220" y="1457333"/>
                  </a:lnTo>
                  <a:lnTo>
                    <a:pt x="937133" y="1456569"/>
                  </a:lnTo>
                  <a:lnTo>
                    <a:pt x="939915" y="1455457"/>
                  </a:lnTo>
                  <a:lnTo>
                    <a:pt x="963217" y="1446142"/>
                  </a:lnTo>
                  <a:lnTo>
                    <a:pt x="967565" y="1444403"/>
                  </a:lnTo>
                  <a:lnTo>
                    <a:pt x="973130" y="1442177"/>
                  </a:lnTo>
                  <a:lnTo>
                    <a:pt x="973651" y="1441968"/>
                  </a:lnTo>
                  <a:lnTo>
                    <a:pt x="977825" y="1440298"/>
                  </a:lnTo>
                  <a:lnTo>
                    <a:pt x="978173" y="1440158"/>
                  </a:lnTo>
                  <a:lnTo>
                    <a:pt x="980086" y="1439393"/>
                  </a:lnTo>
                  <a:lnTo>
                    <a:pt x="981998" y="1438627"/>
                  </a:lnTo>
                  <a:lnTo>
                    <a:pt x="992432" y="1434450"/>
                  </a:lnTo>
                  <a:lnTo>
                    <a:pt x="1000258" y="1431315"/>
                  </a:lnTo>
                  <a:lnTo>
                    <a:pt x="1004431" y="1429643"/>
                  </a:lnTo>
                  <a:lnTo>
                    <a:pt x="1006170" y="1428946"/>
                  </a:lnTo>
                  <a:lnTo>
                    <a:pt x="1008083" y="1428179"/>
                  </a:lnTo>
                  <a:lnTo>
                    <a:pt x="1019386" y="1423648"/>
                  </a:lnTo>
                  <a:lnTo>
                    <a:pt x="1026864" y="1420650"/>
                  </a:lnTo>
                  <a:lnTo>
                    <a:pt x="1032776" y="1418278"/>
                  </a:lnTo>
                  <a:lnTo>
                    <a:pt x="1036254" y="1416882"/>
                  </a:lnTo>
                  <a:lnTo>
                    <a:pt x="1037819" y="1416254"/>
                  </a:lnTo>
                  <a:lnTo>
                    <a:pt x="1038341" y="1416045"/>
                  </a:lnTo>
                  <a:lnTo>
                    <a:pt x="1039558" y="1415556"/>
                  </a:lnTo>
                  <a:lnTo>
                    <a:pt x="1043384" y="1414021"/>
                  </a:lnTo>
                  <a:lnTo>
                    <a:pt x="1045297" y="1413253"/>
                  </a:lnTo>
                  <a:lnTo>
                    <a:pt x="1048079" y="1412136"/>
                  </a:lnTo>
                  <a:lnTo>
                    <a:pt x="1056426" y="1408784"/>
                  </a:lnTo>
                  <a:lnTo>
                    <a:pt x="1060948" y="1406968"/>
                  </a:lnTo>
                  <a:lnTo>
                    <a:pt x="1061991" y="1406548"/>
                  </a:lnTo>
                  <a:lnTo>
                    <a:pt x="1074164" y="1401657"/>
                  </a:lnTo>
                  <a:lnTo>
                    <a:pt x="1076077" y="1400888"/>
                  </a:lnTo>
                  <a:lnTo>
                    <a:pt x="1079207" y="1399629"/>
                  </a:lnTo>
                  <a:lnTo>
                    <a:pt x="1080598" y="1399070"/>
                  </a:lnTo>
                  <a:lnTo>
                    <a:pt x="1085989" y="1396902"/>
                  </a:lnTo>
                  <a:lnTo>
                    <a:pt x="1088945" y="1395713"/>
                  </a:lnTo>
                  <a:lnTo>
                    <a:pt x="1099727" y="1391375"/>
                  </a:lnTo>
                  <a:lnTo>
                    <a:pt x="1108248" y="1387945"/>
                  </a:lnTo>
                  <a:lnTo>
                    <a:pt x="1109117" y="1387595"/>
                  </a:lnTo>
                  <a:lnTo>
                    <a:pt x="1111030" y="1386824"/>
                  </a:lnTo>
                  <a:lnTo>
                    <a:pt x="1113813" y="1385704"/>
                  </a:lnTo>
                  <a:lnTo>
                    <a:pt x="1137115" y="1376314"/>
                  </a:lnTo>
                  <a:lnTo>
                    <a:pt x="1137810" y="1376034"/>
                  </a:lnTo>
                  <a:lnTo>
                    <a:pt x="1141462" y="1374561"/>
                  </a:lnTo>
                  <a:lnTo>
                    <a:pt x="1147027" y="1372317"/>
                  </a:lnTo>
                  <a:lnTo>
                    <a:pt x="1147549" y="1372107"/>
                  </a:lnTo>
                  <a:lnTo>
                    <a:pt x="1151722" y="1370423"/>
                  </a:lnTo>
                  <a:lnTo>
                    <a:pt x="1152070" y="1370283"/>
                  </a:lnTo>
                  <a:lnTo>
                    <a:pt x="1153983" y="1369511"/>
                  </a:lnTo>
                  <a:lnTo>
                    <a:pt x="1155896" y="1368739"/>
                  </a:lnTo>
                  <a:lnTo>
                    <a:pt x="1174155" y="1361367"/>
                  </a:lnTo>
                  <a:lnTo>
                    <a:pt x="1178329" y="1359681"/>
                  </a:lnTo>
                  <a:lnTo>
                    <a:pt x="1180068" y="1358979"/>
                  </a:lnTo>
                  <a:lnTo>
                    <a:pt x="1181980" y="1358206"/>
                  </a:lnTo>
                  <a:lnTo>
                    <a:pt x="1193284" y="1353638"/>
                  </a:lnTo>
                  <a:lnTo>
                    <a:pt x="1200761" y="1350614"/>
                  </a:lnTo>
                  <a:lnTo>
                    <a:pt x="1206674" y="1348223"/>
                  </a:lnTo>
                  <a:lnTo>
                    <a:pt x="1210152" y="1346815"/>
                  </a:lnTo>
                  <a:lnTo>
                    <a:pt x="1211717" y="1346182"/>
                  </a:lnTo>
                  <a:lnTo>
                    <a:pt x="1212239" y="1345971"/>
                  </a:lnTo>
                  <a:lnTo>
                    <a:pt x="1213456" y="1345478"/>
                  </a:lnTo>
                  <a:lnTo>
                    <a:pt x="1217282" y="1343930"/>
                  </a:lnTo>
                  <a:lnTo>
                    <a:pt x="1219195" y="1343156"/>
                  </a:lnTo>
                  <a:lnTo>
                    <a:pt x="1221977" y="1342029"/>
                  </a:lnTo>
                  <a:lnTo>
                    <a:pt x="1230324" y="1338649"/>
                  </a:lnTo>
                  <a:lnTo>
                    <a:pt x="1234845" y="1336818"/>
                  </a:lnTo>
                  <a:lnTo>
                    <a:pt x="1235889" y="1336395"/>
                  </a:lnTo>
                  <a:lnTo>
                    <a:pt x="1248061" y="1331462"/>
                  </a:lnTo>
                  <a:lnTo>
                    <a:pt x="1249974" y="1330687"/>
                  </a:lnTo>
                  <a:lnTo>
                    <a:pt x="1253105" y="1329418"/>
                  </a:lnTo>
                  <a:lnTo>
                    <a:pt x="1254496" y="1328854"/>
                  </a:lnTo>
                  <a:lnTo>
                    <a:pt x="1259887" y="1326667"/>
                  </a:lnTo>
                  <a:lnTo>
                    <a:pt x="1262843" y="1325468"/>
                  </a:lnTo>
                  <a:lnTo>
                    <a:pt x="1273624" y="1321093"/>
                  </a:lnTo>
                  <a:lnTo>
                    <a:pt x="1282145" y="1317634"/>
                  </a:lnTo>
                  <a:lnTo>
                    <a:pt x="1283015" y="1317281"/>
                  </a:lnTo>
                  <a:lnTo>
                    <a:pt x="1284928" y="1316504"/>
                  </a:lnTo>
                  <a:lnTo>
                    <a:pt x="1287710" y="1315374"/>
                  </a:lnTo>
                  <a:lnTo>
                    <a:pt x="1311012" y="1305903"/>
                  </a:lnTo>
                  <a:lnTo>
                    <a:pt x="1311708" y="1305620"/>
                  </a:lnTo>
                  <a:lnTo>
                    <a:pt x="1315360" y="1304135"/>
                  </a:lnTo>
                  <a:lnTo>
                    <a:pt x="1320925" y="1301871"/>
                  </a:lnTo>
                  <a:lnTo>
                    <a:pt x="1321446" y="1301659"/>
                  </a:lnTo>
                  <a:lnTo>
                    <a:pt x="1325968" y="1299819"/>
                  </a:lnTo>
                  <a:lnTo>
                    <a:pt x="1327880" y="1299040"/>
                  </a:lnTo>
                  <a:lnTo>
                    <a:pt x="1329793" y="1298262"/>
                  </a:lnTo>
                  <a:lnTo>
                    <a:pt x="1340227" y="1294013"/>
                  </a:lnTo>
                  <a:lnTo>
                    <a:pt x="1348053" y="1290825"/>
                  </a:lnTo>
                  <a:lnTo>
                    <a:pt x="1352226" y="1289125"/>
                  </a:lnTo>
                  <a:lnTo>
                    <a:pt x="1353965" y="1288416"/>
                  </a:lnTo>
                  <a:lnTo>
                    <a:pt x="1355878" y="1287636"/>
                  </a:lnTo>
                  <a:lnTo>
                    <a:pt x="1367181" y="1283028"/>
                  </a:lnTo>
                  <a:lnTo>
                    <a:pt x="1374659" y="1279977"/>
                  </a:lnTo>
                  <a:lnTo>
                    <a:pt x="1380571" y="1277564"/>
                  </a:lnTo>
                  <a:lnTo>
                    <a:pt x="1384049" y="1276145"/>
                  </a:lnTo>
                  <a:lnTo>
                    <a:pt x="1385614" y="1275506"/>
                  </a:lnTo>
                  <a:lnTo>
                    <a:pt x="1386136" y="1275293"/>
                  </a:lnTo>
                  <a:lnTo>
                    <a:pt x="1387353" y="1274796"/>
                  </a:lnTo>
                  <a:lnTo>
                    <a:pt x="1391179" y="1273234"/>
                  </a:lnTo>
                  <a:lnTo>
                    <a:pt x="1393092" y="1272453"/>
                  </a:lnTo>
                  <a:lnTo>
                    <a:pt x="1395874" y="1271316"/>
                  </a:lnTo>
                  <a:lnTo>
                    <a:pt x="1404221" y="1267906"/>
                  </a:lnTo>
                  <a:lnTo>
                    <a:pt x="1408743" y="1266058"/>
                  </a:lnTo>
                  <a:lnTo>
                    <a:pt x="1409786" y="1265632"/>
                  </a:lnTo>
                  <a:lnTo>
                    <a:pt x="1421959" y="1260654"/>
                  </a:lnTo>
                  <a:lnTo>
                    <a:pt x="1423872" y="1259872"/>
                  </a:lnTo>
                  <a:lnTo>
                    <a:pt x="1427002" y="1258591"/>
                  </a:lnTo>
                  <a:lnTo>
                    <a:pt x="1428393" y="1258022"/>
                  </a:lnTo>
                  <a:lnTo>
                    <a:pt x="1433784" y="1255816"/>
                  </a:lnTo>
                  <a:lnTo>
                    <a:pt x="1436740" y="1254606"/>
                  </a:lnTo>
                  <a:lnTo>
                    <a:pt x="1447522" y="1250191"/>
                  </a:lnTo>
                  <a:lnTo>
                    <a:pt x="1456043" y="1246700"/>
                  </a:lnTo>
                  <a:lnTo>
                    <a:pt x="1456912" y="1246344"/>
                  </a:lnTo>
                  <a:lnTo>
                    <a:pt x="1458825" y="1245560"/>
                  </a:lnTo>
                  <a:lnTo>
                    <a:pt x="1461608" y="1244419"/>
                  </a:lnTo>
                  <a:lnTo>
                    <a:pt x="1484910" y="1234862"/>
                  </a:lnTo>
                  <a:lnTo>
                    <a:pt x="1485605" y="1234576"/>
                  </a:lnTo>
                  <a:lnTo>
                    <a:pt x="1489257" y="1233077"/>
                  </a:lnTo>
                  <a:lnTo>
                    <a:pt x="1494822" y="1230793"/>
                  </a:lnTo>
                  <a:lnTo>
                    <a:pt x="1495344" y="1230578"/>
                  </a:lnTo>
                  <a:lnTo>
                    <a:pt x="1499517" y="1228864"/>
                  </a:lnTo>
                  <a:lnTo>
                    <a:pt x="1499865" y="1228722"/>
                  </a:lnTo>
                  <a:lnTo>
                    <a:pt x="1501778" y="1227936"/>
                  </a:lnTo>
                  <a:lnTo>
                    <a:pt x="1503691" y="1227150"/>
                  </a:lnTo>
                  <a:lnTo>
                    <a:pt x="1514125" y="1222862"/>
                  </a:lnTo>
                  <a:lnTo>
                    <a:pt x="1521950" y="1219645"/>
                  </a:lnTo>
                  <a:lnTo>
                    <a:pt x="1526123" y="1217928"/>
                  </a:lnTo>
                  <a:lnTo>
                    <a:pt x="1527862" y="1217213"/>
                  </a:lnTo>
                  <a:lnTo>
                    <a:pt x="1529775" y="1216426"/>
                  </a:lnTo>
                  <a:lnTo>
                    <a:pt x="1541079" y="1211774"/>
                  </a:lnTo>
                  <a:lnTo>
                    <a:pt x="1548556" y="1208695"/>
                  </a:lnTo>
                  <a:lnTo>
                    <a:pt x="1554469" y="1206260"/>
                  </a:lnTo>
                  <a:lnTo>
                    <a:pt x="1559512" y="1204182"/>
                  </a:lnTo>
                  <a:lnTo>
                    <a:pt x="1560033" y="1203967"/>
                  </a:lnTo>
                  <a:lnTo>
                    <a:pt x="1561251" y="1203466"/>
                  </a:lnTo>
                  <a:lnTo>
                    <a:pt x="1565077" y="1201889"/>
                  </a:lnTo>
                  <a:lnTo>
                    <a:pt x="1566989" y="1201100"/>
                  </a:lnTo>
                  <a:lnTo>
                    <a:pt x="1569772" y="1199953"/>
                  </a:lnTo>
                  <a:lnTo>
                    <a:pt x="1578119" y="1196511"/>
                  </a:lnTo>
                  <a:lnTo>
                    <a:pt x="1582640" y="1194646"/>
                  </a:lnTo>
                  <a:lnTo>
                    <a:pt x="1583684" y="1194215"/>
                  </a:lnTo>
                  <a:lnTo>
                    <a:pt x="1595856" y="1189191"/>
                  </a:lnTo>
                  <a:lnTo>
                    <a:pt x="1597769" y="1188401"/>
                  </a:lnTo>
                  <a:lnTo>
                    <a:pt x="1600899" y="1187108"/>
                  </a:lnTo>
                  <a:lnTo>
                    <a:pt x="1602291" y="1186533"/>
                  </a:lnTo>
                  <a:lnTo>
                    <a:pt x="1607681" y="1184307"/>
                  </a:lnTo>
                  <a:lnTo>
                    <a:pt x="1610638" y="1183085"/>
                  </a:lnTo>
                  <a:lnTo>
                    <a:pt x="1621419" y="1178628"/>
                  </a:lnTo>
                  <a:lnTo>
                    <a:pt x="1629940" y="1175104"/>
                  </a:lnTo>
                  <a:lnTo>
                    <a:pt x="1630810" y="1174745"/>
                  </a:lnTo>
                  <a:lnTo>
                    <a:pt x="1632723" y="1173953"/>
                  </a:lnTo>
                  <a:lnTo>
                    <a:pt x="1635505" y="1172802"/>
                  </a:lnTo>
                  <a:lnTo>
                    <a:pt x="1658807" y="1163153"/>
                  </a:lnTo>
                  <a:lnTo>
                    <a:pt x="1659503" y="1162865"/>
                  </a:lnTo>
                  <a:lnTo>
                    <a:pt x="1663155" y="1161352"/>
                  </a:lnTo>
                  <a:lnTo>
                    <a:pt x="1668719" y="1159045"/>
                  </a:lnTo>
                  <a:lnTo>
                    <a:pt x="1669241" y="1158829"/>
                  </a:lnTo>
                  <a:lnTo>
                    <a:pt x="1673415" y="1157098"/>
                  </a:lnTo>
                  <a:lnTo>
                    <a:pt x="1673762" y="1156954"/>
                  </a:lnTo>
                  <a:lnTo>
                    <a:pt x="1675675" y="1156161"/>
                  </a:lnTo>
                  <a:lnTo>
                    <a:pt x="1677588" y="1155368"/>
                  </a:lnTo>
                  <a:lnTo>
                    <a:pt x="1688022" y="1151039"/>
                  </a:lnTo>
                  <a:lnTo>
                    <a:pt x="1695847" y="1147791"/>
                  </a:lnTo>
                  <a:lnTo>
                    <a:pt x="1700021" y="1146058"/>
                  </a:lnTo>
                  <a:lnTo>
                    <a:pt x="1701760" y="1145335"/>
                  </a:lnTo>
                  <a:lnTo>
                    <a:pt x="1703673" y="1144541"/>
                  </a:lnTo>
                  <a:lnTo>
                    <a:pt x="1714976" y="1139844"/>
                  </a:lnTo>
                  <a:lnTo>
                    <a:pt x="1722454" y="1136736"/>
                  </a:lnTo>
                  <a:lnTo>
                    <a:pt x="1728366" y="1134277"/>
                  </a:lnTo>
                  <a:lnTo>
                    <a:pt x="1731844" y="1132830"/>
                  </a:lnTo>
                  <a:lnTo>
                    <a:pt x="1733409" y="1132179"/>
                  </a:lnTo>
                  <a:lnTo>
                    <a:pt x="1733931" y="1131962"/>
                  </a:lnTo>
                  <a:lnTo>
                    <a:pt x="1735148" y="1131456"/>
                  </a:lnTo>
                  <a:lnTo>
                    <a:pt x="1738974" y="1129864"/>
                  </a:lnTo>
                  <a:lnTo>
                    <a:pt x="1740887" y="1129068"/>
                  </a:lnTo>
                  <a:lnTo>
                    <a:pt x="1743669" y="1127909"/>
                  </a:lnTo>
                  <a:lnTo>
                    <a:pt x="1752016" y="1124434"/>
                  </a:lnTo>
                  <a:lnTo>
                    <a:pt x="1756538" y="1122550"/>
                  </a:lnTo>
                  <a:lnTo>
                    <a:pt x="1757581" y="1122116"/>
                  </a:lnTo>
                  <a:lnTo>
                    <a:pt x="1769754" y="1117043"/>
                  </a:lnTo>
                  <a:lnTo>
                    <a:pt x="1771667" y="1116245"/>
                  </a:lnTo>
                  <a:lnTo>
                    <a:pt x="1774797" y="1114940"/>
                  </a:lnTo>
                  <a:lnTo>
                    <a:pt x="1776188" y="1114360"/>
                  </a:lnTo>
                  <a:lnTo>
                    <a:pt x="1781579" y="1112111"/>
                  </a:lnTo>
                  <a:lnTo>
                    <a:pt x="1784535" y="1110878"/>
                  </a:lnTo>
                  <a:lnTo>
                    <a:pt x="1795317" y="1106378"/>
                  </a:lnTo>
                  <a:lnTo>
                    <a:pt x="1803838" y="1102820"/>
                  </a:lnTo>
                  <a:lnTo>
                    <a:pt x="1804707" y="1102457"/>
                  </a:lnTo>
                  <a:lnTo>
                    <a:pt x="1806620" y="1101658"/>
                  </a:lnTo>
                  <a:lnTo>
                    <a:pt x="1809402" y="1100495"/>
                  </a:lnTo>
                  <a:lnTo>
                    <a:pt x="1832705" y="1090753"/>
                  </a:lnTo>
                  <a:lnTo>
                    <a:pt x="1833400" y="1090462"/>
                  </a:lnTo>
                  <a:lnTo>
                    <a:pt x="1842617" y="1086605"/>
                  </a:lnTo>
                  <a:lnTo>
                    <a:pt x="1843139" y="1086387"/>
                  </a:lnTo>
                  <a:lnTo>
                    <a:pt x="1847312" y="1084640"/>
                  </a:lnTo>
                  <a:lnTo>
                    <a:pt x="1847660" y="1084494"/>
                  </a:lnTo>
                  <a:lnTo>
                    <a:pt x="1849573" y="1083693"/>
                  </a:lnTo>
                  <a:lnTo>
                    <a:pt x="1851486" y="1082892"/>
                  </a:lnTo>
                  <a:lnTo>
                    <a:pt x="1861919" y="1078521"/>
                  </a:lnTo>
                  <a:lnTo>
                    <a:pt x="1869745" y="1075242"/>
                  </a:lnTo>
                  <a:lnTo>
                    <a:pt x="1873918" y="1073492"/>
                  </a:lnTo>
                  <a:lnTo>
                    <a:pt x="1875657" y="1072763"/>
                  </a:lnTo>
                  <a:lnTo>
                    <a:pt x="1877570" y="1071960"/>
                  </a:lnTo>
                  <a:lnTo>
                    <a:pt x="1888874" y="1067218"/>
                  </a:lnTo>
                  <a:lnTo>
                    <a:pt x="1896351" y="1064080"/>
                  </a:lnTo>
                  <a:lnTo>
                    <a:pt x="1902264" y="1061597"/>
                  </a:lnTo>
                  <a:lnTo>
                    <a:pt x="1905742" y="1060136"/>
                  </a:lnTo>
                  <a:lnTo>
                    <a:pt x="1907307" y="1059479"/>
                  </a:lnTo>
                  <a:lnTo>
                    <a:pt x="1907828" y="1059260"/>
                  </a:lnTo>
                  <a:lnTo>
                    <a:pt x="1909046" y="1058748"/>
                  </a:lnTo>
                  <a:lnTo>
                    <a:pt x="1912871" y="1057141"/>
                  </a:lnTo>
                  <a:lnTo>
                    <a:pt x="1914784" y="1056337"/>
                  </a:lnTo>
                  <a:lnTo>
                    <a:pt x="1917567" y="1055168"/>
                  </a:lnTo>
                  <a:lnTo>
                    <a:pt x="1925914" y="1051659"/>
                  </a:lnTo>
                  <a:lnTo>
                    <a:pt x="1930435" y="1049757"/>
                  </a:lnTo>
                  <a:lnTo>
                    <a:pt x="1931478" y="1049318"/>
                  </a:lnTo>
                  <a:lnTo>
                    <a:pt x="1943651" y="1044196"/>
                  </a:lnTo>
                  <a:lnTo>
                    <a:pt x="1945564" y="1043391"/>
                  </a:lnTo>
                  <a:lnTo>
                    <a:pt x="1948694" y="1042073"/>
                  </a:lnTo>
                  <a:lnTo>
                    <a:pt x="1950085" y="1041487"/>
                  </a:lnTo>
                  <a:lnTo>
                    <a:pt x="1955476" y="1039217"/>
                  </a:lnTo>
                  <a:lnTo>
                    <a:pt x="1958433" y="1037972"/>
                  </a:lnTo>
                  <a:lnTo>
                    <a:pt x="1969214" y="1033429"/>
                  </a:lnTo>
                  <a:lnTo>
                    <a:pt x="1977735" y="1029836"/>
                  </a:lnTo>
                  <a:lnTo>
                    <a:pt x="1978605" y="1029469"/>
                  </a:lnTo>
                  <a:lnTo>
                    <a:pt x="1980518" y="1028663"/>
                  </a:lnTo>
                  <a:lnTo>
                    <a:pt x="1983300" y="1027489"/>
                  </a:lnTo>
                  <a:lnTo>
                    <a:pt x="2006602" y="1017653"/>
                  </a:lnTo>
                  <a:lnTo>
                    <a:pt x="2007298" y="1017359"/>
                  </a:lnTo>
                  <a:lnTo>
                    <a:pt x="2010950" y="1015817"/>
                  </a:lnTo>
                  <a:lnTo>
                    <a:pt x="2016514" y="1013465"/>
                  </a:lnTo>
                  <a:lnTo>
                    <a:pt x="2017036" y="1013245"/>
                  </a:lnTo>
                  <a:lnTo>
                    <a:pt x="2021210" y="1011481"/>
                  </a:lnTo>
                  <a:lnTo>
                    <a:pt x="2021557" y="1011334"/>
                  </a:lnTo>
                  <a:lnTo>
                    <a:pt x="2023470" y="1010525"/>
                  </a:lnTo>
                  <a:lnTo>
                    <a:pt x="2025383" y="1009717"/>
                  </a:lnTo>
                  <a:lnTo>
                    <a:pt x="2035817" y="1005304"/>
                  </a:lnTo>
                  <a:lnTo>
                    <a:pt x="2043642" y="1001993"/>
                  </a:lnTo>
                  <a:lnTo>
                    <a:pt x="2047816" y="1000226"/>
                  </a:lnTo>
                  <a:lnTo>
                    <a:pt x="2049555" y="999490"/>
                  </a:lnTo>
                  <a:lnTo>
                    <a:pt x="2051468" y="998680"/>
                  </a:lnTo>
                  <a:lnTo>
                    <a:pt x="2062771" y="993893"/>
                  </a:lnTo>
                  <a:lnTo>
                    <a:pt x="2070249" y="990725"/>
                  </a:lnTo>
                  <a:lnTo>
                    <a:pt x="2076161" y="988218"/>
                  </a:lnTo>
                  <a:lnTo>
                    <a:pt x="2079639" y="986744"/>
                  </a:lnTo>
                  <a:lnTo>
                    <a:pt x="2081204" y="986080"/>
                  </a:lnTo>
                  <a:lnTo>
                    <a:pt x="2081726" y="985859"/>
                  </a:lnTo>
                  <a:lnTo>
                    <a:pt x="2082943" y="985343"/>
                  </a:lnTo>
                  <a:lnTo>
                    <a:pt x="2086769" y="983720"/>
                  </a:lnTo>
                  <a:lnTo>
                    <a:pt x="2088682" y="982908"/>
                  </a:lnTo>
                  <a:lnTo>
                    <a:pt x="2091464" y="981728"/>
                  </a:lnTo>
                  <a:lnTo>
                    <a:pt x="2099811" y="978186"/>
                  </a:lnTo>
                  <a:lnTo>
                    <a:pt x="2104333" y="976266"/>
                  </a:lnTo>
                  <a:lnTo>
                    <a:pt x="2105376" y="975823"/>
                  </a:lnTo>
                  <a:lnTo>
                    <a:pt x="2117549" y="970653"/>
                  </a:lnTo>
                  <a:lnTo>
                    <a:pt x="2119462" y="969840"/>
                  </a:lnTo>
                  <a:lnTo>
                    <a:pt x="2122592" y="968510"/>
                  </a:lnTo>
                  <a:lnTo>
                    <a:pt x="2123983" y="967918"/>
                  </a:lnTo>
                  <a:lnTo>
                    <a:pt x="2129374" y="965627"/>
                  </a:lnTo>
                  <a:lnTo>
                    <a:pt x="2132330" y="964370"/>
                  </a:lnTo>
                  <a:lnTo>
                    <a:pt x="2143112" y="959784"/>
                  </a:lnTo>
                  <a:lnTo>
                    <a:pt x="2151633" y="956158"/>
                  </a:lnTo>
                  <a:lnTo>
                    <a:pt x="2152502" y="955788"/>
                  </a:lnTo>
                  <a:lnTo>
                    <a:pt x="2154415" y="954973"/>
                  </a:lnTo>
                  <a:lnTo>
                    <a:pt x="2157197" y="953789"/>
                  </a:lnTo>
                  <a:lnTo>
                    <a:pt x="2180500" y="943861"/>
                  </a:lnTo>
                  <a:lnTo>
                    <a:pt x="2181195" y="943565"/>
                  </a:lnTo>
                  <a:lnTo>
                    <a:pt x="2184847" y="942008"/>
                  </a:lnTo>
                  <a:lnTo>
                    <a:pt x="2190412" y="939635"/>
                  </a:lnTo>
                  <a:lnTo>
                    <a:pt x="2190933" y="939412"/>
                  </a:lnTo>
                  <a:lnTo>
                    <a:pt x="2195107" y="937632"/>
                  </a:lnTo>
                  <a:lnTo>
                    <a:pt x="2195455" y="937483"/>
                  </a:lnTo>
                  <a:lnTo>
                    <a:pt x="2197368" y="936667"/>
                  </a:lnTo>
                  <a:lnTo>
                    <a:pt x="2199281" y="935851"/>
                  </a:lnTo>
                  <a:lnTo>
                    <a:pt x="2209714" y="931398"/>
                  </a:lnTo>
                  <a:lnTo>
                    <a:pt x="2217540" y="928056"/>
                  </a:lnTo>
                  <a:lnTo>
                    <a:pt x="2221713" y="926273"/>
                  </a:lnTo>
                  <a:lnTo>
                    <a:pt x="2223452" y="925530"/>
                  </a:lnTo>
                  <a:lnTo>
                    <a:pt x="2225365" y="924713"/>
                  </a:lnTo>
                  <a:lnTo>
                    <a:pt x="2236668" y="919882"/>
                  </a:lnTo>
                  <a:lnTo>
                    <a:pt x="2244146" y="916685"/>
                  </a:lnTo>
                  <a:lnTo>
                    <a:pt x="2250059" y="914156"/>
                  </a:lnTo>
                  <a:lnTo>
                    <a:pt x="2253537" y="912667"/>
                  </a:lnTo>
                  <a:lnTo>
                    <a:pt x="2255102" y="911998"/>
                  </a:lnTo>
                  <a:lnTo>
                    <a:pt x="2255623" y="911775"/>
                  </a:lnTo>
                  <a:lnTo>
                    <a:pt x="2256841" y="911254"/>
                  </a:lnTo>
                  <a:lnTo>
                    <a:pt x="2260666" y="909616"/>
                  </a:lnTo>
                  <a:lnTo>
                    <a:pt x="2262579" y="908797"/>
                  </a:lnTo>
                  <a:lnTo>
                    <a:pt x="2265362" y="907606"/>
                  </a:lnTo>
                  <a:lnTo>
                    <a:pt x="2273709" y="904032"/>
                  </a:lnTo>
                  <a:lnTo>
                    <a:pt x="2278230" y="902095"/>
                  </a:lnTo>
                  <a:lnTo>
                    <a:pt x="2279273" y="901648"/>
                  </a:lnTo>
                  <a:lnTo>
                    <a:pt x="2291446" y="896431"/>
                  </a:lnTo>
                  <a:lnTo>
                    <a:pt x="2293359" y="895611"/>
                  </a:lnTo>
                  <a:lnTo>
                    <a:pt x="2296489" y="894268"/>
                  </a:lnTo>
                  <a:lnTo>
                    <a:pt x="2297880" y="893672"/>
                  </a:lnTo>
                  <a:lnTo>
                    <a:pt x="2303271" y="891360"/>
                  </a:lnTo>
                  <a:lnTo>
                    <a:pt x="2306227" y="890092"/>
                  </a:lnTo>
                  <a:lnTo>
                    <a:pt x="2317009" y="885465"/>
                  </a:lnTo>
                  <a:lnTo>
                    <a:pt x="2325530" y="881806"/>
                  </a:lnTo>
                  <a:lnTo>
                    <a:pt x="2326400" y="881433"/>
                  </a:lnTo>
                  <a:lnTo>
                    <a:pt x="2328312" y="880611"/>
                  </a:lnTo>
                  <a:lnTo>
                    <a:pt x="2331095" y="879416"/>
                  </a:lnTo>
                  <a:lnTo>
                    <a:pt x="2354397" y="869401"/>
                  </a:lnTo>
                  <a:lnTo>
                    <a:pt x="2355093" y="869102"/>
                  </a:lnTo>
                  <a:lnTo>
                    <a:pt x="2358744" y="867531"/>
                  </a:lnTo>
                  <a:lnTo>
                    <a:pt x="2364309" y="865138"/>
                  </a:lnTo>
                  <a:lnTo>
                    <a:pt x="2364831" y="864913"/>
                  </a:lnTo>
                  <a:lnTo>
                    <a:pt x="2369004" y="863117"/>
                  </a:lnTo>
                  <a:lnTo>
                    <a:pt x="2369352" y="862968"/>
                  </a:lnTo>
                  <a:lnTo>
                    <a:pt x="2371265" y="862144"/>
                  </a:lnTo>
                  <a:lnTo>
                    <a:pt x="2373178" y="861321"/>
                  </a:lnTo>
                  <a:lnTo>
                    <a:pt x="2383612" y="856829"/>
                  </a:lnTo>
                  <a:lnTo>
                    <a:pt x="2391437" y="853458"/>
                  </a:lnTo>
                  <a:lnTo>
                    <a:pt x="2395611" y="851660"/>
                  </a:lnTo>
                  <a:lnTo>
                    <a:pt x="2397350" y="850911"/>
                  </a:lnTo>
                  <a:lnTo>
                    <a:pt x="2399263" y="850086"/>
                  </a:lnTo>
                  <a:lnTo>
                    <a:pt x="2410566" y="845214"/>
                  </a:lnTo>
                  <a:lnTo>
                    <a:pt x="2418044" y="841989"/>
                  </a:lnTo>
                  <a:lnTo>
                    <a:pt x="2423956" y="839438"/>
                  </a:lnTo>
                  <a:lnTo>
                    <a:pt x="2427434" y="837937"/>
                  </a:lnTo>
                  <a:lnTo>
                    <a:pt x="2428999" y="837262"/>
                  </a:lnTo>
                  <a:lnTo>
                    <a:pt x="2429521" y="837037"/>
                  </a:lnTo>
                  <a:lnTo>
                    <a:pt x="2430738" y="836511"/>
                  </a:lnTo>
                  <a:lnTo>
                    <a:pt x="2434564" y="834860"/>
                  </a:lnTo>
                  <a:lnTo>
                    <a:pt x="2436477" y="834034"/>
                  </a:lnTo>
                  <a:lnTo>
                    <a:pt x="2439259" y="832833"/>
                  </a:lnTo>
                  <a:lnTo>
                    <a:pt x="2447606" y="829228"/>
                  </a:lnTo>
                  <a:lnTo>
                    <a:pt x="2452127" y="827275"/>
                  </a:lnTo>
                  <a:lnTo>
                    <a:pt x="2453171" y="826824"/>
                  </a:lnTo>
                  <a:lnTo>
                    <a:pt x="2465344" y="821563"/>
                  </a:lnTo>
                  <a:lnTo>
                    <a:pt x="2467256" y="820736"/>
                  </a:lnTo>
                  <a:lnTo>
                    <a:pt x="2470387" y="819383"/>
                  </a:lnTo>
                  <a:lnTo>
                    <a:pt x="2471778" y="818781"/>
                  </a:lnTo>
                  <a:lnTo>
                    <a:pt x="2477169" y="816450"/>
                  </a:lnTo>
                  <a:lnTo>
                    <a:pt x="2480125" y="815171"/>
                  </a:lnTo>
                  <a:lnTo>
                    <a:pt x="2490907" y="810506"/>
                  </a:lnTo>
                  <a:lnTo>
                    <a:pt x="2499428" y="806817"/>
                  </a:lnTo>
                  <a:lnTo>
                    <a:pt x="2500297" y="806441"/>
                  </a:lnTo>
                  <a:lnTo>
                    <a:pt x="2502210" y="805612"/>
                  </a:lnTo>
                  <a:lnTo>
                    <a:pt x="2504992" y="804407"/>
                  </a:lnTo>
                  <a:lnTo>
                    <a:pt x="2528294" y="794310"/>
                  </a:lnTo>
                  <a:lnTo>
                    <a:pt x="2528990" y="794009"/>
                  </a:lnTo>
                  <a:lnTo>
                    <a:pt x="2532642" y="792425"/>
                  </a:lnTo>
                  <a:lnTo>
                    <a:pt x="2538207" y="790012"/>
                  </a:lnTo>
                  <a:lnTo>
                    <a:pt x="2538728" y="789786"/>
                  </a:lnTo>
                  <a:lnTo>
                    <a:pt x="2542902" y="787975"/>
                  </a:lnTo>
                  <a:lnTo>
                    <a:pt x="2543250" y="787824"/>
                  </a:lnTo>
                  <a:lnTo>
                    <a:pt x="2545163" y="786994"/>
                  </a:lnTo>
                  <a:lnTo>
                    <a:pt x="2547075" y="786164"/>
                  </a:lnTo>
                  <a:lnTo>
                    <a:pt x="2557509" y="781636"/>
                  </a:lnTo>
                  <a:lnTo>
                    <a:pt x="2565335" y="778238"/>
                  </a:lnTo>
                  <a:lnTo>
                    <a:pt x="2569508" y="776426"/>
                  </a:lnTo>
                  <a:lnTo>
                    <a:pt x="2571247" y="775671"/>
                  </a:lnTo>
                  <a:lnTo>
                    <a:pt x="2573160" y="774840"/>
                  </a:lnTo>
                  <a:lnTo>
                    <a:pt x="2584463" y="769928"/>
                  </a:lnTo>
                  <a:lnTo>
                    <a:pt x="2591941" y="766678"/>
                  </a:lnTo>
                  <a:lnTo>
                    <a:pt x="2597853" y="764107"/>
                  </a:lnTo>
                  <a:lnTo>
                    <a:pt x="2601331" y="762595"/>
                  </a:lnTo>
                  <a:lnTo>
                    <a:pt x="2602896" y="761914"/>
                  </a:lnTo>
                  <a:lnTo>
                    <a:pt x="2603418" y="761687"/>
                  </a:lnTo>
                  <a:lnTo>
                    <a:pt x="2604635" y="761157"/>
                  </a:lnTo>
                  <a:lnTo>
                    <a:pt x="2608461" y="759493"/>
                  </a:lnTo>
                  <a:lnTo>
                    <a:pt x="2610374" y="758661"/>
                  </a:lnTo>
                  <a:lnTo>
                    <a:pt x="2613156" y="757450"/>
                  </a:lnTo>
                  <a:lnTo>
                    <a:pt x="2639241" y="746093"/>
                  </a:lnTo>
                  <a:lnTo>
                    <a:pt x="2641154" y="745260"/>
                  </a:lnTo>
                  <a:lnTo>
                    <a:pt x="2644284" y="743896"/>
                  </a:lnTo>
                  <a:lnTo>
                    <a:pt x="2645675" y="743290"/>
                  </a:lnTo>
                  <a:lnTo>
                    <a:pt x="2651066" y="740941"/>
                  </a:lnTo>
                  <a:lnTo>
                    <a:pt x="2654022" y="739652"/>
                  </a:lnTo>
                  <a:lnTo>
                    <a:pt x="2664804" y="734951"/>
                  </a:lnTo>
                  <a:lnTo>
                    <a:pt x="2673325" y="731235"/>
                  </a:lnTo>
                  <a:lnTo>
                    <a:pt x="2674194" y="730856"/>
                  </a:lnTo>
                  <a:lnTo>
                    <a:pt x="2676107" y="730021"/>
                  </a:lnTo>
                  <a:lnTo>
                    <a:pt x="2678890" y="728807"/>
                  </a:lnTo>
                  <a:lnTo>
                    <a:pt x="2702192" y="718634"/>
                  </a:lnTo>
                  <a:lnTo>
                    <a:pt x="2702888" y="718331"/>
                  </a:lnTo>
                  <a:lnTo>
                    <a:pt x="2706539" y="716735"/>
                  </a:lnTo>
                  <a:lnTo>
                    <a:pt x="2712104" y="714304"/>
                  </a:lnTo>
                  <a:lnTo>
                    <a:pt x="2712626" y="714076"/>
                  </a:lnTo>
                  <a:lnTo>
                    <a:pt x="2716799" y="712253"/>
                  </a:lnTo>
                  <a:lnTo>
                    <a:pt x="2717147" y="712101"/>
                  </a:lnTo>
                  <a:lnTo>
                    <a:pt x="2719060" y="711265"/>
                  </a:lnTo>
                  <a:lnTo>
                    <a:pt x="2720973" y="710429"/>
                  </a:lnTo>
                  <a:lnTo>
                    <a:pt x="2731407" y="705867"/>
                  </a:lnTo>
                  <a:lnTo>
                    <a:pt x="2739232" y="702445"/>
                  </a:lnTo>
                  <a:lnTo>
                    <a:pt x="2743406" y="700619"/>
                  </a:lnTo>
                  <a:lnTo>
                    <a:pt x="2745145" y="699858"/>
                  </a:lnTo>
                  <a:lnTo>
                    <a:pt x="2747057" y="699021"/>
                  </a:lnTo>
                  <a:lnTo>
                    <a:pt x="2758361" y="694075"/>
                  </a:lnTo>
                  <a:lnTo>
                    <a:pt x="2765838" y="690801"/>
                  </a:lnTo>
                  <a:lnTo>
                    <a:pt x="2771751" y="688212"/>
                  </a:lnTo>
                  <a:lnTo>
                    <a:pt x="2775229" y="686689"/>
                  </a:lnTo>
                  <a:lnTo>
                    <a:pt x="2776794" y="686003"/>
                  </a:lnTo>
                  <a:lnTo>
                    <a:pt x="2777316" y="685775"/>
                  </a:lnTo>
                  <a:lnTo>
                    <a:pt x="2778533" y="685241"/>
                  </a:lnTo>
                  <a:lnTo>
                    <a:pt x="2782359" y="683565"/>
                  </a:lnTo>
                  <a:lnTo>
                    <a:pt x="2784272" y="682727"/>
                  </a:lnTo>
                  <a:lnTo>
                    <a:pt x="2787054" y="681508"/>
                  </a:lnTo>
                  <a:lnTo>
                    <a:pt x="2795401" y="677850"/>
                  </a:lnTo>
                  <a:lnTo>
                    <a:pt x="2800966" y="675410"/>
                  </a:lnTo>
                  <a:lnTo>
                    <a:pt x="2813139" y="670072"/>
                  </a:lnTo>
                  <a:lnTo>
                    <a:pt x="2815051" y="669232"/>
                  </a:lnTo>
                  <a:lnTo>
                    <a:pt x="2818182" y="667859"/>
                  </a:lnTo>
                  <a:lnTo>
                    <a:pt x="2819573" y="667249"/>
                  </a:lnTo>
                  <a:lnTo>
                    <a:pt x="2824964" y="664883"/>
                  </a:lnTo>
                  <a:lnTo>
                    <a:pt x="2827920" y="663586"/>
                  </a:lnTo>
                  <a:lnTo>
                    <a:pt x="2838701" y="658853"/>
                  </a:lnTo>
                  <a:lnTo>
                    <a:pt x="2847222" y="655111"/>
                  </a:lnTo>
                  <a:lnTo>
                    <a:pt x="2848092" y="654729"/>
                  </a:lnTo>
                  <a:lnTo>
                    <a:pt x="2850005" y="653889"/>
                  </a:lnTo>
                  <a:lnTo>
                    <a:pt x="2852787" y="652667"/>
                  </a:lnTo>
                  <a:lnTo>
                    <a:pt x="2876089" y="642426"/>
                  </a:lnTo>
                  <a:lnTo>
                    <a:pt x="2876785" y="642120"/>
                  </a:lnTo>
                  <a:lnTo>
                    <a:pt x="2880437" y="640514"/>
                  </a:lnTo>
                  <a:lnTo>
                    <a:pt x="2886002" y="638067"/>
                  </a:lnTo>
                  <a:lnTo>
                    <a:pt x="2886523" y="637838"/>
                  </a:lnTo>
                  <a:lnTo>
                    <a:pt x="2890697" y="636002"/>
                  </a:lnTo>
                  <a:lnTo>
                    <a:pt x="2891045" y="635849"/>
                  </a:lnTo>
                  <a:lnTo>
                    <a:pt x="2892957" y="635007"/>
                  </a:lnTo>
                  <a:lnTo>
                    <a:pt x="2894870" y="634166"/>
                  </a:lnTo>
                  <a:lnTo>
                    <a:pt x="2905304" y="629575"/>
                  </a:lnTo>
                  <a:lnTo>
                    <a:pt x="2913130" y="626130"/>
                  </a:lnTo>
                  <a:lnTo>
                    <a:pt x="2917303" y="624292"/>
                  </a:lnTo>
                  <a:lnTo>
                    <a:pt x="2919042" y="623527"/>
                  </a:lnTo>
                  <a:lnTo>
                    <a:pt x="2920955" y="622684"/>
                  </a:lnTo>
                  <a:lnTo>
                    <a:pt x="2932258" y="617706"/>
                  </a:lnTo>
                  <a:lnTo>
                    <a:pt x="2939736" y="614411"/>
                  </a:lnTo>
                  <a:lnTo>
                    <a:pt x="2945648" y="611806"/>
                  </a:lnTo>
                  <a:lnTo>
                    <a:pt x="2949126" y="610273"/>
                  </a:lnTo>
                  <a:lnTo>
                    <a:pt x="2950691" y="609583"/>
                  </a:lnTo>
                  <a:lnTo>
                    <a:pt x="2951213" y="609353"/>
                  </a:lnTo>
                  <a:lnTo>
                    <a:pt x="2952430" y="608816"/>
                  </a:lnTo>
                  <a:lnTo>
                    <a:pt x="2956256" y="607129"/>
                  </a:lnTo>
                  <a:lnTo>
                    <a:pt x="2958169" y="606286"/>
                  </a:lnTo>
                  <a:lnTo>
                    <a:pt x="2960951" y="605059"/>
                  </a:lnTo>
                  <a:lnTo>
                    <a:pt x="2969298" y="601378"/>
                  </a:lnTo>
                  <a:lnTo>
                    <a:pt x="2973820" y="599383"/>
                  </a:lnTo>
                  <a:lnTo>
                    <a:pt x="2974863" y="598923"/>
                  </a:lnTo>
                  <a:lnTo>
                    <a:pt x="2987036" y="593551"/>
                  </a:lnTo>
                  <a:lnTo>
                    <a:pt x="2988949" y="592707"/>
                  </a:lnTo>
                  <a:lnTo>
                    <a:pt x="2992079" y="591325"/>
                  </a:lnTo>
                  <a:lnTo>
                    <a:pt x="2993470" y="590711"/>
                  </a:lnTo>
                  <a:lnTo>
                    <a:pt x="2998861" y="588331"/>
                  </a:lnTo>
                  <a:lnTo>
                    <a:pt x="3001817" y="587026"/>
                  </a:lnTo>
                  <a:lnTo>
                    <a:pt x="3012599" y="582264"/>
                  </a:lnTo>
                  <a:lnTo>
                    <a:pt x="3021120" y="578500"/>
                  </a:lnTo>
                  <a:lnTo>
                    <a:pt x="3021989" y="578115"/>
                  </a:lnTo>
                  <a:lnTo>
                    <a:pt x="3023902" y="577270"/>
                  </a:lnTo>
                  <a:lnTo>
                    <a:pt x="3026685" y="576041"/>
                  </a:lnTo>
                  <a:lnTo>
                    <a:pt x="3049987" y="565739"/>
                  </a:lnTo>
                  <a:lnTo>
                    <a:pt x="3050682" y="565431"/>
                  </a:lnTo>
                  <a:lnTo>
                    <a:pt x="3054334" y="563816"/>
                  </a:lnTo>
                  <a:lnTo>
                    <a:pt x="3059899" y="561354"/>
                  </a:lnTo>
                  <a:lnTo>
                    <a:pt x="3060421" y="561123"/>
                  </a:lnTo>
                  <a:lnTo>
                    <a:pt x="3064942" y="559123"/>
                  </a:lnTo>
                  <a:lnTo>
                    <a:pt x="3066855" y="558277"/>
                  </a:lnTo>
                  <a:lnTo>
                    <a:pt x="3068768" y="557430"/>
                  </a:lnTo>
                  <a:lnTo>
                    <a:pt x="3079202" y="552812"/>
                  </a:lnTo>
                  <a:lnTo>
                    <a:pt x="3087027" y="549348"/>
                  </a:lnTo>
                  <a:lnTo>
                    <a:pt x="3091201" y="547499"/>
                  </a:lnTo>
                  <a:lnTo>
                    <a:pt x="3092939" y="546729"/>
                  </a:lnTo>
                  <a:lnTo>
                    <a:pt x="3094852" y="545882"/>
                  </a:lnTo>
                  <a:lnTo>
                    <a:pt x="3106156" y="540875"/>
                  </a:lnTo>
                  <a:lnTo>
                    <a:pt x="3113633" y="537562"/>
                  </a:lnTo>
                  <a:lnTo>
                    <a:pt x="3119546" y="534942"/>
                  </a:lnTo>
                  <a:lnTo>
                    <a:pt x="3123024" y="533400"/>
                  </a:lnTo>
                  <a:lnTo>
                    <a:pt x="3124589" y="532706"/>
                  </a:lnTo>
                  <a:lnTo>
                    <a:pt x="3125111" y="532475"/>
                  </a:lnTo>
                  <a:lnTo>
                    <a:pt x="3126328" y="531935"/>
                  </a:lnTo>
                  <a:lnTo>
                    <a:pt x="3130154" y="530239"/>
                  </a:lnTo>
                  <a:lnTo>
                    <a:pt x="3132066" y="529391"/>
                  </a:lnTo>
                  <a:lnTo>
                    <a:pt x="3134849" y="528157"/>
                  </a:lnTo>
                  <a:lnTo>
                    <a:pt x="3143196" y="524456"/>
                  </a:lnTo>
                  <a:lnTo>
                    <a:pt x="3147717" y="522450"/>
                  </a:lnTo>
                  <a:lnTo>
                    <a:pt x="3148761" y="521987"/>
                  </a:lnTo>
                  <a:lnTo>
                    <a:pt x="3160933" y="516586"/>
                  </a:lnTo>
                  <a:lnTo>
                    <a:pt x="3162846" y="515737"/>
                  </a:lnTo>
                  <a:lnTo>
                    <a:pt x="3165976" y="514348"/>
                  </a:lnTo>
                  <a:lnTo>
                    <a:pt x="3167368" y="513731"/>
                  </a:lnTo>
                  <a:lnTo>
                    <a:pt x="3172758" y="511338"/>
                  </a:lnTo>
                  <a:lnTo>
                    <a:pt x="3175715" y="510025"/>
                  </a:lnTo>
                  <a:lnTo>
                    <a:pt x="3186496" y="505238"/>
                  </a:lnTo>
                  <a:lnTo>
                    <a:pt x="3195017" y="501453"/>
                  </a:lnTo>
                  <a:lnTo>
                    <a:pt x="3195887" y="501067"/>
                  </a:lnTo>
                  <a:lnTo>
                    <a:pt x="3197800" y="500217"/>
                  </a:lnTo>
                  <a:lnTo>
                    <a:pt x="3200582" y="498981"/>
                  </a:lnTo>
                  <a:lnTo>
                    <a:pt x="3223884" y="488625"/>
                  </a:lnTo>
                  <a:lnTo>
                    <a:pt x="3224580" y="488316"/>
                  </a:lnTo>
                  <a:lnTo>
                    <a:pt x="3228232" y="486692"/>
                  </a:lnTo>
                  <a:lnTo>
                    <a:pt x="3233796" y="484218"/>
                  </a:lnTo>
                  <a:lnTo>
                    <a:pt x="3234318" y="483986"/>
                  </a:lnTo>
                  <a:lnTo>
                    <a:pt x="3238492" y="482130"/>
                  </a:lnTo>
                  <a:lnTo>
                    <a:pt x="3238839" y="481975"/>
                  </a:lnTo>
                  <a:lnTo>
                    <a:pt x="3240752" y="481125"/>
                  </a:lnTo>
                  <a:lnTo>
                    <a:pt x="3242665" y="480274"/>
                  </a:lnTo>
                  <a:lnTo>
                    <a:pt x="3253099" y="475632"/>
                  </a:lnTo>
                  <a:lnTo>
                    <a:pt x="3260924" y="472150"/>
                  </a:lnTo>
                  <a:lnTo>
                    <a:pt x="3265098" y="470292"/>
                  </a:lnTo>
                  <a:lnTo>
                    <a:pt x="3266837" y="469518"/>
                  </a:lnTo>
                  <a:lnTo>
                    <a:pt x="3268750" y="468667"/>
                  </a:lnTo>
                  <a:lnTo>
                    <a:pt x="3280053" y="463635"/>
                  </a:lnTo>
                  <a:lnTo>
                    <a:pt x="3287531" y="460305"/>
                  </a:lnTo>
                  <a:lnTo>
                    <a:pt x="3293443" y="457672"/>
                  </a:lnTo>
                  <a:lnTo>
                    <a:pt x="3296921" y="456123"/>
                  </a:lnTo>
                  <a:lnTo>
                    <a:pt x="3298486" y="455426"/>
                  </a:lnTo>
                  <a:lnTo>
                    <a:pt x="3299008" y="455193"/>
                  </a:lnTo>
                  <a:lnTo>
                    <a:pt x="3300225" y="454651"/>
                  </a:lnTo>
                  <a:lnTo>
                    <a:pt x="3304051" y="452946"/>
                  </a:lnTo>
                  <a:lnTo>
                    <a:pt x="3305964" y="452094"/>
                  </a:lnTo>
                  <a:lnTo>
                    <a:pt x="3308746" y="450854"/>
                  </a:lnTo>
                  <a:lnTo>
                    <a:pt x="3317093" y="447135"/>
                  </a:lnTo>
                  <a:lnTo>
                    <a:pt x="3321615" y="445119"/>
                  </a:lnTo>
                  <a:lnTo>
                    <a:pt x="3322658" y="444654"/>
                  </a:lnTo>
                  <a:lnTo>
                    <a:pt x="3334831" y="439227"/>
                  </a:lnTo>
                  <a:lnTo>
                    <a:pt x="3336744" y="438374"/>
                  </a:lnTo>
                  <a:lnTo>
                    <a:pt x="3339874" y="436979"/>
                  </a:lnTo>
                  <a:lnTo>
                    <a:pt x="3341265" y="436358"/>
                  </a:lnTo>
                  <a:lnTo>
                    <a:pt x="3346656" y="433954"/>
                  </a:lnTo>
                  <a:lnTo>
                    <a:pt x="3349612" y="432635"/>
                  </a:lnTo>
                  <a:lnTo>
                    <a:pt x="3360394" y="427825"/>
                  </a:lnTo>
                  <a:lnTo>
                    <a:pt x="3368915" y="424023"/>
                  </a:lnTo>
                  <a:lnTo>
                    <a:pt x="3369784" y="423635"/>
                  </a:lnTo>
                  <a:lnTo>
                    <a:pt x="3371697" y="422781"/>
                  </a:lnTo>
                  <a:lnTo>
                    <a:pt x="3374479" y="421539"/>
                  </a:lnTo>
                  <a:lnTo>
                    <a:pt x="3397782" y="411136"/>
                  </a:lnTo>
                  <a:lnTo>
                    <a:pt x="3398477" y="410825"/>
                  </a:lnTo>
                  <a:lnTo>
                    <a:pt x="3402129" y="409194"/>
                  </a:lnTo>
                  <a:lnTo>
                    <a:pt x="3407694" y="406708"/>
                  </a:lnTo>
                  <a:lnTo>
                    <a:pt x="3408216" y="406475"/>
                  </a:lnTo>
                  <a:lnTo>
                    <a:pt x="3412389" y="404611"/>
                  </a:lnTo>
                  <a:lnTo>
                    <a:pt x="3412737" y="404456"/>
                  </a:lnTo>
                  <a:lnTo>
                    <a:pt x="3414650" y="403601"/>
                  </a:lnTo>
                  <a:lnTo>
                    <a:pt x="3416563" y="402746"/>
                  </a:lnTo>
                  <a:lnTo>
                    <a:pt x="3434822" y="394586"/>
                  </a:lnTo>
                  <a:lnTo>
                    <a:pt x="3438995" y="392721"/>
                  </a:lnTo>
                  <a:lnTo>
                    <a:pt x="3440734" y="391943"/>
                  </a:lnTo>
                  <a:lnTo>
                    <a:pt x="3442647" y="391088"/>
                  </a:lnTo>
                  <a:lnTo>
                    <a:pt x="3453951" y="386034"/>
                  </a:lnTo>
                  <a:lnTo>
                    <a:pt x="3461428" y="382690"/>
                  </a:lnTo>
                  <a:lnTo>
                    <a:pt x="3467341" y="380045"/>
                  </a:lnTo>
                  <a:lnTo>
                    <a:pt x="3470819" y="378489"/>
                  </a:lnTo>
                  <a:lnTo>
                    <a:pt x="3472384" y="377789"/>
                  </a:lnTo>
                  <a:lnTo>
                    <a:pt x="3472905" y="377555"/>
                  </a:lnTo>
                  <a:lnTo>
                    <a:pt x="3474123" y="377011"/>
                  </a:lnTo>
                  <a:lnTo>
                    <a:pt x="3477948" y="375299"/>
                  </a:lnTo>
                  <a:lnTo>
                    <a:pt x="3479861" y="374443"/>
                  </a:lnTo>
                  <a:lnTo>
                    <a:pt x="3482644" y="373198"/>
                  </a:lnTo>
                  <a:lnTo>
                    <a:pt x="3490991" y="369462"/>
                  </a:lnTo>
                  <a:lnTo>
                    <a:pt x="3495512" y="367439"/>
                  </a:lnTo>
                  <a:lnTo>
                    <a:pt x="3496555" y="366972"/>
                  </a:lnTo>
                  <a:lnTo>
                    <a:pt x="3508728" y="361522"/>
                  </a:lnTo>
                  <a:lnTo>
                    <a:pt x="3510641" y="360665"/>
                  </a:lnTo>
                  <a:lnTo>
                    <a:pt x="3513771" y="359264"/>
                  </a:lnTo>
                  <a:lnTo>
                    <a:pt x="3515162" y="358641"/>
                  </a:lnTo>
                  <a:lnTo>
                    <a:pt x="3520553" y="356226"/>
                  </a:lnTo>
                  <a:lnTo>
                    <a:pt x="3523510" y="354902"/>
                  </a:lnTo>
                  <a:lnTo>
                    <a:pt x="3534291" y="350073"/>
                  </a:lnTo>
                  <a:lnTo>
                    <a:pt x="3542812" y="346255"/>
                  </a:lnTo>
                  <a:lnTo>
                    <a:pt x="3543682" y="345865"/>
                  </a:lnTo>
                  <a:lnTo>
                    <a:pt x="3545595" y="345008"/>
                  </a:lnTo>
                  <a:lnTo>
                    <a:pt x="3548377" y="343761"/>
                  </a:lnTo>
                  <a:lnTo>
                    <a:pt x="3571679" y="333316"/>
                  </a:lnTo>
                  <a:lnTo>
                    <a:pt x="3572375" y="333004"/>
                  </a:lnTo>
                  <a:lnTo>
                    <a:pt x="3576027" y="331366"/>
                  </a:lnTo>
                  <a:lnTo>
                    <a:pt x="3581591" y="328871"/>
                  </a:lnTo>
                  <a:lnTo>
                    <a:pt x="3582113" y="328637"/>
                  </a:lnTo>
                  <a:lnTo>
                    <a:pt x="3586287" y="326765"/>
                  </a:lnTo>
                  <a:lnTo>
                    <a:pt x="3586634" y="326609"/>
                  </a:lnTo>
                  <a:lnTo>
                    <a:pt x="3588547" y="325751"/>
                  </a:lnTo>
                  <a:lnTo>
                    <a:pt x="3590460" y="324893"/>
                  </a:lnTo>
                  <a:lnTo>
                    <a:pt x="3600894" y="320212"/>
                  </a:lnTo>
                  <a:lnTo>
                    <a:pt x="3608719" y="316701"/>
                  </a:lnTo>
                  <a:lnTo>
                    <a:pt x="3612893" y="314828"/>
                  </a:lnTo>
                  <a:lnTo>
                    <a:pt x="3616545" y="313190"/>
                  </a:lnTo>
                  <a:lnTo>
                    <a:pt x="3627848" y="308116"/>
                  </a:lnTo>
                  <a:lnTo>
                    <a:pt x="3635326" y="304759"/>
                  </a:lnTo>
                  <a:lnTo>
                    <a:pt x="3644716" y="300543"/>
                  </a:lnTo>
                  <a:lnTo>
                    <a:pt x="3646281" y="299840"/>
                  </a:lnTo>
                  <a:lnTo>
                    <a:pt x="3646803" y="299606"/>
                  </a:lnTo>
                  <a:lnTo>
                    <a:pt x="3648020" y="299059"/>
                  </a:lnTo>
                  <a:lnTo>
                    <a:pt x="3651846" y="297341"/>
                  </a:lnTo>
                  <a:lnTo>
                    <a:pt x="3653759" y="296482"/>
                  </a:lnTo>
                  <a:lnTo>
                    <a:pt x="3656541" y="295232"/>
                  </a:lnTo>
                  <a:lnTo>
                    <a:pt x="3664888" y="291483"/>
                  </a:lnTo>
                  <a:lnTo>
                    <a:pt x="3669410" y="289451"/>
                  </a:lnTo>
                  <a:lnTo>
                    <a:pt x="3670453" y="288983"/>
                  </a:lnTo>
                  <a:lnTo>
                    <a:pt x="3682626" y="283513"/>
                  </a:lnTo>
                  <a:lnTo>
                    <a:pt x="3684539" y="282653"/>
                  </a:lnTo>
                  <a:lnTo>
                    <a:pt x="3687669" y="281246"/>
                  </a:lnTo>
                  <a:lnTo>
                    <a:pt x="3689060" y="280621"/>
                  </a:lnTo>
                  <a:lnTo>
                    <a:pt x="3694451" y="278198"/>
                  </a:lnTo>
                  <a:lnTo>
                    <a:pt x="3697407" y="276869"/>
                  </a:lnTo>
                  <a:lnTo>
                    <a:pt x="3708189" y="272022"/>
                  </a:lnTo>
                  <a:lnTo>
                    <a:pt x="3716710" y="268191"/>
                  </a:lnTo>
                  <a:lnTo>
                    <a:pt x="3717579" y="267800"/>
                  </a:lnTo>
                  <a:lnTo>
                    <a:pt x="3719492" y="266940"/>
                  </a:lnTo>
                  <a:lnTo>
                    <a:pt x="3722274" y="265688"/>
                  </a:lnTo>
                  <a:lnTo>
                    <a:pt x="3745577" y="255206"/>
                  </a:lnTo>
                  <a:lnTo>
                    <a:pt x="3746272" y="254893"/>
                  </a:lnTo>
                  <a:lnTo>
                    <a:pt x="3749924" y="253250"/>
                  </a:lnTo>
                  <a:lnTo>
                    <a:pt x="3755489" y="250746"/>
                  </a:lnTo>
                  <a:lnTo>
                    <a:pt x="3756010" y="250511"/>
                  </a:lnTo>
                  <a:lnTo>
                    <a:pt x="3760184" y="248633"/>
                  </a:lnTo>
                  <a:lnTo>
                    <a:pt x="3760532" y="248477"/>
                  </a:lnTo>
                  <a:lnTo>
                    <a:pt x="3762445" y="247616"/>
                  </a:lnTo>
                  <a:lnTo>
                    <a:pt x="3764358" y="246755"/>
                  </a:lnTo>
                  <a:lnTo>
                    <a:pt x="3774791" y="242058"/>
                  </a:lnTo>
                  <a:lnTo>
                    <a:pt x="3782617" y="238535"/>
                  </a:lnTo>
                  <a:lnTo>
                    <a:pt x="3786790" y="236656"/>
                  </a:lnTo>
                  <a:lnTo>
                    <a:pt x="3788529" y="235873"/>
                  </a:lnTo>
                  <a:lnTo>
                    <a:pt x="3790442" y="235012"/>
                  </a:lnTo>
                  <a:lnTo>
                    <a:pt x="3801745" y="229921"/>
                  </a:lnTo>
                  <a:lnTo>
                    <a:pt x="3809223" y="226553"/>
                  </a:lnTo>
                  <a:lnTo>
                    <a:pt x="3815136" y="223890"/>
                  </a:lnTo>
                  <a:lnTo>
                    <a:pt x="3818614" y="222323"/>
                  </a:lnTo>
                  <a:lnTo>
                    <a:pt x="3820179" y="221618"/>
                  </a:lnTo>
                  <a:lnTo>
                    <a:pt x="3820700" y="221383"/>
                  </a:lnTo>
                  <a:lnTo>
                    <a:pt x="3821918" y="220834"/>
                  </a:lnTo>
                  <a:lnTo>
                    <a:pt x="3825743" y="219111"/>
                  </a:lnTo>
                  <a:lnTo>
                    <a:pt x="3827656" y="218249"/>
                  </a:lnTo>
                  <a:lnTo>
                    <a:pt x="3830439" y="216995"/>
                  </a:lnTo>
                  <a:lnTo>
                    <a:pt x="3838786" y="213233"/>
                  </a:lnTo>
                  <a:lnTo>
                    <a:pt x="3843307" y="211196"/>
                  </a:lnTo>
                  <a:lnTo>
                    <a:pt x="3844350" y="210725"/>
                  </a:lnTo>
                  <a:lnTo>
                    <a:pt x="3856523" y="205238"/>
                  </a:lnTo>
                  <a:lnTo>
                    <a:pt x="3858436" y="204376"/>
                  </a:lnTo>
                  <a:lnTo>
                    <a:pt x="3861566" y="202965"/>
                  </a:lnTo>
                  <a:lnTo>
                    <a:pt x="3862957" y="202338"/>
                  </a:lnTo>
                  <a:lnTo>
                    <a:pt x="3868348" y="199907"/>
                  </a:lnTo>
                  <a:lnTo>
                    <a:pt x="3871304" y="198574"/>
                  </a:lnTo>
                  <a:lnTo>
                    <a:pt x="3882086" y="193712"/>
                  </a:lnTo>
                  <a:lnTo>
                    <a:pt x="3890607" y="189868"/>
                  </a:lnTo>
                  <a:lnTo>
                    <a:pt x="3891477" y="189476"/>
                  </a:lnTo>
                  <a:lnTo>
                    <a:pt x="3893389" y="188613"/>
                  </a:lnTo>
                  <a:lnTo>
                    <a:pt x="3896172" y="187358"/>
                  </a:lnTo>
                  <a:lnTo>
                    <a:pt x="3919474" y="176844"/>
                  </a:lnTo>
                  <a:lnTo>
                    <a:pt x="3920170" y="176530"/>
                  </a:lnTo>
                  <a:lnTo>
                    <a:pt x="3923821" y="174882"/>
                  </a:lnTo>
                  <a:lnTo>
                    <a:pt x="3929386" y="172370"/>
                  </a:lnTo>
                  <a:lnTo>
                    <a:pt x="3929908" y="172135"/>
                  </a:lnTo>
                  <a:lnTo>
                    <a:pt x="3934081" y="170251"/>
                  </a:lnTo>
                  <a:lnTo>
                    <a:pt x="3936342" y="169231"/>
                  </a:lnTo>
                  <a:lnTo>
                    <a:pt x="3938255" y="168367"/>
                  </a:lnTo>
                  <a:lnTo>
                    <a:pt x="3948689" y="163657"/>
                  </a:lnTo>
                  <a:lnTo>
                    <a:pt x="3956514" y="160123"/>
                  </a:lnTo>
                  <a:lnTo>
                    <a:pt x="3960688" y="158239"/>
                  </a:lnTo>
                  <a:lnTo>
                    <a:pt x="3962427" y="157453"/>
                  </a:lnTo>
                  <a:lnTo>
                    <a:pt x="3964340" y="156590"/>
                  </a:lnTo>
                  <a:lnTo>
                    <a:pt x="3975643" y="151484"/>
                  </a:lnTo>
                  <a:lnTo>
                    <a:pt x="3983121" y="148107"/>
                  </a:lnTo>
                  <a:lnTo>
                    <a:pt x="3989033" y="145436"/>
                  </a:lnTo>
                  <a:lnTo>
                    <a:pt x="3992511" y="143864"/>
                  </a:lnTo>
                  <a:lnTo>
                    <a:pt x="3994076" y="143157"/>
                  </a:lnTo>
                  <a:lnTo>
                    <a:pt x="3994598" y="142922"/>
                  </a:lnTo>
                  <a:lnTo>
                    <a:pt x="3995815" y="142372"/>
                  </a:lnTo>
                  <a:lnTo>
                    <a:pt x="4001554" y="139779"/>
                  </a:lnTo>
                  <a:lnTo>
                    <a:pt x="4012683" y="134749"/>
                  </a:lnTo>
                  <a:lnTo>
                    <a:pt x="4017204" y="132706"/>
                  </a:lnTo>
                  <a:lnTo>
                    <a:pt x="4018248" y="132234"/>
                  </a:lnTo>
                  <a:lnTo>
                    <a:pt x="4030421" y="126732"/>
                  </a:lnTo>
                  <a:lnTo>
                    <a:pt x="4032334" y="125867"/>
                  </a:lnTo>
                  <a:lnTo>
                    <a:pt x="4035464" y="124452"/>
                  </a:lnTo>
                  <a:lnTo>
                    <a:pt x="4036855" y="123823"/>
                  </a:lnTo>
                  <a:lnTo>
                    <a:pt x="4065374" y="110926"/>
                  </a:lnTo>
                  <a:lnTo>
                    <a:pt x="4067287" y="110061"/>
                  </a:lnTo>
                  <a:lnTo>
                    <a:pt x="4070069" y="108803"/>
                  </a:lnTo>
                  <a:lnTo>
                    <a:pt x="4093372" y="98261"/>
                  </a:lnTo>
                  <a:lnTo>
                    <a:pt x="4097719" y="96294"/>
                  </a:lnTo>
                  <a:lnTo>
                    <a:pt x="4108327" y="91493"/>
                  </a:lnTo>
                  <a:lnTo>
                    <a:pt x="4130412" y="81497"/>
                  </a:lnTo>
                  <a:lnTo>
                    <a:pt x="4134585" y="79607"/>
                  </a:lnTo>
                  <a:lnTo>
                    <a:pt x="4136324" y="78820"/>
                  </a:lnTo>
                  <a:lnTo>
                    <a:pt x="4157018" y="69450"/>
                  </a:lnTo>
                  <a:lnTo>
                    <a:pt x="4175451" y="61101"/>
                  </a:lnTo>
                  <a:lnTo>
                    <a:pt x="4192145" y="53538"/>
                  </a:lnTo>
                  <a:lnTo>
                    <a:pt x="4310222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" name="pl14"/>
            <p:cNvSpPr/>
            <p:nvPr/>
          </p:nvSpPr>
          <p:spPr>
            <a:xfrm>
              <a:off x="3459159" y="3117394"/>
              <a:ext cx="4310222" cy="1782064"/>
            </a:xfrm>
            <a:custGeom>
              <a:avLst/>
              <a:pathLst>
                <a:path w="4310222" h="1782064">
                  <a:moveTo>
                    <a:pt x="4310222" y="0"/>
                  </a:moveTo>
                  <a:lnTo>
                    <a:pt x="4192145" y="45267"/>
                  </a:lnTo>
                  <a:lnTo>
                    <a:pt x="4175451" y="51674"/>
                  </a:lnTo>
                  <a:lnTo>
                    <a:pt x="4157018" y="58750"/>
                  </a:lnTo>
                  <a:lnTo>
                    <a:pt x="4136324" y="66696"/>
                  </a:lnTo>
                  <a:lnTo>
                    <a:pt x="4134585" y="67364"/>
                  </a:lnTo>
                  <a:lnTo>
                    <a:pt x="4130412" y="68967"/>
                  </a:lnTo>
                  <a:lnTo>
                    <a:pt x="4108327" y="77451"/>
                  </a:lnTo>
                  <a:lnTo>
                    <a:pt x="4097719" y="81527"/>
                  </a:lnTo>
                  <a:lnTo>
                    <a:pt x="4093372" y="83198"/>
                  </a:lnTo>
                  <a:lnTo>
                    <a:pt x="4070069" y="92155"/>
                  </a:lnTo>
                  <a:lnTo>
                    <a:pt x="4067287" y="93225"/>
                  </a:lnTo>
                  <a:lnTo>
                    <a:pt x="4065374" y="93961"/>
                  </a:lnTo>
                  <a:lnTo>
                    <a:pt x="4036855" y="104929"/>
                  </a:lnTo>
                  <a:lnTo>
                    <a:pt x="4035464" y="105464"/>
                  </a:lnTo>
                  <a:lnTo>
                    <a:pt x="4032334" y="106668"/>
                  </a:lnTo>
                  <a:lnTo>
                    <a:pt x="4030421" y="107404"/>
                  </a:lnTo>
                  <a:lnTo>
                    <a:pt x="4018248" y="112088"/>
                  </a:lnTo>
                  <a:lnTo>
                    <a:pt x="4017204" y="112490"/>
                  </a:lnTo>
                  <a:lnTo>
                    <a:pt x="4012683" y="114230"/>
                  </a:lnTo>
                  <a:lnTo>
                    <a:pt x="4001554" y="118513"/>
                  </a:lnTo>
                  <a:lnTo>
                    <a:pt x="3995815" y="120722"/>
                  </a:lnTo>
                  <a:lnTo>
                    <a:pt x="3994598" y="121191"/>
                  </a:lnTo>
                  <a:lnTo>
                    <a:pt x="3994076" y="121392"/>
                  </a:lnTo>
                  <a:lnTo>
                    <a:pt x="3992511" y="121994"/>
                  </a:lnTo>
                  <a:lnTo>
                    <a:pt x="3989033" y="123333"/>
                  </a:lnTo>
                  <a:lnTo>
                    <a:pt x="3983121" y="125610"/>
                  </a:lnTo>
                  <a:lnTo>
                    <a:pt x="3975643" y="128490"/>
                  </a:lnTo>
                  <a:lnTo>
                    <a:pt x="3964340" y="132843"/>
                  </a:lnTo>
                  <a:lnTo>
                    <a:pt x="3962427" y="133580"/>
                  </a:lnTo>
                  <a:lnTo>
                    <a:pt x="3960688" y="134250"/>
                  </a:lnTo>
                  <a:lnTo>
                    <a:pt x="3956514" y="135857"/>
                  </a:lnTo>
                  <a:lnTo>
                    <a:pt x="3948689" y="138872"/>
                  </a:lnTo>
                  <a:lnTo>
                    <a:pt x="3938255" y="142893"/>
                  </a:lnTo>
                  <a:lnTo>
                    <a:pt x="3936342" y="143630"/>
                  </a:lnTo>
                  <a:lnTo>
                    <a:pt x="3934081" y="144501"/>
                  </a:lnTo>
                  <a:lnTo>
                    <a:pt x="3929908" y="146110"/>
                  </a:lnTo>
                  <a:lnTo>
                    <a:pt x="3929386" y="146311"/>
                  </a:lnTo>
                  <a:lnTo>
                    <a:pt x="3923821" y="148456"/>
                  </a:lnTo>
                  <a:lnTo>
                    <a:pt x="3920170" y="149864"/>
                  </a:lnTo>
                  <a:lnTo>
                    <a:pt x="3919474" y="150132"/>
                  </a:lnTo>
                  <a:lnTo>
                    <a:pt x="3896172" y="159117"/>
                  </a:lnTo>
                  <a:lnTo>
                    <a:pt x="3893389" y="160190"/>
                  </a:lnTo>
                  <a:lnTo>
                    <a:pt x="3891477" y="160928"/>
                  </a:lnTo>
                  <a:lnTo>
                    <a:pt x="3890607" y="161264"/>
                  </a:lnTo>
                  <a:lnTo>
                    <a:pt x="3882086" y="164551"/>
                  </a:lnTo>
                  <a:lnTo>
                    <a:pt x="3871304" y="168710"/>
                  </a:lnTo>
                  <a:lnTo>
                    <a:pt x="3868348" y="169851"/>
                  </a:lnTo>
                  <a:lnTo>
                    <a:pt x="3862957" y="171932"/>
                  </a:lnTo>
                  <a:lnTo>
                    <a:pt x="3861566" y="172468"/>
                  </a:lnTo>
                  <a:lnTo>
                    <a:pt x="3858436" y="173677"/>
                  </a:lnTo>
                  <a:lnTo>
                    <a:pt x="3856523" y="174415"/>
                  </a:lnTo>
                  <a:lnTo>
                    <a:pt x="3844350" y="179114"/>
                  </a:lnTo>
                  <a:lnTo>
                    <a:pt x="3843307" y="179517"/>
                  </a:lnTo>
                  <a:lnTo>
                    <a:pt x="3838786" y="181262"/>
                  </a:lnTo>
                  <a:lnTo>
                    <a:pt x="3830439" y="184486"/>
                  </a:lnTo>
                  <a:lnTo>
                    <a:pt x="3827656" y="185560"/>
                  </a:lnTo>
                  <a:lnTo>
                    <a:pt x="3825743" y="186299"/>
                  </a:lnTo>
                  <a:lnTo>
                    <a:pt x="3821918" y="187777"/>
                  </a:lnTo>
                  <a:lnTo>
                    <a:pt x="3820700" y="188247"/>
                  </a:lnTo>
                  <a:lnTo>
                    <a:pt x="3820179" y="188448"/>
                  </a:lnTo>
                  <a:lnTo>
                    <a:pt x="3818614" y="189053"/>
                  </a:lnTo>
                  <a:lnTo>
                    <a:pt x="3815136" y="190396"/>
                  </a:lnTo>
                  <a:lnTo>
                    <a:pt x="3809223" y="192681"/>
                  </a:lnTo>
                  <a:lnTo>
                    <a:pt x="3801745" y="195570"/>
                  </a:lnTo>
                  <a:lnTo>
                    <a:pt x="3790442" y="199938"/>
                  </a:lnTo>
                  <a:lnTo>
                    <a:pt x="3788529" y="200677"/>
                  </a:lnTo>
                  <a:lnTo>
                    <a:pt x="3786790" y="201350"/>
                  </a:lnTo>
                  <a:lnTo>
                    <a:pt x="3782617" y="202963"/>
                  </a:lnTo>
                  <a:lnTo>
                    <a:pt x="3774791" y="205988"/>
                  </a:lnTo>
                  <a:lnTo>
                    <a:pt x="3764358" y="210023"/>
                  </a:lnTo>
                  <a:lnTo>
                    <a:pt x="3762445" y="210762"/>
                  </a:lnTo>
                  <a:lnTo>
                    <a:pt x="3760532" y="211502"/>
                  </a:lnTo>
                  <a:lnTo>
                    <a:pt x="3760184" y="211637"/>
                  </a:lnTo>
                  <a:lnTo>
                    <a:pt x="3756010" y="213251"/>
                  </a:lnTo>
                  <a:lnTo>
                    <a:pt x="3755489" y="213453"/>
                  </a:lnTo>
                  <a:lnTo>
                    <a:pt x="3749924" y="215605"/>
                  </a:lnTo>
                  <a:lnTo>
                    <a:pt x="3746272" y="217018"/>
                  </a:lnTo>
                  <a:lnTo>
                    <a:pt x="3745577" y="217287"/>
                  </a:lnTo>
                  <a:lnTo>
                    <a:pt x="3722274" y="226304"/>
                  </a:lnTo>
                  <a:lnTo>
                    <a:pt x="3719492" y="227381"/>
                  </a:lnTo>
                  <a:lnTo>
                    <a:pt x="3717579" y="228122"/>
                  </a:lnTo>
                  <a:lnTo>
                    <a:pt x="3716710" y="228458"/>
                  </a:lnTo>
                  <a:lnTo>
                    <a:pt x="3708189" y="231757"/>
                  </a:lnTo>
                  <a:lnTo>
                    <a:pt x="3697407" y="235932"/>
                  </a:lnTo>
                  <a:lnTo>
                    <a:pt x="3694451" y="237077"/>
                  </a:lnTo>
                  <a:lnTo>
                    <a:pt x="3689060" y="239165"/>
                  </a:lnTo>
                  <a:lnTo>
                    <a:pt x="3687669" y="239704"/>
                  </a:lnTo>
                  <a:lnTo>
                    <a:pt x="3684539" y="240916"/>
                  </a:lnTo>
                  <a:lnTo>
                    <a:pt x="3682626" y="241657"/>
                  </a:lnTo>
                  <a:lnTo>
                    <a:pt x="3670453" y="246374"/>
                  </a:lnTo>
                  <a:lnTo>
                    <a:pt x="3669410" y="246778"/>
                  </a:lnTo>
                  <a:lnTo>
                    <a:pt x="3664888" y="248531"/>
                  </a:lnTo>
                  <a:lnTo>
                    <a:pt x="3656541" y="251766"/>
                  </a:lnTo>
                  <a:lnTo>
                    <a:pt x="3653759" y="252844"/>
                  </a:lnTo>
                  <a:lnTo>
                    <a:pt x="3651846" y="253586"/>
                  </a:lnTo>
                  <a:lnTo>
                    <a:pt x="3648020" y="255069"/>
                  </a:lnTo>
                  <a:lnTo>
                    <a:pt x="3646803" y="255541"/>
                  </a:lnTo>
                  <a:lnTo>
                    <a:pt x="3646281" y="255743"/>
                  </a:lnTo>
                  <a:lnTo>
                    <a:pt x="3644716" y="256350"/>
                  </a:lnTo>
                  <a:lnTo>
                    <a:pt x="3635326" y="259992"/>
                  </a:lnTo>
                  <a:lnTo>
                    <a:pt x="3627848" y="262892"/>
                  </a:lnTo>
                  <a:lnTo>
                    <a:pt x="3616545" y="267277"/>
                  </a:lnTo>
                  <a:lnTo>
                    <a:pt x="3612893" y="268694"/>
                  </a:lnTo>
                  <a:lnTo>
                    <a:pt x="3608719" y="270314"/>
                  </a:lnTo>
                  <a:lnTo>
                    <a:pt x="3600894" y="273351"/>
                  </a:lnTo>
                  <a:lnTo>
                    <a:pt x="3590460" y="277401"/>
                  </a:lnTo>
                  <a:lnTo>
                    <a:pt x="3588547" y="278144"/>
                  </a:lnTo>
                  <a:lnTo>
                    <a:pt x="3586634" y="278887"/>
                  </a:lnTo>
                  <a:lnTo>
                    <a:pt x="3586287" y="279022"/>
                  </a:lnTo>
                  <a:lnTo>
                    <a:pt x="3582113" y="280642"/>
                  </a:lnTo>
                  <a:lnTo>
                    <a:pt x="3581591" y="280845"/>
                  </a:lnTo>
                  <a:lnTo>
                    <a:pt x="3576027" y="283006"/>
                  </a:lnTo>
                  <a:lnTo>
                    <a:pt x="3572375" y="284424"/>
                  </a:lnTo>
                  <a:lnTo>
                    <a:pt x="3571679" y="284695"/>
                  </a:lnTo>
                  <a:lnTo>
                    <a:pt x="3548377" y="293748"/>
                  </a:lnTo>
                  <a:lnTo>
                    <a:pt x="3545595" y="294830"/>
                  </a:lnTo>
                  <a:lnTo>
                    <a:pt x="3543682" y="295573"/>
                  </a:lnTo>
                  <a:lnTo>
                    <a:pt x="3542812" y="295911"/>
                  </a:lnTo>
                  <a:lnTo>
                    <a:pt x="3534291" y="299224"/>
                  </a:lnTo>
                  <a:lnTo>
                    <a:pt x="3523510" y="303416"/>
                  </a:lnTo>
                  <a:lnTo>
                    <a:pt x="3520553" y="304566"/>
                  </a:lnTo>
                  <a:lnTo>
                    <a:pt x="3515162" y="306663"/>
                  </a:lnTo>
                  <a:lnTo>
                    <a:pt x="3513771" y="307204"/>
                  </a:lnTo>
                  <a:lnTo>
                    <a:pt x="3510641" y="308421"/>
                  </a:lnTo>
                  <a:lnTo>
                    <a:pt x="3508728" y="309166"/>
                  </a:lnTo>
                  <a:lnTo>
                    <a:pt x="3496555" y="313902"/>
                  </a:lnTo>
                  <a:lnTo>
                    <a:pt x="3495512" y="314308"/>
                  </a:lnTo>
                  <a:lnTo>
                    <a:pt x="3490991" y="316068"/>
                  </a:lnTo>
                  <a:lnTo>
                    <a:pt x="3482644" y="319317"/>
                  </a:lnTo>
                  <a:lnTo>
                    <a:pt x="3479861" y="320400"/>
                  </a:lnTo>
                  <a:lnTo>
                    <a:pt x="3477948" y="321145"/>
                  </a:lnTo>
                  <a:lnTo>
                    <a:pt x="3474123" y="322635"/>
                  </a:lnTo>
                  <a:lnTo>
                    <a:pt x="3472905" y="323109"/>
                  </a:lnTo>
                  <a:lnTo>
                    <a:pt x="3472384" y="323312"/>
                  </a:lnTo>
                  <a:lnTo>
                    <a:pt x="3470819" y="323921"/>
                  </a:lnTo>
                  <a:lnTo>
                    <a:pt x="3467341" y="325276"/>
                  </a:lnTo>
                  <a:lnTo>
                    <a:pt x="3461428" y="327579"/>
                  </a:lnTo>
                  <a:lnTo>
                    <a:pt x="3453951" y="330492"/>
                  </a:lnTo>
                  <a:lnTo>
                    <a:pt x="3442647" y="334896"/>
                  </a:lnTo>
                  <a:lnTo>
                    <a:pt x="3440734" y="335641"/>
                  </a:lnTo>
                  <a:lnTo>
                    <a:pt x="3438995" y="336319"/>
                  </a:lnTo>
                  <a:lnTo>
                    <a:pt x="3434822" y="337946"/>
                  </a:lnTo>
                  <a:lnTo>
                    <a:pt x="3416563" y="345065"/>
                  </a:lnTo>
                  <a:lnTo>
                    <a:pt x="3414650" y="345811"/>
                  </a:lnTo>
                  <a:lnTo>
                    <a:pt x="3412737" y="346557"/>
                  </a:lnTo>
                  <a:lnTo>
                    <a:pt x="3412389" y="346693"/>
                  </a:lnTo>
                  <a:lnTo>
                    <a:pt x="3408216" y="348321"/>
                  </a:lnTo>
                  <a:lnTo>
                    <a:pt x="3407694" y="348525"/>
                  </a:lnTo>
                  <a:lnTo>
                    <a:pt x="3402129" y="350695"/>
                  </a:lnTo>
                  <a:lnTo>
                    <a:pt x="3398477" y="352120"/>
                  </a:lnTo>
                  <a:lnTo>
                    <a:pt x="3397782" y="352392"/>
                  </a:lnTo>
                  <a:lnTo>
                    <a:pt x="3374479" y="361487"/>
                  </a:lnTo>
                  <a:lnTo>
                    <a:pt x="3371697" y="362574"/>
                  </a:lnTo>
                  <a:lnTo>
                    <a:pt x="3369784" y="363321"/>
                  </a:lnTo>
                  <a:lnTo>
                    <a:pt x="3368915" y="363660"/>
                  </a:lnTo>
                  <a:lnTo>
                    <a:pt x="3360394" y="366988"/>
                  </a:lnTo>
                  <a:lnTo>
                    <a:pt x="3349612" y="371200"/>
                  </a:lnTo>
                  <a:lnTo>
                    <a:pt x="3346656" y="372356"/>
                  </a:lnTo>
                  <a:lnTo>
                    <a:pt x="3341265" y="374462"/>
                  </a:lnTo>
                  <a:lnTo>
                    <a:pt x="3339874" y="375006"/>
                  </a:lnTo>
                  <a:lnTo>
                    <a:pt x="3336744" y="376230"/>
                  </a:lnTo>
                  <a:lnTo>
                    <a:pt x="3334831" y="376977"/>
                  </a:lnTo>
                  <a:lnTo>
                    <a:pt x="3322658" y="381737"/>
                  </a:lnTo>
                  <a:lnTo>
                    <a:pt x="3321615" y="382145"/>
                  </a:lnTo>
                  <a:lnTo>
                    <a:pt x="3317093" y="383913"/>
                  </a:lnTo>
                  <a:lnTo>
                    <a:pt x="3308746" y="387178"/>
                  </a:lnTo>
                  <a:lnTo>
                    <a:pt x="3305964" y="388266"/>
                  </a:lnTo>
                  <a:lnTo>
                    <a:pt x="3304051" y="389015"/>
                  </a:lnTo>
                  <a:lnTo>
                    <a:pt x="3300225" y="390512"/>
                  </a:lnTo>
                  <a:lnTo>
                    <a:pt x="3299008" y="390988"/>
                  </a:lnTo>
                  <a:lnTo>
                    <a:pt x="3298486" y="391192"/>
                  </a:lnTo>
                  <a:lnTo>
                    <a:pt x="3296921" y="391805"/>
                  </a:lnTo>
                  <a:lnTo>
                    <a:pt x="3293443" y="393166"/>
                  </a:lnTo>
                  <a:lnTo>
                    <a:pt x="3287531" y="395480"/>
                  </a:lnTo>
                  <a:lnTo>
                    <a:pt x="3280053" y="398408"/>
                  </a:lnTo>
                  <a:lnTo>
                    <a:pt x="3268750" y="402834"/>
                  </a:lnTo>
                  <a:lnTo>
                    <a:pt x="3266837" y="403583"/>
                  </a:lnTo>
                  <a:lnTo>
                    <a:pt x="3265098" y="404264"/>
                  </a:lnTo>
                  <a:lnTo>
                    <a:pt x="3260924" y="405899"/>
                  </a:lnTo>
                  <a:lnTo>
                    <a:pt x="3253099" y="408966"/>
                  </a:lnTo>
                  <a:lnTo>
                    <a:pt x="3242665" y="413055"/>
                  </a:lnTo>
                  <a:lnTo>
                    <a:pt x="3240752" y="413805"/>
                  </a:lnTo>
                  <a:lnTo>
                    <a:pt x="3238839" y="414555"/>
                  </a:lnTo>
                  <a:lnTo>
                    <a:pt x="3238492" y="414691"/>
                  </a:lnTo>
                  <a:lnTo>
                    <a:pt x="3234318" y="416327"/>
                  </a:lnTo>
                  <a:lnTo>
                    <a:pt x="3233796" y="416532"/>
                  </a:lnTo>
                  <a:lnTo>
                    <a:pt x="3228232" y="418714"/>
                  </a:lnTo>
                  <a:lnTo>
                    <a:pt x="3224580" y="420146"/>
                  </a:lnTo>
                  <a:lnTo>
                    <a:pt x="3223884" y="420419"/>
                  </a:lnTo>
                  <a:lnTo>
                    <a:pt x="3200582" y="429562"/>
                  </a:lnTo>
                  <a:lnTo>
                    <a:pt x="3197800" y="430655"/>
                  </a:lnTo>
                  <a:lnTo>
                    <a:pt x="3195887" y="431406"/>
                  </a:lnTo>
                  <a:lnTo>
                    <a:pt x="3195017" y="431747"/>
                  </a:lnTo>
                  <a:lnTo>
                    <a:pt x="3186496" y="435093"/>
                  </a:lnTo>
                  <a:lnTo>
                    <a:pt x="3175715" y="439327"/>
                  </a:lnTo>
                  <a:lnTo>
                    <a:pt x="3172758" y="440489"/>
                  </a:lnTo>
                  <a:lnTo>
                    <a:pt x="3167368" y="442607"/>
                  </a:lnTo>
                  <a:lnTo>
                    <a:pt x="3165976" y="443154"/>
                  </a:lnTo>
                  <a:lnTo>
                    <a:pt x="3162846" y="444384"/>
                  </a:lnTo>
                  <a:lnTo>
                    <a:pt x="3160933" y="445135"/>
                  </a:lnTo>
                  <a:lnTo>
                    <a:pt x="3148761" y="449921"/>
                  </a:lnTo>
                  <a:lnTo>
                    <a:pt x="3147717" y="450331"/>
                  </a:lnTo>
                  <a:lnTo>
                    <a:pt x="3143196" y="452109"/>
                  </a:lnTo>
                  <a:lnTo>
                    <a:pt x="3134849" y="455392"/>
                  </a:lnTo>
                  <a:lnTo>
                    <a:pt x="3132066" y="456486"/>
                  </a:lnTo>
                  <a:lnTo>
                    <a:pt x="3130154" y="457239"/>
                  </a:lnTo>
                  <a:lnTo>
                    <a:pt x="3126328" y="458744"/>
                  </a:lnTo>
                  <a:lnTo>
                    <a:pt x="3125111" y="459223"/>
                  </a:lnTo>
                  <a:lnTo>
                    <a:pt x="3124589" y="459429"/>
                  </a:lnTo>
                  <a:lnTo>
                    <a:pt x="3123024" y="460044"/>
                  </a:lnTo>
                  <a:lnTo>
                    <a:pt x="3119546" y="461413"/>
                  </a:lnTo>
                  <a:lnTo>
                    <a:pt x="3113633" y="463740"/>
                  </a:lnTo>
                  <a:lnTo>
                    <a:pt x="3106156" y="466684"/>
                  </a:lnTo>
                  <a:lnTo>
                    <a:pt x="3094852" y="471136"/>
                  </a:lnTo>
                  <a:lnTo>
                    <a:pt x="3092939" y="471890"/>
                  </a:lnTo>
                  <a:lnTo>
                    <a:pt x="3091201" y="472575"/>
                  </a:lnTo>
                  <a:lnTo>
                    <a:pt x="3087027" y="474219"/>
                  </a:lnTo>
                  <a:lnTo>
                    <a:pt x="3079202" y="477303"/>
                  </a:lnTo>
                  <a:lnTo>
                    <a:pt x="3068768" y="481416"/>
                  </a:lnTo>
                  <a:lnTo>
                    <a:pt x="3066855" y="482170"/>
                  </a:lnTo>
                  <a:lnTo>
                    <a:pt x="3064942" y="482924"/>
                  </a:lnTo>
                  <a:lnTo>
                    <a:pt x="3060421" y="484707"/>
                  </a:lnTo>
                  <a:lnTo>
                    <a:pt x="3059899" y="484913"/>
                  </a:lnTo>
                  <a:lnTo>
                    <a:pt x="3054334" y="487108"/>
                  </a:lnTo>
                  <a:lnTo>
                    <a:pt x="3050682" y="488549"/>
                  </a:lnTo>
                  <a:lnTo>
                    <a:pt x="3049987" y="488823"/>
                  </a:lnTo>
                  <a:lnTo>
                    <a:pt x="3026685" y="498020"/>
                  </a:lnTo>
                  <a:lnTo>
                    <a:pt x="3023902" y="499119"/>
                  </a:lnTo>
                  <a:lnTo>
                    <a:pt x="3021989" y="499874"/>
                  </a:lnTo>
                  <a:lnTo>
                    <a:pt x="3021120" y="500218"/>
                  </a:lnTo>
                  <a:lnTo>
                    <a:pt x="3012599" y="503584"/>
                  </a:lnTo>
                  <a:lnTo>
                    <a:pt x="3001817" y="507844"/>
                  </a:lnTo>
                  <a:lnTo>
                    <a:pt x="2998861" y="509012"/>
                  </a:lnTo>
                  <a:lnTo>
                    <a:pt x="2993470" y="511143"/>
                  </a:lnTo>
                  <a:lnTo>
                    <a:pt x="2992079" y="511693"/>
                  </a:lnTo>
                  <a:lnTo>
                    <a:pt x="2988949" y="512931"/>
                  </a:lnTo>
                  <a:lnTo>
                    <a:pt x="2987036" y="513687"/>
                  </a:lnTo>
                  <a:lnTo>
                    <a:pt x="2974863" y="518502"/>
                  </a:lnTo>
                  <a:lnTo>
                    <a:pt x="2973820" y="518915"/>
                  </a:lnTo>
                  <a:lnTo>
                    <a:pt x="2969298" y="520704"/>
                  </a:lnTo>
                  <a:lnTo>
                    <a:pt x="2960951" y="524007"/>
                  </a:lnTo>
                  <a:lnTo>
                    <a:pt x="2958169" y="525109"/>
                  </a:lnTo>
                  <a:lnTo>
                    <a:pt x="2956256" y="525866"/>
                  </a:lnTo>
                  <a:lnTo>
                    <a:pt x="2952430" y="527381"/>
                  </a:lnTo>
                  <a:lnTo>
                    <a:pt x="2951213" y="527863"/>
                  </a:lnTo>
                  <a:lnTo>
                    <a:pt x="2950691" y="528069"/>
                  </a:lnTo>
                  <a:lnTo>
                    <a:pt x="2949126" y="528689"/>
                  </a:lnTo>
                  <a:lnTo>
                    <a:pt x="2945648" y="530066"/>
                  </a:lnTo>
                  <a:lnTo>
                    <a:pt x="2939736" y="532408"/>
                  </a:lnTo>
                  <a:lnTo>
                    <a:pt x="2932258" y="535371"/>
                  </a:lnTo>
                  <a:lnTo>
                    <a:pt x="2920955" y="539851"/>
                  </a:lnTo>
                  <a:lnTo>
                    <a:pt x="2919042" y="540609"/>
                  </a:lnTo>
                  <a:lnTo>
                    <a:pt x="2917303" y="541299"/>
                  </a:lnTo>
                  <a:lnTo>
                    <a:pt x="2913130" y="542954"/>
                  </a:lnTo>
                  <a:lnTo>
                    <a:pt x="2905304" y="546057"/>
                  </a:lnTo>
                  <a:lnTo>
                    <a:pt x="2894870" y="550197"/>
                  </a:lnTo>
                  <a:lnTo>
                    <a:pt x="2892957" y="550956"/>
                  </a:lnTo>
                  <a:lnTo>
                    <a:pt x="2891045" y="551715"/>
                  </a:lnTo>
                  <a:lnTo>
                    <a:pt x="2890697" y="551853"/>
                  </a:lnTo>
                  <a:lnTo>
                    <a:pt x="2886523" y="553510"/>
                  </a:lnTo>
                  <a:lnTo>
                    <a:pt x="2886002" y="553717"/>
                  </a:lnTo>
                  <a:lnTo>
                    <a:pt x="2880437" y="555926"/>
                  </a:lnTo>
                  <a:lnTo>
                    <a:pt x="2876785" y="557377"/>
                  </a:lnTo>
                  <a:lnTo>
                    <a:pt x="2876089" y="557653"/>
                  </a:lnTo>
                  <a:lnTo>
                    <a:pt x="2852787" y="566911"/>
                  </a:lnTo>
                  <a:lnTo>
                    <a:pt x="2850005" y="568017"/>
                  </a:lnTo>
                  <a:lnTo>
                    <a:pt x="2848092" y="568778"/>
                  </a:lnTo>
                  <a:lnTo>
                    <a:pt x="2847222" y="569123"/>
                  </a:lnTo>
                  <a:lnTo>
                    <a:pt x="2838701" y="572512"/>
                  </a:lnTo>
                  <a:lnTo>
                    <a:pt x="2827920" y="576801"/>
                  </a:lnTo>
                  <a:lnTo>
                    <a:pt x="2824964" y="577977"/>
                  </a:lnTo>
                  <a:lnTo>
                    <a:pt x="2819573" y="580123"/>
                  </a:lnTo>
                  <a:lnTo>
                    <a:pt x="2818182" y="580677"/>
                  </a:lnTo>
                  <a:lnTo>
                    <a:pt x="2815051" y="581923"/>
                  </a:lnTo>
                  <a:lnTo>
                    <a:pt x="2813139" y="582684"/>
                  </a:lnTo>
                  <a:lnTo>
                    <a:pt x="2800966" y="587532"/>
                  </a:lnTo>
                  <a:lnTo>
                    <a:pt x="2795401" y="589749"/>
                  </a:lnTo>
                  <a:lnTo>
                    <a:pt x="2787054" y="593076"/>
                  </a:lnTo>
                  <a:lnTo>
                    <a:pt x="2784272" y="594185"/>
                  </a:lnTo>
                  <a:lnTo>
                    <a:pt x="2782359" y="594947"/>
                  </a:lnTo>
                  <a:lnTo>
                    <a:pt x="2778533" y="596473"/>
                  </a:lnTo>
                  <a:lnTo>
                    <a:pt x="2777316" y="596958"/>
                  </a:lnTo>
                  <a:lnTo>
                    <a:pt x="2776794" y="597166"/>
                  </a:lnTo>
                  <a:lnTo>
                    <a:pt x="2775229" y="597790"/>
                  </a:lnTo>
                  <a:lnTo>
                    <a:pt x="2771751" y="599177"/>
                  </a:lnTo>
                  <a:lnTo>
                    <a:pt x="2765838" y="601536"/>
                  </a:lnTo>
                  <a:lnTo>
                    <a:pt x="2758361" y="604519"/>
                  </a:lnTo>
                  <a:lnTo>
                    <a:pt x="2747057" y="609031"/>
                  </a:lnTo>
                  <a:lnTo>
                    <a:pt x="2745145" y="609795"/>
                  </a:lnTo>
                  <a:lnTo>
                    <a:pt x="2743406" y="610489"/>
                  </a:lnTo>
                  <a:lnTo>
                    <a:pt x="2739232" y="612156"/>
                  </a:lnTo>
                  <a:lnTo>
                    <a:pt x="2731407" y="615282"/>
                  </a:lnTo>
                  <a:lnTo>
                    <a:pt x="2720973" y="619451"/>
                  </a:lnTo>
                  <a:lnTo>
                    <a:pt x="2719060" y="620216"/>
                  </a:lnTo>
                  <a:lnTo>
                    <a:pt x="2717147" y="620981"/>
                  </a:lnTo>
                  <a:lnTo>
                    <a:pt x="2716799" y="621120"/>
                  </a:lnTo>
                  <a:lnTo>
                    <a:pt x="2712626" y="622789"/>
                  </a:lnTo>
                  <a:lnTo>
                    <a:pt x="2712104" y="622997"/>
                  </a:lnTo>
                  <a:lnTo>
                    <a:pt x="2706539" y="625223"/>
                  </a:lnTo>
                  <a:lnTo>
                    <a:pt x="2702888" y="626683"/>
                  </a:lnTo>
                  <a:lnTo>
                    <a:pt x="2702192" y="626962"/>
                  </a:lnTo>
                  <a:lnTo>
                    <a:pt x="2678890" y="636288"/>
                  </a:lnTo>
                  <a:lnTo>
                    <a:pt x="2676107" y="637402"/>
                  </a:lnTo>
                  <a:lnTo>
                    <a:pt x="2674194" y="638169"/>
                  </a:lnTo>
                  <a:lnTo>
                    <a:pt x="2673325" y="638517"/>
                  </a:lnTo>
                  <a:lnTo>
                    <a:pt x="2664804" y="641931"/>
                  </a:lnTo>
                  <a:lnTo>
                    <a:pt x="2654022" y="646252"/>
                  </a:lnTo>
                  <a:lnTo>
                    <a:pt x="2651066" y="647437"/>
                  </a:lnTo>
                  <a:lnTo>
                    <a:pt x="2645675" y="649599"/>
                  </a:lnTo>
                  <a:lnTo>
                    <a:pt x="2644284" y="650157"/>
                  </a:lnTo>
                  <a:lnTo>
                    <a:pt x="2641154" y="651412"/>
                  </a:lnTo>
                  <a:lnTo>
                    <a:pt x="2639241" y="652180"/>
                  </a:lnTo>
                  <a:lnTo>
                    <a:pt x="2613156" y="662650"/>
                  </a:lnTo>
                  <a:lnTo>
                    <a:pt x="2610374" y="663768"/>
                  </a:lnTo>
                  <a:lnTo>
                    <a:pt x="2608461" y="664536"/>
                  </a:lnTo>
                  <a:lnTo>
                    <a:pt x="2604635" y="666074"/>
                  </a:lnTo>
                  <a:lnTo>
                    <a:pt x="2603418" y="666563"/>
                  </a:lnTo>
                  <a:lnTo>
                    <a:pt x="2602896" y="666772"/>
                  </a:lnTo>
                  <a:lnTo>
                    <a:pt x="2601331" y="667401"/>
                  </a:lnTo>
                  <a:lnTo>
                    <a:pt x="2597853" y="668799"/>
                  </a:lnTo>
                  <a:lnTo>
                    <a:pt x="2591941" y="671176"/>
                  </a:lnTo>
                  <a:lnTo>
                    <a:pt x="2584463" y="674183"/>
                  </a:lnTo>
                  <a:lnTo>
                    <a:pt x="2573160" y="678730"/>
                  </a:lnTo>
                  <a:lnTo>
                    <a:pt x="2571247" y="679500"/>
                  </a:lnTo>
                  <a:lnTo>
                    <a:pt x="2569508" y="680200"/>
                  </a:lnTo>
                  <a:lnTo>
                    <a:pt x="2565335" y="681879"/>
                  </a:lnTo>
                  <a:lnTo>
                    <a:pt x="2557509" y="685030"/>
                  </a:lnTo>
                  <a:lnTo>
                    <a:pt x="2547075" y="689233"/>
                  </a:lnTo>
                  <a:lnTo>
                    <a:pt x="2545163" y="690004"/>
                  </a:lnTo>
                  <a:lnTo>
                    <a:pt x="2543250" y="690774"/>
                  </a:lnTo>
                  <a:lnTo>
                    <a:pt x="2542902" y="690914"/>
                  </a:lnTo>
                  <a:lnTo>
                    <a:pt x="2538728" y="692596"/>
                  </a:lnTo>
                  <a:lnTo>
                    <a:pt x="2538207" y="692807"/>
                  </a:lnTo>
                  <a:lnTo>
                    <a:pt x="2532642" y="695050"/>
                  </a:lnTo>
                  <a:lnTo>
                    <a:pt x="2528990" y="696522"/>
                  </a:lnTo>
                  <a:lnTo>
                    <a:pt x="2528294" y="696803"/>
                  </a:lnTo>
                  <a:lnTo>
                    <a:pt x="2504992" y="706205"/>
                  </a:lnTo>
                  <a:lnTo>
                    <a:pt x="2502210" y="707328"/>
                  </a:lnTo>
                  <a:lnTo>
                    <a:pt x="2500297" y="708101"/>
                  </a:lnTo>
                  <a:lnTo>
                    <a:pt x="2499428" y="708452"/>
                  </a:lnTo>
                  <a:lnTo>
                    <a:pt x="2490907" y="711894"/>
                  </a:lnTo>
                  <a:lnTo>
                    <a:pt x="2480125" y="716250"/>
                  </a:lnTo>
                  <a:lnTo>
                    <a:pt x="2477169" y="717445"/>
                  </a:lnTo>
                  <a:lnTo>
                    <a:pt x="2471778" y="719625"/>
                  </a:lnTo>
                  <a:lnTo>
                    <a:pt x="2470387" y="720187"/>
                  </a:lnTo>
                  <a:lnTo>
                    <a:pt x="2467256" y="721453"/>
                  </a:lnTo>
                  <a:lnTo>
                    <a:pt x="2465344" y="722227"/>
                  </a:lnTo>
                  <a:lnTo>
                    <a:pt x="2453171" y="727152"/>
                  </a:lnTo>
                  <a:lnTo>
                    <a:pt x="2452127" y="727575"/>
                  </a:lnTo>
                  <a:lnTo>
                    <a:pt x="2447606" y="729405"/>
                  </a:lnTo>
                  <a:lnTo>
                    <a:pt x="2439259" y="732785"/>
                  </a:lnTo>
                  <a:lnTo>
                    <a:pt x="2436477" y="733912"/>
                  </a:lnTo>
                  <a:lnTo>
                    <a:pt x="2434564" y="734687"/>
                  </a:lnTo>
                  <a:lnTo>
                    <a:pt x="2430738" y="736237"/>
                  </a:lnTo>
                  <a:lnTo>
                    <a:pt x="2429521" y="736730"/>
                  </a:lnTo>
                  <a:lnTo>
                    <a:pt x="2428999" y="736942"/>
                  </a:lnTo>
                  <a:lnTo>
                    <a:pt x="2427434" y="737576"/>
                  </a:lnTo>
                  <a:lnTo>
                    <a:pt x="2423956" y="738985"/>
                  </a:lnTo>
                  <a:lnTo>
                    <a:pt x="2418044" y="741382"/>
                  </a:lnTo>
                  <a:lnTo>
                    <a:pt x="2410566" y="744415"/>
                  </a:lnTo>
                  <a:lnTo>
                    <a:pt x="2399263" y="749000"/>
                  </a:lnTo>
                  <a:lnTo>
                    <a:pt x="2397350" y="749777"/>
                  </a:lnTo>
                  <a:lnTo>
                    <a:pt x="2395611" y="750483"/>
                  </a:lnTo>
                  <a:lnTo>
                    <a:pt x="2391437" y="752177"/>
                  </a:lnTo>
                  <a:lnTo>
                    <a:pt x="2383612" y="755355"/>
                  </a:lnTo>
                  <a:lnTo>
                    <a:pt x="2373178" y="759593"/>
                  </a:lnTo>
                  <a:lnTo>
                    <a:pt x="2371265" y="760371"/>
                  </a:lnTo>
                  <a:lnTo>
                    <a:pt x="2369352" y="761148"/>
                  </a:lnTo>
                  <a:lnTo>
                    <a:pt x="2369004" y="761290"/>
                  </a:lnTo>
                  <a:lnTo>
                    <a:pt x="2364831" y="762986"/>
                  </a:lnTo>
                  <a:lnTo>
                    <a:pt x="2364309" y="763198"/>
                  </a:lnTo>
                  <a:lnTo>
                    <a:pt x="2358744" y="765461"/>
                  </a:lnTo>
                  <a:lnTo>
                    <a:pt x="2355093" y="766946"/>
                  </a:lnTo>
                  <a:lnTo>
                    <a:pt x="2354397" y="767229"/>
                  </a:lnTo>
                  <a:lnTo>
                    <a:pt x="2331095" y="776713"/>
                  </a:lnTo>
                  <a:lnTo>
                    <a:pt x="2328312" y="777846"/>
                  </a:lnTo>
                  <a:lnTo>
                    <a:pt x="2326400" y="778626"/>
                  </a:lnTo>
                  <a:lnTo>
                    <a:pt x="2325530" y="778980"/>
                  </a:lnTo>
                  <a:lnTo>
                    <a:pt x="2317009" y="782452"/>
                  </a:lnTo>
                  <a:lnTo>
                    <a:pt x="2306227" y="786847"/>
                  </a:lnTo>
                  <a:lnTo>
                    <a:pt x="2303271" y="788052"/>
                  </a:lnTo>
                  <a:lnTo>
                    <a:pt x="2297880" y="790251"/>
                  </a:lnTo>
                  <a:lnTo>
                    <a:pt x="2296489" y="790819"/>
                  </a:lnTo>
                  <a:lnTo>
                    <a:pt x="2293359" y="792096"/>
                  </a:lnTo>
                  <a:lnTo>
                    <a:pt x="2291446" y="792877"/>
                  </a:lnTo>
                  <a:lnTo>
                    <a:pt x="2279273" y="797846"/>
                  </a:lnTo>
                  <a:lnTo>
                    <a:pt x="2278230" y="798272"/>
                  </a:lnTo>
                  <a:lnTo>
                    <a:pt x="2273709" y="800119"/>
                  </a:lnTo>
                  <a:lnTo>
                    <a:pt x="2265362" y="803529"/>
                  </a:lnTo>
                  <a:lnTo>
                    <a:pt x="2262579" y="804666"/>
                  </a:lnTo>
                  <a:lnTo>
                    <a:pt x="2260666" y="805448"/>
                  </a:lnTo>
                  <a:lnTo>
                    <a:pt x="2256841" y="807012"/>
                  </a:lnTo>
                  <a:lnTo>
                    <a:pt x="2255623" y="807509"/>
                  </a:lnTo>
                  <a:lnTo>
                    <a:pt x="2255102" y="807723"/>
                  </a:lnTo>
                  <a:lnTo>
                    <a:pt x="2253537" y="808363"/>
                  </a:lnTo>
                  <a:lnTo>
                    <a:pt x="2250059" y="809785"/>
                  </a:lnTo>
                  <a:lnTo>
                    <a:pt x="2244146" y="812203"/>
                  </a:lnTo>
                  <a:lnTo>
                    <a:pt x="2236668" y="815263"/>
                  </a:lnTo>
                  <a:lnTo>
                    <a:pt x="2225365" y="819891"/>
                  </a:lnTo>
                  <a:lnTo>
                    <a:pt x="2223452" y="820674"/>
                  </a:lnTo>
                  <a:lnTo>
                    <a:pt x="2221713" y="821386"/>
                  </a:lnTo>
                  <a:lnTo>
                    <a:pt x="2217540" y="823096"/>
                  </a:lnTo>
                  <a:lnTo>
                    <a:pt x="2209714" y="826303"/>
                  </a:lnTo>
                  <a:lnTo>
                    <a:pt x="2199281" y="830580"/>
                  </a:lnTo>
                  <a:lnTo>
                    <a:pt x="2197368" y="831365"/>
                  </a:lnTo>
                  <a:lnTo>
                    <a:pt x="2195455" y="832149"/>
                  </a:lnTo>
                  <a:lnTo>
                    <a:pt x="2195107" y="832292"/>
                  </a:lnTo>
                  <a:lnTo>
                    <a:pt x="2190933" y="834004"/>
                  </a:lnTo>
                  <a:lnTo>
                    <a:pt x="2190412" y="834218"/>
                  </a:lnTo>
                  <a:lnTo>
                    <a:pt x="2184847" y="836502"/>
                  </a:lnTo>
                  <a:lnTo>
                    <a:pt x="2181195" y="838001"/>
                  </a:lnTo>
                  <a:lnTo>
                    <a:pt x="2180500" y="838286"/>
                  </a:lnTo>
                  <a:lnTo>
                    <a:pt x="2157197" y="847858"/>
                  </a:lnTo>
                  <a:lnTo>
                    <a:pt x="2154415" y="849002"/>
                  </a:lnTo>
                  <a:lnTo>
                    <a:pt x="2152502" y="849788"/>
                  </a:lnTo>
                  <a:lnTo>
                    <a:pt x="2151633" y="850145"/>
                  </a:lnTo>
                  <a:lnTo>
                    <a:pt x="2143112" y="853650"/>
                  </a:lnTo>
                  <a:lnTo>
                    <a:pt x="2132330" y="858086"/>
                  </a:lnTo>
                  <a:lnTo>
                    <a:pt x="2129374" y="859303"/>
                  </a:lnTo>
                  <a:lnTo>
                    <a:pt x="2123983" y="861522"/>
                  </a:lnTo>
                  <a:lnTo>
                    <a:pt x="2122592" y="862095"/>
                  </a:lnTo>
                  <a:lnTo>
                    <a:pt x="2119462" y="863384"/>
                  </a:lnTo>
                  <a:lnTo>
                    <a:pt x="2117549" y="864172"/>
                  </a:lnTo>
                  <a:lnTo>
                    <a:pt x="2105376" y="869188"/>
                  </a:lnTo>
                  <a:lnTo>
                    <a:pt x="2104333" y="869618"/>
                  </a:lnTo>
                  <a:lnTo>
                    <a:pt x="2099811" y="871482"/>
                  </a:lnTo>
                  <a:lnTo>
                    <a:pt x="2091464" y="874924"/>
                  </a:lnTo>
                  <a:lnTo>
                    <a:pt x="2088682" y="876072"/>
                  </a:lnTo>
                  <a:lnTo>
                    <a:pt x="2086769" y="876861"/>
                  </a:lnTo>
                  <a:lnTo>
                    <a:pt x="2082943" y="878440"/>
                  </a:lnTo>
                  <a:lnTo>
                    <a:pt x="2081726" y="878942"/>
                  </a:lnTo>
                  <a:lnTo>
                    <a:pt x="2081204" y="879158"/>
                  </a:lnTo>
                  <a:lnTo>
                    <a:pt x="2079639" y="879804"/>
                  </a:lnTo>
                  <a:lnTo>
                    <a:pt x="2076161" y="881239"/>
                  </a:lnTo>
                  <a:lnTo>
                    <a:pt x="2070249" y="883681"/>
                  </a:lnTo>
                  <a:lnTo>
                    <a:pt x="2062771" y="886769"/>
                  </a:lnTo>
                  <a:lnTo>
                    <a:pt x="2051468" y="891441"/>
                  </a:lnTo>
                  <a:lnTo>
                    <a:pt x="2049555" y="892232"/>
                  </a:lnTo>
                  <a:lnTo>
                    <a:pt x="2047816" y="892951"/>
                  </a:lnTo>
                  <a:lnTo>
                    <a:pt x="2043642" y="894676"/>
                  </a:lnTo>
                  <a:lnTo>
                    <a:pt x="2035817" y="897914"/>
                  </a:lnTo>
                  <a:lnTo>
                    <a:pt x="2025383" y="902232"/>
                  </a:lnTo>
                  <a:lnTo>
                    <a:pt x="2023470" y="903024"/>
                  </a:lnTo>
                  <a:lnTo>
                    <a:pt x="2021557" y="903816"/>
                  </a:lnTo>
                  <a:lnTo>
                    <a:pt x="2021210" y="903960"/>
                  </a:lnTo>
                  <a:lnTo>
                    <a:pt x="2017036" y="905688"/>
                  </a:lnTo>
                  <a:lnTo>
                    <a:pt x="2016514" y="905905"/>
                  </a:lnTo>
                  <a:lnTo>
                    <a:pt x="2010950" y="908210"/>
                  </a:lnTo>
                  <a:lnTo>
                    <a:pt x="2007298" y="909723"/>
                  </a:lnTo>
                  <a:lnTo>
                    <a:pt x="2006602" y="910011"/>
                  </a:lnTo>
                  <a:lnTo>
                    <a:pt x="1983300" y="919675"/>
                  </a:lnTo>
                  <a:lnTo>
                    <a:pt x="1980518" y="920829"/>
                  </a:lnTo>
                  <a:lnTo>
                    <a:pt x="1978605" y="921623"/>
                  </a:lnTo>
                  <a:lnTo>
                    <a:pt x="1977735" y="921984"/>
                  </a:lnTo>
                  <a:lnTo>
                    <a:pt x="1969214" y="925522"/>
                  </a:lnTo>
                  <a:lnTo>
                    <a:pt x="1958433" y="930001"/>
                  </a:lnTo>
                  <a:lnTo>
                    <a:pt x="1955476" y="931229"/>
                  </a:lnTo>
                  <a:lnTo>
                    <a:pt x="1950085" y="933470"/>
                  </a:lnTo>
                  <a:lnTo>
                    <a:pt x="1948694" y="934049"/>
                  </a:lnTo>
                  <a:lnTo>
                    <a:pt x="1945564" y="935350"/>
                  </a:lnTo>
                  <a:lnTo>
                    <a:pt x="1943651" y="936146"/>
                  </a:lnTo>
                  <a:lnTo>
                    <a:pt x="1931478" y="941210"/>
                  </a:lnTo>
                  <a:lnTo>
                    <a:pt x="1930435" y="941644"/>
                  </a:lnTo>
                  <a:lnTo>
                    <a:pt x="1925914" y="943526"/>
                  </a:lnTo>
                  <a:lnTo>
                    <a:pt x="1917567" y="947002"/>
                  </a:lnTo>
                  <a:lnTo>
                    <a:pt x="1914784" y="948160"/>
                  </a:lnTo>
                  <a:lnTo>
                    <a:pt x="1912871" y="948957"/>
                  </a:lnTo>
                  <a:lnTo>
                    <a:pt x="1909046" y="950551"/>
                  </a:lnTo>
                  <a:lnTo>
                    <a:pt x="1907828" y="951058"/>
                  </a:lnTo>
                  <a:lnTo>
                    <a:pt x="1907307" y="951276"/>
                  </a:lnTo>
                  <a:lnTo>
                    <a:pt x="1905742" y="951928"/>
                  </a:lnTo>
                  <a:lnTo>
                    <a:pt x="1902264" y="953378"/>
                  </a:lnTo>
                  <a:lnTo>
                    <a:pt x="1896351" y="955843"/>
                  </a:lnTo>
                  <a:lnTo>
                    <a:pt x="1888874" y="958961"/>
                  </a:lnTo>
                  <a:lnTo>
                    <a:pt x="1877570" y="963678"/>
                  </a:lnTo>
                  <a:lnTo>
                    <a:pt x="1875657" y="964476"/>
                  </a:lnTo>
                  <a:lnTo>
                    <a:pt x="1873918" y="965202"/>
                  </a:lnTo>
                  <a:lnTo>
                    <a:pt x="1869745" y="966945"/>
                  </a:lnTo>
                  <a:lnTo>
                    <a:pt x="1861919" y="970213"/>
                  </a:lnTo>
                  <a:lnTo>
                    <a:pt x="1851486" y="974574"/>
                  </a:lnTo>
                  <a:lnTo>
                    <a:pt x="1849573" y="975373"/>
                  </a:lnTo>
                  <a:lnTo>
                    <a:pt x="1847660" y="976173"/>
                  </a:lnTo>
                  <a:lnTo>
                    <a:pt x="1847312" y="976318"/>
                  </a:lnTo>
                  <a:lnTo>
                    <a:pt x="1843139" y="978064"/>
                  </a:lnTo>
                  <a:lnTo>
                    <a:pt x="1842617" y="978282"/>
                  </a:lnTo>
                  <a:lnTo>
                    <a:pt x="1833400" y="982137"/>
                  </a:lnTo>
                  <a:lnTo>
                    <a:pt x="1832705" y="982428"/>
                  </a:lnTo>
                  <a:lnTo>
                    <a:pt x="1809402" y="992185"/>
                  </a:lnTo>
                  <a:lnTo>
                    <a:pt x="1806620" y="993351"/>
                  </a:lnTo>
                  <a:lnTo>
                    <a:pt x="1804707" y="994153"/>
                  </a:lnTo>
                  <a:lnTo>
                    <a:pt x="1803838" y="994517"/>
                  </a:lnTo>
                  <a:lnTo>
                    <a:pt x="1795317" y="998090"/>
                  </a:lnTo>
                  <a:lnTo>
                    <a:pt x="1784535" y="1002612"/>
                  </a:lnTo>
                  <a:lnTo>
                    <a:pt x="1781579" y="1003852"/>
                  </a:lnTo>
                  <a:lnTo>
                    <a:pt x="1776188" y="1006115"/>
                  </a:lnTo>
                  <a:lnTo>
                    <a:pt x="1774797" y="1006699"/>
                  </a:lnTo>
                  <a:lnTo>
                    <a:pt x="1771667" y="1008013"/>
                  </a:lnTo>
                  <a:lnTo>
                    <a:pt x="1769754" y="1008816"/>
                  </a:lnTo>
                  <a:lnTo>
                    <a:pt x="1757581" y="1013929"/>
                  </a:lnTo>
                  <a:lnTo>
                    <a:pt x="1756538" y="1014368"/>
                  </a:lnTo>
                  <a:lnTo>
                    <a:pt x="1752016" y="1016268"/>
                  </a:lnTo>
                  <a:lnTo>
                    <a:pt x="1743669" y="1019777"/>
                  </a:lnTo>
                  <a:lnTo>
                    <a:pt x="1740887" y="1020947"/>
                  </a:lnTo>
                  <a:lnTo>
                    <a:pt x="1738974" y="1021752"/>
                  </a:lnTo>
                  <a:lnTo>
                    <a:pt x="1735148" y="1023361"/>
                  </a:lnTo>
                  <a:lnTo>
                    <a:pt x="1733931" y="1023873"/>
                  </a:lnTo>
                  <a:lnTo>
                    <a:pt x="1733409" y="1024093"/>
                  </a:lnTo>
                  <a:lnTo>
                    <a:pt x="1731844" y="1024751"/>
                  </a:lnTo>
                  <a:lnTo>
                    <a:pt x="1728366" y="1026215"/>
                  </a:lnTo>
                  <a:lnTo>
                    <a:pt x="1722454" y="1028704"/>
                  </a:lnTo>
                  <a:lnTo>
                    <a:pt x="1714976" y="1031852"/>
                  </a:lnTo>
                  <a:lnTo>
                    <a:pt x="1703673" y="1036614"/>
                  </a:lnTo>
                  <a:lnTo>
                    <a:pt x="1701760" y="1037421"/>
                  </a:lnTo>
                  <a:lnTo>
                    <a:pt x="1700021" y="1038154"/>
                  </a:lnTo>
                  <a:lnTo>
                    <a:pt x="1695847" y="1039913"/>
                  </a:lnTo>
                  <a:lnTo>
                    <a:pt x="1688022" y="1043213"/>
                  </a:lnTo>
                  <a:lnTo>
                    <a:pt x="1677588" y="1047615"/>
                  </a:lnTo>
                  <a:lnTo>
                    <a:pt x="1675675" y="1048423"/>
                  </a:lnTo>
                  <a:lnTo>
                    <a:pt x="1673762" y="1049230"/>
                  </a:lnTo>
                  <a:lnTo>
                    <a:pt x="1673415" y="1049377"/>
                  </a:lnTo>
                  <a:lnTo>
                    <a:pt x="1669241" y="1051139"/>
                  </a:lnTo>
                  <a:lnTo>
                    <a:pt x="1668719" y="1051359"/>
                  </a:lnTo>
                  <a:lnTo>
                    <a:pt x="1663155" y="1053709"/>
                  </a:lnTo>
                  <a:lnTo>
                    <a:pt x="1659503" y="1055252"/>
                  </a:lnTo>
                  <a:lnTo>
                    <a:pt x="1658807" y="1055545"/>
                  </a:lnTo>
                  <a:lnTo>
                    <a:pt x="1635505" y="1065396"/>
                  </a:lnTo>
                  <a:lnTo>
                    <a:pt x="1632723" y="1066573"/>
                  </a:lnTo>
                  <a:lnTo>
                    <a:pt x="1630810" y="1067382"/>
                  </a:lnTo>
                  <a:lnTo>
                    <a:pt x="1629940" y="1067750"/>
                  </a:lnTo>
                  <a:lnTo>
                    <a:pt x="1621419" y="1071357"/>
                  </a:lnTo>
                  <a:lnTo>
                    <a:pt x="1610638" y="1075922"/>
                  </a:lnTo>
                  <a:lnTo>
                    <a:pt x="1607681" y="1077174"/>
                  </a:lnTo>
                  <a:lnTo>
                    <a:pt x="1602291" y="1079458"/>
                  </a:lnTo>
                  <a:lnTo>
                    <a:pt x="1600899" y="1080048"/>
                  </a:lnTo>
                  <a:lnTo>
                    <a:pt x="1597769" y="1081374"/>
                  </a:lnTo>
                  <a:lnTo>
                    <a:pt x="1595856" y="1082185"/>
                  </a:lnTo>
                  <a:lnTo>
                    <a:pt x="1583684" y="1087347"/>
                  </a:lnTo>
                  <a:lnTo>
                    <a:pt x="1582640" y="1087790"/>
                  </a:lnTo>
                  <a:lnTo>
                    <a:pt x="1578119" y="1089708"/>
                  </a:lnTo>
                  <a:lnTo>
                    <a:pt x="1569772" y="1093250"/>
                  </a:lnTo>
                  <a:lnTo>
                    <a:pt x="1566989" y="1094431"/>
                  </a:lnTo>
                  <a:lnTo>
                    <a:pt x="1565077" y="1095244"/>
                  </a:lnTo>
                  <a:lnTo>
                    <a:pt x="1561251" y="1096868"/>
                  </a:lnTo>
                  <a:lnTo>
                    <a:pt x="1560033" y="1097385"/>
                  </a:lnTo>
                  <a:lnTo>
                    <a:pt x="1559512" y="1097607"/>
                  </a:lnTo>
                  <a:lnTo>
                    <a:pt x="1554469" y="1099749"/>
                  </a:lnTo>
                  <a:lnTo>
                    <a:pt x="1548556" y="1102261"/>
                  </a:lnTo>
                  <a:lnTo>
                    <a:pt x="1541079" y="1105440"/>
                  </a:lnTo>
                  <a:lnTo>
                    <a:pt x="1529775" y="1110246"/>
                  </a:lnTo>
                  <a:lnTo>
                    <a:pt x="1527862" y="1111060"/>
                  </a:lnTo>
                  <a:lnTo>
                    <a:pt x="1526123" y="1111800"/>
                  </a:lnTo>
                  <a:lnTo>
                    <a:pt x="1521950" y="1113576"/>
                  </a:lnTo>
                  <a:lnTo>
                    <a:pt x="1514125" y="1116907"/>
                  </a:lnTo>
                  <a:lnTo>
                    <a:pt x="1503691" y="1121350"/>
                  </a:lnTo>
                  <a:lnTo>
                    <a:pt x="1501778" y="1122165"/>
                  </a:lnTo>
                  <a:lnTo>
                    <a:pt x="1499865" y="1122980"/>
                  </a:lnTo>
                  <a:lnTo>
                    <a:pt x="1499517" y="1123128"/>
                  </a:lnTo>
                  <a:lnTo>
                    <a:pt x="1495344" y="1124906"/>
                  </a:lnTo>
                  <a:lnTo>
                    <a:pt x="1494822" y="1125129"/>
                  </a:lnTo>
                  <a:lnTo>
                    <a:pt x="1489257" y="1127501"/>
                  </a:lnTo>
                  <a:lnTo>
                    <a:pt x="1485605" y="1129058"/>
                  </a:lnTo>
                  <a:lnTo>
                    <a:pt x="1484910" y="1129354"/>
                  </a:lnTo>
                  <a:lnTo>
                    <a:pt x="1461608" y="1139296"/>
                  </a:lnTo>
                  <a:lnTo>
                    <a:pt x="1458825" y="1140484"/>
                  </a:lnTo>
                  <a:lnTo>
                    <a:pt x="1456912" y="1141300"/>
                  </a:lnTo>
                  <a:lnTo>
                    <a:pt x="1456043" y="1141672"/>
                  </a:lnTo>
                  <a:lnTo>
                    <a:pt x="1447522" y="1145311"/>
                  </a:lnTo>
                  <a:lnTo>
                    <a:pt x="1436740" y="1149918"/>
                  </a:lnTo>
                  <a:lnTo>
                    <a:pt x="1433784" y="1151182"/>
                  </a:lnTo>
                  <a:lnTo>
                    <a:pt x="1428393" y="1153487"/>
                  </a:lnTo>
                  <a:lnTo>
                    <a:pt x="1427002" y="1154082"/>
                  </a:lnTo>
                  <a:lnTo>
                    <a:pt x="1423872" y="1155421"/>
                  </a:lnTo>
                  <a:lnTo>
                    <a:pt x="1421959" y="1156239"/>
                  </a:lnTo>
                  <a:lnTo>
                    <a:pt x="1409786" y="1161448"/>
                  </a:lnTo>
                  <a:lnTo>
                    <a:pt x="1408743" y="1161894"/>
                  </a:lnTo>
                  <a:lnTo>
                    <a:pt x="1404221" y="1163830"/>
                  </a:lnTo>
                  <a:lnTo>
                    <a:pt x="1395874" y="1167404"/>
                  </a:lnTo>
                  <a:lnTo>
                    <a:pt x="1393092" y="1168596"/>
                  </a:lnTo>
                  <a:lnTo>
                    <a:pt x="1391179" y="1169416"/>
                  </a:lnTo>
                  <a:lnTo>
                    <a:pt x="1387353" y="1171055"/>
                  </a:lnTo>
                  <a:lnTo>
                    <a:pt x="1386136" y="1171577"/>
                  </a:lnTo>
                  <a:lnTo>
                    <a:pt x="1385614" y="1171800"/>
                  </a:lnTo>
                  <a:lnTo>
                    <a:pt x="1384049" y="1172471"/>
                  </a:lnTo>
                  <a:lnTo>
                    <a:pt x="1380571" y="1173962"/>
                  </a:lnTo>
                  <a:lnTo>
                    <a:pt x="1374659" y="1176497"/>
                  </a:lnTo>
                  <a:lnTo>
                    <a:pt x="1367181" y="1179703"/>
                  </a:lnTo>
                  <a:lnTo>
                    <a:pt x="1355878" y="1184553"/>
                  </a:lnTo>
                  <a:lnTo>
                    <a:pt x="1353965" y="1185374"/>
                  </a:lnTo>
                  <a:lnTo>
                    <a:pt x="1352226" y="1186121"/>
                  </a:lnTo>
                  <a:lnTo>
                    <a:pt x="1348053" y="1187912"/>
                  </a:lnTo>
                  <a:lnTo>
                    <a:pt x="1340227" y="1191273"/>
                  </a:lnTo>
                  <a:lnTo>
                    <a:pt x="1329793" y="1195756"/>
                  </a:lnTo>
                  <a:lnTo>
                    <a:pt x="1327880" y="1196578"/>
                  </a:lnTo>
                  <a:lnTo>
                    <a:pt x="1325968" y="1197400"/>
                  </a:lnTo>
                  <a:lnTo>
                    <a:pt x="1321446" y="1199343"/>
                  </a:lnTo>
                  <a:lnTo>
                    <a:pt x="1320925" y="1199568"/>
                  </a:lnTo>
                  <a:lnTo>
                    <a:pt x="1315360" y="1201960"/>
                  </a:lnTo>
                  <a:lnTo>
                    <a:pt x="1311708" y="1203531"/>
                  </a:lnTo>
                  <a:lnTo>
                    <a:pt x="1311012" y="1203830"/>
                  </a:lnTo>
                  <a:lnTo>
                    <a:pt x="1287710" y="1213859"/>
                  </a:lnTo>
                  <a:lnTo>
                    <a:pt x="1284928" y="1215057"/>
                  </a:lnTo>
                  <a:lnTo>
                    <a:pt x="1283015" y="1215881"/>
                  </a:lnTo>
                  <a:lnTo>
                    <a:pt x="1282145" y="1216255"/>
                  </a:lnTo>
                  <a:lnTo>
                    <a:pt x="1273624" y="1219926"/>
                  </a:lnTo>
                  <a:lnTo>
                    <a:pt x="1262843" y="1224573"/>
                  </a:lnTo>
                  <a:lnTo>
                    <a:pt x="1259887" y="1225848"/>
                  </a:lnTo>
                  <a:lnTo>
                    <a:pt x="1254496" y="1228172"/>
                  </a:lnTo>
                  <a:lnTo>
                    <a:pt x="1253105" y="1228772"/>
                  </a:lnTo>
                  <a:lnTo>
                    <a:pt x="1249974" y="1230123"/>
                  </a:lnTo>
                  <a:lnTo>
                    <a:pt x="1248061" y="1230948"/>
                  </a:lnTo>
                  <a:lnTo>
                    <a:pt x="1235889" y="1236201"/>
                  </a:lnTo>
                  <a:lnTo>
                    <a:pt x="1234845" y="1236651"/>
                  </a:lnTo>
                  <a:lnTo>
                    <a:pt x="1230324" y="1238603"/>
                  </a:lnTo>
                  <a:lnTo>
                    <a:pt x="1221977" y="1242208"/>
                  </a:lnTo>
                  <a:lnTo>
                    <a:pt x="1219195" y="1243410"/>
                  </a:lnTo>
                  <a:lnTo>
                    <a:pt x="1217282" y="1244237"/>
                  </a:lnTo>
                  <a:lnTo>
                    <a:pt x="1213456" y="1245890"/>
                  </a:lnTo>
                  <a:lnTo>
                    <a:pt x="1212239" y="1246416"/>
                  </a:lnTo>
                  <a:lnTo>
                    <a:pt x="1211717" y="1246641"/>
                  </a:lnTo>
                  <a:lnTo>
                    <a:pt x="1210152" y="1247318"/>
                  </a:lnTo>
                  <a:lnTo>
                    <a:pt x="1206674" y="1248821"/>
                  </a:lnTo>
                  <a:lnTo>
                    <a:pt x="1200761" y="1251377"/>
                  </a:lnTo>
                  <a:lnTo>
                    <a:pt x="1193284" y="1254611"/>
                  </a:lnTo>
                  <a:lnTo>
                    <a:pt x="1181980" y="1259501"/>
                  </a:lnTo>
                  <a:lnTo>
                    <a:pt x="1180068" y="1260329"/>
                  </a:lnTo>
                  <a:lnTo>
                    <a:pt x="1178329" y="1261081"/>
                  </a:lnTo>
                  <a:lnTo>
                    <a:pt x="1174155" y="1262888"/>
                  </a:lnTo>
                  <a:lnTo>
                    <a:pt x="1155896" y="1270795"/>
                  </a:lnTo>
                  <a:lnTo>
                    <a:pt x="1153983" y="1271624"/>
                  </a:lnTo>
                  <a:lnTo>
                    <a:pt x="1152070" y="1272453"/>
                  </a:lnTo>
                  <a:lnTo>
                    <a:pt x="1151722" y="1272604"/>
                  </a:lnTo>
                  <a:lnTo>
                    <a:pt x="1147549" y="1274413"/>
                  </a:lnTo>
                  <a:lnTo>
                    <a:pt x="1147027" y="1274639"/>
                  </a:lnTo>
                  <a:lnTo>
                    <a:pt x="1141462" y="1277051"/>
                  </a:lnTo>
                  <a:lnTo>
                    <a:pt x="1137810" y="1278634"/>
                  </a:lnTo>
                  <a:lnTo>
                    <a:pt x="1137115" y="1278936"/>
                  </a:lnTo>
                  <a:lnTo>
                    <a:pt x="1113813" y="1289046"/>
                  </a:lnTo>
                  <a:lnTo>
                    <a:pt x="1111030" y="1290253"/>
                  </a:lnTo>
                  <a:lnTo>
                    <a:pt x="1109117" y="1291084"/>
                  </a:lnTo>
                  <a:lnTo>
                    <a:pt x="1108248" y="1291461"/>
                  </a:lnTo>
                  <a:lnTo>
                    <a:pt x="1099727" y="1295162"/>
                  </a:lnTo>
                  <a:lnTo>
                    <a:pt x="1088945" y="1299846"/>
                  </a:lnTo>
                  <a:lnTo>
                    <a:pt x="1085989" y="1301130"/>
                  </a:lnTo>
                  <a:lnTo>
                    <a:pt x="1080598" y="1303473"/>
                  </a:lnTo>
                  <a:lnTo>
                    <a:pt x="1079207" y="1304078"/>
                  </a:lnTo>
                  <a:lnTo>
                    <a:pt x="1076077" y="1305439"/>
                  </a:lnTo>
                  <a:lnTo>
                    <a:pt x="1074164" y="1306271"/>
                  </a:lnTo>
                  <a:lnTo>
                    <a:pt x="1061991" y="1311565"/>
                  </a:lnTo>
                  <a:lnTo>
                    <a:pt x="1060948" y="1312019"/>
                  </a:lnTo>
                  <a:lnTo>
                    <a:pt x="1056426" y="1313986"/>
                  </a:lnTo>
                  <a:lnTo>
                    <a:pt x="1048079" y="1317619"/>
                  </a:lnTo>
                  <a:lnTo>
                    <a:pt x="1045297" y="1318830"/>
                  </a:lnTo>
                  <a:lnTo>
                    <a:pt x="1043384" y="1319663"/>
                  </a:lnTo>
                  <a:lnTo>
                    <a:pt x="1039558" y="1321329"/>
                  </a:lnTo>
                  <a:lnTo>
                    <a:pt x="1038341" y="1321859"/>
                  </a:lnTo>
                  <a:lnTo>
                    <a:pt x="1037819" y="1322086"/>
                  </a:lnTo>
                  <a:lnTo>
                    <a:pt x="1036254" y="1322768"/>
                  </a:lnTo>
                  <a:lnTo>
                    <a:pt x="1032776" y="1324283"/>
                  </a:lnTo>
                  <a:lnTo>
                    <a:pt x="1026864" y="1326858"/>
                  </a:lnTo>
                  <a:lnTo>
                    <a:pt x="1019386" y="1330117"/>
                  </a:lnTo>
                  <a:lnTo>
                    <a:pt x="1008083" y="1335044"/>
                  </a:lnTo>
                  <a:lnTo>
                    <a:pt x="1006170" y="1335878"/>
                  </a:lnTo>
                  <a:lnTo>
                    <a:pt x="1004431" y="1336637"/>
                  </a:lnTo>
                  <a:lnTo>
                    <a:pt x="1000258" y="1338457"/>
                  </a:lnTo>
                  <a:lnTo>
                    <a:pt x="992432" y="1341871"/>
                  </a:lnTo>
                  <a:lnTo>
                    <a:pt x="981998" y="1346424"/>
                  </a:lnTo>
                  <a:lnTo>
                    <a:pt x="980086" y="1347259"/>
                  </a:lnTo>
                  <a:lnTo>
                    <a:pt x="978173" y="1348094"/>
                  </a:lnTo>
                  <a:lnTo>
                    <a:pt x="977825" y="1348246"/>
                  </a:lnTo>
                  <a:lnTo>
                    <a:pt x="973651" y="1350068"/>
                  </a:lnTo>
                  <a:lnTo>
                    <a:pt x="973130" y="1350296"/>
                  </a:lnTo>
                  <a:lnTo>
                    <a:pt x="967565" y="1352726"/>
                  </a:lnTo>
                  <a:lnTo>
                    <a:pt x="963217" y="1354625"/>
                  </a:lnTo>
                  <a:lnTo>
                    <a:pt x="939915" y="1364809"/>
                  </a:lnTo>
                  <a:lnTo>
                    <a:pt x="937133" y="1366026"/>
                  </a:lnTo>
                  <a:lnTo>
                    <a:pt x="935220" y="1366862"/>
                  </a:lnTo>
                  <a:lnTo>
                    <a:pt x="934350" y="1367243"/>
                  </a:lnTo>
                  <a:lnTo>
                    <a:pt x="925830" y="1370970"/>
                  </a:lnTo>
                  <a:lnTo>
                    <a:pt x="915048" y="1375687"/>
                  </a:lnTo>
                  <a:lnTo>
                    <a:pt x="912092" y="1376981"/>
                  </a:lnTo>
                  <a:lnTo>
                    <a:pt x="906701" y="1379341"/>
                  </a:lnTo>
                  <a:lnTo>
                    <a:pt x="905310" y="1379950"/>
                  </a:lnTo>
                  <a:lnTo>
                    <a:pt x="902179" y="1381321"/>
                  </a:lnTo>
                  <a:lnTo>
                    <a:pt x="900267" y="1382159"/>
                  </a:lnTo>
                  <a:lnTo>
                    <a:pt x="888094" y="1387491"/>
                  </a:lnTo>
                  <a:lnTo>
                    <a:pt x="887050" y="1387948"/>
                  </a:lnTo>
                  <a:lnTo>
                    <a:pt x="882529" y="1389929"/>
                  </a:lnTo>
                  <a:lnTo>
                    <a:pt x="874182" y="1393587"/>
                  </a:lnTo>
                  <a:lnTo>
                    <a:pt x="871400" y="1394807"/>
                  </a:lnTo>
                  <a:lnTo>
                    <a:pt x="869487" y="1395646"/>
                  </a:lnTo>
                  <a:lnTo>
                    <a:pt x="865661" y="1397323"/>
                  </a:lnTo>
                  <a:lnTo>
                    <a:pt x="864444" y="1397857"/>
                  </a:lnTo>
                  <a:lnTo>
                    <a:pt x="863922" y="1398086"/>
                  </a:lnTo>
                  <a:lnTo>
                    <a:pt x="862357" y="1398772"/>
                  </a:lnTo>
                  <a:lnTo>
                    <a:pt x="858879" y="1400297"/>
                  </a:lnTo>
                  <a:lnTo>
                    <a:pt x="852966" y="1402891"/>
                  </a:lnTo>
                  <a:lnTo>
                    <a:pt x="845489" y="1406172"/>
                  </a:lnTo>
                  <a:lnTo>
                    <a:pt x="834186" y="1411133"/>
                  </a:lnTo>
                  <a:lnTo>
                    <a:pt x="832273" y="1411973"/>
                  </a:lnTo>
                  <a:lnTo>
                    <a:pt x="830534" y="1412736"/>
                  </a:lnTo>
                  <a:lnTo>
                    <a:pt x="826360" y="1414569"/>
                  </a:lnTo>
                  <a:lnTo>
                    <a:pt x="818535" y="1418006"/>
                  </a:lnTo>
                  <a:lnTo>
                    <a:pt x="808101" y="1422590"/>
                  </a:lnTo>
                  <a:lnTo>
                    <a:pt x="806188" y="1423431"/>
                  </a:lnTo>
                  <a:lnTo>
                    <a:pt x="804275" y="1424271"/>
                  </a:lnTo>
                  <a:lnTo>
                    <a:pt x="803927" y="1424424"/>
                  </a:lnTo>
                  <a:lnTo>
                    <a:pt x="799754" y="1426259"/>
                  </a:lnTo>
                  <a:lnTo>
                    <a:pt x="799232" y="1426488"/>
                  </a:lnTo>
                  <a:lnTo>
                    <a:pt x="793667" y="1428934"/>
                  </a:lnTo>
                  <a:lnTo>
                    <a:pt x="790016" y="1430540"/>
                  </a:lnTo>
                  <a:lnTo>
                    <a:pt x="789320" y="1430846"/>
                  </a:lnTo>
                  <a:lnTo>
                    <a:pt x="766018" y="1441097"/>
                  </a:lnTo>
                  <a:lnTo>
                    <a:pt x="763235" y="1442322"/>
                  </a:lnTo>
                  <a:lnTo>
                    <a:pt x="761323" y="1443164"/>
                  </a:lnTo>
                  <a:lnTo>
                    <a:pt x="760453" y="1443546"/>
                  </a:lnTo>
                  <a:lnTo>
                    <a:pt x="751932" y="1447298"/>
                  </a:lnTo>
                  <a:lnTo>
                    <a:pt x="741150" y="1452046"/>
                  </a:lnTo>
                  <a:lnTo>
                    <a:pt x="738194" y="1453348"/>
                  </a:lnTo>
                  <a:lnTo>
                    <a:pt x="732803" y="1455723"/>
                  </a:lnTo>
                  <a:lnTo>
                    <a:pt x="731412" y="1456336"/>
                  </a:lnTo>
                  <a:lnTo>
                    <a:pt x="728282" y="1457715"/>
                  </a:lnTo>
                  <a:lnTo>
                    <a:pt x="726369" y="1458558"/>
                  </a:lnTo>
                  <a:lnTo>
                    <a:pt x="714196" y="1463924"/>
                  </a:lnTo>
                  <a:lnTo>
                    <a:pt x="713153" y="1464384"/>
                  </a:lnTo>
                  <a:lnTo>
                    <a:pt x="708632" y="1466378"/>
                  </a:lnTo>
                  <a:lnTo>
                    <a:pt x="700285" y="1470059"/>
                  </a:lnTo>
                  <a:lnTo>
                    <a:pt x="697502" y="1471287"/>
                  </a:lnTo>
                  <a:lnTo>
                    <a:pt x="691764" y="1473818"/>
                  </a:lnTo>
                  <a:lnTo>
                    <a:pt x="690546" y="1474355"/>
                  </a:lnTo>
                  <a:lnTo>
                    <a:pt x="690025" y="1474586"/>
                  </a:lnTo>
                  <a:lnTo>
                    <a:pt x="688459" y="1475276"/>
                  </a:lnTo>
                  <a:lnTo>
                    <a:pt x="684982" y="1476811"/>
                  </a:lnTo>
                  <a:lnTo>
                    <a:pt x="679069" y="1479421"/>
                  </a:lnTo>
                  <a:lnTo>
                    <a:pt x="671591" y="1482722"/>
                  </a:lnTo>
                  <a:lnTo>
                    <a:pt x="660288" y="1487713"/>
                  </a:lnTo>
                  <a:lnTo>
                    <a:pt x="658375" y="1488558"/>
                  </a:lnTo>
                  <a:lnTo>
                    <a:pt x="656636" y="1489326"/>
                  </a:lnTo>
                  <a:lnTo>
                    <a:pt x="652463" y="1491170"/>
                  </a:lnTo>
                  <a:lnTo>
                    <a:pt x="644637" y="1494628"/>
                  </a:lnTo>
                  <a:lnTo>
                    <a:pt x="634203" y="1499239"/>
                  </a:lnTo>
                  <a:lnTo>
                    <a:pt x="632291" y="1500085"/>
                  </a:lnTo>
                  <a:lnTo>
                    <a:pt x="630378" y="1500931"/>
                  </a:lnTo>
                  <a:lnTo>
                    <a:pt x="630030" y="1501085"/>
                  </a:lnTo>
                  <a:lnTo>
                    <a:pt x="625856" y="1502930"/>
                  </a:lnTo>
                  <a:lnTo>
                    <a:pt x="625335" y="1503161"/>
                  </a:lnTo>
                  <a:lnTo>
                    <a:pt x="619770" y="1505621"/>
                  </a:lnTo>
                  <a:lnTo>
                    <a:pt x="616118" y="1507237"/>
                  </a:lnTo>
                  <a:lnTo>
                    <a:pt x="615423" y="1507544"/>
                  </a:lnTo>
                  <a:lnTo>
                    <a:pt x="592120" y="1517855"/>
                  </a:lnTo>
                  <a:lnTo>
                    <a:pt x="589338" y="1519087"/>
                  </a:lnTo>
                  <a:lnTo>
                    <a:pt x="587425" y="1519934"/>
                  </a:lnTo>
                  <a:lnTo>
                    <a:pt x="586556" y="1520319"/>
                  </a:lnTo>
                  <a:lnTo>
                    <a:pt x="578035" y="1524092"/>
                  </a:lnTo>
                  <a:lnTo>
                    <a:pt x="567253" y="1528867"/>
                  </a:lnTo>
                  <a:lnTo>
                    <a:pt x="564297" y="1530177"/>
                  </a:lnTo>
                  <a:lnTo>
                    <a:pt x="558906" y="1532565"/>
                  </a:lnTo>
                  <a:lnTo>
                    <a:pt x="557515" y="1533182"/>
                  </a:lnTo>
                  <a:lnTo>
                    <a:pt x="554385" y="1534569"/>
                  </a:lnTo>
                  <a:lnTo>
                    <a:pt x="552472" y="1535417"/>
                  </a:lnTo>
                  <a:lnTo>
                    <a:pt x="540299" y="1540812"/>
                  </a:lnTo>
                  <a:lnTo>
                    <a:pt x="539255" y="1541275"/>
                  </a:lnTo>
                  <a:lnTo>
                    <a:pt x="534734" y="1543280"/>
                  </a:lnTo>
                  <a:lnTo>
                    <a:pt x="526387" y="1546982"/>
                  </a:lnTo>
                  <a:lnTo>
                    <a:pt x="523605" y="1548216"/>
                  </a:lnTo>
                  <a:lnTo>
                    <a:pt x="521692" y="1549064"/>
                  </a:lnTo>
                  <a:lnTo>
                    <a:pt x="517866" y="1550761"/>
                  </a:lnTo>
                  <a:lnTo>
                    <a:pt x="516649" y="1551301"/>
                  </a:lnTo>
                  <a:lnTo>
                    <a:pt x="516127" y="1551533"/>
                  </a:lnTo>
                  <a:lnTo>
                    <a:pt x="511084" y="1553770"/>
                  </a:lnTo>
                  <a:lnTo>
                    <a:pt x="505172" y="1556394"/>
                  </a:lnTo>
                  <a:lnTo>
                    <a:pt x="497694" y="1559713"/>
                  </a:lnTo>
                  <a:lnTo>
                    <a:pt x="486391" y="1564732"/>
                  </a:lnTo>
                  <a:lnTo>
                    <a:pt x="484478" y="1565581"/>
                  </a:lnTo>
                  <a:lnTo>
                    <a:pt x="482739" y="1566354"/>
                  </a:lnTo>
                  <a:lnTo>
                    <a:pt x="478565" y="1568207"/>
                  </a:lnTo>
                  <a:lnTo>
                    <a:pt x="470740" y="1571683"/>
                  </a:lnTo>
                  <a:lnTo>
                    <a:pt x="460306" y="1576319"/>
                  </a:lnTo>
                  <a:lnTo>
                    <a:pt x="458393" y="1577169"/>
                  </a:lnTo>
                  <a:lnTo>
                    <a:pt x="456480" y="1578019"/>
                  </a:lnTo>
                  <a:lnTo>
                    <a:pt x="456133" y="1578174"/>
                  </a:lnTo>
                  <a:lnTo>
                    <a:pt x="451959" y="1580029"/>
                  </a:lnTo>
                  <a:lnTo>
                    <a:pt x="451437" y="1580261"/>
                  </a:lnTo>
                  <a:lnTo>
                    <a:pt x="445873" y="1582735"/>
                  </a:lnTo>
                  <a:lnTo>
                    <a:pt x="442221" y="1584358"/>
                  </a:lnTo>
                  <a:lnTo>
                    <a:pt x="441525" y="1584667"/>
                  </a:lnTo>
                  <a:lnTo>
                    <a:pt x="418223" y="1595032"/>
                  </a:lnTo>
                  <a:lnTo>
                    <a:pt x="415441" y="1596269"/>
                  </a:lnTo>
                  <a:lnTo>
                    <a:pt x="413528" y="1597121"/>
                  </a:lnTo>
                  <a:lnTo>
                    <a:pt x="412658" y="1597507"/>
                  </a:lnTo>
                  <a:lnTo>
                    <a:pt x="404137" y="1601300"/>
                  </a:lnTo>
                  <a:lnTo>
                    <a:pt x="393356" y="1606099"/>
                  </a:lnTo>
                  <a:lnTo>
                    <a:pt x="390399" y="1607415"/>
                  </a:lnTo>
                  <a:lnTo>
                    <a:pt x="385008" y="1609816"/>
                  </a:lnTo>
                  <a:lnTo>
                    <a:pt x="383617" y="1610435"/>
                  </a:lnTo>
                  <a:lnTo>
                    <a:pt x="380487" y="1611829"/>
                  </a:lnTo>
                  <a:lnTo>
                    <a:pt x="378574" y="1612681"/>
                  </a:lnTo>
                  <a:lnTo>
                    <a:pt x="366401" y="1618103"/>
                  </a:lnTo>
                  <a:lnTo>
                    <a:pt x="365358" y="1618568"/>
                  </a:lnTo>
                  <a:lnTo>
                    <a:pt x="360837" y="1620583"/>
                  </a:lnTo>
                  <a:lnTo>
                    <a:pt x="352490" y="1624303"/>
                  </a:lnTo>
                  <a:lnTo>
                    <a:pt x="349707" y="1625543"/>
                  </a:lnTo>
                  <a:lnTo>
                    <a:pt x="347794" y="1626395"/>
                  </a:lnTo>
                  <a:lnTo>
                    <a:pt x="343969" y="1628101"/>
                  </a:lnTo>
                  <a:lnTo>
                    <a:pt x="342751" y="1628643"/>
                  </a:lnTo>
                  <a:lnTo>
                    <a:pt x="342230" y="1628876"/>
                  </a:lnTo>
                  <a:lnTo>
                    <a:pt x="340665" y="1629574"/>
                  </a:lnTo>
                  <a:lnTo>
                    <a:pt x="337187" y="1631124"/>
                  </a:lnTo>
                  <a:lnTo>
                    <a:pt x="331274" y="1633761"/>
                  </a:lnTo>
                  <a:lnTo>
                    <a:pt x="323797" y="1637096"/>
                  </a:lnTo>
                  <a:lnTo>
                    <a:pt x="312493" y="1642138"/>
                  </a:lnTo>
                  <a:lnTo>
                    <a:pt x="308841" y="1643767"/>
                  </a:lnTo>
                  <a:lnTo>
                    <a:pt x="304668" y="1645629"/>
                  </a:lnTo>
                  <a:lnTo>
                    <a:pt x="296842" y="1649122"/>
                  </a:lnTo>
                  <a:lnTo>
                    <a:pt x="286409" y="1653779"/>
                  </a:lnTo>
                  <a:lnTo>
                    <a:pt x="284496" y="1654633"/>
                  </a:lnTo>
                  <a:lnTo>
                    <a:pt x="282583" y="1655487"/>
                  </a:lnTo>
                  <a:lnTo>
                    <a:pt x="282235" y="1655643"/>
                  </a:lnTo>
                  <a:lnTo>
                    <a:pt x="278062" y="1657506"/>
                  </a:lnTo>
                  <a:lnTo>
                    <a:pt x="277540" y="1657739"/>
                  </a:lnTo>
                  <a:lnTo>
                    <a:pt x="271975" y="1660224"/>
                  </a:lnTo>
                  <a:lnTo>
                    <a:pt x="268323" y="1661855"/>
                  </a:lnTo>
                  <a:lnTo>
                    <a:pt x="267628" y="1662166"/>
                  </a:lnTo>
                  <a:lnTo>
                    <a:pt x="244325" y="1672576"/>
                  </a:lnTo>
                  <a:lnTo>
                    <a:pt x="241543" y="1673820"/>
                  </a:lnTo>
                  <a:lnTo>
                    <a:pt x="239630" y="1674675"/>
                  </a:lnTo>
                  <a:lnTo>
                    <a:pt x="238761" y="1675063"/>
                  </a:lnTo>
                  <a:lnTo>
                    <a:pt x="230240" y="1678872"/>
                  </a:lnTo>
                  <a:lnTo>
                    <a:pt x="219458" y="1683693"/>
                  </a:lnTo>
                  <a:lnTo>
                    <a:pt x="216502" y="1685015"/>
                  </a:lnTo>
                  <a:lnTo>
                    <a:pt x="211111" y="1687426"/>
                  </a:lnTo>
                  <a:lnTo>
                    <a:pt x="209720" y="1688048"/>
                  </a:lnTo>
                  <a:lnTo>
                    <a:pt x="206590" y="1689448"/>
                  </a:lnTo>
                  <a:lnTo>
                    <a:pt x="204677" y="1690303"/>
                  </a:lnTo>
                  <a:lnTo>
                    <a:pt x="191461" y="1696216"/>
                  </a:lnTo>
                  <a:lnTo>
                    <a:pt x="186939" y="1698239"/>
                  </a:lnTo>
                  <a:lnTo>
                    <a:pt x="178592" y="1701975"/>
                  </a:lnTo>
                  <a:lnTo>
                    <a:pt x="173897" y="1704077"/>
                  </a:lnTo>
                  <a:lnTo>
                    <a:pt x="170071" y="1705789"/>
                  </a:lnTo>
                  <a:lnTo>
                    <a:pt x="168854" y="1706334"/>
                  </a:lnTo>
                  <a:lnTo>
                    <a:pt x="168332" y="1706568"/>
                  </a:lnTo>
                  <a:lnTo>
                    <a:pt x="166767" y="1707268"/>
                  </a:lnTo>
                  <a:lnTo>
                    <a:pt x="163289" y="1708825"/>
                  </a:lnTo>
                  <a:lnTo>
                    <a:pt x="149899" y="1714822"/>
                  </a:lnTo>
                  <a:lnTo>
                    <a:pt x="138596" y="1719885"/>
                  </a:lnTo>
                  <a:lnTo>
                    <a:pt x="122945" y="1726897"/>
                  </a:lnTo>
                  <a:lnTo>
                    <a:pt x="112511" y="1731573"/>
                  </a:lnTo>
                  <a:lnTo>
                    <a:pt x="110598" y="1732431"/>
                  </a:lnTo>
                  <a:lnTo>
                    <a:pt x="108338" y="1733444"/>
                  </a:lnTo>
                  <a:lnTo>
                    <a:pt x="104164" y="1735315"/>
                  </a:lnTo>
                  <a:lnTo>
                    <a:pt x="103642" y="1735549"/>
                  </a:lnTo>
                  <a:lnTo>
                    <a:pt x="94426" y="1739681"/>
                  </a:lnTo>
                  <a:lnTo>
                    <a:pt x="64863" y="1752942"/>
                  </a:lnTo>
                  <a:lnTo>
                    <a:pt x="56342" y="1756765"/>
                  </a:lnTo>
                  <a:lnTo>
                    <a:pt x="45561" y="1761604"/>
                  </a:lnTo>
                  <a:lnTo>
                    <a:pt x="42604" y="1762931"/>
                  </a:lnTo>
                  <a:lnTo>
                    <a:pt x="4695" y="1779955"/>
                  </a:lnTo>
                  <a:lnTo>
                    <a:pt x="0" y="178206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" name="pl15"/>
            <p:cNvSpPr/>
            <p:nvPr/>
          </p:nvSpPr>
          <p:spPr>
            <a:xfrm>
              <a:off x="3459159" y="3137699"/>
              <a:ext cx="4310222" cy="1804496"/>
            </a:xfrm>
            <a:custGeom>
              <a:avLst/>
              <a:pathLst>
                <a:path w="4310222" h="1804496">
                  <a:moveTo>
                    <a:pt x="0" y="1804496"/>
                  </a:moveTo>
                  <a:lnTo>
                    <a:pt x="4695" y="1802530"/>
                  </a:lnTo>
                  <a:lnTo>
                    <a:pt x="42604" y="1786659"/>
                  </a:lnTo>
                  <a:lnTo>
                    <a:pt x="45561" y="1785422"/>
                  </a:lnTo>
                  <a:lnTo>
                    <a:pt x="56342" y="1780908"/>
                  </a:lnTo>
                  <a:lnTo>
                    <a:pt x="64863" y="1777340"/>
                  </a:lnTo>
                  <a:lnTo>
                    <a:pt x="94426" y="1764964"/>
                  </a:lnTo>
                  <a:lnTo>
                    <a:pt x="103642" y="1761105"/>
                  </a:lnTo>
                  <a:lnTo>
                    <a:pt x="104164" y="1760887"/>
                  </a:lnTo>
                  <a:lnTo>
                    <a:pt x="108338" y="1759140"/>
                  </a:lnTo>
                  <a:lnTo>
                    <a:pt x="110598" y="1758193"/>
                  </a:lnTo>
                  <a:lnTo>
                    <a:pt x="112511" y="1757392"/>
                  </a:lnTo>
                  <a:lnTo>
                    <a:pt x="122945" y="1753024"/>
                  </a:lnTo>
                  <a:lnTo>
                    <a:pt x="138596" y="1746472"/>
                  </a:lnTo>
                  <a:lnTo>
                    <a:pt x="149899" y="1741740"/>
                  </a:lnTo>
                  <a:lnTo>
                    <a:pt x="163289" y="1736134"/>
                  </a:lnTo>
                  <a:lnTo>
                    <a:pt x="166767" y="1734678"/>
                  </a:lnTo>
                  <a:lnTo>
                    <a:pt x="168332" y="1734023"/>
                  </a:lnTo>
                  <a:lnTo>
                    <a:pt x="168854" y="1733804"/>
                  </a:lnTo>
                  <a:lnTo>
                    <a:pt x="170071" y="1733295"/>
                  </a:lnTo>
                  <a:lnTo>
                    <a:pt x="173897" y="1731693"/>
                  </a:lnTo>
                  <a:lnTo>
                    <a:pt x="178592" y="1729727"/>
                  </a:lnTo>
                  <a:lnTo>
                    <a:pt x="186939" y="1726233"/>
                  </a:lnTo>
                  <a:lnTo>
                    <a:pt x="191461" y="1724340"/>
                  </a:lnTo>
                  <a:lnTo>
                    <a:pt x="204677" y="1718807"/>
                  </a:lnTo>
                  <a:lnTo>
                    <a:pt x="206590" y="1718006"/>
                  </a:lnTo>
                  <a:lnTo>
                    <a:pt x="209720" y="1716696"/>
                  </a:lnTo>
                  <a:lnTo>
                    <a:pt x="211111" y="1716113"/>
                  </a:lnTo>
                  <a:lnTo>
                    <a:pt x="216502" y="1713856"/>
                  </a:lnTo>
                  <a:lnTo>
                    <a:pt x="219458" y="1712619"/>
                  </a:lnTo>
                  <a:lnTo>
                    <a:pt x="230240" y="1708105"/>
                  </a:lnTo>
                  <a:lnTo>
                    <a:pt x="238761" y="1704537"/>
                  </a:lnTo>
                  <a:lnTo>
                    <a:pt x="239630" y="1704173"/>
                  </a:lnTo>
                  <a:lnTo>
                    <a:pt x="241543" y="1703373"/>
                  </a:lnTo>
                  <a:lnTo>
                    <a:pt x="244325" y="1702208"/>
                  </a:lnTo>
                  <a:lnTo>
                    <a:pt x="267628" y="1692452"/>
                  </a:lnTo>
                  <a:lnTo>
                    <a:pt x="268323" y="1692161"/>
                  </a:lnTo>
                  <a:lnTo>
                    <a:pt x="271975" y="1690632"/>
                  </a:lnTo>
                  <a:lnTo>
                    <a:pt x="277540" y="1688302"/>
                  </a:lnTo>
                  <a:lnTo>
                    <a:pt x="278062" y="1688084"/>
                  </a:lnTo>
                  <a:lnTo>
                    <a:pt x="282235" y="1686337"/>
                  </a:lnTo>
                  <a:lnTo>
                    <a:pt x="282583" y="1686191"/>
                  </a:lnTo>
                  <a:lnTo>
                    <a:pt x="284496" y="1685390"/>
                  </a:lnTo>
                  <a:lnTo>
                    <a:pt x="286409" y="1684589"/>
                  </a:lnTo>
                  <a:lnTo>
                    <a:pt x="296842" y="1680221"/>
                  </a:lnTo>
                  <a:lnTo>
                    <a:pt x="304668" y="1676945"/>
                  </a:lnTo>
                  <a:lnTo>
                    <a:pt x="308841" y="1675198"/>
                  </a:lnTo>
                  <a:lnTo>
                    <a:pt x="312493" y="1673669"/>
                  </a:lnTo>
                  <a:lnTo>
                    <a:pt x="323797" y="1668937"/>
                  </a:lnTo>
                  <a:lnTo>
                    <a:pt x="331274" y="1665806"/>
                  </a:lnTo>
                  <a:lnTo>
                    <a:pt x="337187" y="1663331"/>
                  </a:lnTo>
                  <a:lnTo>
                    <a:pt x="340665" y="1661875"/>
                  </a:lnTo>
                  <a:lnTo>
                    <a:pt x="342230" y="1661220"/>
                  </a:lnTo>
                  <a:lnTo>
                    <a:pt x="342751" y="1661001"/>
                  </a:lnTo>
                  <a:lnTo>
                    <a:pt x="343969" y="1660492"/>
                  </a:lnTo>
                  <a:lnTo>
                    <a:pt x="347794" y="1658890"/>
                  </a:lnTo>
                  <a:lnTo>
                    <a:pt x="349707" y="1658089"/>
                  </a:lnTo>
                  <a:lnTo>
                    <a:pt x="352490" y="1656924"/>
                  </a:lnTo>
                  <a:lnTo>
                    <a:pt x="360837" y="1653430"/>
                  </a:lnTo>
                  <a:lnTo>
                    <a:pt x="365358" y="1651537"/>
                  </a:lnTo>
                  <a:lnTo>
                    <a:pt x="366401" y="1651100"/>
                  </a:lnTo>
                  <a:lnTo>
                    <a:pt x="378574" y="1646004"/>
                  </a:lnTo>
                  <a:lnTo>
                    <a:pt x="380487" y="1645203"/>
                  </a:lnTo>
                  <a:lnTo>
                    <a:pt x="383617" y="1643892"/>
                  </a:lnTo>
                  <a:lnTo>
                    <a:pt x="385008" y="1643310"/>
                  </a:lnTo>
                  <a:lnTo>
                    <a:pt x="390399" y="1641053"/>
                  </a:lnTo>
                  <a:lnTo>
                    <a:pt x="393356" y="1639816"/>
                  </a:lnTo>
                  <a:lnTo>
                    <a:pt x="404137" y="1635302"/>
                  </a:lnTo>
                  <a:lnTo>
                    <a:pt x="412658" y="1631734"/>
                  </a:lnTo>
                  <a:lnTo>
                    <a:pt x="413528" y="1631370"/>
                  </a:lnTo>
                  <a:lnTo>
                    <a:pt x="415441" y="1630570"/>
                  </a:lnTo>
                  <a:lnTo>
                    <a:pt x="418223" y="1629405"/>
                  </a:lnTo>
                  <a:lnTo>
                    <a:pt x="441525" y="1619649"/>
                  </a:lnTo>
                  <a:lnTo>
                    <a:pt x="442221" y="1619358"/>
                  </a:lnTo>
                  <a:lnTo>
                    <a:pt x="445873" y="1617829"/>
                  </a:lnTo>
                  <a:lnTo>
                    <a:pt x="451437" y="1615499"/>
                  </a:lnTo>
                  <a:lnTo>
                    <a:pt x="451959" y="1615281"/>
                  </a:lnTo>
                  <a:lnTo>
                    <a:pt x="456133" y="1613534"/>
                  </a:lnTo>
                  <a:lnTo>
                    <a:pt x="456480" y="1613388"/>
                  </a:lnTo>
                  <a:lnTo>
                    <a:pt x="458393" y="1612587"/>
                  </a:lnTo>
                  <a:lnTo>
                    <a:pt x="460306" y="1611786"/>
                  </a:lnTo>
                  <a:lnTo>
                    <a:pt x="470740" y="1607418"/>
                  </a:lnTo>
                  <a:lnTo>
                    <a:pt x="478565" y="1604142"/>
                  </a:lnTo>
                  <a:lnTo>
                    <a:pt x="482739" y="1602395"/>
                  </a:lnTo>
                  <a:lnTo>
                    <a:pt x="484478" y="1601667"/>
                  </a:lnTo>
                  <a:lnTo>
                    <a:pt x="486391" y="1600866"/>
                  </a:lnTo>
                  <a:lnTo>
                    <a:pt x="497694" y="1596134"/>
                  </a:lnTo>
                  <a:lnTo>
                    <a:pt x="505172" y="1593003"/>
                  </a:lnTo>
                  <a:lnTo>
                    <a:pt x="511084" y="1590528"/>
                  </a:lnTo>
                  <a:lnTo>
                    <a:pt x="516127" y="1588417"/>
                  </a:lnTo>
                  <a:lnTo>
                    <a:pt x="516649" y="1588198"/>
                  </a:lnTo>
                  <a:lnTo>
                    <a:pt x="517866" y="1587689"/>
                  </a:lnTo>
                  <a:lnTo>
                    <a:pt x="521692" y="1586087"/>
                  </a:lnTo>
                  <a:lnTo>
                    <a:pt x="523605" y="1585286"/>
                  </a:lnTo>
                  <a:lnTo>
                    <a:pt x="526387" y="1584121"/>
                  </a:lnTo>
                  <a:lnTo>
                    <a:pt x="534734" y="1580627"/>
                  </a:lnTo>
                  <a:lnTo>
                    <a:pt x="539255" y="1578734"/>
                  </a:lnTo>
                  <a:lnTo>
                    <a:pt x="540299" y="1578297"/>
                  </a:lnTo>
                  <a:lnTo>
                    <a:pt x="552472" y="1573201"/>
                  </a:lnTo>
                  <a:lnTo>
                    <a:pt x="554385" y="1572400"/>
                  </a:lnTo>
                  <a:lnTo>
                    <a:pt x="557515" y="1571089"/>
                  </a:lnTo>
                  <a:lnTo>
                    <a:pt x="558906" y="1570507"/>
                  </a:lnTo>
                  <a:lnTo>
                    <a:pt x="564297" y="1568250"/>
                  </a:lnTo>
                  <a:lnTo>
                    <a:pt x="567253" y="1567012"/>
                  </a:lnTo>
                  <a:lnTo>
                    <a:pt x="578035" y="1562499"/>
                  </a:lnTo>
                  <a:lnTo>
                    <a:pt x="586556" y="1558931"/>
                  </a:lnTo>
                  <a:lnTo>
                    <a:pt x="587425" y="1558567"/>
                  </a:lnTo>
                  <a:lnTo>
                    <a:pt x="589338" y="1557766"/>
                  </a:lnTo>
                  <a:lnTo>
                    <a:pt x="592120" y="1556602"/>
                  </a:lnTo>
                  <a:lnTo>
                    <a:pt x="615423" y="1546846"/>
                  </a:lnTo>
                  <a:lnTo>
                    <a:pt x="616118" y="1546555"/>
                  </a:lnTo>
                  <a:lnTo>
                    <a:pt x="619770" y="1545026"/>
                  </a:lnTo>
                  <a:lnTo>
                    <a:pt x="625335" y="1542696"/>
                  </a:lnTo>
                  <a:lnTo>
                    <a:pt x="625856" y="1542478"/>
                  </a:lnTo>
                  <a:lnTo>
                    <a:pt x="630030" y="1540731"/>
                  </a:lnTo>
                  <a:lnTo>
                    <a:pt x="630378" y="1540585"/>
                  </a:lnTo>
                  <a:lnTo>
                    <a:pt x="632291" y="1539784"/>
                  </a:lnTo>
                  <a:lnTo>
                    <a:pt x="634203" y="1538983"/>
                  </a:lnTo>
                  <a:lnTo>
                    <a:pt x="644637" y="1534615"/>
                  </a:lnTo>
                  <a:lnTo>
                    <a:pt x="652463" y="1531339"/>
                  </a:lnTo>
                  <a:lnTo>
                    <a:pt x="656636" y="1529592"/>
                  </a:lnTo>
                  <a:lnTo>
                    <a:pt x="658375" y="1528864"/>
                  </a:lnTo>
                  <a:lnTo>
                    <a:pt x="660288" y="1528063"/>
                  </a:lnTo>
                  <a:lnTo>
                    <a:pt x="671591" y="1523331"/>
                  </a:lnTo>
                  <a:lnTo>
                    <a:pt x="679069" y="1520200"/>
                  </a:lnTo>
                  <a:lnTo>
                    <a:pt x="684982" y="1517725"/>
                  </a:lnTo>
                  <a:lnTo>
                    <a:pt x="688459" y="1516269"/>
                  </a:lnTo>
                  <a:lnTo>
                    <a:pt x="690025" y="1515613"/>
                  </a:lnTo>
                  <a:lnTo>
                    <a:pt x="690546" y="1515395"/>
                  </a:lnTo>
                  <a:lnTo>
                    <a:pt x="691764" y="1514885"/>
                  </a:lnTo>
                  <a:lnTo>
                    <a:pt x="697502" y="1512483"/>
                  </a:lnTo>
                  <a:lnTo>
                    <a:pt x="700285" y="1511318"/>
                  </a:lnTo>
                  <a:lnTo>
                    <a:pt x="708632" y="1507824"/>
                  </a:lnTo>
                  <a:lnTo>
                    <a:pt x="713153" y="1505931"/>
                  </a:lnTo>
                  <a:lnTo>
                    <a:pt x="714196" y="1505494"/>
                  </a:lnTo>
                  <a:lnTo>
                    <a:pt x="726369" y="1500398"/>
                  </a:lnTo>
                  <a:lnTo>
                    <a:pt x="728282" y="1499597"/>
                  </a:lnTo>
                  <a:lnTo>
                    <a:pt x="731412" y="1498286"/>
                  </a:lnTo>
                  <a:lnTo>
                    <a:pt x="732803" y="1497704"/>
                  </a:lnTo>
                  <a:lnTo>
                    <a:pt x="738194" y="1495447"/>
                  </a:lnTo>
                  <a:lnTo>
                    <a:pt x="741150" y="1494209"/>
                  </a:lnTo>
                  <a:lnTo>
                    <a:pt x="751932" y="1489696"/>
                  </a:lnTo>
                  <a:lnTo>
                    <a:pt x="760453" y="1486128"/>
                  </a:lnTo>
                  <a:lnTo>
                    <a:pt x="761323" y="1485764"/>
                  </a:lnTo>
                  <a:lnTo>
                    <a:pt x="763235" y="1484963"/>
                  </a:lnTo>
                  <a:lnTo>
                    <a:pt x="766018" y="1483799"/>
                  </a:lnTo>
                  <a:lnTo>
                    <a:pt x="789320" y="1474043"/>
                  </a:lnTo>
                  <a:lnTo>
                    <a:pt x="790016" y="1473752"/>
                  </a:lnTo>
                  <a:lnTo>
                    <a:pt x="793667" y="1472223"/>
                  </a:lnTo>
                  <a:lnTo>
                    <a:pt x="799232" y="1469893"/>
                  </a:lnTo>
                  <a:lnTo>
                    <a:pt x="799754" y="1469675"/>
                  </a:lnTo>
                  <a:lnTo>
                    <a:pt x="803927" y="1467927"/>
                  </a:lnTo>
                  <a:lnTo>
                    <a:pt x="804275" y="1467782"/>
                  </a:lnTo>
                  <a:lnTo>
                    <a:pt x="806188" y="1466981"/>
                  </a:lnTo>
                  <a:lnTo>
                    <a:pt x="808101" y="1466180"/>
                  </a:lnTo>
                  <a:lnTo>
                    <a:pt x="818535" y="1461812"/>
                  </a:lnTo>
                  <a:lnTo>
                    <a:pt x="826360" y="1458536"/>
                  </a:lnTo>
                  <a:lnTo>
                    <a:pt x="830534" y="1456789"/>
                  </a:lnTo>
                  <a:lnTo>
                    <a:pt x="832273" y="1456061"/>
                  </a:lnTo>
                  <a:lnTo>
                    <a:pt x="834186" y="1455260"/>
                  </a:lnTo>
                  <a:lnTo>
                    <a:pt x="845489" y="1450528"/>
                  </a:lnTo>
                  <a:lnTo>
                    <a:pt x="852966" y="1447397"/>
                  </a:lnTo>
                  <a:lnTo>
                    <a:pt x="858879" y="1444922"/>
                  </a:lnTo>
                  <a:lnTo>
                    <a:pt x="862357" y="1443466"/>
                  </a:lnTo>
                  <a:lnTo>
                    <a:pt x="863922" y="1442810"/>
                  </a:lnTo>
                  <a:lnTo>
                    <a:pt x="864444" y="1442592"/>
                  </a:lnTo>
                  <a:lnTo>
                    <a:pt x="865661" y="1442082"/>
                  </a:lnTo>
                  <a:lnTo>
                    <a:pt x="869487" y="1440481"/>
                  </a:lnTo>
                  <a:lnTo>
                    <a:pt x="871400" y="1439680"/>
                  </a:lnTo>
                  <a:lnTo>
                    <a:pt x="874182" y="1438515"/>
                  </a:lnTo>
                  <a:lnTo>
                    <a:pt x="882529" y="1435021"/>
                  </a:lnTo>
                  <a:lnTo>
                    <a:pt x="887050" y="1433128"/>
                  </a:lnTo>
                  <a:lnTo>
                    <a:pt x="888094" y="1432691"/>
                  </a:lnTo>
                  <a:lnTo>
                    <a:pt x="900267" y="1427595"/>
                  </a:lnTo>
                  <a:lnTo>
                    <a:pt x="902179" y="1426794"/>
                  </a:lnTo>
                  <a:lnTo>
                    <a:pt x="905310" y="1425483"/>
                  </a:lnTo>
                  <a:lnTo>
                    <a:pt x="906701" y="1424901"/>
                  </a:lnTo>
                  <a:lnTo>
                    <a:pt x="912092" y="1422644"/>
                  </a:lnTo>
                  <a:lnTo>
                    <a:pt x="915048" y="1421406"/>
                  </a:lnTo>
                  <a:lnTo>
                    <a:pt x="925830" y="1416893"/>
                  </a:lnTo>
                  <a:lnTo>
                    <a:pt x="934350" y="1413325"/>
                  </a:lnTo>
                  <a:lnTo>
                    <a:pt x="935220" y="1412961"/>
                  </a:lnTo>
                  <a:lnTo>
                    <a:pt x="937133" y="1412160"/>
                  </a:lnTo>
                  <a:lnTo>
                    <a:pt x="939915" y="1410996"/>
                  </a:lnTo>
                  <a:lnTo>
                    <a:pt x="963217" y="1401240"/>
                  </a:lnTo>
                  <a:lnTo>
                    <a:pt x="967565" y="1399420"/>
                  </a:lnTo>
                  <a:lnTo>
                    <a:pt x="973130" y="1397090"/>
                  </a:lnTo>
                  <a:lnTo>
                    <a:pt x="973651" y="1396872"/>
                  </a:lnTo>
                  <a:lnTo>
                    <a:pt x="977825" y="1395124"/>
                  </a:lnTo>
                  <a:lnTo>
                    <a:pt x="978173" y="1394979"/>
                  </a:lnTo>
                  <a:lnTo>
                    <a:pt x="980086" y="1394178"/>
                  </a:lnTo>
                  <a:lnTo>
                    <a:pt x="981998" y="1393377"/>
                  </a:lnTo>
                  <a:lnTo>
                    <a:pt x="992432" y="1389009"/>
                  </a:lnTo>
                  <a:lnTo>
                    <a:pt x="1000258" y="1385733"/>
                  </a:lnTo>
                  <a:lnTo>
                    <a:pt x="1004431" y="1383986"/>
                  </a:lnTo>
                  <a:lnTo>
                    <a:pt x="1006170" y="1383258"/>
                  </a:lnTo>
                  <a:lnTo>
                    <a:pt x="1008083" y="1382457"/>
                  </a:lnTo>
                  <a:lnTo>
                    <a:pt x="1019386" y="1377725"/>
                  </a:lnTo>
                  <a:lnTo>
                    <a:pt x="1026864" y="1374594"/>
                  </a:lnTo>
                  <a:lnTo>
                    <a:pt x="1032776" y="1372119"/>
                  </a:lnTo>
                  <a:lnTo>
                    <a:pt x="1036254" y="1370663"/>
                  </a:lnTo>
                  <a:lnTo>
                    <a:pt x="1037819" y="1370007"/>
                  </a:lnTo>
                  <a:lnTo>
                    <a:pt x="1038341" y="1369789"/>
                  </a:lnTo>
                  <a:lnTo>
                    <a:pt x="1039558" y="1369279"/>
                  </a:lnTo>
                  <a:lnTo>
                    <a:pt x="1043384" y="1367678"/>
                  </a:lnTo>
                  <a:lnTo>
                    <a:pt x="1045297" y="1366877"/>
                  </a:lnTo>
                  <a:lnTo>
                    <a:pt x="1048079" y="1365712"/>
                  </a:lnTo>
                  <a:lnTo>
                    <a:pt x="1056426" y="1362217"/>
                  </a:lnTo>
                  <a:lnTo>
                    <a:pt x="1060948" y="1360325"/>
                  </a:lnTo>
                  <a:lnTo>
                    <a:pt x="1061991" y="1359888"/>
                  </a:lnTo>
                  <a:lnTo>
                    <a:pt x="1074164" y="1354792"/>
                  </a:lnTo>
                  <a:lnTo>
                    <a:pt x="1076077" y="1353991"/>
                  </a:lnTo>
                  <a:lnTo>
                    <a:pt x="1079207" y="1352680"/>
                  </a:lnTo>
                  <a:lnTo>
                    <a:pt x="1080598" y="1352098"/>
                  </a:lnTo>
                  <a:lnTo>
                    <a:pt x="1085989" y="1349841"/>
                  </a:lnTo>
                  <a:lnTo>
                    <a:pt x="1088945" y="1348603"/>
                  </a:lnTo>
                  <a:lnTo>
                    <a:pt x="1099727" y="1344089"/>
                  </a:lnTo>
                  <a:lnTo>
                    <a:pt x="1108248" y="1340522"/>
                  </a:lnTo>
                  <a:lnTo>
                    <a:pt x="1109117" y="1340158"/>
                  </a:lnTo>
                  <a:lnTo>
                    <a:pt x="1111030" y="1339357"/>
                  </a:lnTo>
                  <a:lnTo>
                    <a:pt x="1113813" y="1338192"/>
                  </a:lnTo>
                  <a:lnTo>
                    <a:pt x="1137115" y="1328437"/>
                  </a:lnTo>
                  <a:lnTo>
                    <a:pt x="1137810" y="1328146"/>
                  </a:lnTo>
                  <a:lnTo>
                    <a:pt x="1141462" y="1326617"/>
                  </a:lnTo>
                  <a:lnTo>
                    <a:pt x="1147027" y="1324287"/>
                  </a:lnTo>
                  <a:lnTo>
                    <a:pt x="1147549" y="1324069"/>
                  </a:lnTo>
                  <a:lnTo>
                    <a:pt x="1151722" y="1322321"/>
                  </a:lnTo>
                  <a:lnTo>
                    <a:pt x="1152070" y="1322176"/>
                  </a:lnTo>
                  <a:lnTo>
                    <a:pt x="1153983" y="1321375"/>
                  </a:lnTo>
                  <a:lnTo>
                    <a:pt x="1155896" y="1320574"/>
                  </a:lnTo>
                  <a:lnTo>
                    <a:pt x="1174155" y="1312930"/>
                  </a:lnTo>
                  <a:lnTo>
                    <a:pt x="1178329" y="1311183"/>
                  </a:lnTo>
                  <a:lnTo>
                    <a:pt x="1180068" y="1310454"/>
                  </a:lnTo>
                  <a:lnTo>
                    <a:pt x="1181980" y="1309654"/>
                  </a:lnTo>
                  <a:lnTo>
                    <a:pt x="1193284" y="1304921"/>
                  </a:lnTo>
                  <a:lnTo>
                    <a:pt x="1200761" y="1301791"/>
                  </a:lnTo>
                  <a:lnTo>
                    <a:pt x="1206674" y="1299316"/>
                  </a:lnTo>
                  <a:lnTo>
                    <a:pt x="1210152" y="1297860"/>
                  </a:lnTo>
                  <a:lnTo>
                    <a:pt x="1211717" y="1297204"/>
                  </a:lnTo>
                  <a:lnTo>
                    <a:pt x="1212239" y="1296986"/>
                  </a:lnTo>
                  <a:lnTo>
                    <a:pt x="1213456" y="1296476"/>
                  </a:lnTo>
                  <a:lnTo>
                    <a:pt x="1217282" y="1294875"/>
                  </a:lnTo>
                  <a:lnTo>
                    <a:pt x="1219195" y="1294074"/>
                  </a:lnTo>
                  <a:lnTo>
                    <a:pt x="1221977" y="1292909"/>
                  </a:lnTo>
                  <a:lnTo>
                    <a:pt x="1230324" y="1289414"/>
                  </a:lnTo>
                  <a:lnTo>
                    <a:pt x="1234845" y="1287522"/>
                  </a:lnTo>
                  <a:lnTo>
                    <a:pt x="1235889" y="1287085"/>
                  </a:lnTo>
                  <a:lnTo>
                    <a:pt x="1248061" y="1281988"/>
                  </a:lnTo>
                  <a:lnTo>
                    <a:pt x="1249974" y="1281188"/>
                  </a:lnTo>
                  <a:lnTo>
                    <a:pt x="1253105" y="1279877"/>
                  </a:lnTo>
                  <a:lnTo>
                    <a:pt x="1254496" y="1279295"/>
                  </a:lnTo>
                  <a:lnTo>
                    <a:pt x="1259887" y="1277038"/>
                  </a:lnTo>
                  <a:lnTo>
                    <a:pt x="1262843" y="1275800"/>
                  </a:lnTo>
                  <a:lnTo>
                    <a:pt x="1273624" y="1271286"/>
                  </a:lnTo>
                  <a:lnTo>
                    <a:pt x="1282145" y="1267719"/>
                  </a:lnTo>
                  <a:lnTo>
                    <a:pt x="1283015" y="1267355"/>
                  </a:lnTo>
                  <a:lnTo>
                    <a:pt x="1284928" y="1266554"/>
                  </a:lnTo>
                  <a:lnTo>
                    <a:pt x="1287710" y="1265389"/>
                  </a:lnTo>
                  <a:lnTo>
                    <a:pt x="1311012" y="1255634"/>
                  </a:lnTo>
                  <a:lnTo>
                    <a:pt x="1311708" y="1255343"/>
                  </a:lnTo>
                  <a:lnTo>
                    <a:pt x="1315360" y="1253814"/>
                  </a:lnTo>
                  <a:lnTo>
                    <a:pt x="1320925" y="1251484"/>
                  </a:lnTo>
                  <a:lnTo>
                    <a:pt x="1321446" y="1251266"/>
                  </a:lnTo>
                  <a:lnTo>
                    <a:pt x="1325968" y="1249373"/>
                  </a:lnTo>
                  <a:lnTo>
                    <a:pt x="1327880" y="1248572"/>
                  </a:lnTo>
                  <a:lnTo>
                    <a:pt x="1329793" y="1247771"/>
                  </a:lnTo>
                  <a:lnTo>
                    <a:pt x="1340227" y="1243403"/>
                  </a:lnTo>
                  <a:lnTo>
                    <a:pt x="1348053" y="1240127"/>
                  </a:lnTo>
                  <a:lnTo>
                    <a:pt x="1352226" y="1238379"/>
                  </a:lnTo>
                  <a:lnTo>
                    <a:pt x="1353965" y="1237651"/>
                  </a:lnTo>
                  <a:lnTo>
                    <a:pt x="1355878" y="1236851"/>
                  </a:lnTo>
                  <a:lnTo>
                    <a:pt x="1367181" y="1232118"/>
                  </a:lnTo>
                  <a:lnTo>
                    <a:pt x="1374659" y="1228988"/>
                  </a:lnTo>
                  <a:lnTo>
                    <a:pt x="1380571" y="1226513"/>
                  </a:lnTo>
                  <a:lnTo>
                    <a:pt x="1384049" y="1225056"/>
                  </a:lnTo>
                  <a:lnTo>
                    <a:pt x="1385614" y="1224401"/>
                  </a:lnTo>
                  <a:lnTo>
                    <a:pt x="1386136" y="1224183"/>
                  </a:lnTo>
                  <a:lnTo>
                    <a:pt x="1387353" y="1223673"/>
                  </a:lnTo>
                  <a:lnTo>
                    <a:pt x="1391179" y="1222072"/>
                  </a:lnTo>
                  <a:lnTo>
                    <a:pt x="1393092" y="1221271"/>
                  </a:lnTo>
                  <a:lnTo>
                    <a:pt x="1395874" y="1220106"/>
                  </a:lnTo>
                  <a:lnTo>
                    <a:pt x="1404221" y="1216611"/>
                  </a:lnTo>
                  <a:lnTo>
                    <a:pt x="1408743" y="1214718"/>
                  </a:lnTo>
                  <a:lnTo>
                    <a:pt x="1409786" y="1214282"/>
                  </a:lnTo>
                  <a:lnTo>
                    <a:pt x="1421959" y="1209185"/>
                  </a:lnTo>
                  <a:lnTo>
                    <a:pt x="1423872" y="1208385"/>
                  </a:lnTo>
                  <a:lnTo>
                    <a:pt x="1427002" y="1207074"/>
                  </a:lnTo>
                  <a:lnTo>
                    <a:pt x="1428393" y="1206492"/>
                  </a:lnTo>
                  <a:lnTo>
                    <a:pt x="1433784" y="1204235"/>
                  </a:lnTo>
                  <a:lnTo>
                    <a:pt x="1436740" y="1202997"/>
                  </a:lnTo>
                  <a:lnTo>
                    <a:pt x="1447522" y="1198483"/>
                  </a:lnTo>
                  <a:lnTo>
                    <a:pt x="1456043" y="1194916"/>
                  </a:lnTo>
                  <a:lnTo>
                    <a:pt x="1456912" y="1194552"/>
                  </a:lnTo>
                  <a:lnTo>
                    <a:pt x="1458825" y="1193751"/>
                  </a:lnTo>
                  <a:lnTo>
                    <a:pt x="1461608" y="1192586"/>
                  </a:lnTo>
                  <a:lnTo>
                    <a:pt x="1484910" y="1182831"/>
                  </a:lnTo>
                  <a:lnTo>
                    <a:pt x="1485605" y="1182540"/>
                  </a:lnTo>
                  <a:lnTo>
                    <a:pt x="1489257" y="1181011"/>
                  </a:lnTo>
                  <a:lnTo>
                    <a:pt x="1494822" y="1178681"/>
                  </a:lnTo>
                  <a:lnTo>
                    <a:pt x="1495344" y="1178463"/>
                  </a:lnTo>
                  <a:lnTo>
                    <a:pt x="1499517" y="1176715"/>
                  </a:lnTo>
                  <a:lnTo>
                    <a:pt x="1499865" y="1176570"/>
                  </a:lnTo>
                  <a:lnTo>
                    <a:pt x="1501778" y="1175769"/>
                  </a:lnTo>
                  <a:lnTo>
                    <a:pt x="1503691" y="1174968"/>
                  </a:lnTo>
                  <a:lnTo>
                    <a:pt x="1514125" y="1170600"/>
                  </a:lnTo>
                  <a:lnTo>
                    <a:pt x="1521950" y="1167324"/>
                  </a:lnTo>
                  <a:lnTo>
                    <a:pt x="1526123" y="1165576"/>
                  </a:lnTo>
                  <a:lnTo>
                    <a:pt x="1527862" y="1164848"/>
                  </a:lnTo>
                  <a:lnTo>
                    <a:pt x="1529775" y="1164048"/>
                  </a:lnTo>
                  <a:lnTo>
                    <a:pt x="1541079" y="1159315"/>
                  </a:lnTo>
                  <a:lnTo>
                    <a:pt x="1548556" y="1156185"/>
                  </a:lnTo>
                  <a:lnTo>
                    <a:pt x="1554469" y="1153710"/>
                  </a:lnTo>
                  <a:lnTo>
                    <a:pt x="1559512" y="1151598"/>
                  </a:lnTo>
                  <a:lnTo>
                    <a:pt x="1560033" y="1151380"/>
                  </a:lnTo>
                  <a:lnTo>
                    <a:pt x="1561251" y="1150870"/>
                  </a:lnTo>
                  <a:lnTo>
                    <a:pt x="1565077" y="1149269"/>
                  </a:lnTo>
                  <a:lnTo>
                    <a:pt x="1566989" y="1148468"/>
                  </a:lnTo>
                  <a:lnTo>
                    <a:pt x="1569772" y="1147303"/>
                  </a:lnTo>
                  <a:lnTo>
                    <a:pt x="1578119" y="1143808"/>
                  </a:lnTo>
                  <a:lnTo>
                    <a:pt x="1582640" y="1141915"/>
                  </a:lnTo>
                  <a:lnTo>
                    <a:pt x="1583684" y="1141479"/>
                  </a:lnTo>
                  <a:lnTo>
                    <a:pt x="1595856" y="1136382"/>
                  </a:lnTo>
                  <a:lnTo>
                    <a:pt x="1597769" y="1135582"/>
                  </a:lnTo>
                  <a:lnTo>
                    <a:pt x="1600899" y="1134271"/>
                  </a:lnTo>
                  <a:lnTo>
                    <a:pt x="1602291" y="1133689"/>
                  </a:lnTo>
                  <a:lnTo>
                    <a:pt x="1607681" y="1131432"/>
                  </a:lnTo>
                  <a:lnTo>
                    <a:pt x="1610638" y="1130194"/>
                  </a:lnTo>
                  <a:lnTo>
                    <a:pt x="1621419" y="1125680"/>
                  </a:lnTo>
                  <a:lnTo>
                    <a:pt x="1629940" y="1122113"/>
                  </a:lnTo>
                  <a:lnTo>
                    <a:pt x="1630810" y="1121749"/>
                  </a:lnTo>
                  <a:lnTo>
                    <a:pt x="1632723" y="1120948"/>
                  </a:lnTo>
                  <a:lnTo>
                    <a:pt x="1635505" y="1119783"/>
                  </a:lnTo>
                  <a:lnTo>
                    <a:pt x="1658807" y="1110028"/>
                  </a:lnTo>
                  <a:lnTo>
                    <a:pt x="1659503" y="1109736"/>
                  </a:lnTo>
                  <a:lnTo>
                    <a:pt x="1663155" y="1108208"/>
                  </a:lnTo>
                  <a:lnTo>
                    <a:pt x="1668719" y="1105878"/>
                  </a:lnTo>
                  <a:lnTo>
                    <a:pt x="1669241" y="1105659"/>
                  </a:lnTo>
                  <a:lnTo>
                    <a:pt x="1673415" y="1103912"/>
                  </a:lnTo>
                  <a:lnTo>
                    <a:pt x="1673762" y="1103767"/>
                  </a:lnTo>
                  <a:lnTo>
                    <a:pt x="1675675" y="1102966"/>
                  </a:lnTo>
                  <a:lnTo>
                    <a:pt x="1677588" y="1102165"/>
                  </a:lnTo>
                  <a:lnTo>
                    <a:pt x="1688022" y="1097797"/>
                  </a:lnTo>
                  <a:lnTo>
                    <a:pt x="1695847" y="1094521"/>
                  </a:lnTo>
                  <a:lnTo>
                    <a:pt x="1700021" y="1092773"/>
                  </a:lnTo>
                  <a:lnTo>
                    <a:pt x="1701760" y="1092045"/>
                  </a:lnTo>
                  <a:lnTo>
                    <a:pt x="1703673" y="1091244"/>
                  </a:lnTo>
                  <a:lnTo>
                    <a:pt x="1714976" y="1086512"/>
                  </a:lnTo>
                  <a:lnTo>
                    <a:pt x="1722454" y="1083382"/>
                  </a:lnTo>
                  <a:lnTo>
                    <a:pt x="1728366" y="1080906"/>
                  </a:lnTo>
                  <a:lnTo>
                    <a:pt x="1731844" y="1079450"/>
                  </a:lnTo>
                  <a:lnTo>
                    <a:pt x="1733409" y="1078795"/>
                  </a:lnTo>
                  <a:lnTo>
                    <a:pt x="1733931" y="1078577"/>
                  </a:lnTo>
                  <a:lnTo>
                    <a:pt x="1735148" y="1078067"/>
                  </a:lnTo>
                  <a:lnTo>
                    <a:pt x="1738974" y="1076465"/>
                  </a:lnTo>
                  <a:lnTo>
                    <a:pt x="1740887" y="1075665"/>
                  </a:lnTo>
                  <a:lnTo>
                    <a:pt x="1743669" y="1074500"/>
                  </a:lnTo>
                  <a:lnTo>
                    <a:pt x="1752016" y="1071005"/>
                  </a:lnTo>
                  <a:lnTo>
                    <a:pt x="1756538" y="1069112"/>
                  </a:lnTo>
                  <a:lnTo>
                    <a:pt x="1757581" y="1068676"/>
                  </a:lnTo>
                  <a:lnTo>
                    <a:pt x="1769754" y="1063579"/>
                  </a:lnTo>
                  <a:lnTo>
                    <a:pt x="1771667" y="1062778"/>
                  </a:lnTo>
                  <a:lnTo>
                    <a:pt x="1774797" y="1061468"/>
                  </a:lnTo>
                  <a:lnTo>
                    <a:pt x="1776188" y="1060886"/>
                  </a:lnTo>
                  <a:lnTo>
                    <a:pt x="1781579" y="1058629"/>
                  </a:lnTo>
                  <a:lnTo>
                    <a:pt x="1784535" y="1057391"/>
                  </a:lnTo>
                  <a:lnTo>
                    <a:pt x="1795317" y="1052877"/>
                  </a:lnTo>
                  <a:lnTo>
                    <a:pt x="1803838" y="1049310"/>
                  </a:lnTo>
                  <a:lnTo>
                    <a:pt x="1804707" y="1048946"/>
                  </a:lnTo>
                  <a:lnTo>
                    <a:pt x="1806620" y="1048145"/>
                  </a:lnTo>
                  <a:lnTo>
                    <a:pt x="1809402" y="1046980"/>
                  </a:lnTo>
                  <a:lnTo>
                    <a:pt x="1832705" y="1037225"/>
                  </a:lnTo>
                  <a:lnTo>
                    <a:pt x="1833400" y="1036933"/>
                  </a:lnTo>
                  <a:lnTo>
                    <a:pt x="1842617" y="1033075"/>
                  </a:lnTo>
                  <a:lnTo>
                    <a:pt x="1843139" y="1032856"/>
                  </a:lnTo>
                  <a:lnTo>
                    <a:pt x="1847312" y="1031109"/>
                  </a:lnTo>
                  <a:lnTo>
                    <a:pt x="1847660" y="1030964"/>
                  </a:lnTo>
                  <a:lnTo>
                    <a:pt x="1849573" y="1030163"/>
                  </a:lnTo>
                  <a:lnTo>
                    <a:pt x="1851486" y="1029362"/>
                  </a:lnTo>
                  <a:lnTo>
                    <a:pt x="1861919" y="1024994"/>
                  </a:lnTo>
                  <a:lnTo>
                    <a:pt x="1869745" y="1021718"/>
                  </a:lnTo>
                  <a:lnTo>
                    <a:pt x="1873918" y="1019970"/>
                  </a:lnTo>
                  <a:lnTo>
                    <a:pt x="1875657" y="1019242"/>
                  </a:lnTo>
                  <a:lnTo>
                    <a:pt x="1877570" y="1018441"/>
                  </a:lnTo>
                  <a:lnTo>
                    <a:pt x="1888874" y="1013709"/>
                  </a:lnTo>
                  <a:lnTo>
                    <a:pt x="1896351" y="1010579"/>
                  </a:lnTo>
                  <a:lnTo>
                    <a:pt x="1902264" y="1008103"/>
                  </a:lnTo>
                  <a:lnTo>
                    <a:pt x="1905742" y="1006647"/>
                  </a:lnTo>
                  <a:lnTo>
                    <a:pt x="1907307" y="1005992"/>
                  </a:lnTo>
                  <a:lnTo>
                    <a:pt x="1907828" y="1005774"/>
                  </a:lnTo>
                  <a:lnTo>
                    <a:pt x="1909046" y="1005264"/>
                  </a:lnTo>
                  <a:lnTo>
                    <a:pt x="1912871" y="1003662"/>
                  </a:lnTo>
                  <a:lnTo>
                    <a:pt x="1914784" y="1002862"/>
                  </a:lnTo>
                  <a:lnTo>
                    <a:pt x="1917567" y="1001697"/>
                  </a:lnTo>
                  <a:lnTo>
                    <a:pt x="1925914" y="998202"/>
                  </a:lnTo>
                  <a:lnTo>
                    <a:pt x="1930435" y="996309"/>
                  </a:lnTo>
                  <a:lnTo>
                    <a:pt x="1931478" y="995872"/>
                  </a:lnTo>
                  <a:lnTo>
                    <a:pt x="1943651" y="990776"/>
                  </a:lnTo>
                  <a:lnTo>
                    <a:pt x="1945564" y="989975"/>
                  </a:lnTo>
                  <a:lnTo>
                    <a:pt x="1948694" y="988665"/>
                  </a:lnTo>
                  <a:lnTo>
                    <a:pt x="1950085" y="988083"/>
                  </a:lnTo>
                  <a:lnTo>
                    <a:pt x="1955476" y="985826"/>
                  </a:lnTo>
                  <a:lnTo>
                    <a:pt x="1958433" y="984588"/>
                  </a:lnTo>
                  <a:lnTo>
                    <a:pt x="1969214" y="980074"/>
                  </a:lnTo>
                  <a:lnTo>
                    <a:pt x="1977735" y="976507"/>
                  </a:lnTo>
                  <a:lnTo>
                    <a:pt x="1978605" y="976143"/>
                  </a:lnTo>
                  <a:lnTo>
                    <a:pt x="1980518" y="975342"/>
                  </a:lnTo>
                  <a:lnTo>
                    <a:pt x="1983300" y="974177"/>
                  </a:lnTo>
                  <a:lnTo>
                    <a:pt x="2006602" y="964422"/>
                  </a:lnTo>
                  <a:lnTo>
                    <a:pt x="2007298" y="964130"/>
                  </a:lnTo>
                  <a:lnTo>
                    <a:pt x="2010950" y="962601"/>
                  </a:lnTo>
                  <a:lnTo>
                    <a:pt x="2016514" y="960272"/>
                  </a:lnTo>
                  <a:lnTo>
                    <a:pt x="2017036" y="960053"/>
                  </a:lnTo>
                  <a:lnTo>
                    <a:pt x="2021210" y="958306"/>
                  </a:lnTo>
                  <a:lnTo>
                    <a:pt x="2021557" y="958161"/>
                  </a:lnTo>
                  <a:lnTo>
                    <a:pt x="2023470" y="957360"/>
                  </a:lnTo>
                  <a:lnTo>
                    <a:pt x="2025383" y="956559"/>
                  </a:lnTo>
                  <a:lnTo>
                    <a:pt x="2035817" y="952191"/>
                  </a:lnTo>
                  <a:lnTo>
                    <a:pt x="2043642" y="948915"/>
                  </a:lnTo>
                  <a:lnTo>
                    <a:pt x="2047816" y="947167"/>
                  </a:lnTo>
                  <a:lnTo>
                    <a:pt x="2049555" y="946439"/>
                  </a:lnTo>
                  <a:lnTo>
                    <a:pt x="2051468" y="945638"/>
                  </a:lnTo>
                  <a:lnTo>
                    <a:pt x="2062771" y="940906"/>
                  </a:lnTo>
                  <a:lnTo>
                    <a:pt x="2070249" y="937776"/>
                  </a:lnTo>
                  <a:lnTo>
                    <a:pt x="2076161" y="935300"/>
                  </a:lnTo>
                  <a:lnTo>
                    <a:pt x="2079639" y="933844"/>
                  </a:lnTo>
                  <a:lnTo>
                    <a:pt x="2081204" y="933189"/>
                  </a:lnTo>
                  <a:lnTo>
                    <a:pt x="2081726" y="932971"/>
                  </a:lnTo>
                  <a:lnTo>
                    <a:pt x="2082943" y="932461"/>
                  </a:lnTo>
                  <a:lnTo>
                    <a:pt x="2086769" y="930859"/>
                  </a:lnTo>
                  <a:lnTo>
                    <a:pt x="2088682" y="930059"/>
                  </a:lnTo>
                  <a:lnTo>
                    <a:pt x="2091464" y="928894"/>
                  </a:lnTo>
                  <a:lnTo>
                    <a:pt x="2099811" y="925399"/>
                  </a:lnTo>
                  <a:lnTo>
                    <a:pt x="2104333" y="923506"/>
                  </a:lnTo>
                  <a:lnTo>
                    <a:pt x="2105376" y="923069"/>
                  </a:lnTo>
                  <a:lnTo>
                    <a:pt x="2117549" y="917973"/>
                  </a:lnTo>
                  <a:lnTo>
                    <a:pt x="2119462" y="917172"/>
                  </a:lnTo>
                  <a:lnTo>
                    <a:pt x="2122592" y="915862"/>
                  </a:lnTo>
                  <a:lnTo>
                    <a:pt x="2123983" y="915280"/>
                  </a:lnTo>
                  <a:lnTo>
                    <a:pt x="2129374" y="913023"/>
                  </a:lnTo>
                  <a:lnTo>
                    <a:pt x="2132330" y="911785"/>
                  </a:lnTo>
                  <a:lnTo>
                    <a:pt x="2143112" y="907271"/>
                  </a:lnTo>
                  <a:lnTo>
                    <a:pt x="2151633" y="903704"/>
                  </a:lnTo>
                  <a:lnTo>
                    <a:pt x="2152502" y="903340"/>
                  </a:lnTo>
                  <a:lnTo>
                    <a:pt x="2154415" y="902539"/>
                  </a:lnTo>
                  <a:lnTo>
                    <a:pt x="2157197" y="901374"/>
                  </a:lnTo>
                  <a:lnTo>
                    <a:pt x="2180500" y="891619"/>
                  </a:lnTo>
                  <a:lnTo>
                    <a:pt x="2181195" y="891327"/>
                  </a:lnTo>
                  <a:lnTo>
                    <a:pt x="2184847" y="889798"/>
                  </a:lnTo>
                  <a:lnTo>
                    <a:pt x="2190412" y="887469"/>
                  </a:lnTo>
                  <a:lnTo>
                    <a:pt x="2190933" y="887250"/>
                  </a:lnTo>
                  <a:lnTo>
                    <a:pt x="2195107" y="885503"/>
                  </a:lnTo>
                  <a:lnTo>
                    <a:pt x="2195455" y="885357"/>
                  </a:lnTo>
                  <a:lnTo>
                    <a:pt x="2197368" y="884557"/>
                  </a:lnTo>
                  <a:lnTo>
                    <a:pt x="2199281" y="883756"/>
                  </a:lnTo>
                  <a:lnTo>
                    <a:pt x="2209714" y="879388"/>
                  </a:lnTo>
                  <a:lnTo>
                    <a:pt x="2217540" y="876111"/>
                  </a:lnTo>
                  <a:lnTo>
                    <a:pt x="2221713" y="874364"/>
                  </a:lnTo>
                  <a:lnTo>
                    <a:pt x="2223452" y="873636"/>
                  </a:lnTo>
                  <a:lnTo>
                    <a:pt x="2225365" y="872835"/>
                  </a:lnTo>
                  <a:lnTo>
                    <a:pt x="2236668" y="868103"/>
                  </a:lnTo>
                  <a:lnTo>
                    <a:pt x="2244146" y="864973"/>
                  </a:lnTo>
                  <a:lnTo>
                    <a:pt x="2250059" y="862497"/>
                  </a:lnTo>
                  <a:lnTo>
                    <a:pt x="2253537" y="861041"/>
                  </a:lnTo>
                  <a:lnTo>
                    <a:pt x="2255102" y="860386"/>
                  </a:lnTo>
                  <a:lnTo>
                    <a:pt x="2255623" y="860168"/>
                  </a:lnTo>
                  <a:lnTo>
                    <a:pt x="2256841" y="859658"/>
                  </a:lnTo>
                  <a:lnTo>
                    <a:pt x="2260666" y="858056"/>
                  </a:lnTo>
                  <a:lnTo>
                    <a:pt x="2262579" y="857255"/>
                  </a:lnTo>
                  <a:lnTo>
                    <a:pt x="2265362" y="856091"/>
                  </a:lnTo>
                  <a:lnTo>
                    <a:pt x="2273709" y="852596"/>
                  </a:lnTo>
                  <a:lnTo>
                    <a:pt x="2278230" y="850703"/>
                  </a:lnTo>
                  <a:lnTo>
                    <a:pt x="2279273" y="850266"/>
                  </a:lnTo>
                  <a:lnTo>
                    <a:pt x="2291446" y="845170"/>
                  </a:lnTo>
                  <a:lnTo>
                    <a:pt x="2293359" y="844369"/>
                  </a:lnTo>
                  <a:lnTo>
                    <a:pt x="2296489" y="843059"/>
                  </a:lnTo>
                  <a:lnTo>
                    <a:pt x="2297880" y="842476"/>
                  </a:lnTo>
                  <a:lnTo>
                    <a:pt x="2303271" y="840220"/>
                  </a:lnTo>
                  <a:lnTo>
                    <a:pt x="2306227" y="838982"/>
                  </a:lnTo>
                  <a:lnTo>
                    <a:pt x="2317009" y="834468"/>
                  </a:lnTo>
                  <a:lnTo>
                    <a:pt x="2325530" y="830901"/>
                  </a:lnTo>
                  <a:lnTo>
                    <a:pt x="2326400" y="830537"/>
                  </a:lnTo>
                  <a:lnTo>
                    <a:pt x="2328312" y="829736"/>
                  </a:lnTo>
                  <a:lnTo>
                    <a:pt x="2331095" y="828571"/>
                  </a:lnTo>
                  <a:lnTo>
                    <a:pt x="2354397" y="818815"/>
                  </a:lnTo>
                  <a:lnTo>
                    <a:pt x="2355093" y="818524"/>
                  </a:lnTo>
                  <a:lnTo>
                    <a:pt x="2358744" y="816995"/>
                  </a:lnTo>
                  <a:lnTo>
                    <a:pt x="2364309" y="814666"/>
                  </a:lnTo>
                  <a:lnTo>
                    <a:pt x="2364831" y="814447"/>
                  </a:lnTo>
                  <a:lnTo>
                    <a:pt x="2369004" y="812700"/>
                  </a:lnTo>
                  <a:lnTo>
                    <a:pt x="2369352" y="812554"/>
                  </a:lnTo>
                  <a:lnTo>
                    <a:pt x="2371265" y="811754"/>
                  </a:lnTo>
                  <a:lnTo>
                    <a:pt x="2373178" y="810953"/>
                  </a:lnTo>
                  <a:lnTo>
                    <a:pt x="2383612" y="806585"/>
                  </a:lnTo>
                  <a:lnTo>
                    <a:pt x="2391437" y="803308"/>
                  </a:lnTo>
                  <a:lnTo>
                    <a:pt x="2395611" y="801561"/>
                  </a:lnTo>
                  <a:lnTo>
                    <a:pt x="2397350" y="800833"/>
                  </a:lnTo>
                  <a:lnTo>
                    <a:pt x="2399263" y="800032"/>
                  </a:lnTo>
                  <a:lnTo>
                    <a:pt x="2410566" y="795300"/>
                  </a:lnTo>
                  <a:lnTo>
                    <a:pt x="2418044" y="792170"/>
                  </a:lnTo>
                  <a:lnTo>
                    <a:pt x="2423956" y="789694"/>
                  </a:lnTo>
                  <a:lnTo>
                    <a:pt x="2427434" y="788238"/>
                  </a:lnTo>
                  <a:lnTo>
                    <a:pt x="2428999" y="787583"/>
                  </a:lnTo>
                  <a:lnTo>
                    <a:pt x="2429521" y="787365"/>
                  </a:lnTo>
                  <a:lnTo>
                    <a:pt x="2430738" y="786855"/>
                  </a:lnTo>
                  <a:lnTo>
                    <a:pt x="2434564" y="785253"/>
                  </a:lnTo>
                  <a:lnTo>
                    <a:pt x="2436477" y="784452"/>
                  </a:lnTo>
                  <a:lnTo>
                    <a:pt x="2439259" y="783288"/>
                  </a:lnTo>
                  <a:lnTo>
                    <a:pt x="2447606" y="779793"/>
                  </a:lnTo>
                  <a:lnTo>
                    <a:pt x="2452127" y="777900"/>
                  </a:lnTo>
                  <a:lnTo>
                    <a:pt x="2453171" y="777463"/>
                  </a:lnTo>
                  <a:lnTo>
                    <a:pt x="2465344" y="772367"/>
                  </a:lnTo>
                  <a:lnTo>
                    <a:pt x="2467256" y="771566"/>
                  </a:lnTo>
                  <a:lnTo>
                    <a:pt x="2470387" y="770256"/>
                  </a:lnTo>
                  <a:lnTo>
                    <a:pt x="2471778" y="769673"/>
                  </a:lnTo>
                  <a:lnTo>
                    <a:pt x="2477169" y="767416"/>
                  </a:lnTo>
                  <a:lnTo>
                    <a:pt x="2480125" y="766179"/>
                  </a:lnTo>
                  <a:lnTo>
                    <a:pt x="2490907" y="761665"/>
                  </a:lnTo>
                  <a:lnTo>
                    <a:pt x="2499428" y="758098"/>
                  </a:lnTo>
                  <a:lnTo>
                    <a:pt x="2500297" y="757734"/>
                  </a:lnTo>
                  <a:lnTo>
                    <a:pt x="2502210" y="756933"/>
                  </a:lnTo>
                  <a:lnTo>
                    <a:pt x="2504992" y="755768"/>
                  </a:lnTo>
                  <a:lnTo>
                    <a:pt x="2528294" y="746012"/>
                  </a:lnTo>
                  <a:lnTo>
                    <a:pt x="2528990" y="745721"/>
                  </a:lnTo>
                  <a:lnTo>
                    <a:pt x="2532642" y="744192"/>
                  </a:lnTo>
                  <a:lnTo>
                    <a:pt x="2538207" y="741863"/>
                  </a:lnTo>
                  <a:lnTo>
                    <a:pt x="2538728" y="741644"/>
                  </a:lnTo>
                  <a:lnTo>
                    <a:pt x="2542902" y="739897"/>
                  </a:lnTo>
                  <a:lnTo>
                    <a:pt x="2543250" y="739751"/>
                  </a:lnTo>
                  <a:lnTo>
                    <a:pt x="2545163" y="738951"/>
                  </a:lnTo>
                  <a:lnTo>
                    <a:pt x="2547075" y="738150"/>
                  </a:lnTo>
                  <a:lnTo>
                    <a:pt x="2557509" y="733781"/>
                  </a:lnTo>
                  <a:lnTo>
                    <a:pt x="2565335" y="730505"/>
                  </a:lnTo>
                  <a:lnTo>
                    <a:pt x="2569508" y="728758"/>
                  </a:lnTo>
                  <a:lnTo>
                    <a:pt x="2571247" y="728030"/>
                  </a:lnTo>
                  <a:lnTo>
                    <a:pt x="2573160" y="727229"/>
                  </a:lnTo>
                  <a:lnTo>
                    <a:pt x="2584463" y="722497"/>
                  </a:lnTo>
                  <a:lnTo>
                    <a:pt x="2591941" y="719366"/>
                  </a:lnTo>
                  <a:lnTo>
                    <a:pt x="2597853" y="716891"/>
                  </a:lnTo>
                  <a:lnTo>
                    <a:pt x="2601331" y="715435"/>
                  </a:lnTo>
                  <a:lnTo>
                    <a:pt x="2602896" y="714780"/>
                  </a:lnTo>
                  <a:lnTo>
                    <a:pt x="2603418" y="714561"/>
                  </a:lnTo>
                  <a:lnTo>
                    <a:pt x="2604635" y="714052"/>
                  </a:lnTo>
                  <a:lnTo>
                    <a:pt x="2608461" y="712450"/>
                  </a:lnTo>
                  <a:lnTo>
                    <a:pt x="2610374" y="711649"/>
                  </a:lnTo>
                  <a:lnTo>
                    <a:pt x="2613156" y="710485"/>
                  </a:lnTo>
                  <a:lnTo>
                    <a:pt x="2639241" y="699564"/>
                  </a:lnTo>
                  <a:lnTo>
                    <a:pt x="2641154" y="698763"/>
                  </a:lnTo>
                  <a:lnTo>
                    <a:pt x="2644284" y="697453"/>
                  </a:lnTo>
                  <a:lnTo>
                    <a:pt x="2645675" y="696870"/>
                  </a:lnTo>
                  <a:lnTo>
                    <a:pt x="2651066" y="694613"/>
                  </a:lnTo>
                  <a:lnTo>
                    <a:pt x="2654022" y="693376"/>
                  </a:lnTo>
                  <a:lnTo>
                    <a:pt x="2664804" y="688862"/>
                  </a:lnTo>
                  <a:lnTo>
                    <a:pt x="2673325" y="685295"/>
                  </a:lnTo>
                  <a:lnTo>
                    <a:pt x="2674194" y="684931"/>
                  </a:lnTo>
                  <a:lnTo>
                    <a:pt x="2676107" y="684130"/>
                  </a:lnTo>
                  <a:lnTo>
                    <a:pt x="2678890" y="682965"/>
                  </a:lnTo>
                  <a:lnTo>
                    <a:pt x="2702192" y="673209"/>
                  </a:lnTo>
                  <a:lnTo>
                    <a:pt x="2702888" y="672918"/>
                  </a:lnTo>
                  <a:lnTo>
                    <a:pt x="2706539" y="671389"/>
                  </a:lnTo>
                  <a:lnTo>
                    <a:pt x="2712104" y="669060"/>
                  </a:lnTo>
                  <a:lnTo>
                    <a:pt x="2712626" y="668841"/>
                  </a:lnTo>
                  <a:lnTo>
                    <a:pt x="2716799" y="667094"/>
                  </a:lnTo>
                  <a:lnTo>
                    <a:pt x="2717147" y="666948"/>
                  </a:lnTo>
                  <a:lnTo>
                    <a:pt x="2719060" y="666147"/>
                  </a:lnTo>
                  <a:lnTo>
                    <a:pt x="2720973" y="665347"/>
                  </a:lnTo>
                  <a:lnTo>
                    <a:pt x="2731407" y="660978"/>
                  </a:lnTo>
                  <a:lnTo>
                    <a:pt x="2739232" y="657702"/>
                  </a:lnTo>
                  <a:lnTo>
                    <a:pt x="2743406" y="655955"/>
                  </a:lnTo>
                  <a:lnTo>
                    <a:pt x="2745145" y="655227"/>
                  </a:lnTo>
                  <a:lnTo>
                    <a:pt x="2747057" y="654426"/>
                  </a:lnTo>
                  <a:lnTo>
                    <a:pt x="2758361" y="649694"/>
                  </a:lnTo>
                  <a:lnTo>
                    <a:pt x="2765838" y="646563"/>
                  </a:lnTo>
                  <a:lnTo>
                    <a:pt x="2771751" y="644088"/>
                  </a:lnTo>
                  <a:lnTo>
                    <a:pt x="2775229" y="642632"/>
                  </a:lnTo>
                  <a:lnTo>
                    <a:pt x="2776794" y="641977"/>
                  </a:lnTo>
                  <a:lnTo>
                    <a:pt x="2777316" y="641758"/>
                  </a:lnTo>
                  <a:lnTo>
                    <a:pt x="2778533" y="641249"/>
                  </a:lnTo>
                  <a:lnTo>
                    <a:pt x="2782359" y="639647"/>
                  </a:lnTo>
                  <a:lnTo>
                    <a:pt x="2784272" y="638846"/>
                  </a:lnTo>
                  <a:lnTo>
                    <a:pt x="2787054" y="637681"/>
                  </a:lnTo>
                  <a:lnTo>
                    <a:pt x="2795401" y="634187"/>
                  </a:lnTo>
                  <a:lnTo>
                    <a:pt x="2800966" y="631857"/>
                  </a:lnTo>
                  <a:lnTo>
                    <a:pt x="2813139" y="626761"/>
                  </a:lnTo>
                  <a:lnTo>
                    <a:pt x="2815051" y="625960"/>
                  </a:lnTo>
                  <a:lnTo>
                    <a:pt x="2818182" y="624650"/>
                  </a:lnTo>
                  <a:lnTo>
                    <a:pt x="2819573" y="624067"/>
                  </a:lnTo>
                  <a:lnTo>
                    <a:pt x="2824964" y="621810"/>
                  </a:lnTo>
                  <a:lnTo>
                    <a:pt x="2827920" y="620573"/>
                  </a:lnTo>
                  <a:lnTo>
                    <a:pt x="2838701" y="616059"/>
                  </a:lnTo>
                  <a:lnTo>
                    <a:pt x="2847222" y="612492"/>
                  </a:lnTo>
                  <a:lnTo>
                    <a:pt x="2848092" y="612128"/>
                  </a:lnTo>
                  <a:lnTo>
                    <a:pt x="2850005" y="611327"/>
                  </a:lnTo>
                  <a:lnTo>
                    <a:pt x="2852787" y="610162"/>
                  </a:lnTo>
                  <a:lnTo>
                    <a:pt x="2876089" y="600406"/>
                  </a:lnTo>
                  <a:lnTo>
                    <a:pt x="2876785" y="600115"/>
                  </a:lnTo>
                  <a:lnTo>
                    <a:pt x="2880437" y="598586"/>
                  </a:lnTo>
                  <a:lnTo>
                    <a:pt x="2886002" y="596257"/>
                  </a:lnTo>
                  <a:lnTo>
                    <a:pt x="2886523" y="596038"/>
                  </a:lnTo>
                  <a:lnTo>
                    <a:pt x="2890697" y="594291"/>
                  </a:lnTo>
                  <a:lnTo>
                    <a:pt x="2891045" y="594145"/>
                  </a:lnTo>
                  <a:lnTo>
                    <a:pt x="2892957" y="593344"/>
                  </a:lnTo>
                  <a:lnTo>
                    <a:pt x="2894870" y="592544"/>
                  </a:lnTo>
                  <a:lnTo>
                    <a:pt x="2905304" y="588175"/>
                  </a:lnTo>
                  <a:lnTo>
                    <a:pt x="2913130" y="584899"/>
                  </a:lnTo>
                  <a:lnTo>
                    <a:pt x="2917303" y="583152"/>
                  </a:lnTo>
                  <a:lnTo>
                    <a:pt x="2919042" y="582424"/>
                  </a:lnTo>
                  <a:lnTo>
                    <a:pt x="2920955" y="581623"/>
                  </a:lnTo>
                  <a:lnTo>
                    <a:pt x="2932258" y="576891"/>
                  </a:lnTo>
                  <a:lnTo>
                    <a:pt x="2939736" y="573760"/>
                  </a:lnTo>
                  <a:lnTo>
                    <a:pt x="2945648" y="571285"/>
                  </a:lnTo>
                  <a:lnTo>
                    <a:pt x="2949126" y="569829"/>
                  </a:lnTo>
                  <a:lnTo>
                    <a:pt x="2950691" y="569174"/>
                  </a:lnTo>
                  <a:lnTo>
                    <a:pt x="2951213" y="568955"/>
                  </a:lnTo>
                  <a:lnTo>
                    <a:pt x="2952430" y="568446"/>
                  </a:lnTo>
                  <a:lnTo>
                    <a:pt x="2956256" y="566844"/>
                  </a:lnTo>
                  <a:lnTo>
                    <a:pt x="2958169" y="566043"/>
                  </a:lnTo>
                  <a:lnTo>
                    <a:pt x="2960951" y="564878"/>
                  </a:lnTo>
                  <a:lnTo>
                    <a:pt x="2969298" y="561384"/>
                  </a:lnTo>
                  <a:lnTo>
                    <a:pt x="2973820" y="559491"/>
                  </a:lnTo>
                  <a:lnTo>
                    <a:pt x="2974863" y="559054"/>
                  </a:lnTo>
                  <a:lnTo>
                    <a:pt x="2987036" y="553958"/>
                  </a:lnTo>
                  <a:lnTo>
                    <a:pt x="2988949" y="553157"/>
                  </a:lnTo>
                  <a:lnTo>
                    <a:pt x="2992079" y="551847"/>
                  </a:lnTo>
                  <a:lnTo>
                    <a:pt x="2993470" y="551264"/>
                  </a:lnTo>
                  <a:lnTo>
                    <a:pt x="2998861" y="549007"/>
                  </a:lnTo>
                  <a:lnTo>
                    <a:pt x="3001817" y="547770"/>
                  </a:lnTo>
                  <a:lnTo>
                    <a:pt x="3012599" y="543256"/>
                  </a:lnTo>
                  <a:lnTo>
                    <a:pt x="3021120" y="539689"/>
                  </a:lnTo>
                  <a:lnTo>
                    <a:pt x="3021989" y="539325"/>
                  </a:lnTo>
                  <a:lnTo>
                    <a:pt x="3023902" y="538524"/>
                  </a:lnTo>
                  <a:lnTo>
                    <a:pt x="3026685" y="537359"/>
                  </a:lnTo>
                  <a:lnTo>
                    <a:pt x="3049987" y="527603"/>
                  </a:lnTo>
                  <a:lnTo>
                    <a:pt x="3050682" y="527312"/>
                  </a:lnTo>
                  <a:lnTo>
                    <a:pt x="3054334" y="525783"/>
                  </a:lnTo>
                  <a:lnTo>
                    <a:pt x="3059899" y="523453"/>
                  </a:lnTo>
                  <a:lnTo>
                    <a:pt x="3060421" y="523235"/>
                  </a:lnTo>
                  <a:lnTo>
                    <a:pt x="3064942" y="521342"/>
                  </a:lnTo>
                  <a:lnTo>
                    <a:pt x="3066855" y="520541"/>
                  </a:lnTo>
                  <a:lnTo>
                    <a:pt x="3068768" y="519741"/>
                  </a:lnTo>
                  <a:lnTo>
                    <a:pt x="3079202" y="515372"/>
                  </a:lnTo>
                  <a:lnTo>
                    <a:pt x="3087027" y="512096"/>
                  </a:lnTo>
                  <a:lnTo>
                    <a:pt x="3091201" y="510349"/>
                  </a:lnTo>
                  <a:lnTo>
                    <a:pt x="3092939" y="509621"/>
                  </a:lnTo>
                  <a:lnTo>
                    <a:pt x="3094852" y="508820"/>
                  </a:lnTo>
                  <a:lnTo>
                    <a:pt x="3106156" y="504088"/>
                  </a:lnTo>
                  <a:lnTo>
                    <a:pt x="3113633" y="500957"/>
                  </a:lnTo>
                  <a:lnTo>
                    <a:pt x="3119546" y="498482"/>
                  </a:lnTo>
                  <a:lnTo>
                    <a:pt x="3123024" y="497026"/>
                  </a:lnTo>
                  <a:lnTo>
                    <a:pt x="3124589" y="496371"/>
                  </a:lnTo>
                  <a:lnTo>
                    <a:pt x="3125111" y="496152"/>
                  </a:lnTo>
                  <a:lnTo>
                    <a:pt x="3126328" y="495643"/>
                  </a:lnTo>
                  <a:lnTo>
                    <a:pt x="3130154" y="494041"/>
                  </a:lnTo>
                  <a:lnTo>
                    <a:pt x="3132066" y="493240"/>
                  </a:lnTo>
                  <a:lnTo>
                    <a:pt x="3134849" y="492075"/>
                  </a:lnTo>
                  <a:lnTo>
                    <a:pt x="3143196" y="488581"/>
                  </a:lnTo>
                  <a:lnTo>
                    <a:pt x="3147717" y="486688"/>
                  </a:lnTo>
                  <a:lnTo>
                    <a:pt x="3148761" y="486251"/>
                  </a:lnTo>
                  <a:lnTo>
                    <a:pt x="3160933" y="481155"/>
                  </a:lnTo>
                  <a:lnTo>
                    <a:pt x="3162846" y="480354"/>
                  </a:lnTo>
                  <a:lnTo>
                    <a:pt x="3165976" y="479044"/>
                  </a:lnTo>
                  <a:lnTo>
                    <a:pt x="3167368" y="478461"/>
                  </a:lnTo>
                  <a:lnTo>
                    <a:pt x="3172758" y="476204"/>
                  </a:lnTo>
                  <a:lnTo>
                    <a:pt x="3175715" y="474967"/>
                  </a:lnTo>
                  <a:lnTo>
                    <a:pt x="3186496" y="470453"/>
                  </a:lnTo>
                  <a:lnTo>
                    <a:pt x="3195017" y="466885"/>
                  </a:lnTo>
                  <a:lnTo>
                    <a:pt x="3195887" y="466521"/>
                  </a:lnTo>
                  <a:lnTo>
                    <a:pt x="3197800" y="465721"/>
                  </a:lnTo>
                  <a:lnTo>
                    <a:pt x="3200582" y="464556"/>
                  </a:lnTo>
                  <a:lnTo>
                    <a:pt x="3223884" y="454800"/>
                  </a:lnTo>
                  <a:lnTo>
                    <a:pt x="3224580" y="454509"/>
                  </a:lnTo>
                  <a:lnTo>
                    <a:pt x="3228232" y="452980"/>
                  </a:lnTo>
                  <a:lnTo>
                    <a:pt x="3233796" y="450650"/>
                  </a:lnTo>
                  <a:lnTo>
                    <a:pt x="3234318" y="450432"/>
                  </a:lnTo>
                  <a:lnTo>
                    <a:pt x="3238492" y="448685"/>
                  </a:lnTo>
                  <a:lnTo>
                    <a:pt x="3238839" y="448539"/>
                  </a:lnTo>
                  <a:lnTo>
                    <a:pt x="3240752" y="447738"/>
                  </a:lnTo>
                  <a:lnTo>
                    <a:pt x="3242665" y="446937"/>
                  </a:lnTo>
                  <a:lnTo>
                    <a:pt x="3253099" y="442569"/>
                  </a:lnTo>
                  <a:lnTo>
                    <a:pt x="3260924" y="439293"/>
                  </a:lnTo>
                  <a:lnTo>
                    <a:pt x="3265098" y="437546"/>
                  </a:lnTo>
                  <a:lnTo>
                    <a:pt x="3266837" y="436818"/>
                  </a:lnTo>
                  <a:lnTo>
                    <a:pt x="3268750" y="436017"/>
                  </a:lnTo>
                  <a:lnTo>
                    <a:pt x="3280053" y="431285"/>
                  </a:lnTo>
                  <a:lnTo>
                    <a:pt x="3287531" y="428154"/>
                  </a:lnTo>
                  <a:lnTo>
                    <a:pt x="3293443" y="425679"/>
                  </a:lnTo>
                  <a:lnTo>
                    <a:pt x="3296921" y="424223"/>
                  </a:lnTo>
                  <a:lnTo>
                    <a:pt x="3298486" y="423568"/>
                  </a:lnTo>
                  <a:lnTo>
                    <a:pt x="3299008" y="423349"/>
                  </a:lnTo>
                  <a:lnTo>
                    <a:pt x="3300225" y="422840"/>
                  </a:lnTo>
                  <a:lnTo>
                    <a:pt x="3304051" y="421238"/>
                  </a:lnTo>
                  <a:lnTo>
                    <a:pt x="3305964" y="420437"/>
                  </a:lnTo>
                  <a:lnTo>
                    <a:pt x="3308746" y="419272"/>
                  </a:lnTo>
                  <a:lnTo>
                    <a:pt x="3317093" y="415778"/>
                  </a:lnTo>
                  <a:lnTo>
                    <a:pt x="3321615" y="413885"/>
                  </a:lnTo>
                  <a:lnTo>
                    <a:pt x="3322658" y="413448"/>
                  </a:lnTo>
                  <a:lnTo>
                    <a:pt x="3334831" y="408352"/>
                  </a:lnTo>
                  <a:lnTo>
                    <a:pt x="3336744" y="407551"/>
                  </a:lnTo>
                  <a:lnTo>
                    <a:pt x="3339874" y="406241"/>
                  </a:lnTo>
                  <a:lnTo>
                    <a:pt x="3341265" y="405658"/>
                  </a:lnTo>
                  <a:lnTo>
                    <a:pt x="3346656" y="403401"/>
                  </a:lnTo>
                  <a:lnTo>
                    <a:pt x="3349612" y="402164"/>
                  </a:lnTo>
                  <a:lnTo>
                    <a:pt x="3360394" y="397650"/>
                  </a:lnTo>
                  <a:lnTo>
                    <a:pt x="3368915" y="394082"/>
                  </a:lnTo>
                  <a:lnTo>
                    <a:pt x="3369784" y="393718"/>
                  </a:lnTo>
                  <a:lnTo>
                    <a:pt x="3371697" y="392918"/>
                  </a:lnTo>
                  <a:lnTo>
                    <a:pt x="3374479" y="391753"/>
                  </a:lnTo>
                  <a:lnTo>
                    <a:pt x="3397782" y="381997"/>
                  </a:lnTo>
                  <a:lnTo>
                    <a:pt x="3398477" y="381706"/>
                  </a:lnTo>
                  <a:lnTo>
                    <a:pt x="3402129" y="380177"/>
                  </a:lnTo>
                  <a:lnTo>
                    <a:pt x="3407694" y="377847"/>
                  </a:lnTo>
                  <a:lnTo>
                    <a:pt x="3408216" y="377629"/>
                  </a:lnTo>
                  <a:lnTo>
                    <a:pt x="3412389" y="375882"/>
                  </a:lnTo>
                  <a:lnTo>
                    <a:pt x="3412737" y="375736"/>
                  </a:lnTo>
                  <a:lnTo>
                    <a:pt x="3414650" y="374935"/>
                  </a:lnTo>
                  <a:lnTo>
                    <a:pt x="3416563" y="374134"/>
                  </a:lnTo>
                  <a:lnTo>
                    <a:pt x="3434822" y="366490"/>
                  </a:lnTo>
                  <a:lnTo>
                    <a:pt x="3438995" y="364743"/>
                  </a:lnTo>
                  <a:lnTo>
                    <a:pt x="3440734" y="364015"/>
                  </a:lnTo>
                  <a:lnTo>
                    <a:pt x="3442647" y="363214"/>
                  </a:lnTo>
                  <a:lnTo>
                    <a:pt x="3453951" y="358482"/>
                  </a:lnTo>
                  <a:lnTo>
                    <a:pt x="3461428" y="355351"/>
                  </a:lnTo>
                  <a:lnTo>
                    <a:pt x="3467341" y="352876"/>
                  </a:lnTo>
                  <a:lnTo>
                    <a:pt x="3470819" y="351420"/>
                  </a:lnTo>
                  <a:lnTo>
                    <a:pt x="3472384" y="350765"/>
                  </a:lnTo>
                  <a:lnTo>
                    <a:pt x="3472905" y="350546"/>
                  </a:lnTo>
                  <a:lnTo>
                    <a:pt x="3474123" y="350037"/>
                  </a:lnTo>
                  <a:lnTo>
                    <a:pt x="3477948" y="348435"/>
                  </a:lnTo>
                  <a:lnTo>
                    <a:pt x="3479861" y="347634"/>
                  </a:lnTo>
                  <a:lnTo>
                    <a:pt x="3482644" y="346469"/>
                  </a:lnTo>
                  <a:lnTo>
                    <a:pt x="3490991" y="342975"/>
                  </a:lnTo>
                  <a:lnTo>
                    <a:pt x="3495512" y="341082"/>
                  </a:lnTo>
                  <a:lnTo>
                    <a:pt x="3496555" y="340645"/>
                  </a:lnTo>
                  <a:lnTo>
                    <a:pt x="3508728" y="335549"/>
                  </a:lnTo>
                  <a:lnTo>
                    <a:pt x="3510641" y="334748"/>
                  </a:lnTo>
                  <a:lnTo>
                    <a:pt x="3513771" y="333437"/>
                  </a:lnTo>
                  <a:lnTo>
                    <a:pt x="3515162" y="332855"/>
                  </a:lnTo>
                  <a:lnTo>
                    <a:pt x="3520553" y="330598"/>
                  </a:lnTo>
                  <a:lnTo>
                    <a:pt x="3523510" y="329361"/>
                  </a:lnTo>
                  <a:lnTo>
                    <a:pt x="3534291" y="324847"/>
                  </a:lnTo>
                  <a:lnTo>
                    <a:pt x="3542812" y="321279"/>
                  </a:lnTo>
                  <a:lnTo>
                    <a:pt x="3543682" y="320915"/>
                  </a:lnTo>
                  <a:lnTo>
                    <a:pt x="3545595" y="320115"/>
                  </a:lnTo>
                  <a:lnTo>
                    <a:pt x="3548377" y="318950"/>
                  </a:lnTo>
                  <a:lnTo>
                    <a:pt x="3571679" y="309194"/>
                  </a:lnTo>
                  <a:lnTo>
                    <a:pt x="3572375" y="308903"/>
                  </a:lnTo>
                  <a:lnTo>
                    <a:pt x="3576027" y="307374"/>
                  </a:lnTo>
                  <a:lnTo>
                    <a:pt x="3581591" y="305044"/>
                  </a:lnTo>
                  <a:lnTo>
                    <a:pt x="3582113" y="304826"/>
                  </a:lnTo>
                  <a:lnTo>
                    <a:pt x="3586287" y="303079"/>
                  </a:lnTo>
                  <a:lnTo>
                    <a:pt x="3586634" y="302933"/>
                  </a:lnTo>
                  <a:lnTo>
                    <a:pt x="3588547" y="302132"/>
                  </a:lnTo>
                  <a:lnTo>
                    <a:pt x="3590460" y="301331"/>
                  </a:lnTo>
                  <a:lnTo>
                    <a:pt x="3600894" y="296963"/>
                  </a:lnTo>
                  <a:lnTo>
                    <a:pt x="3608719" y="293687"/>
                  </a:lnTo>
                  <a:lnTo>
                    <a:pt x="3612893" y="291940"/>
                  </a:lnTo>
                  <a:lnTo>
                    <a:pt x="3616545" y="290411"/>
                  </a:lnTo>
                  <a:lnTo>
                    <a:pt x="3627848" y="285679"/>
                  </a:lnTo>
                  <a:lnTo>
                    <a:pt x="3635326" y="282548"/>
                  </a:lnTo>
                  <a:lnTo>
                    <a:pt x="3644716" y="278617"/>
                  </a:lnTo>
                  <a:lnTo>
                    <a:pt x="3646281" y="277962"/>
                  </a:lnTo>
                  <a:lnTo>
                    <a:pt x="3646803" y="277743"/>
                  </a:lnTo>
                  <a:lnTo>
                    <a:pt x="3648020" y="277234"/>
                  </a:lnTo>
                  <a:lnTo>
                    <a:pt x="3651846" y="275632"/>
                  </a:lnTo>
                  <a:lnTo>
                    <a:pt x="3653759" y="274831"/>
                  </a:lnTo>
                  <a:lnTo>
                    <a:pt x="3656541" y="273666"/>
                  </a:lnTo>
                  <a:lnTo>
                    <a:pt x="3664888" y="270172"/>
                  </a:lnTo>
                  <a:lnTo>
                    <a:pt x="3669410" y="268279"/>
                  </a:lnTo>
                  <a:lnTo>
                    <a:pt x="3670453" y="267842"/>
                  </a:lnTo>
                  <a:lnTo>
                    <a:pt x="3682626" y="262746"/>
                  </a:lnTo>
                  <a:lnTo>
                    <a:pt x="3684539" y="261945"/>
                  </a:lnTo>
                  <a:lnTo>
                    <a:pt x="3687669" y="260634"/>
                  </a:lnTo>
                  <a:lnTo>
                    <a:pt x="3689060" y="260052"/>
                  </a:lnTo>
                  <a:lnTo>
                    <a:pt x="3694451" y="257795"/>
                  </a:lnTo>
                  <a:lnTo>
                    <a:pt x="3697407" y="256557"/>
                  </a:lnTo>
                  <a:lnTo>
                    <a:pt x="3708189" y="252044"/>
                  </a:lnTo>
                  <a:lnTo>
                    <a:pt x="3716710" y="248476"/>
                  </a:lnTo>
                  <a:lnTo>
                    <a:pt x="3717579" y="248112"/>
                  </a:lnTo>
                  <a:lnTo>
                    <a:pt x="3719492" y="247311"/>
                  </a:lnTo>
                  <a:lnTo>
                    <a:pt x="3722274" y="246147"/>
                  </a:lnTo>
                  <a:lnTo>
                    <a:pt x="3745577" y="236391"/>
                  </a:lnTo>
                  <a:lnTo>
                    <a:pt x="3746272" y="236100"/>
                  </a:lnTo>
                  <a:lnTo>
                    <a:pt x="3749924" y="234571"/>
                  </a:lnTo>
                  <a:lnTo>
                    <a:pt x="3755489" y="232241"/>
                  </a:lnTo>
                  <a:lnTo>
                    <a:pt x="3756010" y="232023"/>
                  </a:lnTo>
                  <a:lnTo>
                    <a:pt x="3760184" y="230276"/>
                  </a:lnTo>
                  <a:lnTo>
                    <a:pt x="3760532" y="230130"/>
                  </a:lnTo>
                  <a:lnTo>
                    <a:pt x="3762445" y="229329"/>
                  </a:lnTo>
                  <a:lnTo>
                    <a:pt x="3764358" y="228528"/>
                  </a:lnTo>
                  <a:lnTo>
                    <a:pt x="3774791" y="224160"/>
                  </a:lnTo>
                  <a:lnTo>
                    <a:pt x="3782617" y="220884"/>
                  </a:lnTo>
                  <a:lnTo>
                    <a:pt x="3786790" y="219137"/>
                  </a:lnTo>
                  <a:lnTo>
                    <a:pt x="3788529" y="218409"/>
                  </a:lnTo>
                  <a:lnTo>
                    <a:pt x="3790442" y="217608"/>
                  </a:lnTo>
                  <a:lnTo>
                    <a:pt x="3801745" y="212876"/>
                  </a:lnTo>
                  <a:lnTo>
                    <a:pt x="3809223" y="209745"/>
                  </a:lnTo>
                  <a:lnTo>
                    <a:pt x="3815136" y="207270"/>
                  </a:lnTo>
                  <a:lnTo>
                    <a:pt x="3818614" y="205814"/>
                  </a:lnTo>
                  <a:lnTo>
                    <a:pt x="3820179" y="205159"/>
                  </a:lnTo>
                  <a:lnTo>
                    <a:pt x="3820700" y="204940"/>
                  </a:lnTo>
                  <a:lnTo>
                    <a:pt x="3821918" y="204430"/>
                  </a:lnTo>
                  <a:lnTo>
                    <a:pt x="3825743" y="202829"/>
                  </a:lnTo>
                  <a:lnTo>
                    <a:pt x="3827656" y="202028"/>
                  </a:lnTo>
                  <a:lnTo>
                    <a:pt x="3830439" y="200863"/>
                  </a:lnTo>
                  <a:lnTo>
                    <a:pt x="3838786" y="197369"/>
                  </a:lnTo>
                  <a:lnTo>
                    <a:pt x="3843307" y="195476"/>
                  </a:lnTo>
                  <a:lnTo>
                    <a:pt x="3844350" y="195039"/>
                  </a:lnTo>
                  <a:lnTo>
                    <a:pt x="3856523" y="189943"/>
                  </a:lnTo>
                  <a:lnTo>
                    <a:pt x="3858436" y="189142"/>
                  </a:lnTo>
                  <a:lnTo>
                    <a:pt x="3861566" y="187831"/>
                  </a:lnTo>
                  <a:lnTo>
                    <a:pt x="3862957" y="187249"/>
                  </a:lnTo>
                  <a:lnTo>
                    <a:pt x="3868348" y="184992"/>
                  </a:lnTo>
                  <a:lnTo>
                    <a:pt x="3871304" y="183754"/>
                  </a:lnTo>
                  <a:lnTo>
                    <a:pt x="3882086" y="179241"/>
                  </a:lnTo>
                  <a:lnTo>
                    <a:pt x="3890607" y="175673"/>
                  </a:lnTo>
                  <a:lnTo>
                    <a:pt x="3891477" y="175309"/>
                  </a:lnTo>
                  <a:lnTo>
                    <a:pt x="3893389" y="174508"/>
                  </a:lnTo>
                  <a:lnTo>
                    <a:pt x="3896172" y="173344"/>
                  </a:lnTo>
                  <a:lnTo>
                    <a:pt x="3919474" y="163588"/>
                  </a:lnTo>
                  <a:lnTo>
                    <a:pt x="3920170" y="163297"/>
                  </a:lnTo>
                  <a:lnTo>
                    <a:pt x="3923821" y="161768"/>
                  </a:lnTo>
                  <a:lnTo>
                    <a:pt x="3929386" y="159438"/>
                  </a:lnTo>
                  <a:lnTo>
                    <a:pt x="3929908" y="159220"/>
                  </a:lnTo>
                  <a:lnTo>
                    <a:pt x="3934081" y="157473"/>
                  </a:lnTo>
                  <a:lnTo>
                    <a:pt x="3936342" y="156526"/>
                  </a:lnTo>
                  <a:lnTo>
                    <a:pt x="3938255" y="155725"/>
                  </a:lnTo>
                  <a:lnTo>
                    <a:pt x="3948689" y="151357"/>
                  </a:lnTo>
                  <a:lnTo>
                    <a:pt x="3956514" y="148081"/>
                  </a:lnTo>
                  <a:lnTo>
                    <a:pt x="3960688" y="146334"/>
                  </a:lnTo>
                  <a:lnTo>
                    <a:pt x="3962427" y="145606"/>
                  </a:lnTo>
                  <a:lnTo>
                    <a:pt x="3964340" y="144805"/>
                  </a:lnTo>
                  <a:lnTo>
                    <a:pt x="3975643" y="140073"/>
                  </a:lnTo>
                  <a:lnTo>
                    <a:pt x="3983121" y="136942"/>
                  </a:lnTo>
                  <a:lnTo>
                    <a:pt x="3989033" y="134467"/>
                  </a:lnTo>
                  <a:lnTo>
                    <a:pt x="3992511" y="133011"/>
                  </a:lnTo>
                  <a:lnTo>
                    <a:pt x="3994076" y="132355"/>
                  </a:lnTo>
                  <a:lnTo>
                    <a:pt x="3994598" y="132137"/>
                  </a:lnTo>
                  <a:lnTo>
                    <a:pt x="3995815" y="131627"/>
                  </a:lnTo>
                  <a:lnTo>
                    <a:pt x="4001554" y="129225"/>
                  </a:lnTo>
                  <a:lnTo>
                    <a:pt x="4012683" y="124566"/>
                  </a:lnTo>
                  <a:lnTo>
                    <a:pt x="4017204" y="122673"/>
                  </a:lnTo>
                  <a:lnTo>
                    <a:pt x="4018248" y="122236"/>
                  </a:lnTo>
                  <a:lnTo>
                    <a:pt x="4030421" y="117140"/>
                  </a:lnTo>
                  <a:lnTo>
                    <a:pt x="4032334" y="116339"/>
                  </a:lnTo>
                  <a:lnTo>
                    <a:pt x="4035464" y="115028"/>
                  </a:lnTo>
                  <a:lnTo>
                    <a:pt x="4036855" y="114446"/>
                  </a:lnTo>
                  <a:lnTo>
                    <a:pt x="4065374" y="102506"/>
                  </a:lnTo>
                  <a:lnTo>
                    <a:pt x="4067287" y="101705"/>
                  </a:lnTo>
                  <a:lnTo>
                    <a:pt x="4070069" y="100541"/>
                  </a:lnTo>
                  <a:lnTo>
                    <a:pt x="4093372" y="90785"/>
                  </a:lnTo>
                  <a:lnTo>
                    <a:pt x="4097719" y="88965"/>
                  </a:lnTo>
                  <a:lnTo>
                    <a:pt x="4108327" y="84524"/>
                  </a:lnTo>
                  <a:lnTo>
                    <a:pt x="4130412" y="75278"/>
                  </a:lnTo>
                  <a:lnTo>
                    <a:pt x="4134585" y="73531"/>
                  </a:lnTo>
                  <a:lnTo>
                    <a:pt x="4136324" y="72803"/>
                  </a:lnTo>
                  <a:lnTo>
                    <a:pt x="4157018" y="64139"/>
                  </a:lnTo>
                  <a:lnTo>
                    <a:pt x="4175451" y="56422"/>
                  </a:lnTo>
                  <a:lnTo>
                    <a:pt x="4192145" y="49433"/>
                  </a:lnTo>
                  <a:lnTo>
                    <a:pt x="4310222" y="0"/>
                  </a:lnTo>
                </a:path>
              </a:pathLst>
            </a:custGeom>
            <a:ln w="32521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6"/>
            <p:cNvSpPr/>
            <p:nvPr/>
          </p:nvSpPr>
          <p:spPr>
            <a:xfrm>
              <a:off x="3459159" y="2992351"/>
              <a:ext cx="4310222" cy="1624951"/>
            </a:xfrm>
            <a:custGeom>
              <a:avLst/>
              <a:pathLst>
                <a:path w="4310222" h="1624951">
                  <a:moveTo>
                    <a:pt x="0" y="1624951"/>
                  </a:moveTo>
                  <a:lnTo>
                    <a:pt x="4695" y="1623181"/>
                  </a:lnTo>
                  <a:lnTo>
                    <a:pt x="42604" y="1608889"/>
                  </a:lnTo>
                  <a:lnTo>
                    <a:pt x="45561" y="1607774"/>
                  </a:lnTo>
                  <a:lnTo>
                    <a:pt x="56342" y="1603710"/>
                  </a:lnTo>
                  <a:lnTo>
                    <a:pt x="64863" y="1600497"/>
                  </a:lnTo>
                  <a:lnTo>
                    <a:pt x="94426" y="1589352"/>
                  </a:lnTo>
                  <a:lnTo>
                    <a:pt x="103642" y="1585878"/>
                  </a:lnTo>
                  <a:lnTo>
                    <a:pt x="104164" y="1585681"/>
                  </a:lnTo>
                  <a:lnTo>
                    <a:pt x="108338" y="1584107"/>
                  </a:lnTo>
                  <a:lnTo>
                    <a:pt x="110598" y="1583255"/>
                  </a:lnTo>
                  <a:lnTo>
                    <a:pt x="112511" y="1582534"/>
                  </a:lnTo>
                  <a:lnTo>
                    <a:pt x="122945" y="1578601"/>
                  </a:lnTo>
                  <a:lnTo>
                    <a:pt x="138596" y="1572700"/>
                  </a:lnTo>
                  <a:lnTo>
                    <a:pt x="149899" y="1568439"/>
                  </a:lnTo>
                  <a:lnTo>
                    <a:pt x="163289" y="1563391"/>
                  </a:lnTo>
                  <a:lnTo>
                    <a:pt x="166767" y="1562080"/>
                  </a:lnTo>
                  <a:lnTo>
                    <a:pt x="168332" y="1561490"/>
                  </a:lnTo>
                  <a:lnTo>
                    <a:pt x="168854" y="1561293"/>
                  </a:lnTo>
                  <a:lnTo>
                    <a:pt x="170071" y="1560834"/>
                  </a:lnTo>
                  <a:lnTo>
                    <a:pt x="173897" y="1559392"/>
                  </a:lnTo>
                  <a:lnTo>
                    <a:pt x="178592" y="1557622"/>
                  </a:lnTo>
                  <a:lnTo>
                    <a:pt x="186939" y="1554475"/>
                  </a:lnTo>
                  <a:lnTo>
                    <a:pt x="191461" y="1552770"/>
                  </a:lnTo>
                  <a:lnTo>
                    <a:pt x="204677" y="1547788"/>
                  </a:lnTo>
                  <a:lnTo>
                    <a:pt x="206590" y="1547067"/>
                  </a:lnTo>
                  <a:lnTo>
                    <a:pt x="209720" y="1545886"/>
                  </a:lnTo>
                  <a:lnTo>
                    <a:pt x="211111" y="1545362"/>
                  </a:lnTo>
                  <a:lnTo>
                    <a:pt x="216502" y="1543330"/>
                  </a:lnTo>
                  <a:lnTo>
                    <a:pt x="219458" y="1542215"/>
                  </a:lnTo>
                  <a:lnTo>
                    <a:pt x="230240" y="1538150"/>
                  </a:lnTo>
                  <a:lnTo>
                    <a:pt x="238761" y="1534938"/>
                  </a:lnTo>
                  <a:lnTo>
                    <a:pt x="239630" y="1534610"/>
                  </a:lnTo>
                  <a:lnTo>
                    <a:pt x="241543" y="1533889"/>
                  </a:lnTo>
                  <a:lnTo>
                    <a:pt x="244325" y="1532840"/>
                  </a:lnTo>
                  <a:lnTo>
                    <a:pt x="267628" y="1524055"/>
                  </a:lnTo>
                  <a:lnTo>
                    <a:pt x="268323" y="1523793"/>
                  </a:lnTo>
                  <a:lnTo>
                    <a:pt x="271975" y="1522416"/>
                  </a:lnTo>
                  <a:lnTo>
                    <a:pt x="277540" y="1520318"/>
                  </a:lnTo>
                  <a:lnTo>
                    <a:pt x="278062" y="1520122"/>
                  </a:lnTo>
                  <a:lnTo>
                    <a:pt x="282235" y="1518548"/>
                  </a:lnTo>
                  <a:lnTo>
                    <a:pt x="282583" y="1518417"/>
                  </a:lnTo>
                  <a:lnTo>
                    <a:pt x="284496" y="1517696"/>
                  </a:lnTo>
                  <a:lnTo>
                    <a:pt x="286409" y="1516975"/>
                  </a:lnTo>
                  <a:lnTo>
                    <a:pt x="296842" y="1513041"/>
                  </a:lnTo>
                  <a:lnTo>
                    <a:pt x="304668" y="1510091"/>
                  </a:lnTo>
                  <a:lnTo>
                    <a:pt x="308841" y="1508518"/>
                  </a:lnTo>
                  <a:lnTo>
                    <a:pt x="312493" y="1507141"/>
                  </a:lnTo>
                  <a:lnTo>
                    <a:pt x="323797" y="1502880"/>
                  </a:lnTo>
                  <a:lnTo>
                    <a:pt x="331274" y="1500061"/>
                  </a:lnTo>
                  <a:lnTo>
                    <a:pt x="337187" y="1497832"/>
                  </a:lnTo>
                  <a:lnTo>
                    <a:pt x="340665" y="1496520"/>
                  </a:lnTo>
                  <a:lnTo>
                    <a:pt x="342230" y="1495930"/>
                  </a:lnTo>
                  <a:lnTo>
                    <a:pt x="342751" y="1495734"/>
                  </a:lnTo>
                  <a:lnTo>
                    <a:pt x="343969" y="1495275"/>
                  </a:lnTo>
                  <a:lnTo>
                    <a:pt x="347794" y="1493832"/>
                  </a:lnTo>
                  <a:lnTo>
                    <a:pt x="349707" y="1493111"/>
                  </a:lnTo>
                  <a:lnTo>
                    <a:pt x="352490" y="1492062"/>
                  </a:lnTo>
                  <a:lnTo>
                    <a:pt x="360837" y="1488915"/>
                  </a:lnTo>
                  <a:lnTo>
                    <a:pt x="365358" y="1487211"/>
                  </a:lnTo>
                  <a:lnTo>
                    <a:pt x="366401" y="1486818"/>
                  </a:lnTo>
                  <a:lnTo>
                    <a:pt x="378574" y="1482228"/>
                  </a:lnTo>
                  <a:lnTo>
                    <a:pt x="380487" y="1481507"/>
                  </a:lnTo>
                  <a:lnTo>
                    <a:pt x="383617" y="1480327"/>
                  </a:lnTo>
                  <a:lnTo>
                    <a:pt x="385008" y="1479803"/>
                  </a:lnTo>
                  <a:lnTo>
                    <a:pt x="390399" y="1477770"/>
                  </a:lnTo>
                  <a:lnTo>
                    <a:pt x="393356" y="1476656"/>
                  </a:lnTo>
                  <a:lnTo>
                    <a:pt x="404137" y="1472591"/>
                  </a:lnTo>
                  <a:lnTo>
                    <a:pt x="412658" y="1469379"/>
                  </a:lnTo>
                  <a:lnTo>
                    <a:pt x="413528" y="1469051"/>
                  </a:lnTo>
                  <a:lnTo>
                    <a:pt x="415441" y="1468330"/>
                  </a:lnTo>
                  <a:lnTo>
                    <a:pt x="418223" y="1467281"/>
                  </a:lnTo>
                  <a:lnTo>
                    <a:pt x="441525" y="1458496"/>
                  </a:lnTo>
                  <a:lnTo>
                    <a:pt x="442221" y="1458234"/>
                  </a:lnTo>
                  <a:lnTo>
                    <a:pt x="445873" y="1456857"/>
                  </a:lnTo>
                  <a:lnTo>
                    <a:pt x="451437" y="1454759"/>
                  </a:lnTo>
                  <a:lnTo>
                    <a:pt x="451959" y="1454562"/>
                  </a:lnTo>
                  <a:lnTo>
                    <a:pt x="456133" y="1452989"/>
                  </a:lnTo>
                  <a:lnTo>
                    <a:pt x="456480" y="1452858"/>
                  </a:lnTo>
                  <a:lnTo>
                    <a:pt x="458393" y="1452137"/>
                  </a:lnTo>
                  <a:lnTo>
                    <a:pt x="460306" y="1451416"/>
                  </a:lnTo>
                  <a:lnTo>
                    <a:pt x="470740" y="1447482"/>
                  </a:lnTo>
                  <a:lnTo>
                    <a:pt x="478565" y="1444532"/>
                  </a:lnTo>
                  <a:lnTo>
                    <a:pt x="482739" y="1442958"/>
                  </a:lnTo>
                  <a:lnTo>
                    <a:pt x="484478" y="1442303"/>
                  </a:lnTo>
                  <a:lnTo>
                    <a:pt x="486391" y="1441582"/>
                  </a:lnTo>
                  <a:lnTo>
                    <a:pt x="497694" y="1437320"/>
                  </a:lnTo>
                  <a:lnTo>
                    <a:pt x="505172" y="1434501"/>
                  </a:lnTo>
                  <a:lnTo>
                    <a:pt x="511084" y="1432272"/>
                  </a:lnTo>
                  <a:lnTo>
                    <a:pt x="516127" y="1430371"/>
                  </a:lnTo>
                  <a:lnTo>
                    <a:pt x="516649" y="1430174"/>
                  </a:lnTo>
                  <a:lnTo>
                    <a:pt x="517866" y="1429715"/>
                  </a:lnTo>
                  <a:lnTo>
                    <a:pt x="521692" y="1428273"/>
                  </a:lnTo>
                  <a:lnTo>
                    <a:pt x="523605" y="1427552"/>
                  </a:lnTo>
                  <a:lnTo>
                    <a:pt x="526387" y="1426503"/>
                  </a:lnTo>
                  <a:lnTo>
                    <a:pt x="534734" y="1423356"/>
                  </a:lnTo>
                  <a:lnTo>
                    <a:pt x="539255" y="1421652"/>
                  </a:lnTo>
                  <a:lnTo>
                    <a:pt x="540299" y="1421258"/>
                  </a:lnTo>
                  <a:lnTo>
                    <a:pt x="552472" y="1416669"/>
                  </a:lnTo>
                  <a:lnTo>
                    <a:pt x="554385" y="1415948"/>
                  </a:lnTo>
                  <a:lnTo>
                    <a:pt x="557515" y="1414768"/>
                  </a:lnTo>
                  <a:lnTo>
                    <a:pt x="558906" y="1414243"/>
                  </a:lnTo>
                  <a:lnTo>
                    <a:pt x="564297" y="1412211"/>
                  </a:lnTo>
                  <a:lnTo>
                    <a:pt x="567253" y="1411097"/>
                  </a:lnTo>
                  <a:lnTo>
                    <a:pt x="578035" y="1407032"/>
                  </a:lnTo>
                  <a:lnTo>
                    <a:pt x="586556" y="1403820"/>
                  </a:lnTo>
                  <a:lnTo>
                    <a:pt x="587425" y="1403492"/>
                  </a:lnTo>
                  <a:lnTo>
                    <a:pt x="589338" y="1402771"/>
                  </a:lnTo>
                  <a:lnTo>
                    <a:pt x="592120" y="1401722"/>
                  </a:lnTo>
                  <a:lnTo>
                    <a:pt x="615423" y="1392937"/>
                  </a:lnTo>
                  <a:lnTo>
                    <a:pt x="616118" y="1392674"/>
                  </a:lnTo>
                  <a:lnTo>
                    <a:pt x="619770" y="1391298"/>
                  </a:lnTo>
                  <a:lnTo>
                    <a:pt x="625335" y="1389200"/>
                  </a:lnTo>
                  <a:lnTo>
                    <a:pt x="625856" y="1389003"/>
                  </a:lnTo>
                  <a:lnTo>
                    <a:pt x="630030" y="1387430"/>
                  </a:lnTo>
                  <a:lnTo>
                    <a:pt x="630378" y="1387299"/>
                  </a:lnTo>
                  <a:lnTo>
                    <a:pt x="632291" y="1386577"/>
                  </a:lnTo>
                  <a:lnTo>
                    <a:pt x="634203" y="1385856"/>
                  </a:lnTo>
                  <a:lnTo>
                    <a:pt x="644637" y="1381923"/>
                  </a:lnTo>
                  <a:lnTo>
                    <a:pt x="652463" y="1378973"/>
                  </a:lnTo>
                  <a:lnTo>
                    <a:pt x="656636" y="1377399"/>
                  </a:lnTo>
                  <a:lnTo>
                    <a:pt x="658375" y="1376744"/>
                  </a:lnTo>
                  <a:lnTo>
                    <a:pt x="660288" y="1376022"/>
                  </a:lnTo>
                  <a:lnTo>
                    <a:pt x="671591" y="1371761"/>
                  </a:lnTo>
                  <a:lnTo>
                    <a:pt x="679069" y="1368942"/>
                  </a:lnTo>
                  <a:lnTo>
                    <a:pt x="684982" y="1366713"/>
                  </a:lnTo>
                  <a:lnTo>
                    <a:pt x="688459" y="1365402"/>
                  </a:lnTo>
                  <a:lnTo>
                    <a:pt x="690025" y="1364812"/>
                  </a:lnTo>
                  <a:lnTo>
                    <a:pt x="690546" y="1364615"/>
                  </a:lnTo>
                  <a:lnTo>
                    <a:pt x="691764" y="1364156"/>
                  </a:lnTo>
                  <a:lnTo>
                    <a:pt x="697502" y="1361993"/>
                  </a:lnTo>
                  <a:lnTo>
                    <a:pt x="700285" y="1360944"/>
                  </a:lnTo>
                  <a:lnTo>
                    <a:pt x="708632" y="1357797"/>
                  </a:lnTo>
                  <a:lnTo>
                    <a:pt x="713153" y="1356092"/>
                  </a:lnTo>
                  <a:lnTo>
                    <a:pt x="714196" y="1355699"/>
                  </a:lnTo>
                  <a:lnTo>
                    <a:pt x="726369" y="1351110"/>
                  </a:lnTo>
                  <a:lnTo>
                    <a:pt x="728282" y="1350389"/>
                  </a:lnTo>
                  <a:lnTo>
                    <a:pt x="731412" y="1349209"/>
                  </a:lnTo>
                  <a:lnTo>
                    <a:pt x="732803" y="1348684"/>
                  </a:lnTo>
                  <a:lnTo>
                    <a:pt x="738194" y="1346652"/>
                  </a:lnTo>
                  <a:lnTo>
                    <a:pt x="741150" y="1345537"/>
                  </a:lnTo>
                  <a:lnTo>
                    <a:pt x="751932" y="1341473"/>
                  </a:lnTo>
                  <a:lnTo>
                    <a:pt x="760453" y="1338260"/>
                  </a:lnTo>
                  <a:lnTo>
                    <a:pt x="761323" y="1337933"/>
                  </a:lnTo>
                  <a:lnTo>
                    <a:pt x="763235" y="1337211"/>
                  </a:lnTo>
                  <a:lnTo>
                    <a:pt x="766018" y="1336162"/>
                  </a:lnTo>
                  <a:lnTo>
                    <a:pt x="789320" y="1327377"/>
                  </a:lnTo>
                  <a:lnTo>
                    <a:pt x="790016" y="1327115"/>
                  </a:lnTo>
                  <a:lnTo>
                    <a:pt x="793667" y="1325739"/>
                  </a:lnTo>
                  <a:lnTo>
                    <a:pt x="799232" y="1323641"/>
                  </a:lnTo>
                  <a:lnTo>
                    <a:pt x="799754" y="1323444"/>
                  </a:lnTo>
                  <a:lnTo>
                    <a:pt x="803927" y="1321871"/>
                  </a:lnTo>
                  <a:lnTo>
                    <a:pt x="804275" y="1321739"/>
                  </a:lnTo>
                  <a:lnTo>
                    <a:pt x="806188" y="1321018"/>
                  </a:lnTo>
                  <a:lnTo>
                    <a:pt x="808101" y="1320297"/>
                  </a:lnTo>
                  <a:lnTo>
                    <a:pt x="818535" y="1316364"/>
                  </a:lnTo>
                  <a:lnTo>
                    <a:pt x="826360" y="1313413"/>
                  </a:lnTo>
                  <a:lnTo>
                    <a:pt x="830534" y="1311840"/>
                  </a:lnTo>
                  <a:lnTo>
                    <a:pt x="832273" y="1311184"/>
                  </a:lnTo>
                  <a:lnTo>
                    <a:pt x="834186" y="1310463"/>
                  </a:lnTo>
                  <a:lnTo>
                    <a:pt x="845489" y="1306202"/>
                  </a:lnTo>
                  <a:lnTo>
                    <a:pt x="852966" y="1303383"/>
                  </a:lnTo>
                  <a:lnTo>
                    <a:pt x="858879" y="1301154"/>
                  </a:lnTo>
                  <a:lnTo>
                    <a:pt x="862357" y="1299843"/>
                  </a:lnTo>
                  <a:lnTo>
                    <a:pt x="863922" y="1299253"/>
                  </a:lnTo>
                  <a:lnTo>
                    <a:pt x="864444" y="1299056"/>
                  </a:lnTo>
                  <a:lnTo>
                    <a:pt x="865661" y="1298597"/>
                  </a:lnTo>
                  <a:lnTo>
                    <a:pt x="869487" y="1297155"/>
                  </a:lnTo>
                  <a:lnTo>
                    <a:pt x="871400" y="1296434"/>
                  </a:lnTo>
                  <a:lnTo>
                    <a:pt x="874182" y="1295385"/>
                  </a:lnTo>
                  <a:lnTo>
                    <a:pt x="882529" y="1292238"/>
                  </a:lnTo>
                  <a:lnTo>
                    <a:pt x="887050" y="1290533"/>
                  </a:lnTo>
                  <a:lnTo>
                    <a:pt x="888094" y="1290140"/>
                  </a:lnTo>
                  <a:lnTo>
                    <a:pt x="900267" y="1285551"/>
                  </a:lnTo>
                  <a:lnTo>
                    <a:pt x="902179" y="1284830"/>
                  </a:lnTo>
                  <a:lnTo>
                    <a:pt x="905310" y="1283649"/>
                  </a:lnTo>
                  <a:lnTo>
                    <a:pt x="906701" y="1283125"/>
                  </a:lnTo>
                  <a:lnTo>
                    <a:pt x="912092" y="1281093"/>
                  </a:lnTo>
                  <a:lnTo>
                    <a:pt x="915048" y="1279978"/>
                  </a:lnTo>
                  <a:lnTo>
                    <a:pt x="925830" y="1275913"/>
                  </a:lnTo>
                  <a:lnTo>
                    <a:pt x="934350" y="1272701"/>
                  </a:lnTo>
                  <a:lnTo>
                    <a:pt x="935220" y="1272373"/>
                  </a:lnTo>
                  <a:lnTo>
                    <a:pt x="937133" y="1271652"/>
                  </a:lnTo>
                  <a:lnTo>
                    <a:pt x="939915" y="1270603"/>
                  </a:lnTo>
                  <a:lnTo>
                    <a:pt x="963217" y="1261818"/>
                  </a:lnTo>
                  <a:lnTo>
                    <a:pt x="967565" y="1260179"/>
                  </a:lnTo>
                  <a:lnTo>
                    <a:pt x="973130" y="1258081"/>
                  </a:lnTo>
                  <a:lnTo>
                    <a:pt x="973651" y="1257885"/>
                  </a:lnTo>
                  <a:lnTo>
                    <a:pt x="977825" y="1256311"/>
                  </a:lnTo>
                  <a:lnTo>
                    <a:pt x="978173" y="1256180"/>
                  </a:lnTo>
                  <a:lnTo>
                    <a:pt x="980086" y="1255459"/>
                  </a:lnTo>
                  <a:lnTo>
                    <a:pt x="981998" y="1254738"/>
                  </a:lnTo>
                  <a:lnTo>
                    <a:pt x="992432" y="1250804"/>
                  </a:lnTo>
                  <a:lnTo>
                    <a:pt x="1000258" y="1247854"/>
                  </a:lnTo>
                  <a:lnTo>
                    <a:pt x="1004431" y="1246281"/>
                  </a:lnTo>
                  <a:lnTo>
                    <a:pt x="1006170" y="1245625"/>
                  </a:lnTo>
                  <a:lnTo>
                    <a:pt x="1008083" y="1244904"/>
                  </a:lnTo>
                  <a:lnTo>
                    <a:pt x="1019386" y="1240643"/>
                  </a:lnTo>
                  <a:lnTo>
                    <a:pt x="1026864" y="1237824"/>
                  </a:lnTo>
                  <a:lnTo>
                    <a:pt x="1032776" y="1235595"/>
                  </a:lnTo>
                  <a:lnTo>
                    <a:pt x="1036254" y="1234283"/>
                  </a:lnTo>
                  <a:lnTo>
                    <a:pt x="1037819" y="1233693"/>
                  </a:lnTo>
                  <a:lnTo>
                    <a:pt x="1038341" y="1233497"/>
                  </a:lnTo>
                  <a:lnTo>
                    <a:pt x="1039558" y="1233038"/>
                  </a:lnTo>
                  <a:lnTo>
                    <a:pt x="1043384" y="1231595"/>
                  </a:lnTo>
                  <a:lnTo>
                    <a:pt x="1045297" y="1230874"/>
                  </a:lnTo>
                  <a:lnTo>
                    <a:pt x="1048079" y="1229825"/>
                  </a:lnTo>
                  <a:lnTo>
                    <a:pt x="1056426" y="1226678"/>
                  </a:lnTo>
                  <a:lnTo>
                    <a:pt x="1060948" y="1224974"/>
                  </a:lnTo>
                  <a:lnTo>
                    <a:pt x="1061991" y="1224581"/>
                  </a:lnTo>
                  <a:lnTo>
                    <a:pt x="1074164" y="1219991"/>
                  </a:lnTo>
                  <a:lnTo>
                    <a:pt x="1076077" y="1219270"/>
                  </a:lnTo>
                  <a:lnTo>
                    <a:pt x="1079207" y="1218090"/>
                  </a:lnTo>
                  <a:lnTo>
                    <a:pt x="1080598" y="1217566"/>
                  </a:lnTo>
                  <a:lnTo>
                    <a:pt x="1085989" y="1215533"/>
                  </a:lnTo>
                  <a:lnTo>
                    <a:pt x="1088945" y="1214419"/>
                  </a:lnTo>
                  <a:lnTo>
                    <a:pt x="1099727" y="1210354"/>
                  </a:lnTo>
                  <a:lnTo>
                    <a:pt x="1108248" y="1207142"/>
                  </a:lnTo>
                  <a:lnTo>
                    <a:pt x="1109117" y="1206814"/>
                  </a:lnTo>
                  <a:lnTo>
                    <a:pt x="1111030" y="1206093"/>
                  </a:lnTo>
                  <a:lnTo>
                    <a:pt x="1113813" y="1205044"/>
                  </a:lnTo>
                  <a:lnTo>
                    <a:pt x="1137115" y="1196259"/>
                  </a:lnTo>
                  <a:lnTo>
                    <a:pt x="1137810" y="1195997"/>
                  </a:lnTo>
                  <a:lnTo>
                    <a:pt x="1141462" y="1194620"/>
                  </a:lnTo>
                  <a:lnTo>
                    <a:pt x="1147027" y="1192522"/>
                  </a:lnTo>
                  <a:lnTo>
                    <a:pt x="1147549" y="1192325"/>
                  </a:lnTo>
                  <a:lnTo>
                    <a:pt x="1151722" y="1190752"/>
                  </a:lnTo>
                  <a:lnTo>
                    <a:pt x="1152070" y="1190621"/>
                  </a:lnTo>
                  <a:lnTo>
                    <a:pt x="1153983" y="1189900"/>
                  </a:lnTo>
                  <a:lnTo>
                    <a:pt x="1155896" y="1189179"/>
                  </a:lnTo>
                  <a:lnTo>
                    <a:pt x="1174155" y="1182295"/>
                  </a:lnTo>
                  <a:lnTo>
                    <a:pt x="1178329" y="1180721"/>
                  </a:lnTo>
                  <a:lnTo>
                    <a:pt x="1180068" y="1180066"/>
                  </a:lnTo>
                  <a:lnTo>
                    <a:pt x="1181980" y="1179345"/>
                  </a:lnTo>
                  <a:lnTo>
                    <a:pt x="1193284" y="1175083"/>
                  </a:lnTo>
                  <a:lnTo>
                    <a:pt x="1200761" y="1172264"/>
                  </a:lnTo>
                  <a:lnTo>
                    <a:pt x="1206674" y="1170035"/>
                  </a:lnTo>
                  <a:lnTo>
                    <a:pt x="1210152" y="1168724"/>
                  </a:lnTo>
                  <a:lnTo>
                    <a:pt x="1211717" y="1168134"/>
                  </a:lnTo>
                  <a:lnTo>
                    <a:pt x="1212239" y="1167937"/>
                  </a:lnTo>
                  <a:lnTo>
                    <a:pt x="1213456" y="1167478"/>
                  </a:lnTo>
                  <a:lnTo>
                    <a:pt x="1217282" y="1166036"/>
                  </a:lnTo>
                  <a:lnTo>
                    <a:pt x="1219195" y="1165315"/>
                  </a:lnTo>
                  <a:lnTo>
                    <a:pt x="1221977" y="1164266"/>
                  </a:lnTo>
                  <a:lnTo>
                    <a:pt x="1230324" y="1161119"/>
                  </a:lnTo>
                  <a:lnTo>
                    <a:pt x="1234845" y="1159415"/>
                  </a:lnTo>
                  <a:lnTo>
                    <a:pt x="1235889" y="1159021"/>
                  </a:lnTo>
                  <a:lnTo>
                    <a:pt x="1248061" y="1154432"/>
                  </a:lnTo>
                  <a:lnTo>
                    <a:pt x="1249974" y="1153711"/>
                  </a:lnTo>
                  <a:lnTo>
                    <a:pt x="1253105" y="1152531"/>
                  </a:lnTo>
                  <a:lnTo>
                    <a:pt x="1254496" y="1152007"/>
                  </a:lnTo>
                  <a:lnTo>
                    <a:pt x="1259887" y="1149974"/>
                  </a:lnTo>
                  <a:lnTo>
                    <a:pt x="1262843" y="1148860"/>
                  </a:lnTo>
                  <a:lnTo>
                    <a:pt x="1273624" y="1144795"/>
                  </a:lnTo>
                  <a:lnTo>
                    <a:pt x="1282145" y="1141583"/>
                  </a:lnTo>
                  <a:lnTo>
                    <a:pt x="1283015" y="1141255"/>
                  </a:lnTo>
                  <a:lnTo>
                    <a:pt x="1284928" y="1140534"/>
                  </a:lnTo>
                  <a:lnTo>
                    <a:pt x="1287710" y="1139485"/>
                  </a:lnTo>
                  <a:lnTo>
                    <a:pt x="1311012" y="1130700"/>
                  </a:lnTo>
                  <a:lnTo>
                    <a:pt x="1311708" y="1130438"/>
                  </a:lnTo>
                  <a:lnTo>
                    <a:pt x="1315360" y="1129061"/>
                  </a:lnTo>
                  <a:lnTo>
                    <a:pt x="1320925" y="1126963"/>
                  </a:lnTo>
                  <a:lnTo>
                    <a:pt x="1321446" y="1126766"/>
                  </a:lnTo>
                  <a:lnTo>
                    <a:pt x="1325968" y="1125062"/>
                  </a:lnTo>
                  <a:lnTo>
                    <a:pt x="1327880" y="1124341"/>
                  </a:lnTo>
                  <a:lnTo>
                    <a:pt x="1329793" y="1123619"/>
                  </a:lnTo>
                  <a:lnTo>
                    <a:pt x="1340227" y="1119686"/>
                  </a:lnTo>
                  <a:lnTo>
                    <a:pt x="1348053" y="1116736"/>
                  </a:lnTo>
                  <a:lnTo>
                    <a:pt x="1352226" y="1115162"/>
                  </a:lnTo>
                  <a:lnTo>
                    <a:pt x="1353965" y="1114507"/>
                  </a:lnTo>
                  <a:lnTo>
                    <a:pt x="1355878" y="1113785"/>
                  </a:lnTo>
                  <a:lnTo>
                    <a:pt x="1367181" y="1109524"/>
                  </a:lnTo>
                  <a:lnTo>
                    <a:pt x="1374659" y="1106705"/>
                  </a:lnTo>
                  <a:lnTo>
                    <a:pt x="1380571" y="1104476"/>
                  </a:lnTo>
                  <a:lnTo>
                    <a:pt x="1384049" y="1103165"/>
                  </a:lnTo>
                  <a:lnTo>
                    <a:pt x="1385614" y="1102575"/>
                  </a:lnTo>
                  <a:lnTo>
                    <a:pt x="1386136" y="1102378"/>
                  </a:lnTo>
                  <a:lnTo>
                    <a:pt x="1387353" y="1101919"/>
                  </a:lnTo>
                  <a:lnTo>
                    <a:pt x="1391179" y="1100477"/>
                  </a:lnTo>
                  <a:lnTo>
                    <a:pt x="1393092" y="1099756"/>
                  </a:lnTo>
                  <a:lnTo>
                    <a:pt x="1395874" y="1098707"/>
                  </a:lnTo>
                  <a:lnTo>
                    <a:pt x="1404221" y="1095560"/>
                  </a:lnTo>
                  <a:lnTo>
                    <a:pt x="1408743" y="1093855"/>
                  </a:lnTo>
                  <a:lnTo>
                    <a:pt x="1409786" y="1093462"/>
                  </a:lnTo>
                  <a:lnTo>
                    <a:pt x="1421959" y="1088873"/>
                  </a:lnTo>
                  <a:lnTo>
                    <a:pt x="1423872" y="1088152"/>
                  </a:lnTo>
                  <a:lnTo>
                    <a:pt x="1427002" y="1086972"/>
                  </a:lnTo>
                  <a:lnTo>
                    <a:pt x="1428393" y="1086447"/>
                  </a:lnTo>
                  <a:lnTo>
                    <a:pt x="1433784" y="1084415"/>
                  </a:lnTo>
                  <a:lnTo>
                    <a:pt x="1436740" y="1083300"/>
                  </a:lnTo>
                  <a:lnTo>
                    <a:pt x="1447522" y="1079236"/>
                  </a:lnTo>
                  <a:lnTo>
                    <a:pt x="1456043" y="1076023"/>
                  </a:lnTo>
                  <a:lnTo>
                    <a:pt x="1456912" y="1075696"/>
                  </a:lnTo>
                  <a:lnTo>
                    <a:pt x="1458825" y="1074974"/>
                  </a:lnTo>
                  <a:lnTo>
                    <a:pt x="1461608" y="1073925"/>
                  </a:lnTo>
                  <a:lnTo>
                    <a:pt x="1484910" y="1065141"/>
                  </a:lnTo>
                  <a:lnTo>
                    <a:pt x="1485605" y="1064878"/>
                  </a:lnTo>
                  <a:lnTo>
                    <a:pt x="1489257" y="1063502"/>
                  </a:lnTo>
                  <a:lnTo>
                    <a:pt x="1494822" y="1061404"/>
                  </a:lnTo>
                  <a:lnTo>
                    <a:pt x="1495344" y="1061207"/>
                  </a:lnTo>
                  <a:lnTo>
                    <a:pt x="1499517" y="1059634"/>
                  </a:lnTo>
                  <a:lnTo>
                    <a:pt x="1499865" y="1059502"/>
                  </a:lnTo>
                  <a:lnTo>
                    <a:pt x="1501778" y="1058781"/>
                  </a:lnTo>
                  <a:lnTo>
                    <a:pt x="1503691" y="1058060"/>
                  </a:lnTo>
                  <a:lnTo>
                    <a:pt x="1514125" y="1054127"/>
                  </a:lnTo>
                  <a:lnTo>
                    <a:pt x="1521950" y="1051176"/>
                  </a:lnTo>
                  <a:lnTo>
                    <a:pt x="1526123" y="1049603"/>
                  </a:lnTo>
                  <a:lnTo>
                    <a:pt x="1527862" y="1048947"/>
                  </a:lnTo>
                  <a:lnTo>
                    <a:pt x="1529775" y="1048226"/>
                  </a:lnTo>
                  <a:lnTo>
                    <a:pt x="1541079" y="1043965"/>
                  </a:lnTo>
                  <a:lnTo>
                    <a:pt x="1548556" y="1041146"/>
                  </a:lnTo>
                  <a:lnTo>
                    <a:pt x="1554469" y="1038917"/>
                  </a:lnTo>
                  <a:lnTo>
                    <a:pt x="1559512" y="1037016"/>
                  </a:lnTo>
                  <a:lnTo>
                    <a:pt x="1560033" y="1036819"/>
                  </a:lnTo>
                  <a:lnTo>
                    <a:pt x="1561251" y="1036360"/>
                  </a:lnTo>
                  <a:lnTo>
                    <a:pt x="1565077" y="1034918"/>
                  </a:lnTo>
                  <a:lnTo>
                    <a:pt x="1566989" y="1034197"/>
                  </a:lnTo>
                  <a:lnTo>
                    <a:pt x="1569772" y="1033148"/>
                  </a:lnTo>
                  <a:lnTo>
                    <a:pt x="1578119" y="1030001"/>
                  </a:lnTo>
                  <a:lnTo>
                    <a:pt x="1582640" y="1028296"/>
                  </a:lnTo>
                  <a:lnTo>
                    <a:pt x="1583684" y="1027903"/>
                  </a:lnTo>
                  <a:lnTo>
                    <a:pt x="1595856" y="1023314"/>
                  </a:lnTo>
                  <a:lnTo>
                    <a:pt x="1597769" y="1022593"/>
                  </a:lnTo>
                  <a:lnTo>
                    <a:pt x="1600899" y="1021413"/>
                  </a:lnTo>
                  <a:lnTo>
                    <a:pt x="1602291" y="1020888"/>
                  </a:lnTo>
                  <a:lnTo>
                    <a:pt x="1607681" y="1018856"/>
                  </a:lnTo>
                  <a:lnTo>
                    <a:pt x="1610638" y="1017741"/>
                  </a:lnTo>
                  <a:lnTo>
                    <a:pt x="1621419" y="1013677"/>
                  </a:lnTo>
                  <a:lnTo>
                    <a:pt x="1629940" y="1010464"/>
                  </a:lnTo>
                  <a:lnTo>
                    <a:pt x="1630810" y="1010136"/>
                  </a:lnTo>
                  <a:lnTo>
                    <a:pt x="1632723" y="1009415"/>
                  </a:lnTo>
                  <a:lnTo>
                    <a:pt x="1635505" y="1008366"/>
                  </a:lnTo>
                  <a:lnTo>
                    <a:pt x="1658807" y="999581"/>
                  </a:lnTo>
                  <a:lnTo>
                    <a:pt x="1659503" y="999319"/>
                  </a:lnTo>
                  <a:lnTo>
                    <a:pt x="1663155" y="997942"/>
                  </a:lnTo>
                  <a:lnTo>
                    <a:pt x="1668719" y="995844"/>
                  </a:lnTo>
                  <a:lnTo>
                    <a:pt x="1669241" y="995648"/>
                  </a:lnTo>
                  <a:lnTo>
                    <a:pt x="1673415" y="994074"/>
                  </a:lnTo>
                  <a:lnTo>
                    <a:pt x="1673762" y="993943"/>
                  </a:lnTo>
                  <a:lnTo>
                    <a:pt x="1675675" y="993222"/>
                  </a:lnTo>
                  <a:lnTo>
                    <a:pt x="1677588" y="992501"/>
                  </a:lnTo>
                  <a:lnTo>
                    <a:pt x="1688022" y="988567"/>
                  </a:lnTo>
                  <a:lnTo>
                    <a:pt x="1695847" y="985617"/>
                  </a:lnTo>
                  <a:lnTo>
                    <a:pt x="1700021" y="984044"/>
                  </a:lnTo>
                  <a:lnTo>
                    <a:pt x="1701760" y="983388"/>
                  </a:lnTo>
                  <a:lnTo>
                    <a:pt x="1703673" y="982667"/>
                  </a:lnTo>
                  <a:lnTo>
                    <a:pt x="1714976" y="978406"/>
                  </a:lnTo>
                  <a:lnTo>
                    <a:pt x="1722454" y="975587"/>
                  </a:lnTo>
                  <a:lnTo>
                    <a:pt x="1728366" y="973358"/>
                  </a:lnTo>
                  <a:lnTo>
                    <a:pt x="1731844" y="972046"/>
                  </a:lnTo>
                  <a:lnTo>
                    <a:pt x="1733409" y="971456"/>
                  </a:lnTo>
                  <a:lnTo>
                    <a:pt x="1733931" y="971260"/>
                  </a:lnTo>
                  <a:lnTo>
                    <a:pt x="1735148" y="970801"/>
                  </a:lnTo>
                  <a:lnTo>
                    <a:pt x="1738974" y="969358"/>
                  </a:lnTo>
                  <a:lnTo>
                    <a:pt x="1740887" y="968637"/>
                  </a:lnTo>
                  <a:lnTo>
                    <a:pt x="1743669" y="967588"/>
                  </a:lnTo>
                  <a:lnTo>
                    <a:pt x="1752016" y="964442"/>
                  </a:lnTo>
                  <a:lnTo>
                    <a:pt x="1756538" y="962737"/>
                  </a:lnTo>
                  <a:lnTo>
                    <a:pt x="1757581" y="962344"/>
                  </a:lnTo>
                  <a:lnTo>
                    <a:pt x="1769754" y="957754"/>
                  </a:lnTo>
                  <a:lnTo>
                    <a:pt x="1771667" y="957033"/>
                  </a:lnTo>
                  <a:lnTo>
                    <a:pt x="1774797" y="955853"/>
                  </a:lnTo>
                  <a:lnTo>
                    <a:pt x="1776188" y="955329"/>
                  </a:lnTo>
                  <a:lnTo>
                    <a:pt x="1781579" y="953296"/>
                  </a:lnTo>
                  <a:lnTo>
                    <a:pt x="1784535" y="952182"/>
                  </a:lnTo>
                  <a:lnTo>
                    <a:pt x="1795317" y="948117"/>
                  </a:lnTo>
                  <a:lnTo>
                    <a:pt x="1803838" y="944905"/>
                  </a:lnTo>
                  <a:lnTo>
                    <a:pt x="1804707" y="944577"/>
                  </a:lnTo>
                  <a:lnTo>
                    <a:pt x="1806620" y="943856"/>
                  </a:lnTo>
                  <a:lnTo>
                    <a:pt x="1809402" y="942807"/>
                  </a:lnTo>
                  <a:lnTo>
                    <a:pt x="1832705" y="934022"/>
                  </a:lnTo>
                  <a:lnTo>
                    <a:pt x="1833400" y="933760"/>
                  </a:lnTo>
                  <a:lnTo>
                    <a:pt x="1842617" y="930285"/>
                  </a:lnTo>
                  <a:lnTo>
                    <a:pt x="1843139" y="930088"/>
                  </a:lnTo>
                  <a:lnTo>
                    <a:pt x="1847312" y="928515"/>
                  </a:lnTo>
                  <a:lnTo>
                    <a:pt x="1847660" y="928384"/>
                  </a:lnTo>
                  <a:lnTo>
                    <a:pt x="1849573" y="927663"/>
                  </a:lnTo>
                  <a:lnTo>
                    <a:pt x="1851486" y="926942"/>
                  </a:lnTo>
                  <a:lnTo>
                    <a:pt x="1861919" y="923008"/>
                  </a:lnTo>
                  <a:lnTo>
                    <a:pt x="1869745" y="920058"/>
                  </a:lnTo>
                  <a:lnTo>
                    <a:pt x="1873918" y="918484"/>
                  </a:lnTo>
                  <a:lnTo>
                    <a:pt x="1875657" y="917829"/>
                  </a:lnTo>
                  <a:lnTo>
                    <a:pt x="1877570" y="917108"/>
                  </a:lnTo>
                  <a:lnTo>
                    <a:pt x="1888874" y="912846"/>
                  </a:lnTo>
                  <a:lnTo>
                    <a:pt x="1896351" y="910027"/>
                  </a:lnTo>
                  <a:lnTo>
                    <a:pt x="1902264" y="907798"/>
                  </a:lnTo>
                  <a:lnTo>
                    <a:pt x="1905742" y="906487"/>
                  </a:lnTo>
                  <a:lnTo>
                    <a:pt x="1907307" y="905897"/>
                  </a:lnTo>
                  <a:lnTo>
                    <a:pt x="1907828" y="905700"/>
                  </a:lnTo>
                  <a:lnTo>
                    <a:pt x="1909046" y="905242"/>
                  </a:lnTo>
                  <a:lnTo>
                    <a:pt x="1912871" y="903799"/>
                  </a:lnTo>
                  <a:lnTo>
                    <a:pt x="1914784" y="903078"/>
                  </a:lnTo>
                  <a:lnTo>
                    <a:pt x="1917567" y="902029"/>
                  </a:lnTo>
                  <a:lnTo>
                    <a:pt x="1925914" y="898882"/>
                  </a:lnTo>
                  <a:lnTo>
                    <a:pt x="1930435" y="897178"/>
                  </a:lnTo>
                  <a:lnTo>
                    <a:pt x="1931478" y="896784"/>
                  </a:lnTo>
                  <a:lnTo>
                    <a:pt x="1943651" y="892195"/>
                  </a:lnTo>
                  <a:lnTo>
                    <a:pt x="1945564" y="891474"/>
                  </a:lnTo>
                  <a:lnTo>
                    <a:pt x="1948694" y="890294"/>
                  </a:lnTo>
                  <a:lnTo>
                    <a:pt x="1950085" y="889770"/>
                  </a:lnTo>
                  <a:lnTo>
                    <a:pt x="1955476" y="887737"/>
                  </a:lnTo>
                  <a:lnTo>
                    <a:pt x="1958433" y="886623"/>
                  </a:lnTo>
                  <a:lnTo>
                    <a:pt x="1969214" y="882558"/>
                  </a:lnTo>
                  <a:lnTo>
                    <a:pt x="1977735" y="879346"/>
                  </a:lnTo>
                  <a:lnTo>
                    <a:pt x="1978605" y="879018"/>
                  </a:lnTo>
                  <a:lnTo>
                    <a:pt x="1980518" y="878297"/>
                  </a:lnTo>
                  <a:lnTo>
                    <a:pt x="1983300" y="877248"/>
                  </a:lnTo>
                  <a:lnTo>
                    <a:pt x="2006602" y="868463"/>
                  </a:lnTo>
                  <a:lnTo>
                    <a:pt x="2007298" y="868201"/>
                  </a:lnTo>
                  <a:lnTo>
                    <a:pt x="2010950" y="866824"/>
                  </a:lnTo>
                  <a:lnTo>
                    <a:pt x="2016514" y="864726"/>
                  </a:lnTo>
                  <a:lnTo>
                    <a:pt x="2017036" y="864529"/>
                  </a:lnTo>
                  <a:lnTo>
                    <a:pt x="2021210" y="862956"/>
                  </a:lnTo>
                  <a:lnTo>
                    <a:pt x="2021557" y="862825"/>
                  </a:lnTo>
                  <a:lnTo>
                    <a:pt x="2023470" y="862104"/>
                  </a:lnTo>
                  <a:lnTo>
                    <a:pt x="2025383" y="861382"/>
                  </a:lnTo>
                  <a:lnTo>
                    <a:pt x="2035817" y="857449"/>
                  </a:lnTo>
                  <a:lnTo>
                    <a:pt x="2043642" y="854499"/>
                  </a:lnTo>
                  <a:lnTo>
                    <a:pt x="2047816" y="852925"/>
                  </a:lnTo>
                  <a:lnTo>
                    <a:pt x="2049555" y="852270"/>
                  </a:lnTo>
                  <a:lnTo>
                    <a:pt x="2051468" y="851549"/>
                  </a:lnTo>
                  <a:lnTo>
                    <a:pt x="2062771" y="847287"/>
                  </a:lnTo>
                  <a:lnTo>
                    <a:pt x="2070249" y="844468"/>
                  </a:lnTo>
                  <a:lnTo>
                    <a:pt x="2076161" y="842239"/>
                  </a:lnTo>
                  <a:lnTo>
                    <a:pt x="2079639" y="840928"/>
                  </a:lnTo>
                  <a:lnTo>
                    <a:pt x="2081204" y="840338"/>
                  </a:lnTo>
                  <a:lnTo>
                    <a:pt x="2081726" y="840141"/>
                  </a:lnTo>
                  <a:lnTo>
                    <a:pt x="2082943" y="839682"/>
                  </a:lnTo>
                  <a:lnTo>
                    <a:pt x="2086769" y="838240"/>
                  </a:lnTo>
                  <a:lnTo>
                    <a:pt x="2088682" y="837519"/>
                  </a:lnTo>
                  <a:lnTo>
                    <a:pt x="2091464" y="836470"/>
                  </a:lnTo>
                  <a:lnTo>
                    <a:pt x="2099811" y="833323"/>
                  </a:lnTo>
                  <a:lnTo>
                    <a:pt x="2104333" y="831618"/>
                  </a:lnTo>
                  <a:lnTo>
                    <a:pt x="2105376" y="831225"/>
                  </a:lnTo>
                  <a:lnTo>
                    <a:pt x="2117549" y="826636"/>
                  </a:lnTo>
                  <a:lnTo>
                    <a:pt x="2119462" y="825915"/>
                  </a:lnTo>
                  <a:lnTo>
                    <a:pt x="2122592" y="824735"/>
                  </a:lnTo>
                  <a:lnTo>
                    <a:pt x="2123983" y="824210"/>
                  </a:lnTo>
                  <a:lnTo>
                    <a:pt x="2129374" y="822178"/>
                  </a:lnTo>
                  <a:lnTo>
                    <a:pt x="2132330" y="821063"/>
                  </a:lnTo>
                  <a:lnTo>
                    <a:pt x="2143112" y="816999"/>
                  </a:lnTo>
                  <a:lnTo>
                    <a:pt x="2151633" y="813786"/>
                  </a:lnTo>
                  <a:lnTo>
                    <a:pt x="2152502" y="813459"/>
                  </a:lnTo>
                  <a:lnTo>
                    <a:pt x="2154415" y="812737"/>
                  </a:lnTo>
                  <a:lnTo>
                    <a:pt x="2157197" y="811688"/>
                  </a:lnTo>
                  <a:lnTo>
                    <a:pt x="2180500" y="802904"/>
                  </a:lnTo>
                  <a:lnTo>
                    <a:pt x="2181195" y="802641"/>
                  </a:lnTo>
                  <a:lnTo>
                    <a:pt x="2184847" y="801265"/>
                  </a:lnTo>
                  <a:lnTo>
                    <a:pt x="2190412" y="799167"/>
                  </a:lnTo>
                  <a:lnTo>
                    <a:pt x="2190933" y="798970"/>
                  </a:lnTo>
                  <a:lnTo>
                    <a:pt x="2195107" y="797397"/>
                  </a:lnTo>
                  <a:lnTo>
                    <a:pt x="2195455" y="797265"/>
                  </a:lnTo>
                  <a:lnTo>
                    <a:pt x="2197368" y="796544"/>
                  </a:lnTo>
                  <a:lnTo>
                    <a:pt x="2199281" y="795823"/>
                  </a:lnTo>
                  <a:lnTo>
                    <a:pt x="2209714" y="791890"/>
                  </a:lnTo>
                  <a:lnTo>
                    <a:pt x="2217540" y="788939"/>
                  </a:lnTo>
                  <a:lnTo>
                    <a:pt x="2221713" y="787366"/>
                  </a:lnTo>
                  <a:lnTo>
                    <a:pt x="2223452" y="786710"/>
                  </a:lnTo>
                  <a:lnTo>
                    <a:pt x="2225365" y="785989"/>
                  </a:lnTo>
                  <a:lnTo>
                    <a:pt x="2236668" y="781728"/>
                  </a:lnTo>
                  <a:lnTo>
                    <a:pt x="2244146" y="778909"/>
                  </a:lnTo>
                  <a:lnTo>
                    <a:pt x="2250059" y="776680"/>
                  </a:lnTo>
                  <a:lnTo>
                    <a:pt x="2253537" y="775369"/>
                  </a:lnTo>
                  <a:lnTo>
                    <a:pt x="2255102" y="774779"/>
                  </a:lnTo>
                  <a:lnTo>
                    <a:pt x="2255623" y="774582"/>
                  </a:lnTo>
                  <a:lnTo>
                    <a:pt x="2256841" y="774123"/>
                  </a:lnTo>
                  <a:lnTo>
                    <a:pt x="2260666" y="772681"/>
                  </a:lnTo>
                  <a:lnTo>
                    <a:pt x="2262579" y="771960"/>
                  </a:lnTo>
                  <a:lnTo>
                    <a:pt x="2265362" y="770911"/>
                  </a:lnTo>
                  <a:lnTo>
                    <a:pt x="2273709" y="767764"/>
                  </a:lnTo>
                  <a:lnTo>
                    <a:pt x="2278230" y="766059"/>
                  </a:lnTo>
                  <a:lnTo>
                    <a:pt x="2279273" y="765666"/>
                  </a:lnTo>
                  <a:lnTo>
                    <a:pt x="2291446" y="761077"/>
                  </a:lnTo>
                  <a:lnTo>
                    <a:pt x="2293359" y="760356"/>
                  </a:lnTo>
                  <a:lnTo>
                    <a:pt x="2296489" y="759176"/>
                  </a:lnTo>
                  <a:lnTo>
                    <a:pt x="2297880" y="758651"/>
                  </a:lnTo>
                  <a:lnTo>
                    <a:pt x="2303271" y="756619"/>
                  </a:lnTo>
                  <a:lnTo>
                    <a:pt x="2306227" y="755504"/>
                  </a:lnTo>
                  <a:lnTo>
                    <a:pt x="2317009" y="751440"/>
                  </a:lnTo>
                  <a:lnTo>
                    <a:pt x="2325530" y="748227"/>
                  </a:lnTo>
                  <a:lnTo>
                    <a:pt x="2326400" y="747899"/>
                  </a:lnTo>
                  <a:lnTo>
                    <a:pt x="2328312" y="747178"/>
                  </a:lnTo>
                  <a:lnTo>
                    <a:pt x="2331095" y="746129"/>
                  </a:lnTo>
                  <a:lnTo>
                    <a:pt x="2354397" y="737344"/>
                  </a:lnTo>
                  <a:lnTo>
                    <a:pt x="2355093" y="737082"/>
                  </a:lnTo>
                  <a:lnTo>
                    <a:pt x="2358744" y="735705"/>
                  </a:lnTo>
                  <a:lnTo>
                    <a:pt x="2364309" y="733607"/>
                  </a:lnTo>
                  <a:lnTo>
                    <a:pt x="2364831" y="733411"/>
                  </a:lnTo>
                  <a:lnTo>
                    <a:pt x="2369004" y="731837"/>
                  </a:lnTo>
                  <a:lnTo>
                    <a:pt x="2369352" y="731706"/>
                  </a:lnTo>
                  <a:lnTo>
                    <a:pt x="2371265" y="730985"/>
                  </a:lnTo>
                  <a:lnTo>
                    <a:pt x="2373178" y="730264"/>
                  </a:lnTo>
                  <a:lnTo>
                    <a:pt x="2383612" y="726330"/>
                  </a:lnTo>
                  <a:lnTo>
                    <a:pt x="2391437" y="723380"/>
                  </a:lnTo>
                  <a:lnTo>
                    <a:pt x="2395611" y="721807"/>
                  </a:lnTo>
                  <a:lnTo>
                    <a:pt x="2397350" y="721151"/>
                  </a:lnTo>
                  <a:lnTo>
                    <a:pt x="2399263" y="720430"/>
                  </a:lnTo>
                  <a:lnTo>
                    <a:pt x="2410566" y="716169"/>
                  </a:lnTo>
                  <a:lnTo>
                    <a:pt x="2418044" y="713350"/>
                  </a:lnTo>
                  <a:lnTo>
                    <a:pt x="2423956" y="711121"/>
                  </a:lnTo>
                  <a:lnTo>
                    <a:pt x="2427434" y="709809"/>
                  </a:lnTo>
                  <a:lnTo>
                    <a:pt x="2428999" y="709219"/>
                  </a:lnTo>
                  <a:lnTo>
                    <a:pt x="2429521" y="709023"/>
                  </a:lnTo>
                  <a:lnTo>
                    <a:pt x="2430738" y="708564"/>
                  </a:lnTo>
                  <a:lnTo>
                    <a:pt x="2434564" y="707121"/>
                  </a:lnTo>
                  <a:lnTo>
                    <a:pt x="2436477" y="706400"/>
                  </a:lnTo>
                  <a:lnTo>
                    <a:pt x="2439259" y="705351"/>
                  </a:lnTo>
                  <a:lnTo>
                    <a:pt x="2447606" y="702205"/>
                  </a:lnTo>
                  <a:lnTo>
                    <a:pt x="2452127" y="700500"/>
                  </a:lnTo>
                  <a:lnTo>
                    <a:pt x="2453171" y="700107"/>
                  </a:lnTo>
                  <a:lnTo>
                    <a:pt x="2465344" y="695518"/>
                  </a:lnTo>
                  <a:lnTo>
                    <a:pt x="2467256" y="694796"/>
                  </a:lnTo>
                  <a:lnTo>
                    <a:pt x="2470387" y="693616"/>
                  </a:lnTo>
                  <a:lnTo>
                    <a:pt x="2471778" y="693092"/>
                  </a:lnTo>
                  <a:lnTo>
                    <a:pt x="2477169" y="691059"/>
                  </a:lnTo>
                  <a:lnTo>
                    <a:pt x="2480125" y="689945"/>
                  </a:lnTo>
                  <a:lnTo>
                    <a:pt x="2490907" y="685880"/>
                  </a:lnTo>
                  <a:lnTo>
                    <a:pt x="2499428" y="682668"/>
                  </a:lnTo>
                  <a:lnTo>
                    <a:pt x="2500297" y="682340"/>
                  </a:lnTo>
                  <a:lnTo>
                    <a:pt x="2502210" y="681619"/>
                  </a:lnTo>
                  <a:lnTo>
                    <a:pt x="2504992" y="680570"/>
                  </a:lnTo>
                  <a:lnTo>
                    <a:pt x="2528294" y="671785"/>
                  </a:lnTo>
                  <a:lnTo>
                    <a:pt x="2528990" y="671523"/>
                  </a:lnTo>
                  <a:lnTo>
                    <a:pt x="2532642" y="670146"/>
                  </a:lnTo>
                  <a:lnTo>
                    <a:pt x="2538207" y="668048"/>
                  </a:lnTo>
                  <a:lnTo>
                    <a:pt x="2538728" y="667852"/>
                  </a:lnTo>
                  <a:lnTo>
                    <a:pt x="2542902" y="666278"/>
                  </a:lnTo>
                  <a:lnTo>
                    <a:pt x="2543250" y="666147"/>
                  </a:lnTo>
                  <a:lnTo>
                    <a:pt x="2545163" y="665426"/>
                  </a:lnTo>
                  <a:lnTo>
                    <a:pt x="2547075" y="664705"/>
                  </a:lnTo>
                  <a:lnTo>
                    <a:pt x="2557509" y="660771"/>
                  </a:lnTo>
                  <a:lnTo>
                    <a:pt x="2565335" y="657821"/>
                  </a:lnTo>
                  <a:lnTo>
                    <a:pt x="2569508" y="656248"/>
                  </a:lnTo>
                  <a:lnTo>
                    <a:pt x="2571247" y="655592"/>
                  </a:lnTo>
                  <a:lnTo>
                    <a:pt x="2573160" y="654871"/>
                  </a:lnTo>
                  <a:lnTo>
                    <a:pt x="2584463" y="650609"/>
                  </a:lnTo>
                  <a:lnTo>
                    <a:pt x="2591941" y="647790"/>
                  </a:lnTo>
                  <a:lnTo>
                    <a:pt x="2597853" y="645561"/>
                  </a:lnTo>
                  <a:lnTo>
                    <a:pt x="2601331" y="644250"/>
                  </a:lnTo>
                  <a:lnTo>
                    <a:pt x="2602896" y="643660"/>
                  </a:lnTo>
                  <a:lnTo>
                    <a:pt x="2603418" y="643463"/>
                  </a:lnTo>
                  <a:lnTo>
                    <a:pt x="2604635" y="643005"/>
                  </a:lnTo>
                  <a:lnTo>
                    <a:pt x="2608461" y="641562"/>
                  </a:lnTo>
                  <a:lnTo>
                    <a:pt x="2610374" y="640841"/>
                  </a:lnTo>
                  <a:lnTo>
                    <a:pt x="2613156" y="639792"/>
                  </a:lnTo>
                  <a:lnTo>
                    <a:pt x="2639241" y="629958"/>
                  </a:lnTo>
                  <a:lnTo>
                    <a:pt x="2641154" y="629237"/>
                  </a:lnTo>
                  <a:lnTo>
                    <a:pt x="2644284" y="628057"/>
                  </a:lnTo>
                  <a:lnTo>
                    <a:pt x="2645675" y="627533"/>
                  </a:lnTo>
                  <a:lnTo>
                    <a:pt x="2651066" y="625500"/>
                  </a:lnTo>
                  <a:lnTo>
                    <a:pt x="2654022" y="624386"/>
                  </a:lnTo>
                  <a:lnTo>
                    <a:pt x="2664804" y="620321"/>
                  </a:lnTo>
                  <a:lnTo>
                    <a:pt x="2673325" y="617109"/>
                  </a:lnTo>
                  <a:lnTo>
                    <a:pt x="2674194" y="616781"/>
                  </a:lnTo>
                  <a:lnTo>
                    <a:pt x="2676107" y="616060"/>
                  </a:lnTo>
                  <a:lnTo>
                    <a:pt x="2678890" y="615011"/>
                  </a:lnTo>
                  <a:lnTo>
                    <a:pt x="2702192" y="606226"/>
                  </a:lnTo>
                  <a:lnTo>
                    <a:pt x="2702888" y="605964"/>
                  </a:lnTo>
                  <a:lnTo>
                    <a:pt x="2706539" y="604587"/>
                  </a:lnTo>
                  <a:lnTo>
                    <a:pt x="2712104" y="602489"/>
                  </a:lnTo>
                  <a:lnTo>
                    <a:pt x="2712626" y="602292"/>
                  </a:lnTo>
                  <a:lnTo>
                    <a:pt x="2716799" y="600719"/>
                  </a:lnTo>
                  <a:lnTo>
                    <a:pt x="2717147" y="600588"/>
                  </a:lnTo>
                  <a:lnTo>
                    <a:pt x="2719060" y="599867"/>
                  </a:lnTo>
                  <a:lnTo>
                    <a:pt x="2720973" y="599145"/>
                  </a:lnTo>
                  <a:lnTo>
                    <a:pt x="2731407" y="595212"/>
                  </a:lnTo>
                  <a:lnTo>
                    <a:pt x="2739232" y="592262"/>
                  </a:lnTo>
                  <a:lnTo>
                    <a:pt x="2743406" y="590688"/>
                  </a:lnTo>
                  <a:lnTo>
                    <a:pt x="2745145" y="590033"/>
                  </a:lnTo>
                  <a:lnTo>
                    <a:pt x="2747057" y="589312"/>
                  </a:lnTo>
                  <a:lnTo>
                    <a:pt x="2758361" y="585050"/>
                  </a:lnTo>
                  <a:lnTo>
                    <a:pt x="2765838" y="582231"/>
                  </a:lnTo>
                  <a:lnTo>
                    <a:pt x="2771751" y="580002"/>
                  </a:lnTo>
                  <a:lnTo>
                    <a:pt x="2775229" y="578691"/>
                  </a:lnTo>
                  <a:lnTo>
                    <a:pt x="2776794" y="578101"/>
                  </a:lnTo>
                  <a:lnTo>
                    <a:pt x="2777316" y="577904"/>
                  </a:lnTo>
                  <a:lnTo>
                    <a:pt x="2778533" y="577445"/>
                  </a:lnTo>
                  <a:lnTo>
                    <a:pt x="2782359" y="576003"/>
                  </a:lnTo>
                  <a:lnTo>
                    <a:pt x="2784272" y="575282"/>
                  </a:lnTo>
                  <a:lnTo>
                    <a:pt x="2787054" y="574233"/>
                  </a:lnTo>
                  <a:lnTo>
                    <a:pt x="2795401" y="571086"/>
                  </a:lnTo>
                  <a:lnTo>
                    <a:pt x="2800966" y="568988"/>
                  </a:lnTo>
                  <a:lnTo>
                    <a:pt x="2813139" y="564399"/>
                  </a:lnTo>
                  <a:lnTo>
                    <a:pt x="2815051" y="563678"/>
                  </a:lnTo>
                  <a:lnTo>
                    <a:pt x="2818182" y="562498"/>
                  </a:lnTo>
                  <a:lnTo>
                    <a:pt x="2819573" y="561973"/>
                  </a:lnTo>
                  <a:lnTo>
                    <a:pt x="2824964" y="559941"/>
                  </a:lnTo>
                  <a:lnTo>
                    <a:pt x="2827920" y="558826"/>
                  </a:lnTo>
                  <a:lnTo>
                    <a:pt x="2838701" y="554762"/>
                  </a:lnTo>
                  <a:lnTo>
                    <a:pt x="2847222" y="551549"/>
                  </a:lnTo>
                  <a:lnTo>
                    <a:pt x="2848092" y="551222"/>
                  </a:lnTo>
                  <a:lnTo>
                    <a:pt x="2850005" y="550500"/>
                  </a:lnTo>
                  <a:lnTo>
                    <a:pt x="2852787" y="549452"/>
                  </a:lnTo>
                  <a:lnTo>
                    <a:pt x="2876089" y="540667"/>
                  </a:lnTo>
                  <a:lnTo>
                    <a:pt x="2876785" y="540404"/>
                  </a:lnTo>
                  <a:lnTo>
                    <a:pt x="2880437" y="539028"/>
                  </a:lnTo>
                  <a:lnTo>
                    <a:pt x="2886002" y="536930"/>
                  </a:lnTo>
                  <a:lnTo>
                    <a:pt x="2886523" y="536733"/>
                  </a:lnTo>
                  <a:lnTo>
                    <a:pt x="2890697" y="535160"/>
                  </a:lnTo>
                  <a:lnTo>
                    <a:pt x="2891045" y="535028"/>
                  </a:lnTo>
                  <a:lnTo>
                    <a:pt x="2892957" y="534307"/>
                  </a:lnTo>
                  <a:lnTo>
                    <a:pt x="2894870" y="533586"/>
                  </a:lnTo>
                  <a:lnTo>
                    <a:pt x="2905304" y="529653"/>
                  </a:lnTo>
                  <a:lnTo>
                    <a:pt x="2913130" y="526702"/>
                  </a:lnTo>
                  <a:lnTo>
                    <a:pt x="2917303" y="525129"/>
                  </a:lnTo>
                  <a:lnTo>
                    <a:pt x="2919042" y="524473"/>
                  </a:lnTo>
                  <a:lnTo>
                    <a:pt x="2920955" y="523752"/>
                  </a:lnTo>
                  <a:lnTo>
                    <a:pt x="2932258" y="519491"/>
                  </a:lnTo>
                  <a:lnTo>
                    <a:pt x="2939736" y="516672"/>
                  </a:lnTo>
                  <a:lnTo>
                    <a:pt x="2945648" y="514443"/>
                  </a:lnTo>
                  <a:lnTo>
                    <a:pt x="2949126" y="513132"/>
                  </a:lnTo>
                  <a:lnTo>
                    <a:pt x="2950691" y="512542"/>
                  </a:lnTo>
                  <a:lnTo>
                    <a:pt x="2951213" y="512345"/>
                  </a:lnTo>
                  <a:lnTo>
                    <a:pt x="2952430" y="511886"/>
                  </a:lnTo>
                  <a:lnTo>
                    <a:pt x="2956256" y="510444"/>
                  </a:lnTo>
                  <a:lnTo>
                    <a:pt x="2958169" y="509723"/>
                  </a:lnTo>
                  <a:lnTo>
                    <a:pt x="2960951" y="508674"/>
                  </a:lnTo>
                  <a:lnTo>
                    <a:pt x="2969298" y="505527"/>
                  </a:lnTo>
                  <a:lnTo>
                    <a:pt x="2973820" y="503822"/>
                  </a:lnTo>
                  <a:lnTo>
                    <a:pt x="2974863" y="503429"/>
                  </a:lnTo>
                  <a:lnTo>
                    <a:pt x="2987036" y="498840"/>
                  </a:lnTo>
                  <a:lnTo>
                    <a:pt x="2988949" y="498119"/>
                  </a:lnTo>
                  <a:lnTo>
                    <a:pt x="2992079" y="496939"/>
                  </a:lnTo>
                  <a:lnTo>
                    <a:pt x="2993470" y="496414"/>
                  </a:lnTo>
                  <a:lnTo>
                    <a:pt x="2998861" y="494382"/>
                  </a:lnTo>
                  <a:lnTo>
                    <a:pt x="3001817" y="493267"/>
                  </a:lnTo>
                  <a:lnTo>
                    <a:pt x="3012599" y="489203"/>
                  </a:lnTo>
                  <a:lnTo>
                    <a:pt x="3021120" y="485990"/>
                  </a:lnTo>
                  <a:lnTo>
                    <a:pt x="3021989" y="485662"/>
                  </a:lnTo>
                  <a:lnTo>
                    <a:pt x="3023902" y="484941"/>
                  </a:lnTo>
                  <a:lnTo>
                    <a:pt x="3026685" y="483892"/>
                  </a:lnTo>
                  <a:lnTo>
                    <a:pt x="3049987" y="475107"/>
                  </a:lnTo>
                  <a:lnTo>
                    <a:pt x="3050682" y="474845"/>
                  </a:lnTo>
                  <a:lnTo>
                    <a:pt x="3054334" y="473468"/>
                  </a:lnTo>
                  <a:lnTo>
                    <a:pt x="3059899" y="471370"/>
                  </a:lnTo>
                  <a:lnTo>
                    <a:pt x="3060421" y="471174"/>
                  </a:lnTo>
                  <a:lnTo>
                    <a:pt x="3064942" y="469469"/>
                  </a:lnTo>
                  <a:lnTo>
                    <a:pt x="3066855" y="468748"/>
                  </a:lnTo>
                  <a:lnTo>
                    <a:pt x="3068768" y="468027"/>
                  </a:lnTo>
                  <a:lnTo>
                    <a:pt x="3079202" y="464093"/>
                  </a:lnTo>
                  <a:lnTo>
                    <a:pt x="3087027" y="461143"/>
                  </a:lnTo>
                  <a:lnTo>
                    <a:pt x="3091201" y="459570"/>
                  </a:lnTo>
                  <a:lnTo>
                    <a:pt x="3092939" y="458914"/>
                  </a:lnTo>
                  <a:lnTo>
                    <a:pt x="3094852" y="458193"/>
                  </a:lnTo>
                  <a:lnTo>
                    <a:pt x="3106156" y="453932"/>
                  </a:lnTo>
                  <a:lnTo>
                    <a:pt x="3113633" y="451113"/>
                  </a:lnTo>
                  <a:lnTo>
                    <a:pt x="3119546" y="448884"/>
                  </a:lnTo>
                  <a:lnTo>
                    <a:pt x="3123024" y="447572"/>
                  </a:lnTo>
                  <a:lnTo>
                    <a:pt x="3124589" y="446982"/>
                  </a:lnTo>
                  <a:lnTo>
                    <a:pt x="3125111" y="446786"/>
                  </a:lnTo>
                  <a:lnTo>
                    <a:pt x="3126328" y="446327"/>
                  </a:lnTo>
                  <a:lnTo>
                    <a:pt x="3130154" y="444885"/>
                  </a:lnTo>
                  <a:lnTo>
                    <a:pt x="3132066" y="444163"/>
                  </a:lnTo>
                  <a:lnTo>
                    <a:pt x="3134849" y="443114"/>
                  </a:lnTo>
                  <a:lnTo>
                    <a:pt x="3143196" y="439968"/>
                  </a:lnTo>
                  <a:lnTo>
                    <a:pt x="3147717" y="438263"/>
                  </a:lnTo>
                  <a:lnTo>
                    <a:pt x="3148761" y="437870"/>
                  </a:lnTo>
                  <a:lnTo>
                    <a:pt x="3160933" y="433281"/>
                  </a:lnTo>
                  <a:lnTo>
                    <a:pt x="3162846" y="432559"/>
                  </a:lnTo>
                  <a:lnTo>
                    <a:pt x="3165976" y="431379"/>
                  </a:lnTo>
                  <a:lnTo>
                    <a:pt x="3167368" y="430855"/>
                  </a:lnTo>
                  <a:lnTo>
                    <a:pt x="3172758" y="428823"/>
                  </a:lnTo>
                  <a:lnTo>
                    <a:pt x="3175715" y="427708"/>
                  </a:lnTo>
                  <a:lnTo>
                    <a:pt x="3186496" y="423643"/>
                  </a:lnTo>
                  <a:lnTo>
                    <a:pt x="3195017" y="420431"/>
                  </a:lnTo>
                  <a:lnTo>
                    <a:pt x="3195887" y="420103"/>
                  </a:lnTo>
                  <a:lnTo>
                    <a:pt x="3197800" y="419382"/>
                  </a:lnTo>
                  <a:lnTo>
                    <a:pt x="3200582" y="418333"/>
                  </a:lnTo>
                  <a:lnTo>
                    <a:pt x="3223884" y="409548"/>
                  </a:lnTo>
                  <a:lnTo>
                    <a:pt x="3224580" y="409286"/>
                  </a:lnTo>
                  <a:lnTo>
                    <a:pt x="3228232" y="407909"/>
                  </a:lnTo>
                  <a:lnTo>
                    <a:pt x="3233796" y="405811"/>
                  </a:lnTo>
                  <a:lnTo>
                    <a:pt x="3234318" y="405615"/>
                  </a:lnTo>
                  <a:lnTo>
                    <a:pt x="3238492" y="404041"/>
                  </a:lnTo>
                  <a:lnTo>
                    <a:pt x="3238839" y="403910"/>
                  </a:lnTo>
                  <a:lnTo>
                    <a:pt x="3240752" y="403189"/>
                  </a:lnTo>
                  <a:lnTo>
                    <a:pt x="3242665" y="402468"/>
                  </a:lnTo>
                  <a:lnTo>
                    <a:pt x="3253099" y="398534"/>
                  </a:lnTo>
                  <a:lnTo>
                    <a:pt x="3260924" y="395584"/>
                  </a:lnTo>
                  <a:lnTo>
                    <a:pt x="3265098" y="394011"/>
                  </a:lnTo>
                  <a:lnTo>
                    <a:pt x="3266837" y="393355"/>
                  </a:lnTo>
                  <a:lnTo>
                    <a:pt x="3268750" y="392634"/>
                  </a:lnTo>
                  <a:lnTo>
                    <a:pt x="3280053" y="388372"/>
                  </a:lnTo>
                  <a:lnTo>
                    <a:pt x="3287531" y="385553"/>
                  </a:lnTo>
                  <a:lnTo>
                    <a:pt x="3293443" y="383324"/>
                  </a:lnTo>
                  <a:lnTo>
                    <a:pt x="3296921" y="382013"/>
                  </a:lnTo>
                  <a:lnTo>
                    <a:pt x="3298486" y="381423"/>
                  </a:lnTo>
                  <a:lnTo>
                    <a:pt x="3299008" y="381226"/>
                  </a:lnTo>
                  <a:lnTo>
                    <a:pt x="3300225" y="380768"/>
                  </a:lnTo>
                  <a:lnTo>
                    <a:pt x="3304051" y="379325"/>
                  </a:lnTo>
                  <a:lnTo>
                    <a:pt x="3305964" y="378604"/>
                  </a:lnTo>
                  <a:lnTo>
                    <a:pt x="3308746" y="377555"/>
                  </a:lnTo>
                  <a:lnTo>
                    <a:pt x="3317093" y="374408"/>
                  </a:lnTo>
                  <a:lnTo>
                    <a:pt x="3321615" y="372704"/>
                  </a:lnTo>
                  <a:lnTo>
                    <a:pt x="3322658" y="372310"/>
                  </a:lnTo>
                  <a:lnTo>
                    <a:pt x="3334831" y="367721"/>
                  </a:lnTo>
                  <a:lnTo>
                    <a:pt x="3336744" y="367000"/>
                  </a:lnTo>
                  <a:lnTo>
                    <a:pt x="3339874" y="365820"/>
                  </a:lnTo>
                  <a:lnTo>
                    <a:pt x="3341265" y="365296"/>
                  </a:lnTo>
                  <a:lnTo>
                    <a:pt x="3346656" y="363263"/>
                  </a:lnTo>
                  <a:lnTo>
                    <a:pt x="3349612" y="362149"/>
                  </a:lnTo>
                  <a:lnTo>
                    <a:pt x="3360394" y="358084"/>
                  </a:lnTo>
                  <a:lnTo>
                    <a:pt x="3368915" y="354872"/>
                  </a:lnTo>
                  <a:lnTo>
                    <a:pt x="3369784" y="354544"/>
                  </a:lnTo>
                  <a:lnTo>
                    <a:pt x="3371697" y="353823"/>
                  </a:lnTo>
                  <a:lnTo>
                    <a:pt x="3374479" y="352774"/>
                  </a:lnTo>
                  <a:lnTo>
                    <a:pt x="3397782" y="343989"/>
                  </a:lnTo>
                  <a:lnTo>
                    <a:pt x="3398477" y="343727"/>
                  </a:lnTo>
                  <a:lnTo>
                    <a:pt x="3402129" y="342350"/>
                  </a:lnTo>
                  <a:lnTo>
                    <a:pt x="3407694" y="340252"/>
                  </a:lnTo>
                  <a:lnTo>
                    <a:pt x="3408216" y="340055"/>
                  </a:lnTo>
                  <a:lnTo>
                    <a:pt x="3412389" y="338482"/>
                  </a:lnTo>
                  <a:lnTo>
                    <a:pt x="3412737" y="338351"/>
                  </a:lnTo>
                  <a:lnTo>
                    <a:pt x="3414650" y="337630"/>
                  </a:lnTo>
                  <a:lnTo>
                    <a:pt x="3416563" y="336908"/>
                  </a:lnTo>
                  <a:lnTo>
                    <a:pt x="3434822" y="330025"/>
                  </a:lnTo>
                  <a:lnTo>
                    <a:pt x="3438995" y="328451"/>
                  </a:lnTo>
                  <a:lnTo>
                    <a:pt x="3440734" y="327796"/>
                  </a:lnTo>
                  <a:lnTo>
                    <a:pt x="3442647" y="327075"/>
                  </a:lnTo>
                  <a:lnTo>
                    <a:pt x="3453951" y="322813"/>
                  </a:lnTo>
                  <a:lnTo>
                    <a:pt x="3461428" y="319994"/>
                  </a:lnTo>
                  <a:lnTo>
                    <a:pt x="3467341" y="317765"/>
                  </a:lnTo>
                  <a:lnTo>
                    <a:pt x="3470819" y="316454"/>
                  </a:lnTo>
                  <a:lnTo>
                    <a:pt x="3472384" y="315864"/>
                  </a:lnTo>
                  <a:lnTo>
                    <a:pt x="3472905" y="315667"/>
                  </a:lnTo>
                  <a:lnTo>
                    <a:pt x="3474123" y="315208"/>
                  </a:lnTo>
                  <a:lnTo>
                    <a:pt x="3477948" y="313766"/>
                  </a:lnTo>
                  <a:lnTo>
                    <a:pt x="3479861" y="313045"/>
                  </a:lnTo>
                  <a:lnTo>
                    <a:pt x="3482644" y="311996"/>
                  </a:lnTo>
                  <a:lnTo>
                    <a:pt x="3490991" y="308849"/>
                  </a:lnTo>
                  <a:lnTo>
                    <a:pt x="3495512" y="307145"/>
                  </a:lnTo>
                  <a:lnTo>
                    <a:pt x="3496555" y="306751"/>
                  </a:lnTo>
                  <a:lnTo>
                    <a:pt x="3508728" y="302162"/>
                  </a:lnTo>
                  <a:lnTo>
                    <a:pt x="3510641" y="301441"/>
                  </a:lnTo>
                  <a:lnTo>
                    <a:pt x="3513771" y="300261"/>
                  </a:lnTo>
                  <a:lnTo>
                    <a:pt x="3515162" y="299736"/>
                  </a:lnTo>
                  <a:lnTo>
                    <a:pt x="3520553" y="297704"/>
                  </a:lnTo>
                  <a:lnTo>
                    <a:pt x="3523510" y="296590"/>
                  </a:lnTo>
                  <a:lnTo>
                    <a:pt x="3534291" y="292525"/>
                  </a:lnTo>
                  <a:lnTo>
                    <a:pt x="3542812" y="289312"/>
                  </a:lnTo>
                  <a:lnTo>
                    <a:pt x="3543682" y="288985"/>
                  </a:lnTo>
                  <a:lnTo>
                    <a:pt x="3545595" y="288263"/>
                  </a:lnTo>
                  <a:lnTo>
                    <a:pt x="3548377" y="287215"/>
                  </a:lnTo>
                  <a:lnTo>
                    <a:pt x="3571679" y="278430"/>
                  </a:lnTo>
                  <a:lnTo>
                    <a:pt x="3572375" y="278167"/>
                  </a:lnTo>
                  <a:lnTo>
                    <a:pt x="3576027" y="276791"/>
                  </a:lnTo>
                  <a:lnTo>
                    <a:pt x="3581591" y="274693"/>
                  </a:lnTo>
                  <a:lnTo>
                    <a:pt x="3582113" y="274496"/>
                  </a:lnTo>
                  <a:lnTo>
                    <a:pt x="3586287" y="272923"/>
                  </a:lnTo>
                  <a:lnTo>
                    <a:pt x="3586634" y="272792"/>
                  </a:lnTo>
                  <a:lnTo>
                    <a:pt x="3588547" y="272070"/>
                  </a:lnTo>
                  <a:lnTo>
                    <a:pt x="3590460" y="271349"/>
                  </a:lnTo>
                  <a:lnTo>
                    <a:pt x="3600894" y="267416"/>
                  </a:lnTo>
                  <a:lnTo>
                    <a:pt x="3608719" y="264465"/>
                  </a:lnTo>
                  <a:lnTo>
                    <a:pt x="3612893" y="262892"/>
                  </a:lnTo>
                  <a:lnTo>
                    <a:pt x="3616545" y="261515"/>
                  </a:lnTo>
                  <a:lnTo>
                    <a:pt x="3627848" y="257254"/>
                  </a:lnTo>
                  <a:lnTo>
                    <a:pt x="3635326" y="254435"/>
                  </a:lnTo>
                  <a:lnTo>
                    <a:pt x="3644716" y="250895"/>
                  </a:lnTo>
                  <a:lnTo>
                    <a:pt x="3646281" y="250305"/>
                  </a:lnTo>
                  <a:lnTo>
                    <a:pt x="3646803" y="250108"/>
                  </a:lnTo>
                  <a:lnTo>
                    <a:pt x="3648020" y="249649"/>
                  </a:lnTo>
                  <a:lnTo>
                    <a:pt x="3651846" y="248207"/>
                  </a:lnTo>
                  <a:lnTo>
                    <a:pt x="3653759" y="247486"/>
                  </a:lnTo>
                  <a:lnTo>
                    <a:pt x="3656541" y="246437"/>
                  </a:lnTo>
                  <a:lnTo>
                    <a:pt x="3664888" y="243290"/>
                  </a:lnTo>
                  <a:lnTo>
                    <a:pt x="3669410" y="241585"/>
                  </a:lnTo>
                  <a:lnTo>
                    <a:pt x="3670453" y="241192"/>
                  </a:lnTo>
                  <a:lnTo>
                    <a:pt x="3682626" y="236603"/>
                  </a:lnTo>
                  <a:lnTo>
                    <a:pt x="3684539" y="235882"/>
                  </a:lnTo>
                  <a:lnTo>
                    <a:pt x="3687669" y="234702"/>
                  </a:lnTo>
                  <a:lnTo>
                    <a:pt x="3689060" y="234177"/>
                  </a:lnTo>
                  <a:lnTo>
                    <a:pt x="3694451" y="232145"/>
                  </a:lnTo>
                  <a:lnTo>
                    <a:pt x="3697407" y="231030"/>
                  </a:lnTo>
                  <a:lnTo>
                    <a:pt x="3708189" y="226966"/>
                  </a:lnTo>
                  <a:lnTo>
                    <a:pt x="3716710" y="223753"/>
                  </a:lnTo>
                  <a:lnTo>
                    <a:pt x="3717579" y="223425"/>
                  </a:lnTo>
                  <a:lnTo>
                    <a:pt x="3719492" y="222704"/>
                  </a:lnTo>
                  <a:lnTo>
                    <a:pt x="3722274" y="221655"/>
                  </a:lnTo>
                  <a:lnTo>
                    <a:pt x="3745577" y="212870"/>
                  </a:lnTo>
                  <a:lnTo>
                    <a:pt x="3746272" y="212608"/>
                  </a:lnTo>
                  <a:lnTo>
                    <a:pt x="3749924" y="211231"/>
                  </a:lnTo>
                  <a:lnTo>
                    <a:pt x="3755489" y="209133"/>
                  </a:lnTo>
                  <a:lnTo>
                    <a:pt x="3756010" y="208937"/>
                  </a:lnTo>
                  <a:lnTo>
                    <a:pt x="3760184" y="207363"/>
                  </a:lnTo>
                  <a:lnTo>
                    <a:pt x="3760532" y="207232"/>
                  </a:lnTo>
                  <a:lnTo>
                    <a:pt x="3762445" y="206511"/>
                  </a:lnTo>
                  <a:lnTo>
                    <a:pt x="3764358" y="205790"/>
                  </a:lnTo>
                  <a:lnTo>
                    <a:pt x="3774791" y="201856"/>
                  </a:lnTo>
                  <a:lnTo>
                    <a:pt x="3782617" y="198906"/>
                  </a:lnTo>
                  <a:lnTo>
                    <a:pt x="3786790" y="197333"/>
                  </a:lnTo>
                  <a:lnTo>
                    <a:pt x="3788529" y="196677"/>
                  </a:lnTo>
                  <a:lnTo>
                    <a:pt x="3790442" y="195956"/>
                  </a:lnTo>
                  <a:lnTo>
                    <a:pt x="3801745" y="191695"/>
                  </a:lnTo>
                  <a:lnTo>
                    <a:pt x="3809223" y="188876"/>
                  </a:lnTo>
                  <a:lnTo>
                    <a:pt x="3815136" y="186647"/>
                  </a:lnTo>
                  <a:lnTo>
                    <a:pt x="3818614" y="185335"/>
                  </a:lnTo>
                  <a:lnTo>
                    <a:pt x="3820179" y="184745"/>
                  </a:lnTo>
                  <a:lnTo>
                    <a:pt x="3820700" y="184549"/>
                  </a:lnTo>
                  <a:lnTo>
                    <a:pt x="3821918" y="184090"/>
                  </a:lnTo>
                  <a:lnTo>
                    <a:pt x="3825743" y="182648"/>
                  </a:lnTo>
                  <a:lnTo>
                    <a:pt x="3827656" y="181926"/>
                  </a:lnTo>
                  <a:lnTo>
                    <a:pt x="3830439" y="180877"/>
                  </a:lnTo>
                  <a:lnTo>
                    <a:pt x="3838786" y="177731"/>
                  </a:lnTo>
                  <a:lnTo>
                    <a:pt x="3843307" y="176026"/>
                  </a:lnTo>
                  <a:lnTo>
                    <a:pt x="3844350" y="175633"/>
                  </a:lnTo>
                  <a:lnTo>
                    <a:pt x="3856523" y="171044"/>
                  </a:lnTo>
                  <a:lnTo>
                    <a:pt x="3858436" y="170322"/>
                  </a:lnTo>
                  <a:lnTo>
                    <a:pt x="3861566" y="169142"/>
                  </a:lnTo>
                  <a:lnTo>
                    <a:pt x="3862957" y="168618"/>
                  </a:lnTo>
                  <a:lnTo>
                    <a:pt x="3868348" y="166586"/>
                  </a:lnTo>
                  <a:lnTo>
                    <a:pt x="3871304" y="165471"/>
                  </a:lnTo>
                  <a:lnTo>
                    <a:pt x="3882086" y="161406"/>
                  </a:lnTo>
                  <a:lnTo>
                    <a:pt x="3890607" y="158194"/>
                  </a:lnTo>
                  <a:lnTo>
                    <a:pt x="3891477" y="157866"/>
                  </a:lnTo>
                  <a:lnTo>
                    <a:pt x="3893389" y="157145"/>
                  </a:lnTo>
                  <a:lnTo>
                    <a:pt x="3896172" y="156096"/>
                  </a:lnTo>
                  <a:lnTo>
                    <a:pt x="3919474" y="147311"/>
                  </a:lnTo>
                  <a:lnTo>
                    <a:pt x="3920170" y="147049"/>
                  </a:lnTo>
                  <a:lnTo>
                    <a:pt x="3923821" y="145672"/>
                  </a:lnTo>
                  <a:lnTo>
                    <a:pt x="3929386" y="143574"/>
                  </a:lnTo>
                  <a:lnTo>
                    <a:pt x="3929908" y="143378"/>
                  </a:lnTo>
                  <a:lnTo>
                    <a:pt x="3934081" y="141804"/>
                  </a:lnTo>
                  <a:lnTo>
                    <a:pt x="3936342" y="140952"/>
                  </a:lnTo>
                  <a:lnTo>
                    <a:pt x="3938255" y="140231"/>
                  </a:lnTo>
                  <a:lnTo>
                    <a:pt x="3948689" y="136297"/>
                  </a:lnTo>
                  <a:lnTo>
                    <a:pt x="3956514" y="133347"/>
                  </a:lnTo>
                  <a:lnTo>
                    <a:pt x="3960688" y="131774"/>
                  </a:lnTo>
                  <a:lnTo>
                    <a:pt x="3962427" y="131118"/>
                  </a:lnTo>
                  <a:lnTo>
                    <a:pt x="3964340" y="130397"/>
                  </a:lnTo>
                  <a:lnTo>
                    <a:pt x="3975643" y="126135"/>
                  </a:lnTo>
                  <a:lnTo>
                    <a:pt x="3983121" y="123316"/>
                  </a:lnTo>
                  <a:lnTo>
                    <a:pt x="3989033" y="121087"/>
                  </a:lnTo>
                  <a:lnTo>
                    <a:pt x="3992511" y="119776"/>
                  </a:lnTo>
                  <a:lnTo>
                    <a:pt x="3994076" y="119186"/>
                  </a:lnTo>
                  <a:lnTo>
                    <a:pt x="3994598" y="118990"/>
                  </a:lnTo>
                  <a:lnTo>
                    <a:pt x="3995815" y="118531"/>
                  </a:lnTo>
                  <a:lnTo>
                    <a:pt x="4001554" y="116367"/>
                  </a:lnTo>
                  <a:lnTo>
                    <a:pt x="4012683" y="112171"/>
                  </a:lnTo>
                  <a:lnTo>
                    <a:pt x="4017204" y="110467"/>
                  </a:lnTo>
                  <a:lnTo>
                    <a:pt x="4018248" y="110073"/>
                  </a:lnTo>
                  <a:lnTo>
                    <a:pt x="4030421" y="105484"/>
                  </a:lnTo>
                  <a:lnTo>
                    <a:pt x="4032334" y="104763"/>
                  </a:lnTo>
                  <a:lnTo>
                    <a:pt x="4035464" y="103583"/>
                  </a:lnTo>
                  <a:lnTo>
                    <a:pt x="4036855" y="103059"/>
                  </a:lnTo>
                  <a:lnTo>
                    <a:pt x="4065374" y="92307"/>
                  </a:lnTo>
                  <a:lnTo>
                    <a:pt x="4067287" y="91586"/>
                  </a:lnTo>
                  <a:lnTo>
                    <a:pt x="4070069" y="90537"/>
                  </a:lnTo>
                  <a:lnTo>
                    <a:pt x="4093372" y="81752"/>
                  </a:lnTo>
                  <a:lnTo>
                    <a:pt x="4097719" y="80113"/>
                  </a:lnTo>
                  <a:lnTo>
                    <a:pt x="4108327" y="76114"/>
                  </a:lnTo>
                  <a:lnTo>
                    <a:pt x="4130412" y="67788"/>
                  </a:lnTo>
                  <a:lnTo>
                    <a:pt x="4134585" y="66214"/>
                  </a:lnTo>
                  <a:lnTo>
                    <a:pt x="4136324" y="65559"/>
                  </a:lnTo>
                  <a:lnTo>
                    <a:pt x="4157018" y="57757"/>
                  </a:lnTo>
                  <a:lnTo>
                    <a:pt x="4175451" y="50808"/>
                  </a:lnTo>
                  <a:lnTo>
                    <a:pt x="4192145" y="44514"/>
                  </a:lnTo>
                  <a:lnTo>
                    <a:pt x="4310222" y="0"/>
                  </a:lnTo>
                </a:path>
              </a:pathLst>
            </a:custGeom>
            <a:ln w="32521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7"/>
            <p:cNvSpPr/>
            <p:nvPr/>
          </p:nvSpPr>
          <p:spPr>
            <a:xfrm>
              <a:off x="3459159" y="2976470"/>
              <a:ext cx="4310222" cy="1803393"/>
            </a:xfrm>
            <a:custGeom>
              <a:avLst/>
              <a:pathLst>
                <a:path w="4310222" h="1803393">
                  <a:moveTo>
                    <a:pt x="0" y="1803393"/>
                  </a:moveTo>
                  <a:lnTo>
                    <a:pt x="4695" y="1801429"/>
                  </a:lnTo>
                  <a:lnTo>
                    <a:pt x="42604" y="1785567"/>
                  </a:lnTo>
                  <a:lnTo>
                    <a:pt x="45561" y="1784331"/>
                  </a:lnTo>
                  <a:lnTo>
                    <a:pt x="56342" y="1779820"/>
                  </a:lnTo>
                  <a:lnTo>
                    <a:pt x="64863" y="1776254"/>
                  </a:lnTo>
                  <a:lnTo>
                    <a:pt x="94426" y="1763885"/>
                  </a:lnTo>
                  <a:lnTo>
                    <a:pt x="103642" y="1760029"/>
                  </a:lnTo>
                  <a:lnTo>
                    <a:pt x="104164" y="1759811"/>
                  </a:lnTo>
                  <a:lnTo>
                    <a:pt x="108338" y="1758065"/>
                  </a:lnTo>
                  <a:lnTo>
                    <a:pt x="110598" y="1757119"/>
                  </a:lnTo>
                  <a:lnTo>
                    <a:pt x="112511" y="1756319"/>
                  </a:lnTo>
                  <a:lnTo>
                    <a:pt x="122945" y="1751953"/>
                  </a:lnTo>
                  <a:lnTo>
                    <a:pt x="138596" y="1745405"/>
                  </a:lnTo>
                  <a:lnTo>
                    <a:pt x="149899" y="1740675"/>
                  </a:lnTo>
                  <a:lnTo>
                    <a:pt x="163289" y="1735073"/>
                  </a:lnTo>
                  <a:lnTo>
                    <a:pt x="166767" y="1733618"/>
                  </a:lnTo>
                  <a:lnTo>
                    <a:pt x="168332" y="1732963"/>
                  </a:lnTo>
                  <a:lnTo>
                    <a:pt x="168854" y="1732745"/>
                  </a:lnTo>
                  <a:lnTo>
                    <a:pt x="170071" y="1732235"/>
                  </a:lnTo>
                  <a:lnTo>
                    <a:pt x="173897" y="1730635"/>
                  </a:lnTo>
                  <a:lnTo>
                    <a:pt x="178592" y="1728670"/>
                  </a:lnTo>
                  <a:lnTo>
                    <a:pt x="186939" y="1725178"/>
                  </a:lnTo>
                  <a:lnTo>
                    <a:pt x="191461" y="1723286"/>
                  </a:lnTo>
                  <a:lnTo>
                    <a:pt x="204677" y="1717757"/>
                  </a:lnTo>
                  <a:lnTo>
                    <a:pt x="206590" y="1716956"/>
                  </a:lnTo>
                  <a:lnTo>
                    <a:pt x="209720" y="1715647"/>
                  </a:lnTo>
                  <a:lnTo>
                    <a:pt x="211111" y="1715064"/>
                  </a:lnTo>
                  <a:lnTo>
                    <a:pt x="216502" y="1712809"/>
                  </a:lnTo>
                  <a:lnTo>
                    <a:pt x="219458" y="1711572"/>
                  </a:lnTo>
                  <a:lnTo>
                    <a:pt x="230240" y="1707061"/>
                  </a:lnTo>
                  <a:lnTo>
                    <a:pt x="238761" y="1703496"/>
                  </a:lnTo>
                  <a:lnTo>
                    <a:pt x="239630" y="1703132"/>
                  </a:lnTo>
                  <a:lnTo>
                    <a:pt x="241543" y="1702332"/>
                  </a:lnTo>
                  <a:lnTo>
                    <a:pt x="244325" y="1701168"/>
                  </a:lnTo>
                  <a:lnTo>
                    <a:pt x="267628" y="1691418"/>
                  </a:lnTo>
                  <a:lnTo>
                    <a:pt x="268323" y="1691127"/>
                  </a:lnTo>
                  <a:lnTo>
                    <a:pt x="271975" y="1689599"/>
                  </a:lnTo>
                  <a:lnTo>
                    <a:pt x="277540" y="1687271"/>
                  </a:lnTo>
                  <a:lnTo>
                    <a:pt x="278062" y="1687052"/>
                  </a:lnTo>
                  <a:lnTo>
                    <a:pt x="282235" y="1685306"/>
                  </a:lnTo>
                  <a:lnTo>
                    <a:pt x="282583" y="1685161"/>
                  </a:lnTo>
                  <a:lnTo>
                    <a:pt x="284496" y="1684360"/>
                  </a:lnTo>
                  <a:lnTo>
                    <a:pt x="286409" y="1683560"/>
                  </a:lnTo>
                  <a:lnTo>
                    <a:pt x="296842" y="1679194"/>
                  </a:lnTo>
                  <a:lnTo>
                    <a:pt x="304668" y="1675920"/>
                  </a:lnTo>
                  <a:lnTo>
                    <a:pt x="308841" y="1674174"/>
                  </a:lnTo>
                  <a:lnTo>
                    <a:pt x="312493" y="1672646"/>
                  </a:lnTo>
                  <a:lnTo>
                    <a:pt x="323797" y="1667917"/>
                  </a:lnTo>
                  <a:lnTo>
                    <a:pt x="331274" y="1664788"/>
                  </a:lnTo>
                  <a:lnTo>
                    <a:pt x="337187" y="1662314"/>
                  </a:lnTo>
                  <a:lnTo>
                    <a:pt x="340665" y="1660859"/>
                  </a:lnTo>
                  <a:lnTo>
                    <a:pt x="342230" y="1660204"/>
                  </a:lnTo>
                  <a:lnTo>
                    <a:pt x="342751" y="1659986"/>
                  </a:lnTo>
                  <a:lnTo>
                    <a:pt x="343969" y="1659477"/>
                  </a:lnTo>
                  <a:lnTo>
                    <a:pt x="347794" y="1657876"/>
                  </a:lnTo>
                  <a:lnTo>
                    <a:pt x="349707" y="1657076"/>
                  </a:lnTo>
                  <a:lnTo>
                    <a:pt x="352490" y="1655912"/>
                  </a:lnTo>
                  <a:lnTo>
                    <a:pt x="360837" y="1652419"/>
                  </a:lnTo>
                  <a:lnTo>
                    <a:pt x="365358" y="1650528"/>
                  </a:lnTo>
                  <a:lnTo>
                    <a:pt x="366401" y="1650091"/>
                  </a:lnTo>
                  <a:lnTo>
                    <a:pt x="378574" y="1644998"/>
                  </a:lnTo>
                  <a:lnTo>
                    <a:pt x="380487" y="1644198"/>
                  </a:lnTo>
                  <a:lnTo>
                    <a:pt x="383617" y="1642888"/>
                  </a:lnTo>
                  <a:lnTo>
                    <a:pt x="385008" y="1642306"/>
                  </a:lnTo>
                  <a:lnTo>
                    <a:pt x="390399" y="1640050"/>
                  </a:lnTo>
                  <a:lnTo>
                    <a:pt x="393356" y="1638813"/>
                  </a:lnTo>
                  <a:lnTo>
                    <a:pt x="404137" y="1634302"/>
                  </a:lnTo>
                  <a:lnTo>
                    <a:pt x="412658" y="1630737"/>
                  </a:lnTo>
                  <a:lnTo>
                    <a:pt x="413528" y="1630373"/>
                  </a:lnTo>
                  <a:lnTo>
                    <a:pt x="415441" y="1629573"/>
                  </a:lnTo>
                  <a:lnTo>
                    <a:pt x="418223" y="1628409"/>
                  </a:lnTo>
                  <a:lnTo>
                    <a:pt x="441525" y="1618659"/>
                  </a:lnTo>
                  <a:lnTo>
                    <a:pt x="442221" y="1618368"/>
                  </a:lnTo>
                  <a:lnTo>
                    <a:pt x="445873" y="1616840"/>
                  </a:lnTo>
                  <a:lnTo>
                    <a:pt x="451437" y="1614512"/>
                  </a:lnTo>
                  <a:lnTo>
                    <a:pt x="451959" y="1614294"/>
                  </a:lnTo>
                  <a:lnTo>
                    <a:pt x="456133" y="1612548"/>
                  </a:lnTo>
                  <a:lnTo>
                    <a:pt x="456480" y="1612402"/>
                  </a:lnTo>
                  <a:lnTo>
                    <a:pt x="458393" y="1611602"/>
                  </a:lnTo>
                  <a:lnTo>
                    <a:pt x="460306" y="1610801"/>
                  </a:lnTo>
                  <a:lnTo>
                    <a:pt x="470740" y="1606436"/>
                  </a:lnTo>
                  <a:lnTo>
                    <a:pt x="478565" y="1603162"/>
                  </a:lnTo>
                  <a:lnTo>
                    <a:pt x="482739" y="1601416"/>
                  </a:lnTo>
                  <a:lnTo>
                    <a:pt x="484478" y="1600688"/>
                  </a:lnTo>
                  <a:lnTo>
                    <a:pt x="486391" y="1599888"/>
                  </a:lnTo>
                  <a:lnTo>
                    <a:pt x="497694" y="1595158"/>
                  </a:lnTo>
                  <a:lnTo>
                    <a:pt x="505172" y="1592030"/>
                  </a:lnTo>
                  <a:lnTo>
                    <a:pt x="511084" y="1589556"/>
                  </a:lnTo>
                  <a:lnTo>
                    <a:pt x="516127" y="1587446"/>
                  </a:lnTo>
                  <a:lnTo>
                    <a:pt x="516649" y="1587228"/>
                  </a:lnTo>
                  <a:lnTo>
                    <a:pt x="517866" y="1586718"/>
                  </a:lnTo>
                  <a:lnTo>
                    <a:pt x="521692" y="1585118"/>
                  </a:lnTo>
                  <a:lnTo>
                    <a:pt x="523605" y="1584317"/>
                  </a:lnTo>
                  <a:lnTo>
                    <a:pt x="526387" y="1583153"/>
                  </a:lnTo>
                  <a:lnTo>
                    <a:pt x="534734" y="1579661"/>
                  </a:lnTo>
                  <a:lnTo>
                    <a:pt x="539255" y="1577769"/>
                  </a:lnTo>
                  <a:lnTo>
                    <a:pt x="540299" y="1577332"/>
                  </a:lnTo>
                  <a:lnTo>
                    <a:pt x="552472" y="1572239"/>
                  </a:lnTo>
                  <a:lnTo>
                    <a:pt x="554385" y="1571439"/>
                  </a:lnTo>
                  <a:lnTo>
                    <a:pt x="557515" y="1570129"/>
                  </a:lnTo>
                  <a:lnTo>
                    <a:pt x="558906" y="1569547"/>
                  </a:lnTo>
                  <a:lnTo>
                    <a:pt x="564297" y="1567292"/>
                  </a:lnTo>
                  <a:lnTo>
                    <a:pt x="567253" y="1566055"/>
                  </a:lnTo>
                  <a:lnTo>
                    <a:pt x="578035" y="1561544"/>
                  </a:lnTo>
                  <a:lnTo>
                    <a:pt x="586556" y="1557979"/>
                  </a:lnTo>
                  <a:lnTo>
                    <a:pt x="587425" y="1557615"/>
                  </a:lnTo>
                  <a:lnTo>
                    <a:pt x="589338" y="1556815"/>
                  </a:lnTo>
                  <a:lnTo>
                    <a:pt x="592120" y="1555650"/>
                  </a:lnTo>
                  <a:lnTo>
                    <a:pt x="615423" y="1545901"/>
                  </a:lnTo>
                  <a:lnTo>
                    <a:pt x="616118" y="1545610"/>
                  </a:lnTo>
                  <a:lnTo>
                    <a:pt x="619770" y="1544082"/>
                  </a:lnTo>
                  <a:lnTo>
                    <a:pt x="625335" y="1541754"/>
                  </a:lnTo>
                  <a:lnTo>
                    <a:pt x="625856" y="1541535"/>
                  </a:lnTo>
                  <a:lnTo>
                    <a:pt x="630030" y="1539789"/>
                  </a:lnTo>
                  <a:lnTo>
                    <a:pt x="630378" y="1539644"/>
                  </a:lnTo>
                  <a:lnTo>
                    <a:pt x="632291" y="1538843"/>
                  </a:lnTo>
                  <a:lnTo>
                    <a:pt x="634203" y="1538043"/>
                  </a:lnTo>
                  <a:lnTo>
                    <a:pt x="644637" y="1533677"/>
                  </a:lnTo>
                  <a:lnTo>
                    <a:pt x="652463" y="1530403"/>
                  </a:lnTo>
                  <a:lnTo>
                    <a:pt x="656636" y="1528657"/>
                  </a:lnTo>
                  <a:lnTo>
                    <a:pt x="658375" y="1527929"/>
                  </a:lnTo>
                  <a:lnTo>
                    <a:pt x="660288" y="1527129"/>
                  </a:lnTo>
                  <a:lnTo>
                    <a:pt x="671591" y="1522400"/>
                  </a:lnTo>
                  <a:lnTo>
                    <a:pt x="679069" y="1519271"/>
                  </a:lnTo>
                  <a:lnTo>
                    <a:pt x="684982" y="1516797"/>
                  </a:lnTo>
                  <a:lnTo>
                    <a:pt x="688459" y="1515342"/>
                  </a:lnTo>
                  <a:lnTo>
                    <a:pt x="690025" y="1514687"/>
                  </a:lnTo>
                  <a:lnTo>
                    <a:pt x="690546" y="1514469"/>
                  </a:lnTo>
                  <a:lnTo>
                    <a:pt x="691764" y="1513960"/>
                  </a:lnTo>
                  <a:lnTo>
                    <a:pt x="697502" y="1511559"/>
                  </a:lnTo>
                  <a:lnTo>
                    <a:pt x="700285" y="1510395"/>
                  </a:lnTo>
                  <a:lnTo>
                    <a:pt x="708632" y="1506902"/>
                  </a:lnTo>
                  <a:lnTo>
                    <a:pt x="713153" y="1505010"/>
                  </a:lnTo>
                  <a:lnTo>
                    <a:pt x="714196" y="1504574"/>
                  </a:lnTo>
                  <a:lnTo>
                    <a:pt x="726369" y="1499481"/>
                  </a:lnTo>
                  <a:lnTo>
                    <a:pt x="728282" y="1498680"/>
                  </a:lnTo>
                  <a:lnTo>
                    <a:pt x="731412" y="1497371"/>
                  </a:lnTo>
                  <a:lnTo>
                    <a:pt x="732803" y="1496789"/>
                  </a:lnTo>
                  <a:lnTo>
                    <a:pt x="738194" y="1494533"/>
                  </a:lnTo>
                  <a:lnTo>
                    <a:pt x="741150" y="1493296"/>
                  </a:lnTo>
                  <a:lnTo>
                    <a:pt x="751932" y="1488785"/>
                  </a:lnTo>
                  <a:lnTo>
                    <a:pt x="760453" y="1485220"/>
                  </a:lnTo>
                  <a:lnTo>
                    <a:pt x="761323" y="1484856"/>
                  </a:lnTo>
                  <a:lnTo>
                    <a:pt x="763235" y="1484056"/>
                  </a:lnTo>
                  <a:lnTo>
                    <a:pt x="766018" y="1482892"/>
                  </a:lnTo>
                  <a:lnTo>
                    <a:pt x="789320" y="1473142"/>
                  </a:lnTo>
                  <a:lnTo>
                    <a:pt x="790016" y="1472851"/>
                  </a:lnTo>
                  <a:lnTo>
                    <a:pt x="793667" y="1471323"/>
                  </a:lnTo>
                  <a:lnTo>
                    <a:pt x="799232" y="1468995"/>
                  </a:lnTo>
                  <a:lnTo>
                    <a:pt x="799754" y="1468777"/>
                  </a:lnTo>
                  <a:lnTo>
                    <a:pt x="803927" y="1467030"/>
                  </a:lnTo>
                  <a:lnTo>
                    <a:pt x="804275" y="1466885"/>
                  </a:lnTo>
                  <a:lnTo>
                    <a:pt x="806188" y="1466085"/>
                  </a:lnTo>
                  <a:lnTo>
                    <a:pt x="808101" y="1465284"/>
                  </a:lnTo>
                  <a:lnTo>
                    <a:pt x="818535" y="1460919"/>
                  </a:lnTo>
                  <a:lnTo>
                    <a:pt x="826360" y="1457645"/>
                  </a:lnTo>
                  <a:lnTo>
                    <a:pt x="830534" y="1455898"/>
                  </a:lnTo>
                  <a:lnTo>
                    <a:pt x="832273" y="1455171"/>
                  </a:lnTo>
                  <a:lnTo>
                    <a:pt x="834186" y="1454370"/>
                  </a:lnTo>
                  <a:lnTo>
                    <a:pt x="845489" y="1449641"/>
                  </a:lnTo>
                  <a:lnTo>
                    <a:pt x="852966" y="1446513"/>
                  </a:lnTo>
                  <a:lnTo>
                    <a:pt x="858879" y="1444039"/>
                  </a:lnTo>
                  <a:lnTo>
                    <a:pt x="862357" y="1442584"/>
                  </a:lnTo>
                  <a:lnTo>
                    <a:pt x="863922" y="1441929"/>
                  </a:lnTo>
                  <a:lnTo>
                    <a:pt x="864444" y="1441711"/>
                  </a:lnTo>
                  <a:lnTo>
                    <a:pt x="865661" y="1441201"/>
                  </a:lnTo>
                  <a:lnTo>
                    <a:pt x="869487" y="1439601"/>
                  </a:lnTo>
                  <a:lnTo>
                    <a:pt x="871400" y="1438800"/>
                  </a:lnTo>
                  <a:lnTo>
                    <a:pt x="874182" y="1437636"/>
                  </a:lnTo>
                  <a:lnTo>
                    <a:pt x="882529" y="1434144"/>
                  </a:lnTo>
                  <a:lnTo>
                    <a:pt x="887050" y="1432252"/>
                  </a:lnTo>
                  <a:lnTo>
                    <a:pt x="888094" y="1431815"/>
                  </a:lnTo>
                  <a:lnTo>
                    <a:pt x="900267" y="1426722"/>
                  </a:lnTo>
                  <a:lnTo>
                    <a:pt x="902179" y="1425922"/>
                  </a:lnTo>
                  <a:lnTo>
                    <a:pt x="905310" y="1424612"/>
                  </a:lnTo>
                  <a:lnTo>
                    <a:pt x="906701" y="1424030"/>
                  </a:lnTo>
                  <a:lnTo>
                    <a:pt x="912092" y="1421775"/>
                  </a:lnTo>
                  <a:lnTo>
                    <a:pt x="915048" y="1420538"/>
                  </a:lnTo>
                  <a:lnTo>
                    <a:pt x="925830" y="1416027"/>
                  </a:lnTo>
                  <a:lnTo>
                    <a:pt x="934350" y="1412462"/>
                  </a:lnTo>
                  <a:lnTo>
                    <a:pt x="935220" y="1412098"/>
                  </a:lnTo>
                  <a:lnTo>
                    <a:pt x="937133" y="1411297"/>
                  </a:lnTo>
                  <a:lnTo>
                    <a:pt x="939915" y="1410133"/>
                  </a:lnTo>
                  <a:lnTo>
                    <a:pt x="963217" y="1400384"/>
                  </a:lnTo>
                  <a:lnTo>
                    <a:pt x="967565" y="1398565"/>
                  </a:lnTo>
                  <a:lnTo>
                    <a:pt x="973130" y="1396236"/>
                  </a:lnTo>
                  <a:lnTo>
                    <a:pt x="973651" y="1396018"/>
                  </a:lnTo>
                  <a:lnTo>
                    <a:pt x="977825" y="1394272"/>
                  </a:lnTo>
                  <a:lnTo>
                    <a:pt x="978173" y="1394126"/>
                  </a:lnTo>
                  <a:lnTo>
                    <a:pt x="980086" y="1393326"/>
                  </a:lnTo>
                  <a:lnTo>
                    <a:pt x="981998" y="1392526"/>
                  </a:lnTo>
                  <a:lnTo>
                    <a:pt x="992432" y="1388160"/>
                  </a:lnTo>
                  <a:lnTo>
                    <a:pt x="1000258" y="1384886"/>
                  </a:lnTo>
                  <a:lnTo>
                    <a:pt x="1004431" y="1383140"/>
                  </a:lnTo>
                  <a:lnTo>
                    <a:pt x="1006170" y="1382412"/>
                  </a:lnTo>
                  <a:lnTo>
                    <a:pt x="1008083" y="1381612"/>
                  </a:lnTo>
                  <a:lnTo>
                    <a:pt x="1019386" y="1376883"/>
                  </a:lnTo>
                  <a:lnTo>
                    <a:pt x="1026864" y="1373754"/>
                  </a:lnTo>
                  <a:lnTo>
                    <a:pt x="1032776" y="1371280"/>
                  </a:lnTo>
                  <a:lnTo>
                    <a:pt x="1036254" y="1369825"/>
                  </a:lnTo>
                  <a:lnTo>
                    <a:pt x="1037819" y="1369170"/>
                  </a:lnTo>
                  <a:lnTo>
                    <a:pt x="1038341" y="1368952"/>
                  </a:lnTo>
                  <a:lnTo>
                    <a:pt x="1039558" y="1368443"/>
                  </a:lnTo>
                  <a:lnTo>
                    <a:pt x="1043384" y="1366842"/>
                  </a:lnTo>
                  <a:lnTo>
                    <a:pt x="1045297" y="1366042"/>
                  </a:lnTo>
                  <a:lnTo>
                    <a:pt x="1048079" y="1364877"/>
                  </a:lnTo>
                  <a:lnTo>
                    <a:pt x="1056426" y="1361385"/>
                  </a:lnTo>
                  <a:lnTo>
                    <a:pt x="1060948" y="1359493"/>
                  </a:lnTo>
                  <a:lnTo>
                    <a:pt x="1061991" y="1359057"/>
                  </a:lnTo>
                  <a:lnTo>
                    <a:pt x="1074164" y="1353964"/>
                  </a:lnTo>
                  <a:lnTo>
                    <a:pt x="1076077" y="1353163"/>
                  </a:lnTo>
                  <a:lnTo>
                    <a:pt x="1079207" y="1351854"/>
                  </a:lnTo>
                  <a:lnTo>
                    <a:pt x="1080598" y="1351272"/>
                  </a:lnTo>
                  <a:lnTo>
                    <a:pt x="1085989" y="1349016"/>
                  </a:lnTo>
                  <a:lnTo>
                    <a:pt x="1088945" y="1347779"/>
                  </a:lnTo>
                  <a:lnTo>
                    <a:pt x="1099727" y="1343268"/>
                  </a:lnTo>
                  <a:lnTo>
                    <a:pt x="1108248" y="1339703"/>
                  </a:lnTo>
                  <a:lnTo>
                    <a:pt x="1109117" y="1339339"/>
                  </a:lnTo>
                  <a:lnTo>
                    <a:pt x="1111030" y="1338539"/>
                  </a:lnTo>
                  <a:lnTo>
                    <a:pt x="1113813" y="1337375"/>
                  </a:lnTo>
                  <a:lnTo>
                    <a:pt x="1137115" y="1327625"/>
                  </a:lnTo>
                  <a:lnTo>
                    <a:pt x="1137810" y="1327334"/>
                  </a:lnTo>
                  <a:lnTo>
                    <a:pt x="1141462" y="1325806"/>
                  </a:lnTo>
                  <a:lnTo>
                    <a:pt x="1147027" y="1323478"/>
                  </a:lnTo>
                  <a:lnTo>
                    <a:pt x="1147549" y="1323260"/>
                  </a:lnTo>
                  <a:lnTo>
                    <a:pt x="1151722" y="1321513"/>
                  </a:lnTo>
                  <a:lnTo>
                    <a:pt x="1152070" y="1321368"/>
                  </a:lnTo>
                  <a:lnTo>
                    <a:pt x="1153983" y="1320567"/>
                  </a:lnTo>
                  <a:lnTo>
                    <a:pt x="1155896" y="1319767"/>
                  </a:lnTo>
                  <a:lnTo>
                    <a:pt x="1174155" y="1312127"/>
                  </a:lnTo>
                  <a:lnTo>
                    <a:pt x="1178329" y="1310381"/>
                  </a:lnTo>
                  <a:lnTo>
                    <a:pt x="1180068" y="1309654"/>
                  </a:lnTo>
                  <a:lnTo>
                    <a:pt x="1181980" y="1308853"/>
                  </a:lnTo>
                  <a:lnTo>
                    <a:pt x="1193284" y="1304124"/>
                  </a:lnTo>
                  <a:lnTo>
                    <a:pt x="1200761" y="1300995"/>
                  </a:lnTo>
                  <a:lnTo>
                    <a:pt x="1206674" y="1298522"/>
                  </a:lnTo>
                  <a:lnTo>
                    <a:pt x="1210152" y="1297066"/>
                  </a:lnTo>
                  <a:lnTo>
                    <a:pt x="1211717" y="1296412"/>
                  </a:lnTo>
                  <a:lnTo>
                    <a:pt x="1212239" y="1296193"/>
                  </a:lnTo>
                  <a:lnTo>
                    <a:pt x="1213456" y="1295684"/>
                  </a:lnTo>
                  <a:lnTo>
                    <a:pt x="1217282" y="1294083"/>
                  </a:lnTo>
                  <a:lnTo>
                    <a:pt x="1219195" y="1293283"/>
                  </a:lnTo>
                  <a:lnTo>
                    <a:pt x="1221977" y="1292119"/>
                  </a:lnTo>
                  <a:lnTo>
                    <a:pt x="1230324" y="1288626"/>
                  </a:lnTo>
                  <a:lnTo>
                    <a:pt x="1234845" y="1286735"/>
                  </a:lnTo>
                  <a:lnTo>
                    <a:pt x="1235889" y="1286298"/>
                  </a:lnTo>
                  <a:lnTo>
                    <a:pt x="1248061" y="1281205"/>
                  </a:lnTo>
                  <a:lnTo>
                    <a:pt x="1249974" y="1280405"/>
                  </a:lnTo>
                  <a:lnTo>
                    <a:pt x="1253105" y="1279095"/>
                  </a:lnTo>
                  <a:lnTo>
                    <a:pt x="1254496" y="1278513"/>
                  </a:lnTo>
                  <a:lnTo>
                    <a:pt x="1259887" y="1276258"/>
                  </a:lnTo>
                  <a:lnTo>
                    <a:pt x="1262843" y="1275021"/>
                  </a:lnTo>
                  <a:lnTo>
                    <a:pt x="1273624" y="1270510"/>
                  </a:lnTo>
                  <a:lnTo>
                    <a:pt x="1282145" y="1266944"/>
                  </a:lnTo>
                  <a:lnTo>
                    <a:pt x="1283015" y="1266581"/>
                  </a:lnTo>
                  <a:lnTo>
                    <a:pt x="1284928" y="1265780"/>
                  </a:lnTo>
                  <a:lnTo>
                    <a:pt x="1287710" y="1264616"/>
                  </a:lnTo>
                  <a:lnTo>
                    <a:pt x="1311012" y="1254867"/>
                  </a:lnTo>
                  <a:lnTo>
                    <a:pt x="1311708" y="1254575"/>
                  </a:lnTo>
                  <a:lnTo>
                    <a:pt x="1315360" y="1253048"/>
                  </a:lnTo>
                  <a:lnTo>
                    <a:pt x="1320925" y="1250719"/>
                  </a:lnTo>
                  <a:lnTo>
                    <a:pt x="1321446" y="1250501"/>
                  </a:lnTo>
                  <a:lnTo>
                    <a:pt x="1325968" y="1248609"/>
                  </a:lnTo>
                  <a:lnTo>
                    <a:pt x="1327880" y="1247809"/>
                  </a:lnTo>
                  <a:lnTo>
                    <a:pt x="1329793" y="1247009"/>
                  </a:lnTo>
                  <a:lnTo>
                    <a:pt x="1340227" y="1242643"/>
                  </a:lnTo>
                  <a:lnTo>
                    <a:pt x="1348053" y="1239369"/>
                  </a:lnTo>
                  <a:lnTo>
                    <a:pt x="1352226" y="1237623"/>
                  </a:lnTo>
                  <a:lnTo>
                    <a:pt x="1353965" y="1236895"/>
                  </a:lnTo>
                  <a:lnTo>
                    <a:pt x="1355878" y="1236095"/>
                  </a:lnTo>
                  <a:lnTo>
                    <a:pt x="1367181" y="1231365"/>
                  </a:lnTo>
                  <a:lnTo>
                    <a:pt x="1374659" y="1228237"/>
                  </a:lnTo>
                  <a:lnTo>
                    <a:pt x="1380571" y="1225763"/>
                  </a:lnTo>
                  <a:lnTo>
                    <a:pt x="1384049" y="1224308"/>
                  </a:lnTo>
                  <a:lnTo>
                    <a:pt x="1385614" y="1223653"/>
                  </a:lnTo>
                  <a:lnTo>
                    <a:pt x="1386136" y="1223435"/>
                  </a:lnTo>
                  <a:lnTo>
                    <a:pt x="1387353" y="1222925"/>
                  </a:lnTo>
                  <a:lnTo>
                    <a:pt x="1391179" y="1221325"/>
                  </a:lnTo>
                  <a:lnTo>
                    <a:pt x="1393092" y="1220524"/>
                  </a:lnTo>
                  <a:lnTo>
                    <a:pt x="1395874" y="1219360"/>
                  </a:lnTo>
                  <a:lnTo>
                    <a:pt x="1404221" y="1215868"/>
                  </a:lnTo>
                  <a:lnTo>
                    <a:pt x="1408743" y="1213976"/>
                  </a:lnTo>
                  <a:lnTo>
                    <a:pt x="1409786" y="1213540"/>
                  </a:lnTo>
                  <a:lnTo>
                    <a:pt x="1421959" y="1208447"/>
                  </a:lnTo>
                  <a:lnTo>
                    <a:pt x="1423872" y="1207646"/>
                  </a:lnTo>
                  <a:lnTo>
                    <a:pt x="1427002" y="1206337"/>
                  </a:lnTo>
                  <a:lnTo>
                    <a:pt x="1428393" y="1205754"/>
                  </a:lnTo>
                  <a:lnTo>
                    <a:pt x="1433784" y="1203499"/>
                  </a:lnTo>
                  <a:lnTo>
                    <a:pt x="1436740" y="1202262"/>
                  </a:lnTo>
                  <a:lnTo>
                    <a:pt x="1447522" y="1197751"/>
                  </a:lnTo>
                  <a:lnTo>
                    <a:pt x="1456043" y="1194186"/>
                  </a:lnTo>
                  <a:lnTo>
                    <a:pt x="1456912" y="1193822"/>
                  </a:lnTo>
                  <a:lnTo>
                    <a:pt x="1458825" y="1193022"/>
                  </a:lnTo>
                  <a:lnTo>
                    <a:pt x="1461608" y="1191858"/>
                  </a:lnTo>
                  <a:lnTo>
                    <a:pt x="1484910" y="1182108"/>
                  </a:lnTo>
                  <a:lnTo>
                    <a:pt x="1485605" y="1181817"/>
                  </a:lnTo>
                  <a:lnTo>
                    <a:pt x="1489257" y="1180289"/>
                  </a:lnTo>
                  <a:lnTo>
                    <a:pt x="1494822" y="1177961"/>
                  </a:lnTo>
                  <a:lnTo>
                    <a:pt x="1495344" y="1177742"/>
                  </a:lnTo>
                  <a:lnTo>
                    <a:pt x="1499517" y="1175996"/>
                  </a:lnTo>
                  <a:lnTo>
                    <a:pt x="1499865" y="1175851"/>
                  </a:lnTo>
                  <a:lnTo>
                    <a:pt x="1501778" y="1175050"/>
                  </a:lnTo>
                  <a:lnTo>
                    <a:pt x="1503691" y="1174250"/>
                  </a:lnTo>
                  <a:lnTo>
                    <a:pt x="1514125" y="1169884"/>
                  </a:lnTo>
                  <a:lnTo>
                    <a:pt x="1521950" y="1166610"/>
                  </a:lnTo>
                  <a:lnTo>
                    <a:pt x="1526123" y="1164864"/>
                  </a:lnTo>
                  <a:lnTo>
                    <a:pt x="1527862" y="1164137"/>
                  </a:lnTo>
                  <a:lnTo>
                    <a:pt x="1529775" y="1163336"/>
                  </a:lnTo>
                  <a:lnTo>
                    <a:pt x="1541079" y="1158607"/>
                  </a:lnTo>
                  <a:lnTo>
                    <a:pt x="1548556" y="1155478"/>
                  </a:lnTo>
                  <a:lnTo>
                    <a:pt x="1554469" y="1153005"/>
                  </a:lnTo>
                  <a:lnTo>
                    <a:pt x="1559512" y="1150895"/>
                  </a:lnTo>
                  <a:lnTo>
                    <a:pt x="1560033" y="1150676"/>
                  </a:lnTo>
                  <a:lnTo>
                    <a:pt x="1561251" y="1150167"/>
                  </a:lnTo>
                  <a:lnTo>
                    <a:pt x="1565077" y="1148566"/>
                  </a:lnTo>
                  <a:lnTo>
                    <a:pt x="1566989" y="1147766"/>
                  </a:lnTo>
                  <a:lnTo>
                    <a:pt x="1569772" y="1146602"/>
                  </a:lnTo>
                  <a:lnTo>
                    <a:pt x="1578119" y="1143109"/>
                  </a:lnTo>
                  <a:lnTo>
                    <a:pt x="1582640" y="1141218"/>
                  </a:lnTo>
                  <a:lnTo>
                    <a:pt x="1583684" y="1140781"/>
                  </a:lnTo>
                  <a:lnTo>
                    <a:pt x="1595856" y="1135688"/>
                  </a:lnTo>
                  <a:lnTo>
                    <a:pt x="1597769" y="1134888"/>
                  </a:lnTo>
                  <a:lnTo>
                    <a:pt x="1600899" y="1133578"/>
                  </a:lnTo>
                  <a:lnTo>
                    <a:pt x="1602291" y="1132996"/>
                  </a:lnTo>
                  <a:lnTo>
                    <a:pt x="1607681" y="1130740"/>
                  </a:lnTo>
                  <a:lnTo>
                    <a:pt x="1610638" y="1129503"/>
                  </a:lnTo>
                  <a:lnTo>
                    <a:pt x="1621419" y="1124992"/>
                  </a:lnTo>
                  <a:lnTo>
                    <a:pt x="1629940" y="1121427"/>
                  </a:lnTo>
                  <a:lnTo>
                    <a:pt x="1630810" y="1121064"/>
                  </a:lnTo>
                  <a:lnTo>
                    <a:pt x="1632723" y="1120263"/>
                  </a:lnTo>
                  <a:lnTo>
                    <a:pt x="1635505" y="1119099"/>
                  </a:lnTo>
                  <a:lnTo>
                    <a:pt x="1658807" y="1109349"/>
                  </a:lnTo>
                  <a:lnTo>
                    <a:pt x="1659503" y="1109058"/>
                  </a:lnTo>
                  <a:lnTo>
                    <a:pt x="1663155" y="1107530"/>
                  </a:lnTo>
                  <a:lnTo>
                    <a:pt x="1668719" y="1105202"/>
                  </a:lnTo>
                  <a:lnTo>
                    <a:pt x="1669241" y="1104984"/>
                  </a:lnTo>
                  <a:lnTo>
                    <a:pt x="1673415" y="1103238"/>
                  </a:lnTo>
                  <a:lnTo>
                    <a:pt x="1673762" y="1103092"/>
                  </a:lnTo>
                  <a:lnTo>
                    <a:pt x="1675675" y="1102292"/>
                  </a:lnTo>
                  <a:lnTo>
                    <a:pt x="1677588" y="1101491"/>
                  </a:lnTo>
                  <a:lnTo>
                    <a:pt x="1688022" y="1097126"/>
                  </a:lnTo>
                  <a:lnTo>
                    <a:pt x="1695847" y="1093852"/>
                  </a:lnTo>
                  <a:lnTo>
                    <a:pt x="1700021" y="1092106"/>
                  </a:lnTo>
                  <a:lnTo>
                    <a:pt x="1701760" y="1091378"/>
                  </a:lnTo>
                  <a:lnTo>
                    <a:pt x="1703673" y="1090578"/>
                  </a:lnTo>
                  <a:lnTo>
                    <a:pt x="1714976" y="1085848"/>
                  </a:lnTo>
                  <a:lnTo>
                    <a:pt x="1722454" y="1082720"/>
                  </a:lnTo>
                  <a:lnTo>
                    <a:pt x="1728366" y="1080246"/>
                  </a:lnTo>
                  <a:lnTo>
                    <a:pt x="1731844" y="1078791"/>
                  </a:lnTo>
                  <a:lnTo>
                    <a:pt x="1733409" y="1078136"/>
                  </a:lnTo>
                  <a:lnTo>
                    <a:pt x="1733931" y="1077918"/>
                  </a:lnTo>
                  <a:lnTo>
                    <a:pt x="1735148" y="1077408"/>
                  </a:lnTo>
                  <a:lnTo>
                    <a:pt x="1738974" y="1075808"/>
                  </a:lnTo>
                  <a:lnTo>
                    <a:pt x="1740887" y="1075007"/>
                  </a:lnTo>
                  <a:lnTo>
                    <a:pt x="1743669" y="1073843"/>
                  </a:lnTo>
                  <a:lnTo>
                    <a:pt x="1752016" y="1070351"/>
                  </a:lnTo>
                  <a:lnTo>
                    <a:pt x="1756538" y="1068459"/>
                  </a:lnTo>
                  <a:lnTo>
                    <a:pt x="1757581" y="1068023"/>
                  </a:lnTo>
                  <a:lnTo>
                    <a:pt x="1769754" y="1062929"/>
                  </a:lnTo>
                  <a:lnTo>
                    <a:pt x="1771667" y="1062129"/>
                  </a:lnTo>
                  <a:lnTo>
                    <a:pt x="1774797" y="1060819"/>
                  </a:lnTo>
                  <a:lnTo>
                    <a:pt x="1776188" y="1060237"/>
                  </a:lnTo>
                  <a:lnTo>
                    <a:pt x="1781579" y="1057982"/>
                  </a:lnTo>
                  <a:lnTo>
                    <a:pt x="1784535" y="1056745"/>
                  </a:lnTo>
                  <a:lnTo>
                    <a:pt x="1795317" y="1052234"/>
                  </a:lnTo>
                  <a:lnTo>
                    <a:pt x="1803838" y="1048669"/>
                  </a:lnTo>
                  <a:lnTo>
                    <a:pt x="1804707" y="1048305"/>
                  </a:lnTo>
                  <a:lnTo>
                    <a:pt x="1806620" y="1047505"/>
                  </a:lnTo>
                  <a:lnTo>
                    <a:pt x="1809402" y="1046340"/>
                  </a:lnTo>
                  <a:lnTo>
                    <a:pt x="1832705" y="1036591"/>
                  </a:lnTo>
                  <a:lnTo>
                    <a:pt x="1833400" y="1036300"/>
                  </a:lnTo>
                  <a:lnTo>
                    <a:pt x="1842617" y="1032444"/>
                  </a:lnTo>
                  <a:lnTo>
                    <a:pt x="1843139" y="1032225"/>
                  </a:lnTo>
                  <a:lnTo>
                    <a:pt x="1847312" y="1030479"/>
                  </a:lnTo>
                  <a:lnTo>
                    <a:pt x="1847660" y="1030334"/>
                  </a:lnTo>
                  <a:lnTo>
                    <a:pt x="1849573" y="1029533"/>
                  </a:lnTo>
                  <a:lnTo>
                    <a:pt x="1851486" y="1028733"/>
                  </a:lnTo>
                  <a:lnTo>
                    <a:pt x="1861919" y="1024367"/>
                  </a:lnTo>
                  <a:lnTo>
                    <a:pt x="1869745" y="1021093"/>
                  </a:lnTo>
                  <a:lnTo>
                    <a:pt x="1873918" y="1019347"/>
                  </a:lnTo>
                  <a:lnTo>
                    <a:pt x="1875657" y="1018619"/>
                  </a:lnTo>
                  <a:lnTo>
                    <a:pt x="1877570" y="1017819"/>
                  </a:lnTo>
                  <a:lnTo>
                    <a:pt x="1888874" y="1013090"/>
                  </a:lnTo>
                  <a:lnTo>
                    <a:pt x="1896351" y="1009961"/>
                  </a:lnTo>
                  <a:lnTo>
                    <a:pt x="1902264" y="1007487"/>
                  </a:lnTo>
                  <a:lnTo>
                    <a:pt x="1905742" y="1006032"/>
                  </a:lnTo>
                  <a:lnTo>
                    <a:pt x="1907307" y="1005377"/>
                  </a:lnTo>
                  <a:lnTo>
                    <a:pt x="1907828" y="1005159"/>
                  </a:lnTo>
                  <a:lnTo>
                    <a:pt x="1909046" y="1004650"/>
                  </a:lnTo>
                  <a:lnTo>
                    <a:pt x="1912871" y="1003049"/>
                  </a:lnTo>
                  <a:lnTo>
                    <a:pt x="1914784" y="1002249"/>
                  </a:lnTo>
                  <a:lnTo>
                    <a:pt x="1917567" y="1001085"/>
                  </a:lnTo>
                  <a:lnTo>
                    <a:pt x="1925914" y="997592"/>
                  </a:lnTo>
                  <a:lnTo>
                    <a:pt x="1930435" y="995700"/>
                  </a:lnTo>
                  <a:lnTo>
                    <a:pt x="1931478" y="995264"/>
                  </a:lnTo>
                  <a:lnTo>
                    <a:pt x="1943651" y="990171"/>
                  </a:lnTo>
                  <a:lnTo>
                    <a:pt x="1945564" y="989370"/>
                  </a:lnTo>
                  <a:lnTo>
                    <a:pt x="1948694" y="988061"/>
                  </a:lnTo>
                  <a:lnTo>
                    <a:pt x="1950085" y="987479"/>
                  </a:lnTo>
                  <a:lnTo>
                    <a:pt x="1955476" y="985223"/>
                  </a:lnTo>
                  <a:lnTo>
                    <a:pt x="1958433" y="983986"/>
                  </a:lnTo>
                  <a:lnTo>
                    <a:pt x="1969214" y="979475"/>
                  </a:lnTo>
                  <a:lnTo>
                    <a:pt x="1977735" y="975910"/>
                  </a:lnTo>
                  <a:lnTo>
                    <a:pt x="1978605" y="975546"/>
                  </a:lnTo>
                  <a:lnTo>
                    <a:pt x="1980518" y="974746"/>
                  </a:lnTo>
                  <a:lnTo>
                    <a:pt x="1983300" y="973582"/>
                  </a:lnTo>
                  <a:lnTo>
                    <a:pt x="2006602" y="963832"/>
                  </a:lnTo>
                  <a:lnTo>
                    <a:pt x="2007298" y="963541"/>
                  </a:lnTo>
                  <a:lnTo>
                    <a:pt x="2010950" y="962013"/>
                  </a:lnTo>
                  <a:lnTo>
                    <a:pt x="2016514" y="959685"/>
                  </a:lnTo>
                  <a:lnTo>
                    <a:pt x="2017036" y="959467"/>
                  </a:lnTo>
                  <a:lnTo>
                    <a:pt x="2021210" y="957721"/>
                  </a:lnTo>
                  <a:lnTo>
                    <a:pt x="2021557" y="957575"/>
                  </a:lnTo>
                  <a:lnTo>
                    <a:pt x="2023470" y="956775"/>
                  </a:lnTo>
                  <a:lnTo>
                    <a:pt x="2025383" y="955974"/>
                  </a:lnTo>
                  <a:lnTo>
                    <a:pt x="2035817" y="951609"/>
                  </a:lnTo>
                  <a:lnTo>
                    <a:pt x="2043642" y="948335"/>
                  </a:lnTo>
                  <a:lnTo>
                    <a:pt x="2047816" y="946588"/>
                  </a:lnTo>
                  <a:lnTo>
                    <a:pt x="2049555" y="945861"/>
                  </a:lnTo>
                  <a:lnTo>
                    <a:pt x="2051468" y="945061"/>
                  </a:lnTo>
                  <a:lnTo>
                    <a:pt x="2062771" y="940331"/>
                  </a:lnTo>
                  <a:lnTo>
                    <a:pt x="2070249" y="937203"/>
                  </a:lnTo>
                  <a:lnTo>
                    <a:pt x="2076161" y="934729"/>
                  </a:lnTo>
                  <a:lnTo>
                    <a:pt x="2079639" y="933274"/>
                  </a:lnTo>
                  <a:lnTo>
                    <a:pt x="2081204" y="932619"/>
                  </a:lnTo>
                  <a:lnTo>
                    <a:pt x="2081726" y="932401"/>
                  </a:lnTo>
                  <a:lnTo>
                    <a:pt x="2082943" y="931891"/>
                  </a:lnTo>
                  <a:lnTo>
                    <a:pt x="2086769" y="930291"/>
                  </a:lnTo>
                  <a:lnTo>
                    <a:pt x="2088682" y="929490"/>
                  </a:lnTo>
                  <a:lnTo>
                    <a:pt x="2091464" y="928326"/>
                  </a:lnTo>
                  <a:lnTo>
                    <a:pt x="2099811" y="924834"/>
                  </a:lnTo>
                  <a:lnTo>
                    <a:pt x="2104333" y="922942"/>
                  </a:lnTo>
                  <a:lnTo>
                    <a:pt x="2105376" y="922505"/>
                  </a:lnTo>
                  <a:lnTo>
                    <a:pt x="2117549" y="917412"/>
                  </a:lnTo>
                  <a:lnTo>
                    <a:pt x="2119462" y="916612"/>
                  </a:lnTo>
                  <a:lnTo>
                    <a:pt x="2122592" y="915302"/>
                  </a:lnTo>
                  <a:lnTo>
                    <a:pt x="2123983" y="914720"/>
                  </a:lnTo>
                  <a:lnTo>
                    <a:pt x="2129374" y="912465"/>
                  </a:lnTo>
                  <a:lnTo>
                    <a:pt x="2132330" y="911228"/>
                  </a:lnTo>
                  <a:lnTo>
                    <a:pt x="2143112" y="906717"/>
                  </a:lnTo>
                  <a:lnTo>
                    <a:pt x="2151633" y="903152"/>
                  </a:lnTo>
                  <a:lnTo>
                    <a:pt x="2152502" y="902788"/>
                  </a:lnTo>
                  <a:lnTo>
                    <a:pt x="2154415" y="901987"/>
                  </a:lnTo>
                  <a:lnTo>
                    <a:pt x="2157197" y="900823"/>
                  </a:lnTo>
                  <a:lnTo>
                    <a:pt x="2180500" y="891074"/>
                  </a:lnTo>
                  <a:lnTo>
                    <a:pt x="2181195" y="890783"/>
                  </a:lnTo>
                  <a:lnTo>
                    <a:pt x="2184847" y="889255"/>
                  </a:lnTo>
                  <a:lnTo>
                    <a:pt x="2190412" y="886926"/>
                  </a:lnTo>
                  <a:lnTo>
                    <a:pt x="2190933" y="886708"/>
                  </a:lnTo>
                  <a:lnTo>
                    <a:pt x="2195107" y="884962"/>
                  </a:lnTo>
                  <a:lnTo>
                    <a:pt x="2195455" y="884816"/>
                  </a:lnTo>
                  <a:lnTo>
                    <a:pt x="2197368" y="884016"/>
                  </a:lnTo>
                  <a:lnTo>
                    <a:pt x="2199281" y="883216"/>
                  </a:lnTo>
                  <a:lnTo>
                    <a:pt x="2209714" y="878850"/>
                  </a:lnTo>
                  <a:lnTo>
                    <a:pt x="2217540" y="875576"/>
                  </a:lnTo>
                  <a:lnTo>
                    <a:pt x="2221713" y="873830"/>
                  </a:lnTo>
                  <a:lnTo>
                    <a:pt x="2223452" y="873102"/>
                  </a:lnTo>
                  <a:lnTo>
                    <a:pt x="2225365" y="872302"/>
                  </a:lnTo>
                  <a:lnTo>
                    <a:pt x="2236668" y="867573"/>
                  </a:lnTo>
                  <a:lnTo>
                    <a:pt x="2244146" y="864444"/>
                  </a:lnTo>
                  <a:lnTo>
                    <a:pt x="2250059" y="861970"/>
                  </a:lnTo>
                  <a:lnTo>
                    <a:pt x="2253537" y="860515"/>
                  </a:lnTo>
                  <a:lnTo>
                    <a:pt x="2255102" y="859860"/>
                  </a:lnTo>
                  <a:lnTo>
                    <a:pt x="2255623" y="859642"/>
                  </a:lnTo>
                  <a:lnTo>
                    <a:pt x="2256841" y="859133"/>
                  </a:lnTo>
                  <a:lnTo>
                    <a:pt x="2260666" y="857532"/>
                  </a:lnTo>
                  <a:lnTo>
                    <a:pt x="2262579" y="856732"/>
                  </a:lnTo>
                  <a:lnTo>
                    <a:pt x="2265362" y="855567"/>
                  </a:lnTo>
                  <a:lnTo>
                    <a:pt x="2273709" y="852075"/>
                  </a:lnTo>
                  <a:lnTo>
                    <a:pt x="2278230" y="850183"/>
                  </a:lnTo>
                  <a:lnTo>
                    <a:pt x="2279273" y="849747"/>
                  </a:lnTo>
                  <a:lnTo>
                    <a:pt x="2291446" y="844654"/>
                  </a:lnTo>
                  <a:lnTo>
                    <a:pt x="2293359" y="843853"/>
                  </a:lnTo>
                  <a:lnTo>
                    <a:pt x="2296489" y="842544"/>
                  </a:lnTo>
                  <a:lnTo>
                    <a:pt x="2297880" y="841962"/>
                  </a:lnTo>
                  <a:lnTo>
                    <a:pt x="2303271" y="839706"/>
                  </a:lnTo>
                  <a:lnTo>
                    <a:pt x="2306227" y="838469"/>
                  </a:lnTo>
                  <a:lnTo>
                    <a:pt x="2317009" y="833958"/>
                  </a:lnTo>
                  <a:lnTo>
                    <a:pt x="2325530" y="830393"/>
                  </a:lnTo>
                  <a:lnTo>
                    <a:pt x="2326400" y="830029"/>
                  </a:lnTo>
                  <a:lnTo>
                    <a:pt x="2328312" y="829229"/>
                  </a:lnTo>
                  <a:lnTo>
                    <a:pt x="2331095" y="828065"/>
                  </a:lnTo>
                  <a:lnTo>
                    <a:pt x="2354397" y="818315"/>
                  </a:lnTo>
                  <a:lnTo>
                    <a:pt x="2355093" y="818024"/>
                  </a:lnTo>
                  <a:lnTo>
                    <a:pt x="2358744" y="816496"/>
                  </a:lnTo>
                  <a:lnTo>
                    <a:pt x="2364309" y="814168"/>
                  </a:lnTo>
                  <a:lnTo>
                    <a:pt x="2364831" y="813950"/>
                  </a:lnTo>
                  <a:lnTo>
                    <a:pt x="2369004" y="812203"/>
                  </a:lnTo>
                  <a:lnTo>
                    <a:pt x="2369352" y="812058"/>
                  </a:lnTo>
                  <a:lnTo>
                    <a:pt x="2371265" y="811258"/>
                  </a:lnTo>
                  <a:lnTo>
                    <a:pt x="2373178" y="810457"/>
                  </a:lnTo>
                  <a:lnTo>
                    <a:pt x="2383612" y="806092"/>
                  </a:lnTo>
                  <a:lnTo>
                    <a:pt x="2391437" y="802818"/>
                  </a:lnTo>
                  <a:lnTo>
                    <a:pt x="2395611" y="801071"/>
                  </a:lnTo>
                  <a:lnTo>
                    <a:pt x="2397350" y="800344"/>
                  </a:lnTo>
                  <a:lnTo>
                    <a:pt x="2399263" y="799543"/>
                  </a:lnTo>
                  <a:lnTo>
                    <a:pt x="2410566" y="794814"/>
                  </a:lnTo>
                  <a:lnTo>
                    <a:pt x="2418044" y="791685"/>
                  </a:lnTo>
                  <a:lnTo>
                    <a:pt x="2423956" y="789212"/>
                  </a:lnTo>
                  <a:lnTo>
                    <a:pt x="2427434" y="787757"/>
                  </a:lnTo>
                  <a:lnTo>
                    <a:pt x="2428999" y="787102"/>
                  </a:lnTo>
                  <a:lnTo>
                    <a:pt x="2429521" y="786883"/>
                  </a:lnTo>
                  <a:lnTo>
                    <a:pt x="2430738" y="786374"/>
                  </a:lnTo>
                  <a:lnTo>
                    <a:pt x="2434564" y="784773"/>
                  </a:lnTo>
                  <a:lnTo>
                    <a:pt x="2436477" y="783973"/>
                  </a:lnTo>
                  <a:lnTo>
                    <a:pt x="2439259" y="782809"/>
                  </a:lnTo>
                  <a:lnTo>
                    <a:pt x="2447606" y="779317"/>
                  </a:lnTo>
                  <a:lnTo>
                    <a:pt x="2452127" y="777425"/>
                  </a:lnTo>
                  <a:lnTo>
                    <a:pt x="2453171" y="776988"/>
                  </a:lnTo>
                  <a:lnTo>
                    <a:pt x="2465344" y="771895"/>
                  </a:lnTo>
                  <a:lnTo>
                    <a:pt x="2467256" y="771095"/>
                  </a:lnTo>
                  <a:lnTo>
                    <a:pt x="2470387" y="769785"/>
                  </a:lnTo>
                  <a:lnTo>
                    <a:pt x="2471778" y="769203"/>
                  </a:lnTo>
                  <a:lnTo>
                    <a:pt x="2477169" y="766948"/>
                  </a:lnTo>
                  <a:lnTo>
                    <a:pt x="2480125" y="765711"/>
                  </a:lnTo>
                  <a:lnTo>
                    <a:pt x="2490907" y="761200"/>
                  </a:lnTo>
                  <a:lnTo>
                    <a:pt x="2499428" y="757634"/>
                  </a:lnTo>
                  <a:lnTo>
                    <a:pt x="2500297" y="757271"/>
                  </a:lnTo>
                  <a:lnTo>
                    <a:pt x="2502210" y="756470"/>
                  </a:lnTo>
                  <a:lnTo>
                    <a:pt x="2504992" y="755306"/>
                  </a:lnTo>
                  <a:lnTo>
                    <a:pt x="2528294" y="745557"/>
                  </a:lnTo>
                  <a:lnTo>
                    <a:pt x="2528990" y="745266"/>
                  </a:lnTo>
                  <a:lnTo>
                    <a:pt x="2532642" y="743738"/>
                  </a:lnTo>
                  <a:lnTo>
                    <a:pt x="2538207" y="741409"/>
                  </a:lnTo>
                  <a:lnTo>
                    <a:pt x="2538728" y="741191"/>
                  </a:lnTo>
                  <a:lnTo>
                    <a:pt x="2542902" y="739445"/>
                  </a:lnTo>
                  <a:lnTo>
                    <a:pt x="2543250" y="739299"/>
                  </a:lnTo>
                  <a:lnTo>
                    <a:pt x="2545163" y="738499"/>
                  </a:lnTo>
                  <a:lnTo>
                    <a:pt x="2547075" y="737699"/>
                  </a:lnTo>
                  <a:lnTo>
                    <a:pt x="2557509" y="733333"/>
                  </a:lnTo>
                  <a:lnTo>
                    <a:pt x="2565335" y="730059"/>
                  </a:lnTo>
                  <a:lnTo>
                    <a:pt x="2569508" y="728313"/>
                  </a:lnTo>
                  <a:lnTo>
                    <a:pt x="2571247" y="727585"/>
                  </a:lnTo>
                  <a:lnTo>
                    <a:pt x="2573160" y="726785"/>
                  </a:lnTo>
                  <a:lnTo>
                    <a:pt x="2584463" y="722056"/>
                  </a:lnTo>
                  <a:lnTo>
                    <a:pt x="2591941" y="718927"/>
                  </a:lnTo>
                  <a:lnTo>
                    <a:pt x="2597853" y="716453"/>
                  </a:lnTo>
                  <a:lnTo>
                    <a:pt x="2601331" y="714998"/>
                  </a:lnTo>
                  <a:lnTo>
                    <a:pt x="2602896" y="714343"/>
                  </a:lnTo>
                  <a:lnTo>
                    <a:pt x="2603418" y="714125"/>
                  </a:lnTo>
                  <a:lnTo>
                    <a:pt x="2604635" y="713616"/>
                  </a:lnTo>
                  <a:lnTo>
                    <a:pt x="2608461" y="712015"/>
                  </a:lnTo>
                  <a:lnTo>
                    <a:pt x="2610374" y="711214"/>
                  </a:lnTo>
                  <a:lnTo>
                    <a:pt x="2613156" y="710050"/>
                  </a:lnTo>
                  <a:lnTo>
                    <a:pt x="2639241" y="699137"/>
                  </a:lnTo>
                  <a:lnTo>
                    <a:pt x="2641154" y="698336"/>
                  </a:lnTo>
                  <a:lnTo>
                    <a:pt x="2644284" y="697027"/>
                  </a:lnTo>
                  <a:lnTo>
                    <a:pt x="2645675" y="696445"/>
                  </a:lnTo>
                  <a:lnTo>
                    <a:pt x="2651066" y="694189"/>
                  </a:lnTo>
                  <a:lnTo>
                    <a:pt x="2654022" y="692952"/>
                  </a:lnTo>
                  <a:lnTo>
                    <a:pt x="2664804" y="688441"/>
                  </a:lnTo>
                  <a:lnTo>
                    <a:pt x="2673325" y="684876"/>
                  </a:lnTo>
                  <a:lnTo>
                    <a:pt x="2674194" y="684512"/>
                  </a:lnTo>
                  <a:lnTo>
                    <a:pt x="2676107" y="683712"/>
                  </a:lnTo>
                  <a:lnTo>
                    <a:pt x="2678890" y="682548"/>
                  </a:lnTo>
                  <a:lnTo>
                    <a:pt x="2702192" y="672798"/>
                  </a:lnTo>
                  <a:lnTo>
                    <a:pt x="2702888" y="672507"/>
                  </a:lnTo>
                  <a:lnTo>
                    <a:pt x="2706539" y="670979"/>
                  </a:lnTo>
                  <a:lnTo>
                    <a:pt x="2712104" y="668651"/>
                  </a:lnTo>
                  <a:lnTo>
                    <a:pt x="2712626" y="668432"/>
                  </a:lnTo>
                  <a:lnTo>
                    <a:pt x="2716799" y="666686"/>
                  </a:lnTo>
                  <a:lnTo>
                    <a:pt x="2717147" y="666541"/>
                  </a:lnTo>
                  <a:lnTo>
                    <a:pt x="2719060" y="665740"/>
                  </a:lnTo>
                  <a:lnTo>
                    <a:pt x="2720973" y="664940"/>
                  </a:lnTo>
                  <a:lnTo>
                    <a:pt x="2731407" y="660575"/>
                  </a:lnTo>
                  <a:lnTo>
                    <a:pt x="2739232" y="657300"/>
                  </a:lnTo>
                  <a:lnTo>
                    <a:pt x="2743406" y="655554"/>
                  </a:lnTo>
                  <a:lnTo>
                    <a:pt x="2745145" y="654827"/>
                  </a:lnTo>
                  <a:lnTo>
                    <a:pt x="2747057" y="654026"/>
                  </a:lnTo>
                  <a:lnTo>
                    <a:pt x="2758361" y="649297"/>
                  </a:lnTo>
                  <a:lnTo>
                    <a:pt x="2765838" y="646168"/>
                  </a:lnTo>
                  <a:lnTo>
                    <a:pt x="2771751" y="643695"/>
                  </a:lnTo>
                  <a:lnTo>
                    <a:pt x="2775229" y="642239"/>
                  </a:lnTo>
                  <a:lnTo>
                    <a:pt x="2776794" y="641585"/>
                  </a:lnTo>
                  <a:lnTo>
                    <a:pt x="2777316" y="641366"/>
                  </a:lnTo>
                  <a:lnTo>
                    <a:pt x="2778533" y="640857"/>
                  </a:lnTo>
                  <a:lnTo>
                    <a:pt x="2782359" y="639256"/>
                  </a:lnTo>
                  <a:lnTo>
                    <a:pt x="2784272" y="638456"/>
                  </a:lnTo>
                  <a:lnTo>
                    <a:pt x="2787054" y="637292"/>
                  </a:lnTo>
                  <a:lnTo>
                    <a:pt x="2795401" y="633799"/>
                  </a:lnTo>
                  <a:lnTo>
                    <a:pt x="2800966" y="631471"/>
                  </a:lnTo>
                  <a:lnTo>
                    <a:pt x="2813139" y="626378"/>
                  </a:lnTo>
                  <a:lnTo>
                    <a:pt x="2815051" y="625578"/>
                  </a:lnTo>
                  <a:lnTo>
                    <a:pt x="2818182" y="624268"/>
                  </a:lnTo>
                  <a:lnTo>
                    <a:pt x="2819573" y="623686"/>
                  </a:lnTo>
                  <a:lnTo>
                    <a:pt x="2824964" y="621430"/>
                  </a:lnTo>
                  <a:lnTo>
                    <a:pt x="2827920" y="620194"/>
                  </a:lnTo>
                  <a:lnTo>
                    <a:pt x="2838701" y="615682"/>
                  </a:lnTo>
                  <a:lnTo>
                    <a:pt x="2847222" y="612117"/>
                  </a:lnTo>
                  <a:lnTo>
                    <a:pt x="2848092" y="611754"/>
                  </a:lnTo>
                  <a:lnTo>
                    <a:pt x="2850005" y="610953"/>
                  </a:lnTo>
                  <a:lnTo>
                    <a:pt x="2852787" y="609789"/>
                  </a:lnTo>
                  <a:lnTo>
                    <a:pt x="2876089" y="600039"/>
                  </a:lnTo>
                  <a:lnTo>
                    <a:pt x="2876785" y="599748"/>
                  </a:lnTo>
                  <a:lnTo>
                    <a:pt x="2880437" y="598220"/>
                  </a:lnTo>
                  <a:lnTo>
                    <a:pt x="2886002" y="595892"/>
                  </a:lnTo>
                  <a:lnTo>
                    <a:pt x="2886523" y="595674"/>
                  </a:lnTo>
                  <a:lnTo>
                    <a:pt x="2890697" y="593928"/>
                  </a:lnTo>
                  <a:lnTo>
                    <a:pt x="2891045" y="593782"/>
                  </a:lnTo>
                  <a:lnTo>
                    <a:pt x="2892957" y="592982"/>
                  </a:lnTo>
                  <a:lnTo>
                    <a:pt x="2894870" y="592181"/>
                  </a:lnTo>
                  <a:lnTo>
                    <a:pt x="2905304" y="587816"/>
                  </a:lnTo>
                  <a:lnTo>
                    <a:pt x="2913130" y="584542"/>
                  </a:lnTo>
                  <a:lnTo>
                    <a:pt x="2917303" y="582796"/>
                  </a:lnTo>
                  <a:lnTo>
                    <a:pt x="2919042" y="582068"/>
                  </a:lnTo>
                  <a:lnTo>
                    <a:pt x="2920955" y="581268"/>
                  </a:lnTo>
                  <a:lnTo>
                    <a:pt x="2932258" y="576538"/>
                  </a:lnTo>
                  <a:lnTo>
                    <a:pt x="2939736" y="573410"/>
                  </a:lnTo>
                  <a:lnTo>
                    <a:pt x="2945648" y="570936"/>
                  </a:lnTo>
                  <a:lnTo>
                    <a:pt x="2949126" y="569481"/>
                  </a:lnTo>
                  <a:lnTo>
                    <a:pt x="2950691" y="568826"/>
                  </a:lnTo>
                  <a:lnTo>
                    <a:pt x="2951213" y="568608"/>
                  </a:lnTo>
                  <a:lnTo>
                    <a:pt x="2952430" y="568098"/>
                  </a:lnTo>
                  <a:lnTo>
                    <a:pt x="2956256" y="566498"/>
                  </a:lnTo>
                  <a:lnTo>
                    <a:pt x="2958169" y="565697"/>
                  </a:lnTo>
                  <a:lnTo>
                    <a:pt x="2960951" y="564533"/>
                  </a:lnTo>
                  <a:lnTo>
                    <a:pt x="2969298" y="561041"/>
                  </a:lnTo>
                  <a:lnTo>
                    <a:pt x="2973820" y="559149"/>
                  </a:lnTo>
                  <a:lnTo>
                    <a:pt x="2974863" y="558713"/>
                  </a:lnTo>
                  <a:lnTo>
                    <a:pt x="2987036" y="553619"/>
                  </a:lnTo>
                  <a:lnTo>
                    <a:pt x="2988949" y="552819"/>
                  </a:lnTo>
                  <a:lnTo>
                    <a:pt x="2992079" y="551509"/>
                  </a:lnTo>
                  <a:lnTo>
                    <a:pt x="2993470" y="550927"/>
                  </a:lnTo>
                  <a:lnTo>
                    <a:pt x="2998861" y="548672"/>
                  </a:lnTo>
                  <a:lnTo>
                    <a:pt x="3001817" y="547435"/>
                  </a:lnTo>
                  <a:lnTo>
                    <a:pt x="3012599" y="542924"/>
                  </a:lnTo>
                  <a:lnTo>
                    <a:pt x="3021120" y="539359"/>
                  </a:lnTo>
                  <a:lnTo>
                    <a:pt x="3021989" y="538995"/>
                  </a:lnTo>
                  <a:lnTo>
                    <a:pt x="3023902" y="538195"/>
                  </a:lnTo>
                  <a:lnTo>
                    <a:pt x="3026685" y="537030"/>
                  </a:lnTo>
                  <a:lnTo>
                    <a:pt x="3049987" y="527281"/>
                  </a:lnTo>
                  <a:lnTo>
                    <a:pt x="3050682" y="526990"/>
                  </a:lnTo>
                  <a:lnTo>
                    <a:pt x="3054334" y="525462"/>
                  </a:lnTo>
                  <a:lnTo>
                    <a:pt x="3059899" y="523134"/>
                  </a:lnTo>
                  <a:lnTo>
                    <a:pt x="3060421" y="522915"/>
                  </a:lnTo>
                  <a:lnTo>
                    <a:pt x="3064942" y="521024"/>
                  </a:lnTo>
                  <a:lnTo>
                    <a:pt x="3066855" y="520223"/>
                  </a:lnTo>
                  <a:lnTo>
                    <a:pt x="3068768" y="519423"/>
                  </a:lnTo>
                  <a:lnTo>
                    <a:pt x="3079202" y="515057"/>
                  </a:lnTo>
                  <a:lnTo>
                    <a:pt x="3087027" y="511783"/>
                  </a:lnTo>
                  <a:lnTo>
                    <a:pt x="3091201" y="510037"/>
                  </a:lnTo>
                  <a:lnTo>
                    <a:pt x="3092939" y="509309"/>
                  </a:lnTo>
                  <a:lnTo>
                    <a:pt x="3094852" y="508509"/>
                  </a:lnTo>
                  <a:lnTo>
                    <a:pt x="3106156" y="503780"/>
                  </a:lnTo>
                  <a:lnTo>
                    <a:pt x="3113633" y="500651"/>
                  </a:lnTo>
                  <a:lnTo>
                    <a:pt x="3119546" y="498177"/>
                  </a:lnTo>
                  <a:lnTo>
                    <a:pt x="3123024" y="496722"/>
                  </a:lnTo>
                  <a:lnTo>
                    <a:pt x="3124589" y="496067"/>
                  </a:lnTo>
                  <a:lnTo>
                    <a:pt x="3125111" y="495849"/>
                  </a:lnTo>
                  <a:lnTo>
                    <a:pt x="3126328" y="495340"/>
                  </a:lnTo>
                  <a:lnTo>
                    <a:pt x="3130154" y="493739"/>
                  </a:lnTo>
                  <a:lnTo>
                    <a:pt x="3132066" y="492939"/>
                  </a:lnTo>
                  <a:lnTo>
                    <a:pt x="3134849" y="491775"/>
                  </a:lnTo>
                  <a:lnTo>
                    <a:pt x="3143196" y="488282"/>
                  </a:lnTo>
                  <a:lnTo>
                    <a:pt x="3147717" y="486391"/>
                  </a:lnTo>
                  <a:lnTo>
                    <a:pt x="3148761" y="485954"/>
                  </a:lnTo>
                  <a:lnTo>
                    <a:pt x="3160933" y="480861"/>
                  </a:lnTo>
                  <a:lnTo>
                    <a:pt x="3162846" y="480061"/>
                  </a:lnTo>
                  <a:lnTo>
                    <a:pt x="3165976" y="478751"/>
                  </a:lnTo>
                  <a:lnTo>
                    <a:pt x="3167368" y="478169"/>
                  </a:lnTo>
                  <a:lnTo>
                    <a:pt x="3172758" y="475913"/>
                  </a:lnTo>
                  <a:lnTo>
                    <a:pt x="3175715" y="474676"/>
                  </a:lnTo>
                  <a:lnTo>
                    <a:pt x="3186496" y="470165"/>
                  </a:lnTo>
                  <a:lnTo>
                    <a:pt x="3195017" y="466600"/>
                  </a:lnTo>
                  <a:lnTo>
                    <a:pt x="3195887" y="466236"/>
                  </a:lnTo>
                  <a:lnTo>
                    <a:pt x="3197800" y="465436"/>
                  </a:lnTo>
                  <a:lnTo>
                    <a:pt x="3200582" y="464272"/>
                  </a:lnTo>
                  <a:lnTo>
                    <a:pt x="3223884" y="454522"/>
                  </a:lnTo>
                  <a:lnTo>
                    <a:pt x="3224580" y="454231"/>
                  </a:lnTo>
                  <a:lnTo>
                    <a:pt x="3228232" y="452703"/>
                  </a:lnTo>
                  <a:lnTo>
                    <a:pt x="3233796" y="450375"/>
                  </a:lnTo>
                  <a:lnTo>
                    <a:pt x="3234318" y="450157"/>
                  </a:lnTo>
                  <a:lnTo>
                    <a:pt x="3238492" y="448411"/>
                  </a:lnTo>
                  <a:lnTo>
                    <a:pt x="3238839" y="448265"/>
                  </a:lnTo>
                  <a:lnTo>
                    <a:pt x="3240752" y="447465"/>
                  </a:lnTo>
                  <a:lnTo>
                    <a:pt x="3242665" y="446664"/>
                  </a:lnTo>
                  <a:lnTo>
                    <a:pt x="3253099" y="442299"/>
                  </a:lnTo>
                  <a:lnTo>
                    <a:pt x="3260924" y="439025"/>
                  </a:lnTo>
                  <a:lnTo>
                    <a:pt x="3265098" y="437278"/>
                  </a:lnTo>
                  <a:lnTo>
                    <a:pt x="3266837" y="436551"/>
                  </a:lnTo>
                  <a:lnTo>
                    <a:pt x="3268750" y="435751"/>
                  </a:lnTo>
                  <a:lnTo>
                    <a:pt x="3280053" y="431021"/>
                  </a:lnTo>
                  <a:lnTo>
                    <a:pt x="3287531" y="427893"/>
                  </a:lnTo>
                  <a:lnTo>
                    <a:pt x="3293443" y="425419"/>
                  </a:lnTo>
                  <a:lnTo>
                    <a:pt x="3296921" y="423964"/>
                  </a:lnTo>
                  <a:lnTo>
                    <a:pt x="3298486" y="423309"/>
                  </a:lnTo>
                  <a:lnTo>
                    <a:pt x="3299008" y="423091"/>
                  </a:lnTo>
                  <a:lnTo>
                    <a:pt x="3300225" y="422581"/>
                  </a:lnTo>
                  <a:lnTo>
                    <a:pt x="3304051" y="420981"/>
                  </a:lnTo>
                  <a:lnTo>
                    <a:pt x="3305964" y="420180"/>
                  </a:lnTo>
                  <a:lnTo>
                    <a:pt x="3308746" y="419016"/>
                  </a:lnTo>
                  <a:lnTo>
                    <a:pt x="3317093" y="415524"/>
                  </a:lnTo>
                  <a:lnTo>
                    <a:pt x="3321615" y="413632"/>
                  </a:lnTo>
                  <a:lnTo>
                    <a:pt x="3322658" y="413195"/>
                  </a:lnTo>
                  <a:lnTo>
                    <a:pt x="3334831" y="408102"/>
                  </a:lnTo>
                  <a:lnTo>
                    <a:pt x="3336744" y="407302"/>
                  </a:lnTo>
                  <a:lnTo>
                    <a:pt x="3339874" y="405992"/>
                  </a:lnTo>
                  <a:lnTo>
                    <a:pt x="3341265" y="405410"/>
                  </a:lnTo>
                  <a:lnTo>
                    <a:pt x="3346656" y="403155"/>
                  </a:lnTo>
                  <a:lnTo>
                    <a:pt x="3349612" y="401918"/>
                  </a:lnTo>
                  <a:lnTo>
                    <a:pt x="3360394" y="397407"/>
                  </a:lnTo>
                  <a:lnTo>
                    <a:pt x="3368915" y="393842"/>
                  </a:lnTo>
                  <a:lnTo>
                    <a:pt x="3369784" y="393478"/>
                  </a:lnTo>
                  <a:lnTo>
                    <a:pt x="3371697" y="392677"/>
                  </a:lnTo>
                  <a:lnTo>
                    <a:pt x="3374479" y="391513"/>
                  </a:lnTo>
                  <a:lnTo>
                    <a:pt x="3397782" y="381764"/>
                  </a:lnTo>
                  <a:lnTo>
                    <a:pt x="3398477" y="381473"/>
                  </a:lnTo>
                  <a:lnTo>
                    <a:pt x="3402129" y="379945"/>
                  </a:lnTo>
                  <a:lnTo>
                    <a:pt x="3407694" y="377616"/>
                  </a:lnTo>
                  <a:lnTo>
                    <a:pt x="3408216" y="377398"/>
                  </a:lnTo>
                  <a:lnTo>
                    <a:pt x="3412389" y="375652"/>
                  </a:lnTo>
                  <a:lnTo>
                    <a:pt x="3412737" y="375506"/>
                  </a:lnTo>
                  <a:lnTo>
                    <a:pt x="3414650" y="374706"/>
                  </a:lnTo>
                  <a:lnTo>
                    <a:pt x="3416563" y="373906"/>
                  </a:lnTo>
                  <a:lnTo>
                    <a:pt x="3434822" y="366266"/>
                  </a:lnTo>
                  <a:lnTo>
                    <a:pt x="3438995" y="364520"/>
                  </a:lnTo>
                  <a:lnTo>
                    <a:pt x="3440734" y="363792"/>
                  </a:lnTo>
                  <a:lnTo>
                    <a:pt x="3442647" y="362992"/>
                  </a:lnTo>
                  <a:lnTo>
                    <a:pt x="3453951" y="358263"/>
                  </a:lnTo>
                  <a:lnTo>
                    <a:pt x="3461428" y="355134"/>
                  </a:lnTo>
                  <a:lnTo>
                    <a:pt x="3467341" y="352660"/>
                  </a:lnTo>
                  <a:lnTo>
                    <a:pt x="3470819" y="351205"/>
                  </a:lnTo>
                  <a:lnTo>
                    <a:pt x="3472384" y="350550"/>
                  </a:lnTo>
                  <a:lnTo>
                    <a:pt x="3472905" y="350332"/>
                  </a:lnTo>
                  <a:lnTo>
                    <a:pt x="3474123" y="349823"/>
                  </a:lnTo>
                  <a:lnTo>
                    <a:pt x="3477948" y="348222"/>
                  </a:lnTo>
                  <a:lnTo>
                    <a:pt x="3479861" y="347422"/>
                  </a:lnTo>
                  <a:lnTo>
                    <a:pt x="3482644" y="346258"/>
                  </a:lnTo>
                  <a:lnTo>
                    <a:pt x="3490991" y="342765"/>
                  </a:lnTo>
                  <a:lnTo>
                    <a:pt x="3495512" y="340873"/>
                  </a:lnTo>
                  <a:lnTo>
                    <a:pt x="3496555" y="340437"/>
                  </a:lnTo>
                  <a:lnTo>
                    <a:pt x="3508728" y="335344"/>
                  </a:lnTo>
                  <a:lnTo>
                    <a:pt x="3510641" y="334543"/>
                  </a:lnTo>
                  <a:lnTo>
                    <a:pt x="3513771" y="333234"/>
                  </a:lnTo>
                  <a:lnTo>
                    <a:pt x="3515162" y="332652"/>
                  </a:lnTo>
                  <a:lnTo>
                    <a:pt x="3520553" y="330396"/>
                  </a:lnTo>
                  <a:lnTo>
                    <a:pt x="3523510" y="329159"/>
                  </a:lnTo>
                  <a:lnTo>
                    <a:pt x="3534291" y="324648"/>
                  </a:lnTo>
                  <a:lnTo>
                    <a:pt x="3542812" y="321083"/>
                  </a:lnTo>
                  <a:lnTo>
                    <a:pt x="3543682" y="320719"/>
                  </a:lnTo>
                  <a:lnTo>
                    <a:pt x="3545595" y="319919"/>
                  </a:lnTo>
                  <a:lnTo>
                    <a:pt x="3548377" y="318755"/>
                  </a:lnTo>
                  <a:lnTo>
                    <a:pt x="3571679" y="309005"/>
                  </a:lnTo>
                  <a:lnTo>
                    <a:pt x="3572375" y="308714"/>
                  </a:lnTo>
                  <a:lnTo>
                    <a:pt x="3576027" y="307186"/>
                  </a:lnTo>
                  <a:lnTo>
                    <a:pt x="3581591" y="304858"/>
                  </a:lnTo>
                  <a:lnTo>
                    <a:pt x="3582113" y="304640"/>
                  </a:lnTo>
                  <a:lnTo>
                    <a:pt x="3586287" y="302893"/>
                  </a:lnTo>
                  <a:lnTo>
                    <a:pt x="3586634" y="302748"/>
                  </a:lnTo>
                  <a:lnTo>
                    <a:pt x="3588547" y="301948"/>
                  </a:lnTo>
                  <a:lnTo>
                    <a:pt x="3590460" y="301147"/>
                  </a:lnTo>
                  <a:lnTo>
                    <a:pt x="3600894" y="296782"/>
                  </a:lnTo>
                  <a:lnTo>
                    <a:pt x="3608719" y="293508"/>
                  </a:lnTo>
                  <a:lnTo>
                    <a:pt x="3612893" y="291761"/>
                  </a:lnTo>
                  <a:lnTo>
                    <a:pt x="3616545" y="290233"/>
                  </a:lnTo>
                  <a:lnTo>
                    <a:pt x="3627848" y="285504"/>
                  </a:lnTo>
                  <a:lnTo>
                    <a:pt x="3635326" y="282375"/>
                  </a:lnTo>
                  <a:lnTo>
                    <a:pt x="3644716" y="278447"/>
                  </a:lnTo>
                  <a:lnTo>
                    <a:pt x="3646281" y="277792"/>
                  </a:lnTo>
                  <a:lnTo>
                    <a:pt x="3646803" y="277573"/>
                  </a:lnTo>
                  <a:lnTo>
                    <a:pt x="3648020" y="277064"/>
                  </a:lnTo>
                  <a:lnTo>
                    <a:pt x="3651846" y="275463"/>
                  </a:lnTo>
                  <a:lnTo>
                    <a:pt x="3653759" y="274663"/>
                  </a:lnTo>
                  <a:lnTo>
                    <a:pt x="3656541" y="273499"/>
                  </a:lnTo>
                  <a:lnTo>
                    <a:pt x="3664888" y="270007"/>
                  </a:lnTo>
                  <a:lnTo>
                    <a:pt x="3669410" y="268115"/>
                  </a:lnTo>
                  <a:lnTo>
                    <a:pt x="3670453" y="267678"/>
                  </a:lnTo>
                  <a:lnTo>
                    <a:pt x="3682626" y="262585"/>
                  </a:lnTo>
                  <a:lnTo>
                    <a:pt x="3684539" y="261785"/>
                  </a:lnTo>
                  <a:lnTo>
                    <a:pt x="3687669" y="260475"/>
                  </a:lnTo>
                  <a:lnTo>
                    <a:pt x="3689060" y="259893"/>
                  </a:lnTo>
                  <a:lnTo>
                    <a:pt x="3694451" y="257638"/>
                  </a:lnTo>
                  <a:lnTo>
                    <a:pt x="3697407" y="256401"/>
                  </a:lnTo>
                  <a:lnTo>
                    <a:pt x="3708189" y="251890"/>
                  </a:lnTo>
                  <a:lnTo>
                    <a:pt x="3716710" y="248324"/>
                  </a:lnTo>
                  <a:lnTo>
                    <a:pt x="3717579" y="247961"/>
                  </a:lnTo>
                  <a:lnTo>
                    <a:pt x="3719492" y="247160"/>
                  </a:lnTo>
                  <a:lnTo>
                    <a:pt x="3722274" y="245996"/>
                  </a:lnTo>
                  <a:lnTo>
                    <a:pt x="3745577" y="236247"/>
                  </a:lnTo>
                  <a:lnTo>
                    <a:pt x="3746272" y="235956"/>
                  </a:lnTo>
                  <a:lnTo>
                    <a:pt x="3749924" y="234428"/>
                  </a:lnTo>
                  <a:lnTo>
                    <a:pt x="3755489" y="232099"/>
                  </a:lnTo>
                  <a:lnTo>
                    <a:pt x="3756010" y="231881"/>
                  </a:lnTo>
                  <a:lnTo>
                    <a:pt x="3760184" y="230135"/>
                  </a:lnTo>
                  <a:lnTo>
                    <a:pt x="3760532" y="229989"/>
                  </a:lnTo>
                  <a:lnTo>
                    <a:pt x="3762445" y="229189"/>
                  </a:lnTo>
                  <a:lnTo>
                    <a:pt x="3764358" y="228389"/>
                  </a:lnTo>
                  <a:lnTo>
                    <a:pt x="3774791" y="224023"/>
                  </a:lnTo>
                  <a:lnTo>
                    <a:pt x="3782617" y="220749"/>
                  </a:lnTo>
                  <a:lnTo>
                    <a:pt x="3786790" y="219003"/>
                  </a:lnTo>
                  <a:lnTo>
                    <a:pt x="3788529" y="218275"/>
                  </a:lnTo>
                  <a:lnTo>
                    <a:pt x="3790442" y="217475"/>
                  </a:lnTo>
                  <a:lnTo>
                    <a:pt x="3801745" y="212746"/>
                  </a:lnTo>
                  <a:lnTo>
                    <a:pt x="3809223" y="209617"/>
                  </a:lnTo>
                  <a:lnTo>
                    <a:pt x="3815136" y="207143"/>
                  </a:lnTo>
                  <a:lnTo>
                    <a:pt x="3818614" y="205688"/>
                  </a:lnTo>
                  <a:lnTo>
                    <a:pt x="3820179" y="205033"/>
                  </a:lnTo>
                  <a:lnTo>
                    <a:pt x="3820700" y="204815"/>
                  </a:lnTo>
                  <a:lnTo>
                    <a:pt x="3821918" y="204306"/>
                  </a:lnTo>
                  <a:lnTo>
                    <a:pt x="3825743" y="202705"/>
                  </a:lnTo>
                  <a:lnTo>
                    <a:pt x="3827656" y="201905"/>
                  </a:lnTo>
                  <a:lnTo>
                    <a:pt x="3830439" y="200740"/>
                  </a:lnTo>
                  <a:lnTo>
                    <a:pt x="3838786" y="197248"/>
                  </a:lnTo>
                  <a:lnTo>
                    <a:pt x="3843307" y="195356"/>
                  </a:lnTo>
                  <a:lnTo>
                    <a:pt x="3844350" y="194920"/>
                  </a:lnTo>
                  <a:lnTo>
                    <a:pt x="3856523" y="189827"/>
                  </a:lnTo>
                  <a:lnTo>
                    <a:pt x="3858436" y="189026"/>
                  </a:lnTo>
                  <a:lnTo>
                    <a:pt x="3861566" y="187717"/>
                  </a:lnTo>
                  <a:lnTo>
                    <a:pt x="3862957" y="187135"/>
                  </a:lnTo>
                  <a:lnTo>
                    <a:pt x="3868348" y="184879"/>
                  </a:lnTo>
                  <a:lnTo>
                    <a:pt x="3871304" y="183642"/>
                  </a:lnTo>
                  <a:lnTo>
                    <a:pt x="3882086" y="179131"/>
                  </a:lnTo>
                  <a:lnTo>
                    <a:pt x="3890607" y="175566"/>
                  </a:lnTo>
                  <a:lnTo>
                    <a:pt x="3891477" y="175202"/>
                  </a:lnTo>
                  <a:lnTo>
                    <a:pt x="3893389" y="174402"/>
                  </a:lnTo>
                  <a:lnTo>
                    <a:pt x="3896172" y="173238"/>
                  </a:lnTo>
                  <a:lnTo>
                    <a:pt x="3919474" y="163488"/>
                  </a:lnTo>
                  <a:lnTo>
                    <a:pt x="3920170" y="163197"/>
                  </a:lnTo>
                  <a:lnTo>
                    <a:pt x="3923821" y="161669"/>
                  </a:lnTo>
                  <a:lnTo>
                    <a:pt x="3929386" y="159341"/>
                  </a:lnTo>
                  <a:lnTo>
                    <a:pt x="3929908" y="159122"/>
                  </a:lnTo>
                  <a:lnTo>
                    <a:pt x="3934081" y="157376"/>
                  </a:lnTo>
                  <a:lnTo>
                    <a:pt x="3936342" y="156430"/>
                  </a:lnTo>
                  <a:lnTo>
                    <a:pt x="3938255" y="155630"/>
                  </a:lnTo>
                  <a:lnTo>
                    <a:pt x="3948689" y="151265"/>
                  </a:lnTo>
                  <a:lnTo>
                    <a:pt x="3956514" y="147990"/>
                  </a:lnTo>
                  <a:lnTo>
                    <a:pt x="3960688" y="146244"/>
                  </a:lnTo>
                  <a:lnTo>
                    <a:pt x="3962427" y="145517"/>
                  </a:lnTo>
                  <a:lnTo>
                    <a:pt x="3964340" y="144716"/>
                  </a:lnTo>
                  <a:lnTo>
                    <a:pt x="3975643" y="139987"/>
                  </a:lnTo>
                  <a:lnTo>
                    <a:pt x="3983121" y="136858"/>
                  </a:lnTo>
                  <a:lnTo>
                    <a:pt x="3989033" y="134385"/>
                  </a:lnTo>
                  <a:lnTo>
                    <a:pt x="3992511" y="132929"/>
                  </a:lnTo>
                  <a:lnTo>
                    <a:pt x="3994076" y="132275"/>
                  </a:lnTo>
                  <a:lnTo>
                    <a:pt x="3994598" y="132056"/>
                  </a:lnTo>
                  <a:lnTo>
                    <a:pt x="3995815" y="131547"/>
                  </a:lnTo>
                  <a:lnTo>
                    <a:pt x="4001554" y="129146"/>
                  </a:lnTo>
                  <a:lnTo>
                    <a:pt x="4012683" y="124489"/>
                  </a:lnTo>
                  <a:lnTo>
                    <a:pt x="4017204" y="122598"/>
                  </a:lnTo>
                  <a:lnTo>
                    <a:pt x="4018248" y="122161"/>
                  </a:lnTo>
                  <a:lnTo>
                    <a:pt x="4030421" y="117068"/>
                  </a:lnTo>
                  <a:lnTo>
                    <a:pt x="4032334" y="116268"/>
                  </a:lnTo>
                  <a:lnTo>
                    <a:pt x="4035464" y="114958"/>
                  </a:lnTo>
                  <a:lnTo>
                    <a:pt x="4036855" y="114376"/>
                  </a:lnTo>
                  <a:lnTo>
                    <a:pt x="4065374" y="102444"/>
                  </a:lnTo>
                  <a:lnTo>
                    <a:pt x="4067287" y="101643"/>
                  </a:lnTo>
                  <a:lnTo>
                    <a:pt x="4070069" y="100479"/>
                  </a:lnTo>
                  <a:lnTo>
                    <a:pt x="4093372" y="90729"/>
                  </a:lnTo>
                  <a:lnTo>
                    <a:pt x="4097719" y="88910"/>
                  </a:lnTo>
                  <a:lnTo>
                    <a:pt x="4108327" y="84472"/>
                  </a:lnTo>
                  <a:lnTo>
                    <a:pt x="4130412" y="75232"/>
                  </a:lnTo>
                  <a:lnTo>
                    <a:pt x="4134585" y="73486"/>
                  </a:lnTo>
                  <a:lnTo>
                    <a:pt x="4136324" y="72758"/>
                  </a:lnTo>
                  <a:lnTo>
                    <a:pt x="4157018" y="64100"/>
                  </a:lnTo>
                  <a:lnTo>
                    <a:pt x="4175451" y="56387"/>
                  </a:lnTo>
                  <a:lnTo>
                    <a:pt x="4192145" y="49403"/>
                  </a:lnTo>
                  <a:lnTo>
                    <a:pt x="4310222" y="0"/>
                  </a:lnTo>
                </a:path>
              </a:pathLst>
            </a:custGeom>
            <a:ln w="32521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" name="pl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" name="pl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" name="pl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" name="pl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" name="pl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" name="pl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" name="pl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" name="pl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" name="pl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" name="pl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" name="pl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" name="pl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" name="pl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" name="pl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" name="pl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" name="pl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" name="pl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" name="pl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" name="pl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" name="pl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" name="pl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" name="pl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" name="pl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" name="pl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" name="pl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" name="pl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" name="pl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" name="pl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" name="pl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" name="pl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" name="pl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" name="pl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" name="pl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" name="pl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" name="pl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" name="pl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" name="pl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" name="pl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" name="pl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" name="pl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" name="pl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" name="pl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" name="pl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" name="pl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" name="pl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" name="pl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" name="pl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" name="pl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" name="pl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" name="pl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" name="pl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" name="pl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" name="pl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" name="pl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" name="pl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" name="pl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" name="pl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" name="pl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" name="pl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" name="pl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" name="pl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" name="pl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" name="pl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" name="pl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" name="pl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" name="pl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" name="pl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" name="pl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" name="pl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" name="pl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" name="pl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" name="pl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" name="pl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" name="pl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" name="pl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" name="pl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" name="pl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" name="pl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" name="pl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" name="pl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" name="pl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" name="pl1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" name="pl1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" name="pl1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" name="pl1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" name="pl1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" name="pl1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" name="pl1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" name="pl1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" name="pl1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" name="pl1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" name="pl1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" name="pl1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" name="pl1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" name="pl1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" name="pl1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" name="pl1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" name="pl1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" name="pl1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" name="pl1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" name="pl1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" name="pl1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" name="pl1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" name="pl1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" name="pl1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" name="pl1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" name="pl1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" name="pl1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" name="pl1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" name="pl1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" name="pl1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" name="pl1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" name="pl1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" name="pl1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" name="pl1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" name="pl1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" name="pl1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" name="pl1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" name="pl1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" name="pl1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" name="pl1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" name="pl1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" name="pl1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" name="pl1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" name="pl1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" name="pl1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" name="pl1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" name="pl1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" name="pl1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" name="pl1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" name="pl1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" name="pl1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" name="pl1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" name="pl1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" name="pl1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" name="pl1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" name="pl1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" name="pl1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" name="pl1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" name="pl1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" name="pl1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" name="pl1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" name="pl1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" name="pl1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" name="pl1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" name="pl1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" name="pl1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" name="pl1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" name="pl1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" name="pl1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" name="pl1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" name="pl1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" name="pl1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" name="pl1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" name="pl1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" name="pl1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" name="pl1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" name="pl1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" name="pl1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" name="pl1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" name="pl1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" name="pl1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" name="pl1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" name="pl1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" name="pl1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" name="pl1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" name="pl1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" name="pl1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" name="pl1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" name="pl1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" name="pl1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" name="pl1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" name="pl1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" name="pl1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" name="pl1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" name="pl1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" name="pl1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" name="pl1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" name="pl1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" name="pl1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" name="pl1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" name="pl2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" name="pl2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" name="pl2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" name="pl2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" name="pl2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" name="pl2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" name="pl2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" name="pl2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" name="pl2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" name="pl2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" name="pl2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" name="pl2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" name="pl2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" name="pl2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" name="pl2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" name="pl2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" name="pl2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" name="pl2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" name="pl2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" name="pl2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" name="pl2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" name="pl2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" name="pl2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" name="pl2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" name="pl2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" name="pl2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" name="pl2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" name="pl2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" name="pl2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" name="pl2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" name="pl2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" name="pl2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" name="pl2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" name="pl2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" name="pl2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" name="pl2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" name="pl2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" name="pl2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" name="pl2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" name="pl2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" name="pl2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" name="pl2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" name="pl2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" name="pl2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" name="pl2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" name="pl2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" name="pl2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" name="pl2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" name="pl2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" name="pl2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" name="pl2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" name="pl2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" name="pl2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" name="pl2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" name="pl2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" name="pl2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" name="pl2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" name="pl2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" name="pl2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" name="pl2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" name="pl2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" name="pl2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" name="pl2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" name="pl2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" name="pl2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" name="pl2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" name="pl2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" name="pl2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" name="pl2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" name="pl2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" name="pl2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" name="pl2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" name="pl2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4" name="pl2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5" name="pl2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6" name="pl2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7" name="pl2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8" name="pl2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9" name="pl2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0" name="pl2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1" name="pl2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2" name="pl2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3" name="pl2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4" name="pl2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5" name="pl2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6" name="pl2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7" name="pl2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8" name="pl2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9" name="pl2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0" name="pl2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1" name="pl2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2" name="pl2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3" name="pl2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4" name="pl2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5" name="pl2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6" name="pl2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7" name="pl2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8" name="pl2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9" name="pl2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0" name="pl2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1" name="pl3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2" name="pl3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3" name="pl3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4" name="pl3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5" name="pl3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6" name="pl3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7" name="pl3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8" name="pl3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9" name="pl3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0" name="pl3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1" name="pl3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2" name="pl3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3" name="pl3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4" name="pl3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5" name="pl3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6" name="pl3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7" name="pl3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8" name="pl3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9" name="pl3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0" name="pl3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1" name="pl3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2" name="pl3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3" name="pl3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4" name="pl3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5" name="pl3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6" name="pl3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7" name="pl3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8" name="pl3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9" name="pl3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0" name="pl3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1" name="pl3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2" name="pl3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3" name="pl3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4" name="pl3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5" name="pl3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6" name="pl3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7" name="pl3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8" name="pl3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9" name="pl3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0" name="pl3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1" name="pl3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2" name="pl3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3" name="pl3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4" name="pl3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5" name="pl3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6" name="pl3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7" name="pl3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8" name="pl3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9" name="pl3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0" name="pl3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1" name="pl3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2" name="pl3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3" name="pl3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4" name="pl3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5" name="pl3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6" name="pl3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7" name="pl3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8" name="pl3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9" name="pl3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0" name="pl3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1" name="pl3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2" name="pl3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3" name="pl3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4" name="pl3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5" name="pl3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6" name="pl3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7" name="pl3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8" name="pl3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9" name="pl3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0" name="pl3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1" name="pl3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2" name="pl3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3" name="pl3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4" name="pl3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5" name="pl3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6" name="pl3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7" name="pl3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8" name="pl3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9" name="pl3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0" name="pl3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1" name="pl3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2" name="pl3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3" name="pl3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4" name="pl3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5" name="pl3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6" name="pl3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7" name="pl3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8" name="pl3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9" name="pl3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0" name="pl3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1" name="pl3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2" name="pl3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3" name="pl3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4" name="pl3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5" name="pl3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6" name="pl3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7" name="pl3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8" name="pl3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9" name="pl3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0" name="pl3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1" name="pl4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2" name="pl4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3" name="pl4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4" name="pl4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5" name="pl4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6" name="pl4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7" name="pl4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8" name="pl4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9" name="pl4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0" name="pl4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1" name="pl4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2" name="pl4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3" name="pl4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4" name="pl4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5" name="pl4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6" name="pl4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7" name="pl4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8" name="pl4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9" name="pl4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0" name="pl4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1" name="pl4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2" name="pl4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3" name="pl4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4" name="pl4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5" name="pl4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6" name="pl4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7" name="pl4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8" name="pl4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9" name="pl4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0" name="pl4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1" name="pl4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2" name="pl4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3" name="pl4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4" name="pl4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5" name="pl4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6" name="pl4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7" name="pl4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8" name="pl4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9" name="pl4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0" name="pl4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1" name="pl4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2" name="pl4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3" name="pl4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4" name="pl4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5" name="pl4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6" name="pl4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7" name="pl4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8" name="pl4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9" name="pl4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0" name="pl4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1" name="pl4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2" name="pl4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3" name="pl4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4" name="pl4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5" name="pl4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6" name="pl4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7" name="pl4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8" name="pl4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9" name="pl4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0" name="pl4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1" name="pl4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2" name="pl4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3" name="pl4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4" name="pl4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5" name="pl4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6" name="pl4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7" name="pl4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8" name="pl4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9" name="pl4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0" name="pl4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1" name="pl4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2" name="pl4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3" name="pl4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4" name="pl4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5" name="pl4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6" name="pl4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7" name="pl4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8" name="pl4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9" name="pl4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0" name="pl4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1" name="pl4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2" name="pl4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3" name="pl4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4" name="pl4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5" name="pl4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6" name="pl4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7" name="pl4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8" name="pl4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9" name="pl4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0" name="pl4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1" name="pl4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2" name="pl4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3" name="pl4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4" name="pl4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5" name="pl4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6" name="pl4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7" name="pl4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8" name="pl4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9" name="pl4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0" name="pl4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1" name="pl5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2" name="pl5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3" name="pl5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4" name="pl5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5" name="pl5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6" name="pl5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7" name="pl5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8" name="pl5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9" name="pl5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0" name="pl5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1" name="pl5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2" name="pl5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3" name="pl5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4" name="pl5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5" name="pl5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6" name="pl5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7" name="pl5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8" name="pl5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9" name="pl5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0" name="pl5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1" name="pl5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2" name="pl5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3" name="pl5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4" name="pl5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5" name="pl5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6" name="pl5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7" name="pl5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8" name="pl5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9" name="pl5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0" name="pl5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1" name="pl5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2" name="pl5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3" name="pl5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4" name="pl5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5" name="pl5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6" name="pl5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7" name="pl5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8" name="pl5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9" name="pl5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0" name="pl5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1" name="pl5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2" name="pl5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3" name="pl5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4" name="pl5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5" name="pl5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6" name="pl5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7" name="pl5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8" name="pl5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9" name="pl5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0" name="pl5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1" name="pl5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2" name="pl5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3" name="pl5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4" name="pl5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5" name="pl5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6" name="pl5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7" name="pl5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8" name="pl5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9" name="pl5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0" name="pl5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1" name="pl5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2" name="pl5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3" name="pl5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4" name="pl5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5" name="pl5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6" name="pl5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7" name="pl5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8" name="pl5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9" name="pl5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0" name="pl5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1" name="pl5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2" name="pl5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3" name="pl5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4" name="pl5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5" name="pl5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6" name="pl5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7" name="pl5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8" name="pl5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9" name="pl5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0" name="pl5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1" name="pl5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2" name="pl5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3" name="pl5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4" name="pl5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5" name="pl5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6" name="pl5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7" name="pl5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8" name="pl5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9" name="pl5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0" name="pl5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1" name="pl5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2" name="pl5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3" name="pl5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4" name="pl5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5" name="pl5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6" name="pl5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7" name="pl5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8" name="pl5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9" name="pl5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0" name="pl5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1" name="pl6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2" name="pl6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3" name="pl6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4" name="pl6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5" name="pl6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6" name="pl6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7" name="pl6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8" name="pl6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9" name="pl6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0" name="pl6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1" name="pl6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2" name="pl6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3" name="pl6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4" name="pl6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5" name="pl6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6" name="pl6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7" name="pl6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8" name="pl6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9" name="pl6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0" name="pl6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1" name="pl6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2" name="pl6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3" name="pl6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4" name="pl6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5" name="pl6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6" name="pl6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7" name="pl6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8" name="pl6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9" name="pl6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0" name="pl6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1" name="pl6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2" name="pl6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3" name="pl6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4" name="pl6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5" name="pl6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6" name="pl6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7" name="pl6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8" name="pl6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9" name="pl6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0" name="pl6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1" name="pl6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2" name="pl6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3" name="pl6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4" name="pl6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5" name="pl6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6" name="pl6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7" name="pl6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8" name="pl6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9" name="pl6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0" name="pl6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1" name="pl6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2" name="pl6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3" name="pl6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4" name="pl6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5" name="pl6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6" name="pl6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7" name="pl6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8" name="pl6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9" name="pl6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0" name="pl6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1" name="pl6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2" name="pl6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3" name="pl6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4" name="pl6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5" name="pl6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6" name="pl6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7" name="pl6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8" name="pl6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9" name="pl6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0" name="pl6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1" name="pl6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2" name="pl6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3" name="pl6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4" name="pl6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5" name="pl6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6" name="pl6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7" name="pl6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8" name="pl6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9" name="pl6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0" name="pl6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1" name="pl6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2" name="pl6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3" name="pl6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4" name="pl6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5" name="pl6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6" name="pl6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7" name="pl6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8" name="pl6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9" name="pl6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0" name="pl6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1" name="pl6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2" name="pl6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3" name="pl6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4" name="pl6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5" name="pl6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6" name="pl6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7" name="pl6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8" name="pl6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9" name="pl6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0" name="pl6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1" name="pl7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2" name="pl7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3" name="pl7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4" name="pl7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5" name="pl7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6" name="pl7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7" name="pl7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8" name="pl7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9" name="pl7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0" name="pl7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1" name="pl7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2" name="pl7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3" name="pl7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4" name="pl7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5" name="pl7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6" name="pl7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7" name="pl7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8" name="pl7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9" name="pl7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0" name="pl7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1" name="pl7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2" name="pl7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3" name="pl7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4" name="pl7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5" name="pl7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6" name="pl7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7" name="pl7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8" name="pl7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9" name="pl7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0" name="pl7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1" name="pl7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2" name="pl7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3" name="pl7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4" name="pl7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5" name="pl7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6" name="pl7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7" name="pl7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8" name="pl7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9" name="pl7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0" name="pl7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1" name="pl7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2" name="pl7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3" name="pl7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4" name="pl7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5" name="pl7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6" name="pl7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7" name="pl7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8" name="pl7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9" name="pl7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0" name="pl7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1" name="pl7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2" name="pl7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3" name="pl7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4" name="pl7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5" name="pl7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6" name="pl7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7" name="pl7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8" name="pl7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9" name="pl7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0" name="pl7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1" name="pl7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2" name="pl7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3" name="pl7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4" name="pl7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5" name="pl7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6" name="pl7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7" name="pl7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8" name="pl7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9" name="pl7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0" name="pl7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1" name="pl7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2" name="pl7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3" name="pl7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4" name="pl7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5" name="pl7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6" name="pl7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7" name="pl7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8" name="pl7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9" name="pl7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0" name="pl7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1" name="pl7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2" name="pl7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3" name="pl7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4" name="pl7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5" name="pl7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6" name="pl7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7" name="pl7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8" name="pl7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9" name="pl7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0" name="pl7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1" name="pl7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2" name="pl7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3" name="pl7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4" name="pl7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5" name="pl7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6" name="pl7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7" name="pl7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8" name="pl7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9" name="pl7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0" name="pl7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1" name="pl8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2" name="pl8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3" name="pl8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4" name="pl8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5" name="pl8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6" name="pl8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7" name="pl8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8" name="pl8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9" name="pl8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0" name="pl8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1" name="pl8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2" name="pl8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3" name="pl8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4" name="pl8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5" name="pl8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6" name="pl8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7" name="pl8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8" name="pl8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9" name="pl8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0" name="pl8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1" name="pl8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2" name="pl8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3" name="pl8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4" name="pl8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5" name="pl8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6" name="pl8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7" name="pl8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8" name="pl8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9" name="pl8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0" name="pl8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1" name="pl8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2" name="pl8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3" name="pl8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4" name="pl8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5" name="pl8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6" name="pl8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7" name="pl8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8" name="pl8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9" name="pl8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0" name="pl8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1" name="pl8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2" name="pl8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3" name="pl8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4" name="pl8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5" name="pl8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6" name="pl8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7" name="pl8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8" name="pl8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9" name="pl8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0" name="pl8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1" name="pl8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2" name="pl8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3" name="pl8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4" name="pl8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5" name="pl8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6" name="pl8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7" name="pl8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8" name="pl8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9" name="pl8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0" name="pl8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1" name="pl8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2" name="pl8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3" name="pl8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4" name="pl8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5" name="pl8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6" name="pl8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7" name="pl8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8" name="pl8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9" name="pl8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0" name="pl8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1" name="pl8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2" name="pl8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3" name="pl8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4" name="pl8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5" name="pl8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6" name="pl8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7" name="pl8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8" name="pl8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9" name="pl8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0" name="pl8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1" name="pl8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2" name="pl8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3" name="pl8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4" name="pl8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5" name="pl8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6" name="pl8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7" name="pl8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8" name="pl8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9" name="pl8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0" name="pl8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1" name="pl8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2" name="pl8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3" name="pl8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4" name="pl8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5" name="pl8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6" name="pl8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7" name="pl8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8" name="pl8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9" name="pl8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0" name="pl8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1" name="pl9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2" name="pl9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3" name="pl9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4" name="pl9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5" name="pl9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6" name="pl9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7" name="pl9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8" name="pl9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9" name="pl9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0" name="pl9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1" name="pl9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2" name="pl9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3" name="pl9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4" name="pl9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5" name="pl9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6" name="pl9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7" name="pl9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8" name="pl9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9" name="pl9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0" name="pl9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1" name="pl9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2" name="pl9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3" name="pl9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4" name="pl9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5" name="pl9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6" name="pl9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7" name="pl9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8" name="pl9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9" name="pl9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0" name="pl9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1" name="pl9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2" name="pl9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3" name="pl9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4" name="pl9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5" name="pl9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6" name="pl9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7" name="pl9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8" name="pl9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9" name="pl9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0" name="pl9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1" name="pl9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2" name="pl9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3" name="pl9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4" name="pl9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5" name="pl9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6" name="pl9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7" name="pl9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8" name="pl9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9" name="pl9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0" name="pl9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1" name="pl9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2" name="pl9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3" name="pl9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4" name="pl9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5" name="pl9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6" name="pl9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7" name="pl9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8" name="pl9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9" name="pl9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0" name="pl9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1" name="pl9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2" name="pl9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3" name="pl9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4" name="pl9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5" name="pl9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6" name="pl9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7" name="pl9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8" name="pl9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9" name="pl9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0" name="pl9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1" name="pl9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2" name="pl9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3" name="pl9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4" name="pl9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5" name="pl9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6" name="pl9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7" name="pl9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8" name="pl9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9" name="pl9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0" name="pl9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1" name="pl9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2" name="pl9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3" name="pl9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4" name="pl9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5" name="pl9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6" name="pl9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7" name="pl9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8" name="pl9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9" name="pl9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0" name="pl9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1" name="pl9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2" name="pl9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3" name="pl9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4" name="pl9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5" name="pl9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6" name="pl9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7" name="pl9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8" name="pl9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9" name="pl9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0" name="pl9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1" name="pl10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2" name="pl10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3" name="pl10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4" name="pl10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5" name="pl10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6" name="pl10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7" name="pl10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8" name="pl10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9" name="pl10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0" name="pl10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1" name="pl10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2" name="pl10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3" name="pl10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4" name="pl10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5" name="pl10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6" name="pl10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7" name="pl10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8" name="pl10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9" name="pl10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0" name="pl10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1" name="pl10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2" name="pl10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3" name="pl10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4" name="pl10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5" name="pl10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6" name="pl10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7" name="pl10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8" name="pl10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9" name="pl10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0" name="pl10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1" name="pl10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2" name="pl10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3" name="pl10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4" name="pl10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5" name="pl10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6" name="pl10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7" name="pl10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8" name="pl10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9" name="pl10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0" name="pl10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1" name="pl10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2" name="pl10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3" name="pl10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4" name="pl10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5" name="pl10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6" name="pl10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7" name="pl10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8" name="pl10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9" name="pl10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0" name="pl10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1" name="pl10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2" name="pl10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3" name="pl10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4" name="pl10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5" name="pl10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6" name="pl10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7" name="pl10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8" name="pl10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9" name="pl10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0" name="pl10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1" name="pl10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2" name="pl10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3" name="pl10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4" name="pl10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5" name="pl10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6" name="pl10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7" name="pl10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8" name="pl10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9" name="pl10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0" name="pl10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1" name="pl10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2" name="pl10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3" name="pl10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4" name="pl10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5" name="pl10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6" name="pl10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7" name="pl10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8" name="pl10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9" name="pl10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0" name="pl10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1" name="pl10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2" name="pl10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3" name="pl10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4" name="pl10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5" name="pl10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6" name="pl10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7" name="pl10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8" name="pl10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9" name="pl10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0" name="pl10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1" name="pl10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2" name="pl10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3" name="pl10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4" name="pl10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5" name="pl10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6" name="pl10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7" name="pl10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8" name="pl10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9" name="pl10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0" name="pl10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1" name="pl11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2" name="pl11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3" name="pl11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4" name="pl11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5" name="pl11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6" name="pl11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7" name="pl11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8" name="pl11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9" name="pl11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0" name="pl11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1" name="pl11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2" name="pl11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3" name="pl11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4" name="pl11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5" name="pl11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6" name="pl11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7" name="pl11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8" name="pl11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9" name="pl11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0" name="pl11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1" name="pl11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2" name="pl11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3" name="pl11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4" name="pl11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5" name="pl11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6" name="pl11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7" name="pl11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8" name="pl11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9" name="pl11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0" name="pl11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1" name="pl11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2" name="pl11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3" name="pl11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4" name="pl11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5" name="pl11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6" name="pl11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7" name="pl11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8" name="pl11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9" name="pl11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0" name="pl11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1" name="pl11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2" name="pl11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3" name="pl11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4" name="pl11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5" name="pl11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6" name="pl11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7" name="pl11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8" name="pl11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9" name="pl11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0" name="pl11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1" name="pl11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2" name="pl11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3" name="pl11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4" name="pl11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5" name="pl11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6" name="pl11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7" name="pl11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8" name="pl11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9" name="pl11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0" name="pl11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1" name="pl11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2" name="pl11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3" name="pl11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4" name="pl11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5" name="pl11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6" name="pl11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7" name="pl11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8" name="pl11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9" name="pl11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0" name="pl11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1" name="pl11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2" name="pl11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3" name="pl11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4" name="pl11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5" name="pl11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6" name="pl11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7" name="pl11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8" name="pl11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9" name="pl11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0" name="pl11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1" name="pl11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2" name="pl11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3" name="pl11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4" name="pl11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5" name="pl11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6" name="pl11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7" name="pl11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8" name="pl11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9" name="pl11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0" name="pl11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1" name="pl11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2" name="pl11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3" name="pl11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4" name="pl11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5" name="pl11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6" name="pl11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7" name="pl11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8" name="pl11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9" name="pl11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0" name="pl11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1" name="pl12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2" name="pl12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3" name="pl12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4" name="pl12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5" name="pl12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6" name="pl12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7" name="pl12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8" name="pl12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9" name="pl12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0" name="pl12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1" name="pl12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2" name="pl12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3" name="pl12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4" name="pl12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5" name="pl12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6" name="pl12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7" name="pl12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8" name="pl12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9" name="pl12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0" name="pl12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1" name="pl12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2" name="pl12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3" name="pl12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4" name="pl12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5" name="pl12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6" name="pl12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7" name="pl12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8" name="pl12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9" name="pl12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0" name="pl12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1" name="pl12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2" name="pl12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3" name="pl12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4" name="pl12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5" name="pl12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6" name="pl12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7" name="pl12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8" name="pl12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9" name="pl12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0" name="pl12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1" name="pl12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2" name="pl12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3" name="pl12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4" name="pl12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5" name="pl12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6" name="pl12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7" name="pl12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8" name="pl12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9" name="pl12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0" name="pl12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1" name="pl12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2" name="pl12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3" name="pl12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4" name="pl12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5" name="pl12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6" name="pl12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7" name="pl12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8" name="pl12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9" name="pl12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0" name="pl12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1" name="pl12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2" name="pl12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3" name="pl12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4" name="pl12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5" name="pl12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6" name="pl12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7" name="pl12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8" name="pl12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9" name="pl12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0" name="pl12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1" name="pl12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2" name="pl12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3" name="pl12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4" name="pl12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5" name="pl12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6" name="pl12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7" name="pl12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8" name="pl12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9" name="pl12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0" name="pl12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1" name="pl12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2" name="pl12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3" name="pl12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4" name="pl12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5" name="pl12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6" name="pl12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7" name="pl12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8" name="pl12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9" name="pl12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0" name="pl12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1" name="pl12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2" name="pl12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3" name="pl12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4" name="pl12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5" name="pl12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6" name="pl12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7" name="pl12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8" name="pl12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9" name="pl12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0" name="pl12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1" name="pl13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2" name="pl13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3" name="pl13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4" name="pl13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5" name="pl13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6" name="pl13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7" name="pl13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8" name="pl13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9" name="pl13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0" name="pl13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1" name="pl13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2" name="pl13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3" name="pl13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4" name="pl13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5" name="pl13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6" name="pl13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7" name="pl13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8" name="pl13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9" name="pl13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0" name="pl13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1" name="pl13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2" name="pl13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3" name="pl13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4" name="pl13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5" name="pl13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6" name="pl13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7" name="pl13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8" name="pl13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9" name="pl13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0" name="pl13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1" name="pl13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2" name="pl13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3" name="pl13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4" name="pl13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5" name="pl13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6" name="pl13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7" name="pl13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8" name="pl13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9" name="pl13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0" name="pl13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1" name="pl13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2" name="pl13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3" name="pl13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4" name="pl13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5" name="pl13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6" name="pl13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7" name="pl13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8" name="pl13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9" name="pl13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0" name="pl13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1" name="pl13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2" name="pl13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3" name="pl13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4" name="pl13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5" name="pl13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6" name="pl13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7" name="pl13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8" name="pl13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9" name="pl13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0" name="pl13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1" name="pl13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2" name="pl13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3" name="pl13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4" name="pl13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5" name="pl13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6" name="pl13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7" name="pl13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8" name="pl13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9" name="pl13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0" name="pl13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1" name="pl13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2" name="pl13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3" name="pl13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4" name="pl13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5" name="pl13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6" name="pl13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7" name="pl13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8" name="pl13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9" name="pl13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0" name="pl13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1" name="pl13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2" name="pl13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3" name="pl13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4" name="pl13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5" name="pl13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6" name="pl13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7" name="pl13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8" name="pl13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9" name="pl13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0" name="pl13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1" name="pl13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2" name="pl13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3" name="pl13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4" name="pl13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5" name="pl13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6" name="pl13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7" name="pl13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8" name="pl13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9" name="pl13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0" name="pl13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1" name="pl14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2" name="pl14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3" name="pl14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4" name="pl14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5" name="pl14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6" name="pl14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7" name="pl14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8" name="pl14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9" name="pl14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0" name="pl14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1" name="pl14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2" name="pl14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3" name="pl14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4" name="pl14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5" name="pl14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6" name="pl14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7" name="pl14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8" name="pl14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9" name="pl14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0" name="pl14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1" name="pl14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2" name="pl14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3" name="pl14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4" name="pl14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5" name="pl14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6" name="pl14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7" name="pl14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8" name="pl14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9" name="pl14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0" name="pl14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1" name="pl14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2" name="pl14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3" name="pl14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4" name="pl14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5" name="pl14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6" name="pl14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7" name="pl14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8" name="pl14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9" name="pl14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0" name="pl14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1" name="pl14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2" name="pl14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3" name="pl14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4" name="pl14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5" name="pl14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6" name="pl14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7" name="pl14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8" name="pl14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9" name="pl14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0" name="pl14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1" name="pl14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2" name="pl14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3" name="pl14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4" name="pl14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5" name="pl14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6" name="pl14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7" name="pl14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8" name="pl14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9" name="pl14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0" name="pl14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1" name="pl14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2" name="pl14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3" name="pl14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4" name="pl14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5" name="pl14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6" name="pl14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7" name="pl14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8" name="pl14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9" name="pl14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0" name="pl14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1" name="pl14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2" name="pl14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3" name="pl14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4" name="pl14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5" name="pl14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6" name="pl14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7" name="pl14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8" name="pl14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9" name="pl14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0" name="pl14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1" name="pl14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2" name="pl14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3" name="pl14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4" name="pl14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5" name="pl14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6" name="pl14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7" name="pl14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8" name="pl14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9" name="pl14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0" name="pl14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1" name="pl14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2" name="pl14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3" name="pl14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4" name="pl14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5" name="pl14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6" name="pl14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7" name="pl14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8" name="pl14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9" name="pl14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0" name="pl14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1" name="pl15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2" name="pl15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3" name="pl15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4" name="pl15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5" name="pl15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6" name="pl15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7" name="pl15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8" name="pl15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9" name="pl15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0" name="pl15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1" name="pl15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2" name="pl15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3" name="pl15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4" name="pl15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5" name="pl15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6" name="pl15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7" name="pl15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8" name="pl15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9" name="pl15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0" name="pl15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1" name="pl15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2" name="pl15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3" name="pl15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4" name="pl15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5" name="pl15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6" name="pl15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7" name="pl15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8" name="pl15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9" name="pl15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0" name="pl15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1" name="pl15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2" name="pl15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3" name="pl15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4" name="pl15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5" name="pl15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6" name="pl15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7" name="pl15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8" name="pl15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9" name="pl15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0" name="pl15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1" name="pl15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2" name="pl15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3" name="pl15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4" name="pl15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5" name="pl15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6" name="pl15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7" name="pl15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8" name="pl15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9" name="pl15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0" name="pl15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1" name="pl15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2" name="pl15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3" name="pl15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4" name="pl15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5" name="pl15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6" name="pl15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7" name="pl15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8" name="pl15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9" name="pl15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0" name="pl15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1" name="pl15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2" name="pl15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3" name="pl15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4" name="pl15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5" name="pl15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6" name="pl15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7" name="pl15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8" name="pl15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9" name="pl15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0" name="pl15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1" name="pl15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2" name="pl15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3" name="pl15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4" name="pl15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5" name="pl15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6" name="pl15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7" name="pl15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8" name="pl15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9" name="pl15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0" name="pl15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1" name="pl15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2" name="pl15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3" name="pl15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4" name="pl15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5" name="pl15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6" name="pl15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7" name="pl15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8" name="pl15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9" name="pl15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0" name="pl15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1" name="pl15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2" name="pl15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3" name="pl15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4" name="pl15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5" name="pl15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6" name="pl15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7" name="pl15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8" name="pl15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9" name="pl15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0" name="pl15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1" name="pl16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2" name="pl16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3" name="pl16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4" name="pl16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5" name="pl16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6" name="pl16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7" name="pl16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8" name="pl16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9" name="pl16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0" name="pl16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1" name="pl16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2" name="pl16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3" name="pl16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4" name="pl16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5" name="pl16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6" name="pl16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7" name="pl16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8" name="pl16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9" name="pl16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0" name="pl16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1" name="pl16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2" name="pl16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3" name="pl16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4" name="pl16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5" name="pl16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6" name="pl16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7" name="pl16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8" name="pl16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9" name="pl16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0" name="pl16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1" name="pl16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2" name="pl16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3" name="pl16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4" name="pl16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5" name="pl16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6" name="pl16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7" name="pl16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8" name="pl16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9" name="pl16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0" name="pl16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1" name="pl16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2" name="pl16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3" name="pl16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4" name="pl16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5" name="pl16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6" name="pl16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7" name="pl16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8" name="pl16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9" name="pl16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0" name="pl16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1" name="pl16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2" name="pl16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3" name="pl16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4" name="pl16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5" name="pl16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6" name="pl16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7" name="pl16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8" name="pl16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9" name="pl16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0" name="pl16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1" name="pl16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2" name="pl16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3" name="pl16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4" name="pl16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5" name="pl16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6" name="pl16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7" name="pl16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8" name="pl16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9" name="pl16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0" name="pl16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1" name="pl16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2" name="pl16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3" name="pl16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4" name="pl16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5" name="pl16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6" name="pl16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7" name="pl16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8" name="pl16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9" name="pl16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0" name="pl16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1" name="pl16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2" name="pl16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3" name="pl16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4" name="pl16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5" name="pl16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6" name="pl16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7" name="pl16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8" name="pl16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9" name="pl16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0" name="pl16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1" name="pl16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2" name="pl16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3" name="pl16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4" name="pl16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5" name="pl16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6" name="pl16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7" name="pl16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8" name="pl16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9" name="pl16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0" name="pl16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1" name="pl17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2" name="pl17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3" name="pl17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4" name="pl17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5" name="pl17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6" name="pl17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7" name="pl17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8" name="pl17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9" name="pl17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0" name="pl17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1" name="pl17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2" name="pl17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3" name="pl17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4" name="pl17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5" name="pl17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6" name="pl17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7" name="pl17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8" name="pl17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9" name="pl17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0" name="pl17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1" name="pl17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2" name="pl17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3" name="pl17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4" name="pl17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5" name="pl17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6" name="pl17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7" name="pl17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8" name="pl17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9" name="pl17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0" name="pl17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1" name="pl17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2" name="pl17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3" name="pl17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4" name="pl17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5" name="pl17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6" name="pl17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7" name="pl17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8" name="pl17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9" name="pl17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0" name="pl17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1" name="pl17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2" name="pl17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3" name="pl17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4" name="pl17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5" name="pl17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6" name="pl17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7" name="pl17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8" name="pl17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9" name="pl17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0" name="pl17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1" name="pl17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2" name="pl17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3" name="pl17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4" name="pl17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5" name="pl17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6" name="pl17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7" name="pl17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8" name="pl17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9" name="pl17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0" name="pl17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1" name="pl17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2" name="pl17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3" name="pl17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4" name="pl17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5" name="pl17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6" name="pl17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7" name="pl17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8" name="pl17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9" name="pl17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0" name="pl17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1" name="pl17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2" name="pl17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3" name="pl17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4" name="pl17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5" name="pl17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6" name="pl17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7" name="pl17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8" name="pl17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9" name="pl17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0" name="pl17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1" name="pl17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2" name="pl17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3" name="pl17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4" name="pl17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5" name="pl17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6" name="pl17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7" name="pl17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8" name="pl17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9" name="pl17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0" name="pl17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1" name="pl17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2" name="pl17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3" name="pl17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4" name="pl17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5" name="pl17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6" name="pl17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7" name="pl17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8" name="pl17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9" name="pl17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0" name="pl17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1" name="pl18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2" name="pl18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3" name="pl18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4" name="pl18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5" name="pl18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6" name="pl18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7" name="pl18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8" name="pl18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9" name="pl18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0" name="pl18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1" name="pl18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2" name="pl18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3" name="pl18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4" name="pl18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5" name="pl18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6" name="pl18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7" name="pl18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8" name="pl18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9" name="pl18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0" name="pl18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1" name="pl18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2" name="pl18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3" name="pl18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4" name="pl18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5" name="pl18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6" name="pl18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7" name="pl18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8" name="pl18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9" name="pl18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0" name="pl18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1" name="pl18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2" name="pl18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3" name="pl18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4" name="pl18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5" name="pl18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6" name="pl18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7" name="pl18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8" name="pl18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9" name="pl18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0" name="pl18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1" name="pl18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2" name="pl18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3" name="pl18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4" name="pl18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5" name="pl18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6" name="pl18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7" name="pl18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8" name="pl18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9" name="pl18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0" name="pl18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1" name="pl18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2" name="pl18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3" name="pl18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4" name="pl18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5" name="pl18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6" name="pl18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7" name="pl18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8" name="pl18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9" name="pl18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0" name="pl18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1" name="pl18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2" name="pl18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3" name="pl18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4" name="pl18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5" name="pl18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6" name="pl18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7" name="pl18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8" name="pl18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9" name="pl18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0" name="pl18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1" name="pl18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2" name="pl18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3" name="pl18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4" name="pl18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5" name="pl18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6" name="pl18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7" name="pl18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8" name="pl18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9" name="pl18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0" name="pl18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1" name="pl18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2" name="pl18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3" name="pl18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4" name="pl18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5" name="pl18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6" name="pl18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7" name="pl18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8" name="pl18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9" name="pl18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0" name="pl18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1" name="pl18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2" name="pl18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3" name="pl18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4" name="pl18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5" name="pl18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6" name="pl18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7" name="pl18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8" name="pl18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9" name="pl18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0" name="pl18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1" name="pl19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2" name="pl19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3" name="pl19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4" name="pl19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5" name="pl19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6" name="pl19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7" name="pl19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8" name="pl19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9" name="pl19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0" name="pl19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1" name="pl19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2" name="pl19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3" name="pl19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4" name="pl19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5" name="pl19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6" name="pl19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7" name="pl19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8" name="pl19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9" name="pl19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0" name="pl19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1" name="pl19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2" name="pl19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3" name="pl19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4" name="pl19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5" name="pl19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6" name="pl19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7" name="pl19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8" name="pl19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9" name="pl19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0" name="pl19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1" name="pl19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2" name="pl19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3" name="pl19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4" name="pl19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5" name="pl19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6" name="pl19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7" name="pl19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8" name="pl19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9" name="pl19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0" name="pl19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1" name="pl19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2" name="pl19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3" name="pl19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4" name="pl19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5" name="pl19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6" name="pl19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7" name="pl19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8" name="pl19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9" name="pl19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0" name="pl19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1" name="pl19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2" name="pl19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3" name="pl19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4" name="pl19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5" name="pl19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6" name="pl19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7" name="pl19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8" name="pl19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9" name="pl19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0" name="pl19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1" name="pl19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2" name="pl19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3" name="pl19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4" name="pl19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5" name="pl19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6" name="pl19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7" name="pl19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8" name="pl19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9" name="pl19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0" name="pl19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1" name="pl19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2" name="pl19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3" name="pl19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4" name="pl19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5" name="pl19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6" name="pl19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7" name="pl19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8" name="pl19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9" name="pl19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0" name="pl19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1" name="pl19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2" name="pl19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3" name="pl19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4" name="pl19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5" name="pl19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6" name="pl19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7" name="pl19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8" name="pl19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9" name="pl19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0" name="pl19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1" name="pl19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2" name="pl19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3" name="pl19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4" name="pl19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5" name="pl19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6" name="pl19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7" name="pl19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8" name="pl19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9" name="pl19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0" name="pl19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1" name="pl20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2" name="pl20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3" name="pl20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4" name="pl20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5" name="pl20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6" name="pl20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7" name="pl20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8" name="pl20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9" name="pl20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0" name="pl20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1" name="pl20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2" name="pl20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3" name="pl20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4" name="pl20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5" name="pl20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6" name="pl20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7" name="pl20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8" name="pl20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9" name="pl20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0" name="pl20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1" name="pl20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2" name="pl20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3" name="pl20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4" name="pl20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5" name="pl20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6" name="pl20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7" name="pl20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8" name="pl20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9" name="pl20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0" name="pl20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1" name="pl20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2" name="pl20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3" name="pl20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4" name="pl20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5" name="pl20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6" name="pl20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7" name="pl20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8" name="pl20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9" name="pl20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0" name="pl20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1" name="pl20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2" name="pl20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3" name="pl20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4" name="pl20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5" name="pl20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6" name="pl20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7" name="pl20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8" name="pl20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9" name="pl20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0" name="pl20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1" name="pl20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2" name="pl20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3" name="pl20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4" name="pl20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5" name="pl20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6" name="pl20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7" name="pl20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8" name="pl20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9" name="pl20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0" name="pl20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1" name="pl20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2" name="pl20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3" name="pl20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4" name="pl20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5" name="pl20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6" name="pl20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7" name="pl20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8" name="pl20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9" name="pl20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0" name="pl20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1" name="pl20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2" name="pl20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3" name="pl20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4" name="pl20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5" name="pl20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6" name="pl20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7" name="pl20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8" name="pl20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9" name="pl20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0" name="pl20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1" name="pl20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2" name="pl20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3" name="pl20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4" name="pl20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5" name="pl20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6" name="pl20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7" name="pl20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8" name="pl20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9" name="pl20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0" name="pl20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1" name="pl20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2" name="pl20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3" name="pl20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4" name="pl20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5" name="pl20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6" name="pl20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7" name="pl20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8" name="pl20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9" name="pl20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0" name="pl20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1" name="pl21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2" name="pl21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3" name="pl21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4" name="pl21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5" name="pl21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6" name="pl21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7" name="pl21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8" name="pl21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9" name="pl21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0" name="pl21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1" name="pl21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2" name="pl21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3" name="pl21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4" name="pl21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5" name="pl21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6" name="pl21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7" name="pl21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8" name="pl21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9" name="pl21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0" name="pl21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1" name="pl21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2" name="pl21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3" name="pl21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4" name="pl21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5" name="pl21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6" name="pl21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7" name="pl21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8" name="pl21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9" name="pl21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0" name="pl21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1" name="pl21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2" name="pl21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3" name="pl21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4" name="pl21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5" name="pl21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6" name="pl21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7" name="pl21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8" name="pl21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9" name="pl21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0" name="pl21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1" name="pl21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2" name="pl21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3" name="pl21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4" name="pl21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5" name="pl21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6" name="pl21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7" name="pl21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8" name="pl21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9" name="pl21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0" name="pl21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1" name="pl21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2" name="pl21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3" name="pl21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4" name="pl21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5" name="pl21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6" name="pl21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7" name="pl21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8" name="pl21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9" name="pl21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0" name="pl21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1" name="pl21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2" name="pl21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3" name="pl21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4" name="pl21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5" name="pl21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6" name="pl21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7" name="pl21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8" name="pl21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9" name="pl21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0" name="pl21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1" name="pl21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2" name="pl21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3" name="pl21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4" name="pl21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5" name="pl21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6" name="pl21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7" name="pl21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8" name="pl21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9" name="pl21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0" name="pl21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1" name="pl21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2" name="pl21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3" name="pl21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4" name="pl21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5" name="pl21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6" name="pl21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7" name="pl21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8" name="pl21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9" name="pl21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0" name="pl21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1" name="pl21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2" name="pl21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3" name="pl21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4" name="pl21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5" name="pl21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6" name="pl21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7" name="pl21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8" name="pl21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9" name="pl21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0" name="pl21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1" name="pl22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2" name="pl22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3" name="pl22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4" name="pl22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5" name="pl22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6" name="pl22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7" name="pl22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8" name="pl22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9" name="pl22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0" name="pl22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1" name="pl22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2" name="pl22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3" name="pl22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4" name="pl22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5" name="pl22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6" name="pl22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7" name="pl22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8" name="pl22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9" name="pl22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0" name="pl22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1" name="pl22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2" name="pl22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3" name="pl22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4" name="pl22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5" name="pl22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6" name="pl22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7" name="pl22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8" name="pl22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9" name="pl22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0" name="pl22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1" name="pl22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2" name="pl22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3" name="pl22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4" name="pl22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5" name="pl22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6" name="pl22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7" name="pl22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8" name="pl22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9" name="pl22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0" name="pl22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1" name="pl22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2" name="pl22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3" name="pl22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4" name="pl22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5" name="pl22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6" name="pl22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7" name="pl22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8" name="pl22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9" name="pl22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0" name="pl22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1" name="pl22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2" name="pl22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3" name="pl22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4" name="pl22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5" name="pl22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6" name="pl22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7" name="pl22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8" name="pl22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9" name="pl22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0" name="pl22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1" name="pl22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2" name="pl22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3" name="pl22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4" name="pl22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5" name="pl22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6" name="pl22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7" name="pl22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8" name="pl22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9" name="pl22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0" name="pl22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1" name="pl22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2" name="pl22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3" name="pl22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4" name="pl22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5" name="pl22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6" name="pl22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7" name="pl22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8" name="pl22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9" name="pl22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0" name="pl22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1" name="pl22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2" name="pl22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3" name="pl22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4" name="pl22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5" name="pl22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6" name="pl22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7" name="pl22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8" name="pl22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9" name="pl22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0" name="pl22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1" name="pl22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2" name="pl22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3" name="pl22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4" name="pl22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5" name="pl22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6" name="pl22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7" name="pl22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8" name="pl22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9" name="pl22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0" name="pl22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1" name="pl23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2" name="pl23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3" name="pl23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4" name="pl23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5" name="pl23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6" name="pl23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7" name="pl23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8" name="pl23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9" name="pl23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0" name="pl23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1" name="pl23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2" name="pl23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3" name="pl23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4" name="pl23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5" name="pl23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6" name="pl23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7" name="pl23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8" name="pl23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9" name="pl23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0" name="pl23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1" name="pl23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2" name="pl23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3" name="pl23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4" name="pl23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5" name="pl23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6" name="pl23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7" name="pl23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8" name="pl23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9" name="pl23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0" name="pl23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1" name="pl23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2" name="pl23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3" name="pl23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4" name="pl23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5" name="pl23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6" name="pl23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7" name="pl23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8" name="pl23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9" name="pl23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0" name="pl23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1" name="pl23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2" name="pl23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3" name="pl23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4" name="pl23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5" name="pl23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6" name="pl23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7" name="pl23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8" name="pl23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9" name="pl23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0" name="pl23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1" name="pl23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2" name="pl23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3" name="pl23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4" name="pl23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5" name="pl23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6" name="pl23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7" name="pl23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8" name="pl23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9" name="pl23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0" name="pl23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1" name="pl23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2" name="pl23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3" name="pl23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4" name="pl23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5" name="pl23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6" name="pl23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7" name="pl23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8" name="pl23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9" name="pl23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0" name="pl23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1" name="pl23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2" name="pl23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3" name="pl23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4" name="pl23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5" name="pl23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6" name="pl23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7" name="pl23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8" name="pl23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9" name="pl23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0" name="pl23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1" name="pl23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2" name="pl23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3" name="pl23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4" name="pl23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5" name="pl23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6" name="pl23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7" name="pl23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8" name="pl23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9" name="pl23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0" name="pl23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1" name="pl23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2" name="pl23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3" name="pl23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4" name="pl23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5" name="pl23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6" name="pl23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7" name="pl23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8" name="pl23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9" name="pl23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0" name="pl23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1" name="pl24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2" name="pl24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3" name="pl24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4" name="pl24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5" name="pl24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6" name="pl24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7" name="pl24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8" name="pl24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9" name="pl24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0" name="pl24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1" name="pl24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2" name="pl24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3" name="pl24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4" name="pl24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5" name="pl24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6" name="pl24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7" name="pl24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8" name="pl24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9" name="pl24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0" name="pl24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1" name="pl24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2" name="pl24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3" name="pl24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4" name="pl24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5" name="pl24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6" name="pl24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7" name="pl24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8" name="pl24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9" name="pl24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0" name="pl24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1" name="pl24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2" name="pl24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3" name="pl24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4" name="pl24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5" name="pl24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6" name="pl24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7" name="pl24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8" name="pl24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9" name="pl24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0" name="pl24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1" name="pl24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2" name="pl24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3" name="pl24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4" name="pl24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5" name="pl24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6" name="pl24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7" name="pl24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8" name="pl24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9" name="pl24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0" name="pl24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1" name="pl24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2" name="pl24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3" name="pl24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4" name="pl24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5" name="pl24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6" name="pl24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7" name="pl24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8" name="pl24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9" name="pl24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0" name="pl24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1" name="pl24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2" name="pl24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3" name="pl24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4" name="pl24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5" name="pl24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6" name="pl24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7" name="pl24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8" name="pl24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9" name="pl24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0" name="pl24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1" name="pl24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2" name="pl24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3" name="pl24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4" name="pl24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5" name="pl24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6" name="pl24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7" name="pl24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8" name="pl24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9" name="pl24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0" name="pl24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1" name="pl24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2" name="pl24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3" name="pl24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4" name="pl24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5" name="pl24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6" name="pl24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7" name="pl24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8" name="pl24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9" name="pl24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0" name="pl24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1" name="pl24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2" name="pl24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3" name="pl249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4" name="pl249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5" name="pl249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6" name="pl249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7" name="pl249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8" name="pl249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9" name="pl249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0" name="pl249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1" name="pl250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2" name="pl250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3" name="pl250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4" name="pl250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5" name="pl250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6" name="pl250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7" name="pl250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8" name="pl250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9" name="pl250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0" name="pl250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1" name="pl251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2" name="pl251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3" name="pl251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4" name="pl251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5" name="pl251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6" name="pl251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7" name="pl251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8" name="pl251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9" name="pl251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0" name="pl251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1" name="pl252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2" name="pl252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3" name="pl252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4" name="pl252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5" name="pl252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6" name="pl252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7" name="pl252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8" name="pl252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9" name="pl252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0" name="pl252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1" name="pl253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2" name="pl253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3" name="pl253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4" name="pl253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5" name="pl253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6" name="pl253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7" name="pl253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8" name="pl253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9" name="pl253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0" name="pl253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1" name="pl254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2" name="pl254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3" name="pl254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4" name="pl254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5" name="pl254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6" name="pl254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7" name="pl254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8" name="pl254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9" name="pl254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0" name="pl254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1" name="pl255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2" name="pl255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3" name="pl255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4" name="pl255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5" name="pl255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6" name="pl255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7" name="pl255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8" name="pl255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9" name="pl255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0" name="pl255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1" name="pl256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2" name="pl256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3" name="pl256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4" name="pl256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5" name="pl256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6" name="pl256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7" name="pl256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8" name="pl256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9" name="pl256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0" name="pl256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1" name="pl257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2" name="pl257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3" name="pl257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4" name="pl257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5" name="pl257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6" name="pl257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7" name="pl257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8" name="pl257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9" name="pl257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0" name="pl257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1" name="pl258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2" name="pl258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3" name="pl2582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4" name="pl2583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5" name="pl2584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6" name="pl2585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7" name="pl2586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8" name="pl2587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9" name="pl2588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0" name="pl2589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1" name="pl2590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2" name="pl2591"/>
            <p:cNvSpPr/>
            <p:nvPr/>
          </p:nvSpPr>
          <p:spPr>
            <a:xfrm>
              <a:off x="1208299" y="1619894"/>
              <a:ext cx="8694872" cy="4186732"/>
            </a:xfrm>
            <a:custGeom>
              <a:avLst/>
              <a:pathLst>
                <a:path w="8694872" h="4186732">
                  <a:moveTo>
                    <a:pt x="0" y="4186732"/>
                  </a:moveTo>
                  <a:lnTo>
                    <a:pt x="8694872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3" name="pl2592"/>
            <p:cNvSpPr/>
            <p:nvPr/>
          </p:nvSpPr>
          <p:spPr>
            <a:xfrm>
              <a:off x="773555" y="1410558"/>
              <a:ext cx="0" cy="4605405"/>
            </a:xfrm>
            <a:custGeom>
              <a:avLst/>
              <a:pathLst>
                <a:path w="0" h="4605405">
                  <a:moveTo>
                    <a:pt x="0" y="4605405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4" name="tx2593"/>
            <p:cNvSpPr/>
            <p:nvPr/>
          </p:nvSpPr>
          <p:spPr>
            <a:xfrm>
              <a:off x="626081" y="5759128"/>
              <a:ext cx="73456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</a:t>
              </a:r>
            </a:p>
          </p:txBody>
        </p:sp>
        <p:sp>
          <p:nvSpPr>
            <p:cNvPr id="2595" name="tx2594"/>
            <p:cNvSpPr/>
            <p:nvPr/>
          </p:nvSpPr>
          <p:spPr>
            <a:xfrm>
              <a:off x="552624" y="4921782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2596" name="tx2595"/>
            <p:cNvSpPr/>
            <p:nvPr/>
          </p:nvSpPr>
          <p:spPr>
            <a:xfrm>
              <a:off x="552624" y="4084113"/>
              <a:ext cx="146913" cy="9519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2597" name="tx2596"/>
            <p:cNvSpPr/>
            <p:nvPr/>
          </p:nvSpPr>
          <p:spPr>
            <a:xfrm>
              <a:off x="552624" y="3246960"/>
              <a:ext cx="146913" cy="9499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2598" name="tx2597"/>
            <p:cNvSpPr/>
            <p:nvPr/>
          </p:nvSpPr>
          <p:spPr>
            <a:xfrm>
              <a:off x="552624" y="2409484"/>
              <a:ext cx="146913" cy="9512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2599" name="tx2598"/>
            <p:cNvSpPr/>
            <p:nvPr/>
          </p:nvSpPr>
          <p:spPr>
            <a:xfrm>
              <a:off x="552624" y="1572396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50</a:t>
              </a:r>
            </a:p>
          </p:txBody>
        </p:sp>
        <p:sp>
          <p:nvSpPr>
            <p:cNvPr id="2600" name="pl2599"/>
            <p:cNvSpPr/>
            <p:nvPr/>
          </p:nvSpPr>
          <p:spPr>
            <a:xfrm>
              <a:off x="732434" y="5806627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1" name="pl2600"/>
            <p:cNvSpPr/>
            <p:nvPr/>
          </p:nvSpPr>
          <p:spPr>
            <a:xfrm>
              <a:off x="732434" y="4969280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2" name="pl2601"/>
            <p:cNvSpPr/>
            <p:nvPr/>
          </p:nvSpPr>
          <p:spPr>
            <a:xfrm>
              <a:off x="732434" y="4131934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3" name="pl2602"/>
            <p:cNvSpPr/>
            <p:nvPr/>
          </p:nvSpPr>
          <p:spPr>
            <a:xfrm>
              <a:off x="732434" y="3294587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4" name="pl2603"/>
            <p:cNvSpPr/>
            <p:nvPr/>
          </p:nvSpPr>
          <p:spPr>
            <a:xfrm>
              <a:off x="732434" y="2457241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5" name="pl2604"/>
            <p:cNvSpPr/>
            <p:nvPr/>
          </p:nvSpPr>
          <p:spPr>
            <a:xfrm>
              <a:off x="732434" y="1619894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6" name="pl2605"/>
            <p:cNvSpPr/>
            <p:nvPr/>
          </p:nvSpPr>
          <p:spPr>
            <a:xfrm>
              <a:off x="773555" y="6015963"/>
              <a:ext cx="9564359" cy="0"/>
            </a:xfrm>
            <a:custGeom>
              <a:avLst/>
              <a:pathLst>
                <a:path w="9564359" h="0">
                  <a:moveTo>
                    <a:pt x="0" y="0"/>
                  </a:moveTo>
                  <a:lnTo>
                    <a:pt x="9564359" y="0"/>
                  </a:lnTo>
                </a:path>
              </a:pathLst>
            </a:custGeom>
            <a:ln w="16014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7" name="pl2606"/>
            <p:cNvSpPr/>
            <p:nvPr/>
          </p:nvSpPr>
          <p:spPr>
            <a:xfrm>
              <a:off x="1208299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8" name="pl2607"/>
            <p:cNvSpPr/>
            <p:nvPr/>
          </p:nvSpPr>
          <p:spPr>
            <a:xfrm>
              <a:off x="2947273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9" name="pl2608"/>
            <p:cNvSpPr/>
            <p:nvPr/>
          </p:nvSpPr>
          <p:spPr>
            <a:xfrm>
              <a:off x="4686248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0" name="pl2609"/>
            <p:cNvSpPr/>
            <p:nvPr/>
          </p:nvSpPr>
          <p:spPr>
            <a:xfrm>
              <a:off x="6425222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1" name="pl2610"/>
            <p:cNvSpPr/>
            <p:nvPr/>
          </p:nvSpPr>
          <p:spPr>
            <a:xfrm>
              <a:off x="8164197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2" name="pl2611"/>
            <p:cNvSpPr/>
            <p:nvPr/>
          </p:nvSpPr>
          <p:spPr>
            <a:xfrm>
              <a:off x="9903171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3" name="tx2612"/>
            <p:cNvSpPr/>
            <p:nvPr/>
          </p:nvSpPr>
          <p:spPr>
            <a:xfrm>
              <a:off x="1171570" y="6089852"/>
              <a:ext cx="73456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</a:t>
              </a:r>
            </a:p>
          </p:txBody>
        </p:sp>
        <p:sp>
          <p:nvSpPr>
            <p:cNvPr id="2614" name="tx2613"/>
            <p:cNvSpPr/>
            <p:nvPr/>
          </p:nvSpPr>
          <p:spPr>
            <a:xfrm>
              <a:off x="2873816" y="6089852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2615" name="tx2614"/>
            <p:cNvSpPr/>
            <p:nvPr/>
          </p:nvSpPr>
          <p:spPr>
            <a:xfrm>
              <a:off x="4612791" y="6089529"/>
              <a:ext cx="146913" cy="9519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2616" name="tx2615"/>
            <p:cNvSpPr/>
            <p:nvPr/>
          </p:nvSpPr>
          <p:spPr>
            <a:xfrm>
              <a:off x="6351765" y="6089723"/>
              <a:ext cx="146913" cy="9499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2617" name="tx2616"/>
            <p:cNvSpPr/>
            <p:nvPr/>
          </p:nvSpPr>
          <p:spPr>
            <a:xfrm>
              <a:off x="8090740" y="6089594"/>
              <a:ext cx="146913" cy="9512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2618" name="tx2617"/>
            <p:cNvSpPr/>
            <p:nvPr/>
          </p:nvSpPr>
          <p:spPr>
            <a:xfrm>
              <a:off x="9829714" y="6089852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50</a:t>
              </a:r>
            </a:p>
          </p:txBody>
        </p:sp>
        <p:sp>
          <p:nvSpPr>
            <p:cNvPr id="2619" name="tx2618"/>
            <p:cNvSpPr/>
            <p:nvPr/>
          </p:nvSpPr>
          <p:spPr>
            <a:xfrm>
              <a:off x="4982198" y="6217005"/>
              <a:ext cx="1147074" cy="15647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Objective mean</a:t>
              </a:r>
            </a:p>
          </p:txBody>
        </p:sp>
        <p:sp>
          <p:nvSpPr>
            <p:cNvPr id="2620" name="tx2619"/>
            <p:cNvSpPr/>
            <p:nvPr/>
          </p:nvSpPr>
          <p:spPr>
            <a:xfrm rot="-5400000">
              <a:off x="-346645" y="3635023"/>
              <a:ext cx="1486786" cy="15647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Subjective response</a:t>
              </a:r>
            </a:p>
          </p:txBody>
        </p:sp>
        <p:sp>
          <p:nvSpPr>
            <p:cNvPr id="2621" name="rc2620"/>
            <p:cNvSpPr/>
            <p:nvPr/>
          </p:nvSpPr>
          <p:spPr>
            <a:xfrm>
              <a:off x="10502398" y="3183243"/>
              <a:ext cx="1119680" cy="106003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22" name="tx2621"/>
            <p:cNvSpPr/>
            <p:nvPr/>
          </p:nvSpPr>
          <p:spPr>
            <a:xfrm>
              <a:off x="10584639" y="3248354"/>
              <a:ext cx="733921" cy="1538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Array size</a:t>
              </a:r>
            </a:p>
          </p:txBody>
        </p:sp>
        <p:sp>
          <p:nvSpPr>
            <p:cNvPr id="2623" name="rc2622"/>
            <p:cNvSpPr/>
            <p:nvPr/>
          </p:nvSpPr>
          <p:spPr>
            <a:xfrm>
              <a:off x="10584639" y="3502669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24" name="rc2623"/>
            <p:cNvSpPr/>
            <p:nvPr/>
          </p:nvSpPr>
          <p:spPr>
            <a:xfrm>
              <a:off x="10593639" y="3511669"/>
              <a:ext cx="201455" cy="201456"/>
            </a:xfrm>
            <a:prstGeom prst="rect">
              <a:avLst/>
            </a:prstGeom>
            <a:solidFill>
              <a:srgbClr val="F8766D">
                <a:alpha val="14901"/>
              </a:srgbClr>
            </a:solidFill>
          </p:spPr>
          <p:txBody>
            <a:bodyPr/>
            <a:lstStyle/>
            <a:p/>
          </p:txBody>
        </p:sp>
        <p:sp>
          <p:nvSpPr>
            <p:cNvPr id="2625" name="pl2624"/>
            <p:cNvSpPr/>
            <p:nvPr/>
          </p:nvSpPr>
          <p:spPr>
            <a:xfrm>
              <a:off x="10606585" y="3612397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6" name="rc2625"/>
            <p:cNvSpPr/>
            <p:nvPr/>
          </p:nvSpPr>
          <p:spPr>
            <a:xfrm>
              <a:off x="10584639" y="3722125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27" name="rc2626"/>
            <p:cNvSpPr/>
            <p:nvPr/>
          </p:nvSpPr>
          <p:spPr>
            <a:xfrm>
              <a:off x="10593639" y="3731125"/>
              <a:ext cx="201455" cy="201456"/>
            </a:xfrm>
            <a:prstGeom prst="rect">
              <a:avLst/>
            </a:prstGeom>
            <a:solidFill>
              <a:srgbClr val="00BA38">
                <a:alpha val="14901"/>
              </a:srgbClr>
            </a:solidFill>
          </p:spPr>
          <p:txBody>
            <a:bodyPr/>
            <a:lstStyle/>
            <a:p/>
          </p:txBody>
        </p:sp>
        <p:sp>
          <p:nvSpPr>
            <p:cNvPr id="2628" name="pl2627"/>
            <p:cNvSpPr/>
            <p:nvPr/>
          </p:nvSpPr>
          <p:spPr>
            <a:xfrm>
              <a:off x="10606585" y="3831853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9" name="rc2628"/>
            <p:cNvSpPr/>
            <p:nvPr/>
          </p:nvSpPr>
          <p:spPr>
            <a:xfrm>
              <a:off x="10584639" y="3941581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630" name="rc2629"/>
            <p:cNvSpPr/>
            <p:nvPr/>
          </p:nvSpPr>
          <p:spPr>
            <a:xfrm>
              <a:off x="10593639" y="3950581"/>
              <a:ext cx="201455" cy="201456"/>
            </a:xfrm>
            <a:prstGeom prst="rect">
              <a:avLst/>
            </a:prstGeom>
            <a:solidFill>
              <a:srgbClr val="619CFF">
                <a:alpha val="14901"/>
              </a:srgbClr>
            </a:solidFill>
          </p:spPr>
          <p:txBody>
            <a:bodyPr/>
            <a:lstStyle/>
            <a:p/>
          </p:txBody>
        </p:sp>
        <p:sp>
          <p:nvSpPr>
            <p:cNvPr id="2631" name="pl2630"/>
            <p:cNvSpPr/>
            <p:nvPr/>
          </p:nvSpPr>
          <p:spPr>
            <a:xfrm>
              <a:off x="10606585" y="4051309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2" name="tx2631"/>
            <p:cNvSpPr/>
            <p:nvPr/>
          </p:nvSpPr>
          <p:spPr>
            <a:xfrm>
              <a:off x="10886337" y="3539553"/>
              <a:ext cx="580042" cy="1202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 squares</a:t>
              </a:r>
            </a:p>
          </p:txBody>
        </p:sp>
        <p:sp>
          <p:nvSpPr>
            <p:cNvPr id="2633" name="tx2632"/>
            <p:cNvSpPr/>
            <p:nvPr/>
          </p:nvSpPr>
          <p:spPr>
            <a:xfrm>
              <a:off x="10886337" y="3759331"/>
              <a:ext cx="653499" cy="11989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 squares</a:t>
              </a:r>
            </a:p>
          </p:txBody>
        </p:sp>
        <p:sp>
          <p:nvSpPr>
            <p:cNvPr id="2634" name="tx2633"/>
            <p:cNvSpPr/>
            <p:nvPr/>
          </p:nvSpPr>
          <p:spPr>
            <a:xfrm>
              <a:off x="10886337" y="3978465"/>
              <a:ext cx="653499" cy="1202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 squares</a:t>
              </a:r>
            </a:p>
          </p:txBody>
        </p:sp>
        <p:sp>
          <p:nvSpPr>
            <p:cNvPr id="2635" name="tx2634"/>
            <p:cNvSpPr/>
            <p:nvPr/>
          </p:nvSpPr>
          <p:spPr>
            <a:xfrm>
              <a:off x="773555" y="1136452"/>
              <a:ext cx="2074068" cy="1553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Model-based regression line</a:t>
              </a:r>
            </a:p>
          </p:txBody>
        </p:sp>
        <p:sp>
          <p:nvSpPr>
            <p:cNvPr id="2636" name="tx2635"/>
            <p:cNvSpPr/>
            <p:nvPr/>
          </p:nvSpPr>
          <p:spPr>
            <a:xfrm>
              <a:off x="773555" y="863410"/>
              <a:ext cx="3182592" cy="18389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5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56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Experiment 3 - Experience condition</a:t>
              </a:r>
            </a:p>
          </p:txBody>
        </p: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p:ph/>
          </p:nvPr>
        </p:nvSpPr>
        <p:spPr>
          <a:xfrm>
            <a:off x="274320" y="182880"/>
            <a:ext cx="11430000" cy="457200"/>
          </a:xfrm>
        </p:spPr>
        <p:txBody>
          <a:bodyPr/>
          <a:lstStyle/>
          <a:p>
            <a:r>
              <a:rPr/>
              <a:t>Exp 3 - Average reverse Galton</a:t>
            </a:r>
          </a:p>
        </p:txBody>
      </p:sp>
      <p:grpSp xmlns:pic="http://schemas.openxmlformats.org/drawingml/2006/picture">
        <p:nvGrpSpPr>
          <p:cNvPr id="3" name=""/>
          <p:cNvGrpSpPr/>
          <p:nvPr/>
        </p:nvGrpSpPr>
        <p:grpSpPr>
          <a:xfrm>
            <a:off x="274320" y="822960"/>
            <a:ext cx="11430000" cy="5669280"/>
            <a:chOff x="274320" y="822960"/>
            <a:chExt cx="11430000" cy="5669280"/>
          </a:xfrm>
        </p:grpSpPr>
        <p:sp>
          <p:nvSpPr>
            <p:cNvPr id="4" name="rc3"/>
            <p:cNvSpPr/>
            <p:nvPr/>
          </p:nvSpPr>
          <p:spPr>
            <a:xfrm>
              <a:off x="274320" y="822960"/>
              <a:ext cx="1143000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4"/>
            <p:cNvSpPr/>
            <p:nvPr/>
          </p:nvSpPr>
          <p:spPr>
            <a:xfrm>
              <a:off x="274320" y="822960"/>
              <a:ext cx="1143000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7246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rc5"/>
            <p:cNvSpPr/>
            <p:nvPr/>
          </p:nvSpPr>
          <p:spPr>
            <a:xfrm>
              <a:off x="824706" y="1556978"/>
              <a:ext cx="10373511" cy="4405747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6"/>
            <p:cNvSpPr/>
            <p:nvPr/>
          </p:nvSpPr>
          <p:spPr>
            <a:xfrm>
              <a:off x="3483803" y="4000165"/>
              <a:ext cx="5055317" cy="1762299"/>
            </a:xfrm>
            <a:custGeom>
              <a:avLst/>
              <a:pathLst>
                <a:path w="5055317" h="1762299">
                  <a:moveTo>
                    <a:pt x="0" y="1762299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7"/>
            <p:cNvSpPr/>
            <p:nvPr/>
          </p:nvSpPr>
          <p:spPr>
            <a:xfrm>
              <a:off x="3483803" y="4641001"/>
              <a:ext cx="5055317" cy="961254"/>
            </a:xfrm>
            <a:custGeom>
              <a:avLst/>
              <a:pathLst>
                <a:path w="5055317" h="961254">
                  <a:moveTo>
                    <a:pt x="0" y="961254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8"/>
            <p:cNvSpPr/>
            <p:nvPr/>
          </p:nvSpPr>
          <p:spPr>
            <a:xfrm>
              <a:off x="3483803" y="4641001"/>
              <a:ext cx="5055317" cy="881149"/>
            </a:xfrm>
            <a:custGeom>
              <a:avLst/>
              <a:pathLst>
                <a:path w="5055317" h="881149">
                  <a:moveTo>
                    <a:pt x="0" y="881149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9"/>
            <p:cNvSpPr/>
            <p:nvPr/>
          </p:nvSpPr>
          <p:spPr>
            <a:xfrm>
              <a:off x="3483803" y="4128333"/>
              <a:ext cx="5055317" cy="1313713"/>
            </a:xfrm>
            <a:custGeom>
              <a:avLst/>
              <a:pathLst>
                <a:path w="5055317" h="1313713">
                  <a:moveTo>
                    <a:pt x="0" y="1313713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0"/>
            <p:cNvSpPr/>
            <p:nvPr/>
          </p:nvSpPr>
          <p:spPr>
            <a:xfrm>
              <a:off x="3483803" y="4520845"/>
              <a:ext cx="5055317" cy="841097"/>
            </a:xfrm>
            <a:custGeom>
              <a:avLst/>
              <a:pathLst>
                <a:path w="5055317" h="841097">
                  <a:moveTo>
                    <a:pt x="0" y="841097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1"/>
            <p:cNvSpPr/>
            <p:nvPr/>
          </p:nvSpPr>
          <p:spPr>
            <a:xfrm>
              <a:off x="3483803" y="4400688"/>
              <a:ext cx="5055317" cy="881149"/>
            </a:xfrm>
            <a:custGeom>
              <a:avLst/>
              <a:pathLst>
                <a:path w="5055317" h="881149">
                  <a:moveTo>
                    <a:pt x="0" y="881149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2"/>
            <p:cNvSpPr/>
            <p:nvPr/>
          </p:nvSpPr>
          <p:spPr>
            <a:xfrm>
              <a:off x="3483803" y="4457429"/>
              <a:ext cx="5055317" cy="744304"/>
            </a:xfrm>
            <a:custGeom>
              <a:avLst/>
              <a:pathLst>
                <a:path w="5055317" h="744304">
                  <a:moveTo>
                    <a:pt x="0" y="744304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3"/>
            <p:cNvSpPr/>
            <p:nvPr/>
          </p:nvSpPr>
          <p:spPr>
            <a:xfrm>
              <a:off x="3483803" y="4442121"/>
              <a:ext cx="5055317" cy="679507"/>
            </a:xfrm>
            <a:custGeom>
              <a:avLst/>
              <a:pathLst>
                <a:path w="5055317" h="679507">
                  <a:moveTo>
                    <a:pt x="0" y="679507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4"/>
            <p:cNvSpPr/>
            <p:nvPr/>
          </p:nvSpPr>
          <p:spPr>
            <a:xfrm>
              <a:off x="3483803" y="4337015"/>
              <a:ext cx="5055317" cy="704508"/>
            </a:xfrm>
            <a:custGeom>
              <a:avLst/>
              <a:pathLst>
                <a:path w="5055317" h="704508">
                  <a:moveTo>
                    <a:pt x="0" y="704508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5"/>
            <p:cNvSpPr/>
            <p:nvPr/>
          </p:nvSpPr>
          <p:spPr>
            <a:xfrm>
              <a:off x="3483803" y="4349712"/>
              <a:ext cx="5055317" cy="611707"/>
            </a:xfrm>
            <a:custGeom>
              <a:avLst/>
              <a:pathLst>
                <a:path w="5055317" h="611707">
                  <a:moveTo>
                    <a:pt x="0" y="611707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6"/>
            <p:cNvSpPr/>
            <p:nvPr/>
          </p:nvSpPr>
          <p:spPr>
            <a:xfrm>
              <a:off x="3483803" y="4341351"/>
              <a:ext cx="5055317" cy="539963"/>
            </a:xfrm>
            <a:custGeom>
              <a:avLst/>
              <a:pathLst>
                <a:path w="5055317" h="539963">
                  <a:moveTo>
                    <a:pt x="0" y="539963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7"/>
            <p:cNvSpPr/>
            <p:nvPr/>
          </p:nvSpPr>
          <p:spPr>
            <a:xfrm>
              <a:off x="3483803" y="4257799"/>
              <a:ext cx="5055317" cy="543411"/>
            </a:xfrm>
            <a:custGeom>
              <a:avLst/>
              <a:pathLst>
                <a:path w="5055317" h="543411">
                  <a:moveTo>
                    <a:pt x="0" y="543411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8"/>
            <p:cNvSpPr/>
            <p:nvPr/>
          </p:nvSpPr>
          <p:spPr>
            <a:xfrm>
              <a:off x="3483803" y="4242644"/>
              <a:ext cx="5055317" cy="478462"/>
            </a:xfrm>
            <a:custGeom>
              <a:avLst/>
              <a:pathLst>
                <a:path w="5055317" h="478462">
                  <a:moveTo>
                    <a:pt x="0" y="478462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19"/>
            <p:cNvSpPr/>
            <p:nvPr/>
          </p:nvSpPr>
          <p:spPr>
            <a:xfrm>
              <a:off x="3483803" y="4262276"/>
              <a:ext cx="5055317" cy="378725"/>
            </a:xfrm>
            <a:custGeom>
              <a:avLst/>
              <a:pathLst>
                <a:path w="5055317" h="378725">
                  <a:moveTo>
                    <a:pt x="0" y="378725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0"/>
            <p:cNvSpPr/>
            <p:nvPr/>
          </p:nvSpPr>
          <p:spPr>
            <a:xfrm>
              <a:off x="3483803" y="4143106"/>
              <a:ext cx="5055317" cy="417790"/>
            </a:xfrm>
            <a:custGeom>
              <a:avLst/>
              <a:pathLst>
                <a:path w="5055317" h="417790">
                  <a:moveTo>
                    <a:pt x="0" y="417790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1"/>
            <p:cNvSpPr/>
            <p:nvPr/>
          </p:nvSpPr>
          <p:spPr>
            <a:xfrm>
              <a:off x="3483803" y="4081896"/>
              <a:ext cx="5055317" cy="398896"/>
            </a:xfrm>
            <a:custGeom>
              <a:avLst/>
              <a:pathLst>
                <a:path w="5055317" h="398896">
                  <a:moveTo>
                    <a:pt x="0" y="398896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2"/>
            <p:cNvSpPr/>
            <p:nvPr/>
          </p:nvSpPr>
          <p:spPr>
            <a:xfrm>
              <a:off x="3483803" y="4055015"/>
              <a:ext cx="5055317" cy="345672"/>
            </a:xfrm>
            <a:custGeom>
              <a:avLst/>
              <a:pathLst>
                <a:path w="5055317" h="345672">
                  <a:moveTo>
                    <a:pt x="0" y="345672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3"/>
            <p:cNvSpPr/>
            <p:nvPr/>
          </p:nvSpPr>
          <p:spPr>
            <a:xfrm>
              <a:off x="3483803" y="3986422"/>
              <a:ext cx="5055317" cy="334161"/>
            </a:xfrm>
            <a:custGeom>
              <a:avLst/>
              <a:pathLst>
                <a:path w="5055317" h="334161">
                  <a:moveTo>
                    <a:pt x="0" y="334161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4"/>
            <p:cNvSpPr/>
            <p:nvPr/>
          </p:nvSpPr>
          <p:spPr>
            <a:xfrm>
              <a:off x="3483803" y="3970588"/>
              <a:ext cx="5055317" cy="269890"/>
            </a:xfrm>
            <a:custGeom>
              <a:avLst/>
              <a:pathLst>
                <a:path w="5055317" h="269890">
                  <a:moveTo>
                    <a:pt x="0" y="269890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5"/>
            <p:cNvSpPr/>
            <p:nvPr/>
          </p:nvSpPr>
          <p:spPr>
            <a:xfrm>
              <a:off x="3483803" y="3860967"/>
              <a:ext cx="5055317" cy="299406"/>
            </a:xfrm>
            <a:custGeom>
              <a:avLst/>
              <a:pathLst>
                <a:path w="5055317" h="299406">
                  <a:moveTo>
                    <a:pt x="0" y="299406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6"/>
            <p:cNvSpPr/>
            <p:nvPr/>
          </p:nvSpPr>
          <p:spPr>
            <a:xfrm>
              <a:off x="3483803" y="3810523"/>
              <a:ext cx="5055317" cy="269747"/>
            </a:xfrm>
            <a:custGeom>
              <a:avLst/>
              <a:pathLst>
                <a:path w="5055317" h="269747">
                  <a:moveTo>
                    <a:pt x="0" y="269747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7"/>
            <p:cNvSpPr/>
            <p:nvPr/>
          </p:nvSpPr>
          <p:spPr>
            <a:xfrm>
              <a:off x="3483803" y="3784069"/>
              <a:ext cx="5055317" cy="216095"/>
            </a:xfrm>
            <a:custGeom>
              <a:avLst/>
              <a:pathLst>
                <a:path w="5055317" h="216095">
                  <a:moveTo>
                    <a:pt x="0" y="216095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8"/>
            <p:cNvSpPr/>
            <p:nvPr/>
          </p:nvSpPr>
          <p:spPr>
            <a:xfrm>
              <a:off x="3483803" y="3662607"/>
              <a:ext cx="5055317" cy="257453"/>
            </a:xfrm>
            <a:custGeom>
              <a:avLst/>
              <a:pathLst>
                <a:path w="5055317" h="257453">
                  <a:moveTo>
                    <a:pt x="0" y="257453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29"/>
            <p:cNvSpPr/>
            <p:nvPr/>
          </p:nvSpPr>
          <p:spPr>
            <a:xfrm>
              <a:off x="3483803" y="3592054"/>
              <a:ext cx="5055317" cy="247902"/>
            </a:xfrm>
            <a:custGeom>
              <a:avLst/>
              <a:pathLst>
                <a:path w="5055317" h="247902">
                  <a:moveTo>
                    <a:pt x="0" y="247902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0"/>
            <p:cNvSpPr/>
            <p:nvPr/>
          </p:nvSpPr>
          <p:spPr>
            <a:xfrm>
              <a:off x="3483803" y="3595124"/>
              <a:ext cx="5055317" cy="164727"/>
            </a:xfrm>
            <a:custGeom>
              <a:avLst/>
              <a:pathLst>
                <a:path w="5055317" h="164727">
                  <a:moveTo>
                    <a:pt x="0" y="164727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1"/>
            <p:cNvSpPr/>
            <p:nvPr/>
          </p:nvSpPr>
          <p:spPr>
            <a:xfrm>
              <a:off x="3483803" y="3487103"/>
              <a:ext cx="5055317" cy="192643"/>
            </a:xfrm>
            <a:custGeom>
              <a:avLst/>
              <a:pathLst>
                <a:path w="5055317" h="192643">
                  <a:moveTo>
                    <a:pt x="0" y="192643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2"/>
            <p:cNvSpPr/>
            <p:nvPr/>
          </p:nvSpPr>
          <p:spPr>
            <a:xfrm>
              <a:off x="3483803" y="3466135"/>
              <a:ext cx="5055317" cy="133507"/>
            </a:xfrm>
            <a:custGeom>
              <a:avLst/>
              <a:pathLst>
                <a:path w="5055317" h="133507">
                  <a:moveTo>
                    <a:pt x="0" y="133507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3"/>
            <p:cNvSpPr/>
            <p:nvPr/>
          </p:nvSpPr>
          <p:spPr>
            <a:xfrm>
              <a:off x="3483803" y="3409265"/>
              <a:ext cx="5055317" cy="110273"/>
            </a:xfrm>
            <a:custGeom>
              <a:avLst/>
              <a:pathLst>
                <a:path w="5055317" h="110273">
                  <a:moveTo>
                    <a:pt x="0" y="110273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4"/>
            <p:cNvSpPr/>
            <p:nvPr/>
          </p:nvSpPr>
          <p:spPr>
            <a:xfrm>
              <a:off x="3483803" y="3340443"/>
              <a:ext cx="5055317" cy="98990"/>
            </a:xfrm>
            <a:custGeom>
              <a:avLst/>
              <a:pathLst>
                <a:path w="5055317" h="98990">
                  <a:moveTo>
                    <a:pt x="0" y="98990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5"/>
            <p:cNvSpPr/>
            <p:nvPr/>
          </p:nvSpPr>
          <p:spPr>
            <a:xfrm>
              <a:off x="3483803" y="3283009"/>
              <a:ext cx="5055317" cy="76320"/>
            </a:xfrm>
            <a:custGeom>
              <a:avLst/>
              <a:pathLst>
                <a:path w="5055317" h="76320">
                  <a:moveTo>
                    <a:pt x="0" y="76320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6"/>
            <p:cNvSpPr/>
            <p:nvPr/>
          </p:nvSpPr>
          <p:spPr>
            <a:xfrm>
              <a:off x="3483803" y="3279225"/>
              <a:ext cx="5055317" cy="75612"/>
            </a:xfrm>
            <a:custGeom>
              <a:avLst/>
              <a:pathLst>
                <a:path w="5055317" h="75612">
                  <a:moveTo>
                    <a:pt x="0" y="0"/>
                  </a:moveTo>
                  <a:lnTo>
                    <a:pt x="5055317" y="75612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7"/>
            <p:cNvSpPr/>
            <p:nvPr/>
          </p:nvSpPr>
          <p:spPr>
            <a:xfrm>
              <a:off x="3483803" y="3199120"/>
              <a:ext cx="5055317" cy="31345"/>
            </a:xfrm>
            <a:custGeom>
              <a:avLst/>
              <a:pathLst>
                <a:path w="5055317" h="31345">
                  <a:moveTo>
                    <a:pt x="0" y="0"/>
                  </a:moveTo>
                  <a:lnTo>
                    <a:pt x="5055317" y="31345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8"/>
            <p:cNvSpPr/>
            <p:nvPr/>
          </p:nvSpPr>
          <p:spPr>
            <a:xfrm>
              <a:off x="3483803" y="3119016"/>
              <a:ext cx="5055317" cy="151308"/>
            </a:xfrm>
            <a:custGeom>
              <a:avLst/>
              <a:pathLst>
                <a:path w="5055317" h="151308">
                  <a:moveTo>
                    <a:pt x="0" y="0"/>
                  </a:moveTo>
                  <a:lnTo>
                    <a:pt x="5055317" y="151308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39"/>
            <p:cNvSpPr/>
            <p:nvPr/>
          </p:nvSpPr>
          <p:spPr>
            <a:xfrm>
              <a:off x="3483803" y="3038911"/>
              <a:ext cx="5055317" cy="128167"/>
            </a:xfrm>
            <a:custGeom>
              <a:avLst/>
              <a:pathLst>
                <a:path w="5055317" h="128167">
                  <a:moveTo>
                    <a:pt x="0" y="0"/>
                  </a:moveTo>
                  <a:lnTo>
                    <a:pt x="5055317" y="128167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0"/>
            <p:cNvSpPr/>
            <p:nvPr/>
          </p:nvSpPr>
          <p:spPr>
            <a:xfrm>
              <a:off x="3483803" y="2958807"/>
              <a:ext cx="5055317" cy="254525"/>
            </a:xfrm>
            <a:custGeom>
              <a:avLst/>
              <a:pathLst>
                <a:path w="5055317" h="254525">
                  <a:moveTo>
                    <a:pt x="0" y="0"/>
                  </a:moveTo>
                  <a:lnTo>
                    <a:pt x="5055317" y="254525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1"/>
            <p:cNvSpPr/>
            <p:nvPr/>
          </p:nvSpPr>
          <p:spPr>
            <a:xfrm>
              <a:off x="3483803" y="2878702"/>
              <a:ext cx="5055317" cy="310404"/>
            </a:xfrm>
            <a:custGeom>
              <a:avLst/>
              <a:pathLst>
                <a:path w="5055317" h="310404">
                  <a:moveTo>
                    <a:pt x="0" y="0"/>
                  </a:moveTo>
                  <a:lnTo>
                    <a:pt x="5055317" y="310404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2"/>
            <p:cNvSpPr/>
            <p:nvPr/>
          </p:nvSpPr>
          <p:spPr>
            <a:xfrm>
              <a:off x="3483803" y="2798598"/>
              <a:ext cx="5055317" cy="351974"/>
            </a:xfrm>
            <a:custGeom>
              <a:avLst/>
              <a:pathLst>
                <a:path w="5055317" h="351974">
                  <a:moveTo>
                    <a:pt x="0" y="0"/>
                  </a:moveTo>
                  <a:lnTo>
                    <a:pt x="5055317" y="351974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3"/>
            <p:cNvSpPr/>
            <p:nvPr/>
          </p:nvSpPr>
          <p:spPr>
            <a:xfrm>
              <a:off x="3483803" y="2718493"/>
              <a:ext cx="5055317" cy="352459"/>
            </a:xfrm>
            <a:custGeom>
              <a:avLst/>
              <a:pathLst>
                <a:path w="5055317" h="352459">
                  <a:moveTo>
                    <a:pt x="0" y="0"/>
                  </a:moveTo>
                  <a:lnTo>
                    <a:pt x="5055317" y="352459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4"/>
            <p:cNvSpPr/>
            <p:nvPr/>
          </p:nvSpPr>
          <p:spPr>
            <a:xfrm>
              <a:off x="3483803" y="2638389"/>
              <a:ext cx="5055317" cy="411203"/>
            </a:xfrm>
            <a:custGeom>
              <a:avLst/>
              <a:pathLst>
                <a:path w="5055317" h="411203">
                  <a:moveTo>
                    <a:pt x="0" y="0"/>
                  </a:moveTo>
                  <a:lnTo>
                    <a:pt x="5055317" y="411203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5"/>
            <p:cNvSpPr/>
            <p:nvPr/>
          </p:nvSpPr>
          <p:spPr>
            <a:xfrm>
              <a:off x="3483803" y="2558284"/>
              <a:ext cx="5055317" cy="456595"/>
            </a:xfrm>
            <a:custGeom>
              <a:avLst/>
              <a:pathLst>
                <a:path w="5055317" h="456595">
                  <a:moveTo>
                    <a:pt x="0" y="0"/>
                  </a:moveTo>
                  <a:lnTo>
                    <a:pt x="5055317" y="456595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6"/>
            <p:cNvSpPr/>
            <p:nvPr/>
          </p:nvSpPr>
          <p:spPr>
            <a:xfrm>
              <a:off x="3483803" y="2478180"/>
              <a:ext cx="5055317" cy="534030"/>
            </a:xfrm>
            <a:custGeom>
              <a:avLst/>
              <a:pathLst>
                <a:path w="5055317" h="534030">
                  <a:moveTo>
                    <a:pt x="0" y="0"/>
                  </a:moveTo>
                  <a:lnTo>
                    <a:pt x="5055317" y="53403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7"/>
            <p:cNvSpPr/>
            <p:nvPr/>
          </p:nvSpPr>
          <p:spPr>
            <a:xfrm>
              <a:off x="3483803" y="2398075"/>
              <a:ext cx="5055317" cy="650849"/>
            </a:xfrm>
            <a:custGeom>
              <a:avLst/>
              <a:pathLst>
                <a:path w="5055317" h="650849">
                  <a:moveTo>
                    <a:pt x="0" y="0"/>
                  </a:moveTo>
                  <a:lnTo>
                    <a:pt x="5055317" y="650849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8"/>
            <p:cNvSpPr/>
            <p:nvPr/>
          </p:nvSpPr>
          <p:spPr>
            <a:xfrm>
              <a:off x="3483803" y="2317971"/>
              <a:ext cx="5055317" cy="801045"/>
            </a:xfrm>
            <a:custGeom>
              <a:avLst/>
              <a:pathLst>
                <a:path w="5055317" h="801045">
                  <a:moveTo>
                    <a:pt x="0" y="0"/>
                  </a:moveTo>
                  <a:lnTo>
                    <a:pt x="5055317" y="801045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49"/>
            <p:cNvSpPr/>
            <p:nvPr/>
          </p:nvSpPr>
          <p:spPr>
            <a:xfrm>
              <a:off x="3483803" y="2237866"/>
              <a:ext cx="5055317" cy="801045"/>
            </a:xfrm>
            <a:custGeom>
              <a:avLst/>
              <a:pathLst>
                <a:path w="5055317" h="801045">
                  <a:moveTo>
                    <a:pt x="0" y="0"/>
                  </a:moveTo>
                  <a:lnTo>
                    <a:pt x="5055317" y="801045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0"/>
            <p:cNvSpPr/>
            <p:nvPr/>
          </p:nvSpPr>
          <p:spPr>
            <a:xfrm>
              <a:off x="3483803" y="1917448"/>
              <a:ext cx="5055317" cy="1121463"/>
            </a:xfrm>
            <a:custGeom>
              <a:avLst/>
              <a:pathLst>
                <a:path w="5055317" h="1121463">
                  <a:moveTo>
                    <a:pt x="0" y="0"/>
                  </a:moveTo>
                  <a:lnTo>
                    <a:pt x="5055317" y="1121463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t51"/>
            <p:cNvSpPr/>
            <p:nvPr/>
          </p:nvSpPr>
          <p:spPr>
            <a:xfrm>
              <a:off x="3463042" y="574170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t52"/>
            <p:cNvSpPr/>
            <p:nvPr/>
          </p:nvSpPr>
          <p:spPr>
            <a:xfrm>
              <a:off x="3463042" y="558149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t53"/>
            <p:cNvSpPr/>
            <p:nvPr/>
          </p:nvSpPr>
          <p:spPr>
            <a:xfrm>
              <a:off x="3463042" y="550139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t54"/>
            <p:cNvSpPr/>
            <p:nvPr/>
          </p:nvSpPr>
          <p:spPr>
            <a:xfrm>
              <a:off x="3463042" y="542128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t55"/>
            <p:cNvSpPr/>
            <p:nvPr/>
          </p:nvSpPr>
          <p:spPr>
            <a:xfrm>
              <a:off x="3463042" y="534118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t56"/>
            <p:cNvSpPr/>
            <p:nvPr/>
          </p:nvSpPr>
          <p:spPr>
            <a:xfrm>
              <a:off x="3463042" y="526107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t57"/>
            <p:cNvSpPr/>
            <p:nvPr/>
          </p:nvSpPr>
          <p:spPr>
            <a:xfrm>
              <a:off x="3463042" y="518097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t58"/>
            <p:cNvSpPr/>
            <p:nvPr/>
          </p:nvSpPr>
          <p:spPr>
            <a:xfrm>
              <a:off x="3463042" y="510086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t59"/>
            <p:cNvSpPr/>
            <p:nvPr/>
          </p:nvSpPr>
          <p:spPr>
            <a:xfrm>
              <a:off x="3463042" y="502076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t60"/>
            <p:cNvSpPr/>
            <p:nvPr/>
          </p:nvSpPr>
          <p:spPr>
            <a:xfrm>
              <a:off x="3463042" y="494065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t61"/>
            <p:cNvSpPr/>
            <p:nvPr/>
          </p:nvSpPr>
          <p:spPr>
            <a:xfrm>
              <a:off x="3463042" y="486055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t62"/>
            <p:cNvSpPr/>
            <p:nvPr/>
          </p:nvSpPr>
          <p:spPr>
            <a:xfrm>
              <a:off x="3463042" y="478045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t63"/>
            <p:cNvSpPr/>
            <p:nvPr/>
          </p:nvSpPr>
          <p:spPr>
            <a:xfrm>
              <a:off x="3463042" y="470034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t64"/>
            <p:cNvSpPr/>
            <p:nvPr/>
          </p:nvSpPr>
          <p:spPr>
            <a:xfrm>
              <a:off x="3463042" y="462024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t65"/>
            <p:cNvSpPr/>
            <p:nvPr/>
          </p:nvSpPr>
          <p:spPr>
            <a:xfrm>
              <a:off x="3463042" y="454013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t66"/>
            <p:cNvSpPr/>
            <p:nvPr/>
          </p:nvSpPr>
          <p:spPr>
            <a:xfrm>
              <a:off x="3463042" y="446003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t67"/>
            <p:cNvSpPr/>
            <p:nvPr/>
          </p:nvSpPr>
          <p:spPr>
            <a:xfrm>
              <a:off x="3463042" y="437992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t68"/>
            <p:cNvSpPr/>
            <p:nvPr/>
          </p:nvSpPr>
          <p:spPr>
            <a:xfrm>
              <a:off x="3463042" y="429982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t69"/>
            <p:cNvSpPr/>
            <p:nvPr/>
          </p:nvSpPr>
          <p:spPr>
            <a:xfrm>
              <a:off x="3463042" y="421971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t70"/>
            <p:cNvSpPr/>
            <p:nvPr/>
          </p:nvSpPr>
          <p:spPr>
            <a:xfrm>
              <a:off x="3463042" y="413961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t71"/>
            <p:cNvSpPr/>
            <p:nvPr/>
          </p:nvSpPr>
          <p:spPr>
            <a:xfrm>
              <a:off x="3463042" y="405950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t72"/>
            <p:cNvSpPr/>
            <p:nvPr/>
          </p:nvSpPr>
          <p:spPr>
            <a:xfrm>
              <a:off x="3463042" y="397940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t73"/>
            <p:cNvSpPr/>
            <p:nvPr/>
          </p:nvSpPr>
          <p:spPr>
            <a:xfrm>
              <a:off x="3463042" y="389930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t74"/>
            <p:cNvSpPr/>
            <p:nvPr/>
          </p:nvSpPr>
          <p:spPr>
            <a:xfrm>
              <a:off x="3463042" y="381919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t75"/>
            <p:cNvSpPr/>
            <p:nvPr/>
          </p:nvSpPr>
          <p:spPr>
            <a:xfrm>
              <a:off x="3463042" y="373909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t76"/>
            <p:cNvSpPr/>
            <p:nvPr/>
          </p:nvSpPr>
          <p:spPr>
            <a:xfrm>
              <a:off x="3463042" y="365898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t77"/>
            <p:cNvSpPr/>
            <p:nvPr/>
          </p:nvSpPr>
          <p:spPr>
            <a:xfrm>
              <a:off x="3463042" y="357888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t78"/>
            <p:cNvSpPr/>
            <p:nvPr/>
          </p:nvSpPr>
          <p:spPr>
            <a:xfrm>
              <a:off x="3463042" y="349877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t79"/>
            <p:cNvSpPr/>
            <p:nvPr/>
          </p:nvSpPr>
          <p:spPr>
            <a:xfrm>
              <a:off x="3463042" y="341867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t80"/>
            <p:cNvSpPr/>
            <p:nvPr/>
          </p:nvSpPr>
          <p:spPr>
            <a:xfrm>
              <a:off x="3463042" y="333856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t81"/>
            <p:cNvSpPr/>
            <p:nvPr/>
          </p:nvSpPr>
          <p:spPr>
            <a:xfrm>
              <a:off x="3463042" y="325846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t82"/>
            <p:cNvSpPr/>
            <p:nvPr/>
          </p:nvSpPr>
          <p:spPr>
            <a:xfrm>
              <a:off x="3463042" y="317836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t83"/>
            <p:cNvSpPr/>
            <p:nvPr/>
          </p:nvSpPr>
          <p:spPr>
            <a:xfrm>
              <a:off x="3463042" y="309825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t84"/>
            <p:cNvSpPr/>
            <p:nvPr/>
          </p:nvSpPr>
          <p:spPr>
            <a:xfrm>
              <a:off x="3463042" y="301815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t85"/>
            <p:cNvSpPr/>
            <p:nvPr/>
          </p:nvSpPr>
          <p:spPr>
            <a:xfrm>
              <a:off x="3463042" y="293804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t86"/>
            <p:cNvSpPr/>
            <p:nvPr/>
          </p:nvSpPr>
          <p:spPr>
            <a:xfrm>
              <a:off x="3463042" y="285794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t87"/>
            <p:cNvSpPr/>
            <p:nvPr/>
          </p:nvSpPr>
          <p:spPr>
            <a:xfrm>
              <a:off x="3463042" y="277783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t88"/>
            <p:cNvSpPr/>
            <p:nvPr/>
          </p:nvSpPr>
          <p:spPr>
            <a:xfrm>
              <a:off x="3463042" y="269773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t89"/>
            <p:cNvSpPr/>
            <p:nvPr/>
          </p:nvSpPr>
          <p:spPr>
            <a:xfrm>
              <a:off x="3463042" y="261762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t90"/>
            <p:cNvSpPr/>
            <p:nvPr/>
          </p:nvSpPr>
          <p:spPr>
            <a:xfrm>
              <a:off x="3463042" y="253752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t91"/>
            <p:cNvSpPr/>
            <p:nvPr/>
          </p:nvSpPr>
          <p:spPr>
            <a:xfrm>
              <a:off x="3463042" y="245741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t92"/>
            <p:cNvSpPr/>
            <p:nvPr/>
          </p:nvSpPr>
          <p:spPr>
            <a:xfrm>
              <a:off x="3463042" y="237731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t93"/>
            <p:cNvSpPr/>
            <p:nvPr/>
          </p:nvSpPr>
          <p:spPr>
            <a:xfrm>
              <a:off x="3463042" y="229721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t94"/>
            <p:cNvSpPr/>
            <p:nvPr/>
          </p:nvSpPr>
          <p:spPr>
            <a:xfrm>
              <a:off x="3463042" y="221710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t95"/>
            <p:cNvSpPr/>
            <p:nvPr/>
          </p:nvSpPr>
          <p:spPr>
            <a:xfrm>
              <a:off x="3463042" y="189668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t96"/>
            <p:cNvSpPr/>
            <p:nvPr/>
          </p:nvSpPr>
          <p:spPr>
            <a:xfrm>
              <a:off x="8514294" y="397533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t97"/>
            <p:cNvSpPr/>
            <p:nvPr/>
          </p:nvSpPr>
          <p:spPr>
            <a:xfrm>
              <a:off x="8514294" y="461617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t98"/>
            <p:cNvSpPr/>
            <p:nvPr/>
          </p:nvSpPr>
          <p:spPr>
            <a:xfrm>
              <a:off x="8514294" y="461617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t99"/>
            <p:cNvSpPr/>
            <p:nvPr/>
          </p:nvSpPr>
          <p:spPr>
            <a:xfrm>
              <a:off x="8514294" y="410350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t100"/>
            <p:cNvSpPr/>
            <p:nvPr/>
          </p:nvSpPr>
          <p:spPr>
            <a:xfrm>
              <a:off x="8514294" y="449601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t101"/>
            <p:cNvSpPr/>
            <p:nvPr/>
          </p:nvSpPr>
          <p:spPr>
            <a:xfrm>
              <a:off x="8514294" y="437586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t102"/>
            <p:cNvSpPr/>
            <p:nvPr/>
          </p:nvSpPr>
          <p:spPr>
            <a:xfrm>
              <a:off x="8514294" y="443260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t103"/>
            <p:cNvSpPr/>
            <p:nvPr/>
          </p:nvSpPr>
          <p:spPr>
            <a:xfrm>
              <a:off x="8514294" y="441729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t104"/>
            <p:cNvSpPr/>
            <p:nvPr/>
          </p:nvSpPr>
          <p:spPr>
            <a:xfrm>
              <a:off x="8514294" y="431218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t105"/>
            <p:cNvSpPr/>
            <p:nvPr/>
          </p:nvSpPr>
          <p:spPr>
            <a:xfrm>
              <a:off x="8514294" y="432488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t106"/>
            <p:cNvSpPr/>
            <p:nvPr/>
          </p:nvSpPr>
          <p:spPr>
            <a:xfrm>
              <a:off x="8514294" y="431652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t107"/>
            <p:cNvSpPr/>
            <p:nvPr/>
          </p:nvSpPr>
          <p:spPr>
            <a:xfrm>
              <a:off x="8514294" y="423297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t108"/>
            <p:cNvSpPr/>
            <p:nvPr/>
          </p:nvSpPr>
          <p:spPr>
            <a:xfrm>
              <a:off x="8514294" y="421781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t109"/>
            <p:cNvSpPr/>
            <p:nvPr/>
          </p:nvSpPr>
          <p:spPr>
            <a:xfrm>
              <a:off x="8514294" y="423745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t110"/>
            <p:cNvSpPr/>
            <p:nvPr/>
          </p:nvSpPr>
          <p:spPr>
            <a:xfrm>
              <a:off x="8514294" y="411828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t111"/>
            <p:cNvSpPr/>
            <p:nvPr/>
          </p:nvSpPr>
          <p:spPr>
            <a:xfrm>
              <a:off x="8514294" y="405707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t112"/>
            <p:cNvSpPr/>
            <p:nvPr/>
          </p:nvSpPr>
          <p:spPr>
            <a:xfrm>
              <a:off x="8514294" y="403018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t113"/>
            <p:cNvSpPr/>
            <p:nvPr/>
          </p:nvSpPr>
          <p:spPr>
            <a:xfrm>
              <a:off x="8514294" y="396159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t114"/>
            <p:cNvSpPr/>
            <p:nvPr/>
          </p:nvSpPr>
          <p:spPr>
            <a:xfrm>
              <a:off x="8514294" y="394576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t115"/>
            <p:cNvSpPr/>
            <p:nvPr/>
          </p:nvSpPr>
          <p:spPr>
            <a:xfrm>
              <a:off x="8514294" y="383614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t116"/>
            <p:cNvSpPr/>
            <p:nvPr/>
          </p:nvSpPr>
          <p:spPr>
            <a:xfrm>
              <a:off x="8514294" y="378569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t117"/>
            <p:cNvSpPr/>
            <p:nvPr/>
          </p:nvSpPr>
          <p:spPr>
            <a:xfrm>
              <a:off x="8514294" y="375924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t118"/>
            <p:cNvSpPr/>
            <p:nvPr/>
          </p:nvSpPr>
          <p:spPr>
            <a:xfrm>
              <a:off x="8514294" y="363778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t119"/>
            <p:cNvSpPr/>
            <p:nvPr/>
          </p:nvSpPr>
          <p:spPr>
            <a:xfrm>
              <a:off x="8514294" y="356722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t120"/>
            <p:cNvSpPr/>
            <p:nvPr/>
          </p:nvSpPr>
          <p:spPr>
            <a:xfrm>
              <a:off x="8514294" y="357029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t121"/>
            <p:cNvSpPr/>
            <p:nvPr/>
          </p:nvSpPr>
          <p:spPr>
            <a:xfrm>
              <a:off x="8514294" y="346227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t122"/>
            <p:cNvSpPr/>
            <p:nvPr/>
          </p:nvSpPr>
          <p:spPr>
            <a:xfrm>
              <a:off x="8514294" y="344130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t123"/>
            <p:cNvSpPr/>
            <p:nvPr/>
          </p:nvSpPr>
          <p:spPr>
            <a:xfrm>
              <a:off x="8514294" y="338443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t124"/>
            <p:cNvSpPr/>
            <p:nvPr/>
          </p:nvSpPr>
          <p:spPr>
            <a:xfrm>
              <a:off x="8514294" y="331561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t125"/>
            <p:cNvSpPr/>
            <p:nvPr/>
          </p:nvSpPr>
          <p:spPr>
            <a:xfrm>
              <a:off x="8514294" y="325818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t126"/>
            <p:cNvSpPr/>
            <p:nvPr/>
          </p:nvSpPr>
          <p:spPr>
            <a:xfrm>
              <a:off x="8514294" y="333001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t127"/>
            <p:cNvSpPr/>
            <p:nvPr/>
          </p:nvSpPr>
          <p:spPr>
            <a:xfrm>
              <a:off x="8514294" y="320564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t128"/>
            <p:cNvSpPr/>
            <p:nvPr/>
          </p:nvSpPr>
          <p:spPr>
            <a:xfrm>
              <a:off x="8514294" y="324549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t129"/>
            <p:cNvSpPr/>
            <p:nvPr/>
          </p:nvSpPr>
          <p:spPr>
            <a:xfrm>
              <a:off x="8514294" y="314225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t130"/>
            <p:cNvSpPr/>
            <p:nvPr/>
          </p:nvSpPr>
          <p:spPr>
            <a:xfrm>
              <a:off x="8514294" y="318850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t131"/>
            <p:cNvSpPr/>
            <p:nvPr/>
          </p:nvSpPr>
          <p:spPr>
            <a:xfrm>
              <a:off x="8514294" y="316428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t132"/>
            <p:cNvSpPr/>
            <p:nvPr/>
          </p:nvSpPr>
          <p:spPr>
            <a:xfrm>
              <a:off x="8514294" y="312574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t133"/>
            <p:cNvSpPr/>
            <p:nvPr/>
          </p:nvSpPr>
          <p:spPr>
            <a:xfrm>
              <a:off x="8514294" y="304612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t134"/>
            <p:cNvSpPr/>
            <p:nvPr/>
          </p:nvSpPr>
          <p:spPr>
            <a:xfrm>
              <a:off x="8514294" y="302476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t135"/>
            <p:cNvSpPr/>
            <p:nvPr/>
          </p:nvSpPr>
          <p:spPr>
            <a:xfrm>
              <a:off x="8514294" y="299005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t136"/>
            <p:cNvSpPr/>
            <p:nvPr/>
          </p:nvSpPr>
          <p:spPr>
            <a:xfrm>
              <a:off x="8514294" y="298738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t137"/>
            <p:cNvSpPr/>
            <p:nvPr/>
          </p:nvSpPr>
          <p:spPr>
            <a:xfrm>
              <a:off x="8514294" y="302409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t138"/>
            <p:cNvSpPr/>
            <p:nvPr/>
          </p:nvSpPr>
          <p:spPr>
            <a:xfrm>
              <a:off x="8514294" y="309419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t139"/>
            <p:cNvSpPr/>
            <p:nvPr/>
          </p:nvSpPr>
          <p:spPr>
            <a:xfrm>
              <a:off x="8514294" y="301408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t140"/>
            <p:cNvSpPr/>
            <p:nvPr/>
          </p:nvSpPr>
          <p:spPr>
            <a:xfrm>
              <a:off x="8514294" y="301408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l141"/>
            <p:cNvSpPr/>
            <p:nvPr/>
          </p:nvSpPr>
          <p:spPr>
            <a:xfrm>
              <a:off x="3483803" y="1556978"/>
              <a:ext cx="0" cy="4405747"/>
            </a:xfrm>
            <a:custGeom>
              <a:avLst/>
              <a:pathLst>
                <a:path w="0" h="4405747">
                  <a:moveTo>
                    <a:pt x="0" y="4405747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l142"/>
            <p:cNvSpPr/>
            <p:nvPr/>
          </p:nvSpPr>
          <p:spPr>
            <a:xfrm>
              <a:off x="8539120" y="1556978"/>
              <a:ext cx="0" cy="4405747"/>
            </a:xfrm>
            <a:custGeom>
              <a:avLst/>
              <a:pathLst>
                <a:path w="0" h="4405747">
                  <a:moveTo>
                    <a:pt x="0" y="4405747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l143"/>
            <p:cNvSpPr/>
            <p:nvPr/>
          </p:nvSpPr>
          <p:spPr>
            <a:xfrm>
              <a:off x="3407973" y="4961419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l144"/>
            <p:cNvSpPr/>
            <p:nvPr/>
          </p:nvSpPr>
          <p:spPr>
            <a:xfrm>
              <a:off x="3407973" y="4560897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l145"/>
            <p:cNvSpPr/>
            <p:nvPr/>
          </p:nvSpPr>
          <p:spPr>
            <a:xfrm>
              <a:off x="3407973" y="4160374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l146"/>
            <p:cNvSpPr/>
            <p:nvPr/>
          </p:nvSpPr>
          <p:spPr>
            <a:xfrm>
              <a:off x="3407973" y="3759852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l147"/>
            <p:cNvSpPr/>
            <p:nvPr/>
          </p:nvSpPr>
          <p:spPr>
            <a:xfrm>
              <a:off x="3407973" y="3359329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l148"/>
            <p:cNvSpPr/>
            <p:nvPr/>
          </p:nvSpPr>
          <p:spPr>
            <a:xfrm>
              <a:off x="3407973" y="2958807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l149"/>
            <p:cNvSpPr/>
            <p:nvPr/>
          </p:nvSpPr>
          <p:spPr>
            <a:xfrm>
              <a:off x="3407973" y="2558284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l150"/>
            <p:cNvSpPr/>
            <p:nvPr/>
          </p:nvSpPr>
          <p:spPr>
            <a:xfrm>
              <a:off x="8539120" y="4961419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l151"/>
            <p:cNvSpPr/>
            <p:nvPr/>
          </p:nvSpPr>
          <p:spPr>
            <a:xfrm>
              <a:off x="8539120" y="4560897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l152"/>
            <p:cNvSpPr/>
            <p:nvPr/>
          </p:nvSpPr>
          <p:spPr>
            <a:xfrm>
              <a:off x="8539120" y="4160374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l153"/>
            <p:cNvSpPr/>
            <p:nvPr/>
          </p:nvSpPr>
          <p:spPr>
            <a:xfrm>
              <a:off x="8539120" y="3759852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l154"/>
            <p:cNvSpPr/>
            <p:nvPr/>
          </p:nvSpPr>
          <p:spPr>
            <a:xfrm>
              <a:off x="8539120" y="3359329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l155"/>
            <p:cNvSpPr/>
            <p:nvPr/>
          </p:nvSpPr>
          <p:spPr>
            <a:xfrm>
              <a:off x="8539120" y="2958807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l156"/>
            <p:cNvSpPr/>
            <p:nvPr/>
          </p:nvSpPr>
          <p:spPr>
            <a:xfrm>
              <a:off x="8539120" y="2558284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tx157"/>
            <p:cNvSpPr/>
            <p:nvPr/>
          </p:nvSpPr>
          <p:spPr>
            <a:xfrm>
              <a:off x="3173068" y="4926333"/>
              <a:ext cx="108521" cy="70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159" name="tx158"/>
            <p:cNvSpPr/>
            <p:nvPr/>
          </p:nvSpPr>
          <p:spPr>
            <a:xfrm>
              <a:off x="3173068" y="4526240"/>
              <a:ext cx="108521" cy="69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15</a:t>
              </a:r>
            </a:p>
          </p:txBody>
        </p:sp>
        <p:sp>
          <p:nvSpPr>
            <p:cNvPr id="160" name="tx159"/>
            <p:cNvSpPr/>
            <p:nvPr/>
          </p:nvSpPr>
          <p:spPr>
            <a:xfrm>
              <a:off x="3173068" y="4125050"/>
              <a:ext cx="108521" cy="7031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161" name="tx160"/>
            <p:cNvSpPr/>
            <p:nvPr/>
          </p:nvSpPr>
          <p:spPr>
            <a:xfrm>
              <a:off x="3173068" y="3724671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25</a:t>
              </a:r>
            </a:p>
          </p:txBody>
        </p:sp>
        <p:sp>
          <p:nvSpPr>
            <p:cNvPr id="162" name="tx161"/>
            <p:cNvSpPr/>
            <p:nvPr/>
          </p:nvSpPr>
          <p:spPr>
            <a:xfrm>
              <a:off x="3173068" y="3324148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163" name="tx162"/>
            <p:cNvSpPr/>
            <p:nvPr/>
          </p:nvSpPr>
          <p:spPr>
            <a:xfrm>
              <a:off x="3173068" y="2923625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35</a:t>
              </a:r>
            </a:p>
          </p:txBody>
        </p:sp>
        <p:sp>
          <p:nvSpPr>
            <p:cNvPr id="164" name="tx163"/>
            <p:cNvSpPr/>
            <p:nvPr/>
          </p:nvSpPr>
          <p:spPr>
            <a:xfrm>
              <a:off x="3173068" y="2523008"/>
              <a:ext cx="108521" cy="7026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165" name="tx164"/>
            <p:cNvSpPr/>
            <p:nvPr/>
          </p:nvSpPr>
          <p:spPr>
            <a:xfrm>
              <a:off x="8741333" y="4926333"/>
              <a:ext cx="108521" cy="70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166" name="tx165"/>
            <p:cNvSpPr/>
            <p:nvPr/>
          </p:nvSpPr>
          <p:spPr>
            <a:xfrm>
              <a:off x="8741333" y="4526240"/>
              <a:ext cx="108521" cy="69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15</a:t>
              </a:r>
            </a:p>
          </p:txBody>
        </p:sp>
        <p:sp>
          <p:nvSpPr>
            <p:cNvPr id="167" name="tx166"/>
            <p:cNvSpPr/>
            <p:nvPr/>
          </p:nvSpPr>
          <p:spPr>
            <a:xfrm>
              <a:off x="8741333" y="4125050"/>
              <a:ext cx="108521" cy="7031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168" name="tx167"/>
            <p:cNvSpPr/>
            <p:nvPr/>
          </p:nvSpPr>
          <p:spPr>
            <a:xfrm>
              <a:off x="8741333" y="3724671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25</a:t>
              </a:r>
            </a:p>
          </p:txBody>
        </p:sp>
        <p:sp>
          <p:nvSpPr>
            <p:cNvPr id="169" name="tx168"/>
            <p:cNvSpPr/>
            <p:nvPr/>
          </p:nvSpPr>
          <p:spPr>
            <a:xfrm>
              <a:off x="8741333" y="3324148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170" name="tx169"/>
            <p:cNvSpPr/>
            <p:nvPr/>
          </p:nvSpPr>
          <p:spPr>
            <a:xfrm>
              <a:off x="8741333" y="2923625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35</a:t>
              </a:r>
            </a:p>
          </p:txBody>
        </p:sp>
        <p:sp>
          <p:nvSpPr>
            <p:cNvPr id="171" name="tx170"/>
            <p:cNvSpPr/>
            <p:nvPr/>
          </p:nvSpPr>
          <p:spPr>
            <a:xfrm>
              <a:off x="8741333" y="2523008"/>
              <a:ext cx="108521" cy="7026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172" name="pl171"/>
            <p:cNvSpPr/>
            <p:nvPr/>
          </p:nvSpPr>
          <p:spPr>
            <a:xfrm>
              <a:off x="824706" y="1556978"/>
              <a:ext cx="0" cy="4405747"/>
            </a:xfrm>
            <a:custGeom>
              <a:avLst/>
              <a:pathLst>
                <a:path w="0" h="4405747">
                  <a:moveTo>
                    <a:pt x="0" y="4405747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l172"/>
            <p:cNvSpPr/>
            <p:nvPr/>
          </p:nvSpPr>
          <p:spPr>
            <a:xfrm>
              <a:off x="824706" y="5962726"/>
              <a:ext cx="10373511" cy="0"/>
            </a:xfrm>
            <a:custGeom>
              <a:avLst/>
              <a:pathLst>
                <a:path w="10373511" h="0">
                  <a:moveTo>
                    <a:pt x="0" y="0"/>
                  </a:moveTo>
                  <a:lnTo>
                    <a:pt x="10373511" y="0"/>
                  </a:lnTo>
                </a:path>
              </a:pathLst>
            </a:custGeom>
            <a:ln w="17246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l173"/>
            <p:cNvSpPr/>
            <p:nvPr/>
          </p:nvSpPr>
          <p:spPr>
            <a:xfrm>
              <a:off x="3483803" y="5962726"/>
              <a:ext cx="0" cy="44283"/>
            </a:xfrm>
            <a:custGeom>
              <a:avLst/>
              <a:pathLst>
                <a:path w="0" h="44283">
                  <a:moveTo>
                    <a:pt x="0" y="44283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l174"/>
            <p:cNvSpPr/>
            <p:nvPr/>
          </p:nvSpPr>
          <p:spPr>
            <a:xfrm>
              <a:off x="8539120" y="5962726"/>
              <a:ext cx="0" cy="44283"/>
            </a:xfrm>
            <a:custGeom>
              <a:avLst/>
              <a:pathLst>
                <a:path w="0" h="44283">
                  <a:moveTo>
                    <a:pt x="0" y="44283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tx175"/>
            <p:cNvSpPr/>
            <p:nvPr/>
          </p:nvSpPr>
          <p:spPr>
            <a:xfrm>
              <a:off x="3163554" y="6012780"/>
              <a:ext cx="640496" cy="13168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Response</a:t>
              </a:r>
            </a:p>
          </p:txBody>
        </p:sp>
        <p:sp>
          <p:nvSpPr>
            <p:cNvPr id="177" name="tx176"/>
            <p:cNvSpPr/>
            <p:nvPr/>
          </p:nvSpPr>
          <p:spPr>
            <a:xfrm>
              <a:off x="8060762" y="6012086"/>
              <a:ext cx="956716" cy="1323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Mean objective</a:t>
              </a:r>
            </a:p>
          </p:txBody>
        </p:sp>
        <p:sp>
          <p:nvSpPr>
            <p:cNvPr id="178" name="tx177"/>
            <p:cNvSpPr/>
            <p:nvPr/>
          </p:nvSpPr>
          <p:spPr>
            <a:xfrm>
              <a:off x="824706" y="1261006"/>
              <a:ext cx="1956928" cy="168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Reverse Galton squeeze</a:t>
              </a:r>
            </a:p>
          </p:txBody>
        </p:sp>
        <p:sp>
          <p:nvSpPr>
            <p:cNvPr id="179" name="tx178"/>
            <p:cNvSpPr/>
            <p:nvPr/>
          </p:nvSpPr>
          <p:spPr>
            <a:xfrm>
              <a:off x="824706" y="965033"/>
              <a:ext cx="3154665" cy="20075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6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6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Experiment 3 - Average condition</a:t>
              </a:r>
            </a:p>
          </p:txBody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p:ph/>
          </p:nvPr>
        </p:nvSpPr>
        <p:spPr>
          <a:xfrm>
            <a:off x="274320" y="182880"/>
            <a:ext cx="11430000" cy="457200"/>
          </a:xfrm>
        </p:spPr>
        <p:txBody>
          <a:bodyPr/>
          <a:lstStyle/>
          <a:p>
            <a:r>
              <a:rPr/>
              <a:t>Exp 3 - Experience reverse Galton</a:t>
            </a:r>
          </a:p>
        </p:txBody>
      </p:sp>
      <p:grpSp xmlns:pic="http://schemas.openxmlformats.org/drawingml/2006/picture">
        <p:nvGrpSpPr>
          <p:cNvPr id="3" name=""/>
          <p:cNvGrpSpPr/>
          <p:nvPr/>
        </p:nvGrpSpPr>
        <p:grpSpPr>
          <a:xfrm>
            <a:off x="274320" y="822960"/>
            <a:ext cx="11430000" cy="5669280"/>
            <a:chOff x="274320" y="822960"/>
            <a:chExt cx="11430000" cy="5669280"/>
          </a:xfrm>
        </p:grpSpPr>
        <p:sp>
          <p:nvSpPr>
            <p:cNvPr id="4" name="rc3"/>
            <p:cNvSpPr/>
            <p:nvPr/>
          </p:nvSpPr>
          <p:spPr>
            <a:xfrm>
              <a:off x="274320" y="822960"/>
              <a:ext cx="1143000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4"/>
            <p:cNvSpPr/>
            <p:nvPr/>
          </p:nvSpPr>
          <p:spPr>
            <a:xfrm>
              <a:off x="274320" y="822960"/>
              <a:ext cx="1143000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7246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rc5"/>
            <p:cNvSpPr/>
            <p:nvPr/>
          </p:nvSpPr>
          <p:spPr>
            <a:xfrm>
              <a:off x="824706" y="1556978"/>
              <a:ext cx="10373511" cy="4405747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6"/>
            <p:cNvSpPr/>
            <p:nvPr/>
          </p:nvSpPr>
          <p:spPr>
            <a:xfrm>
              <a:off x="3483803" y="4480792"/>
              <a:ext cx="5055317" cy="1281672"/>
            </a:xfrm>
            <a:custGeom>
              <a:avLst/>
              <a:pathLst>
                <a:path w="5055317" h="1281672">
                  <a:moveTo>
                    <a:pt x="0" y="1281672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7"/>
            <p:cNvSpPr/>
            <p:nvPr/>
          </p:nvSpPr>
          <p:spPr>
            <a:xfrm>
              <a:off x="3483803" y="4641001"/>
              <a:ext cx="5055317" cy="1041358"/>
            </a:xfrm>
            <a:custGeom>
              <a:avLst/>
              <a:pathLst>
                <a:path w="5055317" h="1041358">
                  <a:moveTo>
                    <a:pt x="0" y="1041358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8"/>
            <p:cNvSpPr/>
            <p:nvPr/>
          </p:nvSpPr>
          <p:spPr>
            <a:xfrm>
              <a:off x="3483803" y="4440740"/>
              <a:ext cx="5055317" cy="1161515"/>
            </a:xfrm>
            <a:custGeom>
              <a:avLst/>
              <a:pathLst>
                <a:path w="5055317" h="1161515">
                  <a:moveTo>
                    <a:pt x="0" y="1161515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9"/>
            <p:cNvSpPr/>
            <p:nvPr/>
          </p:nvSpPr>
          <p:spPr>
            <a:xfrm>
              <a:off x="3483803" y="4641001"/>
              <a:ext cx="5055317" cy="881149"/>
            </a:xfrm>
            <a:custGeom>
              <a:avLst/>
              <a:pathLst>
                <a:path w="5055317" h="881149">
                  <a:moveTo>
                    <a:pt x="0" y="881149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0"/>
            <p:cNvSpPr/>
            <p:nvPr/>
          </p:nvSpPr>
          <p:spPr>
            <a:xfrm>
              <a:off x="3483803" y="4286253"/>
              <a:ext cx="5055317" cy="1155793"/>
            </a:xfrm>
            <a:custGeom>
              <a:avLst/>
              <a:pathLst>
                <a:path w="5055317" h="1155793">
                  <a:moveTo>
                    <a:pt x="0" y="1155793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1"/>
            <p:cNvSpPr/>
            <p:nvPr/>
          </p:nvSpPr>
          <p:spPr>
            <a:xfrm>
              <a:off x="3483803" y="4385283"/>
              <a:ext cx="5055317" cy="976658"/>
            </a:xfrm>
            <a:custGeom>
              <a:avLst/>
              <a:pathLst>
                <a:path w="5055317" h="976658">
                  <a:moveTo>
                    <a:pt x="0" y="976658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2"/>
            <p:cNvSpPr/>
            <p:nvPr/>
          </p:nvSpPr>
          <p:spPr>
            <a:xfrm>
              <a:off x="3483803" y="4404693"/>
              <a:ext cx="5055317" cy="877144"/>
            </a:xfrm>
            <a:custGeom>
              <a:avLst/>
              <a:pathLst>
                <a:path w="5055317" h="877144">
                  <a:moveTo>
                    <a:pt x="0" y="877144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3"/>
            <p:cNvSpPr/>
            <p:nvPr/>
          </p:nvSpPr>
          <p:spPr>
            <a:xfrm>
              <a:off x="3483803" y="4373152"/>
              <a:ext cx="5055317" cy="828580"/>
            </a:xfrm>
            <a:custGeom>
              <a:avLst/>
              <a:pathLst>
                <a:path w="5055317" h="828580">
                  <a:moveTo>
                    <a:pt x="0" y="828580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4"/>
            <p:cNvSpPr/>
            <p:nvPr/>
          </p:nvSpPr>
          <p:spPr>
            <a:xfrm>
              <a:off x="3483803" y="4410958"/>
              <a:ext cx="5055317" cy="710670"/>
            </a:xfrm>
            <a:custGeom>
              <a:avLst/>
              <a:pathLst>
                <a:path w="5055317" h="710670">
                  <a:moveTo>
                    <a:pt x="0" y="710670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5"/>
            <p:cNvSpPr/>
            <p:nvPr/>
          </p:nvSpPr>
          <p:spPr>
            <a:xfrm>
              <a:off x="3483803" y="4231578"/>
              <a:ext cx="5055317" cy="809945"/>
            </a:xfrm>
            <a:custGeom>
              <a:avLst/>
              <a:pathLst>
                <a:path w="5055317" h="809945">
                  <a:moveTo>
                    <a:pt x="0" y="809945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6"/>
            <p:cNvSpPr/>
            <p:nvPr/>
          </p:nvSpPr>
          <p:spPr>
            <a:xfrm>
              <a:off x="3483803" y="4336604"/>
              <a:ext cx="5055317" cy="624815"/>
            </a:xfrm>
            <a:custGeom>
              <a:avLst/>
              <a:pathLst>
                <a:path w="5055317" h="624815">
                  <a:moveTo>
                    <a:pt x="0" y="624815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7"/>
            <p:cNvSpPr/>
            <p:nvPr/>
          </p:nvSpPr>
          <p:spPr>
            <a:xfrm>
              <a:off x="3483803" y="4361887"/>
              <a:ext cx="5055317" cy="519427"/>
            </a:xfrm>
            <a:custGeom>
              <a:avLst/>
              <a:pathLst>
                <a:path w="5055317" h="519427">
                  <a:moveTo>
                    <a:pt x="0" y="519427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8"/>
            <p:cNvSpPr/>
            <p:nvPr/>
          </p:nvSpPr>
          <p:spPr>
            <a:xfrm>
              <a:off x="3483803" y="4239709"/>
              <a:ext cx="5055317" cy="561501"/>
            </a:xfrm>
            <a:custGeom>
              <a:avLst/>
              <a:pathLst>
                <a:path w="5055317" h="561501">
                  <a:moveTo>
                    <a:pt x="0" y="561501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19"/>
            <p:cNvSpPr/>
            <p:nvPr/>
          </p:nvSpPr>
          <p:spPr>
            <a:xfrm>
              <a:off x="3483803" y="4216309"/>
              <a:ext cx="5055317" cy="504796"/>
            </a:xfrm>
            <a:custGeom>
              <a:avLst/>
              <a:pathLst>
                <a:path w="5055317" h="504796">
                  <a:moveTo>
                    <a:pt x="0" y="504796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0"/>
            <p:cNvSpPr/>
            <p:nvPr/>
          </p:nvSpPr>
          <p:spPr>
            <a:xfrm>
              <a:off x="3483803" y="4224609"/>
              <a:ext cx="5055317" cy="416392"/>
            </a:xfrm>
            <a:custGeom>
              <a:avLst/>
              <a:pathLst>
                <a:path w="5055317" h="416392">
                  <a:moveTo>
                    <a:pt x="0" y="416392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1"/>
            <p:cNvSpPr/>
            <p:nvPr/>
          </p:nvSpPr>
          <p:spPr>
            <a:xfrm>
              <a:off x="3483803" y="4126764"/>
              <a:ext cx="5055317" cy="434132"/>
            </a:xfrm>
            <a:custGeom>
              <a:avLst/>
              <a:pathLst>
                <a:path w="5055317" h="434132">
                  <a:moveTo>
                    <a:pt x="0" y="434132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2"/>
            <p:cNvSpPr/>
            <p:nvPr/>
          </p:nvSpPr>
          <p:spPr>
            <a:xfrm>
              <a:off x="3483803" y="4141245"/>
              <a:ext cx="5055317" cy="339547"/>
            </a:xfrm>
            <a:custGeom>
              <a:avLst/>
              <a:pathLst>
                <a:path w="5055317" h="339547">
                  <a:moveTo>
                    <a:pt x="0" y="339547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3"/>
            <p:cNvSpPr/>
            <p:nvPr/>
          </p:nvSpPr>
          <p:spPr>
            <a:xfrm>
              <a:off x="3483803" y="4115121"/>
              <a:ext cx="5055317" cy="285567"/>
            </a:xfrm>
            <a:custGeom>
              <a:avLst/>
              <a:pathLst>
                <a:path w="5055317" h="285567">
                  <a:moveTo>
                    <a:pt x="0" y="285567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4"/>
            <p:cNvSpPr/>
            <p:nvPr/>
          </p:nvSpPr>
          <p:spPr>
            <a:xfrm>
              <a:off x="3483803" y="4012302"/>
              <a:ext cx="5055317" cy="308280"/>
            </a:xfrm>
            <a:custGeom>
              <a:avLst/>
              <a:pathLst>
                <a:path w="5055317" h="308280">
                  <a:moveTo>
                    <a:pt x="0" y="308280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5"/>
            <p:cNvSpPr/>
            <p:nvPr/>
          </p:nvSpPr>
          <p:spPr>
            <a:xfrm>
              <a:off x="3483803" y="3988474"/>
              <a:ext cx="5055317" cy="252004"/>
            </a:xfrm>
            <a:custGeom>
              <a:avLst/>
              <a:pathLst>
                <a:path w="5055317" h="252004">
                  <a:moveTo>
                    <a:pt x="0" y="252004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6"/>
            <p:cNvSpPr/>
            <p:nvPr/>
          </p:nvSpPr>
          <p:spPr>
            <a:xfrm>
              <a:off x="3483803" y="3914721"/>
              <a:ext cx="5055317" cy="245653"/>
            </a:xfrm>
            <a:custGeom>
              <a:avLst/>
              <a:pathLst>
                <a:path w="5055317" h="245653">
                  <a:moveTo>
                    <a:pt x="0" y="245653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7"/>
            <p:cNvSpPr/>
            <p:nvPr/>
          </p:nvSpPr>
          <p:spPr>
            <a:xfrm>
              <a:off x="3483803" y="3852604"/>
              <a:ext cx="5055317" cy="227665"/>
            </a:xfrm>
            <a:custGeom>
              <a:avLst/>
              <a:pathLst>
                <a:path w="5055317" h="227665">
                  <a:moveTo>
                    <a:pt x="0" y="227665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8"/>
            <p:cNvSpPr/>
            <p:nvPr/>
          </p:nvSpPr>
          <p:spPr>
            <a:xfrm>
              <a:off x="3483803" y="3775595"/>
              <a:ext cx="5055317" cy="224570"/>
            </a:xfrm>
            <a:custGeom>
              <a:avLst/>
              <a:pathLst>
                <a:path w="5055317" h="224570">
                  <a:moveTo>
                    <a:pt x="0" y="224570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29"/>
            <p:cNvSpPr/>
            <p:nvPr/>
          </p:nvSpPr>
          <p:spPr>
            <a:xfrm>
              <a:off x="3483803" y="3692667"/>
              <a:ext cx="5055317" cy="227393"/>
            </a:xfrm>
            <a:custGeom>
              <a:avLst/>
              <a:pathLst>
                <a:path w="5055317" h="227393">
                  <a:moveTo>
                    <a:pt x="0" y="227393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0"/>
            <p:cNvSpPr/>
            <p:nvPr/>
          </p:nvSpPr>
          <p:spPr>
            <a:xfrm>
              <a:off x="3483803" y="3684870"/>
              <a:ext cx="5055317" cy="155086"/>
            </a:xfrm>
            <a:custGeom>
              <a:avLst/>
              <a:pathLst>
                <a:path w="5055317" h="155086">
                  <a:moveTo>
                    <a:pt x="0" y="155086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1"/>
            <p:cNvSpPr/>
            <p:nvPr/>
          </p:nvSpPr>
          <p:spPr>
            <a:xfrm>
              <a:off x="3483803" y="3611489"/>
              <a:ext cx="5055317" cy="148362"/>
            </a:xfrm>
            <a:custGeom>
              <a:avLst/>
              <a:pathLst>
                <a:path w="5055317" h="148362">
                  <a:moveTo>
                    <a:pt x="0" y="148362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2"/>
            <p:cNvSpPr/>
            <p:nvPr/>
          </p:nvSpPr>
          <p:spPr>
            <a:xfrm>
              <a:off x="3483803" y="3556057"/>
              <a:ext cx="5055317" cy="123690"/>
            </a:xfrm>
            <a:custGeom>
              <a:avLst/>
              <a:pathLst>
                <a:path w="5055317" h="123690">
                  <a:moveTo>
                    <a:pt x="0" y="123690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3"/>
            <p:cNvSpPr/>
            <p:nvPr/>
          </p:nvSpPr>
          <p:spPr>
            <a:xfrm>
              <a:off x="3483803" y="3479486"/>
              <a:ext cx="5055317" cy="120156"/>
            </a:xfrm>
            <a:custGeom>
              <a:avLst/>
              <a:pathLst>
                <a:path w="5055317" h="120156">
                  <a:moveTo>
                    <a:pt x="0" y="120156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4"/>
            <p:cNvSpPr/>
            <p:nvPr/>
          </p:nvSpPr>
          <p:spPr>
            <a:xfrm>
              <a:off x="3483803" y="3403418"/>
              <a:ext cx="5055317" cy="116120"/>
            </a:xfrm>
            <a:custGeom>
              <a:avLst/>
              <a:pathLst>
                <a:path w="5055317" h="116120">
                  <a:moveTo>
                    <a:pt x="0" y="116120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5"/>
            <p:cNvSpPr/>
            <p:nvPr/>
          </p:nvSpPr>
          <p:spPr>
            <a:xfrm>
              <a:off x="3483803" y="3439434"/>
              <a:ext cx="5055317" cy="35245"/>
            </a:xfrm>
            <a:custGeom>
              <a:avLst/>
              <a:pathLst>
                <a:path w="5055317" h="35245">
                  <a:moveTo>
                    <a:pt x="0" y="0"/>
                  </a:moveTo>
                  <a:lnTo>
                    <a:pt x="5055317" y="35245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6"/>
            <p:cNvSpPr/>
            <p:nvPr/>
          </p:nvSpPr>
          <p:spPr>
            <a:xfrm>
              <a:off x="3483803" y="3284656"/>
              <a:ext cx="5055317" cy="74673"/>
            </a:xfrm>
            <a:custGeom>
              <a:avLst/>
              <a:pathLst>
                <a:path w="5055317" h="74673">
                  <a:moveTo>
                    <a:pt x="0" y="74673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7"/>
            <p:cNvSpPr/>
            <p:nvPr/>
          </p:nvSpPr>
          <p:spPr>
            <a:xfrm>
              <a:off x="3483803" y="3276021"/>
              <a:ext cx="5055317" cy="3204"/>
            </a:xfrm>
            <a:custGeom>
              <a:avLst/>
              <a:pathLst>
                <a:path w="5055317" h="3204">
                  <a:moveTo>
                    <a:pt x="0" y="3204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8"/>
            <p:cNvSpPr/>
            <p:nvPr/>
          </p:nvSpPr>
          <p:spPr>
            <a:xfrm>
              <a:off x="3483803" y="3199120"/>
              <a:ext cx="5055317" cy="69858"/>
            </a:xfrm>
            <a:custGeom>
              <a:avLst/>
              <a:pathLst>
                <a:path w="5055317" h="69858">
                  <a:moveTo>
                    <a:pt x="0" y="0"/>
                  </a:moveTo>
                  <a:lnTo>
                    <a:pt x="5055317" y="69858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39"/>
            <p:cNvSpPr/>
            <p:nvPr/>
          </p:nvSpPr>
          <p:spPr>
            <a:xfrm>
              <a:off x="3483803" y="3119016"/>
              <a:ext cx="5055317" cy="123894"/>
            </a:xfrm>
            <a:custGeom>
              <a:avLst/>
              <a:pathLst>
                <a:path w="5055317" h="123894">
                  <a:moveTo>
                    <a:pt x="0" y="0"/>
                  </a:moveTo>
                  <a:lnTo>
                    <a:pt x="5055317" y="123894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0"/>
            <p:cNvSpPr/>
            <p:nvPr/>
          </p:nvSpPr>
          <p:spPr>
            <a:xfrm>
              <a:off x="3483803" y="3038911"/>
              <a:ext cx="5055317" cy="149235"/>
            </a:xfrm>
            <a:custGeom>
              <a:avLst/>
              <a:pathLst>
                <a:path w="5055317" h="149235">
                  <a:moveTo>
                    <a:pt x="0" y="0"/>
                  </a:moveTo>
                  <a:lnTo>
                    <a:pt x="5055317" y="149235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1"/>
            <p:cNvSpPr/>
            <p:nvPr/>
          </p:nvSpPr>
          <p:spPr>
            <a:xfrm>
              <a:off x="3483803" y="2958807"/>
              <a:ext cx="5055317" cy="196334"/>
            </a:xfrm>
            <a:custGeom>
              <a:avLst/>
              <a:pathLst>
                <a:path w="5055317" h="196334">
                  <a:moveTo>
                    <a:pt x="0" y="0"/>
                  </a:moveTo>
                  <a:lnTo>
                    <a:pt x="5055317" y="196334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2"/>
            <p:cNvSpPr/>
            <p:nvPr/>
          </p:nvSpPr>
          <p:spPr>
            <a:xfrm>
              <a:off x="3483803" y="2878702"/>
              <a:ext cx="5055317" cy="345339"/>
            </a:xfrm>
            <a:custGeom>
              <a:avLst/>
              <a:pathLst>
                <a:path w="5055317" h="345339">
                  <a:moveTo>
                    <a:pt x="0" y="0"/>
                  </a:moveTo>
                  <a:lnTo>
                    <a:pt x="5055317" y="345339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3"/>
            <p:cNvSpPr/>
            <p:nvPr/>
          </p:nvSpPr>
          <p:spPr>
            <a:xfrm>
              <a:off x="3483803" y="2798598"/>
              <a:ext cx="5055317" cy="340444"/>
            </a:xfrm>
            <a:custGeom>
              <a:avLst/>
              <a:pathLst>
                <a:path w="5055317" h="340444">
                  <a:moveTo>
                    <a:pt x="0" y="0"/>
                  </a:moveTo>
                  <a:lnTo>
                    <a:pt x="5055317" y="340444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4"/>
            <p:cNvSpPr/>
            <p:nvPr/>
          </p:nvSpPr>
          <p:spPr>
            <a:xfrm>
              <a:off x="3483803" y="2718493"/>
              <a:ext cx="5055317" cy="487695"/>
            </a:xfrm>
            <a:custGeom>
              <a:avLst/>
              <a:pathLst>
                <a:path w="5055317" h="487695">
                  <a:moveTo>
                    <a:pt x="0" y="0"/>
                  </a:moveTo>
                  <a:lnTo>
                    <a:pt x="5055317" y="487695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5"/>
            <p:cNvSpPr/>
            <p:nvPr/>
          </p:nvSpPr>
          <p:spPr>
            <a:xfrm>
              <a:off x="3483803" y="2638389"/>
              <a:ext cx="5055317" cy="650448"/>
            </a:xfrm>
            <a:custGeom>
              <a:avLst/>
              <a:pathLst>
                <a:path w="5055317" h="650448">
                  <a:moveTo>
                    <a:pt x="0" y="0"/>
                  </a:moveTo>
                  <a:lnTo>
                    <a:pt x="5055317" y="650448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6"/>
            <p:cNvSpPr/>
            <p:nvPr/>
          </p:nvSpPr>
          <p:spPr>
            <a:xfrm>
              <a:off x="3483803" y="2558284"/>
              <a:ext cx="5055317" cy="603453"/>
            </a:xfrm>
            <a:custGeom>
              <a:avLst/>
              <a:pathLst>
                <a:path w="5055317" h="603453">
                  <a:moveTo>
                    <a:pt x="0" y="0"/>
                  </a:moveTo>
                  <a:lnTo>
                    <a:pt x="5055317" y="603453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7"/>
            <p:cNvSpPr/>
            <p:nvPr/>
          </p:nvSpPr>
          <p:spPr>
            <a:xfrm>
              <a:off x="3483803" y="2478180"/>
              <a:ext cx="5055317" cy="649736"/>
            </a:xfrm>
            <a:custGeom>
              <a:avLst/>
              <a:pathLst>
                <a:path w="5055317" h="649736">
                  <a:moveTo>
                    <a:pt x="0" y="0"/>
                  </a:moveTo>
                  <a:lnTo>
                    <a:pt x="5055317" y="649736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8"/>
            <p:cNvSpPr/>
            <p:nvPr/>
          </p:nvSpPr>
          <p:spPr>
            <a:xfrm>
              <a:off x="3483803" y="2398075"/>
              <a:ext cx="5055317" cy="620809"/>
            </a:xfrm>
            <a:custGeom>
              <a:avLst/>
              <a:pathLst>
                <a:path w="5055317" h="620809">
                  <a:moveTo>
                    <a:pt x="0" y="0"/>
                  </a:moveTo>
                  <a:lnTo>
                    <a:pt x="5055317" y="620809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49"/>
            <p:cNvSpPr/>
            <p:nvPr/>
          </p:nvSpPr>
          <p:spPr>
            <a:xfrm>
              <a:off x="3483803" y="2317971"/>
              <a:ext cx="5055317" cy="865128"/>
            </a:xfrm>
            <a:custGeom>
              <a:avLst/>
              <a:pathLst>
                <a:path w="5055317" h="865128">
                  <a:moveTo>
                    <a:pt x="0" y="0"/>
                  </a:moveTo>
                  <a:lnTo>
                    <a:pt x="5055317" y="865128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0"/>
            <p:cNvSpPr/>
            <p:nvPr/>
          </p:nvSpPr>
          <p:spPr>
            <a:xfrm>
              <a:off x="3483803" y="2237866"/>
              <a:ext cx="5055317" cy="760992"/>
            </a:xfrm>
            <a:custGeom>
              <a:avLst/>
              <a:pathLst>
                <a:path w="5055317" h="760992">
                  <a:moveTo>
                    <a:pt x="0" y="0"/>
                  </a:moveTo>
                  <a:lnTo>
                    <a:pt x="5055317" y="760992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1"/>
            <p:cNvSpPr/>
            <p:nvPr/>
          </p:nvSpPr>
          <p:spPr>
            <a:xfrm>
              <a:off x="3483803" y="2157762"/>
              <a:ext cx="5055317" cy="993295"/>
            </a:xfrm>
            <a:custGeom>
              <a:avLst/>
              <a:pathLst>
                <a:path w="5055317" h="993295">
                  <a:moveTo>
                    <a:pt x="0" y="0"/>
                  </a:moveTo>
                  <a:lnTo>
                    <a:pt x="5055317" y="993295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2"/>
            <p:cNvSpPr/>
            <p:nvPr/>
          </p:nvSpPr>
          <p:spPr>
            <a:xfrm>
              <a:off x="3483803" y="2077657"/>
              <a:ext cx="5055317" cy="881149"/>
            </a:xfrm>
            <a:custGeom>
              <a:avLst/>
              <a:pathLst>
                <a:path w="5055317" h="881149">
                  <a:moveTo>
                    <a:pt x="0" y="0"/>
                  </a:moveTo>
                  <a:lnTo>
                    <a:pt x="5055317" y="881149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3"/>
            <p:cNvSpPr/>
            <p:nvPr/>
          </p:nvSpPr>
          <p:spPr>
            <a:xfrm>
              <a:off x="3483803" y="1917448"/>
              <a:ext cx="5055317" cy="1209577"/>
            </a:xfrm>
            <a:custGeom>
              <a:avLst/>
              <a:pathLst>
                <a:path w="5055317" h="1209577">
                  <a:moveTo>
                    <a:pt x="0" y="0"/>
                  </a:moveTo>
                  <a:lnTo>
                    <a:pt x="5055317" y="1209577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t54"/>
            <p:cNvSpPr/>
            <p:nvPr/>
          </p:nvSpPr>
          <p:spPr>
            <a:xfrm>
              <a:off x="3463042" y="574170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t55"/>
            <p:cNvSpPr/>
            <p:nvPr/>
          </p:nvSpPr>
          <p:spPr>
            <a:xfrm>
              <a:off x="3463042" y="566159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t56"/>
            <p:cNvSpPr/>
            <p:nvPr/>
          </p:nvSpPr>
          <p:spPr>
            <a:xfrm>
              <a:off x="3463042" y="558149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t57"/>
            <p:cNvSpPr/>
            <p:nvPr/>
          </p:nvSpPr>
          <p:spPr>
            <a:xfrm>
              <a:off x="3463042" y="550139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t58"/>
            <p:cNvSpPr/>
            <p:nvPr/>
          </p:nvSpPr>
          <p:spPr>
            <a:xfrm>
              <a:off x="3463042" y="542128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t59"/>
            <p:cNvSpPr/>
            <p:nvPr/>
          </p:nvSpPr>
          <p:spPr>
            <a:xfrm>
              <a:off x="3463042" y="534118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t60"/>
            <p:cNvSpPr/>
            <p:nvPr/>
          </p:nvSpPr>
          <p:spPr>
            <a:xfrm>
              <a:off x="3463042" y="526107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t61"/>
            <p:cNvSpPr/>
            <p:nvPr/>
          </p:nvSpPr>
          <p:spPr>
            <a:xfrm>
              <a:off x="3463042" y="518097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t62"/>
            <p:cNvSpPr/>
            <p:nvPr/>
          </p:nvSpPr>
          <p:spPr>
            <a:xfrm>
              <a:off x="3463042" y="510086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t63"/>
            <p:cNvSpPr/>
            <p:nvPr/>
          </p:nvSpPr>
          <p:spPr>
            <a:xfrm>
              <a:off x="3463042" y="502076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t64"/>
            <p:cNvSpPr/>
            <p:nvPr/>
          </p:nvSpPr>
          <p:spPr>
            <a:xfrm>
              <a:off x="3463042" y="494065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t65"/>
            <p:cNvSpPr/>
            <p:nvPr/>
          </p:nvSpPr>
          <p:spPr>
            <a:xfrm>
              <a:off x="3463042" y="486055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t66"/>
            <p:cNvSpPr/>
            <p:nvPr/>
          </p:nvSpPr>
          <p:spPr>
            <a:xfrm>
              <a:off x="3463042" y="478045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t67"/>
            <p:cNvSpPr/>
            <p:nvPr/>
          </p:nvSpPr>
          <p:spPr>
            <a:xfrm>
              <a:off x="3463042" y="470034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t68"/>
            <p:cNvSpPr/>
            <p:nvPr/>
          </p:nvSpPr>
          <p:spPr>
            <a:xfrm>
              <a:off x="3463042" y="462024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t69"/>
            <p:cNvSpPr/>
            <p:nvPr/>
          </p:nvSpPr>
          <p:spPr>
            <a:xfrm>
              <a:off x="3463042" y="454013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t70"/>
            <p:cNvSpPr/>
            <p:nvPr/>
          </p:nvSpPr>
          <p:spPr>
            <a:xfrm>
              <a:off x="3463042" y="446003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t71"/>
            <p:cNvSpPr/>
            <p:nvPr/>
          </p:nvSpPr>
          <p:spPr>
            <a:xfrm>
              <a:off x="3463042" y="437992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t72"/>
            <p:cNvSpPr/>
            <p:nvPr/>
          </p:nvSpPr>
          <p:spPr>
            <a:xfrm>
              <a:off x="3463042" y="429982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t73"/>
            <p:cNvSpPr/>
            <p:nvPr/>
          </p:nvSpPr>
          <p:spPr>
            <a:xfrm>
              <a:off x="3463042" y="421971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t74"/>
            <p:cNvSpPr/>
            <p:nvPr/>
          </p:nvSpPr>
          <p:spPr>
            <a:xfrm>
              <a:off x="3463042" y="413961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t75"/>
            <p:cNvSpPr/>
            <p:nvPr/>
          </p:nvSpPr>
          <p:spPr>
            <a:xfrm>
              <a:off x="3463042" y="405950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t76"/>
            <p:cNvSpPr/>
            <p:nvPr/>
          </p:nvSpPr>
          <p:spPr>
            <a:xfrm>
              <a:off x="3463042" y="397940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t77"/>
            <p:cNvSpPr/>
            <p:nvPr/>
          </p:nvSpPr>
          <p:spPr>
            <a:xfrm>
              <a:off x="3463042" y="389930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t78"/>
            <p:cNvSpPr/>
            <p:nvPr/>
          </p:nvSpPr>
          <p:spPr>
            <a:xfrm>
              <a:off x="3463042" y="381919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t79"/>
            <p:cNvSpPr/>
            <p:nvPr/>
          </p:nvSpPr>
          <p:spPr>
            <a:xfrm>
              <a:off x="3463042" y="373909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t80"/>
            <p:cNvSpPr/>
            <p:nvPr/>
          </p:nvSpPr>
          <p:spPr>
            <a:xfrm>
              <a:off x="3463042" y="365898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t81"/>
            <p:cNvSpPr/>
            <p:nvPr/>
          </p:nvSpPr>
          <p:spPr>
            <a:xfrm>
              <a:off x="3463042" y="357888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t82"/>
            <p:cNvSpPr/>
            <p:nvPr/>
          </p:nvSpPr>
          <p:spPr>
            <a:xfrm>
              <a:off x="3463042" y="349877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t83"/>
            <p:cNvSpPr/>
            <p:nvPr/>
          </p:nvSpPr>
          <p:spPr>
            <a:xfrm>
              <a:off x="3463042" y="341867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t84"/>
            <p:cNvSpPr/>
            <p:nvPr/>
          </p:nvSpPr>
          <p:spPr>
            <a:xfrm>
              <a:off x="3463042" y="333856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t85"/>
            <p:cNvSpPr/>
            <p:nvPr/>
          </p:nvSpPr>
          <p:spPr>
            <a:xfrm>
              <a:off x="3463042" y="325846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t86"/>
            <p:cNvSpPr/>
            <p:nvPr/>
          </p:nvSpPr>
          <p:spPr>
            <a:xfrm>
              <a:off x="3463042" y="317836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t87"/>
            <p:cNvSpPr/>
            <p:nvPr/>
          </p:nvSpPr>
          <p:spPr>
            <a:xfrm>
              <a:off x="3463042" y="309825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t88"/>
            <p:cNvSpPr/>
            <p:nvPr/>
          </p:nvSpPr>
          <p:spPr>
            <a:xfrm>
              <a:off x="3463042" y="301815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t89"/>
            <p:cNvSpPr/>
            <p:nvPr/>
          </p:nvSpPr>
          <p:spPr>
            <a:xfrm>
              <a:off x="3463042" y="293804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t90"/>
            <p:cNvSpPr/>
            <p:nvPr/>
          </p:nvSpPr>
          <p:spPr>
            <a:xfrm>
              <a:off x="3463042" y="285794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t91"/>
            <p:cNvSpPr/>
            <p:nvPr/>
          </p:nvSpPr>
          <p:spPr>
            <a:xfrm>
              <a:off x="3463042" y="277783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t92"/>
            <p:cNvSpPr/>
            <p:nvPr/>
          </p:nvSpPr>
          <p:spPr>
            <a:xfrm>
              <a:off x="3463042" y="269773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t93"/>
            <p:cNvSpPr/>
            <p:nvPr/>
          </p:nvSpPr>
          <p:spPr>
            <a:xfrm>
              <a:off x="3463042" y="261762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t94"/>
            <p:cNvSpPr/>
            <p:nvPr/>
          </p:nvSpPr>
          <p:spPr>
            <a:xfrm>
              <a:off x="3463042" y="253752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t95"/>
            <p:cNvSpPr/>
            <p:nvPr/>
          </p:nvSpPr>
          <p:spPr>
            <a:xfrm>
              <a:off x="3463042" y="245741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t96"/>
            <p:cNvSpPr/>
            <p:nvPr/>
          </p:nvSpPr>
          <p:spPr>
            <a:xfrm>
              <a:off x="3463042" y="237731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t97"/>
            <p:cNvSpPr/>
            <p:nvPr/>
          </p:nvSpPr>
          <p:spPr>
            <a:xfrm>
              <a:off x="3463042" y="229721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t98"/>
            <p:cNvSpPr/>
            <p:nvPr/>
          </p:nvSpPr>
          <p:spPr>
            <a:xfrm>
              <a:off x="3463042" y="221710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t99"/>
            <p:cNvSpPr/>
            <p:nvPr/>
          </p:nvSpPr>
          <p:spPr>
            <a:xfrm>
              <a:off x="3463042" y="213700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t100"/>
            <p:cNvSpPr/>
            <p:nvPr/>
          </p:nvSpPr>
          <p:spPr>
            <a:xfrm>
              <a:off x="3463042" y="205689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t101"/>
            <p:cNvSpPr/>
            <p:nvPr/>
          </p:nvSpPr>
          <p:spPr>
            <a:xfrm>
              <a:off x="3463042" y="189668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t102"/>
            <p:cNvSpPr/>
            <p:nvPr/>
          </p:nvSpPr>
          <p:spPr>
            <a:xfrm>
              <a:off x="8514294" y="445596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t103"/>
            <p:cNvSpPr/>
            <p:nvPr/>
          </p:nvSpPr>
          <p:spPr>
            <a:xfrm>
              <a:off x="8514294" y="461617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t104"/>
            <p:cNvSpPr/>
            <p:nvPr/>
          </p:nvSpPr>
          <p:spPr>
            <a:xfrm>
              <a:off x="8514294" y="441591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t105"/>
            <p:cNvSpPr/>
            <p:nvPr/>
          </p:nvSpPr>
          <p:spPr>
            <a:xfrm>
              <a:off x="8514294" y="461617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t106"/>
            <p:cNvSpPr/>
            <p:nvPr/>
          </p:nvSpPr>
          <p:spPr>
            <a:xfrm>
              <a:off x="8514294" y="426142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t107"/>
            <p:cNvSpPr/>
            <p:nvPr/>
          </p:nvSpPr>
          <p:spPr>
            <a:xfrm>
              <a:off x="8514294" y="436045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t108"/>
            <p:cNvSpPr/>
            <p:nvPr/>
          </p:nvSpPr>
          <p:spPr>
            <a:xfrm>
              <a:off x="8514294" y="437986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t109"/>
            <p:cNvSpPr/>
            <p:nvPr/>
          </p:nvSpPr>
          <p:spPr>
            <a:xfrm>
              <a:off x="8514294" y="434832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t110"/>
            <p:cNvSpPr/>
            <p:nvPr/>
          </p:nvSpPr>
          <p:spPr>
            <a:xfrm>
              <a:off x="8514294" y="438613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t111"/>
            <p:cNvSpPr/>
            <p:nvPr/>
          </p:nvSpPr>
          <p:spPr>
            <a:xfrm>
              <a:off x="8514294" y="420675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t112"/>
            <p:cNvSpPr/>
            <p:nvPr/>
          </p:nvSpPr>
          <p:spPr>
            <a:xfrm>
              <a:off x="8514294" y="431177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t113"/>
            <p:cNvSpPr/>
            <p:nvPr/>
          </p:nvSpPr>
          <p:spPr>
            <a:xfrm>
              <a:off x="8514294" y="433706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t114"/>
            <p:cNvSpPr/>
            <p:nvPr/>
          </p:nvSpPr>
          <p:spPr>
            <a:xfrm>
              <a:off x="8514294" y="421488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t115"/>
            <p:cNvSpPr/>
            <p:nvPr/>
          </p:nvSpPr>
          <p:spPr>
            <a:xfrm>
              <a:off x="8514294" y="419148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t116"/>
            <p:cNvSpPr/>
            <p:nvPr/>
          </p:nvSpPr>
          <p:spPr>
            <a:xfrm>
              <a:off x="8514294" y="419978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t117"/>
            <p:cNvSpPr/>
            <p:nvPr/>
          </p:nvSpPr>
          <p:spPr>
            <a:xfrm>
              <a:off x="8514294" y="410193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t118"/>
            <p:cNvSpPr/>
            <p:nvPr/>
          </p:nvSpPr>
          <p:spPr>
            <a:xfrm>
              <a:off x="8514294" y="411641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t119"/>
            <p:cNvSpPr/>
            <p:nvPr/>
          </p:nvSpPr>
          <p:spPr>
            <a:xfrm>
              <a:off x="8514294" y="409029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t120"/>
            <p:cNvSpPr/>
            <p:nvPr/>
          </p:nvSpPr>
          <p:spPr>
            <a:xfrm>
              <a:off x="8514294" y="398747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t121"/>
            <p:cNvSpPr/>
            <p:nvPr/>
          </p:nvSpPr>
          <p:spPr>
            <a:xfrm>
              <a:off x="8514294" y="396364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t122"/>
            <p:cNvSpPr/>
            <p:nvPr/>
          </p:nvSpPr>
          <p:spPr>
            <a:xfrm>
              <a:off x="8514294" y="388989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t123"/>
            <p:cNvSpPr/>
            <p:nvPr/>
          </p:nvSpPr>
          <p:spPr>
            <a:xfrm>
              <a:off x="8514294" y="382777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t124"/>
            <p:cNvSpPr/>
            <p:nvPr/>
          </p:nvSpPr>
          <p:spPr>
            <a:xfrm>
              <a:off x="8514294" y="375076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t125"/>
            <p:cNvSpPr/>
            <p:nvPr/>
          </p:nvSpPr>
          <p:spPr>
            <a:xfrm>
              <a:off x="8514294" y="366784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t126"/>
            <p:cNvSpPr/>
            <p:nvPr/>
          </p:nvSpPr>
          <p:spPr>
            <a:xfrm>
              <a:off x="8514294" y="366004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t127"/>
            <p:cNvSpPr/>
            <p:nvPr/>
          </p:nvSpPr>
          <p:spPr>
            <a:xfrm>
              <a:off x="8514294" y="358666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t128"/>
            <p:cNvSpPr/>
            <p:nvPr/>
          </p:nvSpPr>
          <p:spPr>
            <a:xfrm>
              <a:off x="8514294" y="353123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t129"/>
            <p:cNvSpPr/>
            <p:nvPr/>
          </p:nvSpPr>
          <p:spPr>
            <a:xfrm>
              <a:off x="8514294" y="345466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t130"/>
            <p:cNvSpPr/>
            <p:nvPr/>
          </p:nvSpPr>
          <p:spPr>
            <a:xfrm>
              <a:off x="8514294" y="337859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t131"/>
            <p:cNvSpPr/>
            <p:nvPr/>
          </p:nvSpPr>
          <p:spPr>
            <a:xfrm>
              <a:off x="8514294" y="344985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t132"/>
            <p:cNvSpPr/>
            <p:nvPr/>
          </p:nvSpPr>
          <p:spPr>
            <a:xfrm>
              <a:off x="8514294" y="325983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t133"/>
            <p:cNvSpPr/>
            <p:nvPr/>
          </p:nvSpPr>
          <p:spPr>
            <a:xfrm>
              <a:off x="8514294" y="325119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t134"/>
            <p:cNvSpPr/>
            <p:nvPr/>
          </p:nvSpPr>
          <p:spPr>
            <a:xfrm>
              <a:off x="8514294" y="324415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t135"/>
            <p:cNvSpPr/>
            <p:nvPr/>
          </p:nvSpPr>
          <p:spPr>
            <a:xfrm>
              <a:off x="8514294" y="321808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t136"/>
            <p:cNvSpPr/>
            <p:nvPr/>
          </p:nvSpPr>
          <p:spPr>
            <a:xfrm>
              <a:off x="8514294" y="316332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t137"/>
            <p:cNvSpPr/>
            <p:nvPr/>
          </p:nvSpPr>
          <p:spPr>
            <a:xfrm>
              <a:off x="8514294" y="313031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t138"/>
            <p:cNvSpPr/>
            <p:nvPr/>
          </p:nvSpPr>
          <p:spPr>
            <a:xfrm>
              <a:off x="8514294" y="319921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t139"/>
            <p:cNvSpPr/>
            <p:nvPr/>
          </p:nvSpPr>
          <p:spPr>
            <a:xfrm>
              <a:off x="8514294" y="311421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t140"/>
            <p:cNvSpPr/>
            <p:nvPr/>
          </p:nvSpPr>
          <p:spPr>
            <a:xfrm>
              <a:off x="8514294" y="318136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t141"/>
            <p:cNvSpPr/>
            <p:nvPr/>
          </p:nvSpPr>
          <p:spPr>
            <a:xfrm>
              <a:off x="8514294" y="326401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t142"/>
            <p:cNvSpPr/>
            <p:nvPr/>
          </p:nvSpPr>
          <p:spPr>
            <a:xfrm>
              <a:off x="8514294" y="313691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t143"/>
            <p:cNvSpPr/>
            <p:nvPr/>
          </p:nvSpPr>
          <p:spPr>
            <a:xfrm>
              <a:off x="8514294" y="310309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t144"/>
            <p:cNvSpPr/>
            <p:nvPr/>
          </p:nvSpPr>
          <p:spPr>
            <a:xfrm>
              <a:off x="8514294" y="299405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t145"/>
            <p:cNvSpPr/>
            <p:nvPr/>
          </p:nvSpPr>
          <p:spPr>
            <a:xfrm>
              <a:off x="8514294" y="315827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t146"/>
            <p:cNvSpPr/>
            <p:nvPr/>
          </p:nvSpPr>
          <p:spPr>
            <a:xfrm>
              <a:off x="8514294" y="297403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t147"/>
            <p:cNvSpPr/>
            <p:nvPr/>
          </p:nvSpPr>
          <p:spPr>
            <a:xfrm>
              <a:off x="8514294" y="312623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t148"/>
            <p:cNvSpPr/>
            <p:nvPr/>
          </p:nvSpPr>
          <p:spPr>
            <a:xfrm>
              <a:off x="8514294" y="293398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t149"/>
            <p:cNvSpPr/>
            <p:nvPr/>
          </p:nvSpPr>
          <p:spPr>
            <a:xfrm>
              <a:off x="8514294" y="310220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l150"/>
            <p:cNvSpPr/>
            <p:nvPr/>
          </p:nvSpPr>
          <p:spPr>
            <a:xfrm>
              <a:off x="3483803" y="1556978"/>
              <a:ext cx="0" cy="4405747"/>
            </a:xfrm>
            <a:custGeom>
              <a:avLst/>
              <a:pathLst>
                <a:path w="0" h="4405747">
                  <a:moveTo>
                    <a:pt x="0" y="4405747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l151"/>
            <p:cNvSpPr/>
            <p:nvPr/>
          </p:nvSpPr>
          <p:spPr>
            <a:xfrm>
              <a:off x="8539120" y="1556978"/>
              <a:ext cx="0" cy="4405747"/>
            </a:xfrm>
            <a:custGeom>
              <a:avLst/>
              <a:pathLst>
                <a:path w="0" h="4405747">
                  <a:moveTo>
                    <a:pt x="0" y="4405747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l152"/>
            <p:cNvSpPr/>
            <p:nvPr/>
          </p:nvSpPr>
          <p:spPr>
            <a:xfrm>
              <a:off x="3407973" y="4961419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l153"/>
            <p:cNvSpPr/>
            <p:nvPr/>
          </p:nvSpPr>
          <p:spPr>
            <a:xfrm>
              <a:off x="3407973" y="4560897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l154"/>
            <p:cNvSpPr/>
            <p:nvPr/>
          </p:nvSpPr>
          <p:spPr>
            <a:xfrm>
              <a:off x="3407973" y="4160374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l155"/>
            <p:cNvSpPr/>
            <p:nvPr/>
          </p:nvSpPr>
          <p:spPr>
            <a:xfrm>
              <a:off x="3407973" y="3759852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l156"/>
            <p:cNvSpPr/>
            <p:nvPr/>
          </p:nvSpPr>
          <p:spPr>
            <a:xfrm>
              <a:off x="3407973" y="3359329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l157"/>
            <p:cNvSpPr/>
            <p:nvPr/>
          </p:nvSpPr>
          <p:spPr>
            <a:xfrm>
              <a:off x="3407973" y="2958807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l158"/>
            <p:cNvSpPr/>
            <p:nvPr/>
          </p:nvSpPr>
          <p:spPr>
            <a:xfrm>
              <a:off x="3407973" y="2558284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l159"/>
            <p:cNvSpPr/>
            <p:nvPr/>
          </p:nvSpPr>
          <p:spPr>
            <a:xfrm>
              <a:off x="8539120" y="4961419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l160"/>
            <p:cNvSpPr/>
            <p:nvPr/>
          </p:nvSpPr>
          <p:spPr>
            <a:xfrm>
              <a:off x="8539120" y="4560897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l161"/>
            <p:cNvSpPr/>
            <p:nvPr/>
          </p:nvSpPr>
          <p:spPr>
            <a:xfrm>
              <a:off x="8539120" y="4160374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l162"/>
            <p:cNvSpPr/>
            <p:nvPr/>
          </p:nvSpPr>
          <p:spPr>
            <a:xfrm>
              <a:off x="8539120" y="3759852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l163"/>
            <p:cNvSpPr/>
            <p:nvPr/>
          </p:nvSpPr>
          <p:spPr>
            <a:xfrm>
              <a:off x="8539120" y="3359329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l164"/>
            <p:cNvSpPr/>
            <p:nvPr/>
          </p:nvSpPr>
          <p:spPr>
            <a:xfrm>
              <a:off x="8539120" y="2958807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l165"/>
            <p:cNvSpPr/>
            <p:nvPr/>
          </p:nvSpPr>
          <p:spPr>
            <a:xfrm>
              <a:off x="8539120" y="2558284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tx166"/>
            <p:cNvSpPr/>
            <p:nvPr/>
          </p:nvSpPr>
          <p:spPr>
            <a:xfrm>
              <a:off x="3173068" y="4926333"/>
              <a:ext cx="108521" cy="70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168" name="tx167"/>
            <p:cNvSpPr/>
            <p:nvPr/>
          </p:nvSpPr>
          <p:spPr>
            <a:xfrm>
              <a:off x="3173068" y="4526240"/>
              <a:ext cx="108521" cy="69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15</a:t>
              </a:r>
            </a:p>
          </p:txBody>
        </p:sp>
        <p:sp>
          <p:nvSpPr>
            <p:cNvPr id="169" name="tx168"/>
            <p:cNvSpPr/>
            <p:nvPr/>
          </p:nvSpPr>
          <p:spPr>
            <a:xfrm>
              <a:off x="3173068" y="4125050"/>
              <a:ext cx="108521" cy="7031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170" name="tx169"/>
            <p:cNvSpPr/>
            <p:nvPr/>
          </p:nvSpPr>
          <p:spPr>
            <a:xfrm>
              <a:off x="3173068" y="3724671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25</a:t>
              </a:r>
            </a:p>
          </p:txBody>
        </p:sp>
        <p:sp>
          <p:nvSpPr>
            <p:cNvPr id="171" name="tx170"/>
            <p:cNvSpPr/>
            <p:nvPr/>
          </p:nvSpPr>
          <p:spPr>
            <a:xfrm>
              <a:off x="3173068" y="3324148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172" name="tx171"/>
            <p:cNvSpPr/>
            <p:nvPr/>
          </p:nvSpPr>
          <p:spPr>
            <a:xfrm>
              <a:off x="3173068" y="2923625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35</a:t>
              </a:r>
            </a:p>
          </p:txBody>
        </p:sp>
        <p:sp>
          <p:nvSpPr>
            <p:cNvPr id="173" name="tx172"/>
            <p:cNvSpPr/>
            <p:nvPr/>
          </p:nvSpPr>
          <p:spPr>
            <a:xfrm>
              <a:off x="3173068" y="2523008"/>
              <a:ext cx="108521" cy="7026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174" name="tx173"/>
            <p:cNvSpPr/>
            <p:nvPr/>
          </p:nvSpPr>
          <p:spPr>
            <a:xfrm>
              <a:off x="8741333" y="4926333"/>
              <a:ext cx="108521" cy="70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175" name="tx174"/>
            <p:cNvSpPr/>
            <p:nvPr/>
          </p:nvSpPr>
          <p:spPr>
            <a:xfrm>
              <a:off x="8741333" y="4526240"/>
              <a:ext cx="108521" cy="69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15</a:t>
              </a:r>
            </a:p>
          </p:txBody>
        </p:sp>
        <p:sp>
          <p:nvSpPr>
            <p:cNvPr id="176" name="tx175"/>
            <p:cNvSpPr/>
            <p:nvPr/>
          </p:nvSpPr>
          <p:spPr>
            <a:xfrm>
              <a:off x="8741333" y="4125050"/>
              <a:ext cx="108521" cy="7031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177" name="tx176"/>
            <p:cNvSpPr/>
            <p:nvPr/>
          </p:nvSpPr>
          <p:spPr>
            <a:xfrm>
              <a:off x="8741333" y="3724671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25</a:t>
              </a:r>
            </a:p>
          </p:txBody>
        </p:sp>
        <p:sp>
          <p:nvSpPr>
            <p:cNvPr id="178" name="tx177"/>
            <p:cNvSpPr/>
            <p:nvPr/>
          </p:nvSpPr>
          <p:spPr>
            <a:xfrm>
              <a:off x="8741333" y="3324148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179" name="tx178"/>
            <p:cNvSpPr/>
            <p:nvPr/>
          </p:nvSpPr>
          <p:spPr>
            <a:xfrm>
              <a:off x="8741333" y="2923625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35</a:t>
              </a:r>
            </a:p>
          </p:txBody>
        </p:sp>
        <p:sp>
          <p:nvSpPr>
            <p:cNvPr id="180" name="tx179"/>
            <p:cNvSpPr/>
            <p:nvPr/>
          </p:nvSpPr>
          <p:spPr>
            <a:xfrm>
              <a:off x="8741333" y="2523008"/>
              <a:ext cx="108521" cy="7026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181" name="pl180"/>
            <p:cNvSpPr/>
            <p:nvPr/>
          </p:nvSpPr>
          <p:spPr>
            <a:xfrm>
              <a:off x="824706" y="1556978"/>
              <a:ext cx="0" cy="4405747"/>
            </a:xfrm>
            <a:custGeom>
              <a:avLst/>
              <a:pathLst>
                <a:path w="0" h="4405747">
                  <a:moveTo>
                    <a:pt x="0" y="4405747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l181"/>
            <p:cNvSpPr/>
            <p:nvPr/>
          </p:nvSpPr>
          <p:spPr>
            <a:xfrm>
              <a:off x="824706" y="5962726"/>
              <a:ext cx="10373511" cy="0"/>
            </a:xfrm>
            <a:custGeom>
              <a:avLst/>
              <a:pathLst>
                <a:path w="10373511" h="0">
                  <a:moveTo>
                    <a:pt x="0" y="0"/>
                  </a:moveTo>
                  <a:lnTo>
                    <a:pt x="10373511" y="0"/>
                  </a:lnTo>
                </a:path>
              </a:pathLst>
            </a:custGeom>
            <a:ln w="17246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l182"/>
            <p:cNvSpPr/>
            <p:nvPr/>
          </p:nvSpPr>
          <p:spPr>
            <a:xfrm>
              <a:off x="3483803" y="5962726"/>
              <a:ext cx="0" cy="44283"/>
            </a:xfrm>
            <a:custGeom>
              <a:avLst/>
              <a:pathLst>
                <a:path w="0" h="44283">
                  <a:moveTo>
                    <a:pt x="0" y="44283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l183"/>
            <p:cNvSpPr/>
            <p:nvPr/>
          </p:nvSpPr>
          <p:spPr>
            <a:xfrm>
              <a:off x="8539120" y="5962726"/>
              <a:ext cx="0" cy="44283"/>
            </a:xfrm>
            <a:custGeom>
              <a:avLst/>
              <a:pathLst>
                <a:path w="0" h="44283">
                  <a:moveTo>
                    <a:pt x="0" y="44283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tx184"/>
            <p:cNvSpPr/>
            <p:nvPr/>
          </p:nvSpPr>
          <p:spPr>
            <a:xfrm>
              <a:off x="3163554" y="6012780"/>
              <a:ext cx="640496" cy="13168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Response</a:t>
              </a:r>
            </a:p>
          </p:txBody>
        </p:sp>
        <p:sp>
          <p:nvSpPr>
            <p:cNvPr id="186" name="tx185"/>
            <p:cNvSpPr/>
            <p:nvPr/>
          </p:nvSpPr>
          <p:spPr>
            <a:xfrm>
              <a:off x="8060762" y="6012086"/>
              <a:ext cx="956716" cy="1323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Mean objective</a:t>
              </a:r>
            </a:p>
          </p:txBody>
        </p:sp>
        <p:sp>
          <p:nvSpPr>
            <p:cNvPr id="187" name="tx186"/>
            <p:cNvSpPr/>
            <p:nvPr/>
          </p:nvSpPr>
          <p:spPr>
            <a:xfrm>
              <a:off x="824706" y="1261006"/>
              <a:ext cx="1956928" cy="168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Reverse Galton squeeze</a:t>
              </a:r>
            </a:p>
          </p:txBody>
        </p:sp>
        <p:sp>
          <p:nvSpPr>
            <p:cNvPr id="188" name="tx187"/>
            <p:cNvSpPr/>
            <p:nvPr/>
          </p:nvSpPr>
          <p:spPr>
            <a:xfrm>
              <a:off x="824706" y="967742"/>
              <a:ext cx="3427407" cy="1980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6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6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Experiment 3 - Experience condition</a:t>
              </a:r>
            </a:p>
          </p:txBody>
        </p: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p:ph/>
          </p:nvPr>
        </p:nvSpPr>
        <p:spPr>
          <a:xfrm>
            <a:off x="274320" y="182880"/>
            <a:ext cx="11430000" cy="457200"/>
          </a:xfrm>
        </p:spPr>
        <p:txBody>
          <a:bodyPr/>
          <a:lstStyle/>
          <a:p>
            <a:r>
              <a:rPr/>
              <a:t>Exp 3 - Average reverse Galton responses 14-36</a:t>
            </a:r>
          </a:p>
        </p:txBody>
      </p:sp>
      <p:grpSp xmlns:pic="http://schemas.openxmlformats.org/drawingml/2006/picture">
        <p:nvGrpSpPr>
          <p:cNvPr id="3" name=""/>
          <p:cNvGrpSpPr/>
          <p:nvPr/>
        </p:nvGrpSpPr>
        <p:grpSpPr>
          <a:xfrm>
            <a:off x="274320" y="822960"/>
            <a:ext cx="11430000" cy="5669280"/>
            <a:chOff x="274320" y="822960"/>
            <a:chExt cx="11430000" cy="5669280"/>
          </a:xfrm>
        </p:grpSpPr>
        <p:sp>
          <p:nvSpPr>
            <p:cNvPr id="4" name="rc3"/>
            <p:cNvSpPr/>
            <p:nvPr/>
          </p:nvSpPr>
          <p:spPr>
            <a:xfrm>
              <a:off x="274320" y="822960"/>
              <a:ext cx="1143000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4"/>
            <p:cNvSpPr/>
            <p:nvPr/>
          </p:nvSpPr>
          <p:spPr>
            <a:xfrm>
              <a:off x="274320" y="822960"/>
              <a:ext cx="1143000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7246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rc5"/>
            <p:cNvSpPr/>
            <p:nvPr/>
          </p:nvSpPr>
          <p:spPr>
            <a:xfrm>
              <a:off x="824706" y="1556978"/>
              <a:ext cx="10373511" cy="4405747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6"/>
            <p:cNvSpPr/>
            <p:nvPr/>
          </p:nvSpPr>
          <p:spPr>
            <a:xfrm>
              <a:off x="3483803" y="4262276"/>
              <a:ext cx="5055317" cy="378725"/>
            </a:xfrm>
            <a:custGeom>
              <a:avLst/>
              <a:pathLst>
                <a:path w="5055317" h="378725">
                  <a:moveTo>
                    <a:pt x="0" y="378725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7"/>
            <p:cNvSpPr/>
            <p:nvPr/>
          </p:nvSpPr>
          <p:spPr>
            <a:xfrm>
              <a:off x="3483803" y="4143106"/>
              <a:ext cx="5055317" cy="417790"/>
            </a:xfrm>
            <a:custGeom>
              <a:avLst/>
              <a:pathLst>
                <a:path w="5055317" h="417790">
                  <a:moveTo>
                    <a:pt x="0" y="417790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8"/>
            <p:cNvSpPr/>
            <p:nvPr/>
          </p:nvSpPr>
          <p:spPr>
            <a:xfrm>
              <a:off x="3483803" y="4081896"/>
              <a:ext cx="5055317" cy="398896"/>
            </a:xfrm>
            <a:custGeom>
              <a:avLst/>
              <a:pathLst>
                <a:path w="5055317" h="398896">
                  <a:moveTo>
                    <a:pt x="0" y="398896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9"/>
            <p:cNvSpPr/>
            <p:nvPr/>
          </p:nvSpPr>
          <p:spPr>
            <a:xfrm>
              <a:off x="3483803" y="4055015"/>
              <a:ext cx="5055317" cy="345672"/>
            </a:xfrm>
            <a:custGeom>
              <a:avLst/>
              <a:pathLst>
                <a:path w="5055317" h="345672">
                  <a:moveTo>
                    <a:pt x="0" y="345672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0"/>
            <p:cNvSpPr/>
            <p:nvPr/>
          </p:nvSpPr>
          <p:spPr>
            <a:xfrm>
              <a:off x="3483803" y="3986422"/>
              <a:ext cx="5055317" cy="334161"/>
            </a:xfrm>
            <a:custGeom>
              <a:avLst/>
              <a:pathLst>
                <a:path w="5055317" h="334161">
                  <a:moveTo>
                    <a:pt x="0" y="334161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1"/>
            <p:cNvSpPr/>
            <p:nvPr/>
          </p:nvSpPr>
          <p:spPr>
            <a:xfrm>
              <a:off x="3483803" y="3970588"/>
              <a:ext cx="5055317" cy="269890"/>
            </a:xfrm>
            <a:custGeom>
              <a:avLst/>
              <a:pathLst>
                <a:path w="5055317" h="269890">
                  <a:moveTo>
                    <a:pt x="0" y="269890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2"/>
            <p:cNvSpPr/>
            <p:nvPr/>
          </p:nvSpPr>
          <p:spPr>
            <a:xfrm>
              <a:off x="3483803" y="3860967"/>
              <a:ext cx="5055317" cy="299406"/>
            </a:xfrm>
            <a:custGeom>
              <a:avLst/>
              <a:pathLst>
                <a:path w="5055317" h="299406">
                  <a:moveTo>
                    <a:pt x="0" y="299406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3"/>
            <p:cNvSpPr/>
            <p:nvPr/>
          </p:nvSpPr>
          <p:spPr>
            <a:xfrm>
              <a:off x="3483803" y="3810523"/>
              <a:ext cx="5055317" cy="269747"/>
            </a:xfrm>
            <a:custGeom>
              <a:avLst/>
              <a:pathLst>
                <a:path w="5055317" h="269747">
                  <a:moveTo>
                    <a:pt x="0" y="269747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4"/>
            <p:cNvSpPr/>
            <p:nvPr/>
          </p:nvSpPr>
          <p:spPr>
            <a:xfrm>
              <a:off x="3483803" y="3784069"/>
              <a:ext cx="5055317" cy="216095"/>
            </a:xfrm>
            <a:custGeom>
              <a:avLst/>
              <a:pathLst>
                <a:path w="5055317" h="216095">
                  <a:moveTo>
                    <a:pt x="0" y="216095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5"/>
            <p:cNvSpPr/>
            <p:nvPr/>
          </p:nvSpPr>
          <p:spPr>
            <a:xfrm>
              <a:off x="3483803" y="3662607"/>
              <a:ext cx="5055317" cy="257453"/>
            </a:xfrm>
            <a:custGeom>
              <a:avLst/>
              <a:pathLst>
                <a:path w="5055317" h="257453">
                  <a:moveTo>
                    <a:pt x="0" y="257453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6"/>
            <p:cNvSpPr/>
            <p:nvPr/>
          </p:nvSpPr>
          <p:spPr>
            <a:xfrm>
              <a:off x="3483803" y="3592054"/>
              <a:ext cx="5055317" cy="247902"/>
            </a:xfrm>
            <a:custGeom>
              <a:avLst/>
              <a:pathLst>
                <a:path w="5055317" h="247902">
                  <a:moveTo>
                    <a:pt x="0" y="247902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7"/>
            <p:cNvSpPr/>
            <p:nvPr/>
          </p:nvSpPr>
          <p:spPr>
            <a:xfrm>
              <a:off x="3483803" y="3595124"/>
              <a:ext cx="5055317" cy="164727"/>
            </a:xfrm>
            <a:custGeom>
              <a:avLst/>
              <a:pathLst>
                <a:path w="5055317" h="164727">
                  <a:moveTo>
                    <a:pt x="0" y="164727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8"/>
            <p:cNvSpPr/>
            <p:nvPr/>
          </p:nvSpPr>
          <p:spPr>
            <a:xfrm>
              <a:off x="3483803" y="3487103"/>
              <a:ext cx="5055317" cy="192643"/>
            </a:xfrm>
            <a:custGeom>
              <a:avLst/>
              <a:pathLst>
                <a:path w="5055317" h="192643">
                  <a:moveTo>
                    <a:pt x="0" y="192643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19"/>
            <p:cNvSpPr/>
            <p:nvPr/>
          </p:nvSpPr>
          <p:spPr>
            <a:xfrm>
              <a:off x="3483803" y="3466135"/>
              <a:ext cx="5055317" cy="133507"/>
            </a:xfrm>
            <a:custGeom>
              <a:avLst/>
              <a:pathLst>
                <a:path w="5055317" h="133507">
                  <a:moveTo>
                    <a:pt x="0" y="133507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0"/>
            <p:cNvSpPr/>
            <p:nvPr/>
          </p:nvSpPr>
          <p:spPr>
            <a:xfrm>
              <a:off x="3483803" y="3409265"/>
              <a:ext cx="5055317" cy="110273"/>
            </a:xfrm>
            <a:custGeom>
              <a:avLst/>
              <a:pathLst>
                <a:path w="5055317" h="110273">
                  <a:moveTo>
                    <a:pt x="0" y="110273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1"/>
            <p:cNvSpPr/>
            <p:nvPr/>
          </p:nvSpPr>
          <p:spPr>
            <a:xfrm>
              <a:off x="3483803" y="3340443"/>
              <a:ext cx="5055317" cy="98990"/>
            </a:xfrm>
            <a:custGeom>
              <a:avLst/>
              <a:pathLst>
                <a:path w="5055317" h="98990">
                  <a:moveTo>
                    <a:pt x="0" y="98990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2"/>
            <p:cNvSpPr/>
            <p:nvPr/>
          </p:nvSpPr>
          <p:spPr>
            <a:xfrm>
              <a:off x="3483803" y="3283009"/>
              <a:ext cx="5055317" cy="76320"/>
            </a:xfrm>
            <a:custGeom>
              <a:avLst/>
              <a:pathLst>
                <a:path w="5055317" h="76320">
                  <a:moveTo>
                    <a:pt x="0" y="76320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3"/>
            <p:cNvSpPr/>
            <p:nvPr/>
          </p:nvSpPr>
          <p:spPr>
            <a:xfrm>
              <a:off x="3483803" y="3279225"/>
              <a:ext cx="5055317" cy="75612"/>
            </a:xfrm>
            <a:custGeom>
              <a:avLst/>
              <a:pathLst>
                <a:path w="5055317" h="75612">
                  <a:moveTo>
                    <a:pt x="0" y="0"/>
                  </a:moveTo>
                  <a:lnTo>
                    <a:pt x="5055317" y="75612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4"/>
            <p:cNvSpPr/>
            <p:nvPr/>
          </p:nvSpPr>
          <p:spPr>
            <a:xfrm>
              <a:off x="3483803" y="3199120"/>
              <a:ext cx="5055317" cy="31345"/>
            </a:xfrm>
            <a:custGeom>
              <a:avLst/>
              <a:pathLst>
                <a:path w="5055317" h="31345">
                  <a:moveTo>
                    <a:pt x="0" y="0"/>
                  </a:moveTo>
                  <a:lnTo>
                    <a:pt x="5055317" y="31345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5"/>
            <p:cNvSpPr/>
            <p:nvPr/>
          </p:nvSpPr>
          <p:spPr>
            <a:xfrm>
              <a:off x="3483803" y="3119016"/>
              <a:ext cx="5055317" cy="151308"/>
            </a:xfrm>
            <a:custGeom>
              <a:avLst/>
              <a:pathLst>
                <a:path w="5055317" h="151308">
                  <a:moveTo>
                    <a:pt x="0" y="0"/>
                  </a:moveTo>
                  <a:lnTo>
                    <a:pt x="5055317" y="151308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6"/>
            <p:cNvSpPr/>
            <p:nvPr/>
          </p:nvSpPr>
          <p:spPr>
            <a:xfrm>
              <a:off x="3483803" y="3038911"/>
              <a:ext cx="5055317" cy="128167"/>
            </a:xfrm>
            <a:custGeom>
              <a:avLst/>
              <a:pathLst>
                <a:path w="5055317" h="128167">
                  <a:moveTo>
                    <a:pt x="0" y="0"/>
                  </a:moveTo>
                  <a:lnTo>
                    <a:pt x="5055317" y="128167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7"/>
            <p:cNvSpPr/>
            <p:nvPr/>
          </p:nvSpPr>
          <p:spPr>
            <a:xfrm>
              <a:off x="3483803" y="2958807"/>
              <a:ext cx="5055317" cy="254525"/>
            </a:xfrm>
            <a:custGeom>
              <a:avLst/>
              <a:pathLst>
                <a:path w="5055317" h="254525">
                  <a:moveTo>
                    <a:pt x="0" y="0"/>
                  </a:moveTo>
                  <a:lnTo>
                    <a:pt x="5055317" y="254525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8"/>
            <p:cNvSpPr/>
            <p:nvPr/>
          </p:nvSpPr>
          <p:spPr>
            <a:xfrm>
              <a:off x="3483803" y="2878702"/>
              <a:ext cx="5055317" cy="310404"/>
            </a:xfrm>
            <a:custGeom>
              <a:avLst/>
              <a:pathLst>
                <a:path w="5055317" h="310404">
                  <a:moveTo>
                    <a:pt x="0" y="0"/>
                  </a:moveTo>
                  <a:lnTo>
                    <a:pt x="5055317" y="310404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t29"/>
            <p:cNvSpPr/>
            <p:nvPr/>
          </p:nvSpPr>
          <p:spPr>
            <a:xfrm>
              <a:off x="3463042" y="462024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t30"/>
            <p:cNvSpPr/>
            <p:nvPr/>
          </p:nvSpPr>
          <p:spPr>
            <a:xfrm>
              <a:off x="3463042" y="454013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t31"/>
            <p:cNvSpPr/>
            <p:nvPr/>
          </p:nvSpPr>
          <p:spPr>
            <a:xfrm>
              <a:off x="3463042" y="446003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t32"/>
            <p:cNvSpPr/>
            <p:nvPr/>
          </p:nvSpPr>
          <p:spPr>
            <a:xfrm>
              <a:off x="3463042" y="437992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t33"/>
            <p:cNvSpPr/>
            <p:nvPr/>
          </p:nvSpPr>
          <p:spPr>
            <a:xfrm>
              <a:off x="3463042" y="429982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t34"/>
            <p:cNvSpPr/>
            <p:nvPr/>
          </p:nvSpPr>
          <p:spPr>
            <a:xfrm>
              <a:off x="3463042" y="421971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t35"/>
            <p:cNvSpPr/>
            <p:nvPr/>
          </p:nvSpPr>
          <p:spPr>
            <a:xfrm>
              <a:off x="3463042" y="413961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t36"/>
            <p:cNvSpPr/>
            <p:nvPr/>
          </p:nvSpPr>
          <p:spPr>
            <a:xfrm>
              <a:off x="3463042" y="405950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t37"/>
            <p:cNvSpPr/>
            <p:nvPr/>
          </p:nvSpPr>
          <p:spPr>
            <a:xfrm>
              <a:off x="3463042" y="397940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t38"/>
            <p:cNvSpPr/>
            <p:nvPr/>
          </p:nvSpPr>
          <p:spPr>
            <a:xfrm>
              <a:off x="3463042" y="389930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t39"/>
            <p:cNvSpPr/>
            <p:nvPr/>
          </p:nvSpPr>
          <p:spPr>
            <a:xfrm>
              <a:off x="3463042" y="381919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t40"/>
            <p:cNvSpPr/>
            <p:nvPr/>
          </p:nvSpPr>
          <p:spPr>
            <a:xfrm>
              <a:off x="3463042" y="373909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t41"/>
            <p:cNvSpPr/>
            <p:nvPr/>
          </p:nvSpPr>
          <p:spPr>
            <a:xfrm>
              <a:off x="3463042" y="365898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t42"/>
            <p:cNvSpPr/>
            <p:nvPr/>
          </p:nvSpPr>
          <p:spPr>
            <a:xfrm>
              <a:off x="3463042" y="357888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t43"/>
            <p:cNvSpPr/>
            <p:nvPr/>
          </p:nvSpPr>
          <p:spPr>
            <a:xfrm>
              <a:off x="3463042" y="349877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t44"/>
            <p:cNvSpPr/>
            <p:nvPr/>
          </p:nvSpPr>
          <p:spPr>
            <a:xfrm>
              <a:off x="3463042" y="341867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t45"/>
            <p:cNvSpPr/>
            <p:nvPr/>
          </p:nvSpPr>
          <p:spPr>
            <a:xfrm>
              <a:off x="3463042" y="333856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t46"/>
            <p:cNvSpPr/>
            <p:nvPr/>
          </p:nvSpPr>
          <p:spPr>
            <a:xfrm>
              <a:off x="3463042" y="325846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t47"/>
            <p:cNvSpPr/>
            <p:nvPr/>
          </p:nvSpPr>
          <p:spPr>
            <a:xfrm>
              <a:off x="3463042" y="317836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t48"/>
            <p:cNvSpPr/>
            <p:nvPr/>
          </p:nvSpPr>
          <p:spPr>
            <a:xfrm>
              <a:off x="3463042" y="309825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t49"/>
            <p:cNvSpPr/>
            <p:nvPr/>
          </p:nvSpPr>
          <p:spPr>
            <a:xfrm>
              <a:off x="3463042" y="301815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t50"/>
            <p:cNvSpPr/>
            <p:nvPr/>
          </p:nvSpPr>
          <p:spPr>
            <a:xfrm>
              <a:off x="3463042" y="293804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t51"/>
            <p:cNvSpPr/>
            <p:nvPr/>
          </p:nvSpPr>
          <p:spPr>
            <a:xfrm>
              <a:off x="3463042" y="285794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t52"/>
            <p:cNvSpPr/>
            <p:nvPr/>
          </p:nvSpPr>
          <p:spPr>
            <a:xfrm>
              <a:off x="8514294" y="423745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t53"/>
            <p:cNvSpPr/>
            <p:nvPr/>
          </p:nvSpPr>
          <p:spPr>
            <a:xfrm>
              <a:off x="8514294" y="411828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t54"/>
            <p:cNvSpPr/>
            <p:nvPr/>
          </p:nvSpPr>
          <p:spPr>
            <a:xfrm>
              <a:off x="8514294" y="405707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t55"/>
            <p:cNvSpPr/>
            <p:nvPr/>
          </p:nvSpPr>
          <p:spPr>
            <a:xfrm>
              <a:off x="8514294" y="403018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t56"/>
            <p:cNvSpPr/>
            <p:nvPr/>
          </p:nvSpPr>
          <p:spPr>
            <a:xfrm>
              <a:off x="8514294" y="396159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t57"/>
            <p:cNvSpPr/>
            <p:nvPr/>
          </p:nvSpPr>
          <p:spPr>
            <a:xfrm>
              <a:off x="8514294" y="394576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t58"/>
            <p:cNvSpPr/>
            <p:nvPr/>
          </p:nvSpPr>
          <p:spPr>
            <a:xfrm>
              <a:off x="8514294" y="383614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t59"/>
            <p:cNvSpPr/>
            <p:nvPr/>
          </p:nvSpPr>
          <p:spPr>
            <a:xfrm>
              <a:off x="8514294" y="378569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t60"/>
            <p:cNvSpPr/>
            <p:nvPr/>
          </p:nvSpPr>
          <p:spPr>
            <a:xfrm>
              <a:off x="8514294" y="375924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t61"/>
            <p:cNvSpPr/>
            <p:nvPr/>
          </p:nvSpPr>
          <p:spPr>
            <a:xfrm>
              <a:off x="8514294" y="363778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t62"/>
            <p:cNvSpPr/>
            <p:nvPr/>
          </p:nvSpPr>
          <p:spPr>
            <a:xfrm>
              <a:off x="8514294" y="356722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t63"/>
            <p:cNvSpPr/>
            <p:nvPr/>
          </p:nvSpPr>
          <p:spPr>
            <a:xfrm>
              <a:off x="8514294" y="357029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t64"/>
            <p:cNvSpPr/>
            <p:nvPr/>
          </p:nvSpPr>
          <p:spPr>
            <a:xfrm>
              <a:off x="8514294" y="346227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t65"/>
            <p:cNvSpPr/>
            <p:nvPr/>
          </p:nvSpPr>
          <p:spPr>
            <a:xfrm>
              <a:off x="8514294" y="344130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t66"/>
            <p:cNvSpPr/>
            <p:nvPr/>
          </p:nvSpPr>
          <p:spPr>
            <a:xfrm>
              <a:off x="8514294" y="338443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t67"/>
            <p:cNvSpPr/>
            <p:nvPr/>
          </p:nvSpPr>
          <p:spPr>
            <a:xfrm>
              <a:off x="8514294" y="331561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t68"/>
            <p:cNvSpPr/>
            <p:nvPr/>
          </p:nvSpPr>
          <p:spPr>
            <a:xfrm>
              <a:off x="8514294" y="325818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t69"/>
            <p:cNvSpPr/>
            <p:nvPr/>
          </p:nvSpPr>
          <p:spPr>
            <a:xfrm>
              <a:off x="8514294" y="333001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t70"/>
            <p:cNvSpPr/>
            <p:nvPr/>
          </p:nvSpPr>
          <p:spPr>
            <a:xfrm>
              <a:off x="8514294" y="320564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t71"/>
            <p:cNvSpPr/>
            <p:nvPr/>
          </p:nvSpPr>
          <p:spPr>
            <a:xfrm>
              <a:off x="8514294" y="324549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t72"/>
            <p:cNvSpPr/>
            <p:nvPr/>
          </p:nvSpPr>
          <p:spPr>
            <a:xfrm>
              <a:off x="8514294" y="314225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t73"/>
            <p:cNvSpPr/>
            <p:nvPr/>
          </p:nvSpPr>
          <p:spPr>
            <a:xfrm>
              <a:off x="8514294" y="318850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t74"/>
            <p:cNvSpPr/>
            <p:nvPr/>
          </p:nvSpPr>
          <p:spPr>
            <a:xfrm>
              <a:off x="8514294" y="316428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l75"/>
            <p:cNvSpPr/>
            <p:nvPr/>
          </p:nvSpPr>
          <p:spPr>
            <a:xfrm>
              <a:off x="3483803" y="1556978"/>
              <a:ext cx="0" cy="4405747"/>
            </a:xfrm>
            <a:custGeom>
              <a:avLst/>
              <a:pathLst>
                <a:path w="0" h="4405747">
                  <a:moveTo>
                    <a:pt x="0" y="4405747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l76"/>
            <p:cNvSpPr/>
            <p:nvPr/>
          </p:nvSpPr>
          <p:spPr>
            <a:xfrm>
              <a:off x="8539120" y="1556978"/>
              <a:ext cx="0" cy="4405747"/>
            </a:xfrm>
            <a:custGeom>
              <a:avLst/>
              <a:pathLst>
                <a:path w="0" h="4405747">
                  <a:moveTo>
                    <a:pt x="0" y="4405747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l77"/>
            <p:cNvSpPr/>
            <p:nvPr/>
          </p:nvSpPr>
          <p:spPr>
            <a:xfrm>
              <a:off x="3407973" y="4961419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8"/>
            <p:cNvSpPr/>
            <p:nvPr/>
          </p:nvSpPr>
          <p:spPr>
            <a:xfrm>
              <a:off x="3407973" y="4560897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79"/>
            <p:cNvSpPr/>
            <p:nvPr/>
          </p:nvSpPr>
          <p:spPr>
            <a:xfrm>
              <a:off x="3407973" y="4160374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0"/>
            <p:cNvSpPr/>
            <p:nvPr/>
          </p:nvSpPr>
          <p:spPr>
            <a:xfrm>
              <a:off x="3407973" y="3759852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1"/>
            <p:cNvSpPr/>
            <p:nvPr/>
          </p:nvSpPr>
          <p:spPr>
            <a:xfrm>
              <a:off x="3407973" y="3359329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2"/>
            <p:cNvSpPr/>
            <p:nvPr/>
          </p:nvSpPr>
          <p:spPr>
            <a:xfrm>
              <a:off x="3407973" y="2958807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3"/>
            <p:cNvSpPr/>
            <p:nvPr/>
          </p:nvSpPr>
          <p:spPr>
            <a:xfrm>
              <a:off x="3407973" y="2558284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4"/>
            <p:cNvSpPr/>
            <p:nvPr/>
          </p:nvSpPr>
          <p:spPr>
            <a:xfrm>
              <a:off x="8539120" y="4961419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5"/>
            <p:cNvSpPr/>
            <p:nvPr/>
          </p:nvSpPr>
          <p:spPr>
            <a:xfrm>
              <a:off x="8539120" y="4560897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6"/>
            <p:cNvSpPr/>
            <p:nvPr/>
          </p:nvSpPr>
          <p:spPr>
            <a:xfrm>
              <a:off x="8539120" y="4160374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7"/>
            <p:cNvSpPr/>
            <p:nvPr/>
          </p:nvSpPr>
          <p:spPr>
            <a:xfrm>
              <a:off x="8539120" y="3759852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8"/>
            <p:cNvSpPr/>
            <p:nvPr/>
          </p:nvSpPr>
          <p:spPr>
            <a:xfrm>
              <a:off x="8539120" y="3359329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89"/>
            <p:cNvSpPr/>
            <p:nvPr/>
          </p:nvSpPr>
          <p:spPr>
            <a:xfrm>
              <a:off x="8539120" y="2958807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0"/>
            <p:cNvSpPr/>
            <p:nvPr/>
          </p:nvSpPr>
          <p:spPr>
            <a:xfrm>
              <a:off x="8539120" y="2558284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tx91"/>
            <p:cNvSpPr/>
            <p:nvPr/>
          </p:nvSpPr>
          <p:spPr>
            <a:xfrm>
              <a:off x="3173068" y="4926333"/>
              <a:ext cx="108521" cy="70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93" name="tx92"/>
            <p:cNvSpPr/>
            <p:nvPr/>
          </p:nvSpPr>
          <p:spPr>
            <a:xfrm>
              <a:off x="3173068" y="4526240"/>
              <a:ext cx="108521" cy="69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15</a:t>
              </a:r>
            </a:p>
          </p:txBody>
        </p:sp>
        <p:sp>
          <p:nvSpPr>
            <p:cNvPr id="94" name="tx93"/>
            <p:cNvSpPr/>
            <p:nvPr/>
          </p:nvSpPr>
          <p:spPr>
            <a:xfrm>
              <a:off x="3173068" y="4125050"/>
              <a:ext cx="108521" cy="7031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95" name="tx94"/>
            <p:cNvSpPr/>
            <p:nvPr/>
          </p:nvSpPr>
          <p:spPr>
            <a:xfrm>
              <a:off x="3173068" y="3724671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25</a:t>
              </a:r>
            </a:p>
          </p:txBody>
        </p:sp>
        <p:sp>
          <p:nvSpPr>
            <p:cNvPr id="96" name="tx95"/>
            <p:cNvSpPr/>
            <p:nvPr/>
          </p:nvSpPr>
          <p:spPr>
            <a:xfrm>
              <a:off x="3173068" y="3324148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97" name="tx96"/>
            <p:cNvSpPr/>
            <p:nvPr/>
          </p:nvSpPr>
          <p:spPr>
            <a:xfrm>
              <a:off x="3173068" y="2923625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35</a:t>
              </a:r>
            </a:p>
          </p:txBody>
        </p:sp>
        <p:sp>
          <p:nvSpPr>
            <p:cNvPr id="98" name="tx97"/>
            <p:cNvSpPr/>
            <p:nvPr/>
          </p:nvSpPr>
          <p:spPr>
            <a:xfrm>
              <a:off x="3173068" y="2523008"/>
              <a:ext cx="108521" cy="7026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99" name="tx98"/>
            <p:cNvSpPr/>
            <p:nvPr/>
          </p:nvSpPr>
          <p:spPr>
            <a:xfrm>
              <a:off x="8741333" y="4926333"/>
              <a:ext cx="108521" cy="70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100" name="tx99"/>
            <p:cNvSpPr/>
            <p:nvPr/>
          </p:nvSpPr>
          <p:spPr>
            <a:xfrm>
              <a:off x="8741333" y="4526240"/>
              <a:ext cx="108521" cy="69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15</a:t>
              </a:r>
            </a:p>
          </p:txBody>
        </p:sp>
        <p:sp>
          <p:nvSpPr>
            <p:cNvPr id="101" name="tx100"/>
            <p:cNvSpPr/>
            <p:nvPr/>
          </p:nvSpPr>
          <p:spPr>
            <a:xfrm>
              <a:off x="8741333" y="4125050"/>
              <a:ext cx="108521" cy="7031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102" name="tx101"/>
            <p:cNvSpPr/>
            <p:nvPr/>
          </p:nvSpPr>
          <p:spPr>
            <a:xfrm>
              <a:off x="8741333" y="3724671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25</a:t>
              </a:r>
            </a:p>
          </p:txBody>
        </p:sp>
        <p:sp>
          <p:nvSpPr>
            <p:cNvPr id="103" name="tx102"/>
            <p:cNvSpPr/>
            <p:nvPr/>
          </p:nvSpPr>
          <p:spPr>
            <a:xfrm>
              <a:off x="8741333" y="3324148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104" name="tx103"/>
            <p:cNvSpPr/>
            <p:nvPr/>
          </p:nvSpPr>
          <p:spPr>
            <a:xfrm>
              <a:off x="8741333" y="2923625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35</a:t>
              </a:r>
            </a:p>
          </p:txBody>
        </p:sp>
        <p:sp>
          <p:nvSpPr>
            <p:cNvPr id="105" name="tx104"/>
            <p:cNvSpPr/>
            <p:nvPr/>
          </p:nvSpPr>
          <p:spPr>
            <a:xfrm>
              <a:off x="8741333" y="2523008"/>
              <a:ext cx="108521" cy="7026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106" name="pl105"/>
            <p:cNvSpPr/>
            <p:nvPr/>
          </p:nvSpPr>
          <p:spPr>
            <a:xfrm>
              <a:off x="824706" y="1556978"/>
              <a:ext cx="0" cy="4405747"/>
            </a:xfrm>
            <a:custGeom>
              <a:avLst/>
              <a:pathLst>
                <a:path w="0" h="4405747">
                  <a:moveTo>
                    <a:pt x="0" y="4405747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l106"/>
            <p:cNvSpPr/>
            <p:nvPr/>
          </p:nvSpPr>
          <p:spPr>
            <a:xfrm>
              <a:off x="824706" y="5962726"/>
              <a:ext cx="10373511" cy="0"/>
            </a:xfrm>
            <a:custGeom>
              <a:avLst/>
              <a:pathLst>
                <a:path w="10373511" h="0">
                  <a:moveTo>
                    <a:pt x="0" y="0"/>
                  </a:moveTo>
                  <a:lnTo>
                    <a:pt x="10373511" y="0"/>
                  </a:lnTo>
                </a:path>
              </a:pathLst>
            </a:custGeom>
            <a:ln w="17246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l107"/>
            <p:cNvSpPr/>
            <p:nvPr/>
          </p:nvSpPr>
          <p:spPr>
            <a:xfrm>
              <a:off x="3483803" y="5962726"/>
              <a:ext cx="0" cy="44283"/>
            </a:xfrm>
            <a:custGeom>
              <a:avLst/>
              <a:pathLst>
                <a:path w="0" h="44283">
                  <a:moveTo>
                    <a:pt x="0" y="44283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l108"/>
            <p:cNvSpPr/>
            <p:nvPr/>
          </p:nvSpPr>
          <p:spPr>
            <a:xfrm>
              <a:off x="8539120" y="5962726"/>
              <a:ext cx="0" cy="44283"/>
            </a:xfrm>
            <a:custGeom>
              <a:avLst/>
              <a:pathLst>
                <a:path w="0" h="44283">
                  <a:moveTo>
                    <a:pt x="0" y="44283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tx109"/>
            <p:cNvSpPr/>
            <p:nvPr/>
          </p:nvSpPr>
          <p:spPr>
            <a:xfrm>
              <a:off x="3163554" y="6012780"/>
              <a:ext cx="640496" cy="13168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Response</a:t>
              </a:r>
            </a:p>
          </p:txBody>
        </p:sp>
        <p:sp>
          <p:nvSpPr>
            <p:cNvPr id="111" name="tx110"/>
            <p:cNvSpPr/>
            <p:nvPr/>
          </p:nvSpPr>
          <p:spPr>
            <a:xfrm>
              <a:off x="8060762" y="6012086"/>
              <a:ext cx="956716" cy="1323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Mean objective</a:t>
              </a:r>
            </a:p>
          </p:txBody>
        </p:sp>
        <p:sp>
          <p:nvSpPr>
            <p:cNvPr id="112" name="tx111"/>
            <p:cNvSpPr/>
            <p:nvPr/>
          </p:nvSpPr>
          <p:spPr>
            <a:xfrm>
              <a:off x="824706" y="1261006"/>
              <a:ext cx="4398119" cy="168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Reverse Galton squeeze; responses restricted to 14–36</a:t>
              </a:r>
            </a:p>
          </p:txBody>
        </p:sp>
        <p:sp>
          <p:nvSpPr>
            <p:cNvPr id="113" name="tx112"/>
            <p:cNvSpPr/>
            <p:nvPr/>
          </p:nvSpPr>
          <p:spPr>
            <a:xfrm>
              <a:off x="824706" y="965033"/>
              <a:ext cx="3154665" cy="20075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6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6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Experiment 3 - Average condition</a:t>
              </a:r>
            </a:p>
          </p:txBody>
        </p: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p:ph/>
          </p:nvPr>
        </p:nvSpPr>
        <p:spPr>
          <a:xfrm>
            <a:off x="274320" y="182880"/>
            <a:ext cx="11430000" cy="457200"/>
          </a:xfrm>
        </p:spPr>
        <p:txBody>
          <a:bodyPr/>
          <a:lstStyle/>
          <a:p>
            <a:r>
              <a:rPr/>
              <a:t>Exp 3 - Experience reverse Galton responses 14-36</a:t>
            </a:r>
          </a:p>
        </p:txBody>
      </p:sp>
      <p:grpSp xmlns:pic="http://schemas.openxmlformats.org/drawingml/2006/picture">
        <p:nvGrpSpPr>
          <p:cNvPr id="3" name=""/>
          <p:cNvGrpSpPr/>
          <p:nvPr/>
        </p:nvGrpSpPr>
        <p:grpSpPr>
          <a:xfrm>
            <a:off x="274320" y="822960"/>
            <a:ext cx="11430000" cy="5669280"/>
            <a:chOff x="274320" y="822960"/>
            <a:chExt cx="11430000" cy="5669280"/>
          </a:xfrm>
        </p:grpSpPr>
        <p:sp>
          <p:nvSpPr>
            <p:cNvPr id="4" name="rc3"/>
            <p:cNvSpPr/>
            <p:nvPr/>
          </p:nvSpPr>
          <p:spPr>
            <a:xfrm>
              <a:off x="274320" y="822960"/>
              <a:ext cx="1143000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4"/>
            <p:cNvSpPr/>
            <p:nvPr/>
          </p:nvSpPr>
          <p:spPr>
            <a:xfrm>
              <a:off x="274320" y="822960"/>
              <a:ext cx="1143000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7246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rc5"/>
            <p:cNvSpPr/>
            <p:nvPr/>
          </p:nvSpPr>
          <p:spPr>
            <a:xfrm>
              <a:off x="824706" y="1556978"/>
              <a:ext cx="10373511" cy="4405747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6"/>
            <p:cNvSpPr/>
            <p:nvPr/>
          </p:nvSpPr>
          <p:spPr>
            <a:xfrm>
              <a:off x="3483803" y="4224609"/>
              <a:ext cx="5055317" cy="416392"/>
            </a:xfrm>
            <a:custGeom>
              <a:avLst/>
              <a:pathLst>
                <a:path w="5055317" h="416392">
                  <a:moveTo>
                    <a:pt x="0" y="416392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7"/>
            <p:cNvSpPr/>
            <p:nvPr/>
          </p:nvSpPr>
          <p:spPr>
            <a:xfrm>
              <a:off x="3483803" y="4126764"/>
              <a:ext cx="5055317" cy="434132"/>
            </a:xfrm>
            <a:custGeom>
              <a:avLst/>
              <a:pathLst>
                <a:path w="5055317" h="434132">
                  <a:moveTo>
                    <a:pt x="0" y="434132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8"/>
            <p:cNvSpPr/>
            <p:nvPr/>
          </p:nvSpPr>
          <p:spPr>
            <a:xfrm>
              <a:off x="3483803" y="4141245"/>
              <a:ext cx="5055317" cy="339547"/>
            </a:xfrm>
            <a:custGeom>
              <a:avLst/>
              <a:pathLst>
                <a:path w="5055317" h="339547">
                  <a:moveTo>
                    <a:pt x="0" y="339547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9"/>
            <p:cNvSpPr/>
            <p:nvPr/>
          </p:nvSpPr>
          <p:spPr>
            <a:xfrm>
              <a:off x="3483803" y="4115121"/>
              <a:ext cx="5055317" cy="285567"/>
            </a:xfrm>
            <a:custGeom>
              <a:avLst/>
              <a:pathLst>
                <a:path w="5055317" h="285567">
                  <a:moveTo>
                    <a:pt x="0" y="285567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0"/>
            <p:cNvSpPr/>
            <p:nvPr/>
          </p:nvSpPr>
          <p:spPr>
            <a:xfrm>
              <a:off x="3483803" y="4012302"/>
              <a:ext cx="5055317" cy="308280"/>
            </a:xfrm>
            <a:custGeom>
              <a:avLst/>
              <a:pathLst>
                <a:path w="5055317" h="308280">
                  <a:moveTo>
                    <a:pt x="0" y="308280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1"/>
            <p:cNvSpPr/>
            <p:nvPr/>
          </p:nvSpPr>
          <p:spPr>
            <a:xfrm>
              <a:off x="3483803" y="3988474"/>
              <a:ext cx="5055317" cy="252004"/>
            </a:xfrm>
            <a:custGeom>
              <a:avLst/>
              <a:pathLst>
                <a:path w="5055317" h="252004">
                  <a:moveTo>
                    <a:pt x="0" y="252004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2"/>
            <p:cNvSpPr/>
            <p:nvPr/>
          </p:nvSpPr>
          <p:spPr>
            <a:xfrm>
              <a:off x="3483803" y="3914721"/>
              <a:ext cx="5055317" cy="245653"/>
            </a:xfrm>
            <a:custGeom>
              <a:avLst/>
              <a:pathLst>
                <a:path w="5055317" h="245653">
                  <a:moveTo>
                    <a:pt x="0" y="245653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3"/>
            <p:cNvSpPr/>
            <p:nvPr/>
          </p:nvSpPr>
          <p:spPr>
            <a:xfrm>
              <a:off x="3483803" y="3852604"/>
              <a:ext cx="5055317" cy="227665"/>
            </a:xfrm>
            <a:custGeom>
              <a:avLst/>
              <a:pathLst>
                <a:path w="5055317" h="227665">
                  <a:moveTo>
                    <a:pt x="0" y="227665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4"/>
            <p:cNvSpPr/>
            <p:nvPr/>
          </p:nvSpPr>
          <p:spPr>
            <a:xfrm>
              <a:off x="3483803" y="3775595"/>
              <a:ext cx="5055317" cy="224570"/>
            </a:xfrm>
            <a:custGeom>
              <a:avLst/>
              <a:pathLst>
                <a:path w="5055317" h="224570">
                  <a:moveTo>
                    <a:pt x="0" y="224570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5"/>
            <p:cNvSpPr/>
            <p:nvPr/>
          </p:nvSpPr>
          <p:spPr>
            <a:xfrm>
              <a:off x="3483803" y="3692667"/>
              <a:ext cx="5055317" cy="227393"/>
            </a:xfrm>
            <a:custGeom>
              <a:avLst/>
              <a:pathLst>
                <a:path w="5055317" h="227393">
                  <a:moveTo>
                    <a:pt x="0" y="227393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6"/>
            <p:cNvSpPr/>
            <p:nvPr/>
          </p:nvSpPr>
          <p:spPr>
            <a:xfrm>
              <a:off x="3483803" y="3684870"/>
              <a:ext cx="5055317" cy="155086"/>
            </a:xfrm>
            <a:custGeom>
              <a:avLst/>
              <a:pathLst>
                <a:path w="5055317" h="155086">
                  <a:moveTo>
                    <a:pt x="0" y="155086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7"/>
            <p:cNvSpPr/>
            <p:nvPr/>
          </p:nvSpPr>
          <p:spPr>
            <a:xfrm>
              <a:off x="3483803" y="3611489"/>
              <a:ext cx="5055317" cy="148362"/>
            </a:xfrm>
            <a:custGeom>
              <a:avLst/>
              <a:pathLst>
                <a:path w="5055317" h="148362">
                  <a:moveTo>
                    <a:pt x="0" y="148362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8"/>
            <p:cNvSpPr/>
            <p:nvPr/>
          </p:nvSpPr>
          <p:spPr>
            <a:xfrm>
              <a:off x="3483803" y="3556057"/>
              <a:ext cx="5055317" cy="123690"/>
            </a:xfrm>
            <a:custGeom>
              <a:avLst/>
              <a:pathLst>
                <a:path w="5055317" h="123690">
                  <a:moveTo>
                    <a:pt x="0" y="123690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19"/>
            <p:cNvSpPr/>
            <p:nvPr/>
          </p:nvSpPr>
          <p:spPr>
            <a:xfrm>
              <a:off x="3483803" y="3479486"/>
              <a:ext cx="5055317" cy="120156"/>
            </a:xfrm>
            <a:custGeom>
              <a:avLst/>
              <a:pathLst>
                <a:path w="5055317" h="120156">
                  <a:moveTo>
                    <a:pt x="0" y="120156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0"/>
            <p:cNvSpPr/>
            <p:nvPr/>
          </p:nvSpPr>
          <p:spPr>
            <a:xfrm>
              <a:off x="3483803" y="3403418"/>
              <a:ext cx="5055317" cy="116120"/>
            </a:xfrm>
            <a:custGeom>
              <a:avLst/>
              <a:pathLst>
                <a:path w="5055317" h="116120">
                  <a:moveTo>
                    <a:pt x="0" y="116120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1"/>
            <p:cNvSpPr/>
            <p:nvPr/>
          </p:nvSpPr>
          <p:spPr>
            <a:xfrm>
              <a:off x="3483803" y="3439434"/>
              <a:ext cx="5055317" cy="35245"/>
            </a:xfrm>
            <a:custGeom>
              <a:avLst/>
              <a:pathLst>
                <a:path w="5055317" h="35245">
                  <a:moveTo>
                    <a:pt x="0" y="0"/>
                  </a:moveTo>
                  <a:lnTo>
                    <a:pt x="5055317" y="35245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2"/>
            <p:cNvSpPr/>
            <p:nvPr/>
          </p:nvSpPr>
          <p:spPr>
            <a:xfrm>
              <a:off x="3483803" y="3284656"/>
              <a:ext cx="5055317" cy="74673"/>
            </a:xfrm>
            <a:custGeom>
              <a:avLst/>
              <a:pathLst>
                <a:path w="5055317" h="74673">
                  <a:moveTo>
                    <a:pt x="0" y="74673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3"/>
            <p:cNvSpPr/>
            <p:nvPr/>
          </p:nvSpPr>
          <p:spPr>
            <a:xfrm>
              <a:off x="3483803" y="3276021"/>
              <a:ext cx="5055317" cy="3204"/>
            </a:xfrm>
            <a:custGeom>
              <a:avLst/>
              <a:pathLst>
                <a:path w="5055317" h="3204">
                  <a:moveTo>
                    <a:pt x="0" y="3204"/>
                  </a:moveTo>
                  <a:lnTo>
                    <a:pt x="5055317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4"/>
            <p:cNvSpPr/>
            <p:nvPr/>
          </p:nvSpPr>
          <p:spPr>
            <a:xfrm>
              <a:off x="3483803" y="3199120"/>
              <a:ext cx="5055317" cy="69858"/>
            </a:xfrm>
            <a:custGeom>
              <a:avLst/>
              <a:pathLst>
                <a:path w="5055317" h="69858">
                  <a:moveTo>
                    <a:pt x="0" y="0"/>
                  </a:moveTo>
                  <a:lnTo>
                    <a:pt x="5055317" y="69858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5"/>
            <p:cNvSpPr/>
            <p:nvPr/>
          </p:nvSpPr>
          <p:spPr>
            <a:xfrm>
              <a:off x="3483803" y="3119016"/>
              <a:ext cx="5055317" cy="123894"/>
            </a:xfrm>
            <a:custGeom>
              <a:avLst/>
              <a:pathLst>
                <a:path w="5055317" h="123894">
                  <a:moveTo>
                    <a:pt x="0" y="0"/>
                  </a:moveTo>
                  <a:lnTo>
                    <a:pt x="5055317" y="123894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6"/>
            <p:cNvSpPr/>
            <p:nvPr/>
          </p:nvSpPr>
          <p:spPr>
            <a:xfrm>
              <a:off x="3483803" y="3038911"/>
              <a:ext cx="5055317" cy="149235"/>
            </a:xfrm>
            <a:custGeom>
              <a:avLst/>
              <a:pathLst>
                <a:path w="5055317" h="149235">
                  <a:moveTo>
                    <a:pt x="0" y="0"/>
                  </a:moveTo>
                  <a:lnTo>
                    <a:pt x="5055317" y="149235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7"/>
            <p:cNvSpPr/>
            <p:nvPr/>
          </p:nvSpPr>
          <p:spPr>
            <a:xfrm>
              <a:off x="3483803" y="2958807"/>
              <a:ext cx="5055317" cy="196334"/>
            </a:xfrm>
            <a:custGeom>
              <a:avLst/>
              <a:pathLst>
                <a:path w="5055317" h="196334">
                  <a:moveTo>
                    <a:pt x="0" y="0"/>
                  </a:moveTo>
                  <a:lnTo>
                    <a:pt x="5055317" y="196334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8"/>
            <p:cNvSpPr/>
            <p:nvPr/>
          </p:nvSpPr>
          <p:spPr>
            <a:xfrm>
              <a:off x="3483803" y="2878702"/>
              <a:ext cx="5055317" cy="345339"/>
            </a:xfrm>
            <a:custGeom>
              <a:avLst/>
              <a:pathLst>
                <a:path w="5055317" h="345339">
                  <a:moveTo>
                    <a:pt x="0" y="0"/>
                  </a:moveTo>
                  <a:lnTo>
                    <a:pt x="5055317" y="345339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t29"/>
            <p:cNvSpPr/>
            <p:nvPr/>
          </p:nvSpPr>
          <p:spPr>
            <a:xfrm>
              <a:off x="3463042" y="462024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t30"/>
            <p:cNvSpPr/>
            <p:nvPr/>
          </p:nvSpPr>
          <p:spPr>
            <a:xfrm>
              <a:off x="3463042" y="454013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t31"/>
            <p:cNvSpPr/>
            <p:nvPr/>
          </p:nvSpPr>
          <p:spPr>
            <a:xfrm>
              <a:off x="3463042" y="446003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t32"/>
            <p:cNvSpPr/>
            <p:nvPr/>
          </p:nvSpPr>
          <p:spPr>
            <a:xfrm>
              <a:off x="3463042" y="437992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t33"/>
            <p:cNvSpPr/>
            <p:nvPr/>
          </p:nvSpPr>
          <p:spPr>
            <a:xfrm>
              <a:off x="3463042" y="429982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t34"/>
            <p:cNvSpPr/>
            <p:nvPr/>
          </p:nvSpPr>
          <p:spPr>
            <a:xfrm>
              <a:off x="3463042" y="421971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t35"/>
            <p:cNvSpPr/>
            <p:nvPr/>
          </p:nvSpPr>
          <p:spPr>
            <a:xfrm>
              <a:off x="3463042" y="413961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t36"/>
            <p:cNvSpPr/>
            <p:nvPr/>
          </p:nvSpPr>
          <p:spPr>
            <a:xfrm>
              <a:off x="3463042" y="405950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t37"/>
            <p:cNvSpPr/>
            <p:nvPr/>
          </p:nvSpPr>
          <p:spPr>
            <a:xfrm>
              <a:off x="3463042" y="397940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t38"/>
            <p:cNvSpPr/>
            <p:nvPr/>
          </p:nvSpPr>
          <p:spPr>
            <a:xfrm>
              <a:off x="3463042" y="389930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t39"/>
            <p:cNvSpPr/>
            <p:nvPr/>
          </p:nvSpPr>
          <p:spPr>
            <a:xfrm>
              <a:off x="3463042" y="381919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t40"/>
            <p:cNvSpPr/>
            <p:nvPr/>
          </p:nvSpPr>
          <p:spPr>
            <a:xfrm>
              <a:off x="3463042" y="373909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t41"/>
            <p:cNvSpPr/>
            <p:nvPr/>
          </p:nvSpPr>
          <p:spPr>
            <a:xfrm>
              <a:off x="3463042" y="365898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t42"/>
            <p:cNvSpPr/>
            <p:nvPr/>
          </p:nvSpPr>
          <p:spPr>
            <a:xfrm>
              <a:off x="3463042" y="357888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t43"/>
            <p:cNvSpPr/>
            <p:nvPr/>
          </p:nvSpPr>
          <p:spPr>
            <a:xfrm>
              <a:off x="3463042" y="349877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t44"/>
            <p:cNvSpPr/>
            <p:nvPr/>
          </p:nvSpPr>
          <p:spPr>
            <a:xfrm>
              <a:off x="3463042" y="341867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t45"/>
            <p:cNvSpPr/>
            <p:nvPr/>
          </p:nvSpPr>
          <p:spPr>
            <a:xfrm>
              <a:off x="3463042" y="333856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t46"/>
            <p:cNvSpPr/>
            <p:nvPr/>
          </p:nvSpPr>
          <p:spPr>
            <a:xfrm>
              <a:off x="3463042" y="325846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t47"/>
            <p:cNvSpPr/>
            <p:nvPr/>
          </p:nvSpPr>
          <p:spPr>
            <a:xfrm>
              <a:off x="3463042" y="317836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t48"/>
            <p:cNvSpPr/>
            <p:nvPr/>
          </p:nvSpPr>
          <p:spPr>
            <a:xfrm>
              <a:off x="3463042" y="309825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t49"/>
            <p:cNvSpPr/>
            <p:nvPr/>
          </p:nvSpPr>
          <p:spPr>
            <a:xfrm>
              <a:off x="3463042" y="301815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t50"/>
            <p:cNvSpPr/>
            <p:nvPr/>
          </p:nvSpPr>
          <p:spPr>
            <a:xfrm>
              <a:off x="3463042" y="293804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t51"/>
            <p:cNvSpPr/>
            <p:nvPr/>
          </p:nvSpPr>
          <p:spPr>
            <a:xfrm>
              <a:off x="3463042" y="285794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t52"/>
            <p:cNvSpPr/>
            <p:nvPr/>
          </p:nvSpPr>
          <p:spPr>
            <a:xfrm>
              <a:off x="8514294" y="419978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t53"/>
            <p:cNvSpPr/>
            <p:nvPr/>
          </p:nvSpPr>
          <p:spPr>
            <a:xfrm>
              <a:off x="8514294" y="410193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t54"/>
            <p:cNvSpPr/>
            <p:nvPr/>
          </p:nvSpPr>
          <p:spPr>
            <a:xfrm>
              <a:off x="8514294" y="411641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t55"/>
            <p:cNvSpPr/>
            <p:nvPr/>
          </p:nvSpPr>
          <p:spPr>
            <a:xfrm>
              <a:off x="8514294" y="409029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t56"/>
            <p:cNvSpPr/>
            <p:nvPr/>
          </p:nvSpPr>
          <p:spPr>
            <a:xfrm>
              <a:off x="8514294" y="398747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t57"/>
            <p:cNvSpPr/>
            <p:nvPr/>
          </p:nvSpPr>
          <p:spPr>
            <a:xfrm>
              <a:off x="8514294" y="396364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t58"/>
            <p:cNvSpPr/>
            <p:nvPr/>
          </p:nvSpPr>
          <p:spPr>
            <a:xfrm>
              <a:off x="8514294" y="388989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t59"/>
            <p:cNvSpPr/>
            <p:nvPr/>
          </p:nvSpPr>
          <p:spPr>
            <a:xfrm>
              <a:off x="8514294" y="382777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t60"/>
            <p:cNvSpPr/>
            <p:nvPr/>
          </p:nvSpPr>
          <p:spPr>
            <a:xfrm>
              <a:off x="8514294" y="375076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t61"/>
            <p:cNvSpPr/>
            <p:nvPr/>
          </p:nvSpPr>
          <p:spPr>
            <a:xfrm>
              <a:off x="8514294" y="366784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t62"/>
            <p:cNvSpPr/>
            <p:nvPr/>
          </p:nvSpPr>
          <p:spPr>
            <a:xfrm>
              <a:off x="8514294" y="366004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t63"/>
            <p:cNvSpPr/>
            <p:nvPr/>
          </p:nvSpPr>
          <p:spPr>
            <a:xfrm>
              <a:off x="8514294" y="358666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t64"/>
            <p:cNvSpPr/>
            <p:nvPr/>
          </p:nvSpPr>
          <p:spPr>
            <a:xfrm>
              <a:off x="8514294" y="353123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t65"/>
            <p:cNvSpPr/>
            <p:nvPr/>
          </p:nvSpPr>
          <p:spPr>
            <a:xfrm>
              <a:off x="8514294" y="345466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t66"/>
            <p:cNvSpPr/>
            <p:nvPr/>
          </p:nvSpPr>
          <p:spPr>
            <a:xfrm>
              <a:off x="8514294" y="337859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t67"/>
            <p:cNvSpPr/>
            <p:nvPr/>
          </p:nvSpPr>
          <p:spPr>
            <a:xfrm>
              <a:off x="8514294" y="344985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t68"/>
            <p:cNvSpPr/>
            <p:nvPr/>
          </p:nvSpPr>
          <p:spPr>
            <a:xfrm>
              <a:off x="8514294" y="325983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t69"/>
            <p:cNvSpPr/>
            <p:nvPr/>
          </p:nvSpPr>
          <p:spPr>
            <a:xfrm>
              <a:off x="8514294" y="325119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t70"/>
            <p:cNvSpPr/>
            <p:nvPr/>
          </p:nvSpPr>
          <p:spPr>
            <a:xfrm>
              <a:off x="8514294" y="324415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t71"/>
            <p:cNvSpPr/>
            <p:nvPr/>
          </p:nvSpPr>
          <p:spPr>
            <a:xfrm>
              <a:off x="8514294" y="321808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t72"/>
            <p:cNvSpPr/>
            <p:nvPr/>
          </p:nvSpPr>
          <p:spPr>
            <a:xfrm>
              <a:off x="8514294" y="316332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t73"/>
            <p:cNvSpPr/>
            <p:nvPr/>
          </p:nvSpPr>
          <p:spPr>
            <a:xfrm>
              <a:off x="8514294" y="313031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t74"/>
            <p:cNvSpPr/>
            <p:nvPr/>
          </p:nvSpPr>
          <p:spPr>
            <a:xfrm>
              <a:off x="8514294" y="319921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l75"/>
            <p:cNvSpPr/>
            <p:nvPr/>
          </p:nvSpPr>
          <p:spPr>
            <a:xfrm>
              <a:off x="3483803" y="1556978"/>
              <a:ext cx="0" cy="4405747"/>
            </a:xfrm>
            <a:custGeom>
              <a:avLst/>
              <a:pathLst>
                <a:path w="0" h="4405747">
                  <a:moveTo>
                    <a:pt x="0" y="4405747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l76"/>
            <p:cNvSpPr/>
            <p:nvPr/>
          </p:nvSpPr>
          <p:spPr>
            <a:xfrm>
              <a:off x="8539120" y="1556978"/>
              <a:ext cx="0" cy="4405747"/>
            </a:xfrm>
            <a:custGeom>
              <a:avLst/>
              <a:pathLst>
                <a:path w="0" h="4405747">
                  <a:moveTo>
                    <a:pt x="0" y="4405747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l77"/>
            <p:cNvSpPr/>
            <p:nvPr/>
          </p:nvSpPr>
          <p:spPr>
            <a:xfrm>
              <a:off x="3407973" y="4961419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8"/>
            <p:cNvSpPr/>
            <p:nvPr/>
          </p:nvSpPr>
          <p:spPr>
            <a:xfrm>
              <a:off x="3407973" y="4560897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79"/>
            <p:cNvSpPr/>
            <p:nvPr/>
          </p:nvSpPr>
          <p:spPr>
            <a:xfrm>
              <a:off x="3407973" y="4160374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0"/>
            <p:cNvSpPr/>
            <p:nvPr/>
          </p:nvSpPr>
          <p:spPr>
            <a:xfrm>
              <a:off x="3407973" y="3759852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1"/>
            <p:cNvSpPr/>
            <p:nvPr/>
          </p:nvSpPr>
          <p:spPr>
            <a:xfrm>
              <a:off x="3407973" y="3359329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2"/>
            <p:cNvSpPr/>
            <p:nvPr/>
          </p:nvSpPr>
          <p:spPr>
            <a:xfrm>
              <a:off x="3407973" y="2958807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3"/>
            <p:cNvSpPr/>
            <p:nvPr/>
          </p:nvSpPr>
          <p:spPr>
            <a:xfrm>
              <a:off x="3407973" y="2558284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4"/>
            <p:cNvSpPr/>
            <p:nvPr/>
          </p:nvSpPr>
          <p:spPr>
            <a:xfrm>
              <a:off x="8539120" y="4961419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5"/>
            <p:cNvSpPr/>
            <p:nvPr/>
          </p:nvSpPr>
          <p:spPr>
            <a:xfrm>
              <a:off x="8539120" y="4560897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6"/>
            <p:cNvSpPr/>
            <p:nvPr/>
          </p:nvSpPr>
          <p:spPr>
            <a:xfrm>
              <a:off x="8539120" y="4160374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7"/>
            <p:cNvSpPr/>
            <p:nvPr/>
          </p:nvSpPr>
          <p:spPr>
            <a:xfrm>
              <a:off x="8539120" y="3759852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8"/>
            <p:cNvSpPr/>
            <p:nvPr/>
          </p:nvSpPr>
          <p:spPr>
            <a:xfrm>
              <a:off x="8539120" y="3359329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89"/>
            <p:cNvSpPr/>
            <p:nvPr/>
          </p:nvSpPr>
          <p:spPr>
            <a:xfrm>
              <a:off x="8539120" y="2958807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0"/>
            <p:cNvSpPr/>
            <p:nvPr/>
          </p:nvSpPr>
          <p:spPr>
            <a:xfrm>
              <a:off x="8539120" y="2558284"/>
              <a:ext cx="75829" cy="0"/>
            </a:xfrm>
            <a:custGeom>
              <a:avLst/>
              <a:pathLst>
                <a:path w="75829" h="0">
                  <a:moveTo>
                    <a:pt x="0" y="0"/>
                  </a:moveTo>
                  <a:lnTo>
                    <a:pt x="75829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tx91"/>
            <p:cNvSpPr/>
            <p:nvPr/>
          </p:nvSpPr>
          <p:spPr>
            <a:xfrm>
              <a:off x="3173068" y="4926333"/>
              <a:ext cx="108521" cy="70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93" name="tx92"/>
            <p:cNvSpPr/>
            <p:nvPr/>
          </p:nvSpPr>
          <p:spPr>
            <a:xfrm>
              <a:off x="3173068" y="4526240"/>
              <a:ext cx="108521" cy="69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15</a:t>
              </a:r>
            </a:p>
          </p:txBody>
        </p:sp>
        <p:sp>
          <p:nvSpPr>
            <p:cNvPr id="94" name="tx93"/>
            <p:cNvSpPr/>
            <p:nvPr/>
          </p:nvSpPr>
          <p:spPr>
            <a:xfrm>
              <a:off x="3173068" y="4125050"/>
              <a:ext cx="108521" cy="7031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95" name="tx94"/>
            <p:cNvSpPr/>
            <p:nvPr/>
          </p:nvSpPr>
          <p:spPr>
            <a:xfrm>
              <a:off x="3173068" y="3724671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25</a:t>
              </a:r>
            </a:p>
          </p:txBody>
        </p:sp>
        <p:sp>
          <p:nvSpPr>
            <p:cNvPr id="96" name="tx95"/>
            <p:cNvSpPr/>
            <p:nvPr/>
          </p:nvSpPr>
          <p:spPr>
            <a:xfrm>
              <a:off x="3173068" y="3324148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97" name="tx96"/>
            <p:cNvSpPr/>
            <p:nvPr/>
          </p:nvSpPr>
          <p:spPr>
            <a:xfrm>
              <a:off x="3173068" y="2923625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35</a:t>
              </a:r>
            </a:p>
          </p:txBody>
        </p:sp>
        <p:sp>
          <p:nvSpPr>
            <p:cNvPr id="98" name="tx97"/>
            <p:cNvSpPr/>
            <p:nvPr/>
          </p:nvSpPr>
          <p:spPr>
            <a:xfrm>
              <a:off x="3173068" y="2523008"/>
              <a:ext cx="108521" cy="7026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99" name="tx98"/>
            <p:cNvSpPr/>
            <p:nvPr/>
          </p:nvSpPr>
          <p:spPr>
            <a:xfrm>
              <a:off x="8741333" y="4926333"/>
              <a:ext cx="108521" cy="70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100" name="tx99"/>
            <p:cNvSpPr/>
            <p:nvPr/>
          </p:nvSpPr>
          <p:spPr>
            <a:xfrm>
              <a:off x="8741333" y="4526240"/>
              <a:ext cx="108521" cy="69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15</a:t>
              </a:r>
            </a:p>
          </p:txBody>
        </p:sp>
        <p:sp>
          <p:nvSpPr>
            <p:cNvPr id="101" name="tx100"/>
            <p:cNvSpPr/>
            <p:nvPr/>
          </p:nvSpPr>
          <p:spPr>
            <a:xfrm>
              <a:off x="8741333" y="4125050"/>
              <a:ext cx="108521" cy="7031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102" name="tx101"/>
            <p:cNvSpPr/>
            <p:nvPr/>
          </p:nvSpPr>
          <p:spPr>
            <a:xfrm>
              <a:off x="8741333" y="3724671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25</a:t>
              </a:r>
            </a:p>
          </p:txBody>
        </p:sp>
        <p:sp>
          <p:nvSpPr>
            <p:cNvPr id="103" name="tx102"/>
            <p:cNvSpPr/>
            <p:nvPr/>
          </p:nvSpPr>
          <p:spPr>
            <a:xfrm>
              <a:off x="8741333" y="3324148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104" name="tx103"/>
            <p:cNvSpPr/>
            <p:nvPr/>
          </p:nvSpPr>
          <p:spPr>
            <a:xfrm>
              <a:off x="8741333" y="2923625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35</a:t>
              </a:r>
            </a:p>
          </p:txBody>
        </p:sp>
        <p:sp>
          <p:nvSpPr>
            <p:cNvPr id="105" name="tx104"/>
            <p:cNvSpPr/>
            <p:nvPr/>
          </p:nvSpPr>
          <p:spPr>
            <a:xfrm>
              <a:off x="8741333" y="2523008"/>
              <a:ext cx="108521" cy="7026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106" name="pl105"/>
            <p:cNvSpPr/>
            <p:nvPr/>
          </p:nvSpPr>
          <p:spPr>
            <a:xfrm>
              <a:off x="824706" y="1556978"/>
              <a:ext cx="0" cy="4405747"/>
            </a:xfrm>
            <a:custGeom>
              <a:avLst/>
              <a:pathLst>
                <a:path w="0" h="4405747">
                  <a:moveTo>
                    <a:pt x="0" y="4405747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l106"/>
            <p:cNvSpPr/>
            <p:nvPr/>
          </p:nvSpPr>
          <p:spPr>
            <a:xfrm>
              <a:off x="824706" y="5962726"/>
              <a:ext cx="10373511" cy="0"/>
            </a:xfrm>
            <a:custGeom>
              <a:avLst/>
              <a:pathLst>
                <a:path w="10373511" h="0">
                  <a:moveTo>
                    <a:pt x="0" y="0"/>
                  </a:moveTo>
                  <a:lnTo>
                    <a:pt x="10373511" y="0"/>
                  </a:lnTo>
                </a:path>
              </a:pathLst>
            </a:custGeom>
            <a:ln w="17246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l107"/>
            <p:cNvSpPr/>
            <p:nvPr/>
          </p:nvSpPr>
          <p:spPr>
            <a:xfrm>
              <a:off x="3483803" y="5962726"/>
              <a:ext cx="0" cy="44283"/>
            </a:xfrm>
            <a:custGeom>
              <a:avLst/>
              <a:pathLst>
                <a:path w="0" h="44283">
                  <a:moveTo>
                    <a:pt x="0" y="44283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l108"/>
            <p:cNvSpPr/>
            <p:nvPr/>
          </p:nvSpPr>
          <p:spPr>
            <a:xfrm>
              <a:off x="8539120" y="5962726"/>
              <a:ext cx="0" cy="44283"/>
            </a:xfrm>
            <a:custGeom>
              <a:avLst/>
              <a:pathLst>
                <a:path w="0" h="44283">
                  <a:moveTo>
                    <a:pt x="0" y="44283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tx109"/>
            <p:cNvSpPr/>
            <p:nvPr/>
          </p:nvSpPr>
          <p:spPr>
            <a:xfrm>
              <a:off x="3163554" y="6012780"/>
              <a:ext cx="640496" cy="13168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Response</a:t>
              </a:r>
            </a:p>
          </p:txBody>
        </p:sp>
        <p:sp>
          <p:nvSpPr>
            <p:cNvPr id="111" name="tx110"/>
            <p:cNvSpPr/>
            <p:nvPr/>
          </p:nvSpPr>
          <p:spPr>
            <a:xfrm>
              <a:off x="8060762" y="6012086"/>
              <a:ext cx="956716" cy="1323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Mean objective</a:t>
              </a:r>
            </a:p>
          </p:txBody>
        </p:sp>
        <p:sp>
          <p:nvSpPr>
            <p:cNvPr id="112" name="tx111"/>
            <p:cNvSpPr/>
            <p:nvPr/>
          </p:nvSpPr>
          <p:spPr>
            <a:xfrm>
              <a:off x="824706" y="1261006"/>
              <a:ext cx="4398119" cy="168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Reverse Galton squeeze; responses restricted to 14–36</a:t>
              </a:r>
            </a:p>
          </p:txBody>
        </p:sp>
        <p:sp>
          <p:nvSpPr>
            <p:cNvPr id="113" name="tx112"/>
            <p:cNvSpPr/>
            <p:nvPr/>
          </p:nvSpPr>
          <p:spPr>
            <a:xfrm>
              <a:off x="824706" y="967742"/>
              <a:ext cx="3427407" cy="1980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6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6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Experiment 3 - Experience condition</a:t>
              </a:r>
            </a:p>
          </p:txBody>
        </p: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p:ph/>
          </p:nvPr>
        </p:nvSpPr>
        <p:spPr>
          <a:xfrm>
            <a:off x="274320" y="182880"/>
            <a:ext cx="11430000" cy="457200"/>
          </a:xfrm>
        </p:spPr>
        <p:txBody>
          <a:bodyPr/>
          <a:lstStyle/>
          <a:p>
            <a:r>
              <a:rPr/>
              <a:t>Exp 3 - Fisher z correlations</a:t>
            </a:r>
          </a:p>
        </p:txBody>
      </p:sp>
      <p:grpSp xmlns:pic="http://schemas.openxmlformats.org/drawingml/2006/picture">
        <p:nvGrpSpPr>
          <p:cNvPr id="3" name=""/>
          <p:cNvGrpSpPr/>
          <p:nvPr/>
        </p:nvGrpSpPr>
        <p:grpSpPr>
          <a:xfrm>
            <a:off x="274320" y="822960"/>
            <a:ext cx="11430000" cy="5669280"/>
            <a:chOff x="274320" y="822960"/>
            <a:chExt cx="11430000" cy="5669280"/>
          </a:xfrm>
        </p:grpSpPr>
        <p:sp>
          <p:nvSpPr>
            <p:cNvPr id="4" name="rc3"/>
            <p:cNvSpPr/>
            <p:nvPr/>
          </p:nvSpPr>
          <p:spPr>
            <a:xfrm>
              <a:off x="274320" y="822960"/>
              <a:ext cx="1143000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4"/>
            <p:cNvSpPr/>
            <p:nvPr/>
          </p:nvSpPr>
          <p:spPr>
            <a:xfrm>
              <a:off x="11704320" y="822960"/>
              <a:ext cx="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6014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rc5"/>
            <p:cNvSpPr/>
            <p:nvPr/>
          </p:nvSpPr>
          <p:spPr>
            <a:xfrm>
              <a:off x="810251" y="1666098"/>
              <a:ext cx="5364792" cy="434986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6"/>
            <p:cNvSpPr/>
            <p:nvPr/>
          </p:nvSpPr>
          <p:spPr>
            <a:xfrm>
              <a:off x="1816150" y="4241418"/>
              <a:ext cx="3352995" cy="1387627"/>
            </a:xfrm>
            <a:custGeom>
              <a:avLst/>
              <a:pathLst>
                <a:path w="3352995" h="1387627">
                  <a:moveTo>
                    <a:pt x="0" y="0"/>
                  </a:moveTo>
                  <a:lnTo>
                    <a:pt x="1676497" y="1387627"/>
                  </a:lnTo>
                  <a:lnTo>
                    <a:pt x="3352995" y="1303989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7"/>
            <p:cNvSpPr/>
            <p:nvPr/>
          </p:nvSpPr>
          <p:spPr>
            <a:xfrm>
              <a:off x="1816150" y="3024628"/>
              <a:ext cx="3352995" cy="2071856"/>
            </a:xfrm>
            <a:custGeom>
              <a:avLst/>
              <a:pathLst>
                <a:path w="3352995" h="2071856">
                  <a:moveTo>
                    <a:pt x="0" y="0"/>
                  </a:moveTo>
                  <a:lnTo>
                    <a:pt x="1676497" y="2071856"/>
                  </a:lnTo>
                  <a:lnTo>
                    <a:pt x="3352995" y="738795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8"/>
            <p:cNvSpPr/>
            <p:nvPr/>
          </p:nvSpPr>
          <p:spPr>
            <a:xfrm>
              <a:off x="1816150" y="4624639"/>
              <a:ext cx="3352995" cy="1193602"/>
            </a:xfrm>
            <a:custGeom>
              <a:avLst/>
              <a:pathLst>
                <a:path w="3352995" h="1193602">
                  <a:moveTo>
                    <a:pt x="0" y="0"/>
                  </a:moveTo>
                  <a:lnTo>
                    <a:pt x="1676497" y="491073"/>
                  </a:lnTo>
                  <a:lnTo>
                    <a:pt x="3352995" y="1193602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9"/>
            <p:cNvSpPr/>
            <p:nvPr/>
          </p:nvSpPr>
          <p:spPr>
            <a:xfrm>
              <a:off x="1816150" y="2980822"/>
              <a:ext cx="3352995" cy="1103111"/>
            </a:xfrm>
            <a:custGeom>
              <a:avLst/>
              <a:pathLst>
                <a:path w="3352995" h="1103111">
                  <a:moveTo>
                    <a:pt x="0" y="858867"/>
                  </a:moveTo>
                  <a:lnTo>
                    <a:pt x="1676497" y="1103111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0"/>
            <p:cNvSpPr/>
            <p:nvPr/>
          </p:nvSpPr>
          <p:spPr>
            <a:xfrm>
              <a:off x="1816150" y="3239884"/>
              <a:ext cx="3352995" cy="560448"/>
            </a:xfrm>
            <a:custGeom>
              <a:avLst/>
              <a:pathLst>
                <a:path w="3352995" h="560448">
                  <a:moveTo>
                    <a:pt x="0" y="0"/>
                  </a:moveTo>
                  <a:lnTo>
                    <a:pt x="1676497" y="560448"/>
                  </a:lnTo>
                  <a:lnTo>
                    <a:pt x="3352995" y="148086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1"/>
            <p:cNvSpPr/>
            <p:nvPr/>
          </p:nvSpPr>
          <p:spPr>
            <a:xfrm>
              <a:off x="1816150" y="3983183"/>
              <a:ext cx="3352995" cy="515230"/>
            </a:xfrm>
            <a:custGeom>
              <a:avLst/>
              <a:pathLst>
                <a:path w="3352995" h="515230">
                  <a:moveTo>
                    <a:pt x="0" y="515230"/>
                  </a:moveTo>
                  <a:lnTo>
                    <a:pt x="1676497" y="335959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2"/>
            <p:cNvSpPr/>
            <p:nvPr/>
          </p:nvSpPr>
          <p:spPr>
            <a:xfrm>
              <a:off x="1816150" y="3329324"/>
              <a:ext cx="3352995" cy="1466087"/>
            </a:xfrm>
            <a:custGeom>
              <a:avLst/>
              <a:pathLst>
                <a:path w="3352995" h="1466087">
                  <a:moveTo>
                    <a:pt x="0" y="0"/>
                  </a:moveTo>
                  <a:lnTo>
                    <a:pt x="1676497" y="603639"/>
                  </a:lnTo>
                  <a:lnTo>
                    <a:pt x="3352995" y="1466087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3"/>
            <p:cNvSpPr/>
            <p:nvPr/>
          </p:nvSpPr>
          <p:spPr>
            <a:xfrm>
              <a:off x="1816150" y="2551951"/>
              <a:ext cx="3352995" cy="1085818"/>
            </a:xfrm>
            <a:custGeom>
              <a:avLst/>
              <a:pathLst>
                <a:path w="3352995" h="1085818">
                  <a:moveTo>
                    <a:pt x="0" y="0"/>
                  </a:moveTo>
                  <a:lnTo>
                    <a:pt x="1676497" y="908887"/>
                  </a:lnTo>
                  <a:lnTo>
                    <a:pt x="3352995" y="1085818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4"/>
            <p:cNvSpPr/>
            <p:nvPr/>
          </p:nvSpPr>
          <p:spPr>
            <a:xfrm>
              <a:off x="1816150" y="3310571"/>
              <a:ext cx="3352995" cy="1246523"/>
            </a:xfrm>
            <a:custGeom>
              <a:avLst/>
              <a:pathLst>
                <a:path w="3352995" h="1246523">
                  <a:moveTo>
                    <a:pt x="0" y="496620"/>
                  </a:moveTo>
                  <a:lnTo>
                    <a:pt x="1676497" y="1246523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5"/>
            <p:cNvSpPr/>
            <p:nvPr/>
          </p:nvSpPr>
          <p:spPr>
            <a:xfrm>
              <a:off x="1816150" y="3768087"/>
              <a:ext cx="3352995" cy="1413929"/>
            </a:xfrm>
            <a:custGeom>
              <a:avLst/>
              <a:pathLst>
                <a:path w="3352995" h="1413929">
                  <a:moveTo>
                    <a:pt x="0" y="0"/>
                  </a:moveTo>
                  <a:lnTo>
                    <a:pt x="1676497" y="1413929"/>
                  </a:lnTo>
                  <a:lnTo>
                    <a:pt x="3352995" y="585851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6"/>
            <p:cNvSpPr/>
            <p:nvPr/>
          </p:nvSpPr>
          <p:spPr>
            <a:xfrm>
              <a:off x="1816150" y="3397545"/>
              <a:ext cx="3352995" cy="599794"/>
            </a:xfrm>
            <a:custGeom>
              <a:avLst/>
              <a:pathLst>
                <a:path w="3352995" h="599794">
                  <a:moveTo>
                    <a:pt x="0" y="205534"/>
                  </a:moveTo>
                  <a:lnTo>
                    <a:pt x="1676497" y="599794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7"/>
            <p:cNvSpPr/>
            <p:nvPr/>
          </p:nvSpPr>
          <p:spPr>
            <a:xfrm>
              <a:off x="1816150" y="2504073"/>
              <a:ext cx="3352995" cy="907208"/>
            </a:xfrm>
            <a:custGeom>
              <a:avLst/>
              <a:pathLst>
                <a:path w="3352995" h="907208">
                  <a:moveTo>
                    <a:pt x="0" y="907208"/>
                  </a:moveTo>
                  <a:lnTo>
                    <a:pt x="1676497" y="0"/>
                  </a:lnTo>
                  <a:lnTo>
                    <a:pt x="3352995" y="877278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8"/>
            <p:cNvSpPr/>
            <p:nvPr/>
          </p:nvSpPr>
          <p:spPr>
            <a:xfrm>
              <a:off x="1816150" y="3366709"/>
              <a:ext cx="3352995" cy="762496"/>
            </a:xfrm>
            <a:custGeom>
              <a:avLst/>
              <a:pathLst>
                <a:path w="3352995" h="762496">
                  <a:moveTo>
                    <a:pt x="0" y="762496"/>
                  </a:moveTo>
                  <a:lnTo>
                    <a:pt x="1676497" y="431399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19"/>
            <p:cNvSpPr/>
            <p:nvPr/>
          </p:nvSpPr>
          <p:spPr>
            <a:xfrm>
              <a:off x="1816150" y="4331641"/>
              <a:ext cx="3352995" cy="853929"/>
            </a:xfrm>
            <a:custGeom>
              <a:avLst/>
              <a:pathLst>
                <a:path w="3352995" h="853929">
                  <a:moveTo>
                    <a:pt x="0" y="101546"/>
                  </a:moveTo>
                  <a:lnTo>
                    <a:pt x="1676497" y="853929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0"/>
            <p:cNvSpPr/>
            <p:nvPr/>
          </p:nvSpPr>
          <p:spPr>
            <a:xfrm>
              <a:off x="1816150" y="2827479"/>
              <a:ext cx="3352995" cy="1427690"/>
            </a:xfrm>
            <a:custGeom>
              <a:avLst/>
              <a:pathLst>
                <a:path w="3352995" h="1427690">
                  <a:moveTo>
                    <a:pt x="0" y="0"/>
                  </a:moveTo>
                  <a:lnTo>
                    <a:pt x="1676497" y="1393686"/>
                  </a:lnTo>
                  <a:lnTo>
                    <a:pt x="3352995" y="142769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1"/>
            <p:cNvSpPr/>
            <p:nvPr/>
          </p:nvSpPr>
          <p:spPr>
            <a:xfrm>
              <a:off x="1816150" y="4174600"/>
              <a:ext cx="3352995" cy="604384"/>
            </a:xfrm>
            <a:custGeom>
              <a:avLst/>
              <a:pathLst>
                <a:path w="3352995" h="604384">
                  <a:moveTo>
                    <a:pt x="0" y="604384"/>
                  </a:moveTo>
                  <a:lnTo>
                    <a:pt x="1676497" y="0"/>
                  </a:lnTo>
                  <a:lnTo>
                    <a:pt x="3352995" y="473964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2"/>
            <p:cNvSpPr/>
            <p:nvPr/>
          </p:nvSpPr>
          <p:spPr>
            <a:xfrm>
              <a:off x="1816150" y="3691108"/>
              <a:ext cx="3352995" cy="560551"/>
            </a:xfrm>
            <a:custGeom>
              <a:avLst/>
              <a:pathLst>
                <a:path w="3352995" h="560551">
                  <a:moveTo>
                    <a:pt x="0" y="0"/>
                  </a:moveTo>
                  <a:lnTo>
                    <a:pt x="1676497" y="560551"/>
                  </a:lnTo>
                  <a:lnTo>
                    <a:pt x="3352995" y="249942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3"/>
            <p:cNvSpPr/>
            <p:nvPr/>
          </p:nvSpPr>
          <p:spPr>
            <a:xfrm>
              <a:off x="1816150" y="3131124"/>
              <a:ext cx="3352995" cy="875714"/>
            </a:xfrm>
            <a:custGeom>
              <a:avLst/>
              <a:pathLst>
                <a:path w="3352995" h="875714">
                  <a:moveTo>
                    <a:pt x="0" y="0"/>
                  </a:moveTo>
                  <a:lnTo>
                    <a:pt x="1676497" y="875714"/>
                  </a:lnTo>
                  <a:lnTo>
                    <a:pt x="3352995" y="522525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4"/>
            <p:cNvSpPr/>
            <p:nvPr/>
          </p:nvSpPr>
          <p:spPr>
            <a:xfrm>
              <a:off x="1816150" y="4596108"/>
              <a:ext cx="3352995" cy="465292"/>
            </a:xfrm>
            <a:custGeom>
              <a:avLst/>
              <a:pathLst>
                <a:path w="3352995" h="465292">
                  <a:moveTo>
                    <a:pt x="0" y="0"/>
                  </a:moveTo>
                  <a:lnTo>
                    <a:pt x="1676497" y="36369"/>
                  </a:lnTo>
                  <a:lnTo>
                    <a:pt x="3352995" y="465292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5"/>
            <p:cNvSpPr/>
            <p:nvPr/>
          </p:nvSpPr>
          <p:spPr>
            <a:xfrm>
              <a:off x="1816150" y="2978829"/>
              <a:ext cx="3352995" cy="1169884"/>
            </a:xfrm>
            <a:custGeom>
              <a:avLst/>
              <a:pathLst>
                <a:path w="3352995" h="1169884">
                  <a:moveTo>
                    <a:pt x="0" y="0"/>
                  </a:moveTo>
                  <a:lnTo>
                    <a:pt x="1676497" y="354470"/>
                  </a:lnTo>
                  <a:lnTo>
                    <a:pt x="3352995" y="1169884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6"/>
            <p:cNvSpPr/>
            <p:nvPr/>
          </p:nvSpPr>
          <p:spPr>
            <a:xfrm>
              <a:off x="1816150" y="2756628"/>
              <a:ext cx="3352995" cy="1760851"/>
            </a:xfrm>
            <a:custGeom>
              <a:avLst/>
              <a:pathLst>
                <a:path w="3352995" h="1760851">
                  <a:moveTo>
                    <a:pt x="0" y="0"/>
                  </a:moveTo>
                  <a:lnTo>
                    <a:pt x="1676497" y="548163"/>
                  </a:lnTo>
                  <a:lnTo>
                    <a:pt x="3352995" y="1760851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7"/>
            <p:cNvSpPr/>
            <p:nvPr/>
          </p:nvSpPr>
          <p:spPr>
            <a:xfrm>
              <a:off x="1816150" y="4711368"/>
              <a:ext cx="3352995" cy="439270"/>
            </a:xfrm>
            <a:custGeom>
              <a:avLst/>
              <a:pathLst>
                <a:path w="3352995" h="439270">
                  <a:moveTo>
                    <a:pt x="0" y="0"/>
                  </a:moveTo>
                  <a:lnTo>
                    <a:pt x="1676497" y="439270"/>
                  </a:lnTo>
                  <a:lnTo>
                    <a:pt x="3352995" y="103498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8"/>
            <p:cNvSpPr/>
            <p:nvPr/>
          </p:nvSpPr>
          <p:spPr>
            <a:xfrm>
              <a:off x="1816150" y="2441768"/>
              <a:ext cx="3352995" cy="1931309"/>
            </a:xfrm>
            <a:custGeom>
              <a:avLst/>
              <a:pathLst>
                <a:path w="3352995" h="1931309">
                  <a:moveTo>
                    <a:pt x="0" y="0"/>
                  </a:moveTo>
                  <a:lnTo>
                    <a:pt x="1676497" y="1931309"/>
                  </a:lnTo>
                  <a:lnTo>
                    <a:pt x="3352995" y="774271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29"/>
            <p:cNvSpPr/>
            <p:nvPr/>
          </p:nvSpPr>
          <p:spPr>
            <a:xfrm>
              <a:off x="1816150" y="4173164"/>
              <a:ext cx="3352995" cy="1130828"/>
            </a:xfrm>
            <a:custGeom>
              <a:avLst/>
              <a:pathLst>
                <a:path w="3352995" h="1130828">
                  <a:moveTo>
                    <a:pt x="0" y="748426"/>
                  </a:moveTo>
                  <a:lnTo>
                    <a:pt x="1676497" y="0"/>
                  </a:lnTo>
                  <a:lnTo>
                    <a:pt x="3352995" y="1130828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0"/>
            <p:cNvSpPr/>
            <p:nvPr/>
          </p:nvSpPr>
          <p:spPr>
            <a:xfrm>
              <a:off x="1816150" y="4057558"/>
              <a:ext cx="3352995" cy="600554"/>
            </a:xfrm>
            <a:custGeom>
              <a:avLst/>
              <a:pathLst>
                <a:path w="3352995" h="600554">
                  <a:moveTo>
                    <a:pt x="0" y="92730"/>
                  </a:moveTo>
                  <a:lnTo>
                    <a:pt x="1676497" y="600554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1"/>
            <p:cNvSpPr/>
            <p:nvPr/>
          </p:nvSpPr>
          <p:spPr>
            <a:xfrm>
              <a:off x="1816150" y="3787417"/>
              <a:ext cx="3352995" cy="508037"/>
            </a:xfrm>
            <a:custGeom>
              <a:avLst/>
              <a:pathLst>
                <a:path w="3352995" h="508037">
                  <a:moveTo>
                    <a:pt x="0" y="508037"/>
                  </a:moveTo>
                  <a:lnTo>
                    <a:pt x="1676497" y="0"/>
                  </a:lnTo>
                  <a:lnTo>
                    <a:pt x="3352995" y="23225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2"/>
            <p:cNvSpPr/>
            <p:nvPr/>
          </p:nvSpPr>
          <p:spPr>
            <a:xfrm>
              <a:off x="1816150" y="2592013"/>
              <a:ext cx="3352995" cy="2648495"/>
            </a:xfrm>
            <a:custGeom>
              <a:avLst/>
              <a:pathLst>
                <a:path w="3352995" h="2648495">
                  <a:moveTo>
                    <a:pt x="0" y="0"/>
                  </a:moveTo>
                  <a:lnTo>
                    <a:pt x="1676497" y="1171623"/>
                  </a:lnTo>
                  <a:lnTo>
                    <a:pt x="3352995" y="2648495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3"/>
            <p:cNvSpPr/>
            <p:nvPr/>
          </p:nvSpPr>
          <p:spPr>
            <a:xfrm>
              <a:off x="1816150" y="2920420"/>
              <a:ext cx="3352995" cy="739149"/>
            </a:xfrm>
            <a:custGeom>
              <a:avLst/>
              <a:pathLst>
                <a:path w="3352995" h="739149">
                  <a:moveTo>
                    <a:pt x="0" y="0"/>
                  </a:moveTo>
                  <a:lnTo>
                    <a:pt x="1676497" y="739149"/>
                  </a:lnTo>
                  <a:lnTo>
                    <a:pt x="3352995" y="38766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4"/>
            <p:cNvSpPr/>
            <p:nvPr/>
          </p:nvSpPr>
          <p:spPr>
            <a:xfrm>
              <a:off x="1816150" y="3565232"/>
              <a:ext cx="3352995" cy="1563119"/>
            </a:xfrm>
            <a:custGeom>
              <a:avLst/>
              <a:pathLst>
                <a:path w="3352995" h="1563119">
                  <a:moveTo>
                    <a:pt x="0" y="1563119"/>
                  </a:moveTo>
                  <a:lnTo>
                    <a:pt x="1676497" y="0"/>
                  </a:lnTo>
                  <a:lnTo>
                    <a:pt x="3352995" y="449454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5"/>
            <p:cNvSpPr/>
            <p:nvPr/>
          </p:nvSpPr>
          <p:spPr>
            <a:xfrm>
              <a:off x="1816150" y="2130200"/>
              <a:ext cx="3352995" cy="2047109"/>
            </a:xfrm>
            <a:custGeom>
              <a:avLst/>
              <a:pathLst>
                <a:path w="3352995" h="2047109">
                  <a:moveTo>
                    <a:pt x="0" y="325258"/>
                  </a:moveTo>
                  <a:lnTo>
                    <a:pt x="1676497" y="2047109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6"/>
            <p:cNvSpPr/>
            <p:nvPr/>
          </p:nvSpPr>
          <p:spPr>
            <a:xfrm>
              <a:off x="1816150" y="3526151"/>
              <a:ext cx="3352995" cy="1036408"/>
            </a:xfrm>
            <a:custGeom>
              <a:avLst/>
              <a:pathLst>
                <a:path w="3352995" h="1036408">
                  <a:moveTo>
                    <a:pt x="0" y="0"/>
                  </a:moveTo>
                  <a:lnTo>
                    <a:pt x="1676497" y="906384"/>
                  </a:lnTo>
                  <a:lnTo>
                    <a:pt x="3352995" y="1036408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7"/>
            <p:cNvSpPr/>
            <p:nvPr/>
          </p:nvSpPr>
          <p:spPr>
            <a:xfrm>
              <a:off x="1816150" y="3488016"/>
              <a:ext cx="3352995" cy="945478"/>
            </a:xfrm>
            <a:custGeom>
              <a:avLst/>
              <a:pathLst>
                <a:path w="3352995" h="945478">
                  <a:moveTo>
                    <a:pt x="0" y="0"/>
                  </a:moveTo>
                  <a:lnTo>
                    <a:pt x="1676497" y="945478"/>
                  </a:lnTo>
                  <a:lnTo>
                    <a:pt x="3352995" y="244046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8"/>
            <p:cNvSpPr/>
            <p:nvPr/>
          </p:nvSpPr>
          <p:spPr>
            <a:xfrm>
              <a:off x="1816150" y="4740862"/>
              <a:ext cx="3352995" cy="191213"/>
            </a:xfrm>
            <a:custGeom>
              <a:avLst/>
              <a:pathLst>
                <a:path w="3352995" h="191213">
                  <a:moveTo>
                    <a:pt x="0" y="97460"/>
                  </a:moveTo>
                  <a:lnTo>
                    <a:pt x="1676497" y="0"/>
                  </a:lnTo>
                  <a:lnTo>
                    <a:pt x="3352995" y="191213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39"/>
            <p:cNvSpPr/>
            <p:nvPr/>
          </p:nvSpPr>
          <p:spPr>
            <a:xfrm>
              <a:off x="1816150" y="3546781"/>
              <a:ext cx="3352995" cy="639230"/>
            </a:xfrm>
            <a:custGeom>
              <a:avLst/>
              <a:pathLst>
                <a:path w="3352995" h="639230">
                  <a:moveTo>
                    <a:pt x="0" y="639230"/>
                  </a:moveTo>
                  <a:lnTo>
                    <a:pt x="1676497" y="490709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0"/>
            <p:cNvSpPr/>
            <p:nvPr/>
          </p:nvSpPr>
          <p:spPr>
            <a:xfrm>
              <a:off x="1816150" y="4418112"/>
              <a:ext cx="3352995" cy="500511"/>
            </a:xfrm>
            <a:custGeom>
              <a:avLst/>
              <a:pathLst>
                <a:path w="3352995" h="500511">
                  <a:moveTo>
                    <a:pt x="0" y="0"/>
                  </a:moveTo>
                  <a:lnTo>
                    <a:pt x="1676497" y="295478"/>
                  </a:lnTo>
                  <a:lnTo>
                    <a:pt x="3352995" y="500511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1"/>
            <p:cNvSpPr/>
            <p:nvPr/>
          </p:nvSpPr>
          <p:spPr>
            <a:xfrm>
              <a:off x="1816150" y="3886985"/>
              <a:ext cx="3352995" cy="327279"/>
            </a:xfrm>
            <a:custGeom>
              <a:avLst/>
              <a:pathLst>
                <a:path w="3352995" h="327279">
                  <a:moveTo>
                    <a:pt x="0" y="0"/>
                  </a:moveTo>
                  <a:lnTo>
                    <a:pt x="1676497" y="327279"/>
                  </a:lnTo>
                  <a:lnTo>
                    <a:pt x="3352995" y="224876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2"/>
            <p:cNvSpPr/>
            <p:nvPr/>
          </p:nvSpPr>
          <p:spPr>
            <a:xfrm>
              <a:off x="1816150" y="4100626"/>
              <a:ext cx="3352995" cy="384842"/>
            </a:xfrm>
            <a:custGeom>
              <a:avLst/>
              <a:pathLst>
                <a:path w="3352995" h="384842">
                  <a:moveTo>
                    <a:pt x="0" y="0"/>
                  </a:moveTo>
                  <a:lnTo>
                    <a:pt x="1676497" y="384842"/>
                  </a:lnTo>
                  <a:lnTo>
                    <a:pt x="3352995" y="166947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3"/>
            <p:cNvSpPr/>
            <p:nvPr/>
          </p:nvSpPr>
          <p:spPr>
            <a:xfrm>
              <a:off x="1816150" y="3655288"/>
              <a:ext cx="3352995" cy="516551"/>
            </a:xfrm>
            <a:custGeom>
              <a:avLst/>
              <a:pathLst>
                <a:path w="3352995" h="516551">
                  <a:moveTo>
                    <a:pt x="0" y="516551"/>
                  </a:moveTo>
                  <a:lnTo>
                    <a:pt x="1676497" y="0"/>
                  </a:lnTo>
                  <a:lnTo>
                    <a:pt x="3352995" y="272057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4"/>
            <p:cNvSpPr/>
            <p:nvPr/>
          </p:nvSpPr>
          <p:spPr>
            <a:xfrm>
              <a:off x="1816150" y="3157266"/>
              <a:ext cx="3352995" cy="483948"/>
            </a:xfrm>
            <a:custGeom>
              <a:avLst/>
              <a:pathLst>
                <a:path w="3352995" h="483948">
                  <a:moveTo>
                    <a:pt x="0" y="0"/>
                  </a:moveTo>
                  <a:lnTo>
                    <a:pt x="1676497" y="207546"/>
                  </a:lnTo>
                  <a:lnTo>
                    <a:pt x="3352995" y="483948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5"/>
            <p:cNvSpPr/>
            <p:nvPr/>
          </p:nvSpPr>
          <p:spPr>
            <a:xfrm>
              <a:off x="1816150" y="3290253"/>
              <a:ext cx="3352995" cy="1041677"/>
            </a:xfrm>
            <a:custGeom>
              <a:avLst/>
              <a:pathLst>
                <a:path w="3352995" h="1041677">
                  <a:moveTo>
                    <a:pt x="0" y="0"/>
                  </a:moveTo>
                  <a:lnTo>
                    <a:pt x="1676497" y="589308"/>
                  </a:lnTo>
                  <a:lnTo>
                    <a:pt x="3352995" y="1041677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6"/>
            <p:cNvSpPr/>
            <p:nvPr/>
          </p:nvSpPr>
          <p:spPr>
            <a:xfrm>
              <a:off x="1816150" y="3376328"/>
              <a:ext cx="3352995" cy="1131657"/>
            </a:xfrm>
            <a:custGeom>
              <a:avLst/>
              <a:pathLst>
                <a:path w="3352995" h="1131657">
                  <a:moveTo>
                    <a:pt x="0" y="0"/>
                  </a:moveTo>
                  <a:lnTo>
                    <a:pt x="1676497" y="1131657"/>
                  </a:lnTo>
                  <a:lnTo>
                    <a:pt x="3352995" y="907194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7"/>
            <p:cNvSpPr/>
            <p:nvPr/>
          </p:nvSpPr>
          <p:spPr>
            <a:xfrm>
              <a:off x="1816150" y="3268485"/>
              <a:ext cx="3352995" cy="705465"/>
            </a:xfrm>
            <a:custGeom>
              <a:avLst/>
              <a:pathLst>
                <a:path w="3352995" h="705465">
                  <a:moveTo>
                    <a:pt x="0" y="0"/>
                  </a:moveTo>
                  <a:lnTo>
                    <a:pt x="1676497" y="705465"/>
                  </a:lnTo>
                  <a:lnTo>
                    <a:pt x="3352995" y="668267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8"/>
            <p:cNvSpPr/>
            <p:nvPr/>
          </p:nvSpPr>
          <p:spPr>
            <a:xfrm>
              <a:off x="1816150" y="4266824"/>
              <a:ext cx="3352995" cy="1548027"/>
            </a:xfrm>
            <a:custGeom>
              <a:avLst/>
              <a:pathLst>
                <a:path w="3352995" h="1548027">
                  <a:moveTo>
                    <a:pt x="0" y="0"/>
                  </a:moveTo>
                  <a:lnTo>
                    <a:pt x="1676497" y="1548027"/>
                  </a:lnTo>
                  <a:lnTo>
                    <a:pt x="3352995" y="1080011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49"/>
            <p:cNvSpPr/>
            <p:nvPr/>
          </p:nvSpPr>
          <p:spPr>
            <a:xfrm>
              <a:off x="1816150" y="3463039"/>
              <a:ext cx="3352995" cy="789407"/>
            </a:xfrm>
            <a:custGeom>
              <a:avLst/>
              <a:pathLst>
                <a:path w="3352995" h="789407">
                  <a:moveTo>
                    <a:pt x="0" y="0"/>
                  </a:moveTo>
                  <a:lnTo>
                    <a:pt x="1676497" y="391694"/>
                  </a:lnTo>
                  <a:lnTo>
                    <a:pt x="3352995" y="789407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0"/>
            <p:cNvSpPr/>
            <p:nvPr/>
          </p:nvSpPr>
          <p:spPr>
            <a:xfrm>
              <a:off x="1816150" y="2393566"/>
              <a:ext cx="3352995" cy="667882"/>
            </a:xfrm>
            <a:custGeom>
              <a:avLst/>
              <a:pathLst>
                <a:path w="3352995" h="667882">
                  <a:moveTo>
                    <a:pt x="0" y="667882"/>
                  </a:moveTo>
                  <a:lnTo>
                    <a:pt x="1676497" y="512863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1"/>
            <p:cNvSpPr/>
            <p:nvPr/>
          </p:nvSpPr>
          <p:spPr>
            <a:xfrm>
              <a:off x="1816150" y="3835928"/>
              <a:ext cx="3352995" cy="1594306"/>
            </a:xfrm>
            <a:custGeom>
              <a:avLst/>
              <a:pathLst>
                <a:path w="3352995" h="1594306">
                  <a:moveTo>
                    <a:pt x="0" y="291470"/>
                  </a:moveTo>
                  <a:lnTo>
                    <a:pt x="1676497" y="1594306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t52"/>
            <p:cNvSpPr/>
            <p:nvPr/>
          </p:nvSpPr>
          <p:spPr>
            <a:xfrm>
              <a:off x="1795389" y="422065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t53"/>
            <p:cNvSpPr/>
            <p:nvPr/>
          </p:nvSpPr>
          <p:spPr>
            <a:xfrm>
              <a:off x="3471887" y="560828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t54"/>
            <p:cNvSpPr/>
            <p:nvPr/>
          </p:nvSpPr>
          <p:spPr>
            <a:xfrm>
              <a:off x="5148384" y="552464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t55"/>
            <p:cNvSpPr/>
            <p:nvPr/>
          </p:nvSpPr>
          <p:spPr>
            <a:xfrm>
              <a:off x="1795389" y="300386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t56"/>
            <p:cNvSpPr/>
            <p:nvPr/>
          </p:nvSpPr>
          <p:spPr>
            <a:xfrm>
              <a:off x="3471887" y="507572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t57"/>
            <p:cNvSpPr/>
            <p:nvPr/>
          </p:nvSpPr>
          <p:spPr>
            <a:xfrm>
              <a:off x="5148384" y="374266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t58"/>
            <p:cNvSpPr/>
            <p:nvPr/>
          </p:nvSpPr>
          <p:spPr>
            <a:xfrm>
              <a:off x="1795389" y="460387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t59"/>
            <p:cNvSpPr/>
            <p:nvPr/>
          </p:nvSpPr>
          <p:spPr>
            <a:xfrm>
              <a:off x="3471887" y="509495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t60"/>
            <p:cNvSpPr/>
            <p:nvPr/>
          </p:nvSpPr>
          <p:spPr>
            <a:xfrm>
              <a:off x="5148384" y="579748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t61"/>
            <p:cNvSpPr/>
            <p:nvPr/>
          </p:nvSpPr>
          <p:spPr>
            <a:xfrm>
              <a:off x="1795389" y="381892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t62"/>
            <p:cNvSpPr/>
            <p:nvPr/>
          </p:nvSpPr>
          <p:spPr>
            <a:xfrm>
              <a:off x="3471887" y="406317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t63"/>
            <p:cNvSpPr/>
            <p:nvPr/>
          </p:nvSpPr>
          <p:spPr>
            <a:xfrm>
              <a:off x="5148384" y="296006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t64"/>
            <p:cNvSpPr/>
            <p:nvPr/>
          </p:nvSpPr>
          <p:spPr>
            <a:xfrm>
              <a:off x="1795389" y="321912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t65"/>
            <p:cNvSpPr/>
            <p:nvPr/>
          </p:nvSpPr>
          <p:spPr>
            <a:xfrm>
              <a:off x="3471887" y="377957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t66"/>
            <p:cNvSpPr/>
            <p:nvPr/>
          </p:nvSpPr>
          <p:spPr>
            <a:xfrm>
              <a:off x="5148384" y="336721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t67"/>
            <p:cNvSpPr/>
            <p:nvPr/>
          </p:nvSpPr>
          <p:spPr>
            <a:xfrm>
              <a:off x="1795389" y="447765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t68"/>
            <p:cNvSpPr/>
            <p:nvPr/>
          </p:nvSpPr>
          <p:spPr>
            <a:xfrm>
              <a:off x="3471887" y="429838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t69"/>
            <p:cNvSpPr/>
            <p:nvPr/>
          </p:nvSpPr>
          <p:spPr>
            <a:xfrm>
              <a:off x="5148384" y="396242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t70"/>
            <p:cNvSpPr/>
            <p:nvPr/>
          </p:nvSpPr>
          <p:spPr>
            <a:xfrm>
              <a:off x="1795389" y="330856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t71"/>
            <p:cNvSpPr/>
            <p:nvPr/>
          </p:nvSpPr>
          <p:spPr>
            <a:xfrm>
              <a:off x="3471887" y="391220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t72"/>
            <p:cNvSpPr/>
            <p:nvPr/>
          </p:nvSpPr>
          <p:spPr>
            <a:xfrm>
              <a:off x="5148384" y="477465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t73"/>
            <p:cNvSpPr/>
            <p:nvPr/>
          </p:nvSpPr>
          <p:spPr>
            <a:xfrm>
              <a:off x="1795389" y="253119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t74"/>
            <p:cNvSpPr/>
            <p:nvPr/>
          </p:nvSpPr>
          <p:spPr>
            <a:xfrm>
              <a:off x="3471887" y="344007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t75"/>
            <p:cNvSpPr/>
            <p:nvPr/>
          </p:nvSpPr>
          <p:spPr>
            <a:xfrm>
              <a:off x="5148384" y="361700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t76"/>
            <p:cNvSpPr/>
            <p:nvPr/>
          </p:nvSpPr>
          <p:spPr>
            <a:xfrm>
              <a:off x="1795389" y="378643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t77"/>
            <p:cNvSpPr/>
            <p:nvPr/>
          </p:nvSpPr>
          <p:spPr>
            <a:xfrm>
              <a:off x="3471887" y="453633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t78"/>
            <p:cNvSpPr/>
            <p:nvPr/>
          </p:nvSpPr>
          <p:spPr>
            <a:xfrm>
              <a:off x="5148384" y="328981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t79"/>
            <p:cNvSpPr/>
            <p:nvPr/>
          </p:nvSpPr>
          <p:spPr>
            <a:xfrm>
              <a:off x="1795389" y="374732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t80"/>
            <p:cNvSpPr/>
            <p:nvPr/>
          </p:nvSpPr>
          <p:spPr>
            <a:xfrm>
              <a:off x="3471887" y="516125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t81"/>
            <p:cNvSpPr/>
            <p:nvPr/>
          </p:nvSpPr>
          <p:spPr>
            <a:xfrm>
              <a:off x="5148384" y="433317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t82"/>
            <p:cNvSpPr/>
            <p:nvPr/>
          </p:nvSpPr>
          <p:spPr>
            <a:xfrm>
              <a:off x="1795389" y="358231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t83"/>
            <p:cNvSpPr/>
            <p:nvPr/>
          </p:nvSpPr>
          <p:spPr>
            <a:xfrm>
              <a:off x="3471887" y="397657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t84"/>
            <p:cNvSpPr/>
            <p:nvPr/>
          </p:nvSpPr>
          <p:spPr>
            <a:xfrm>
              <a:off x="5148384" y="337678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t85"/>
            <p:cNvSpPr/>
            <p:nvPr/>
          </p:nvSpPr>
          <p:spPr>
            <a:xfrm>
              <a:off x="1795389" y="339052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t86"/>
            <p:cNvSpPr/>
            <p:nvPr/>
          </p:nvSpPr>
          <p:spPr>
            <a:xfrm>
              <a:off x="3471887" y="248331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t87"/>
            <p:cNvSpPr/>
            <p:nvPr/>
          </p:nvSpPr>
          <p:spPr>
            <a:xfrm>
              <a:off x="5148384" y="336059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t88"/>
            <p:cNvSpPr/>
            <p:nvPr/>
          </p:nvSpPr>
          <p:spPr>
            <a:xfrm>
              <a:off x="1795389" y="410844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t89"/>
            <p:cNvSpPr/>
            <p:nvPr/>
          </p:nvSpPr>
          <p:spPr>
            <a:xfrm>
              <a:off x="3471887" y="377734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t90"/>
            <p:cNvSpPr/>
            <p:nvPr/>
          </p:nvSpPr>
          <p:spPr>
            <a:xfrm>
              <a:off x="5148384" y="334594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t91"/>
            <p:cNvSpPr/>
            <p:nvPr/>
          </p:nvSpPr>
          <p:spPr>
            <a:xfrm>
              <a:off x="1795389" y="441242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t92"/>
            <p:cNvSpPr/>
            <p:nvPr/>
          </p:nvSpPr>
          <p:spPr>
            <a:xfrm>
              <a:off x="3471887" y="516481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t93"/>
            <p:cNvSpPr/>
            <p:nvPr/>
          </p:nvSpPr>
          <p:spPr>
            <a:xfrm>
              <a:off x="5148384" y="431088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t94"/>
            <p:cNvSpPr/>
            <p:nvPr/>
          </p:nvSpPr>
          <p:spPr>
            <a:xfrm>
              <a:off x="1795389" y="280671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t95"/>
            <p:cNvSpPr/>
            <p:nvPr/>
          </p:nvSpPr>
          <p:spPr>
            <a:xfrm>
              <a:off x="3471887" y="420040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t96"/>
            <p:cNvSpPr/>
            <p:nvPr/>
          </p:nvSpPr>
          <p:spPr>
            <a:xfrm>
              <a:off x="5148384" y="423440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t97"/>
            <p:cNvSpPr/>
            <p:nvPr/>
          </p:nvSpPr>
          <p:spPr>
            <a:xfrm>
              <a:off x="1795389" y="475822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t98"/>
            <p:cNvSpPr/>
            <p:nvPr/>
          </p:nvSpPr>
          <p:spPr>
            <a:xfrm>
              <a:off x="3471887" y="415384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t99"/>
            <p:cNvSpPr/>
            <p:nvPr/>
          </p:nvSpPr>
          <p:spPr>
            <a:xfrm>
              <a:off x="5148384" y="462780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t100"/>
            <p:cNvSpPr/>
            <p:nvPr/>
          </p:nvSpPr>
          <p:spPr>
            <a:xfrm>
              <a:off x="1795389" y="367034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t101"/>
            <p:cNvSpPr/>
            <p:nvPr/>
          </p:nvSpPr>
          <p:spPr>
            <a:xfrm>
              <a:off x="3471887" y="423089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t102"/>
            <p:cNvSpPr/>
            <p:nvPr/>
          </p:nvSpPr>
          <p:spPr>
            <a:xfrm>
              <a:off x="5148384" y="392028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t103"/>
            <p:cNvSpPr/>
            <p:nvPr/>
          </p:nvSpPr>
          <p:spPr>
            <a:xfrm>
              <a:off x="1795389" y="311036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t104"/>
            <p:cNvSpPr/>
            <p:nvPr/>
          </p:nvSpPr>
          <p:spPr>
            <a:xfrm>
              <a:off x="3471887" y="398607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t105"/>
            <p:cNvSpPr/>
            <p:nvPr/>
          </p:nvSpPr>
          <p:spPr>
            <a:xfrm>
              <a:off x="5148384" y="363288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t106"/>
            <p:cNvSpPr/>
            <p:nvPr/>
          </p:nvSpPr>
          <p:spPr>
            <a:xfrm>
              <a:off x="1795389" y="457534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t107"/>
            <p:cNvSpPr/>
            <p:nvPr/>
          </p:nvSpPr>
          <p:spPr>
            <a:xfrm>
              <a:off x="3471887" y="461171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t108"/>
            <p:cNvSpPr/>
            <p:nvPr/>
          </p:nvSpPr>
          <p:spPr>
            <a:xfrm>
              <a:off x="5148384" y="504064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t109"/>
            <p:cNvSpPr/>
            <p:nvPr/>
          </p:nvSpPr>
          <p:spPr>
            <a:xfrm>
              <a:off x="1795389" y="295806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t110"/>
            <p:cNvSpPr/>
            <p:nvPr/>
          </p:nvSpPr>
          <p:spPr>
            <a:xfrm>
              <a:off x="3471887" y="331253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t111"/>
            <p:cNvSpPr/>
            <p:nvPr/>
          </p:nvSpPr>
          <p:spPr>
            <a:xfrm>
              <a:off x="5148384" y="412795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t112"/>
            <p:cNvSpPr/>
            <p:nvPr/>
          </p:nvSpPr>
          <p:spPr>
            <a:xfrm>
              <a:off x="1795389" y="273586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t113"/>
            <p:cNvSpPr/>
            <p:nvPr/>
          </p:nvSpPr>
          <p:spPr>
            <a:xfrm>
              <a:off x="3471887" y="328403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t114"/>
            <p:cNvSpPr/>
            <p:nvPr/>
          </p:nvSpPr>
          <p:spPr>
            <a:xfrm>
              <a:off x="5148384" y="449671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t115"/>
            <p:cNvSpPr/>
            <p:nvPr/>
          </p:nvSpPr>
          <p:spPr>
            <a:xfrm>
              <a:off x="1795389" y="469060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t116"/>
            <p:cNvSpPr/>
            <p:nvPr/>
          </p:nvSpPr>
          <p:spPr>
            <a:xfrm>
              <a:off x="3471887" y="512987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t117"/>
            <p:cNvSpPr/>
            <p:nvPr/>
          </p:nvSpPr>
          <p:spPr>
            <a:xfrm>
              <a:off x="5148384" y="479410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t118"/>
            <p:cNvSpPr/>
            <p:nvPr/>
          </p:nvSpPr>
          <p:spPr>
            <a:xfrm>
              <a:off x="1795389" y="242100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t119"/>
            <p:cNvSpPr/>
            <p:nvPr/>
          </p:nvSpPr>
          <p:spPr>
            <a:xfrm>
              <a:off x="3471887" y="435231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t120"/>
            <p:cNvSpPr/>
            <p:nvPr/>
          </p:nvSpPr>
          <p:spPr>
            <a:xfrm>
              <a:off x="5148384" y="319527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t121"/>
            <p:cNvSpPr/>
            <p:nvPr/>
          </p:nvSpPr>
          <p:spPr>
            <a:xfrm>
              <a:off x="1795389" y="490082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t122"/>
            <p:cNvSpPr/>
            <p:nvPr/>
          </p:nvSpPr>
          <p:spPr>
            <a:xfrm>
              <a:off x="3471887" y="415240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t123"/>
            <p:cNvSpPr/>
            <p:nvPr/>
          </p:nvSpPr>
          <p:spPr>
            <a:xfrm>
              <a:off x="5148384" y="528323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t124"/>
            <p:cNvSpPr/>
            <p:nvPr/>
          </p:nvSpPr>
          <p:spPr>
            <a:xfrm>
              <a:off x="1795389" y="412952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t125"/>
            <p:cNvSpPr/>
            <p:nvPr/>
          </p:nvSpPr>
          <p:spPr>
            <a:xfrm>
              <a:off x="3471887" y="463735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t126"/>
            <p:cNvSpPr/>
            <p:nvPr/>
          </p:nvSpPr>
          <p:spPr>
            <a:xfrm>
              <a:off x="5148384" y="403679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t127"/>
            <p:cNvSpPr/>
            <p:nvPr/>
          </p:nvSpPr>
          <p:spPr>
            <a:xfrm>
              <a:off x="1795389" y="427469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t128"/>
            <p:cNvSpPr/>
            <p:nvPr/>
          </p:nvSpPr>
          <p:spPr>
            <a:xfrm>
              <a:off x="3471887" y="376665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t129"/>
            <p:cNvSpPr/>
            <p:nvPr/>
          </p:nvSpPr>
          <p:spPr>
            <a:xfrm>
              <a:off x="5148384" y="399890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t130"/>
            <p:cNvSpPr/>
            <p:nvPr/>
          </p:nvSpPr>
          <p:spPr>
            <a:xfrm>
              <a:off x="1795389" y="257125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t131"/>
            <p:cNvSpPr/>
            <p:nvPr/>
          </p:nvSpPr>
          <p:spPr>
            <a:xfrm>
              <a:off x="3471887" y="374287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t132"/>
            <p:cNvSpPr/>
            <p:nvPr/>
          </p:nvSpPr>
          <p:spPr>
            <a:xfrm>
              <a:off x="5148384" y="521974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t133"/>
            <p:cNvSpPr/>
            <p:nvPr/>
          </p:nvSpPr>
          <p:spPr>
            <a:xfrm>
              <a:off x="1795389" y="289966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t134"/>
            <p:cNvSpPr/>
            <p:nvPr/>
          </p:nvSpPr>
          <p:spPr>
            <a:xfrm>
              <a:off x="3471887" y="363880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t135"/>
            <p:cNvSpPr/>
            <p:nvPr/>
          </p:nvSpPr>
          <p:spPr>
            <a:xfrm>
              <a:off x="5148384" y="293842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t136"/>
            <p:cNvSpPr/>
            <p:nvPr/>
          </p:nvSpPr>
          <p:spPr>
            <a:xfrm>
              <a:off x="1795389" y="510759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t137"/>
            <p:cNvSpPr/>
            <p:nvPr/>
          </p:nvSpPr>
          <p:spPr>
            <a:xfrm>
              <a:off x="3471887" y="354447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t138"/>
            <p:cNvSpPr/>
            <p:nvPr/>
          </p:nvSpPr>
          <p:spPr>
            <a:xfrm>
              <a:off x="5148384" y="399392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t139"/>
            <p:cNvSpPr/>
            <p:nvPr/>
          </p:nvSpPr>
          <p:spPr>
            <a:xfrm>
              <a:off x="1795389" y="243469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t140"/>
            <p:cNvSpPr/>
            <p:nvPr/>
          </p:nvSpPr>
          <p:spPr>
            <a:xfrm>
              <a:off x="3471887" y="415654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t141"/>
            <p:cNvSpPr/>
            <p:nvPr/>
          </p:nvSpPr>
          <p:spPr>
            <a:xfrm>
              <a:off x="5148384" y="210943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t142"/>
            <p:cNvSpPr/>
            <p:nvPr/>
          </p:nvSpPr>
          <p:spPr>
            <a:xfrm>
              <a:off x="1795389" y="350539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t143"/>
            <p:cNvSpPr/>
            <p:nvPr/>
          </p:nvSpPr>
          <p:spPr>
            <a:xfrm>
              <a:off x="3471887" y="441177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t144"/>
            <p:cNvSpPr/>
            <p:nvPr/>
          </p:nvSpPr>
          <p:spPr>
            <a:xfrm>
              <a:off x="5148384" y="454179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t145"/>
            <p:cNvSpPr/>
            <p:nvPr/>
          </p:nvSpPr>
          <p:spPr>
            <a:xfrm>
              <a:off x="1795389" y="346725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t146"/>
            <p:cNvSpPr/>
            <p:nvPr/>
          </p:nvSpPr>
          <p:spPr>
            <a:xfrm>
              <a:off x="3471887" y="441273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t147"/>
            <p:cNvSpPr/>
            <p:nvPr/>
          </p:nvSpPr>
          <p:spPr>
            <a:xfrm>
              <a:off x="5148384" y="371130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t148"/>
            <p:cNvSpPr/>
            <p:nvPr/>
          </p:nvSpPr>
          <p:spPr>
            <a:xfrm>
              <a:off x="1795389" y="481756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t149"/>
            <p:cNvSpPr/>
            <p:nvPr/>
          </p:nvSpPr>
          <p:spPr>
            <a:xfrm>
              <a:off x="3471887" y="472010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t150"/>
            <p:cNvSpPr/>
            <p:nvPr/>
          </p:nvSpPr>
          <p:spPr>
            <a:xfrm>
              <a:off x="5148384" y="491131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t151"/>
            <p:cNvSpPr/>
            <p:nvPr/>
          </p:nvSpPr>
          <p:spPr>
            <a:xfrm>
              <a:off x="1795389" y="416525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t152"/>
            <p:cNvSpPr/>
            <p:nvPr/>
          </p:nvSpPr>
          <p:spPr>
            <a:xfrm>
              <a:off x="3471887" y="401672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t153"/>
            <p:cNvSpPr/>
            <p:nvPr/>
          </p:nvSpPr>
          <p:spPr>
            <a:xfrm>
              <a:off x="5148384" y="352602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t154"/>
            <p:cNvSpPr/>
            <p:nvPr/>
          </p:nvSpPr>
          <p:spPr>
            <a:xfrm>
              <a:off x="1795389" y="439735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t155"/>
            <p:cNvSpPr/>
            <p:nvPr/>
          </p:nvSpPr>
          <p:spPr>
            <a:xfrm>
              <a:off x="3471887" y="469283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t156"/>
            <p:cNvSpPr/>
            <p:nvPr/>
          </p:nvSpPr>
          <p:spPr>
            <a:xfrm>
              <a:off x="5148384" y="489786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t157"/>
            <p:cNvSpPr/>
            <p:nvPr/>
          </p:nvSpPr>
          <p:spPr>
            <a:xfrm>
              <a:off x="1795389" y="386622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t158"/>
            <p:cNvSpPr/>
            <p:nvPr/>
          </p:nvSpPr>
          <p:spPr>
            <a:xfrm>
              <a:off x="3471887" y="419350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t159"/>
            <p:cNvSpPr/>
            <p:nvPr/>
          </p:nvSpPr>
          <p:spPr>
            <a:xfrm>
              <a:off x="5148384" y="409110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t160"/>
            <p:cNvSpPr/>
            <p:nvPr/>
          </p:nvSpPr>
          <p:spPr>
            <a:xfrm>
              <a:off x="1795389" y="407986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t161"/>
            <p:cNvSpPr/>
            <p:nvPr/>
          </p:nvSpPr>
          <p:spPr>
            <a:xfrm>
              <a:off x="3471887" y="446470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t162"/>
            <p:cNvSpPr/>
            <p:nvPr/>
          </p:nvSpPr>
          <p:spPr>
            <a:xfrm>
              <a:off x="5148384" y="424681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t163"/>
            <p:cNvSpPr/>
            <p:nvPr/>
          </p:nvSpPr>
          <p:spPr>
            <a:xfrm>
              <a:off x="1795389" y="415107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t164"/>
            <p:cNvSpPr/>
            <p:nvPr/>
          </p:nvSpPr>
          <p:spPr>
            <a:xfrm>
              <a:off x="3471887" y="363452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t165"/>
            <p:cNvSpPr/>
            <p:nvPr/>
          </p:nvSpPr>
          <p:spPr>
            <a:xfrm>
              <a:off x="5148384" y="390658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t166"/>
            <p:cNvSpPr/>
            <p:nvPr/>
          </p:nvSpPr>
          <p:spPr>
            <a:xfrm>
              <a:off x="1795389" y="313650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t167"/>
            <p:cNvSpPr/>
            <p:nvPr/>
          </p:nvSpPr>
          <p:spPr>
            <a:xfrm>
              <a:off x="3471887" y="334405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t168"/>
            <p:cNvSpPr/>
            <p:nvPr/>
          </p:nvSpPr>
          <p:spPr>
            <a:xfrm>
              <a:off x="5148384" y="362045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t169"/>
            <p:cNvSpPr/>
            <p:nvPr/>
          </p:nvSpPr>
          <p:spPr>
            <a:xfrm>
              <a:off x="1795389" y="326949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t170"/>
            <p:cNvSpPr/>
            <p:nvPr/>
          </p:nvSpPr>
          <p:spPr>
            <a:xfrm>
              <a:off x="3471887" y="385880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t171"/>
            <p:cNvSpPr/>
            <p:nvPr/>
          </p:nvSpPr>
          <p:spPr>
            <a:xfrm>
              <a:off x="5148384" y="431117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t172"/>
            <p:cNvSpPr/>
            <p:nvPr/>
          </p:nvSpPr>
          <p:spPr>
            <a:xfrm>
              <a:off x="1795389" y="335556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t173"/>
            <p:cNvSpPr/>
            <p:nvPr/>
          </p:nvSpPr>
          <p:spPr>
            <a:xfrm>
              <a:off x="3471887" y="448722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t174"/>
            <p:cNvSpPr/>
            <p:nvPr/>
          </p:nvSpPr>
          <p:spPr>
            <a:xfrm>
              <a:off x="5148384" y="426276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t175"/>
            <p:cNvSpPr/>
            <p:nvPr/>
          </p:nvSpPr>
          <p:spPr>
            <a:xfrm>
              <a:off x="1795389" y="324772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t176"/>
            <p:cNvSpPr/>
            <p:nvPr/>
          </p:nvSpPr>
          <p:spPr>
            <a:xfrm>
              <a:off x="3471887" y="395318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t177"/>
            <p:cNvSpPr/>
            <p:nvPr/>
          </p:nvSpPr>
          <p:spPr>
            <a:xfrm>
              <a:off x="5148384" y="391599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t178"/>
            <p:cNvSpPr/>
            <p:nvPr/>
          </p:nvSpPr>
          <p:spPr>
            <a:xfrm>
              <a:off x="1795389" y="424606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t179"/>
            <p:cNvSpPr/>
            <p:nvPr/>
          </p:nvSpPr>
          <p:spPr>
            <a:xfrm>
              <a:off x="3471887" y="579409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t180"/>
            <p:cNvSpPr/>
            <p:nvPr/>
          </p:nvSpPr>
          <p:spPr>
            <a:xfrm>
              <a:off x="5148384" y="532607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t181"/>
            <p:cNvSpPr/>
            <p:nvPr/>
          </p:nvSpPr>
          <p:spPr>
            <a:xfrm>
              <a:off x="1795389" y="344227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t182"/>
            <p:cNvSpPr/>
            <p:nvPr/>
          </p:nvSpPr>
          <p:spPr>
            <a:xfrm>
              <a:off x="3471887" y="383397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t183"/>
            <p:cNvSpPr/>
            <p:nvPr/>
          </p:nvSpPr>
          <p:spPr>
            <a:xfrm>
              <a:off x="5148384" y="423168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t184"/>
            <p:cNvSpPr/>
            <p:nvPr/>
          </p:nvSpPr>
          <p:spPr>
            <a:xfrm>
              <a:off x="1795389" y="304068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t185"/>
            <p:cNvSpPr/>
            <p:nvPr/>
          </p:nvSpPr>
          <p:spPr>
            <a:xfrm>
              <a:off x="3471887" y="288566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t186"/>
            <p:cNvSpPr/>
            <p:nvPr/>
          </p:nvSpPr>
          <p:spPr>
            <a:xfrm>
              <a:off x="5148384" y="237280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t187"/>
            <p:cNvSpPr/>
            <p:nvPr/>
          </p:nvSpPr>
          <p:spPr>
            <a:xfrm>
              <a:off x="1795389" y="410663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t188"/>
            <p:cNvSpPr/>
            <p:nvPr/>
          </p:nvSpPr>
          <p:spPr>
            <a:xfrm>
              <a:off x="3471887" y="540947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t189"/>
            <p:cNvSpPr/>
            <p:nvPr/>
          </p:nvSpPr>
          <p:spPr>
            <a:xfrm>
              <a:off x="5148384" y="381516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l190"/>
            <p:cNvSpPr/>
            <p:nvPr/>
          </p:nvSpPr>
          <p:spPr>
            <a:xfrm>
              <a:off x="1816150" y="3728393"/>
              <a:ext cx="3352995" cy="496416"/>
            </a:xfrm>
            <a:custGeom>
              <a:avLst/>
              <a:pathLst>
                <a:path w="3352995" h="496416">
                  <a:moveTo>
                    <a:pt x="0" y="0"/>
                  </a:moveTo>
                  <a:lnTo>
                    <a:pt x="1676497" y="496416"/>
                  </a:lnTo>
                  <a:lnTo>
                    <a:pt x="3352995" y="359820"/>
                  </a:lnTo>
                </a:path>
              </a:pathLst>
            </a:custGeom>
            <a:ln w="3252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t191"/>
            <p:cNvSpPr/>
            <p:nvPr/>
          </p:nvSpPr>
          <p:spPr>
            <a:xfrm>
              <a:off x="1770998" y="3683241"/>
              <a:ext cx="90303" cy="90303"/>
            </a:xfrm>
            <a:prstGeom prst="ellipse">
              <a:avLst/>
            </a:prstGeom>
            <a:solidFill>
              <a:srgbClr val="00000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t192"/>
            <p:cNvSpPr/>
            <p:nvPr/>
          </p:nvSpPr>
          <p:spPr>
            <a:xfrm>
              <a:off x="3447496" y="4179657"/>
              <a:ext cx="90303" cy="90303"/>
            </a:xfrm>
            <a:prstGeom prst="ellipse">
              <a:avLst/>
            </a:prstGeom>
            <a:solidFill>
              <a:srgbClr val="00000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t193"/>
            <p:cNvSpPr/>
            <p:nvPr/>
          </p:nvSpPr>
          <p:spPr>
            <a:xfrm>
              <a:off x="5123993" y="4043061"/>
              <a:ext cx="90303" cy="90303"/>
            </a:xfrm>
            <a:prstGeom prst="ellipse">
              <a:avLst/>
            </a:prstGeom>
            <a:solidFill>
              <a:srgbClr val="00000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l194"/>
            <p:cNvSpPr/>
            <p:nvPr/>
          </p:nvSpPr>
          <p:spPr>
            <a:xfrm>
              <a:off x="1732325" y="3621784"/>
              <a:ext cx="167649" cy="0"/>
            </a:xfrm>
            <a:custGeom>
              <a:avLst/>
              <a:pathLst>
                <a:path w="167649" h="0">
                  <a:moveTo>
                    <a:pt x="0" y="0"/>
                  </a:moveTo>
                  <a:lnTo>
                    <a:pt x="167649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l195"/>
            <p:cNvSpPr/>
            <p:nvPr/>
          </p:nvSpPr>
          <p:spPr>
            <a:xfrm>
              <a:off x="1816150" y="3621784"/>
              <a:ext cx="0" cy="213217"/>
            </a:xfrm>
            <a:custGeom>
              <a:avLst/>
              <a:pathLst>
                <a:path w="0" h="213217">
                  <a:moveTo>
                    <a:pt x="0" y="0"/>
                  </a:moveTo>
                  <a:lnTo>
                    <a:pt x="0" y="213217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l196"/>
            <p:cNvSpPr/>
            <p:nvPr/>
          </p:nvSpPr>
          <p:spPr>
            <a:xfrm>
              <a:off x="1732325" y="3835001"/>
              <a:ext cx="167649" cy="0"/>
            </a:xfrm>
            <a:custGeom>
              <a:avLst/>
              <a:pathLst>
                <a:path w="167649" h="0">
                  <a:moveTo>
                    <a:pt x="0" y="0"/>
                  </a:moveTo>
                  <a:lnTo>
                    <a:pt x="167649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l197"/>
            <p:cNvSpPr/>
            <p:nvPr/>
          </p:nvSpPr>
          <p:spPr>
            <a:xfrm>
              <a:off x="3408822" y="4122862"/>
              <a:ext cx="167649" cy="0"/>
            </a:xfrm>
            <a:custGeom>
              <a:avLst/>
              <a:pathLst>
                <a:path w="167649" h="0">
                  <a:moveTo>
                    <a:pt x="0" y="0"/>
                  </a:moveTo>
                  <a:lnTo>
                    <a:pt x="167649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l198"/>
            <p:cNvSpPr/>
            <p:nvPr/>
          </p:nvSpPr>
          <p:spPr>
            <a:xfrm>
              <a:off x="3492647" y="4122862"/>
              <a:ext cx="0" cy="203893"/>
            </a:xfrm>
            <a:custGeom>
              <a:avLst/>
              <a:pathLst>
                <a:path w="0" h="203893">
                  <a:moveTo>
                    <a:pt x="0" y="0"/>
                  </a:moveTo>
                  <a:lnTo>
                    <a:pt x="0" y="203893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l199"/>
            <p:cNvSpPr/>
            <p:nvPr/>
          </p:nvSpPr>
          <p:spPr>
            <a:xfrm>
              <a:off x="3408822" y="4326755"/>
              <a:ext cx="167649" cy="0"/>
            </a:xfrm>
            <a:custGeom>
              <a:avLst/>
              <a:pathLst>
                <a:path w="167649" h="0">
                  <a:moveTo>
                    <a:pt x="0" y="0"/>
                  </a:moveTo>
                  <a:lnTo>
                    <a:pt x="167649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l200"/>
            <p:cNvSpPr/>
            <p:nvPr/>
          </p:nvSpPr>
          <p:spPr>
            <a:xfrm>
              <a:off x="5085320" y="3972413"/>
              <a:ext cx="167649" cy="0"/>
            </a:xfrm>
            <a:custGeom>
              <a:avLst/>
              <a:pathLst>
                <a:path w="167649" h="0">
                  <a:moveTo>
                    <a:pt x="0" y="0"/>
                  </a:moveTo>
                  <a:lnTo>
                    <a:pt x="167649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l201"/>
            <p:cNvSpPr/>
            <p:nvPr/>
          </p:nvSpPr>
          <p:spPr>
            <a:xfrm>
              <a:off x="5169145" y="3972413"/>
              <a:ext cx="0" cy="231600"/>
            </a:xfrm>
            <a:custGeom>
              <a:avLst/>
              <a:pathLst>
                <a:path w="0" h="231600">
                  <a:moveTo>
                    <a:pt x="0" y="0"/>
                  </a:moveTo>
                  <a:lnTo>
                    <a:pt x="0" y="23160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l202"/>
            <p:cNvSpPr/>
            <p:nvPr/>
          </p:nvSpPr>
          <p:spPr>
            <a:xfrm>
              <a:off x="5085320" y="4204013"/>
              <a:ext cx="167649" cy="0"/>
            </a:xfrm>
            <a:custGeom>
              <a:avLst/>
              <a:pathLst>
                <a:path w="167649" h="0">
                  <a:moveTo>
                    <a:pt x="0" y="0"/>
                  </a:moveTo>
                  <a:lnTo>
                    <a:pt x="167649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rc203"/>
            <p:cNvSpPr/>
            <p:nvPr/>
          </p:nvSpPr>
          <p:spPr>
            <a:xfrm>
              <a:off x="6257285" y="1666098"/>
              <a:ext cx="5364792" cy="434986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5" name="pl204"/>
            <p:cNvSpPr/>
            <p:nvPr/>
          </p:nvSpPr>
          <p:spPr>
            <a:xfrm>
              <a:off x="7263184" y="4556891"/>
              <a:ext cx="3352995" cy="1218658"/>
            </a:xfrm>
            <a:custGeom>
              <a:avLst/>
              <a:pathLst>
                <a:path w="3352995" h="1218658">
                  <a:moveTo>
                    <a:pt x="0" y="0"/>
                  </a:moveTo>
                  <a:lnTo>
                    <a:pt x="1676497" y="1218658"/>
                  </a:lnTo>
                  <a:lnTo>
                    <a:pt x="3352995" y="423655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" name="pl205"/>
            <p:cNvSpPr/>
            <p:nvPr/>
          </p:nvSpPr>
          <p:spPr>
            <a:xfrm>
              <a:off x="7263184" y="3606345"/>
              <a:ext cx="3352995" cy="544984"/>
            </a:xfrm>
            <a:custGeom>
              <a:avLst/>
              <a:pathLst>
                <a:path w="3352995" h="544984">
                  <a:moveTo>
                    <a:pt x="0" y="544984"/>
                  </a:moveTo>
                  <a:lnTo>
                    <a:pt x="1676497" y="0"/>
                  </a:lnTo>
                  <a:lnTo>
                    <a:pt x="3352995" y="533903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" name="pl206"/>
            <p:cNvSpPr/>
            <p:nvPr/>
          </p:nvSpPr>
          <p:spPr>
            <a:xfrm>
              <a:off x="7263184" y="3238181"/>
              <a:ext cx="3352995" cy="1146743"/>
            </a:xfrm>
            <a:custGeom>
              <a:avLst/>
              <a:pathLst>
                <a:path w="3352995" h="1146743">
                  <a:moveTo>
                    <a:pt x="0" y="1146743"/>
                  </a:moveTo>
                  <a:lnTo>
                    <a:pt x="1676497" y="0"/>
                  </a:lnTo>
                  <a:lnTo>
                    <a:pt x="3352995" y="742414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l207"/>
            <p:cNvSpPr/>
            <p:nvPr/>
          </p:nvSpPr>
          <p:spPr>
            <a:xfrm>
              <a:off x="7263184" y="4379724"/>
              <a:ext cx="3352995" cy="500552"/>
            </a:xfrm>
            <a:custGeom>
              <a:avLst/>
              <a:pathLst>
                <a:path w="3352995" h="500552">
                  <a:moveTo>
                    <a:pt x="0" y="16342"/>
                  </a:moveTo>
                  <a:lnTo>
                    <a:pt x="1676497" y="0"/>
                  </a:lnTo>
                  <a:lnTo>
                    <a:pt x="3352995" y="500552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l208"/>
            <p:cNvSpPr/>
            <p:nvPr/>
          </p:nvSpPr>
          <p:spPr>
            <a:xfrm>
              <a:off x="7263184" y="3792247"/>
              <a:ext cx="3352995" cy="1090708"/>
            </a:xfrm>
            <a:custGeom>
              <a:avLst/>
              <a:pathLst>
                <a:path w="3352995" h="1090708">
                  <a:moveTo>
                    <a:pt x="0" y="1090708"/>
                  </a:moveTo>
                  <a:lnTo>
                    <a:pt x="1676497" y="4154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l209"/>
            <p:cNvSpPr/>
            <p:nvPr/>
          </p:nvSpPr>
          <p:spPr>
            <a:xfrm>
              <a:off x="7263184" y="4057424"/>
              <a:ext cx="3352995" cy="1599559"/>
            </a:xfrm>
            <a:custGeom>
              <a:avLst/>
              <a:pathLst>
                <a:path w="3352995" h="1599559">
                  <a:moveTo>
                    <a:pt x="0" y="0"/>
                  </a:moveTo>
                  <a:lnTo>
                    <a:pt x="1676497" y="1599559"/>
                  </a:lnTo>
                  <a:lnTo>
                    <a:pt x="3352995" y="704848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l210"/>
            <p:cNvSpPr/>
            <p:nvPr/>
          </p:nvSpPr>
          <p:spPr>
            <a:xfrm>
              <a:off x="7263184" y="4330036"/>
              <a:ext cx="3352995" cy="475272"/>
            </a:xfrm>
            <a:custGeom>
              <a:avLst/>
              <a:pathLst>
                <a:path w="3352995" h="475272">
                  <a:moveTo>
                    <a:pt x="0" y="0"/>
                  </a:moveTo>
                  <a:lnTo>
                    <a:pt x="1676497" y="216208"/>
                  </a:lnTo>
                  <a:lnTo>
                    <a:pt x="3352995" y="475272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l211"/>
            <p:cNvSpPr/>
            <p:nvPr/>
          </p:nvSpPr>
          <p:spPr>
            <a:xfrm>
              <a:off x="7263184" y="1863819"/>
              <a:ext cx="3352995" cy="1051677"/>
            </a:xfrm>
            <a:custGeom>
              <a:avLst/>
              <a:pathLst>
                <a:path w="3352995" h="1051677">
                  <a:moveTo>
                    <a:pt x="0" y="1051677"/>
                  </a:moveTo>
                  <a:lnTo>
                    <a:pt x="1676497" y="0"/>
                  </a:lnTo>
                  <a:lnTo>
                    <a:pt x="3352995" y="446618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l212"/>
            <p:cNvSpPr/>
            <p:nvPr/>
          </p:nvSpPr>
          <p:spPr>
            <a:xfrm>
              <a:off x="7263184" y="3706223"/>
              <a:ext cx="3352995" cy="379911"/>
            </a:xfrm>
            <a:custGeom>
              <a:avLst/>
              <a:pathLst>
                <a:path w="3352995" h="379911">
                  <a:moveTo>
                    <a:pt x="0" y="0"/>
                  </a:moveTo>
                  <a:lnTo>
                    <a:pt x="1676497" y="379911"/>
                  </a:lnTo>
                  <a:lnTo>
                    <a:pt x="3352995" y="87306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l213"/>
            <p:cNvSpPr/>
            <p:nvPr/>
          </p:nvSpPr>
          <p:spPr>
            <a:xfrm>
              <a:off x="7263184" y="2614328"/>
              <a:ext cx="3352995" cy="978136"/>
            </a:xfrm>
            <a:custGeom>
              <a:avLst/>
              <a:pathLst>
                <a:path w="3352995" h="978136">
                  <a:moveTo>
                    <a:pt x="0" y="978136"/>
                  </a:moveTo>
                  <a:lnTo>
                    <a:pt x="1676497" y="553722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l214"/>
            <p:cNvSpPr/>
            <p:nvPr/>
          </p:nvSpPr>
          <p:spPr>
            <a:xfrm>
              <a:off x="7263184" y="2669430"/>
              <a:ext cx="3352995" cy="387431"/>
            </a:xfrm>
            <a:custGeom>
              <a:avLst/>
              <a:pathLst>
                <a:path w="3352995" h="387431">
                  <a:moveTo>
                    <a:pt x="0" y="0"/>
                  </a:moveTo>
                  <a:lnTo>
                    <a:pt x="1676497" y="314306"/>
                  </a:lnTo>
                  <a:lnTo>
                    <a:pt x="3352995" y="387431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l215"/>
            <p:cNvSpPr/>
            <p:nvPr/>
          </p:nvSpPr>
          <p:spPr>
            <a:xfrm>
              <a:off x="7263184" y="4650492"/>
              <a:ext cx="3352995" cy="799158"/>
            </a:xfrm>
            <a:custGeom>
              <a:avLst/>
              <a:pathLst>
                <a:path w="3352995" h="799158">
                  <a:moveTo>
                    <a:pt x="0" y="799158"/>
                  </a:moveTo>
                  <a:lnTo>
                    <a:pt x="1676497" y="290974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l216"/>
            <p:cNvSpPr/>
            <p:nvPr/>
          </p:nvSpPr>
          <p:spPr>
            <a:xfrm>
              <a:off x="7263184" y="3527058"/>
              <a:ext cx="3352995" cy="691518"/>
            </a:xfrm>
            <a:custGeom>
              <a:avLst/>
              <a:pathLst>
                <a:path w="3352995" h="691518">
                  <a:moveTo>
                    <a:pt x="0" y="0"/>
                  </a:moveTo>
                  <a:lnTo>
                    <a:pt x="1676497" y="38674"/>
                  </a:lnTo>
                  <a:lnTo>
                    <a:pt x="3352995" y="691518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l217"/>
            <p:cNvSpPr/>
            <p:nvPr/>
          </p:nvSpPr>
          <p:spPr>
            <a:xfrm>
              <a:off x="7263184" y="2038771"/>
              <a:ext cx="3352995" cy="977375"/>
            </a:xfrm>
            <a:custGeom>
              <a:avLst/>
              <a:pathLst>
                <a:path w="3352995" h="977375">
                  <a:moveTo>
                    <a:pt x="0" y="0"/>
                  </a:moveTo>
                  <a:lnTo>
                    <a:pt x="1676497" y="451228"/>
                  </a:lnTo>
                  <a:lnTo>
                    <a:pt x="3352995" y="977375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l218"/>
            <p:cNvSpPr/>
            <p:nvPr/>
          </p:nvSpPr>
          <p:spPr>
            <a:xfrm>
              <a:off x="7263184" y="4052581"/>
              <a:ext cx="3352995" cy="574936"/>
            </a:xfrm>
            <a:custGeom>
              <a:avLst/>
              <a:pathLst>
                <a:path w="3352995" h="574936">
                  <a:moveTo>
                    <a:pt x="0" y="574936"/>
                  </a:moveTo>
                  <a:lnTo>
                    <a:pt x="1676497" y="279295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l219"/>
            <p:cNvSpPr/>
            <p:nvPr/>
          </p:nvSpPr>
          <p:spPr>
            <a:xfrm>
              <a:off x="7263184" y="2966748"/>
              <a:ext cx="3352995" cy="849826"/>
            </a:xfrm>
            <a:custGeom>
              <a:avLst/>
              <a:pathLst>
                <a:path w="3352995" h="849826">
                  <a:moveTo>
                    <a:pt x="0" y="0"/>
                  </a:moveTo>
                  <a:lnTo>
                    <a:pt x="1676497" y="849826"/>
                  </a:lnTo>
                  <a:lnTo>
                    <a:pt x="3352995" y="494656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l220"/>
            <p:cNvSpPr/>
            <p:nvPr/>
          </p:nvSpPr>
          <p:spPr>
            <a:xfrm>
              <a:off x="7263184" y="2434365"/>
              <a:ext cx="3352995" cy="805715"/>
            </a:xfrm>
            <a:custGeom>
              <a:avLst/>
              <a:pathLst>
                <a:path w="3352995" h="805715">
                  <a:moveTo>
                    <a:pt x="0" y="0"/>
                  </a:moveTo>
                  <a:lnTo>
                    <a:pt x="1676497" y="805715"/>
                  </a:lnTo>
                  <a:lnTo>
                    <a:pt x="3352995" y="504559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l221"/>
            <p:cNvSpPr/>
            <p:nvPr/>
          </p:nvSpPr>
          <p:spPr>
            <a:xfrm>
              <a:off x="7263184" y="2772278"/>
              <a:ext cx="3352995" cy="414621"/>
            </a:xfrm>
            <a:custGeom>
              <a:avLst/>
              <a:pathLst>
                <a:path w="3352995" h="414621">
                  <a:moveTo>
                    <a:pt x="0" y="414621"/>
                  </a:moveTo>
                  <a:lnTo>
                    <a:pt x="1676497" y="247055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pl222"/>
            <p:cNvSpPr/>
            <p:nvPr/>
          </p:nvSpPr>
          <p:spPr>
            <a:xfrm>
              <a:off x="7263184" y="4035227"/>
              <a:ext cx="3352995" cy="797904"/>
            </a:xfrm>
            <a:custGeom>
              <a:avLst/>
              <a:pathLst>
                <a:path w="3352995" h="797904">
                  <a:moveTo>
                    <a:pt x="0" y="277614"/>
                  </a:moveTo>
                  <a:lnTo>
                    <a:pt x="1676497" y="797904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" name="pl223"/>
            <p:cNvSpPr/>
            <p:nvPr/>
          </p:nvSpPr>
          <p:spPr>
            <a:xfrm>
              <a:off x="7263184" y="3719220"/>
              <a:ext cx="3352995" cy="481444"/>
            </a:xfrm>
            <a:custGeom>
              <a:avLst/>
              <a:pathLst>
                <a:path w="3352995" h="481444">
                  <a:moveTo>
                    <a:pt x="0" y="481444"/>
                  </a:moveTo>
                  <a:lnTo>
                    <a:pt x="1676497" y="224137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l224"/>
            <p:cNvSpPr/>
            <p:nvPr/>
          </p:nvSpPr>
          <p:spPr>
            <a:xfrm>
              <a:off x="7263184" y="3571075"/>
              <a:ext cx="3352995" cy="1197333"/>
            </a:xfrm>
            <a:custGeom>
              <a:avLst/>
              <a:pathLst>
                <a:path w="3352995" h="1197333">
                  <a:moveTo>
                    <a:pt x="0" y="0"/>
                  </a:moveTo>
                  <a:lnTo>
                    <a:pt x="1676497" y="1197333"/>
                  </a:lnTo>
                  <a:lnTo>
                    <a:pt x="3352995" y="3987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l225"/>
            <p:cNvSpPr/>
            <p:nvPr/>
          </p:nvSpPr>
          <p:spPr>
            <a:xfrm>
              <a:off x="7263184" y="3412337"/>
              <a:ext cx="3352995" cy="224804"/>
            </a:xfrm>
            <a:custGeom>
              <a:avLst/>
              <a:pathLst>
                <a:path w="3352995" h="224804">
                  <a:moveTo>
                    <a:pt x="0" y="0"/>
                  </a:moveTo>
                  <a:lnTo>
                    <a:pt x="1676497" y="76208"/>
                  </a:lnTo>
                  <a:lnTo>
                    <a:pt x="3352995" y="224804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l226"/>
            <p:cNvSpPr/>
            <p:nvPr/>
          </p:nvSpPr>
          <p:spPr>
            <a:xfrm>
              <a:off x="7263184" y="2531520"/>
              <a:ext cx="3352995" cy="1168216"/>
            </a:xfrm>
            <a:custGeom>
              <a:avLst/>
              <a:pathLst>
                <a:path w="3352995" h="1168216">
                  <a:moveTo>
                    <a:pt x="0" y="1168216"/>
                  </a:moveTo>
                  <a:lnTo>
                    <a:pt x="1676497" y="696971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l227"/>
            <p:cNvSpPr/>
            <p:nvPr/>
          </p:nvSpPr>
          <p:spPr>
            <a:xfrm>
              <a:off x="7263184" y="2782593"/>
              <a:ext cx="3352995" cy="1116644"/>
            </a:xfrm>
            <a:custGeom>
              <a:avLst/>
              <a:pathLst>
                <a:path w="3352995" h="1116644">
                  <a:moveTo>
                    <a:pt x="0" y="1070025"/>
                  </a:moveTo>
                  <a:lnTo>
                    <a:pt x="1676497" y="0"/>
                  </a:lnTo>
                  <a:lnTo>
                    <a:pt x="3352995" y="1116644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l228"/>
            <p:cNvSpPr/>
            <p:nvPr/>
          </p:nvSpPr>
          <p:spPr>
            <a:xfrm>
              <a:off x="7263184" y="3930553"/>
              <a:ext cx="3352995" cy="213090"/>
            </a:xfrm>
            <a:custGeom>
              <a:avLst/>
              <a:pathLst>
                <a:path w="3352995" h="213090">
                  <a:moveTo>
                    <a:pt x="0" y="213090"/>
                  </a:moveTo>
                  <a:lnTo>
                    <a:pt x="1676497" y="0"/>
                  </a:lnTo>
                  <a:lnTo>
                    <a:pt x="3352995" y="180492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l229"/>
            <p:cNvSpPr/>
            <p:nvPr/>
          </p:nvSpPr>
          <p:spPr>
            <a:xfrm>
              <a:off x="7263184" y="3207748"/>
              <a:ext cx="3352995" cy="1232892"/>
            </a:xfrm>
            <a:custGeom>
              <a:avLst/>
              <a:pathLst>
                <a:path w="3352995" h="1232892">
                  <a:moveTo>
                    <a:pt x="0" y="412021"/>
                  </a:moveTo>
                  <a:lnTo>
                    <a:pt x="1676497" y="0"/>
                  </a:lnTo>
                  <a:lnTo>
                    <a:pt x="3352995" y="1232892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l230"/>
            <p:cNvSpPr/>
            <p:nvPr/>
          </p:nvSpPr>
          <p:spPr>
            <a:xfrm>
              <a:off x="7263184" y="3512390"/>
              <a:ext cx="3352995" cy="639921"/>
            </a:xfrm>
            <a:custGeom>
              <a:avLst/>
              <a:pathLst>
                <a:path w="3352995" h="639921">
                  <a:moveTo>
                    <a:pt x="0" y="0"/>
                  </a:moveTo>
                  <a:lnTo>
                    <a:pt x="1676497" y="639921"/>
                  </a:lnTo>
                  <a:lnTo>
                    <a:pt x="3352995" y="159964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pl231"/>
            <p:cNvSpPr/>
            <p:nvPr/>
          </p:nvSpPr>
          <p:spPr>
            <a:xfrm>
              <a:off x="7263184" y="3184984"/>
              <a:ext cx="3352995" cy="610495"/>
            </a:xfrm>
            <a:custGeom>
              <a:avLst/>
              <a:pathLst>
                <a:path w="3352995" h="610495">
                  <a:moveTo>
                    <a:pt x="0" y="0"/>
                  </a:moveTo>
                  <a:lnTo>
                    <a:pt x="1676497" y="610495"/>
                  </a:lnTo>
                  <a:lnTo>
                    <a:pt x="3352995" y="285015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" name="pl232"/>
            <p:cNvSpPr/>
            <p:nvPr/>
          </p:nvSpPr>
          <p:spPr>
            <a:xfrm>
              <a:off x="7263184" y="3106275"/>
              <a:ext cx="3352995" cy="1535912"/>
            </a:xfrm>
            <a:custGeom>
              <a:avLst/>
              <a:pathLst>
                <a:path w="3352995" h="1535912">
                  <a:moveTo>
                    <a:pt x="0" y="1535912"/>
                  </a:moveTo>
                  <a:lnTo>
                    <a:pt x="1676497" y="356650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" name="pl233"/>
            <p:cNvSpPr/>
            <p:nvPr/>
          </p:nvSpPr>
          <p:spPr>
            <a:xfrm>
              <a:off x="7263184" y="4762191"/>
              <a:ext cx="3352995" cy="669693"/>
            </a:xfrm>
            <a:custGeom>
              <a:avLst/>
              <a:pathLst>
                <a:path w="3352995" h="669693">
                  <a:moveTo>
                    <a:pt x="0" y="45821"/>
                  </a:moveTo>
                  <a:lnTo>
                    <a:pt x="1676497" y="669693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" name="pl234"/>
            <p:cNvSpPr/>
            <p:nvPr/>
          </p:nvSpPr>
          <p:spPr>
            <a:xfrm>
              <a:off x="7263184" y="3028736"/>
              <a:ext cx="3352995" cy="444159"/>
            </a:xfrm>
            <a:custGeom>
              <a:avLst/>
              <a:pathLst>
                <a:path w="3352995" h="444159">
                  <a:moveTo>
                    <a:pt x="0" y="426591"/>
                  </a:moveTo>
                  <a:lnTo>
                    <a:pt x="1676497" y="0"/>
                  </a:lnTo>
                  <a:lnTo>
                    <a:pt x="3352995" y="444159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pl235"/>
            <p:cNvSpPr/>
            <p:nvPr/>
          </p:nvSpPr>
          <p:spPr>
            <a:xfrm>
              <a:off x="7263184" y="4237861"/>
              <a:ext cx="3352995" cy="121549"/>
            </a:xfrm>
            <a:custGeom>
              <a:avLst/>
              <a:pathLst>
                <a:path w="3352995" h="121549">
                  <a:moveTo>
                    <a:pt x="0" y="121549"/>
                  </a:moveTo>
                  <a:lnTo>
                    <a:pt x="1676497" y="70170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l236"/>
            <p:cNvSpPr/>
            <p:nvPr/>
          </p:nvSpPr>
          <p:spPr>
            <a:xfrm>
              <a:off x="7263184" y="3312264"/>
              <a:ext cx="3352995" cy="604620"/>
            </a:xfrm>
            <a:custGeom>
              <a:avLst/>
              <a:pathLst>
                <a:path w="3352995" h="604620">
                  <a:moveTo>
                    <a:pt x="0" y="604620"/>
                  </a:moveTo>
                  <a:lnTo>
                    <a:pt x="1676497" y="0"/>
                  </a:lnTo>
                  <a:lnTo>
                    <a:pt x="3352995" y="182358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l237"/>
            <p:cNvSpPr/>
            <p:nvPr/>
          </p:nvSpPr>
          <p:spPr>
            <a:xfrm>
              <a:off x="7263184" y="4190600"/>
              <a:ext cx="3352995" cy="789256"/>
            </a:xfrm>
            <a:custGeom>
              <a:avLst/>
              <a:pathLst>
                <a:path w="3352995" h="789256">
                  <a:moveTo>
                    <a:pt x="0" y="34847"/>
                  </a:moveTo>
                  <a:lnTo>
                    <a:pt x="1676497" y="789256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l238"/>
            <p:cNvSpPr/>
            <p:nvPr/>
          </p:nvSpPr>
          <p:spPr>
            <a:xfrm>
              <a:off x="7263184" y="3459722"/>
              <a:ext cx="3352995" cy="904275"/>
            </a:xfrm>
            <a:custGeom>
              <a:avLst/>
              <a:pathLst>
                <a:path w="3352995" h="904275">
                  <a:moveTo>
                    <a:pt x="0" y="330866"/>
                  </a:moveTo>
                  <a:lnTo>
                    <a:pt x="1676497" y="904275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l239"/>
            <p:cNvSpPr/>
            <p:nvPr/>
          </p:nvSpPr>
          <p:spPr>
            <a:xfrm>
              <a:off x="7263184" y="3178141"/>
              <a:ext cx="3352995" cy="658493"/>
            </a:xfrm>
            <a:custGeom>
              <a:avLst/>
              <a:pathLst>
                <a:path w="3352995" h="658493">
                  <a:moveTo>
                    <a:pt x="0" y="658493"/>
                  </a:moveTo>
                  <a:lnTo>
                    <a:pt x="1676497" y="164715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l240"/>
            <p:cNvSpPr/>
            <p:nvPr/>
          </p:nvSpPr>
          <p:spPr>
            <a:xfrm>
              <a:off x="7263184" y="2690806"/>
              <a:ext cx="3352995" cy="1262131"/>
            </a:xfrm>
            <a:custGeom>
              <a:avLst/>
              <a:pathLst>
                <a:path w="3352995" h="1262131">
                  <a:moveTo>
                    <a:pt x="0" y="188373"/>
                  </a:moveTo>
                  <a:lnTo>
                    <a:pt x="1676497" y="0"/>
                  </a:lnTo>
                  <a:lnTo>
                    <a:pt x="3352995" y="1262131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l241"/>
            <p:cNvSpPr/>
            <p:nvPr/>
          </p:nvSpPr>
          <p:spPr>
            <a:xfrm>
              <a:off x="7263184" y="3825788"/>
              <a:ext cx="3352995" cy="610778"/>
            </a:xfrm>
            <a:custGeom>
              <a:avLst/>
              <a:pathLst>
                <a:path w="3352995" h="610778">
                  <a:moveTo>
                    <a:pt x="0" y="204214"/>
                  </a:moveTo>
                  <a:lnTo>
                    <a:pt x="1676497" y="0"/>
                  </a:lnTo>
                  <a:lnTo>
                    <a:pt x="3352995" y="610778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pl242"/>
            <p:cNvSpPr/>
            <p:nvPr/>
          </p:nvSpPr>
          <p:spPr>
            <a:xfrm>
              <a:off x="7263184" y="4280151"/>
              <a:ext cx="3352995" cy="1067074"/>
            </a:xfrm>
            <a:custGeom>
              <a:avLst/>
              <a:pathLst>
                <a:path w="3352995" h="1067074">
                  <a:moveTo>
                    <a:pt x="0" y="0"/>
                  </a:moveTo>
                  <a:lnTo>
                    <a:pt x="1676497" y="556677"/>
                  </a:lnTo>
                  <a:lnTo>
                    <a:pt x="3352995" y="1067074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" name="pt243"/>
            <p:cNvSpPr/>
            <p:nvPr/>
          </p:nvSpPr>
          <p:spPr>
            <a:xfrm>
              <a:off x="7242423" y="453613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" name="pt244"/>
            <p:cNvSpPr/>
            <p:nvPr/>
          </p:nvSpPr>
          <p:spPr>
            <a:xfrm>
              <a:off x="8918921" y="575478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t245"/>
            <p:cNvSpPr/>
            <p:nvPr/>
          </p:nvSpPr>
          <p:spPr>
            <a:xfrm>
              <a:off x="10595419" y="495978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t246"/>
            <p:cNvSpPr/>
            <p:nvPr/>
          </p:nvSpPr>
          <p:spPr>
            <a:xfrm>
              <a:off x="7242423" y="413056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t247"/>
            <p:cNvSpPr/>
            <p:nvPr/>
          </p:nvSpPr>
          <p:spPr>
            <a:xfrm>
              <a:off x="8918921" y="358558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t248"/>
            <p:cNvSpPr/>
            <p:nvPr/>
          </p:nvSpPr>
          <p:spPr>
            <a:xfrm>
              <a:off x="10595419" y="411948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t249"/>
            <p:cNvSpPr/>
            <p:nvPr/>
          </p:nvSpPr>
          <p:spPr>
            <a:xfrm>
              <a:off x="7242423" y="436416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t250"/>
            <p:cNvSpPr/>
            <p:nvPr/>
          </p:nvSpPr>
          <p:spPr>
            <a:xfrm>
              <a:off x="8918921" y="321742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t251"/>
            <p:cNvSpPr/>
            <p:nvPr/>
          </p:nvSpPr>
          <p:spPr>
            <a:xfrm>
              <a:off x="10595419" y="395983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t252"/>
            <p:cNvSpPr/>
            <p:nvPr/>
          </p:nvSpPr>
          <p:spPr>
            <a:xfrm>
              <a:off x="7242423" y="437530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t253"/>
            <p:cNvSpPr/>
            <p:nvPr/>
          </p:nvSpPr>
          <p:spPr>
            <a:xfrm>
              <a:off x="8918921" y="435896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t254"/>
            <p:cNvSpPr/>
            <p:nvPr/>
          </p:nvSpPr>
          <p:spPr>
            <a:xfrm>
              <a:off x="10595419" y="485951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t255"/>
            <p:cNvSpPr/>
            <p:nvPr/>
          </p:nvSpPr>
          <p:spPr>
            <a:xfrm>
              <a:off x="7242423" y="486219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t256"/>
            <p:cNvSpPr/>
            <p:nvPr/>
          </p:nvSpPr>
          <p:spPr>
            <a:xfrm>
              <a:off x="8918921" y="377564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t257"/>
            <p:cNvSpPr/>
            <p:nvPr/>
          </p:nvSpPr>
          <p:spPr>
            <a:xfrm>
              <a:off x="10595419" y="377148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t258"/>
            <p:cNvSpPr/>
            <p:nvPr/>
          </p:nvSpPr>
          <p:spPr>
            <a:xfrm>
              <a:off x="7242423" y="403666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t259"/>
            <p:cNvSpPr/>
            <p:nvPr/>
          </p:nvSpPr>
          <p:spPr>
            <a:xfrm>
              <a:off x="8918921" y="563622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t260"/>
            <p:cNvSpPr/>
            <p:nvPr/>
          </p:nvSpPr>
          <p:spPr>
            <a:xfrm>
              <a:off x="10595419" y="474151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t261"/>
            <p:cNvSpPr/>
            <p:nvPr/>
          </p:nvSpPr>
          <p:spPr>
            <a:xfrm>
              <a:off x="7242423" y="430927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t262"/>
            <p:cNvSpPr/>
            <p:nvPr/>
          </p:nvSpPr>
          <p:spPr>
            <a:xfrm>
              <a:off x="8918921" y="452548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t263"/>
            <p:cNvSpPr/>
            <p:nvPr/>
          </p:nvSpPr>
          <p:spPr>
            <a:xfrm>
              <a:off x="10595419" y="478454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t264"/>
            <p:cNvSpPr/>
            <p:nvPr/>
          </p:nvSpPr>
          <p:spPr>
            <a:xfrm>
              <a:off x="7242423" y="289473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t265"/>
            <p:cNvSpPr/>
            <p:nvPr/>
          </p:nvSpPr>
          <p:spPr>
            <a:xfrm>
              <a:off x="8918921" y="184305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t266"/>
            <p:cNvSpPr/>
            <p:nvPr/>
          </p:nvSpPr>
          <p:spPr>
            <a:xfrm>
              <a:off x="10595419" y="228967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t267"/>
            <p:cNvSpPr/>
            <p:nvPr/>
          </p:nvSpPr>
          <p:spPr>
            <a:xfrm>
              <a:off x="7242423" y="368546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t268"/>
            <p:cNvSpPr/>
            <p:nvPr/>
          </p:nvSpPr>
          <p:spPr>
            <a:xfrm>
              <a:off x="8918921" y="406537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t269"/>
            <p:cNvSpPr/>
            <p:nvPr/>
          </p:nvSpPr>
          <p:spPr>
            <a:xfrm>
              <a:off x="10595419" y="377276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t270"/>
            <p:cNvSpPr/>
            <p:nvPr/>
          </p:nvSpPr>
          <p:spPr>
            <a:xfrm>
              <a:off x="7242423" y="357170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t271"/>
            <p:cNvSpPr/>
            <p:nvPr/>
          </p:nvSpPr>
          <p:spPr>
            <a:xfrm>
              <a:off x="8918921" y="314728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t272"/>
            <p:cNvSpPr/>
            <p:nvPr/>
          </p:nvSpPr>
          <p:spPr>
            <a:xfrm>
              <a:off x="10595419" y="259356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t273"/>
            <p:cNvSpPr/>
            <p:nvPr/>
          </p:nvSpPr>
          <p:spPr>
            <a:xfrm>
              <a:off x="7242423" y="264867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t274"/>
            <p:cNvSpPr/>
            <p:nvPr/>
          </p:nvSpPr>
          <p:spPr>
            <a:xfrm>
              <a:off x="8918921" y="296297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t275"/>
            <p:cNvSpPr/>
            <p:nvPr/>
          </p:nvSpPr>
          <p:spPr>
            <a:xfrm>
              <a:off x="10595419" y="303610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t276"/>
            <p:cNvSpPr/>
            <p:nvPr/>
          </p:nvSpPr>
          <p:spPr>
            <a:xfrm>
              <a:off x="7242423" y="542889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t277"/>
            <p:cNvSpPr/>
            <p:nvPr/>
          </p:nvSpPr>
          <p:spPr>
            <a:xfrm>
              <a:off x="8918921" y="492070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pt278"/>
            <p:cNvSpPr/>
            <p:nvPr/>
          </p:nvSpPr>
          <p:spPr>
            <a:xfrm>
              <a:off x="10595419" y="462973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" name="pt279"/>
            <p:cNvSpPr/>
            <p:nvPr/>
          </p:nvSpPr>
          <p:spPr>
            <a:xfrm>
              <a:off x="7242423" y="350629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" name="pt280"/>
            <p:cNvSpPr/>
            <p:nvPr/>
          </p:nvSpPr>
          <p:spPr>
            <a:xfrm>
              <a:off x="8918921" y="354497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" name="pt281"/>
            <p:cNvSpPr/>
            <p:nvPr/>
          </p:nvSpPr>
          <p:spPr>
            <a:xfrm>
              <a:off x="10595419" y="419781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" name="pt282"/>
            <p:cNvSpPr/>
            <p:nvPr/>
          </p:nvSpPr>
          <p:spPr>
            <a:xfrm>
              <a:off x="7242423" y="201801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" name="pt283"/>
            <p:cNvSpPr/>
            <p:nvPr/>
          </p:nvSpPr>
          <p:spPr>
            <a:xfrm>
              <a:off x="8918921" y="246923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pt284"/>
            <p:cNvSpPr/>
            <p:nvPr/>
          </p:nvSpPr>
          <p:spPr>
            <a:xfrm>
              <a:off x="10595419" y="299538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" name="pt285"/>
            <p:cNvSpPr/>
            <p:nvPr/>
          </p:nvSpPr>
          <p:spPr>
            <a:xfrm>
              <a:off x="7242423" y="460675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" name="pt286"/>
            <p:cNvSpPr/>
            <p:nvPr/>
          </p:nvSpPr>
          <p:spPr>
            <a:xfrm>
              <a:off x="8918921" y="431111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" name="pt287"/>
            <p:cNvSpPr/>
            <p:nvPr/>
          </p:nvSpPr>
          <p:spPr>
            <a:xfrm>
              <a:off x="10595419" y="403182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" name="pt288"/>
            <p:cNvSpPr/>
            <p:nvPr/>
          </p:nvSpPr>
          <p:spPr>
            <a:xfrm>
              <a:off x="7242423" y="294598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" name="pt289"/>
            <p:cNvSpPr/>
            <p:nvPr/>
          </p:nvSpPr>
          <p:spPr>
            <a:xfrm>
              <a:off x="8918921" y="379581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t290"/>
            <p:cNvSpPr/>
            <p:nvPr/>
          </p:nvSpPr>
          <p:spPr>
            <a:xfrm>
              <a:off x="10595419" y="344064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pt291"/>
            <p:cNvSpPr/>
            <p:nvPr/>
          </p:nvSpPr>
          <p:spPr>
            <a:xfrm>
              <a:off x="7242423" y="241360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" name="pt292"/>
            <p:cNvSpPr/>
            <p:nvPr/>
          </p:nvSpPr>
          <p:spPr>
            <a:xfrm>
              <a:off x="8918921" y="321932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" name="pt293"/>
            <p:cNvSpPr/>
            <p:nvPr/>
          </p:nvSpPr>
          <p:spPr>
            <a:xfrm>
              <a:off x="10595419" y="291816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" name="pt294"/>
            <p:cNvSpPr/>
            <p:nvPr/>
          </p:nvSpPr>
          <p:spPr>
            <a:xfrm>
              <a:off x="7242423" y="316613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" name="pt295"/>
            <p:cNvSpPr/>
            <p:nvPr/>
          </p:nvSpPr>
          <p:spPr>
            <a:xfrm>
              <a:off x="8918921" y="299857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" name="pt296"/>
            <p:cNvSpPr/>
            <p:nvPr/>
          </p:nvSpPr>
          <p:spPr>
            <a:xfrm>
              <a:off x="10595419" y="275151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" name="pt297"/>
            <p:cNvSpPr/>
            <p:nvPr/>
          </p:nvSpPr>
          <p:spPr>
            <a:xfrm>
              <a:off x="7242423" y="429208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" name="pt298"/>
            <p:cNvSpPr/>
            <p:nvPr/>
          </p:nvSpPr>
          <p:spPr>
            <a:xfrm>
              <a:off x="8918921" y="481237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" name="pt299"/>
            <p:cNvSpPr/>
            <p:nvPr/>
          </p:nvSpPr>
          <p:spPr>
            <a:xfrm>
              <a:off x="10595419" y="401446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" name="pt300"/>
            <p:cNvSpPr/>
            <p:nvPr/>
          </p:nvSpPr>
          <p:spPr>
            <a:xfrm>
              <a:off x="7242423" y="417990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" name="pt301"/>
            <p:cNvSpPr/>
            <p:nvPr/>
          </p:nvSpPr>
          <p:spPr>
            <a:xfrm>
              <a:off x="8918921" y="392259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" name="pt302"/>
            <p:cNvSpPr/>
            <p:nvPr/>
          </p:nvSpPr>
          <p:spPr>
            <a:xfrm>
              <a:off x="10595419" y="369845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" name="pt303"/>
            <p:cNvSpPr/>
            <p:nvPr/>
          </p:nvSpPr>
          <p:spPr>
            <a:xfrm>
              <a:off x="7242423" y="355031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" name="pt304"/>
            <p:cNvSpPr/>
            <p:nvPr/>
          </p:nvSpPr>
          <p:spPr>
            <a:xfrm>
              <a:off x="8918921" y="474764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" name="pt305"/>
            <p:cNvSpPr/>
            <p:nvPr/>
          </p:nvSpPr>
          <p:spPr>
            <a:xfrm>
              <a:off x="10595419" y="359018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" name="pt306"/>
            <p:cNvSpPr/>
            <p:nvPr/>
          </p:nvSpPr>
          <p:spPr>
            <a:xfrm>
              <a:off x="7242423" y="339157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" name="pt307"/>
            <p:cNvSpPr/>
            <p:nvPr/>
          </p:nvSpPr>
          <p:spPr>
            <a:xfrm>
              <a:off x="8918921" y="346778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" name="pt308"/>
            <p:cNvSpPr/>
            <p:nvPr/>
          </p:nvSpPr>
          <p:spPr>
            <a:xfrm>
              <a:off x="10595419" y="361638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" name="pt309"/>
            <p:cNvSpPr/>
            <p:nvPr/>
          </p:nvSpPr>
          <p:spPr>
            <a:xfrm>
              <a:off x="7242423" y="367897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" name="pt310"/>
            <p:cNvSpPr/>
            <p:nvPr/>
          </p:nvSpPr>
          <p:spPr>
            <a:xfrm>
              <a:off x="8918921" y="320773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" name="pt311"/>
            <p:cNvSpPr/>
            <p:nvPr/>
          </p:nvSpPr>
          <p:spPr>
            <a:xfrm>
              <a:off x="10595419" y="251075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" name="pt312"/>
            <p:cNvSpPr/>
            <p:nvPr/>
          </p:nvSpPr>
          <p:spPr>
            <a:xfrm>
              <a:off x="7242423" y="383185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" name="pt313"/>
            <p:cNvSpPr/>
            <p:nvPr/>
          </p:nvSpPr>
          <p:spPr>
            <a:xfrm>
              <a:off x="8918921" y="276183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" name="pt314"/>
            <p:cNvSpPr/>
            <p:nvPr/>
          </p:nvSpPr>
          <p:spPr>
            <a:xfrm>
              <a:off x="10595419" y="387847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" name="pt315"/>
            <p:cNvSpPr/>
            <p:nvPr/>
          </p:nvSpPr>
          <p:spPr>
            <a:xfrm>
              <a:off x="7242423" y="412288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" name="pt316"/>
            <p:cNvSpPr/>
            <p:nvPr/>
          </p:nvSpPr>
          <p:spPr>
            <a:xfrm>
              <a:off x="8918921" y="390979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" name="pt317"/>
            <p:cNvSpPr/>
            <p:nvPr/>
          </p:nvSpPr>
          <p:spPr>
            <a:xfrm>
              <a:off x="10595419" y="409028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" name="pt318"/>
            <p:cNvSpPr/>
            <p:nvPr/>
          </p:nvSpPr>
          <p:spPr>
            <a:xfrm>
              <a:off x="7242423" y="359900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" name="pt319"/>
            <p:cNvSpPr/>
            <p:nvPr/>
          </p:nvSpPr>
          <p:spPr>
            <a:xfrm>
              <a:off x="8918921" y="318698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" name="pt320"/>
            <p:cNvSpPr/>
            <p:nvPr/>
          </p:nvSpPr>
          <p:spPr>
            <a:xfrm>
              <a:off x="10595419" y="441988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" name="pt321"/>
            <p:cNvSpPr/>
            <p:nvPr/>
          </p:nvSpPr>
          <p:spPr>
            <a:xfrm>
              <a:off x="7242423" y="349162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" name="pt322"/>
            <p:cNvSpPr/>
            <p:nvPr/>
          </p:nvSpPr>
          <p:spPr>
            <a:xfrm>
              <a:off x="8918921" y="413155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" name="pt323"/>
            <p:cNvSpPr/>
            <p:nvPr/>
          </p:nvSpPr>
          <p:spPr>
            <a:xfrm>
              <a:off x="10595419" y="365159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" name="pt324"/>
            <p:cNvSpPr/>
            <p:nvPr/>
          </p:nvSpPr>
          <p:spPr>
            <a:xfrm>
              <a:off x="7242423" y="316422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" name="pt325"/>
            <p:cNvSpPr/>
            <p:nvPr/>
          </p:nvSpPr>
          <p:spPr>
            <a:xfrm>
              <a:off x="8918921" y="377471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" name="pt326"/>
            <p:cNvSpPr/>
            <p:nvPr/>
          </p:nvSpPr>
          <p:spPr>
            <a:xfrm>
              <a:off x="10595419" y="344923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" name="pt327"/>
            <p:cNvSpPr/>
            <p:nvPr/>
          </p:nvSpPr>
          <p:spPr>
            <a:xfrm>
              <a:off x="7242423" y="462142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" name="pt328"/>
            <p:cNvSpPr/>
            <p:nvPr/>
          </p:nvSpPr>
          <p:spPr>
            <a:xfrm>
              <a:off x="8918921" y="344216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" name="pt329"/>
            <p:cNvSpPr/>
            <p:nvPr/>
          </p:nvSpPr>
          <p:spPr>
            <a:xfrm>
              <a:off x="10595419" y="308551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" name="pt330"/>
            <p:cNvSpPr/>
            <p:nvPr/>
          </p:nvSpPr>
          <p:spPr>
            <a:xfrm>
              <a:off x="7242423" y="478725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" name="pt331"/>
            <p:cNvSpPr/>
            <p:nvPr/>
          </p:nvSpPr>
          <p:spPr>
            <a:xfrm>
              <a:off x="8918921" y="541112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" name="pt332"/>
            <p:cNvSpPr/>
            <p:nvPr/>
          </p:nvSpPr>
          <p:spPr>
            <a:xfrm>
              <a:off x="10595419" y="474143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" name="pt333"/>
            <p:cNvSpPr/>
            <p:nvPr/>
          </p:nvSpPr>
          <p:spPr>
            <a:xfrm>
              <a:off x="7242423" y="343456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" name="pt334"/>
            <p:cNvSpPr/>
            <p:nvPr/>
          </p:nvSpPr>
          <p:spPr>
            <a:xfrm>
              <a:off x="8918921" y="300797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" name="pt335"/>
            <p:cNvSpPr/>
            <p:nvPr/>
          </p:nvSpPr>
          <p:spPr>
            <a:xfrm>
              <a:off x="10595419" y="345213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" name="pt336"/>
            <p:cNvSpPr/>
            <p:nvPr/>
          </p:nvSpPr>
          <p:spPr>
            <a:xfrm>
              <a:off x="7242423" y="433865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" name="pt337"/>
            <p:cNvSpPr/>
            <p:nvPr/>
          </p:nvSpPr>
          <p:spPr>
            <a:xfrm>
              <a:off x="8918921" y="428727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" name="pt338"/>
            <p:cNvSpPr/>
            <p:nvPr/>
          </p:nvSpPr>
          <p:spPr>
            <a:xfrm>
              <a:off x="10595419" y="421710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" name="pt339"/>
            <p:cNvSpPr/>
            <p:nvPr/>
          </p:nvSpPr>
          <p:spPr>
            <a:xfrm>
              <a:off x="7242423" y="389612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" name="pt340"/>
            <p:cNvSpPr/>
            <p:nvPr/>
          </p:nvSpPr>
          <p:spPr>
            <a:xfrm>
              <a:off x="8918921" y="329150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" name="pt341"/>
            <p:cNvSpPr/>
            <p:nvPr/>
          </p:nvSpPr>
          <p:spPr>
            <a:xfrm>
              <a:off x="10595419" y="347386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" name="pt342"/>
            <p:cNvSpPr/>
            <p:nvPr/>
          </p:nvSpPr>
          <p:spPr>
            <a:xfrm>
              <a:off x="7242423" y="420468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" name="pt343"/>
            <p:cNvSpPr/>
            <p:nvPr/>
          </p:nvSpPr>
          <p:spPr>
            <a:xfrm>
              <a:off x="8918921" y="495909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" name="pt344"/>
            <p:cNvSpPr/>
            <p:nvPr/>
          </p:nvSpPr>
          <p:spPr>
            <a:xfrm>
              <a:off x="10595419" y="416983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" name="pt345"/>
            <p:cNvSpPr/>
            <p:nvPr/>
          </p:nvSpPr>
          <p:spPr>
            <a:xfrm>
              <a:off x="7242423" y="376982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" name="pt346"/>
            <p:cNvSpPr/>
            <p:nvPr/>
          </p:nvSpPr>
          <p:spPr>
            <a:xfrm>
              <a:off x="8918921" y="434323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" name="pt347"/>
            <p:cNvSpPr/>
            <p:nvPr/>
          </p:nvSpPr>
          <p:spPr>
            <a:xfrm>
              <a:off x="10595419" y="343896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" name="pt348"/>
            <p:cNvSpPr/>
            <p:nvPr/>
          </p:nvSpPr>
          <p:spPr>
            <a:xfrm>
              <a:off x="7242423" y="381587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" name="pt349"/>
            <p:cNvSpPr/>
            <p:nvPr/>
          </p:nvSpPr>
          <p:spPr>
            <a:xfrm>
              <a:off x="8918921" y="332209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" name="pt350"/>
            <p:cNvSpPr/>
            <p:nvPr/>
          </p:nvSpPr>
          <p:spPr>
            <a:xfrm>
              <a:off x="10595419" y="315738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" name="pt351"/>
            <p:cNvSpPr/>
            <p:nvPr/>
          </p:nvSpPr>
          <p:spPr>
            <a:xfrm>
              <a:off x="7242423" y="285841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" name="pt352"/>
            <p:cNvSpPr/>
            <p:nvPr/>
          </p:nvSpPr>
          <p:spPr>
            <a:xfrm>
              <a:off x="8918921" y="267004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" name="pt353"/>
            <p:cNvSpPr/>
            <p:nvPr/>
          </p:nvSpPr>
          <p:spPr>
            <a:xfrm>
              <a:off x="10595419" y="393217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" name="pt354"/>
            <p:cNvSpPr/>
            <p:nvPr/>
          </p:nvSpPr>
          <p:spPr>
            <a:xfrm>
              <a:off x="7242423" y="400924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" name="pt355"/>
            <p:cNvSpPr/>
            <p:nvPr/>
          </p:nvSpPr>
          <p:spPr>
            <a:xfrm>
              <a:off x="8918921" y="380502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" name="pt356"/>
            <p:cNvSpPr/>
            <p:nvPr/>
          </p:nvSpPr>
          <p:spPr>
            <a:xfrm>
              <a:off x="10595419" y="441580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" name="pt357"/>
            <p:cNvSpPr/>
            <p:nvPr/>
          </p:nvSpPr>
          <p:spPr>
            <a:xfrm>
              <a:off x="7242423" y="425939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" name="pt358"/>
            <p:cNvSpPr/>
            <p:nvPr/>
          </p:nvSpPr>
          <p:spPr>
            <a:xfrm>
              <a:off x="8918921" y="481606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" name="pt359"/>
            <p:cNvSpPr/>
            <p:nvPr/>
          </p:nvSpPr>
          <p:spPr>
            <a:xfrm>
              <a:off x="10595419" y="532646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" name="pl360"/>
            <p:cNvSpPr/>
            <p:nvPr/>
          </p:nvSpPr>
          <p:spPr>
            <a:xfrm>
              <a:off x="7263184" y="3820344"/>
              <a:ext cx="3352995" cy="31471"/>
            </a:xfrm>
            <a:custGeom>
              <a:avLst/>
              <a:pathLst>
                <a:path w="3352995" h="31471">
                  <a:moveTo>
                    <a:pt x="0" y="15761"/>
                  </a:moveTo>
                  <a:lnTo>
                    <a:pt x="1676497" y="31471"/>
                  </a:lnTo>
                  <a:lnTo>
                    <a:pt x="3352995" y="0"/>
                  </a:lnTo>
                </a:path>
              </a:pathLst>
            </a:custGeom>
            <a:ln w="3252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" name="pt361"/>
            <p:cNvSpPr/>
            <p:nvPr/>
          </p:nvSpPr>
          <p:spPr>
            <a:xfrm>
              <a:off x="7218032" y="3790954"/>
              <a:ext cx="90303" cy="90303"/>
            </a:xfrm>
            <a:prstGeom prst="ellipse">
              <a:avLst/>
            </a:prstGeom>
            <a:solidFill>
              <a:srgbClr val="00000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" name="pt362"/>
            <p:cNvSpPr/>
            <p:nvPr/>
          </p:nvSpPr>
          <p:spPr>
            <a:xfrm>
              <a:off x="8894530" y="3806664"/>
              <a:ext cx="90303" cy="90303"/>
            </a:xfrm>
            <a:prstGeom prst="ellipse">
              <a:avLst/>
            </a:prstGeom>
            <a:solidFill>
              <a:srgbClr val="00000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" name="pt363"/>
            <p:cNvSpPr/>
            <p:nvPr/>
          </p:nvSpPr>
          <p:spPr>
            <a:xfrm>
              <a:off x="10571027" y="3775192"/>
              <a:ext cx="90303" cy="90303"/>
            </a:xfrm>
            <a:prstGeom prst="ellipse">
              <a:avLst/>
            </a:prstGeom>
            <a:solidFill>
              <a:srgbClr val="00000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" name="pl364"/>
            <p:cNvSpPr/>
            <p:nvPr/>
          </p:nvSpPr>
          <p:spPr>
            <a:xfrm>
              <a:off x="7179359" y="3722201"/>
              <a:ext cx="167649" cy="0"/>
            </a:xfrm>
            <a:custGeom>
              <a:avLst/>
              <a:pathLst>
                <a:path w="167649" h="0">
                  <a:moveTo>
                    <a:pt x="0" y="0"/>
                  </a:moveTo>
                  <a:lnTo>
                    <a:pt x="167649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" name="pl365"/>
            <p:cNvSpPr/>
            <p:nvPr/>
          </p:nvSpPr>
          <p:spPr>
            <a:xfrm>
              <a:off x="7263184" y="3722201"/>
              <a:ext cx="0" cy="227811"/>
            </a:xfrm>
            <a:custGeom>
              <a:avLst/>
              <a:pathLst>
                <a:path w="0" h="227811">
                  <a:moveTo>
                    <a:pt x="0" y="0"/>
                  </a:moveTo>
                  <a:lnTo>
                    <a:pt x="0" y="227811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" name="pl366"/>
            <p:cNvSpPr/>
            <p:nvPr/>
          </p:nvSpPr>
          <p:spPr>
            <a:xfrm>
              <a:off x="7179359" y="3950012"/>
              <a:ext cx="167649" cy="0"/>
            </a:xfrm>
            <a:custGeom>
              <a:avLst/>
              <a:pathLst>
                <a:path w="167649" h="0">
                  <a:moveTo>
                    <a:pt x="0" y="0"/>
                  </a:moveTo>
                  <a:lnTo>
                    <a:pt x="167649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" name="pl367"/>
            <p:cNvSpPr/>
            <p:nvPr/>
          </p:nvSpPr>
          <p:spPr>
            <a:xfrm>
              <a:off x="8855857" y="3710161"/>
              <a:ext cx="167649" cy="0"/>
            </a:xfrm>
            <a:custGeom>
              <a:avLst/>
              <a:pathLst>
                <a:path w="167649" h="0">
                  <a:moveTo>
                    <a:pt x="0" y="0"/>
                  </a:moveTo>
                  <a:lnTo>
                    <a:pt x="167649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" name="pl368"/>
            <p:cNvSpPr/>
            <p:nvPr/>
          </p:nvSpPr>
          <p:spPr>
            <a:xfrm>
              <a:off x="8939682" y="3710161"/>
              <a:ext cx="0" cy="283309"/>
            </a:xfrm>
            <a:custGeom>
              <a:avLst/>
              <a:pathLst>
                <a:path w="0" h="283309">
                  <a:moveTo>
                    <a:pt x="0" y="0"/>
                  </a:moveTo>
                  <a:lnTo>
                    <a:pt x="0" y="283309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" name="pl369"/>
            <p:cNvSpPr/>
            <p:nvPr/>
          </p:nvSpPr>
          <p:spPr>
            <a:xfrm>
              <a:off x="8855857" y="3993471"/>
              <a:ext cx="167649" cy="0"/>
            </a:xfrm>
            <a:custGeom>
              <a:avLst/>
              <a:pathLst>
                <a:path w="167649" h="0">
                  <a:moveTo>
                    <a:pt x="0" y="0"/>
                  </a:moveTo>
                  <a:lnTo>
                    <a:pt x="167649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" name="pl370"/>
            <p:cNvSpPr/>
            <p:nvPr/>
          </p:nvSpPr>
          <p:spPr>
            <a:xfrm>
              <a:off x="10532354" y="3704327"/>
              <a:ext cx="167649" cy="0"/>
            </a:xfrm>
            <a:custGeom>
              <a:avLst/>
              <a:pathLst>
                <a:path w="167649" h="0">
                  <a:moveTo>
                    <a:pt x="0" y="0"/>
                  </a:moveTo>
                  <a:lnTo>
                    <a:pt x="167649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" name="pl371"/>
            <p:cNvSpPr/>
            <p:nvPr/>
          </p:nvSpPr>
          <p:spPr>
            <a:xfrm>
              <a:off x="10616179" y="3704327"/>
              <a:ext cx="0" cy="232033"/>
            </a:xfrm>
            <a:custGeom>
              <a:avLst/>
              <a:pathLst>
                <a:path w="0" h="232033">
                  <a:moveTo>
                    <a:pt x="0" y="0"/>
                  </a:moveTo>
                  <a:lnTo>
                    <a:pt x="0" y="232033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" name="pl372"/>
            <p:cNvSpPr/>
            <p:nvPr/>
          </p:nvSpPr>
          <p:spPr>
            <a:xfrm>
              <a:off x="10532354" y="3936361"/>
              <a:ext cx="167649" cy="0"/>
            </a:xfrm>
            <a:custGeom>
              <a:avLst/>
              <a:pathLst>
                <a:path w="167649" h="0">
                  <a:moveTo>
                    <a:pt x="0" y="0"/>
                  </a:moveTo>
                  <a:lnTo>
                    <a:pt x="167649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" name="rc373"/>
            <p:cNvSpPr/>
            <p:nvPr/>
          </p:nvSpPr>
          <p:spPr>
            <a:xfrm>
              <a:off x="810251" y="1410558"/>
              <a:ext cx="5364792" cy="25554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32028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" name="tx374"/>
            <p:cNvSpPr/>
            <p:nvPr/>
          </p:nvSpPr>
          <p:spPr>
            <a:xfrm>
              <a:off x="3253994" y="1485735"/>
              <a:ext cx="477306" cy="9996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1A1A1A">
                      <a:alpha val="100000"/>
                    </a:srgbClr>
                  </a:solidFill>
                  <a:latin typeface="Helvetica"/>
                  <a:cs typeface="Helvetica"/>
                </a:rPr>
                <a:t>average</a:t>
              </a:r>
            </a:p>
          </p:txBody>
        </p:sp>
        <p:sp>
          <p:nvSpPr>
            <p:cNvPr id="376" name="rc375"/>
            <p:cNvSpPr/>
            <p:nvPr/>
          </p:nvSpPr>
          <p:spPr>
            <a:xfrm>
              <a:off x="6257285" y="1410558"/>
              <a:ext cx="5364792" cy="25554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32028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" name="tx376"/>
            <p:cNvSpPr/>
            <p:nvPr/>
          </p:nvSpPr>
          <p:spPr>
            <a:xfrm>
              <a:off x="8616608" y="1463420"/>
              <a:ext cx="646147" cy="1222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1A1A1A">
                      <a:alpha val="100000"/>
                    </a:srgbClr>
                  </a:solidFill>
                  <a:latin typeface="Helvetica"/>
                  <a:cs typeface="Helvetica"/>
                </a:rPr>
                <a:t>experience</a:t>
              </a:r>
            </a:p>
          </p:txBody>
        </p:sp>
        <p:sp>
          <p:nvSpPr>
            <p:cNvPr id="378" name="pl377"/>
            <p:cNvSpPr/>
            <p:nvPr/>
          </p:nvSpPr>
          <p:spPr>
            <a:xfrm>
              <a:off x="810251" y="6015963"/>
              <a:ext cx="5364792" cy="0"/>
            </a:xfrm>
            <a:custGeom>
              <a:avLst/>
              <a:pathLst>
                <a:path w="5364792" h="0">
                  <a:moveTo>
                    <a:pt x="0" y="0"/>
                  </a:moveTo>
                  <a:lnTo>
                    <a:pt x="5364792" y="0"/>
                  </a:lnTo>
                </a:path>
              </a:pathLst>
            </a:custGeom>
            <a:ln w="16014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" name="pl378"/>
            <p:cNvSpPr/>
            <p:nvPr/>
          </p:nvSpPr>
          <p:spPr>
            <a:xfrm>
              <a:off x="1816150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" name="pl379"/>
            <p:cNvSpPr/>
            <p:nvPr/>
          </p:nvSpPr>
          <p:spPr>
            <a:xfrm>
              <a:off x="3492647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" name="pl380"/>
            <p:cNvSpPr/>
            <p:nvPr/>
          </p:nvSpPr>
          <p:spPr>
            <a:xfrm>
              <a:off x="5169145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" name="tx381"/>
            <p:cNvSpPr/>
            <p:nvPr/>
          </p:nvSpPr>
          <p:spPr>
            <a:xfrm>
              <a:off x="1526128" y="6064506"/>
              <a:ext cx="580042" cy="1202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 squares</a:t>
              </a:r>
            </a:p>
          </p:txBody>
        </p:sp>
        <p:sp>
          <p:nvSpPr>
            <p:cNvPr id="383" name="tx382"/>
            <p:cNvSpPr/>
            <p:nvPr/>
          </p:nvSpPr>
          <p:spPr>
            <a:xfrm>
              <a:off x="3165898" y="6064829"/>
              <a:ext cx="653499" cy="11989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10 squares</a:t>
              </a:r>
            </a:p>
          </p:txBody>
        </p:sp>
        <p:sp>
          <p:nvSpPr>
            <p:cNvPr id="384" name="tx383"/>
            <p:cNvSpPr/>
            <p:nvPr/>
          </p:nvSpPr>
          <p:spPr>
            <a:xfrm>
              <a:off x="4842395" y="6064506"/>
              <a:ext cx="653499" cy="1202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20 squares</a:t>
              </a:r>
            </a:p>
          </p:txBody>
        </p:sp>
        <p:sp>
          <p:nvSpPr>
            <p:cNvPr id="385" name="pl384"/>
            <p:cNvSpPr/>
            <p:nvPr/>
          </p:nvSpPr>
          <p:spPr>
            <a:xfrm>
              <a:off x="6257285" y="6015963"/>
              <a:ext cx="5364792" cy="0"/>
            </a:xfrm>
            <a:custGeom>
              <a:avLst/>
              <a:pathLst>
                <a:path w="5364792" h="0">
                  <a:moveTo>
                    <a:pt x="0" y="0"/>
                  </a:moveTo>
                  <a:lnTo>
                    <a:pt x="5364792" y="0"/>
                  </a:lnTo>
                </a:path>
              </a:pathLst>
            </a:custGeom>
            <a:ln w="16014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" name="pl385"/>
            <p:cNvSpPr/>
            <p:nvPr/>
          </p:nvSpPr>
          <p:spPr>
            <a:xfrm>
              <a:off x="7263184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" name="pl386"/>
            <p:cNvSpPr/>
            <p:nvPr/>
          </p:nvSpPr>
          <p:spPr>
            <a:xfrm>
              <a:off x="8939682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" name="pl387"/>
            <p:cNvSpPr/>
            <p:nvPr/>
          </p:nvSpPr>
          <p:spPr>
            <a:xfrm>
              <a:off x="10616179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" name="tx388"/>
            <p:cNvSpPr/>
            <p:nvPr/>
          </p:nvSpPr>
          <p:spPr>
            <a:xfrm>
              <a:off x="6973163" y="6064506"/>
              <a:ext cx="580042" cy="1202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 squares</a:t>
              </a:r>
            </a:p>
          </p:txBody>
        </p:sp>
        <p:sp>
          <p:nvSpPr>
            <p:cNvPr id="390" name="tx389"/>
            <p:cNvSpPr/>
            <p:nvPr/>
          </p:nvSpPr>
          <p:spPr>
            <a:xfrm>
              <a:off x="8612932" y="6064829"/>
              <a:ext cx="653499" cy="11989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10 squares</a:t>
              </a:r>
            </a:p>
          </p:txBody>
        </p:sp>
        <p:sp>
          <p:nvSpPr>
            <p:cNvPr id="391" name="tx390"/>
            <p:cNvSpPr/>
            <p:nvPr/>
          </p:nvSpPr>
          <p:spPr>
            <a:xfrm>
              <a:off x="10289430" y="6064506"/>
              <a:ext cx="653499" cy="1202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20 squares</a:t>
              </a:r>
            </a:p>
          </p:txBody>
        </p:sp>
        <p:sp>
          <p:nvSpPr>
            <p:cNvPr id="392" name="pl391"/>
            <p:cNvSpPr/>
            <p:nvPr/>
          </p:nvSpPr>
          <p:spPr>
            <a:xfrm>
              <a:off x="810251" y="1666098"/>
              <a:ext cx="0" cy="4349864"/>
            </a:xfrm>
            <a:custGeom>
              <a:avLst/>
              <a:pathLst>
                <a:path w="0" h="4349864">
                  <a:moveTo>
                    <a:pt x="0" y="4349864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" name="tx392"/>
            <p:cNvSpPr/>
            <p:nvPr/>
          </p:nvSpPr>
          <p:spPr>
            <a:xfrm>
              <a:off x="552624" y="5157121"/>
              <a:ext cx="183609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0.5</a:t>
              </a:r>
            </a:p>
          </p:txBody>
        </p:sp>
        <p:sp>
          <p:nvSpPr>
            <p:cNvPr id="394" name="tx393"/>
            <p:cNvSpPr/>
            <p:nvPr/>
          </p:nvSpPr>
          <p:spPr>
            <a:xfrm>
              <a:off x="552624" y="3992714"/>
              <a:ext cx="183609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1.0</a:t>
              </a:r>
            </a:p>
          </p:txBody>
        </p:sp>
        <p:sp>
          <p:nvSpPr>
            <p:cNvPr id="395" name="tx394"/>
            <p:cNvSpPr/>
            <p:nvPr/>
          </p:nvSpPr>
          <p:spPr>
            <a:xfrm>
              <a:off x="552624" y="2828888"/>
              <a:ext cx="183609" cy="9428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1.5</a:t>
              </a:r>
            </a:p>
          </p:txBody>
        </p:sp>
        <p:sp>
          <p:nvSpPr>
            <p:cNvPr id="396" name="tx395"/>
            <p:cNvSpPr/>
            <p:nvPr/>
          </p:nvSpPr>
          <p:spPr>
            <a:xfrm>
              <a:off x="552624" y="1663578"/>
              <a:ext cx="183609" cy="9519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2.0</a:t>
              </a:r>
            </a:p>
          </p:txBody>
        </p:sp>
        <p:sp>
          <p:nvSpPr>
            <p:cNvPr id="397" name="pl396"/>
            <p:cNvSpPr/>
            <p:nvPr/>
          </p:nvSpPr>
          <p:spPr>
            <a:xfrm>
              <a:off x="769130" y="5204620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" name="pl397"/>
            <p:cNvSpPr/>
            <p:nvPr/>
          </p:nvSpPr>
          <p:spPr>
            <a:xfrm>
              <a:off x="769130" y="4040213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" name="pl398"/>
            <p:cNvSpPr/>
            <p:nvPr/>
          </p:nvSpPr>
          <p:spPr>
            <a:xfrm>
              <a:off x="769130" y="2875806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" name="pl399"/>
            <p:cNvSpPr/>
            <p:nvPr/>
          </p:nvSpPr>
          <p:spPr>
            <a:xfrm>
              <a:off x="769130" y="1711399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" name="tx400"/>
            <p:cNvSpPr/>
            <p:nvPr/>
          </p:nvSpPr>
          <p:spPr>
            <a:xfrm>
              <a:off x="5849204" y="6219665"/>
              <a:ext cx="733921" cy="1538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Array size</a:t>
              </a:r>
            </a:p>
          </p:txBody>
        </p:sp>
        <p:sp>
          <p:nvSpPr>
            <p:cNvPr id="402" name="tx401"/>
            <p:cNvSpPr/>
            <p:nvPr/>
          </p:nvSpPr>
          <p:spPr>
            <a:xfrm rot="-5400000">
              <a:off x="-756573" y="3779320"/>
              <a:ext cx="2339695" cy="12342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Fisher z-transformed correlation</a:t>
              </a:r>
            </a:p>
          </p:txBody>
        </p:sp>
        <p:sp>
          <p:nvSpPr>
            <p:cNvPr id="403" name="tx402"/>
            <p:cNvSpPr/>
            <p:nvPr/>
          </p:nvSpPr>
          <p:spPr>
            <a:xfrm>
              <a:off x="810251" y="1133630"/>
              <a:ext cx="4211823" cy="15816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Single-subject Pearson correlations, Fisher z-transformed</a:t>
              </a:r>
            </a:p>
          </p:txBody>
        </p:sp>
        <p:sp>
          <p:nvSpPr>
            <p:cNvPr id="404" name="tx403"/>
            <p:cNvSpPr/>
            <p:nvPr/>
          </p:nvSpPr>
          <p:spPr>
            <a:xfrm>
              <a:off x="810251" y="863894"/>
              <a:ext cx="3336503" cy="18341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5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56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Experiment 3 - participant correlations</a:t>
              </a:r>
            </a:p>
          </p:txBody>
        </p: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p:ph/>
          </p:nvPr>
        </p:nvSpPr>
        <p:spPr>
          <a:xfrm>
            <a:off x="274320" y="182880"/>
            <a:ext cx="11430000" cy="457200"/>
          </a:xfrm>
        </p:spPr>
        <p:txBody>
          <a:bodyPr/>
          <a:lstStyle/>
          <a:p>
            <a:r>
              <a:rPr/>
              <a:t>Exp 3 - Mean Pearson correlations</a:t>
            </a:r>
          </a:p>
        </p:txBody>
      </p:sp>
      <p:grpSp xmlns:pic="http://schemas.openxmlformats.org/drawingml/2006/picture">
        <p:nvGrpSpPr>
          <p:cNvPr id="3" name=""/>
          <p:cNvGrpSpPr/>
          <p:nvPr/>
        </p:nvGrpSpPr>
        <p:grpSpPr>
          <a:xfrm>
            <a:off x="274320" y="822960"/>
            <a:ext cx="11430000" cy="5669280"/>
            <a:chOff x="274320" y="822960"/>
            <a:chExt cx="11430000" cy="5669280"/>
          </a:xfrm>
        </p:grpSpPr>
        <p:sp>
          <p:nvSpPr>
            <p:cNvPr id="4" name="rc3"/>
            <p:cNvSpPr/>
            <p:nvPr/>
          </p:nvSpPr>
          <p:spPr>
            <a:xfrm>
              <a:off x="274320" y="822960"/>
              <a:ext cx="1143000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4"/>
            <p:cNvSpPr/>
            <p:nvPr/>
          </p:nvSpPr>
          <p:spPr>
            <a:xfrm>
              <a:off x="11704320" y="822960"/>
              <a:ext cx="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6014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rc5"/>
            <p:cNvSpPr/>
            <p:nvPr/>
          </p:nvSpPr>
          <p:spPr>
            <a:xfrm>
              <a:off x="883708" y="1173374"/>
              <a:ext cx="9461559" cy="484258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6"/>
            <p:cNvSpPr/>
            <p:nvPr/>
          </p:nvSpPr>
          <p:spPr>
            <a:xfrm>
              <a:off x="2657750" y="2219599"/>
              <a:ext cx="5913474" cy="379061"/>
            </a:xfrm>
            <a:custGeom>
              <a:avLst/>
              <a:pathLst>
                <a:path w="5913474" h="379061">
                  <a:moveTo>
                    <a:pt x="0" y="0"/>
                  </a:moveTo>
                  <a:lnTo>
                    <a:pt x="2956737" y="379061"/>
                  </a:lnTo>
                  <a:lnTo>
                    <a:pt x="5913474" y="262149"/>
                  </a:lnTo>
                </a:path>
              </a:pathLst>
            </a:custGeom>
            <a:ln w="32521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7"/>
            <p:cNvSpPr/>
            <p:nvPr/>
          </p:nvSpPr>
          <p:spPr>
            <a:xfrm>
              <a:off x="2657750" y="2280641"/>
              <a:ext cx="5913474" cy="21795"/>
            </a:xfrm>
            <a:custGeom>
              <a:avLst/>
              <a:pathLst>
                <a:path w="5913474" h="21795">
                  <a:moveTo>
                    <a:pt x="0" y="10857"/>
                  </a:moveTo>
                  <a:lnTo>
                    <a:pt x="2956737" y="21795"/>
                  </a:lnTo>
                  <a:lnTo>
                    <a:pt x="5913474" y="0"/>
                  </a:lnTo>
                </a:path>
              </a:pathLst>
            </a:custGeom>
            <a:ln w="32521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t8"/>
            <p:cNvSpPr/>
            <p:nvPr/>
          </p:nvSpPr>
          <p:spPr>
            <a:xfrm>
              <a:off x="2612598" y="2174447"/>
              <a:ext cx="90303" cy="90303"/>
            </a:xfrm>
            <a:prstGeom prst="ellipse">
              <a:avLst/>
            </a:prstGeom>
            <a:solidFill>
              <a:srgbClr val="F8766D">
                <a:alpha val="100000"/>
              </a:srgbClr>
            </a:solidFill>
            <a:ln w="9000" cap="rnd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t9"/>
            <p:cNvSpPr/>
            <p:nvPr/>
          </p:nvSpPr>
          <p:spPr>
            <a:xfrm>
              <a:off x="5569335" y="2553509"/>
              <a:ext cx="90303" cy="90303"/>
            </a:xfrm>
            <a:prstGeom prst="ellipse">
              <a:avLst/>
            </a:prstGeom>
            <a:solidFill>
              <a:srgbClr val="F8766D">
                <a:alpha val="100000"/>
              </a:srgbClr>
            </a:solidFill>
            <a:ln w="9000" cap="rnd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t10"/>
            <p:cNvSpPr/>
            <p:nvPr/>
          </p:nvSpPr>
          <p:spPr>
            <a:xfrm>
              <a:off x="8526073" y="2436597"/>
              <a:ext cx="90303" cy="90303"/>
            </a:xfrm>
            <a:prstGeom prst="ellipse">
              <a:avLst/>
            </a:prstGeom>
            <a:solidFill>
              <a:srgbClr val="F8766D">
                <a:alpha val="100000"/>
              </a:srgbClr>
            </a:solidFill>
            <a:ln w="9000" cap="rnd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t11"/>
            <p:cNvSpPr/>
            <p:nvPr/>
          </p:nvSpPr>
          <p:spPr>
            <a:xfrm>
              <a:off x="2612598" y="2246347"/>
              <a:ext cx="90303" cy="90303"/>
            </a:xfrm>
            <a:prstGeom prst="ellipse">
              <a:avLst/>
            </a:prstGeom>
            <a:solidFill>
              <a:srgbClr val="00BFC4">
                <a:alpha val="100000"/>
              </a:srgbClr>
            </a:solidFill>
            <a:ln w="9000" cap="rnd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t12"/>
            <p:cNvSpPr/>
            <p:nvPr/>
          </p:nvSpPr>
          <p:spPr>
            <a:xfrm>
              <a:off x="5569335" y="2257285"/>
              <a:ext cx="90303" cy="90303"/>
            </a:xfrm>
            <a:prstGeom prst="ellipse">
              <a:avLst/>
            </a:prstGeom>
            <a:solidFill>
              <a:srgbClr val="00BFC4">
                <a:alpha val="100000"/>
              </a:srgbClr>
            </a:solidFill>
            <a:ln w="9000" cap="rnd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t13"/>
            <p:cNvSpPr/>
            <p:nvPr/>
          </p:nvSpPr>
          <p:spPr>
            <a:xfrm>
              <a:off x="8526073" y="2235489"/>
              <a:ext cx="90303" cy="90303"/>
            </a:xfrm>
            <a:prstGeom prst="ellipse">
              <a:avLst/>
            </a:prstGeom>
            <a:solidFill>
              <a:srgbClr val="00BFC4">
                <a:alpha val="100000"/>
              </a:srgbClr>
            </a:solidFill>
            <a:ln w="9000" cap="rnd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4"/>
            <p:cNvSpPr/>
            <p:nvPr/>
          </p:nvSpPr>
          <p:spPr>
            <a:xfrm>
              <a:off x="2509913" y="2094702"/>
              <a:ext cx="295673" cy="0"/>
            </a:xfrm>
            <a:custGeom>
              <a:avLst/>
              <a:pathLst>
                <a:path w="295673" h="0">
                  <a:moveTo>
                    <a:pt x="0" y="0"/>
                  </a:moveTo>
                  <a:lnTo>
                    <a:pt x="295673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5"/>
            <p:cNvSpPr/>
            <p:nvPr/>
          </p:nvSpPr>
          <p:spPr>
            <a:xfrm>
              <a:off x="2657750" y="2094702"/>
              <a:ext cx="0" cy="269376"/>
            </a:xfrm>
            <a:custGeom>
              <a:avLst/>
              <a:pathLst>
                <a:path w="0" h="269376">
                  <a:moveTo>
                    <a:pt x="0" y="0"/>
                  </a:moveTo>
                  <a:lnTo>
                    <a:pt x="0" y="269376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6"/>
            <p:cNvSpPr/>
            <p:nvPr/>
          </p:nvSpPr>
          <p:spPr>
            <a:xfrm>
              <a:off x="2509913" y="2364079"/>
              <a:ext cx="295673" cy="0"/>
            </a:xfrm>
            <a:custGeom>
              <a:avLst/>
              <a:pathLst>
                <a:path w="295673" h="0">
                  <a:moveTo>
                    <a:pt x="0" y="0"/>
                  </a:moveTo>
                  <a:lnTo>
                    <a:pt x="295673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7"/>
            <p:cNvSpPr/>
            <p:nvPr/>
          </p:nvSpPr>
          <p:spPr>
            <a:xfrm>
              <a:off x="5466650" y="2431015"/>
              <a:ext cx="295673" cy="0"/>
            </a:xfrm>
            <a:custGeom>
              <a:avLst/>
              <a:pathLst>
                <a:path w="295673" h="0">
                  <a:moveTo>
                    <a:pt x="0" y="0"/>
                  </a:moveTo>
                  <a:lnTo>
                    <a:pt x="295673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8"/>
            <p:cNvSpPr/>
            <p:nvPr/>
          </p:nvSpPr>
          <p:spPr>
            <a:xfrm>
              <a:off x="5614487" y="2431015"/>
              <a:ext cx="0" cy="357513"/>
            </a:xfrm>
            <a:custGeom>
              <a:avLst/>
              <a:pathLst>
                <a:path w="0" h="357513">
                  <a:moveTo>
                    <a:pt x="0" y="0"/>
                  </a:moveTo>
                  <a:lnTo>
                    <a:pt x="0" y="357513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19"/>
            <p:cNvSpPr/>
            <p:nvPr/>
          </p:nvSpPr>
          <p:spPr>
            <a:xfrm>
              <a:off x="5466650" y="2788529"/>
              <a:ext cx="295673" cy="0"/>
            </a:xfrm>
            <a:custGeom>
              <a:avLst/>
              <a:pathLst>
                <a:path w="295673" h="0">
                  <a:moveTo>
                    <a:pt x="0" y="0"/>
                  </a:moveTo>
                  <a:lnTo>
                    <a:pt x="295673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0"/>
            <p:cNvSpPr/>
            <p:nvPr/>
          </p:nvSpPr>
          <p:spPr>
            <a:xfrm>
              <a:off x="8423388" y="2309058"/>
              <a:ext cx="295673" cy="0"/>
            </a:xfrm>
            <a:custGeom>
              <a:avLst/>
              <a:pathLst>
                <a:path w="295673" h="0">
                  <a:moveTo>
                    <a:pt x="0" y="0"/>
                  </a:moveTo>
                  <a:lnTo>
                    <a:pt x="295673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1"/>
            <p:cNvSpPr/>
            <p:nvPr/>
          </p:nvSpPr>
          <p:spPr>
            <a:xfrm>
              <a:off x="8571224" y="2309058"/>
              <a:ext cx="0" cy="372634"/>
            </a:xfrm>
            <a:custGeom>
              <a:avLst/>
              <a:pathLst>
                <a:path w="0" h="372634">
                  <a:moveTo>
                    <a:pt x="0" y="0"/>
                  </a:moveTo>
                  <a:lnTo>
                    <a:pt x="0" y="372634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2"/>
            <p:cNvSpPr/>
            <p:nvPr/>
          </p:nvSpPr>
          <p:spPr>
            <a:xfrm>
              <a:off x="8423388" y="2681693"/>
              <a:ext cx="295673" cy="0"/>
            </a:xfrm>
            <a:custGeom>
              <a:avLst/>
              <a:pathLst>
                <a:path w="295673" h="0">
                  <a:moveTo>
                    <a:pt x="0" y="0"/>
                  </a:moveTo>
                  <a:lnTo>
                    <a:pt x="295673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3"/>
            <p:cNvSpPr/>
            <p:nvPr/>
          </p:nvSpPr>
          <p:spPr>
            <a:xfrm>
              <a:off x="2509913" y="2148252"/>
              <a:ext cx="295673" cy="0"/>
            </a:xfrm>
            <a:custGeom>
              <a:avLst/>
              <a:pathLst>
                <a:path w="295673" h="0">
                  <a:moveTo>
                    <a:pt x="0" y="0"/>
                  </a:moveTo>
                  <a:lnTo>
                    <a:pt x="295673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4"/>
            <p:cNvSpPr/>
            <p:nvPr/>
          </p:nvSpPr>
          <p:spPr>
            <a:xfrm>
              <a:off x="2657750" y="2148252"/>
              <a:ext cx="0" cy="310084"/>
            </a:xfrm>
            <a:custGeom>
              <a:avLst/>
              <a:pathLst>
                <a:path w="0" h="310084">
                  <a:moveTo>
                    <a:pt x="0" y="0"/>
                  </a:moveTo>
                  <a:lnTo>
                    <a:pt x="0" y="310084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5"/>
            <p:cNvSpPr/>
            <p:nvPr/>
          </p:nvSpPr>
          <p:spPr>
            <a:xfrm>
              <a:off x="2509913" y="2458336"/>
              <a:ext cx="295673" cy="0"/>
            </a:xfrm>
            <a:custGeom>
              <a:avLst/>
              <a:pathLst>
                <a:path w="295673" h="0">
                  <a:moveTo>
                    <a:pt x="0" y="0"/>
                  </a:moveTo>
                  <a:lnTo>
                    <a:pt x="295673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6"/>
            <p:cNvSpPr/>
            <p:nvPr/>
          </p:nvSpPr>
          <p:spPr>
            <a:xfrm>
              <a:off x="5466650" y="2125643"/>
              <a:ext cx="295673" cy="0"/>
            </a:xfrm>
            <a:custGeom>
              <a:avLst/>
              <a:pathLst>
                <a:path w="295673" h="0">
                  <a:moveTo>
                    <a:pt x="0" y="0"/>
                  </a:moveTo>
                  <a:lnTo>
                    <a:pt x="295673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7"/>
            <p:cNvSpPr/>
            <p:nvPr/>
          </p:nvSpPr>
          <p:spPr>
            <a:xfrm>
              <a:off x="5614487" y="2125643"/>
              <a:ext cx="0" cy="390343"/>
            </a:xfrm>
            <a:custGeom>
              <a:avLst/>
              <a:pathLst>
                <a:path w="0" h="390343">
                  <a:moveTo>
                    <a:pt x="0" y="0"/>
                  </a:moveTo>
                  <a:lnTo>
                    <a:pt x="0" y="390343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8"/>
            <p:cNvSpPr/>
            <p:nvPr/>
          </p:nvSpPr>
          <p:spPr>
            <a:xfrm>
              <a:off x="5466650" y="2515986"/>
              <a:ext cx="295673" cy="0"/>
            </a:xfrm>
            <a:custGeom>
              <a:avLst/>
              <a:pathLst>
                <a:path w="295673" h="0">
                  <a:moveTo>
                    <a:pt x="0" y="0"/>
                  </a:moveTo>
                  <a:lnTo>
                    <a:pt x="295673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29"/>
            <p:cNvSpPr/>
            <p:nvPr/>
          </p:nvSpPr>
          <p:spPr>
            <a:xfrm>
              <a:off x="8423388" y="2136542"/>
              <a:ext cx="295673" cy="0"/>
            </a:xfrm>
            <a:custGeom>
              <a:avLst/>
              <a:pathLst>
                <a:path w="295673" h="0">
                  <a:moveTo>
                    <a:pt x="0" y="0"/>
                  </a:moveTo>
                  <a:lnTo>
                    <a:pt x="295673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0"/>
            <p:cNvSpPr/>
            <p:nvPr/>
          </p:nvSpPr>
          <p:spPr>
            <a:xfrm>
              <a:off x="8571224" y="2136542"/>
              <a:ext cx="0" cy="312485"/>
            </a:xfrm>
            <a:custGeom>
              <a:avLst/>
              <a:pathLst>
                <a:path w="0" h="312485">
                  <a:moveTo>
                    <a:pt x="0" y="0"/>
                  </a:moveTo>
                  <a:lnTo>
                    <a:pt x="0" y="312485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1"/>
            <p:cNvSpPr/>
            <p:nvPr/>
          </p:nvSpPr>
          <p:spPr>
            <a:xfrm>
              <a:off x="8423388" y="2449027"/>
              <a:ext cx="295673" cy="0"/>
            </a:xfrm>
            <a:custGeom>
              <a:avLst/>
              <a:pathLst>
                <a:path w="295673" h="0">
                  <a:moveTo>
                    <a:pt x="0" y="0"/>
                  </a:moveTo>
                  <a:lnTo>
                    <a:pt x="295673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2"/>
            <p:cNvSpPr/>
            <p:nvPr/>
          </p:nvSpPr>
          <p:spPr>
            <a:xfrm>
              <a:off x="883708" y="1173374"/>
              <a:ext cx="0" cy="4842589"/>
            </a:xfrm>
            <a:custGeom>
              <a:avLst/>
              <a:pathLst>
                <a:path w="0" h="4842589">
                  <a:moveTo>
                    <a:pt x="0" y="4842589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tx33"/>
            <p:cNvSpPr/>
            <p:nvPr/>
          </p:nvSpPr>
          <p:spPr>
            <a:xfrm>
              <a:off x="552624" y="5748347"/>
              <a:ext cx="257065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0.00</a:t>
              </a:r>
            </a:p>
          </p:txBody>
        </p:sp>
        <p:sp>
          <p:nvSpPr>
            <p:cNvPr id="35" name="tx34"/>
            <p:cNvSpPr/>
            <p:nvPr/>
          </p:nvSpPr>
          <p:spPr>
            <a:xfrm>
              <a:off x="552624" y="4647436"/>
              <a:ext cx="257065" cy="9519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0.25</a:t>
              </a:r>
            </a:p>
          </p:txBody>
        </p:sp>
        <p:sp>
          <p:nvSpPr>
            <p:cNvPr id="36" name="tx35"/>
            <p:cNvSpPr/>
            <p:nvPr/>
          </p:nvSpPr>
          <p:spPr>
            <a:xfrm>
              <a:off x="552624" y="3547170"/>
              <a:ext cx="257065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0.50</a:t>
              </a:r>
            </a:p>
          </p:txBody>
        </p:sp>
        <p:sp>
          <p:nvSpPr>
            <p:cNvPr id="37" name="tx36"/>
            <p:cNvSpPr/>
            <p:nvPr/>
          </p:nvSpPr>
          <p:spPr>
            <a:xfrm>
              <a:off x="552624" y="2446581"/>
              <a:ext cx="257065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0.75</a:t>
              </a:r>
            </a:p>
          </p:txBody>
        </p:sp>
        <p:sp>
          <p:nvSpPr>
            <p:cNvPr id="38" name="tx37"/>
            <p:cNvSpPr/>
            <p:nvPr/>
          </p:nvSpPr>
          <p:spPr>
            <a:xfrm>
              <a:off x="552624" y="1345993"/>
              <a:ext cx="257065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1.00</a:t>
              </a:r>
            </a:p>
          </p:txBody>
        </p:sp>
        <p:sp>
          <p:nvSpPr>
            <p:cNvPr id="39" name="pl38"/>
            <p:cNvSpPr/>
            <p:nvPr/>
          </p:nvSpPr>
          <p:spPr>
            <a:xfrm>
              <a:off x="842587" y="5795846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39"/>
            <p:cNvSpPr/>
            <p:nvPr/>
          </p:nvSpPr>
          <p:spPr>
            <a:xfrm>
              <a:off x="842587" y="4695257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0"/>
            <p:cNvSpPr/>
            <p:nvPr/>
          </p:nvSpPr>
          <p:spPr>
            <a:xfrm>
              <a:off x="842587" y="3594668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1"/>
            <p:cNvSpPr/>
            <p:nvPr/>
          </p:nvSpPr>
          <p:spPr>
            <a:xfrm>
              <a:off x="842587" y="2494080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2"/>
            <p:cNvSpPr/>
            <p:nvPr/>
          </p:nvSpPr>
          <p:spPr>
            <a:xfrm>
              <a:off x="842587" y="1393491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3"/>
            <p:cNvSpPr/>
            <p:nvPr/>
          </p:nvSpPr>
          <p:spPr>
            <a:xfrm>
              <a:off x="883708" y="6015963"/>
              <a:ext cx="9461559" cy="0"/>
            </a:xfrm>
            <a:custGeom>
              <a:avLst/>
              <a:pathLst>
                <a:path w="9461559" h="0">
                  <a:moveTo>
                    <a:pt x="0" y="0"/>
                  </a:moveTo>
                  <a:lnTo>
                    <a:pt x="9461559" y="0"/>
                  </a:lnTo>
                </a:path>
              </a:pathLst>
            </a:custGeom>
            <a:ln w="16014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4"/>
            <p:cNvSpPr/>
            <p:nvPr/>
          </p:nvSpPr>
          <p:spPr>
            <a:xfrm>
              <a:off x="2657750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5"/>
            <p:cNvSpPr/>
            <p:nvPr/>
          </p:nvSpPr>
          <p:spPr>
            <a:xfrm>
              <a:off x="5614487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6"/>
            <p:cNvSpPr/>
            <p:nvPr/>
          </p:nvSpPr>
          <p:spPr>
            <a:xfrm>
              <a:off x="8571224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tx47"/>
            <p:cNvSpPr/>
            <p:nvPr/>
          </p:nvSpPr>
          <p:spPr>
            <a:xfrm>
              <a:off x="2367729" y="6064506"/>
              <a:ext cx="580042" cy="1202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 squares</a:t>
              </a:r>
            </a:p>
          </p:txBody>
        </p:sp>
        <p:sp>
          <p:nvSpPr>
            <p:cNvPr id="49" name="tx48"/>
            <p:cNvSpPr/>
            <p:nvPr/>
          </p:nvSpPr>
          <p:spPr>
            <a:xfrm>
              <a:off x="5287738" y="6064829"/>
              <a:ext cx="653499" cy="11989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10 squares</a:t>
              </a:r>
            </a:p>
          </p:txBody>
        </p:sp>
        <p:sp>
          <p:nvSpPr>
            <p:cNvPr id="50" name="tx49"/>
            <p:cNvSpPr/>
            <p:nvPr/>
          </p:nvSpPr>
          <p:spPr>
            <a:xfrm>
              <a:off x="8244475" y="6064506"/>
              <a:ext cx="653499" cy="1202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20 squares</a:t>
              </a:r>
            </a:p>
          </p:txBody>
        </p:sp>
        <p:sp>
          <p:nvSpPr>
            <p:cNvPr id="51" name="tx50"/>
            <p:cNvSpPr/>
            <p:nvPr/>
          </p:nvSpPr>
          <p:spPr>
            <a:xfrm>
              <a:off x="5247527" y="6219665"/>
              <a:ext cx="733921" cy="1538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Array size</a:t>
              </a:r>
            </a:p>
          </p:txBody>
        </p:sp>
        <p:sp>
          <p:nvSpPr>
            <p:cNvPr id="52" name="tx51"/>
            <p:cNvSpPr/>
            <p:nvPr/>
          </p:nvSpPr>
          <p:spPr>
            <a:xfrm rot="-5400000">
              <a:off x="-531133" y="3533804"/>
              <a:ext cx="1890507" cy="1217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Mean Pearson correlation</a:t>
              </a:r>
            </a:p>
          </p:txBody>
        </p:sp>
        <p:sp>
          <p:nvSpPr>
            <p:cNvPr id="53" name="rc52"/>
            <p:cNvSpPr/>
            <p:nvPr/>
          </p:nvSpPr>
          <p:spPr>
            <a:xfrm>
              <a:off x="10509750" y="3174379"/>
              <a:ext cx="1112328" cy="84057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" name="tx53"/>
            <p:cNvSpPr/>
            <p:nvPr/>
          </p:nvSpPr>
          <p:spPr>
            <a:xfrm>
              <a:off x="10591991" y="3268511"/>
              <a:ext cx="697563" cy="12479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Condition</a:t>
              </a:r>
            </a:p>
          </p:txBody>
        </p:sp>
        <p:sp>
          <p:nvSpPr>
            <p:cNvPr id="55" name="rc54"/>
            <p:cNvSpPr/>
            <p:nvPr/>
          </p:nvSpPr>
          <p:spPr>
            <a:xfrm>
              <a:off x="10591991" y="3493804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" name="pl55"/>
            <p:cNvSpPr/>
            <p:nvPr/>
          </p:nvSpPr>
          <p:spPr>
            <a:xfrm>
              <a:off x="10613937" y="3603532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t56"/>
            <p:cNvSpPr/>
            <p:nvPr/>
          </p:nvSpPr>
          <p:spPr>
            <a:xfrm>
              <a:off x="10656568" y="3558381"/>
              <a:ext cx="90303" cy="90303"/>
            </a:xfrm>
            <a:prstGeom prst="ellipse">
              <a:avLst/>
            </a:prstGeom>
            <a:solidFill>
              <a:srgbClr val="F8766D">
                <a:alpha val="100000"/>
              </a:srgbClr>
            </a:solidFill>
            <a:ln w="9000" cap="rnd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7"/>
            <p:cNvSpPr/>
            <p:nvPr/>
          </p:nvSpPr>
          <p:spPr>
            <a:xfrm>
              <a:off x="10613937" y="3603532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rc58"/>
            <p:cNvSpPr/>
            <p:nvPr/>
          </p:nvSpPr>
          <p:spPr>
            <a:xfrm>
              <a:off x="10591991" y="371326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" name="pl59"/>
            <p:cNvSpPr/>
            <p:nvPr/>
          </p:nvSpPr>
          <p:spPr>
            <a:xfrm>
              <a:off x="10613937" y="3822988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t60"/>
            <p:cNvSpPr/>
            <p:nvPr/>
          </p:nvSpPr>
          <p:spPr>
            <a:xfrm>
              <a:off x="10656568" y="3777837"/>
              <a:ext cx="90303" cy="90303"/>
            </a:xfrm>
            <a:prstGeom prst="ellipse">
              <a:avLst/>
            </a:prstGeom>
            <a:solidFill>
              <a:srgbClr val="00BFC4">
                <a:alpha val="100000"/>
              </a:srgbClr>
            </a:solidFill>
            <a:ln w="9000" cap="rnd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1"/>
            <p:cNvSpPr/>
            <p:nvPr/>
          </p:nvSpPr>
          <p:spPr>
            <a:xfrm>
              <a:off x="10613937" y="3822988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tx62"/>
            <p:cNvSpPr/>
            <p:nvPr/>
          </p:nvSpPr>
          <p:spPr>
            <a:xfrm>
              <a:off x="10893689" y="3550939"/>
              <a:ext cx="477306" cy="9996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average</a:t>
              </a:r>
            </a:p>
          </p:txBody>
        </p:sp>
        <p:sp>
          <p:nvSpPr>
            <p:cNvPr id="64" name="tx63"/>
            <p:cNvSpPr/>
            <p:nvPr/>
          </p:nvSpPr>
          <p:spPr>
            <a:xfrm>
              <a:off x="10893689" y="3748081"/>
              <a:ext cx="646147" cy="1222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experience</a:t>
              </a:r>
            </a:p>
          </p:txBody>
        </p:sp>
        <p:sp>
          <p:nvSpPr>
            <p:cNvPr id="65" name="tx64"/>
            <p:cNvSpPr/>
            <p:nvPr/>
          </p:nvSpPr>
          <p:spPr>
            <a:xfrm>
              <a:off x="883708" y="860895"/>
              <a:ext cx="3886847" cy="18641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5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56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Experiment 3 - descriptive tracking accuracy</a:t>
              </a:r>
            </a:p>
          </p:txBody>
        </p:sp>
      </p:grp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p:ph/>
          </p:nvPr>
        </p:nvSpPr>
        <p:spPr>
          <a:xfrm>
            <a:off x="274320" y="182880"/>
            <a:ext cx="11430000" cy="457200"/>
          </a:xfrm>
        </p:spPr>
        <p:txBody>
          <a:bodyPr/>
          <a:lstStyle/>
          <a:p>
            <a:r>
              <a:rPr/>
              <a:t>Exp 3 - Beta slopes</a:t>
            </a:r>
          </a:p>
        </p:txBody>
      </p:sp>
      <p:grpSp xmlns:pic="http://schemas.openxmlformats.org/drawingml/2006/picture">
        <p:nvGrpSpPr>
          <p:cNvPr id="3" name=""/>
          <p:cNvGrpSpPr/>
          <p:nvPr/>
        </p:nvGrpSpPr>
        <p:grpSpPr>
          <a:xfrm>
            <a:off x="274320" y="822960"/>
            <a:ext cx="11430000" cy="5669280"/>
            <a:chOff x="274320" y="822960"/>
            <a:chExt cx="11430000" cy="5669280"/>
          </a:xfrm>
        </p:grpSpPr>
        <p:sp>
          <p:nvSpPr>
            <p:cNvPr id="4" name="rc3"/>
            <p:cNvSpPr/>
            <p:nvPr/>
          </p:nvSpPr>
          <p:spPr>
            <a:xfrm>
              <a:off x="274320" y="822960"/>
              <a:ext cx="1143000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4"/>
            <p:cNvSpPr/>
            <p:nvPr/>
          </p:nvSpPr>
          <p:spPr>
            <a:xfrm>
              <a:off x="11704320" y="822960"/>
              <a:ext cx="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6014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rc5"/>
            <p:cNvSpPr/>
            <p:nvPr/>
          </p:nvSpPr>
          <p:spPr>
            <a:xfrm>
              <a:off x="810251" y="1410558"/>
              <a:ext cx="9535015" cy="460540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6"/>
            <p:cNvSpPr/>
            <p:nvPr/>
          </p:nvSpPr>
          <p:spPr>
            <a:xfrm>
              <a:off x="1108220" y="1619894"/>
              <a:ext cx="8939077" cy="0"/>
            </a:xfrm>
            <a:custGeom>
              <a:avLst/>
              <a:pathLst>
                <a:path w="8939077" h="0">
                  <a:moveTo>
                    <a:pt x="0" y="0"/>
                  </a:moveTo>
                  <a:lnTo>
                    <a:pt x="8939077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" name="pl7"/>
            <p:cNvSpPr/>
            <p:nvPr/>
          </p:nvSpPr>
          <p:spPr>
            <a:xfrm>
              <a:off x="2598066" y="4297503"/>
              <a:ext cx="5959384" cy="482658"/>
            </a:xfrm>
            <a:custGeom>
              <a:avLst/>
              <a:pathLst>
                <a:path w="5959384" h="482658">
                  <a:moveTo>
                    <a:pt x="0" y="0"/>
                  </a:moveTo>
                  <a:lnTo>
                    <a:pt x="2979692" y="397912"/>
                  </a:lnTo>
                  <a:lnTo>
                    <a:pt x="5959384" y="482658"/>
                  </a:lnTo>
                </a:path>
              </a:pathLst>
            </a:custGeom>
            <a:ln w="32521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8"/>
            <p:cNvSpPr/>
            <p:nvPr/>
          </p:nvSpPr>
          <p:spPr>
            <a:xfrm>
              <a:off x="2598066" y="4529989"/>
              <a:ext cx="5959384" cy="618727"/>
            </a:xfrm>
            <a:custGeom>
              <a:avLst/>
              <a:pathLst>
                <a:path w="5959384" h="618727">
                  <a:moveTo>
                    <a:pt x="0" y="618727"/>
                  </a:moveTo>
                  <a:lnTo>
                    <a:pt x="2979692" y="0"/>
                  </a:lnTo>
                  <a:lnTo>
                    <a:pt x="5959384" y="405952"/>
                  </a:lnTo>
                </a:path>
              </a:pathLst>
            </a:custGeom>
            <a:ln w="32521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t9"/>
            <p:cNvSpPr/>
            <p:nvPr/>
          </p:nvSpPr>
          <p:spPr>
            <a:xfrm>
              <a:off x="2552915" y="4252351"/>
              <a:ext cx="90303" cy="90303"/>
            </a:xfrm>
            <a:prstGeom prst="ellipse">
              <a:avLst/>
            </a:prstGeom>
            <a:solidFill>
              <a:srgbClr val="F8766D">
                <a:alpha val="100000"/>
              </a:srgbClr>
            </a:solidFill>
            <a:ln w="9000" cap="rnd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t10"/>
            <p:cNvSpPr/>
            <p:nvPr/>
          </p:nvSpPr>
          <p:spPr>
            <a:xfrm>
              <a:off x="5532607" y="4650264"/>
              <a:ext cx="90303" cy="90303"/>
            </a:xfrm>
            <a:prstGeom prst="ellipse">
              <a:avLst/>
            </a:prstGeom>
            <a:solidFill>
              <a:srgbClr val="F8766D">
                <a:alpha val="100000"/>
              </a:srgbClr>
            </a:solidFill>
            <a:ln w="9000" cap="rnd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t11"/>
            <p:cNvSpPr/>
            <p:nvPr/>
          </p:nvSpPr>
          <p:spPr>
            <a:xfrm>
              <a:off x="8512299" y="4735010"/>
              <a:ext cx="90303" cy="90303"/>
            </a:xfrm>
            <a:prstGeom prst="ellipse">
              <a:avLst/>
            </a:prstGeom>
            <a:solidFill>
              <a:srgbClr val="F8766D">
                <a:alpha val="100000"/>
              </a:srgbClr>
            </a:solidFill>
            <a:ln w="9000" cap="rnd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t12"/>
            <p:cNvSpPr/>
            <p:nvPr/>
          </p:nvSpPr>
          <p:spPr>
            <a:xfrm>
              <a:off x="2552915" y="5103565"/>
              <a:ext cx="90303" cy="90303"/>
            </a:xfrm>
            <a:prstGeom prst="ellipse">
              <a:avLst/>
            </a:prstGeom>
            <a:solidFill>
              <a:srgbClr val="00BFC4">
                <a:alpha val="100000"/>
              </a:srgbClr>
            </a:solidFill>
            <a:ln w="9000" cap="rnd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t13"/>
            <p:cNvSpPr/>
            <p:nvPr/>
          </p:nvSpPr>
          <p:spPr>
            <a:xfrm>
              <a:off x="5532607" y="4484837"/>
              <a:ext cx="90303" cy="90303"/>
            </a:xfrm>
            <a:prstGeom prst="ellipse">
              <a:avLst/>
            </a:prstGeom>
            <a:solidFill>
              <a:srgbClr val="00BFC4">
                <a:alpha val="100000"/>
              </a:srgbClr>
            </a:solidFill>
            <a:ln w="9000" cap="rnd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t14"/>
            <p:cNvSpPr/>
            <p:nvPr/>
          </p:nvSpPr>
          <p:spPr>
            <a:xfrm>
              <a:off x="8512299" y="4890789"/>
              <a:ext cx="90303" cy="90303"/>
            </a:xfrm>
            <a:prstGeom prst="ellipse">
              <a:avLst/>
            </a:prstGeom>
            <a:solidFill>
              <a:srgbClr val="00BFC4">
                <a:alpha val="100000"/>
              </a:srgbClr>
            </a:solidFill>
            <a:ln w="9000" cap="rnd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5"/>
            <p:cNvSpPr/>
            <p:nvPr/>
          </p:nvSpPr>
          <p:spPr>
            <a:xfrm>
              <a:off x="2449082" y="3598952"/>
              <a:ext cx="297969" cy="0"/>
            </a:xfrm>
            <a:custGeom>
              <a:avLst/>
              <a:pathLst>
                <a:path w="297969" h="0">
                  <a:moveTo>
                    <a:pt x="0" y="0"/>
                  </a:moveTo>
                  <a:lnTo>
                    <a:pt x="297969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6"/>
            <p:cNvSpPr/>
            <p:nvPr/>
          </p:nvSpPr>
          <p:spPr>
            <a:xfrm>
              <a:off x="2598066" y="3598952"/>
              <a:ext cx="0" cy="1397102"/>
            </a:xfrm>
            <a:custGeom>
              <a:avLst/>
              <a:pathLst>
                <a:path w="0" h="1397102">
                  <a:moveTo>
                    <a:pt x="0" y="0"/>
                  </a:moveTo>
                  <a:lnTo>
                    <a:pt x="0" y="1397102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7"/>
            <p:cNvSpPr/>
            <p:nvPr/>
          </p:nvSpPr>
          <p:spPr>
            <a:xfrm>
              <a:off x="2449082" y="4996054"/>
              <a:ext cx="297969" cy="0"/>
            </a:xfrm>
            <a:custGeom>
              <a:avLst/>
              <a:pathLst>
                <a:path w="297969" h="0">
                  <a:moveTo>
                    <a:pt x="0" y="0"/>
                  </a:moveTo>
                  <a:lnTo>
                    <a:pt x="297969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8"/>
            <p:cNvSpPr/>
            <p:nvPr/>
          </p:nvSpPr>
          <p:spPr>
            <a:xfrm>
              <a:off x="5428774" y="3861660"/>
              <a:ext cx="297969" cy="0"/>
            </a:xfrm>
            <a:custGeom>
              <a:avLst/>
              <a:pathLst>
                <a:path w="297969" h="0">
                  <a:moveTo>
                    <a:pt x="0" y="0"/>
                  </a:moveTo>
                  <a:lnTo>
                    <a:pt x="297969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19"/>
            <p:cNvSpPr/>
            <p:nvPr/>
          </p:nvSpPr>
          <p:spPr>
            <a:xfrm>
              <a:off x="5577759" y="3861660"/>
              <a:ext cx="0" cy="1667510"/>
            </a:xfrm>
            <a:custGeom>
              <a:avLst/>
              <a:pathLst>
                <a:path w="0" h="1667510">
                  <a:moveTo>
                    <a:pt x="0" y="0"/>
                  </a:moveTo>
                  <a:lnTo>
                    <a:pt x="0" y="166751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0"/>
            <p:cNvSpPr/>
            <p:nvPr/>
          </p:nvSpPr>
          <p:spPr>
            <a:xfrm>
              <a:off x="5428774" y="5529171"/>
              <a:ext cx="297969" cy="0"/>
            </a:xfrm>
            <a:custGeom>
              <a:avLst/>
              <a:pathLst>
                <a:path w="297969" h="0">
                  <a:moveTo>
                    <a:pt x="0" y="0"/>
                  </a:moveTo>
                  <a:lnTo>
                    <a:pt x="297969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1"/>
            <p:cNvSpPr/>
            <p:nvPr/>
          </p:nvSpPr>
          <p:spPr>
            <a:xfrm>
              <a:off x="8408467" y="4075137"/>
              <a:ext cx="297969" cy="0"/>
            </a:xfrm>
            <a:custGeom>
              <a:avLst/>
              <a:pathLst>
                <a:path w="297969" h="0">
                  <a:moveTo>
                    <a:pt x="0" y="0"/>
                  </a:moveTo>
                  <a:lnTo>
                    <a:pt x="297969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2"/>
            <p:cNvSpPr/>
            <p:nvPr/>
          </p:nvSpPr>
          <p:spPr>
            <a:xfrm>
              <a:off x="8557451" y="4075137"/>
              <a:ext cx="0" cy="1410048"/>
            </a:xfrm>
            <a:custGeom>
              <a:avLst/>
              <a:pathLst>
                <a:path w="0" h="1410048">
                  <a:moveTo>
                    <a:pt x="0" y="0"/>
                  </a:moveTo>
                  <a:lnTo>
                    <a:pt x="0" y="1410048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3"/>
            <p:cNvSpPr/>
            <p:nvPr/>
          </p:nvSpPr>
          <p:spPr>
            <a:xfrm>
              <a:off x="8408467" y="5485186"/>
              <a:ext cx="297969" cy="0"/>
            </a:xfrm>
            <a:custGeom>
              <a:avLst/>
              <a:pathLst>
                <a:path w="297969" h="0">
                  <a:moveTo>
                    <a:pt x="0" y="0"/>
                  </a:moveTo>
                  <a:lnTo>
                    <a:pt x="297969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4"/>
            <p:cNvSpPr/>
            <p:nvPr/>
          </p:nvSpPr>
          <p:spPr>
            <a:xfrm>
              <a:off x="2449082" y="4490806"/>
              <a:ext cx="297969" cy="0"/>
            </a:xfrm>
            <a:custGeom>
              <a:avLst/>
              <a:pathLst>
                <a:path w="297969" h="0">
                  <a:moveTo>
                    <a:pt x="0" y="0"/>
                  </a:moveTo>
                  <a:lnTo>
                    <a:pt x="297969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5"/>
            <p:cNvSpPr/>
            <p:nvPr/>
          </p:nvSpPr>
          <p:spPr>
            <a:xfrm>
              <a:off x="2598066" y="4490806"/>
              <a:ext cx="0" cy="1315820"/>
            </a:xfrm>
            <a:custGeom>
              <a:avLst/>
              <a:pathLst>
                <a:path w="0" h="1315820">
                  <a:moveTo>
                    <a:pt x="0" y="0"/>
                  </a:moveTo>
                  <a:lnTo>
                    <a:pt x="0" y="131582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6"/>
            <p:cNvSpPr/>
            <p:nvPr/>
          </p:nvSpPr>
          <p:spPr>
            <a:xfrm>
              <a:off x="2449082" y="5806627"/>
              <a:ext cx="297969" cy="0"/>
            </a:xfrm>
            <a:custGeom>
              <a:avLst/>
              <a:pathLst>
                <a:path w="297969" h="0">
                  <a:moveTo>
                    <a:pt x="0" y="0"/>
                  </a:moveTo>
                  <a:lnTo>
                    <a:pt x="297969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7"/>
            <p:cNvSpPr/>
            <p:nvPr/>
          </p:nvSpPr>
          <p:spPr>
            <a:xfrm>
              <a:off x="5428774" y="3599669"/>
              <a:ext cx="297969" cy="0"/>
            </a:xfrm>
            <a:custGeom>
              <a:avLst/>
              <a:pathLst>
                <a:path w="297969" h="0">
                  <a:moveTo>
                    <a:pt x="0" y="0"/>
                  </a:moveTo>
                  <a:lnTo>
                    <a:pt x="297969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8"/>
            <p:cNvSpPr/>
            <p:nvPr/>
          </p:nvSpPr>
          <p:spPr>
            <a:xfrm>
              <a:off x="5577759" y="3599669"/>
              <a:ext cx="0" cy="1860638"/>
            </a:xfrm>
            <a:custGeom>
              <a:avLst/>
              <a:pathLst>
                <a:path w="0" h="1860638">
                  <a:moveTo>
                    <a:pt x="0" y="0"/>
                  </a:moveTo>
                  <a:lnTo>
                    <a:pt x="0" y="1860638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29"/>
            <p:cNvSpPr/>
            <p:nvPr/>
          </p:nvSpPr>
          <p:spPr>
            <a:xfrm>
              <a:off x="5428774" y="5460308"/>
              <a:ext cx="297969" cy="0"/>
            </a:xfrm>
            <a:custGeom>
              <a:avLst/>
              <a:pathLst>
                <a:path w="297969" h="0">
                  <a:moveTo>
                    <a:pt x="0" y="0"/>
                  </a:moveTo>
                  <a:lnTo>
                    <a:pt x="297969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0"/>
            <p:cNvSpPr/>
            <p:nvPr/>
          </p:nvSpPr>
          <p:spPr>
            <a:xfrm>
              <a:off x="8408467" y="4181933"/>
              <a:ext cx="297969" cy="0"/>
            </a:xfrm>
            <a:custGeom>
              <a:avLst/>
              <a:pathLst>
                <a:path w="297969" h="0">
                  <a:moveTo>
                    <a:pt x="0" y="0"/>
                  </a:moveTo>
                  <a:lnTo>
                    <a:pt x="297969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1"/>
            <p:cNvSpPr/>
            <p:nvPr/>
          </p:nvSpPr>
          <p:spPr>
            <a:xfrm>
              <a:off x="8557451" y="4181933"/>
              <a:ext cx="0" cy="1508015"/>
            </a:xfrm>
            <a:custGeom>
              <a:avLst/>
              <a:pathLst>
                <a:path w="0" h="1508015">
                  <a:moveTo>
                    <a:pt x="0" y="0"/>
                  </a:moveTo>
                  <a:lnTo>
                    <a:pt x="0" y="1508015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2"/>
            <p:cNvSpPr/>
            <p:nvPr/>
          </p:nvSpPr>
          <p:spPr>
            <a:xfrm>
              <a:off x="8408467" y="5689949"/>
              <a:ext cx="297969" cy="0"/>
            </a:xfrm>
            <a:custGeom>
              <a:avLst/>
              <a:pathLst>
                <a:path w="297969" h="0">
                  <a:moveTo>
                    <a:pt x="0" y="0"/>
                  </a:moveTo>
                  <a:lnTo>
                    <a:pt x="297969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3"/>
            <p:cNvSpPr/>
            <p:nvPr/>
          </p:nvSpPr>
          <p:spPr>
            <a:xfrm>
              <a:off x="810251" y="1410558"/>
              <a:ext cx="0" cy="4605405"/>
            </a:xfrm>
            <a:custGeom>
              <a:avLst/>
              <a:pathLst>
                <a:path w="0" h="4605405">
                  <a:moveTo>
                    <a:pt x="0" y="4605405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tx34"/>
            <p:cNvSpPr/>
            <p:nvPr/>
          </p:nvSpPr>
          <p:spPr>
            <a:xfrm>
              <a:off x="552624" y="5329298"/>
              <a:ext cx="183609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0.7</a:t>
              </a:r>
            </a:p>
          </p:txBody>
        </p:sp>
        <p:sp>
          <p:nvSpPr>
            <p:cNvPr id="36" name="tx35"/>
            <p:cNvSpPr/>
            <p:nvPr/>
          </p:nvSpPr>
          <p:spPr>
            <a:xfrm>
              <a:off x="552624" y="4076610"/>
              <a:ext cx="183609" cy="9525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0.8</a:t>
              </a:r>
            </a:p>
          </p:txBody>
        </p:sp>
        <p:sp>
          <p:nvSpPr>
            <p:cNvPr id="37" name="tx36"/>
            <p:cNvSpPr/>
            <p:nvPr/>
          </p:nvSpPr>
          <p:spPr>
            <a:xfrm>
              <a:off x="552624" y="2824503"/>
              <a:ext cx="183609" cy="9506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0.9</a:t>
              </a:r>
            </a:p>
          </p:txBody>
        </p:sp>
        <p:sp>
          <p:nvSpPr>
            <p:cNvPr id="38" name="tx37"/>
            <p:cNvSpPr/>
            <p:nvPr/>
          </p:nvSpPr>
          <p:spPr>
            <a:xfrm>
              <a:off x="552624" y="1572396"/>
              <a:ext cx="183609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1.0</a:t>
              </a:r>
            </a:p>
          </p:txBody>
        </p:sp>
        <p:sp>
          <p:nvSpPr>
            <p:cNvPr id="39" name="pl38"/>
            <p:cNvSpPr/>
            <p:nvPr/>
          </p:nvSpPr>
          <p:spPr>
            <a:xfrm>
              <a:off x="769130" y="5376796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39"/>
            <p:cNvSpPr/>
            <p:nvPr/>
          </p:nvSpPr>
          <p:spPr>
            <a:xfrm>
              <a:off x="769130" y="4124496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0"/>
            <p:cNvSpPr/>
            <p:nvPr/>
          </p:nvSpPr>
          <p:spPr>
            <a:xfrm>
              <a:off x="769130" y="2872195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1"/>
            <p:cNvSpPr/>
            <p:nvPr/>
          </p:nvSpPr>
          <p:spPr>
            <a:xfrm>
              <a:off x="769130" y="1619894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2"/>
            <p:cNvSpPr/>
            <p:nvPr/>
          </p:nvSpPr>
          <p:spPr>
            <a:xfrm>
              <a:off x="810251" y="6015963"/>
              <a:ext cx="9535015" cy="0"/>
            </a:xfrm>
            <a:custGeom>
              <a:avLst/>
              <a:pathLst>
                <a:path w="9535015" h="0">
                  <a:moveTo>
                    <a:pt x="0" y="0"/>
                  </a:moveTo>
                  <a:lnTo>
                    <a:pt x="9535015" y="0"/>
                  </a:lnTo>
                </a:path>
              </a:pathLst>
            </a:custGeom>
            <a:ln w="16014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3"/>
            <p:cNvSpPr/>
            <p:nvPr/>
          </p:nvSpPr>
          <p:spPr>
            <a:xfrm>
              <a:off x="2598066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4"/>
            <p:cNvSpPr/>
            <p:nvPr/>
          </p:nvSpPr>
          <p:spPr>
            <a:xfrm>
              <a:off x="5577759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5"/>
            <p:cNvSpPr/>
            <p:nvPr/>
          </p:nvSpPr>
          <p:spPr>
            <a:xfrm>
              <a:off x="8557451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tx46"/>
            <p:cNvSpPr/>
            <p:nvPr/>
          </p:nvSpPr>
          <p:spPr>
            <a:xfrm>
              <a:off x="2308045" y="6064506"/>
              <a:ext cx="580042" cy="1202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 squares</a:t>
              </a:r>
            </a:p>
          </p:txBody>
        </p:sp>
        <p:sp>
          <p:nvSpPr>
            <p:cNvPr id="48" name="tx47"/>
            <p:cNvSpPr/>
            <p:nvPr/>
          </p:nvSpPr>
          <p:spPr>
            <a:xfrm>
              <a:off x="5251009" y="6064829"/>
              <a:ext cx="653499" cy="11989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10 squares</a:t>
              </a:r>
            </a:p>
          </p:txBody>
        </p:sp>
        <p:sp>
          <p:nvSpPr>
            <p:cNvPr id="49" name="tx48"/>
            <p:cNvSpPr/>
            <p:nvPr/>
          </p:nvSpPr>
          <p:spPr>
            <a:xfrm>
              <a:off x="8230702" y="6064506"/>
              <a:ext cx="653499" cy="1202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20 squares</a:t>
              </a:r>
            </a:p>
          </p:txBody>
        </p:sp>
        <p:sp>
          <p:nvSpPr>
            <p:cNvPr id="50" name="tx49"/>
            <p:cNvSpPr/>
            <p:nvPr/>
          </p:nvSpPr>
          <p:spPr>
            <a:xfrm>
              <a:off x="5210798" y="6219665"/>
              <a:ext cx="733921" cy="15381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Array size</a:t>
              </a:r>
            </a:p>
          </p:txBody>
        </p:sp>
        <p:sp>
          <p:nvSpPr>
            <p:cNvPr id="51" name="tx50"/>
            <p:cNvSpPr/>
            <p:nvPr/>
          </p:nvSpPr>
          <p:spPr>
            <a:xfrm rot="-5400000">
              <a:off x="-497556" y="3635588"/>
              <a:ext cx="1789738" cy="1553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Average participant beta</a:t>
              </a:r>
            </a:p>
          </p:txBody>
        </p:sp>
        <p:sp>
          <p:nvSpPr>
            <p:cNvPr id="52" name="rc51"/>
            <p:cNvSpPr/>
            <p:nvPr/>
          </p:nvSpPr>
          <p:spPr>
            <a:xfrm>
              <a:off x="10509750" y="3292971"/>
              <a:ext cx="1112328" cy="84057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3" name="tx52"/>
            <p:cNvSpPr/>
            <p:nvPr/>
          </p:nvSpPr>
          <p:spPr>
            <a:xfrm>
              <a:off x="10591991" y="3387103"/>
              <a:ext cx="697563" cy="12479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Condition</a:t>
              </a:r>
            </a:p>
          </p:txBody>
        </p:sp>
        <p:sp>
          <p:nvSpPr>
            <p:cNvPr id="54" name="rc53"/>
            <p:cNvSpPr/>
            <p:nvPr/>
          </p:nvSpPr>
          <p:spPr>
            <a:xfrm>
              <a:off x="10591991" y="3612397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" name="pl54"/>
            <p:cNvSpPr/>
            <p:nvPr/>
          </p:nvSpPr>
          <p:spPr>
            <a:xfrm>
              <a:off x="10613937" y="3722125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t55"/>
            <p:cNvSpPr/>
            <p:nvPr/>
          </p:nvSpPr>
          <p:spPr>
            <a:xfrm>
              <a:off x="10656568" y="3676973"/>
              <a:ext cx="90303" cy="90303"/>
            </a:xfrm>
            <a:prstGeom prst="ellipse">
              <a:avLst/>
            </a:prstGeom>
            <a:solidFill>
              <a:srgbClr val="F8766D">
                <a:alpha val="100000"/>
              </a:srgbClr>
            </a:solidFill>
            <a:ln w="9000" cap="rnd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6"/>
            <p:cNvSpPr/>
            <p:nvPr/>
          </p:nvSpPr>
          <p:spPr>
            <a:xfrm>
              <a:off x="10613937" y="3722125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rc57"/>
            <p:cNvSpPr/>
            <p:nvPr/>
          </p:nvSpPr>
          <p:spPr>
            <a:xfrm>
              <a:off x="10591991" y="3831853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9" name="pl58"/>
            <p:cNvSpPr/>
            <p:nvPr/>
          </p:nvSpPr>
          <p:spPr>
            <a:xfrm>
              <a:off x="10613937" y="3941581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t59"/>
            <p:cNvSpPr/>
            <p:nvPr/>
          </p:nvSpPr>
          <p:spPr>
            <a:xfrm>
              <a:off x="10656568" y="3896429"/>
              <a:ext cx="90303" cy="90303"/>
            </a:xfrm>
            <a:prstGeom prst="ellipse">
              <a:avLst/>
            </a:prstGeom>
            <a:solidFill>
              <a:srgbClr val="00BFC4">
                <a:alpha val="100000"/>
              </a:srgbClr>
            </a:solidFill>
            <a:ln w="9000" cap="rnd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l60"/>
            <p:cNvSpPr/>
            <p:nvPr/>
          </p:nvSpPr>
          <p:spPr>
            <a:xfrm>
              <a:off x="10613937" y="3941581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tx61"/>
            <p:cNvSpPr/>
            <p:nvPr/>
          </p:nvSpPr>
          <p:spPr>
            <a:xfrm>
              <a:off x="10893689" y="3669531"/>
              <a:ext cx="477306" cy="9996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average</a:t>
              </a:r>
            </a:p>
          </p:txBody>
        </p:sp>
        <p:sp>
          <p:nvSpPr>
            <p:cNvPr id="63" name="tx62"/>
            <p:cNvSpPr/>
            <p:nvPr/>
          </p:nvSpPr>
          <p:spPr>
            <a:xfrm>
              <a:off x="10893689" y="3866673"/>
              <a:ext cx="646147" cy="1222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experience</a:t>
              </a:r>
            </a:p>
          </p:txBody>
        </p:sp>
        <p:sp>
          <p:nvSpPr>
            <p:cNvPr id="64" name="tx63"/>
            <p:cNvSpPr/>
            <p:nvPr/>
          </p:nvSpPr>
          <p:spPr>
            <a:xfrm>
              <a:off x="810251" y="1136452"/>
              <a:ext cx="3620430" cy="1553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regression: objective mean ~ subjective response</a:t>
              </a:r>
            </a:p>
          </p:txBody>
        </p:sp>
        <p:sp>
          <p:nvSpPr>
            <p:cNvPr id="65" name="tx64"/>
            <p:cNvSpPr/>
            <p:nvPr/>
          </p:nvSpPr>
          <p:spPr>
            <a:xfrm>
              <a:off x="810251" y="863410"/>
              <a:ext cx="3325765" cy="18389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5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56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Experiment 3 - participant beta slopes</a:t>
              </a:r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p:ph/>
          </p:nvPr>
        </p:nvSpPr>
        <p:spPr>
          <a:xfrm>
            <a:off x="274320" y="182880"/>
            <a:ext cx="11430000" cy="457200"/>
          </a:xfrm>
        </p:spPr>
        <p:txBody>
          <a:bodyPr/>
          <a:lstStyle/>
          <a:p>
            <a:r>
              <a:rPr/>
              <a:t>Exp 4 - Average participant regression</a:t>
            </a:r>
          </a:p>
        </p:txBody>
      </p:sp>
      <p:grpSp xmlns:pic="http://schemas.openxmlformats.org/drawingml/2006/picture">
        <p:nvGrpSpPr>
          <p:cNvPr id="3" name=""/>
          <p:cNvGrpSpPr/>
          <p:nvPr/>
        </p:nvGrpSpPr>
        <p:grpSpPr>
          <a:xfrm>
            <a:off x="274320" y="822960"/>
            <a:ext cx="11430000" cy="5669280"/>
            <a:chOff x="274320" y="822960"/>
            <a:chExt cx="11430000" cy="5669280"/>
          </a:xfrm>
        </p:grpSpPr>
        <p:sp>
          <p:nvSpPr>
            <p:cNvPr id="4" name="rc3"/>
            <p:cNvSpPr/>
            <p:nvPr/>
          </p:nvSpPr>
          <p:spPr>
            <a:xfrm>
              <a:off x="274320" y="822960"/>
              <a:ext cx="1143000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4"/>
            <p:cNvSpPr/>
            <p:nvPr/>
          </p:nvSpPr>
          <p:spPr>
            <a:xfrm>
              <a:off x="11704319" y="822960"/>
              <a:ext cx="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6014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rc5"/>
            <p:cNvSpPr/>
            <p:nvPr/>
          </p:nvSpPr>
          <p:spPr>
            <a:xfrm>
              <a:off x="773555" y="1410558"/>
              <a:ext cx="9482522" cy="460540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6"/>
            <p:cNvSpPr/>
            <p:nvPr/>
          </p:nvSpPr>
          <p:spPr>
            <a:xfrm>
              <a:off x="1204579" y="2384214"/>
              <a:ext cx="8620474" cy="2596261"/>
            </a:xfrm>
            <a:custGeom>
              <a:avLst/>
              <a:pathLst>
                <a:path w="8620474" h="2596261">
                  <a:moveTo>
                    <a:pt x="0" y="2596261"/>
                  </a:moveTo>
                  <a:lnTo>
                    <a:pt x="43318" y="2583215"/>
                  </a:lnTo>
                  <a:lnTo>
                    <a:pt x="86637" y="2570168"/>
                  </a:lnTo>
                  <a:lnTo>
                    <a:pt x="129956" y="2557122"/>
                  </a:lnTo>
                  <a:lnTo>
                    <a:pt x="173275" y="2544075"/>
                  </a:lnTo>
                  <a:lnTo>
                    <a:pt x="216594" y="2531029"/>
                  </a:lnTo>
                  <a:lnTo>
                    <a:pt x="259913" y="2517982"/>
                  </a:lnTo>
                  <a:lnTo>
                    <a:pt x="303232" y="2504936"/>
                  </a:lnTo>
                  <a:lnTo>
                    <a:pt x="346551" y="2491889"/>
                  </a:lnTo>
                  <a:lnTo>
                    <a:pt x="389870" y="2478843"/>
                  </a:lnTo>
                  <a:lnTo>
                    <a:pt x="433189" y="2465796"/>
                  </a:lnTo>
                  <a:lnTo>
                    <a:pt x="476508" y="2452749"/>
                  </a:lnTo>
                  <a:lnTo>
                    <a:pt x="519827" y="2439703"/>
                  </a:lnTo>
                  <a:lnTo>
                    <a:pt x="563146" y="2426656"/>
                  </a:lnTo>
                  <a:lnTo>
                    <a:pt x="606465" y="2413610"/>
                  </a:lnTo>
                  <a:lnTo>
                    <a:pt x="649784" y="2400563"/>
                  </a:lnTo>
                  <a:lnTo>
                    <a:pt x="693103" y="2387517"/>
                  </a:lnTo>
                  <a:lnTo>
                    <a:pt x="736422" y="2374470"/>
                  </a:lnTo>
                  <a:lnTo>
                    <a:pt x="779741" y="2361424"/>
                  </a:lnTo>
                  <a:lnTo>
                    <a:pt x="823060" y="2348377"/>
                  </a:lnTo>
                  <a:lnTo>
                    <a:pt x="866379" y="2335331"/>
                  </a:lnTo>
                  <a:lnTo>
                    <a:pt x="909698" y="2322284"/>
                  </a:lnTo>
                  <a:lnTo>
                    <a:pt x="953017" y="2309237"/>
                  </a:lnTo>
                  <a:lnTo>
                    <a:pt x="996336" y="2296191"/>
                  </a:lnTo>
                  <a:lnTo>
                    <a:pt x="1039655" y="2283144"/>
                  </a:lnTo>
                  <a:lnTo>
                    <a:pt x="1082974" y="2270098"/>
                  </a:lnTo>
                  <a:lnTo>
                    <a:pt x="1126293" y="2257051"/>
                  </a:lnTo>
                  <a:lnTo>
                    <a:pt x="1169612" y="2244005"/>
                  </a:lnTo>
                  <a:lnTo>
                    <a:pt x="1212931" y="2230958"/>
                  </a:lnTo>
                  <a:lnTo>
                    <a:pt x="1256250" y="2217912"/>
                  </a:lnTo>
                  <a:lnTo>
                    <a:pt x="1299569" y="2204865"/>
                  </a:lnTo>
                  <a:lnTo>
                    <a:pt x="1342888" y="2191819"/>
                  </a:lnTo>
                  <a:lnTo>
                    <a:pt x="1386206" y="2178772"/>
                  </a:lnTo>
                  <a:lnTo>
                    <a:pt x="1429525" y="2165726"/>
                  </a:lnTo>
                  <a:lnTo>
                    <a:pt x="1472844" y="2152679"/>
                  </a:lnTo>
                  <a:lnTo>
                    <a:pt x="1516163" y="2139632"/>
                  </a:lnTo>
                  <a:lnTo>
                    <a:pt x="1559482" y="2126586"/>
                  </a:lnTo>
                  <a:lnTo>
                    <a:pt x="1602801" y="2113539"/>
                  </a:lnTo>
                  <a:lnTo>
                    <a:pt x="1646120" y="2100493"/>
                  </a:lnTo>
                  <a:lnTo>
                    <a:pt x="1689439" y="2087446"/>
                  </a:lnTo>
                  <a:lnTo>
                    <a:pt x="1732758" y="2074400"/>
                  </a:lnTo>
                  <a:lnTo>
                    <a:pt x="1776077" y="2061353"/>
                  </a:lnTo>
                  <a:lnTo>
                    <a:pt x="1819396" y="2048307"/>
                  </a:lnTo>
                  <a:lnTo>
                    <a:pt x="1862715" y="2035260"/>
                  </a:lnTo>
                  <a:lnTo>
                    <a:pt x="1906034" y="2022214"/>
                  </a:lnTo>
                  <a:lnTo>
                    <a:pt x="1949353" y="2009167"/>
                  </a:lnTo>
                  <a:lnTo>
                    <a:pt x="1992672" y="1996120"/>
                  </a:lnTo>
                  <a:lnTo>
                    <a:pt x="2035991" y="1983074"/>
                  </a:lnTo>
                  <a:lnTo>
                    <a:pt x="2079310" y="1970027"/>
                  </a:lnTo>
                  <a:lnTo>
                    <a:pt x="2122629" y="1956981"/>
                  </a:lnTo>
                  <a:lnTo>
                    <a:pt x="2165948" y="1943934"/>
                  </a:lnTo>
                  <a:lnTo>
                    <a:pt x="2209267" y="1930888"/>
                  </a:lnTo>
                  <a:lnTo>
                    <a:pt x="2252586" y="1917841"/>
                  </a:lnTo>
                  <a:lnTo>
                    <a:pt x="2295905" y="1904795"/>
                  </a:lnTo>
                  <a:lnTo>
                    <a:pt x="2339224" y="1891748"/>
                  </a:lnTo>
                  <a:lnTo>
                    <a:pt x="2382543" y="1878702"/>
                  </a:lnTo>
                  <a:lnTo>
                    <a:pt x="2425862" y="1865655"/>
                  </a:lnTo>
                  <a:lnTo>
                    <a:pt x="2469181" y="1852609"/>
                  </a:lnTo>
                  <a:lnTo>
                    <a:pt x="2512500" y="1839562"/>
                  </a:lnTo>
                  <a:lnTo>
                    <a:pt x="2555819" y="1826515"/>
                  </a:lnTo>
                  <a:lnTo>
                    <a:pt x="2599138" y="1813469"/>
                  </a:lnTo>
                  <a:lnTo>
                    <a:pt x="2642457" y="1800422"/>
                  </a:lnTo>
                  <a:lnTo>
                    <a:pt x="2685776" y="1787376"/>
                  </a:lnTo>
                  <a:lnTo>
                    <a:pt x="2729094" y="1774329"/>
                  </a:lnTo>
                  <a:lnTo>
                    <a:pt x="2772413" y="1761283"/>
                  </a:lnTo>
                  <a:lnTo>
                    <a:pt x="2815732" y="1748236"/>
                  </a:lnTo>
                  <a:lnTo>
                    <a:pt x="2859051" y="1735190"/>
                  </a:lnTo>
                  <a:lnTo>
                    <a:pt x="2902370" y="1722143"/>
                  </a:lnTo>
                  <a:lnTo>
                    <a:pt x="2945689" y="1709097"/>
                  </a:lnTo>
                  <a:lnTo>
                    <a:pt x="2989008" y="1696050"/>
                  </a:lnTo>
                  <a:lnTo>
                    <a:pt x="3032327" y="1683003"/>
                  </a:lnTo>
                  <a:lnTo>
                    <a:pt x="3075646" y="1669957"/>
                  </a:lnTo>
                  <a:lnTo>
                    <a:pt x="3118965" y="1656910"/>
                  </a:lnTo>
                  <a:lnTo>
                    <a:pt x="3162284" y="1643864"/>
                  </a:lnTo>
                  <a:lnTo>
                    <a:pt x="3205603" y="1630817"/>
                  </a:lnTo>
                  <a:lnTo>
                    <a:pt x="3248922" y="1617771"/>
                  </a:lnTo>
                  <a:lnTo>
                    <a:pt x="3292241" y="1604724"/>
                  </a:lnTo>
                  <a:lnTo>
                    <a:pt x="3335560" y="1591678"/>
                  </a:lnTo>
                  <a:lnTo>
                    <a:pt x="3378879" y="1578631"/>
                  </a:lnTo>
                  <a:lnTo>
                    <a:pt x="3422198" y="1565585"/>
                  </a:lnTo>
                  <a:lnTo>
                    <a:pt x="3465517" y="1552538"/>
                  </a:lnTo>
                  <a:lnTo>
                    <a:pt x="3508836" y="1539491"/>
                  </a:lnTo>
                  <a:lnTo>
                    <a:pt x="3552155" y="1526445"/>
                  </a:lnTo>
                  <a:lnTo>
                    <a:pt x="3595474" y="1513398"/>
                  </a:lnTo>
                  <a:lnTo>
                    <a:pt x="3638793" y="1500352"/>
                  </a:lnTo>
                  <a:lnTo>
                    <a:pt x="3682112" y="1487305"/>
                  </a:lnTo>
                  <a:lnTo>
                    <a:pt x="3725431" y="1474259"/>
                  </a:lnTo>
                  <a:lnTo>
                    <a:pt x="3768750" y="1461212"/>
                  </a:lnTo>
                  <a:lnTo>
                    <a:pt x="3812069" y="1448166"/>
                  </a:lnTo>
                  <a:lnTo>
                    <a:pt x="3855388" y="1435119"/>
                  </a:lnTo>
                  <a:lnTo>
                    <a:pt x="3898707" y="1422073"/>
                  </a:lnTo>
                  <a:lnTo>
                    <a:pt x="3942026" y="1409026"/>
                  </a:lnTo>
                  <a:lnTo>
                    <a:pt x="3985345" y="1395980"/>
                  </a:lnTo>
                  <a:lnTo>
                    <a:pt x="4028664" y="1382933"/>
                  </a:lnTo>
                  <a:lnTo>
                    <a:pt x="4071983" y="1369886"/>
                  </a:lnTo>
                  <a:lnTo>
                    <a:pt x="4115301" y="1356840"/>
                  </a:lnTo>
                  <a:lnTo>
                    <a:pt x="4158620" y="1343793"/>
                  </a:lnTo>
                  <a:lnTo>
                    <a:pt x="4201939" y="1330747"/>
                  </a:lnTo>
                  <a:lnTo>
                    <a:pt x="4245258" y="1317700"/>
                  </a:lnTo>
                  <a:lnTo>
                    <a:pt x="4288577" y="1304654"/>
                  </a:lnTo>
                  <a:lnTo>
                    <a:pt x="4331896" y="1291607"/>
                  </a:lnTo>
                  <a:lnTo>
                    <a:pt x="4375215" y="1278561"/>
                  </a:lnTo>
                  <a:lnTo>
                    <a:pt x="4418534" y="1265514"/>
                  </a:lnTo>
                  <a:lnTo>
                    <a:pt x="4461853" y="1252468"/>
                  </a:lnTo>
                  <a:lnTo>
                    <a:pt x="4505172" y="1239421"/>
                  </a:lnTo>
                  <a:lnTo>
                    <a:pt x="4548491" y="1226374"/>
                  </a:lnTo>
                  <a:lnTo>
                    <a:pt x="4591810" y="1213328"/>
                  </a:lnTo>
                  <a:lnTo>
                    <a:pt x="4635129" y="1200281"/>
                  </a:lnTo>
                  <a:lnTo>
                    <a:pt x="4678448" y="1187235"/>
                  </a:lnTo>
                  <a:lnTo>
                    <a:pt x="4721767" y="1174188"/>
                  </a:lnTo>
                  <a:lnTo>
                    <a:pt x="4765086" y="1161142"/>
                  </a:lnTo>
                  <a:lnTo>
                    <a:pt x="4808405" y="1148095"/>
                  </a:lnTo>
                  <a:lnTo>
                    <a:pt x="4851724" y="1135049"/>
                  </a:lnTo>
                  <a:lnTo>
                    <a:pt x="4895043" y="1122002"/>
                  </a:lnTo>
                  <a:lnTo>
                    <a:pt x="4938362" y="1108956"/>
                  </a:lnTo>
                  <a:lnTo>
                    <a:pt x="4981681" y="1095909"/>
                  </a:lnTo>
                  <a:lnTo>
                    <a:pt x="5025000" y="1082863"/>
                  </a:lnTo>
                  <a:lnTo>
                    <a:pt x="5068319" y="1069816"/>
                  </a:lnTo>
                  <a:lnTo>
                    <a:pt x="5111638" y="1056769"/>
                  </a:lnTo>
                  <a:lnTo>
                    <a:pt x="5154957" y="1043723"/>
                  </a:lnTo>
                  <a:lnTo>
                    <a:pt x="5198276" y="1030676"/>
                  </a:lnTo>
                  <a:lnTo>
                    <a:pt x="5241595" y="1017630"/>
                  </a:lnTo>
                  <a:lnTo>
                    <a:pt x="5284914" y="1004583"/>
                  </a:lnTo>
                  <a:lnTo>
                    <a:pt x="5328233" y="991537"/>
                  </a:lnTo>
                  <a:lnTo>
                    <a:pt x="5371552" y="978490"/>
                  </a:lnTo>
                  <a:lnTo>
                    <a:pt x="5414871" y="965444"/>
                  </a:lnTo>
                  <a:lnTo>
                    <a:pt x="5458189" y="952397"/>
                  </a:lnTo>
                  <a:lnTo>
                    <a:pt x="5501508" y="939351"/>
                  </a:lnTo>
                  <a:lnTo>
                    <a:pt x="5544827" y="926304"/>
                  </a:lnTo>
                  <a:lnTo>
                    <a:pt x="5588146" y="913257"/>
                  </a:lnTo>
                  <a:lnTo>
                    <a:pt x="5631465" y="900211"/>
                  </a:lnTo>
                  <a:lnTo>
                    <a:pt x="5674784" y="887164"/>
                  </a:lnTo>
                  <a:lnTo>
                    <a:pt x="5718103" y="874118"/>
                  </a:lnTo>
                  <a:lnTo>
                    <a:pt x="5761422" y="861071"/>
                  </a:lnTo>
                  <a:lnTo>
                    <a:pt x="5804741" y="848025"/>
                  </a:lnTo>
                  <a:lnTo>
                    <a:pt x="5848060" y="834978"/>
                  </a:lnTo>
                  <a:lnTo>
                    <a:pt x="5891379" y="821932"/>
                  </a:lnTo>
                  <a:lnTo>
                    <a:pt x="5934698" y="808885"/>
                  </a:lnTo>
                  <a:lnTo>
                    <a:pt x="5978017" y="795839"/>
                  </a:lnTo>
                  <a:lnTo>
                    <a:pt x="6021336" y="782792"/>
                  </a:lnTo>
                  <a:lnTo>
                    <a:pt x="6064655" y="769745"/>
                  </a:lnTo>
                  <a:lnTo>
                    <a:pt x="6107974" y="756699"/>
                  </a:lnTo>
                  <a:lnTo>
                    <a:pt x="6151293" y="743652"/>
                  </a:lnTo>
                  <a:lnTo>
                    <a:pt x="6194612" y="730606"/>
                  </a:lnTo>
                  <a:lnTo>
                    <a:pt x="6237931" y="717559"/>
                  </a:lnTo>
                  <a:lnTo>
                    <a:pt x="6281250" y="704513"/>
                  </a:lnTo>
                  <a:lnTo>
                    <a:pt x="6324569" y="691466"/>
                  </a:lnTo>
                  <a:lnTo>
                    <a:pt x="6367888" y="678420"/>
                  </a:lnTo>
                  <a:lnTo>
                    <a:pt x="6411207" y="665373"/>
                  </a:lnTo>
                  <a:lnTo>
                    <a:pt x="6454526" y="652327"/>
                  </a:lnTo>
                  <a:lnTo>
                    <a:pt x="6497845" y="639280"/>
                  </a:lnTo>
                  <a:lnTo>
                    <a:pt x="6541164" y="626234"/>
                  </a:lnTo>
                  <a:lnTo>
                    <a:pt x="6584483" y="613187"/>
                  </a:lnTo>
                  <a:lnTo>
                    <a:pt x="6627802" y="600140"/>
                  </a:lnTo>
                  <a:lnTo>
                    <a:pt x="6671121" y="587094"/>
                  </a:lnTo>
                  <a:lnTo>
                    <a:pt x="6714440" y="574047"/>
                  </a:lnTo>
                  <a:lnTo>
                    <a:pt x="6757759" y="561001"/>
                  </a:lnTo>
                  <a:lnTo>
                    <a:pt x="6801078" y="547954"/>
                  </a:lnTo>
                  <a:lnTo>
                    <a:pt x="6844396" y="534908"/>
                  </a:lnTo>
                  <a:lnTo>
                    <a:pt x="6887715" y="521861"/>
                  </a:lnTo>
                  <a:lnTo>
                    <a:pt x="6931034" y="508815"/>
                  </a:lnTo>
                  <a:lnTo>
                    <a:pt x="6974353" y="495768"/>
                  </a:lnTo>
                  <a:lnTo>
                    <a:pt x="7017672" y="482722"/>
                  </a:lnTo>
                  <a:lnTo>
                    <a:pt x="7060991" y="469675"/>
                  </a:lnTo>
                  <a:lnTo>
                    <a:pt x="7104310" y="456628"/>
                  </a:lnTo>
                  <a:lnTo>
                    <a:pt x="7147629" y="443582"/>
                  </a:lnTo>
                  <a:lnTo>
                    <a:pt x="7190948" y="430535"/>
                  </a:lnTo>
                  <a:lnTo>
                    <a:pt x="7234267" y="417489"/>
                  </a:lnTo>
                  <a:lnTo>
                    <a:pt x="7277586" y="404442"/>
                  </a:lnTo>
                  <a:lnTo>
                    <a:pt x="7320905" y="391396"/>
                  </a:lnTo>
                  <a:lnTo>
                    <a:pt x="7364224" y="378349"/>
                  </a:lnTo>
                  <a:lnTo>
                    <a:pt x="7407543" y="365303"/>
                  </a:lnTo>
                  <a:lnTo>
                    <a:pt x="7450862" y="352256"/>
                  </a:lnTo>
                  <a:lnTo>
                    <a:pt x="7494181" y="339210"/>
                  </a:lnTo>
                  <a:lnTo>
                    <a:pt x="7537500" y="326163"/>
                  </a:lnTo>
                  <a:lnTo>
                    <a:pt x="7580819" y="313117"/>
                  </a:lnTo>
                  <a:lnTo>
                    <a:pt x="7624138" y="300070"/>
                  </a:lnTo>
                  <a:lnTo>
                    <a:pt x="7667457" y="287023"/>
                  </a:lnTo>
                  <a:lnTo>
                    <a:pt x="7710776" y="273977"/>
                  </a:lnTo>
                  <a:lnTo>
                    <a:pt x="7754095" y="260930"/>
                  </a:lnTo>
                  <a:lnTo>
                    <a:pt x="7797414" y="247884"/>
                  </a:lnTo>
                  <a:lnTo>
                    <a:pt x="7840733" y="234837"/>
                  </a:lnTo>
                  <a:lnTo>
                    <a:pt x="7884052" y="221791"/>
                  </a:lnTo>
                  <a:lnTo>
                    <a:pt x="7927371" y="208744"/>
                  </a:lnTo>
                  <a:lnTo>
                    <a:pt x="7970690" y="195698"/>
                  </a:lnTo>
                  <a:lnTo>
                    <a:pt x="8014009" y="182651"/>
                  </a:lnTo>
                  <a:lnTo>
                    <a:pt x="8057328" y="169605"/>
                  </a:lnTo>
                  <a:lnTo>
                    <a:pt x="8100647" y="156558"/>
                  </a:lnTo>
                  <a:lnTo>
                    <a:pt x="8143966" y="143511"/>
                  </a:lnTo>
                  <a:lnTo>
                    <a:pt x="8187284" y="130465"/>
                  </a:lnTo>
                  <a:lnTo>
                    <a:pt x="8230603" y="117418"/>
                  </a:lnTo>
                  <a:lnTo>
                    <a:pt x="8273922" y="104372"/>
                  </a:lnTo>
                  <a:lnTo>
                    <a:pt x="8317241" y="91325"/>
                  </a:lnTo>
                  <a:lnTo>
                    <a:pt x="8360560" y="78279"/>
                  </a:lnTo>
                  <a:lnTo>
                    <a:pt x="8403879" y="65232"/>
                  </a:lnTo>
                  <a:lnTo>
                    <a:pt x="8447198" y="52186"/>
                  </a:lnTo>
                  <a:lnTo>
                    <a:pt x="8490517" y="39139"/>
                  </a:lnTo>
                  <a:lnTo>
                    <a:pt x="8533836" y="26093"/>
                  </a:lnTo>
                  <a:lnTo>
                    <a:pt x="8577155" y="13046"/>
                  </a:lnTo>
                  <a:lnTo>
                    <a:pt x="8620474" y="0"/>
                  </a:lnTo>
                </a:path>
              </a:pathLst>
            </a:custGeom>
            <a:ln w="32521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7"/>
            <p:cNvSpPr/>
            <p:nvPr/>
          </p:nvSpPr>
          <p:spPr>
            <a:xfrm>
              <a:off x="1204579" y="2332638"/>
              <a:ext cx="8620474" cy="2748227"/>
            </a:xfrm>
            <a:custGeom>
              <a:avLst/>
              <a:pathLst>
                <a:path w="8620474" h="2748227">
                  <a:moveTo>
                    <a:pt x="0" y="2748227"/>
                  </a:moveTo>
                  <a:lnTo>
                    <a:pt x="43318" y="2734416"/>
                  </a:lnTo>
                  <a:lnTo>
                    <a:pt x="86637" y="2720606"/>
                  </a:lnTo>
                  <a:lnTo>
                    <a:pt x="129956" y="2706796"/>
                  </a:lnTo>
                  <a:lnTo>
                    <a:pt x="173275" y="2692986"/>
                  </a:lnTo>
                  <a:lnTo>
                    <a:pt x="216594" y="2679176"/>
                  </a:lnTo>
                  <a:lnTo>
                    <a:pt x="259913" y="2665365"/>
                  </a:lnTo>
                  <a:lnTo>
                    <a:pt x="303232" y="2651555"/>
                  </a:lnTo>
                  <a:lnTo>
                    <a:pt x="346551" y="2637745"/>
                  </a:lnTo>
                  <a:lnTo>
                    <a:pt x="389870" y="2623935"/>
                  </a:lnTo>
                  <a:lnTo>
                    <a:pt x="433189" y="2610125"/>
                  </a:lnTo>
                  <a:lnTo>
                    <a:pt x="476508" y="2596315"/>
                  </a:lnTo>
                  <a:lnTo>
                    <a:pt x="519827" y="2582504"/>
                  </a:lnTo>
                  <a:lnTo>
                    <a:pt x="563146" y="2568694"/>
                  </a:lnTo>
                  <a:lnTo>
                    <a:pt x="606465" y="2554884"/>
                  </a:lnTo>
                  <a:lnTo>
                    <a:pt x="649784" y="2541074"/>
                  </a:lnTo>
                  <a:lnTo>
                    <a:pt x="693103" y="2527264"/>
                  </a:lnTo>
                  <a:lnTo>
                    <a:pt x="736422" y="2513453"/>
                  </a:lnTo>
                  <a:lnTo>
                    <a:pt x="779741" y="2499643"/>
                  </a:lnTo>
                  <a:lnTo>
                    <a:pt x="823060" y="2485833"/>
                  </a:lnTo>
                  <a:lnTo>
                    <a:pt x="866379" y="2472023"/>
                  </a:lnTo>
                  <a:lnTo>
                    <a:pt x="909698" y="2458213"/>
                  </a:lnTo>
                  <a:lnTo>
                    <a:pt x="953017" y="2444402"/>
                  </a:lnTo>
                  <a:lnTo>
                    <a:pt x="996336" y="2430592"/>
                  </a:lnTo>
                  <a:lnTo>
                    <a:pt x="1039655" y="2416782"/>
                  </a:lnTo>
                  <a:lnTo>
                    <a:pt x="1082974" y="2402972"/>
                  </a:lnTo>
                  <a:lnTo>
                    <a:pt x="1126293" y="2389162"/>
                  </a:lnTo>
                  <a:lnTo>
                    <a:pt x="1169612" y="2375352"/>
                  </a:lnTo>
                  <a:lnTo>
                    <a:pt x="1212931" y="2361541"/>
                  </a:lnTo>
                  <a:lnTo>
                    <a:pt x="1256250" y="2347731"/>
                  </a:lnTo>
                  <a:lnTo>
                    <a:pt x="1299569" y="2333921"/>
                  </a:lnTo>
                  <a:lnTo>
                    <a:pt x="1342888" y="2320111"/>
                  </a:lnTo>
                  <a:lnTo>
                    <a:pt x="1386206" y="2306301"/>
                  </a:lnTo>
                  <a:lnTo>
                    <a:pt x="1429525" y="2292490"/>
                  </a:lnTo>
                  <a:lnTo>
                    <a:pt x="1472844" y="2278680"/>
                  </a:lnTo>
                  <a:lnTo>
                    <a:pt x="1516163" y="2264870"/>
                  </a:lnTo>
                  <a:lnTo>
                    <a:pt x="1559482" y="2251060"/>
                  </a:lnTo>
                  <a:lnTo>
                    <a:pt x="1602801" y="2237250"/>
                  </a:lnTo>
                  <a:lnTo>
                    <a:pt x="1646120" y="2223439"/>
                  </a:lnTo>
                  <a:lnTo>
                    <a:pt x="1689439" y="2209629"/>
                  </a:lnTo>
                  <a:lnTo>
                    <a:pt x="1732758" y="2195819"/>
                  </a:lnTo>
                  <a:lnTo>
                    <a:pt x="1776077" y="2182009"/>
                  </a:lnTo>
                  <a:lnTo>
                    <a:pt x="1819396" y="2168199"/>
                  </a:lnTo>
                  <a:lnTo>
                    <a:pt x="1862715" y="2154389"/>
                  </a:lnTo>
                  <a:lnTo>
                    <a:pt x="1906034" y="2140578"/>
                  </a:lnTo>
                  <a:lnTo>
                    <a:pt x="1949353" y="2126768"/>
                  </a:lnTo>
                  <a:lnTo>
                    <a:pt x="1992672" y="2112958"/>
                  </a:lnTo>
                  <a:lnTo>
                    <a:pt x="2035991" y="2099148"/>
                  </a:lnTo>
                  <a:lnTo>
                    <a:pt x="2079310" y="2085338"/>
                  </a:lnTo>
                  <a:lnTo>
                    <a:pt x="2122629" y="2071527"/>
                  </a:lnTo>
                  <a:lnTo>
                    <a:pt x="2165948" y="2057717"/>
                  </a:lnTo>
                  <a:lnTo>
                    <a:pt x="2209267" y="2043907"/>
                  </a:lnTo>
                  <a:lnTo>
                    <a:pt x="2252586" y="2030097"/>
                  </a:lnTo>
                  <a:lnTo>
                    <a:pt x="2295905" y="2016287"/>
                  </a:lnTo>
                  <a:lnTo>
                    <a:pt x="2339224" y="2002476"/>
                  </a:lnTo>
                  <a:lnTo>
                    <a:pt x="2382543" y="1988666"/>
                  </a:lnTo>
                  <a:lnTo>
                    <a:pt x="2425862" y="1974856"/>
                  </a:lnTo>
                  <a:lnTo>
                    <a:pt x="2469181" y="1961046"/>
                  </a:lnTo>
                  <a:lnTo>
                    <a:pt x="2512500" y="1947236"/>
                  </a:lnTo>
                  <a:lnTo>
                    <a:pt x="2555819" y="1933426"/>
                  </a:lnTo>
                  <a:lnTo>
                    <a:pt x="2599138" y="1919615"/>
                  </a:lnTo>
                  <a:lnTo>
                    <a:pt x="2642457" y="1905805"/>
                  </a:lnTo>
                  <a:lnTo>
                    <a:pt x="2685776" y="1891995"/>
                  </a:lnTo>
                  <a:lnTo>
                    <a:pt x="2729094" y="1878185"/>
                  </a:lnTo>
                  <a:lnTo>
                    <a:pt x="2772413" y="1864375"/>
                  </a:lnTo>
                  <a:lnTo>
                    <a:pt x="2815732" y="1850564"/>
                  </a:lnTo>
                  <a:lnTo>
                    <a:pt x="2859051" y="1836754"/>
                  </a:lnTo>
                  <a:lnTo>
                    <a:pt x="2902370" y="1822944"/>
                  </a:lnTo>
                  <a:lnTo>
                    <a:pt x="2945689" y="1809134"/>
                  </a:lnTo>
                  <a:lnTo>
                    <a:pt x="2989008" y="1795324"/>
                  </a:lnTo>
                  <a:lnTo>
                    <a:pt x="3032327" y="1781514"/>
                  </a:lnTo>
                  <a:lnTo>
                    <a:pt x="3075646" y="1767703"/>
                  </a:lnTo>
                  <a:lnTo>
                    <a:pt x="3118965" y="1753893"/>
                  </a:lnTo>
                  <a:lnTo>
                    <a:pt x="3162284" y="1740083"/>
                  </a:lnTo>
                  <a:lnTo>
                    <a:pt x="3205603" y="1726273"/>
                  </a:lnTo>
                  <a:lnTo>
                    <a:pt x="3248922" y="1712463"/>
                  </a:lnTo>
                  <a:lnTo>
                    <a:pt x="3292241" y="1698652"/>
                  </a:lnTo>
                  <a:lnTo>
                    <a:pt x="3335560" y="1684842"/>
                  </a:lnTo>
                  <a:lnTo>
                    <a:pt x="3378879" y="1671032"/>
                  </a:lnTo>
                  <a:lnTo>
                    <a:pt x="3422198" y="1657222"/>
                  </a:lnTo>
                  <a:lnTo>
                    <a:pt x="3465517" y="1643412"/>
                  </a:lnTo>
                  <a:lnTo>
                    <a:pt x="3508836" y="1629601"/>
                  </a:lnTo>
                  <a:lnTo>
                    <a:pt x="3552155" y="1615791"/>
                  </a:lnTo>
                  <a:lnTo>
                    <a:pt x="3595474" y="1601981"/>
                  </a:lnTo>
                  <a:lnTo>
                    <a:pt x="3638793" y="1588171"/>
                  </a:lnTo>
                  <a:lnTo>
                    <a:pt x="3682112" y="1574361"/>
                  </a:lnTo>
                  <a:lnTo>
                    <a:pt x="3725431" y="1560551"/>
                  </a:lnTo>
                  <a:lnTo>
                    <a:pt x="3768750" y="1546740"/>
                  </a:lnTo>
                  <a:lnTo>
                    <a:pt x="3812069" y="1532930"/>
                  </a:lnTo>
                  <a:lnTo>
                    <a:pt x="3855388" y="1519120"/>
                  </a:lnTo>
                  <a:lnTo>
                    <a:pt x="3898707" y="1505310"/>
                  </a:lnTo>
                  <a:lnTo>
                    <a:pt x="3942026" y="1491500"/>
                  </a:lnTo>
                  <a:lnTo>
                    <a:pt x="3985345" y="1477689"/>
                  </a:lnTo>
                  <a:lnTo>
                    <a:pt x="4028664" y="1463879"/>
                  </a:lnTo>
                  <a:lnTo>
                    <a:pt x="4071983" y="1450069"/>
                  </a:lnTo>
                  <a:lnTo>
                    <a:pt x="4115301" y="1436259"/>
                  </a:lnTo>
                  <a:lnTo>
                    <a:pt x="4158620" y="1422449"/>
                  </a:lnTo>
                  <a:lnTo>
                    <a:pt x="4201939" y="1408638"/>
                  </a:lnTo>
                  <a:lnTo>
                    <a:pt x="4245258" y="1394828"/>
                  </a:lnTo>
                  <a:lnTo>
                    <a:pt x="4288577" y="1381018"/>
                  </a:lnTo>
                  <a:lnTo>
                    <a:pt x="4331896" y="1367208"/>
                  </a:lnTo>
                  <a:lnTo>
                    <a:pt x="4375215" y="1353398"/>
                  </a:lnTo>
                  <a:lnTo>
                    <a:pt x="4418534" y="1339588"/>
                  </a:lnTo>
                  <a:lnTo>
                    <a:pt x="4461853" y="1325777"/>
                  </a:lnTo>
                  <a:lnTo>
                    <a:pt x="4505172" y="1311967"/>
                  </a:lnTo>
                  <a:lnTo>
                    <a:pt x="4548491" y="1298157"/>
                  </a:lnTo>
                  <a:lnTo>
                    <a:pt x="4591810" y="1284347"/>
                  </a:lnTo>
                  <a:lnTo>
                    <a:pt x="4635129" y="1270537"/>
                  </a:lnTo>
                  <a:lnTo>
                    <a:pt x="4678448" y="1256726"/>
                  </a:lnTo>
                  <a:lnTo>
                    <a:pt x="4721767" y="1242916"/>
                  </a:lnTo>
                  <a:lnTo>
                    <a:pt x="4765086" y="1229106"/>
                  </a:lnTo>
                  <a:lnTo>
                    <a:pt x="4808405" y="1215296"/>
                  </a:lnTo>
                  <a:lnTo>
                    <a:pt x="4851724" y="1201486"/>
                  </a:lnTo>
                  <a:lnTo>
                    <a:pt x="4895043" y="1187676"/>
                  </a:lnTo>
                  <a:lnTo>
                    <a:pt x="4938362" y="1173865"/>
                  </a:lnTo>
                  <a:lnTo>
                    <a:pt x="4981681" y="1160055"/>
                  </a:lnTo>
                  <a:lnTo>
                    <a:pt x="5025000" y="1146245"/>
                  </a:lnTo>
                  <a:lnTo>
                    <a:pt x="5068319" y="1132435"/>
                  </a:lnTo>
                  <a:lnTo>
                    <a:pt x="5111638" y="1118625"/>
                  </a:lnTo>
                  <a:lnTo>
                    <a:pt x="5154957" y="1104814"/>
                  </a:lnTo>
                  <a:lnTo>
                    <a:pt x="5198276" y="1091004"/>
                  </a:lnTo>
                  <a:lnTo>
                    <a:pt x="5241595" y="1077194"/>
                  </a:lnTo>
                  <a:lnTo>
                    <a:pt x="5284914" y="1063384"/>
                  </a:lnTo>
                  <a:lnTo>
                    <a:pt x="5328233" y="1049574"/>
                  </a:lnTo>
                  <a:lnTo>
                    <a:pt x="5371552" y="1035763"/>
                  </a:lnTo>
                  <a:lnTo>
                    <a:pt x="5414871" y="1021953"/>
                  </a:lnTo>
                  <a:lnTo>
                    <a:pt x="5458189" y="1008143"/>
                  </a:lnTo>
                  <a:lnTo>
                    <a:pt x="5501508" y="994333"/>
                  </a:lnTo>
                  <a:lnTo>
                    <a:pt x="5544827" y="980523"/>
                  </a:lnTo>
                  <a:lnTo>
                    <a:pt x="5588146" y="966713"/>
                  </a:lnTo>
                  <a:lnTo>
                    <a:pt x="5631465" y="952902"/>
                  </a:lnTo>
                  <a:lnTo>
                    <a:pt x="5674784" y="939092"/>
                  </a:lnTo>
                  <a:lnTo>
                    <a:pt x="5718103" y="925282"/>
                  </a:lnTo>
                  <a:lnTo>
                    <a:pt x="5761422" y="911472"/>
                  </a:lnTo>
                  <a:lnTo>
                    <a:pt x="5804741" y="897662"/>
                  </a:lnTo>
                  <a:lnTo>
                    <a:pt x="5848060" y="883851"/>
                  </a:lnTo>
                  <a:lnTo>
                    <a:pt x="5891379" y="870041"/>
                  </a:lnTo>
                  <a:lnTo>
                    <a:pt x="5934698" y="856231"/>
                  </a:lnTo>
                  <a:lnTo>
                    <a:pt x="5978017" y="842421"/>
                  </a:lnTo>
                  <a:lnTo>
                    <a:pt x="6021336" y="828611"/>
                  </a:lnTo>
                  <a:lnTo>
                    <a:pt x="6064655" y="814800"/>
                  </a:lnTo>
                  <a:lnTo>
                    <a:pt x="6107974" y="800990"/>
                  </a:lnTo>
                  <a:lnTo>
                    <a:pt x="6151293" y="787180"/>
                  </a:lnTo>
                  <a:lnTo>
                    <a:pt x="6194612" y="773370"/>
                  </a:lnTo>
                  <a:lnTo>
                    <a:pt x="6237931" y="759560"/>
                  </a:lnTo>
                  <a:lnTo>
                    <a:pt x="6281250" y="745750"/>
                  </a:lnTo>
                  <a:lnTo>
                    <a:pt x="6324569" y="731939"/>
                  </a:lnTo>
                  <a:lnTo>
                    <a:pt x="6367888" y="718129"/>
                  </a:lnTo>
                  <a:lnTo>
                    <a:pt x="6411207" y="704319"/>
                  </a:lnTo>
                  <a:lnTo>
                    <a:pt x="6454526" y="690509"/>
                  </a:lnTo>
                  <a:lnTo>
                    <a:pt x="6497845" y="676699"/>
                  </a:lnTo>
                  <a:lnTo>
                    <a:pt x="6541164" y="662888"/>
                  </a:lnTo>
                  <a:lnTo>
                    <a:pt x="6584483" y="649078"/>
                  </a:lnTo>
                  <a:lnTo>
                    <a:pt x="6627802" y="635268"/>
                  </a:lnTo>
                  <a:lnTo>
                    <a:pt x="6671121" y="621458"/>
                  </a:lnTo>
                  <a:lnTo>
                    <a:pt x="6714440" y="607648"/>
                  </a:lnTo>
                  <a:lnTo>
                    <a:pt x="6757759" y="593838"/>
                  </a:lnTo>
                  <a:lnTo>
                    <a:pt x="6801078" y="580027"/>
                  </a:lnTo>
                  <a:lnTo>
                    <a:pt x="6844396" y="566217"/>
                  </a:lnTo>
                  <a:lnTo>
                    <a:pt x="6887715" y="552407"/>
                  </a:lnTo>
                  <a:lnTo>
                    <a:pt x="6931034" y="538597"/>
                  </a:lnTo>
                  <a:lnTo>
                    <a:pt x="6974353" y="524787"/>
                  </a:lnTo>
                  <a:lnTo>
                    <a:pt x="7017672" y="510976"/>
                  </a:lnTo>
                  <a:lnTo>
                    <a:pt x="7060991" y="497166"/>
                  </a:lnTo>
                  <a:lnTo>
                    <a:pt x="7104310" y="483356"/>
                  </a:lnTo>
                  <a:lnTo>
                    <a:pt x="7147629" y="469546"/>
                  </a:lnTo>
                  <a:lnTo>
                    <a:pt x="7190948" y="455736"/>
                  </a:lnTo>
                  <a:lnTo>
                    <a:pt x="7234267" y="441925"/>
                  </a:lnTo>
                  <a:lnTo>
                    <a:pt x="7277586" y="428115"/>
                  </a:lnTo>
                  <a:lnTo>
                    <a:pt x="7320905" y="414305"/>
                  </a:lnTo>
                  <a:lnTo>
                    <a:pt x="7364224" y="400495"/>
                  </a:lnTo>
                  <a:lnTo>
                    <a:pt x="7407543" y="386685"/>
                  </a:lnTo>
                  <a:lnTo>
                    <a:pt x="7450862" y="372875"/>
                  </a:lnTo>
                  <a:lnTo>
                    <a:pt x="7494181" y="359064"/>
                  </a:lnTo>
                  <a:lnTo>
                    <a:pt x="7537500" y="345254"/>
                  </a:lnTo>
                  <a:lnTo>
                    <a:pt x="7580819" y="331444"/>
                  </a:lnTo>
                  <a:lnTo>
                    <a:pt x="7624138" y="317634"/>
                  </a:lnTo>
                  <a:lnTo>
                    <a:pt x="7667457" y="303824"/>
                  </a:lnTo>
                  <a:lnTo>
                    <a:pt x="7710776" y="290013"/>
                  </a:lnTo>
                  <a:lnTo>
                    <a:pt x="7754095" y="276203"/>
                  </a:lnTo>
                  <a:lnTo>
                    <a:pt x="7797414" y="262393"/>
                  </a:lnTo>
                  <a:lnTo>
                    <a:pt x="7840733" y="248583"/>
                  </a:lnTo>
                  <a:lnTo>
                    <a:pt x="7884052" y="234773"/>
                  </a:lnTo>
                  <a:lnTo>
                    <a:pt x="7927371" y="220962"/>
                  </a:lnTo>
                  <a:lnTo>
                    <a:pt x="7970690" y="207152"/>
                  </a:lnTo>
                  <a:lnTo>
                    <a:pt x="8014009" y="193342"/>
                  </a:lnTo>
                  <a:lnTo>
                    <a:pt x="8057328" y="179532"/>
                  </a:lnTo>
                  <a:lnTo>
                    <a:pt x="8100647" y="165722"/>
                  </a:lnTo>
                  <a:lnTo>
                    <a:pt x="8143966" y="151912"/>
                  </a:lnTo>
                  <a:lnTo>
                    <a:pt x="8187284" y="138101"/>
                  </a:lnTo>
                  <a:lnTo>
                    <a:pt x="8230603" y="124291"/>
                  </a:lnTo>
                  <a:lnTo>
                    <a:pt x="8273922" y="110481"/>
                  </a:lnTo>
                  <a:lnTo>
                    <a:pt x="8317241" y="96671"/>
                  </a:lnTo>
                  <a:lnTo>
                    <a:pt x="8360560" y="82861"/>
                  </a:lnTo>
                  <a:lnTo>
                    <a:pt x="8403879" y="69050"/>
                  </a:lnTo>
                  <a:lnTo>
                    <a:pt x="8447198" y="55240"/>
                  </a:lnTo>
                  <a:lnTo>
                    <a:pt x="8490517" y="41430"/>
                  </a:lnTo>
                  <a:lnTo>
                    <a:pt x="8533836" y="27620"/>
                  </a:lnTo>
                  <a:lnTo>
                    <a:pt x="8577155" y="13810"/>
                  </a:lnTo>
                  <a:lnTo>
                    <a:pt x="8620474" y="0"/>
                  </a:lnTo>
                </a:path>
              </a:pathLst>
            </a:custGeom>
            <a:ln w="32521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8"/>
            <p:cNvSpPr/>
            <p:nvPr/>
          </p:nvSpPr>
          <p:spPr>
            <a:xfrm>
              <a:off x="1204579" y="2386289"/>
              <a:ext cx="8620474" cy="2624936"/>
            </a:xfrm>
            <a:custGeom>
              <a:avLst/>
              <a:pathLst>
                <a:path w="8620474" h="2624936">
                  <a:moveTo>
                    <a:pt x="0" y="2624936"/>
                  </a:moveTo>
                  <a:lnTo>
                    <a:pt x="43318" y="2611746"/>
                  </a:lnTo>
                  <a:lnTo>
                    <a:pt x="86637" y="2598555"/>
                  </a:lnTo>
                  <a:lnTo>
                    <a:pt x="129956" y="2585364"/>
                  </a:lnTo>
                  <a:lnTo>
                    <a:pt x="173275" y="2572174"/>
                  </a:lnTo>
                  <a:lnTo>
                    <a:pt x="216594" y="2558983"/>
                  </a:lnTo>
                  <a:lnTo>
                    <a:pt x="259913" y="2545793"/>
                  </a:lnTo>
                  <a:lnTo>
                    <a:pt x="303232" y="2532602"/>
                  </a:lnTo>
                  <a:lnTo>
                    <a:pt x="346551" y="2519411"/>
                  </a:lnTo>
                  <a:lnTo>
                    <a:pt x="389870" y="2506221"/>
                  </a:lnTo>
                  <a:lnTo>
                    <a:pt x="433189" y="2493030"/>
                  </a:lnTo>
                  <a:lnTo>
                    <a:pt x="476508" y="2479839"/>
                  </a:lnTo>
                  <a:lnTo>
                    <a:pt x="519827" y="2466649"/>
                  </a:lnTo>
                  <a:lnTo>
                    <a:pt x="563146" y="2453458"/>
                  </a:lnTo>
                  <a:lnTo>
                    <a:pt x="606465" y="2440267"/>
                  </a:lnTo>
                  <a:lnTo>
                    <a:pt x="649784" y="2427077"/>
                  </a:lnTo>
                  <a:lnTo>
                    <a:pt x="693103" y="2413886"/>
                  </a:lnTo>
                  <a:lnTo>
                    <a:pt x="736422" y="2400696"/>
                  </a:lnTo>
                  <a:lnTo>
                    <a:pt x="779741" y="2387505"/>
                  </a:lnTo>
                  <a:lnTo>
                    <a:pt x="823060" y="2374314"/>
                  </a:lnTo>
                  <a:lnTo>
                    <a:pt x="866379" y="2361124"/>
                  </a:lnTo>
                  <a:lnTo>
                    <a:pt x="909698" y="2347933"/>
                  </a:lnTo>
                  <a:lnTo>
                    <a:pt x="953017" y="2334742"/>
                  </a:lnTo>
                  <a:lnTo>
                    <a:pt x="996336" y="2321552"/>
                  </a:lnTo>
                  <a:lnTo>
                    <a:pt x="1039655" y="2308361"/>
                  </a:lnTo>
                  <a:lnTo>
                    <a:pt x="1082974" y="2295170"/>
                  </a:lnTo>
                  <a:lnTo>
                    <a:pt x="1126293" y="2281980"/>
                  </a:lnTo>
                  <a:lnTo>
                    <a:pt x="1169612" y="2268789"/>
                  </a:lnTo>
                  <a:lnTo>
                    <a:pt x="1212931" y="2255599"/>
                  </a:lnTo>
                  <a:lnTo>
                    <a:pt x="1256250" y="2242408"/>
                  </a:lnTo>
                  <a:lnTo>
                    <a:pt x="1299569" y="2229217"/>
                  </a:lnTo>
                  <a:lnTo>
                    <a:pt x="1342888" y="2216027"/>
                  </a:lnTo>
                  <a:lnTo>
                    <a:pt x="1386206" y="2202836"/>
                  </a:lnTo>
                  <a:lnTo>
                    <a:pt x="1429525" y="2189645"/>
                  </a:lnTo>
                  <a:lnTo>
                    <a:pt x="1472844" y="2176455"/>
                  </a:lnTo>
                  <a:lnTo>
                    <a:pt x="1516163" y="2163264"/>
                  </a:lnTo>
                  <a:lnTo>
                    <a:pt x="1559482" y="2150073"/>
                  </a:lnTo>
                  <a:lnTo>
                    <a:pt x="1602801" y="2136883"/>
                  </a:lnTo>
                  <a:lnTo>
                    <a:pt x="1646120" y="2123692"/>
                  </a:lnTo>
                  <a:lnTo>
                    <a:pt x="1689439" y="2110502"/>
                  </a:lnTo>
                  <a:lnTo>
                    <a:pt x="1732758" y="2097311"/>
                  </a:lnTo>
                  <a:lnTo>
                    <a:pt x="1776077" y="2084120"/>
                  </a:lnTo>
                  <a:lnTo>
                    <a:pt x="1819396" y="2070930"/>
                  </a:lnTo>
                  <a:lnTo>
                    <a:pt x="1862715" y="2057739"/>
                  </a:lnTo>
                  <a:lnTo>
                    <a:pt x="1906034" y="2044548"/>
                  </a:lnTo>
                  <a:lnTo>
                    <a:pt x="1949353" y="2031358"/>
                  </a:lnTo>
                  <a:lnTo>
                    <a:pt x="1992672" y="2018167"/>
                  </a:lnTo>
                  <a:lnTo>
                    <a:pt x="2035991" y="2004976"/>
                  </a:lnTo>
                  <a:lnTo>
                    <a:pt x="2079310" y="1991786"/>
                  </a:lnTo>
                  <a:lnTo>
                    <a:pt x="2122629" y="1978595"/>
                  </a:lnTo>
                  <a:lnTo>
                    <a:pt x="2165948" y="1965405"/>
                  </a:lnTo>
                  <a:lnTo>
                    <a:pt x="2209267" y="1952214"/>
                  </a:lnTo>
                  <a:lnTo>
                    <a:pt x="2252586" y="1939023"/>
                  </a:lnTo>
                  <a:lnTo>
                    <a:pt x="2295905" y="1925833"/>
                  </a:lnTo>
                  <a:lnTo>
                    <a:pt x="2339224" y="1912642"/>
                  </a:lnTo>
                  <a:lnTo>
                    <a:pt x="2382543" y="1899451"/>
                  </a:lnTo>
                  <a:lnTo>
                    <a:pt x="2425862" y="1886261"/>
                  </a:lnTo>
                  <a:lnTo>
                    <a:pt x="2469181" y="1873070"/>
                  </a:lnTo>
                  <a:lnTo>
                    <a:pt x="2512500" y="1859879"/>
                  </a:lnTo>
                  <a:lnTo>
                    <a:pt x="2555819" y="1846689"/>
                  </a:lnTo>
                  <a:lnTo>
                    <a:pt x="2599138" y="1833498"/>
                  </a:lnTo>
                  <a:lnTo>
                    <a:pt x="2642457" y="1820308"/>
                  </a:lnTo>
                  <a:lnTo>
                    <a:pt x="2685776" y="1807117"/>
                  </a:lnTo>
                  <a:lnTo>
                    <a:pt x="2729094" y="1793926"/>
                  </a:lnTo>
                  <a:lnTo>
                    <a:pt x="2772413" y="1780736"/>
                  </a:lnTo>
                  <a:lnTo>
                    <a:pt x="2815732" y="1767545"/>
                  </a:lnTo>
                  <a:lnTo>
                    <a:pt x="2859051" y="1754354"/>
                  </a:lnTo>
                  <a:lnTo>
                    <a:pt x="2902370" y="1741164"/>
                  </a:lnTo>
                  <a:lnTo>
                    <a:pt x="2945689" y="1727973"/>
                  </a:lnTo>
                  <a:lnTo>
                    <a:pt x="2989008" y="1714782"/>
                  </a:lnTo>
                  <a:lnTo>
                    <a:pt x="3032327" y="1701592"/>
                  </a:lnTo>
                  <a:lnTo>
                    <a:pt x="3075646" y="1688401"/>
                  </a:lnTo>
                  <a:lnTo>
                    <a:pt x="3118965" y="1675210"/>
                  </a:lnTo>
                  <a:lnTo>
                    <a:pt x="3162284" y="1662020"/>
                  </a:lnTo>
                  <a:lnTo>
                    <a:pt x="3205603" y="1648829"/>
                  </a:lnTo>
                  <a:lnTo>
                    <a:pt x="3248922" y="1635639"/>
                  </a:lnTo>
                  <a:lnTo>
                    <a:pt x="3292241" y="1622448"/>
                  </a:lnTo>
                  <a:lnTo>
                    <a:pt x="3335560" y="1609257"/>
                  </a:lnTo>
                  <a:lnTo>
                    <a:pt x="3378879" y="1596067"/>
                  </a:lnTo>
                  <a:lnTo>
                    <a:pt x="3422198" y="1582876"/>
                  </a:lnTo>
                  <a:lnTo>
                    <a:pt x="3465517" y="1569685"/>
                  </a:lnTo>
                  <a:lnTo>
                    <a:pt x="3508836" y="1556495"/>
                  </a:lnTo>
                  <a:lnTo>
                    <a:pt x="3552155" y="1543304"/>
                  </a:lnTo>
                  <a:lnTo>
                    <a:pt x="3595474" y="1530113"/>
                  </a:lnTo>
                  <a:lnTo>
                    <a:pt x="3638793" y="1516923"/>
                  </a:lnTo>
                  <a:lnTo>
                    <a:pt x="3682112" y="1503732"/>
                  </a:lnTo>
                  <a:lnTo>
                    <a:pt x="3725431" y="1490542"/>
                  </a:lnTo>
                  <a:lnTo>
                    <a:pt x="3768750" y="1477351"/>
                  </a:lnTo>
                  <a:lnTo>
                    <a:pt x="3812069" y="1464160"/>
                  </a:lnTo>
                  <a:lnTo>
                    <a:pt x="3855388" y="1450970"/>
                  </a:lnTo>
                  <a:lnTo>
                    <a:pt x="3898707" y="1437779"/>
                  </a:lnTo>
                  <a:lnTo>
                    <a:pt x="3942026" y="1424588"/>
                  </a:lnTo>
                  <a:lnTo>
                    <a:pt x="3985345" y="1411398"/>
                  </a:lnTo>
                  <a:lnTo>
                    <a:pt x="4028664" y="1398207"/>
                  </a:lnTo>
                  <a:lnTo>
                    <a:pt x="4071983" y="1385016"/>
                  </a:lnTo>
                  <a:lnTo>
                    <a:pt x="4115301" y="1371826"/>
                  </a:lnTo>
                  <a:lnTo>
                    <a:pt x="4158620" y="1358635"/>
                  </a:lnTo>
                  <a:lnTo>
                    <a:pt x="4201939" y="1345445"/>
                  </a:lnTo>
                  <a:lnTo>
                    <a:pt x="4245258" y="1332254"/>
                  </a:lnTo>
                  <a:lnTo>
                    <a:pt x="4288577" y="1319063"/>
                  </a:lnTo>
                  <a:lnTo>
                    <a:pt x="4331896" y="1305873"/>
                  </a:lnTo>
                  <a:lnTo>
                    <a:pt x="4375215" y="1292682"/>
                  </a:lnTo>
                  <a:lnTo>
                    <a:pt x="4418534" y="1279491"/>
                  </a:lnTo>
                  <a:lnTo>
                    <a:pt x="4461853" y="1266301"/>
                  </a:lnTo>
                  <a:lnTo>
                    <a:pt x="4505172" y="1253110"/>
                  </a:lnTo>
                  <a:lnTo>
                    <a:pt x="4548491" y="1239919"/>
                  </a:lnTo>
                  <a:lnTo>
                    <a:pt x="4591810" y="1226729"/>
                  </a:lnTo>
                  <a:lnTo>
                    <a:pt x="4635129" y="1213538"/>
                  </a:lnTo>
                  <a:lnTo>
                    <a:pt x="4678448" y="1200348"/>
                  </a:lnTo>
                  <a:lnTo>
                    <a:pt x="4721767" y="1187157"/>
                  </a:lnTo>
                  <a:lnTo>
                    <a:pt x="4765086" y="1173966"/>
                  </a:lnTo>
                  <a:lnTo>
                    <a:pt x="4808405" y="1160776"/>
                  </a:lnTo>
                  <a:lnTo>
                    <a:pt x="4851724" y="1147585"/>
                  </a:lnTo>
                  <a:lnTo>
                    <a:pt x="4895043" y="1134394"/>
                  </a:lnTo>
                  <a:lnTo>
                    <a:pt x="4938362" y="1121204"/>
                  </a:lnTo>
                  <a:lnTo>
                    <a:pt x="4981681" y="1108013"/>
                  </a:lnTo>
                  <a:lnTo>
                    <a:pt x="5025000" y="1094822"/>
                  </a:lnTo>
                  <a:lnTo>
                    <a:pt x="5068319" y="1081632"/>
                  </a:lnTo>
                  <a:lnTo>
                    <a:pt x="5111638" y="1068441"/>
                  </a:lnTo>
                  <a:lnTo>
                    <a:pt x="5154957" y="1055251"/>
                  </a:lnTo>
                  <a:lnTo>
                    <a:pt x="5198276" y="1042060"/>
                  </a:lnTo>
                  <a:lnTo>
                    <a:pt x="5241595" y="1028869"/>
                  </a:lnTo>
                  <a:lnTo>
                    <a:pt x="5284914" y="1015679"/>
                  </a:lnTo>
                  <a:lnTo>
                    <a:pt x="5328233" y="1002488"/>
                  </a:lnTo>
                  <a:lnTo>
                    <a:pt x="5371552" y="989297"/>
                  </a:lnTo>
                  <a:lnTo>
                    <a:pt x="5414871" y="976107"/>
                  </a:lnTo>
                  <a:lnTo>
                    <a:pt x="5458189" y="962916"/>
                  </a:lnTo>
                  <a:lnTo>
                    <a:pt x="5501508" y="949725"/>
                  </a:lnTo>
                  <a:lnTo>
                    <a:pt x="5544827" y="936535"/>
                  </a:lnTo>
                  <a:lnTo>
                    <a:pt x="5588146" y="923344"/>
                  </a:lnTo>
                  <a:lnTo>
                    <a:pt x="5631465" y="910154"/>
                  </a:lnTo>
                  <a:lnTo>
                    <a:pt x="5674784" y="896963"/>
                  </a:lnTo>
                  <a:lnTo>
                    <a:pt x="5718103" y="883772"/>
                  </a:lnTo>
                  <a:lnTo>
                    <a:pt x="5761422" y="870582"/>
                  </a:lnTo>
                  <a:lnTo>
                    <a:pt x="5804741" y="857391"/>
                  </a:lnTo>
                  <a:lnTo>
                    <a:pt x="5848060" y="844200"/>
                  </a:lnTo>
                  <a:lnTo>
                    <a:pt x="5891379" y="831010"/>
                  </a:lnTo>
                  <a:lnTo>
                    <a:pt x="5934698" y="817819"/>
                  </a:lnTo>
                  <a:lnTo>
                    <a:pt x="5978017" y="804628"/>
                  </a:lnTo>
                  <a:lnTo>
                    <a:pt x="6021336" y="791438"/>
                  </a:lnTo>
                  <a:lnTo>
                    <a:pt x="6064655" y="778247"/>
                  </a:lnTo>
                  <a:lnTo>
                    <a:pt x="6107974" y="765056"/>
                  </a:lnTo>
                  <a:lnTo>
                    <a:pt x="6151293" y="751866"/>
                  </a:lnTo>
                  <a:lnTo>
                    <a:pt x="6194612" y="738675"/>
                  </a:lnTo>
                  <a:lnTo>
                    <a:pt x="6237931" y="725485"/>
                  </a:lnTo>
                  <a:lnTo>
                    <a:pt x="6281250" y="712294"/>
                  </a:lnTo>
                  <a:lnTo>
                    <a:pt x="6324569" y="699103"/>
                  </a:lnTo>
                  <a:lnTo>
                    <a:pt x="6367888" y="685913"/>
                  </a:lnTo>
                  <a:lnTo>
                    <a:pt x="6411207" y="672722"/>
                  </a:lnTo>
                  <a:lnTo>
                    <a:pt x="6454526" y="659531"/>
                  </a:lnTo>
                  <a:lnTo>
                    <a:pt x="6497845" y="646341"/>
                  </a:lnTo>
                  <a:lnTo>
                    <a:pt x="6541164" y="633150"/>
                  </a:lnTo>
                  <a:lnTo>
                    <a:pt x="6584483" y="619959"/>
                  </a:lnTo>
                  <a:lnTo>
                    <a:pt x="6627802" y="606769"/>
                  </a:lnTo>
                  <a:lnTo>
                    <a:pt x="6671121" y="593578"/>
                  </a:lnTo>
                  <a:lnTo>
                    <a:pt x="6714440" y="580388"/>
                  </a:lnTo>
                  <a:lnTo>
                    <a:pt x="6757759" y="567197"/>
                  </a:lnTo>
                  <a:lnTo>
                    <a:pt x="6801078" y="554006"/>
                  </a:lnTo>
                  <a:lnTo>
                    <a:pt x="6844396" y="540816"/>
                  </a:lnTo>
                  <a:lnTo>
                    <a:pt x="6887715" y="527625"/>
                  </a:lnTo>
                  <a:lnTo>
                    <a:pt x="6931034" y="514434"/>
                  </a:lnTo>
                  <a:lnTo>
                    <a:pt x="6974353" y="501244"/>
                  </a:lnTo>
                  <a:lnTo>
                    <a:pt x="7017672" y="488053"/>
                  </a:lnTo>
                  <a:lnTo>
                    <a:pt x="7060991" y="474862"/>
                  </a:lnTo>
                  <a:lnTo>
                    <a:pt x="7104310" y="461672"/>
                  </a:lnTo>
                  <a:lnTo>
                    <a:pt x="7147629" y="448481"/>
                  </a:lnTo>
                  <a:lnTo>
                    <a:pt x="7190948" y="435291"/>
                  </a:lnTo>
                  <a:lnTo>
                    <a:pt x="7234267" y="422100"/>
                  </a:lnTo>
                  <a:lnTo>
                    <a:pt x="7277586" y="408909"/>
                  </a:lnTo>
                  <a:lnTo>
                    <a:pt x="7320905" y="395719"/>
                  </a:lnTo>
                  <a:lnTo>
                    <a:pt x="7364224" y="382528"/>
                  </a:lnTo>
                  <a:lnTo>
                    <a:pt x="7407543" y="369337"/>
                  </a:lnTo>
                  <a:lnTo>
                    <a:pt x="7450862" y="356147"/>
                  </a:lnTo>
                  <a:lnTo>
                    <a:pt x="7494181" y="342956"/>
                  </a:lnTo>
                  <a:lnTo>
                    <a:pt x="7537500" y="329765"/>
                  </a:lnTo>
                  <a:lnTo>
                    <a:pt x="7580819" y="316575"/>
                  </a:lnTo>
                  <a:lnTo>
                    <a:pt x="7624138" y="303384"/>
                  </a:lnTo>
                  <a:lnTo>
                    <a:pt x="7667457" y="290194"/>
                  </a:lnTo>
                  <a:lnTo>
                    <a:pt x="7710776" y="277003"/>
                  </a:lnTo>
                  <a:lnTo>
                    <a:pt x="7754095" y="263812"/>
                  </a:lnTo>
                  <a:lnTo>
                    <a:pt x="7797414" y="250622"/>
                  </a:lnTo>
                  <a:lnTo>
                    <a:pt x="7840733" y="237431"/>
                  </a:lnTo>
                  <a:lnTo>
                    <a:pt x="7884052" y="224240"/>
                  </a:lnTo>
                  <a:lnTo>
                    <a:pt x="7927371" y="211050"/>
                  </a:lnTo>
                  <a:lnTo>
                    <a:pt x="7970690" y="197859"/>
                  </a:lnTo>
                  <a:lnTo>
                    <a:pt x="8014009" y="184668"/>
                  </a:lnTo>
                  <a:lnTo>
                    <a:pt x="8057328" y="171478"/>
                  </a:lnTo>
                  <a:lnTo>
                    <a:pt x="8100647" y="158287"/>
                  </a:lnTo>
                  <a:lnTo>
                    <a:pt x="8143966" y="145097"/>
                  </a:lnTo>
                  <a:lnTo>
                    <a:pt x="8187284" y="131906"/>
                  </a:lnTo>
                  <a:lnTo>
                    <a:pt x="8230603" y="118715"/>
                  </a:lnTo>
                  <a:lnTo>
                    <a:pt x="8273922" y="105525"/>
                  </a:lnTo>
                  <a:lnTo>
                    <a:pt x="8317241" y="92334"/>
                  </a:lnTo>
                  <a:lnTo>
                    <a:pt x="8360560" y="79143"/>
                  </a:lnTo>
                  <a:lnTo>
                    <a:pt x="8403879" y="65953"/>
                  </a:lnTo>
                  <a:lnTo>
                    <a:pt x="8447198" y="52762"/>
                  </a:lnTo>
                  <a:lnTo>
                    <a:pt x="8490517" y="39571"/>
                  </a:lnTo>
                  <a:lnTo>
                    <a:pt x="8533836" y="26381"/>
                  </a:lnTo>
                  <a:lnTo>
                    <a:pt x="8577155" y="13190"/>
                  </a:lnTo>
                  <a:lnTo>
                    <a:pt x="8620474" y="0"/>
                  </a:lnTo>
                </a:path>
              </a:pathLst>
            </a:custGeom>
            <a:ln w="32521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" name="pl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" name="pl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" name="pl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" name="pl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" name="pl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" name="pl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" name="pl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" name="pl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" name="pl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" name="pl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" name="pl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" name="pl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" name="pl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" name="pl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" name="pl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" name="pl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" name="pl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" name="pl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" name="pl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" name="pl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" name="pl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" name="pl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" name="pl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" name="pl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" name="pl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" name="pl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" name="pl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" name="pl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" name="pl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" name="pl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" name="pl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" name="pl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" name="pl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" name="pl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" name="pl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" name="pl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" name="pl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" name="pl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" name="pl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" name="pl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" name="pl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" name="pl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" name="pl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" name="pl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" name="pl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" name="pl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" name="pl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" name="pl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" name="pl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" name="pl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" name="pl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" name="pl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" name="pl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" name="pl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" name="pl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" name="pl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" name="pl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" name="pl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" name="pl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" name="pl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" name="pl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" name="pl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" name="pl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" name="pl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" name="pl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" name="pl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" name="pl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" name="pl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" name="pl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" name="pl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" name="pl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" name="pl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" name="pl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" name="pl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" name="pl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" name="pl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" name="pl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" name="pl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" name="pl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" name="pl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" name="pl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" name="pl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" name="pl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" name="pl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" name="pl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" name="pl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" name="pl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" name="pl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" name="pl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" name="pl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" name="pl1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" name="pl1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" name="pl1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" name="pl1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" name="pl1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" name="pl1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" name="pl1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" name="pl1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" name="pl1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" name="pl1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" name="pl1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" name="pl1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" name="pl1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" name="pl1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" name="pl1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" name="pl1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" name="pl1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" name="pl1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" name="pl1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" name="pl1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" name="pl1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" name="pl1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" name="pl1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" name="pl1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" name="pl1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" name="pl1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" name="pl1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" name="pl1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" name="pl1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" name="pl1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" name="pl1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" name="pl1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" name="pl1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" name="pl1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" name="pl1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" name="pl1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" name="pl1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" name="pl1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" name="pl1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" name="pl1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" name="pl1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" name="pl1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" name="pl1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" name="pl1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" name="pl1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" name="pl1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" name="pl1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" name="pl1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" name="pl1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" name="pl1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" name="pl1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" name="pl1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" name="pl1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" name="pl1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" name="pl1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" name="pl1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" name="pl1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" name="pl1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" name="pl1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" name="pl1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" name="pl1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" name="pl1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" name="pl1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" name="pl1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" name="pl1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" name="pl1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" name="pl1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" name="pl1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" name="pl1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" name="pl1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" name="pl1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" name="pl1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" name="pl1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" name="pl1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" name="pl1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" name="pl1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" name="pl1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" name="pl1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" name="pl1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" name="pl1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" name="pl1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" name="pl1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" name="pl1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" name="pl1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" name="pl1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" name="pl1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" name="pl1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" name="pl1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" name="pl1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" name="pl1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" name="pl1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" name="pl1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" name="pl1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" name="pl1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" name="pl1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" name="pl1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" name="pl1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" name="pl1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" name="pl1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" name="pl1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" name="pl2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" name="pl2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" name="pl2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" name="pl2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" name="pl2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" name="pl2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" name="pl2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" name="pl2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" name="pl2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" name="pl2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" name="pl2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" name="pl2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" name="pl2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" name="pl2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" name="pl2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" name="pl2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" name="pl2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" name="pl2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" name="pl2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" name="pl2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" name="pl2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" name="pl2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" name="pl2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" name="pl2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" name="pl2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" name="pl2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" name="pl2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" name="pl2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" name="pl2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" name="pl2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" name="pl2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" name="pl2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" name="pl2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" name="pl2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" name="pl2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" name="pl2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" name="pl2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" name="pl2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" name="pl2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" name="pl2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" name="pl2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" name="pl2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" name="pl2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" name="pl2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" name="pl2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" name="pl2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" name="pl2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" name="pl2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" name="pl2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" name="pl2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" name="pl2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" name="pl2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" name="pl2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" name="pl2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" name="pl2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" name="pl2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" name="pl2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" name="pl2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" name="pl2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" name="pl2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" name="pl2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" name="pl2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" name="pl2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" name="pl2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" name="pl2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" name="pl2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" name="pl2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" name="pl2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" name="pl2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" name="pl2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" name="pl2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" name="pl2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" name="pl2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4" name="pl2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5" name="pl2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6" name="pl2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7" name="pl2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8" name="pl2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9" name="pl2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0" name="pl2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1" name="pl2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2" name="pl2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3" name="pl2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4" name="pl2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5" name="pl2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6" name="pl2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7" name="pl2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8" name="pl2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9" name="pl2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0" name="pl2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1" name="pl2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2" name="pl2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3" name="pl2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4" name="pl2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5" name="pl2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6" name="pl2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7" name="pl2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8" name="pl2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9" name="pl2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0" name="pl2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1" name="pl3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2" name="pl3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3" name="pl3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4" name="pl3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5" name="pl3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6" name="pl3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7" name="pl3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8" name="pl3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9" name="pl3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0" name="pl3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1" name="pl3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2" name="pl3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3" name="pl3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4" name="pl3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5" name="pl3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6" name="pl3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7" name="pl3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8" name="pl3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9" name="pl3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0" name="pl3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1" name="pl3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2" name="pl3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3" name="pl3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4" name="pl3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5" name="pl3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6" name="pl3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7" name="pl3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8" name="pl3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9" name="pl3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0" name="pl3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1" name="pl3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2" name="pl3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3" name="pl3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4" name="pl3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5" name="pl3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6" name="pl3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7" name="pl3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8" name="pl3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9" name="pl3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0" name="pl3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1" name="pl3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2" name="pl3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3" name="pl3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4" name="pl3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5" name="pl3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6" name="pl3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7" name="pl3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8" name="pl3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9" name="pl3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0" name="pl3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1" name="pl3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2" name="pl3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3" name="pl3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4" name="pl3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5" name="pl3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6" name="pl3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7" name="pl3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8" name="pl3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9" name="pl3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0" name="pl3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1" name="pl3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2" name="pl3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3" name="pl3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4" name="pl3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5" name="pl3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6" name="pl3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7" name="pl3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8" name="pl3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9" name="pl3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0" name="pl3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1" name="pl3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2" name="pl3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3" name="pl3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4" name="pl3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5" name="pl3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6" name="pl3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7" name="pl3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8" name="pl3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9" name="pl3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0" name="pl3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1" name="pl3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2" name="pl3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3" name="pl3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4" name="pl3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5" name="pl3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6" name="pl3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7" name="pl3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8" name="pl3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9" name="pl3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0" name="pl3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1" name="pl3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2" name="pl3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3" name="pl3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4" name="pl3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5" name="pl3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6" name="pl3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7" name="pl3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8" name="pl3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9" name="pl3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0" name="pl3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1" name="pl4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2" name="pl4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3" name="pl4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4" name="pl4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5" name="pl4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6" name="pl4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7" name="pl4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8" name="pl4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9" name="pl4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0" name="pl4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1" name="pl4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2" name="pl4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3" name="pl4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4" name="pl4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5" name="pl4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6" name="pl4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7" name="pl4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8" name="pl4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9" name="pl4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0" name="pl4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1" name="pl4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2" name="pl4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3" name="pl4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4" name="pl4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5" name="pl4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6" name="pl4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7" name="pl4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8" name="pl4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9" name="pl4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0" name="pl4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1" name="pl4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2" name="pl4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3" name="pl4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4" name="pl4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5" name="pl4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6" name="pl4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7" name="pl4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8" name="pl4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9" name="pl4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0" name="pl4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1" name="pl4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2" name="pl4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3" name="pl4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4" name="pl4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5" name="pl4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6" name="pl4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7" name="pl4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8" name="pl4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9" name="pl4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0" name="pl4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1" name="pl4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2" name="pl4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3" name="pl4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4" name="pl4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5" name="pl4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6" name="pl4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7" name="pl4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8" name="pl4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9" name="pl4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0" name="pl4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1" name="pl4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2" name="pl4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3" name="pl4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4" name="pl4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5" name="pl4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6" name="pl4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7" name="pl4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8" name="pl4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9" name="pl4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0" name="pl4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1" name="pl4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2" name="pl4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3" name="pl4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4" name="pl4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5" name="pl4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6" name="pl4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7" name="pl4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8" name="pl4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9" name="pl4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0" name="pl4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1" name="pl4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2" name="pl4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3" name="pl4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4" name="pl4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5" name="pl4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6" name="pl4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7" name="pl4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8" name="pl4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9" name="pl4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0" name="pl4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1" name="pl4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2" name="pl4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3" name="pl4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4" name="pl4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5" name="pl4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6" name="pl4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7" name="pl4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8" name="pl4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9" name="pl4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0" name="pl4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1" name="pl5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2" name="pl5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3" name="pl5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4" name="pl5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5" name="pl5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6" name="pl5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7" name="pl5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8" name="pl5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9" name="pl5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0" name="pl5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1" name="pl5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2" name="pl5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3" name="pl5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4" name="pl5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5" name="pl5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6" name="pl5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7" name="pl5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8" name="pl5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9" name="pl5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0" name="pl5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1" name="pl5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2" name="pl5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3" name="pl5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4" name="pl5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5" name="pl5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6" name="pl5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7" name="pl5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8" name="pl5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9" name="pl5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0" name="pl5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1" name="pl5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2" name="pl5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3" name="pl5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4" name="pl5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5" name="pl5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6" name="pl5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7" name="pl5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8" name="pl5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9" name="pl5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0" name="pl5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1" name="pl5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2" name="pl5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3" name="pl5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4" name="pl5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5" name="pl5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6" name="pl5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7" name="pl5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8" name="pl5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9" name="pl5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0" name="pl5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1" name="pl5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2" name="pl5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3" name="pl5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4" name="pl5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5" name="pl5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6" name="pl5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7" name="pl5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8" name="pl5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9" name="pl5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0" name="pl5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1" name="pl5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2" name="pl5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3" name="pl5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4" name="pl5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5" name="pl5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6" name="pl5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7" name="pl5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8" name="pl5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9" name="pl5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0" name="pl5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1" name="pl5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2" name="pl5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3" name="pl5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4" name="pl5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5" name="pl5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6" name="pl5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7" name="pl5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8" name="pl5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9" name="pl5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0" name="pl5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1" name="pl5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2" name="pl5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3" name="pl5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4" name="pl5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5" name="pl5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6" name="pl5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7" name="pl5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8" name="pl5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9" name="pl5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0" name="pl5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1" name="pl5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2" name="pl5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3" name="pl5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4" name="pl5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5" name="pl5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6" name="pl5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7" name="pl5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8" name="pl5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9" name="pl5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0" name="pl5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1" name="pl6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2" name="pl6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3" name="pl6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4" name="pl6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5" name="pl6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6" name="pl6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7" name="pl6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8" name="pl6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9" name="pl6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0" name="pl609"/>
            <p:cNvSpPr/>
            <p:nvPr/>
          </p:nvSpPr>
          <p:spPr>
            <a:xfrm>
              <a:off x="773555" y="1410558"/>
              <a:ext cx="0" cy="4605405"/>
            </a:xfrm>
            <a:custGeom>
              <a:avLst/>
              <a:pathLst>
                <a:path w="0" h="4605405">
                  <a:moveTo>
                    <a:pt x="0" y="4605405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" name="tx610"/>
            <p:cNvSpPr/>
            <p:nvPr/>
          </p:nvSpPr>
          <p:spPr>
            <a:xfrm>
              <a:off x="626081" y="5759128"/>
              <a:ext cx="73456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</a:t>
              </a:r>
            </a:p>
          </p:txBody>
        </p:sp>
        <p:sp>
          <p:nvSpPr>
            <p:cNvPr id="612" name="tx611"/>
            <p:cNvSpPr/>
            <p:nvPr/>
          </p:nvSpPr>
          <p:spPr>
            <a:xfrm>
              <a:off x="552624" y="4921782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613" name="tx612"/>
            <p:cNvSpPr/>
            <p:nvPr/>
          </p:nvSpPr>
          <p:spPr>
            <a:xfrm>
              <a:off x="552624" y="4084113"/>
              <a:ext cx="146913" cy="9519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614" name="tx613"/>
            <p:cNvSpPr/>
            <p:nvPr/>
          </p:nvSpPr>
          <p:spPr>
            <a:xfrm>
              <a:off x="552624" y="3246960"/>
              <a:ext cx="146913" cy="9499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615" name="tx614"/>
            <p:cNvSpPr/>
            <p:nvPr/>
          </p:nvSpPr>
          <p:spPr>
            <a:xfrm>
              <a:off x="552624" y="2409484"/>
              <a:ext cx="146913" cy="9512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616" name="tx615"/>
            <p:cNvSpPr/>
            <p:nvPr/>
          </p:nvSpPr>
          <p:spPr>
            <a:xfrm>
              <a:off x="552624" y="1572396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50</a:t>
              </a:r>
            </a:p>
          </p:txBody>
        </p:sp>
        <p:sp>
          <p:nvSpPr>
            <p:cNvPr id="617" name="pl616"/>
            <p:cNvSpPr/>
            <p:nvPr/>
          </p:nvSpPr>
          <p:spPr>
            <a:xfrm>
              <a:off x="732434" y="5806627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" name="pl617"/>
            <p:cNvSpPr/>
            <p:nvPr/>
          </p:nvSpPr>
          <p:spPr>
            <a:xfrm>
              <a:off x="732434" y="4969280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" name="pl618"/>
            <p:cNvSpPr/>
            <p:nvPr/>
          </p:nvSpPr>
          <p:spPr>
            <a:xfrm>
              <a:off x="732434" y="4131934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" name="pl619"/>
            <p:cNvSpPr/>
            <p:nvPr/>
          </p:nvSpPr>
          <p:spPr>
            <a:xfrm>
              <a:off x="732434" y="3294587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" name="pl620"/>
            <p:cNvSpPr/>
            <p:nvPr/>
          </p:nvSpPr>
          <p:spPr>
            <a:xfrm>
              <a:off x="732434" y="2457241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" name="pl621"/>
            <p:cNvSpPr/>
            <p:nvPr/>
          </p:nvSpPr>
          <p:spPr>
            <a:xfrm>
              <a:off x="732434" y="1619894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" name="pl622"/>
            <p:cNvSpPr/>
            <p:nvPr/>
          </p:nvSpPr>
          <p:spPr>
            <a:xfrm>
              <a:off x="773555" y="6015963"/>
              <a:ext cx="9482522" cy="0"/>
            </a:xfrm>
            <a:custGeom>
              <a:avLst/>
              <a:pathLst>
                <a:path w="9482522" h="0">
                  <a:moveTo>
                    <a:pt x="0" y="0"/>
                  </a:moveTo>
                  <a:lnTo>
                    <a:pt x="9482522" y="0"/>
                  </a:lnTo>
                </a:path>
              </a:pathLst>
            </a:custGeom>
            <a:ln w="16014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" name="pl623"/>
            <p:cNvSpPr/>
            <p:nvPr/>
          </p:nvSpPr>
          <p:spPr>
            <a:xfrm>
              <a:off x="1204579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" name="pl624"/>
            <p:cNvSpPr/>
            <p:nvPr/>
          </p:nvSpPr>
          <p:spPr>
            <a:xfrm>
              <a:off x="2928674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" name="pl625"/>
            <p:cNvSpPr/>
            <p:nvPr/>
          </p:nvSpPr>
          <p:spPr>
            <a:xfrm>
              <a:off x="4652769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" name="pl626"/>
            <p:cNvSpPr/>
            <p:nvPr/>
          </p:nvSpPr>
          <p:spPr>
            <a:xfrm>
              <a:off x="6376864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" name="pl627"/>
            <p:cNvSpPr/>
            <p:nvPr/>
          </p:nvSpPr>
          <p:spPr>
            <a:xfrm>
              <a:off x="8100958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" name="pl628"/>
            <p:cNvSpPr/>
            <p:nvPr/>
          </p:nvSpPr>
          <p:spPr>
            <a:xfrm>
              <a:off x="9825053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" name="tx629"/>
            <p:cNvSpPr/>
            <p:nvPr/>
          </p:nvSpPr>
          <p:spPr>
            <a:xfrm>
              <a:off x="1167850" y="6089852"/>
              <a:ext cx="73456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</a:t>
              </a:r>
            </a:p>
          </p:txBody>
        </p:sp>
        <p:sp>
          <p:nvSpPr>
            <p:cNvPr id="631" name="tx630"/>
            <p:cNvSpPr/>
            <p:nvPr/>
          </p:nvSpPr>
          <p:spPr>
            <a:xfrm>
              <a:off x="2855217" y="6089852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632" name="tx631"/>
            <p:cNvSpPr/>
            <p:nvPr/>
          </p:nvSpPr>
          <p:spPr>
            <a:xfrm>
              <a:off x="4579312" y="6089529"/>
              <a:ext cx="146913" cy="9519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633" name="tx632"/>
            <p:cNvSpPr/>
            <p:nvPr/>
          </p:nvSpPr>
          <p:spPr>
            <a:xfrm>
              <a:off x="6303407" y="6089723"/>
              <a:ext cx="146913" cy="9499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634" name="tx633"/>
            <p:cNvSpPr/>
            <p:nvPr/>
          </p:nvSpPr>
          <p:spPr>
            <a:xfrm>
              <a:off x="8027502" y="6089594"/>
              <a:ext cx="146913" cy="9512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635" name="tx634"/>
            <p:cNvSpPr/>
            <p:nvPr/>
          </p:nvSpPr>
          <p:spPr>
            <a:xfrm>
              <a:off x="9751597" y="6089852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50</a:t>
              </a:r>
            </a:p>
          </p:txBody>
        </p:sp>
        <p:sp>
          <p:nvSpPr>
            <p:cNvPr id="636" name="tx635"/>
            <p:cNvSpPr/>
            <p:nvPr/>
          </p:nvSpPr>
          <p:spPr>
            <a:xfrm>
              <a:off x="4771423" y="6217005"/>
              <a:ext cx="1486786" cy="15647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Subjective response</a:t>
              </a:r>
            </a:p>
          </p:txBody>
        </p:sp>
        <p:sp>
          <p:nvSpPr>
            <p:cNvPr id="637" name="tx636"/>
            <p:cNvSpPr/>
            <p:nvPr/>
          </p:nvSpPr>
          <p:spPr>
            <a:xfrm rot="-5400000">
              <a:off x="-176788" y="3635023"/>
              <a:ext cx="1147074" cy="15647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Objective mean</a:t>
              </a:r>
            </a:p>
          </p:txBody>
        </p:sp>
        <p:sp>
          <p:nvSpPr>
            <p:cNvPr id="638" name="rc637"/>
            <p:cNvSpPr/>
            <p:nvPr/>
          </p:nvSpPr>
          <p:spPr>
            <a:xfrm>
              <a:off x="10420560" y="3183243"/>
              <a:ext cx="1201517" cy="106003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9" name="tx638"/>
            <p:cNvSpPr/>
            <p:nvPr/>
          </p:nvSpPr>
          <p:spPr>
            <a:xfrm>
              <a:off x="10502802" y="3280680"/>
              <a:ext cx="1037034" cy="12148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Variance level</a:t>
              </a:r>
            </a:p>
          </p:txBody>
        </p:sp>
        <p:sp>
          <p:nvSpPr>
            <p:cNvPr id="640" name="rc639"/>
            <p:cNvSpPr/>
            <p:nvPr/>
          </p:nvSpPr>
          <p:spPr>
            <a:xfrm>
              <a:off x="10502802" y="3502669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1" name="pl640"/>
            <p:cNvSpPr/>
            <p:nvPr/>
          </p:nvSpPr>
          <p:spPr>
            <a:xfrm>
              <a:off x="10524748" y="3612397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" name="rc641"/>
            <p:cNvSpPr/>
            <p:nvPr/>
          </p:nvSpPr>
          <p:spPr>
            <a:xfrm>
              <a:off x="10502802" y="3722125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3" name="pl642"/>
            <p:cNvSpPr/>
            <p:nvPr/>
          </p:nvSpPr>
          <p:spPr>
            <a:xfrm>
              <a:off x="10524748" y="3831853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" name="rc643"/>
            <p:cNvSpPr/>
            <p:nvPr/>
          </p:nvSpPr>
          <p:spPr>
            <a:xfrm>
              <a:off x="10502802" y="3941581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5" name="pl644"/>
            <p:cNvSpPr/>
            <p:nvPr/>
          </p:nvSpPr>
          <p:spPr>
            <a:xfrm>
              <a:off x="10524748" y="4051309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" name="tx645"/>
            <p:cNvSpPr/>
            <p:nvPr/>
          </p:nvSpPr>
          <p:spPr>
            <a:xfrm>
              <a:off x="10804500" y="3559674"/>
              <a:ext cx="440481" cy="100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SD of 3</a:t>
              </a:r>
            </a:p>
          </p:txBody>
        </p:sp>
        <p:sp>
          <p:nvSpPr>
            <p:cNvPr id="647" name="tx646"/>
            <p:cNvSpPr/>
            <p:nvPr/>
          </p:nvSpPr>
          <p:spPr>
            <a:xfrm>
              <a:off x="10804500" y="3779130"/>
              <a:ext cx="440481" cy="100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SD of 5</a:t>
              </a:r>
            </a:p>
          </p:txBody>
        </p:sp>
        <p:sp>
          <p:nvSpPr>
            <p:cNvPr id="648" name="tx647"/>
            <p:cNvSpPr/>
            <p:nvPr/>
          </p:nvSpPr>
          <p:spPr>
            <a:xfrm>
              <a:off x="10804500" y="3998586"/>
              <a:ext cx="440481" cy="100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SD of 7</a:t>
              </a:r>
            </a:p>
          </p:txBody>
        </p:sp>
        <p:sp>
          <p:nvSpPr>
            <p:cNvPr id="649" name="tx648"/>
            <p:cNvSpPr/>
            <p:nvPr/>
          </p:nvSpPr>
          <p:spPr>
            <a:xfrm>
              <a:off x="773555" y="1136855"/>
              <a:ext cx="2542120" cy="1549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Average participant regression line</a:t>
              </a:r>
            </a:p>
          </p:txBody>
        </p:sp>
        <p:sp>
          <p:nvSpPr>
            <p:cNvPr id="650" name="tx649"/>
            <p:cNvSpPr/>
            <p:nvPr/>
          </p:nvSpPr>
          <p:spPr>
            <a:xfrm>
              <a:off x="773555" y="860895"/>
              <a:ext cx="2929331" cy="18641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5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56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Experiment 4 - Average condition</a:t>
              </a:r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p:ph/>
          </p:nvPr>
        </p:nvSpPr>
        <p:spPr>
          <a:xfrm>
            <a:off x="274320" y="182880"/>
            <a:ext cx="11430000" cy="457200"/>
          </a:xfrm>
        </p:spPr>
        <p:txBody>
          <a:bodyPr/>
          <a:lstStyle/>
          <a:p>
            <a:r>
              <a:rPr/>
              <a:t>Exp 4 - Experience participant regression</a:t>
            </a:r>
          </a:p>
        </p:txBody>
      </p:sp>
      <p:grpSp xmlns:pic="http://schemas.openxmlformats.org/drawingml/2006/picture">
        <p:nvGrpSpPr>
          <p:cNvPr id="3" name=""/>
          <p:cNvGrpSpPr/>
          <p:nvPr/>
        </p:nvGrpSpPr>
        <p:grpSpPr>
          <a:xfrm>
            <a:off x="274320" y="822960"/>
            <a:ext cx="11430000" cy="5669280"/>
            <a:chOff x="274320" y="822960"/>
            <a:chExt cx="11430000" cy="5669280"/>
          </a:xfrm>
        </p:grpSpPr>
        <p:sp>
          <p:nvSpPr>
            <p:cNvPr id="4" name="rc3"/>
            <p:cNvSpPr/>
            <p:nvPr/>
          </p:nvSpPr>
          <p:spPr>
            <a:xfrm>
              <a:off x="274320" y="822960"/>
              <a:ext cx="1143000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4"/>
            <p:cNvSpPr/>
            <p:nvPr/>
          </p:nvSpPr>
          <p:spPr>
            <a:xfrm>
              <a:off x="11704319" y="822960"/>
              <a:ext cx="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6014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rc5"/>
            <p:cNvSpPr/>
            <p:nvPr/>
          </p:nvSpPr>
          <p:spPr>
            <a:xfrm>
              <a:off x="773555" y="1410558"/>
              <a:ext cx="9482522" cy="460540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6"/>
            <p:cNvSpPr/>
            <p:nvPr/>
          </p:nvSpPr>
          <p:spPr>
            <a:xfrm>
              <a:off x="1204579" y="2400931"/>
              <a:ext cx="8620474" cy="2610651"/>
            </a:xfrm>
            <a:custGeom>
              <a:avLst/>
              <a:pathLst>
                <a:path w="8620474" h="2610651">
                  <a:moveTo>
                    <a:pt x="0" y="2610651"/>
                  </a:moveTo>
                  <a:lnTo>
                    <a:pt x="43318" y="2597532"/>
                  </a:lnTo>
                  <a:lnTo>
                    <a:pt x="86637" y="2584413"/>
                  </a:lnTo>
                  <a:lnTo>
                    <a:pt x="129956" y="2571294"/>
                  </a:lnTo>
                  <a:lnTo>
                    <a:pt x="173275" y="2558175"/>
                  </a:lnTo>
                  <a:lnTo>
                    <a:pt x="216594" y="2545056"/>
                  </a:lnTo>
                  <a:lnTo>
                    <a:pt x="259913" y="2531938"/>
                  </a:lnTo>
                  <a:lnTo>
                    <a:pt x="303232" y="2518819"/>
                  </a:lnTo>
                  <a:lnTo>
                    <a:pt x="346551" y="2505700"/>
                  </a:lnTo>
                  <a:lnTo>
                    <a:pt x="389870" y="2492581"/>
                  </a:lnTo>
                  <a:lnTo>
                    <a:pt x="433189" y="2479462"/>
                  </a:lnTo>
                  <a:lnTo>
                    <a:pt x="476508" y="2466343"/>
                  </a:lnTo>
                  <a:lnTo>
                    <a:pt x="519827" y="2453224"/>
                  </a:lnTo>
                  <a:lnTo>
                    <a:pt x="563146" y="2440106"/>
                  </a:lnTo>
                  <a:lnTo>
                    <a:pt x="606465" y="2426987"/>
                  </a:lnTo>
                  <a:lnTo>
                    <a:pt x="649784" y="2413868"/>
                  </a:lnTo>
                  <a:lnTo>
                    <a:pt x="693103" y="2400749"/>
                  </a:lnTo>
                  <a:lnTo>
                    <a:pt x="736422" y="2387630"/>
                  </a:lnTo>
                  <a:lnTo>
                    <a:pt x="779741" y="2374511"/>
                  </a:lnTo>
                  <a:lnTo>
                    <a:pt x="823060" y="2361392"/>
                  </a:lnTo>
                  <a:lnTo>
                    <a:pt x="866379" y="2348274"/>
                  </a:lnTo>
                  <a:lnTo>
                    <a:pt x="909698" y="2335155"/>
                  </a:lnTo>
                  <a:lnTo>
                    <a:pt x="953017" y="2322036"/>
                  </a:lnTo>
                  <a:lnTo>
                    <a:pt x="996336" y="2308917"/>
                  </a:lnTo>
                  <a:lnTo>
                    <a:pt x="1039655" y="2295798"/>
                  </a:lnTo>
                  <a:lnTo>
                    <a:pt x="1082974" y="2282679"/>
                  </a:lnTo>
                  <a:lnTo>
                    <a:pt x="1126293" y="2269561"/>
                  </a:lnTo>
                  <a:lnTo>
                    <a:pt x="1169612" y="2256442"/>
                  </a:lnTo>
                  <a:lnTo>
                    <a:pt x="1212931" y="2243323"/>
                  </a:lnTo>
                  <a:lnTo>
                    <a:pt x="1256250" y="2230204"/>
                  </a:lnTo>
                  <a:lnTo>
                    <a:pt x="1299569" y="2217085"/>
                  </a:lnTo>
                  <a:lnTo>
                    <a:pt x="1342888" y="2203966"/>
                  </a:lnTo>
                  <a:lnTo>
                    <a:pt x="1386206" y="2190847"/>
                  </a:lnTo>
                  <a:lnTo>
                    <a:pt x="1429525" y="2177729"/>
                  </a:lnTo>
                  <a:lnTo>
                    <a:pt x="1472844" y="2164610"/>
                  </a:lnTo>
                  <a:lnTo>
                    <a:pt x="1516163" y="2151491"/>
                  </a:lnTo>
                  <a:lnTo>
                    <a:pt x="1559482" y="2138372"/>
                  </a:lnTo>
                  <a:lnTo>
                    <a:pt x="1602801" y="2125253"/>
                  </a:lnTo>
                  <a:lnTo>
                    <a:pt x="1646120" y="2112134"/>
                  </a:lnTo>
                  <a:lnTo>
                    <a:pt x="1689439" y="2099015"/>
                  </a:lnTo>
                  <a:lnTo>
                    <a:pt x="1732758" y="2085897"/>
                  </a:lnTo>
                  <a:lnTo>
                    <a:pt x="1776077" y="2072778"/>
                  </a:lnTo>
                  <a:lnTo>
                    <a:pt x="1819396" y="2059659"/>
                  </a:lnTo>
                  <a:lnTo>
                    <a:pt x="1862715" y="2046540"/>
                  </a:lnTo>
                  <a:lnTo>
                    <a:pt x="1906034" y="2033421"/>
                  </a:lnTo>
                  <a:lnTo>
                    <a:pt x="1949353" y="2020302"/>
                  </a:lnTo>
                  <a:lnTo>
                    <a:pt x="1992672" y="2007184"/>
                  </a:lnTo>
                  <a:lnTo>
                    <a:pt x="2035991" y="1994065"/>
                  </a:lnTo>
                  <a:lnTo>
                    <a:pt x="2079310" y="1980946"/>
                  </a:lnTo>
                  <a:lnTo>
                    <a:pt x="2122629" y="1967827"/>
                  </a:lnTo>
                  <a:lnTo>
                    <a:pt x="2165948" y="1954708"/>
                  </a:lnTo>
                  <a:lnTo>
                    <a:pt x="2209267" y="1941589"/>
                  </a:lnTo>
                  <a:lnTo>
                    <a:pt x="2252586" y="1928470"/>
                  </a:lnTo>
                  <a:lnTo>
                    <a:pt x="2295905" y="1915352"/>
                  </a:lnTo>
                  <a:lnTo>
                    <a:pt x="2339224" y="1902233"/>
                  </a:lnTo>
                  <a:lnTo>
                    <a:pt x="2382543" y="1889114"/>
                  </a:lnTo>
                  <a:lnTo>
                    <a:pt x="2425862" y="1875995"/>
                  </a:lnTo>
                  <a:lnTo>
                    <a:pt x="2469181" y="1862876"/>
                  </a:lnTo>
                  <a:lnTo>
                    <a:pt x="2512500" y="1849757"/>
                  </a:lnTo>
                  <a:lnTo>
                    <a:pt x="2555819" y="1836638"/>
                  </a:lnTo>
                  <a:lnTo>
                    <a:pt x="2599138" y="1823520"/>
                  </a:lnTo>
                  <a:lnTo>
                    <a:pt x="2642457" y="1810401"/>
                  </a:lnTo>
                  <a:lnTo>
                    <a:pt x="2685776" y="1797282"/>
                  </a:lnTo>
                  <a:lnTo>
                    <a:pt x="2729094" y="1784163"/>
                  </a:lnTo>
                  <a:lnTo>
                    <a:pt x="2772413" y="1771044"/>
                  </a:lnTo>
                  <a:lnTo>
                    <a:pt x="2815732" y="1757925"/>
                  </a:lnTo>
                  <a:lnTo>
                    <a:pt x="2859051" y="1744807"/>
                  </a:lnTo>
                  <a:lnTo>
                    <a:pt x="2902370" y="1731688"/>
                  </a:lnTo>
                  <a:lnTo>
                    <a:pt x="2945689" y="1718569"/>
                  </a:lnTo>
                  <a:lnTo>
                    <a:pt x="2989008" y="1705450"/>
                  </a:lnTo>
                  <a:lnTo>
                    <a:pt x="3032327" y="1692331"/>
                  </a:lnTo>
                  <a:lnTo>
                    <a:pt x="3075646" y="1679212"/>
                  </a:lnTo>
                  <a:lnTo>
                    <a:pt x="3118965" y="1666093"/>
                  </a:lnTo>
                  <a:lnTo>
                    <a:pt x="3162284" y="1652975"/>
                  </a:lnTo>
                  <a:lnTo>
                    <a:pt x="3205603" y="1639856"/>
                  </a:lnTo>
                  <a:lnTo>
                    <a:pt x="3248922" y="1626737"/>
                  </a:lnTo>
                  <a:lnTo>
                    <a:pt x="3292241" y="1613618"/>
                  </a:lnTo>
                  <a:lnTo>
                    <a:pt x="3335560" y="1600499"/>
                  </a:lnTo>
                  <a:lnTo>
                    <a:pt x="3378879" y="1587380"/>
                  </a:lnTo>
                  <a:lnTo>
                    <a:pt x="3422198" y="1574261"/>
                  </a:lnTo>
                  <a:lnTo>
                    <a:pt x="3465517" y="1561143"/>
                  </a:lnTo>
                  <a:lnTo>
                    <a:pt x="3508836" y="1548024"/>
                  </a:lnTo>
                  <a:lnTo>
                    <a:pt x="3552155" y="1534905"/>
                  </a:lnTo>
                  <a:lnTo>
                    <a:pt x="3595474" y="1521786"/>
                  </a:lnTo>
                  <a:lnTo>
                    <a:pt x="3638793" y="1508667"/>
                  </a:lnTo>
                  <a:lnTo>
                    <a:pt x="3682112" y="1495548"/>
                  </a:lnTo>
                  <a:lnTo>
                    <a:pt x="3725431" y="1482430"/>
                  </a:lnTo>
                  <a:lnTo>
                    <a:pt x="3768750" y="1469311"/>
                  </a:lnTo>
                  <a:lnTo>
                    <a:pt x="3812069" y="1456192"/>
                  </a:lnTo>
                  <a:lnTo>
                    <a:pt x="3855388" y="1443073"/>
                  </a:lnTo>
                  <a:lnTo>
                    <a:pt x="3898707" y="1429954"/>
                  </a:lnTo>
                  <a:lnTo>
                    <a:pt x="3942026" y="1416835"/>
                  </a:lnTo>
                  <a:lnTo>
                    <a:pt x="3985345" y="1403716"/>
                  </a:lnTo>
                  <a:lnTo>
                    <a:pt x="4028664" y="1390598"/>
                  </a:lnTo>
                  <a:lnTo>
                    <a:pt x="4071983" y="1377479"/>
                  </a:lnTo>
                  <a:lnTo>
                    <a:pt x="4115301" y="1364360"/>
                  </a:lnTo>
                  <a:lnTo>
                    <a:pt x="4158620" y="1351241"/>
                  </a:lnTo>
                  <a:lnTo>
                    <a:pt x="4201939" y="1338122"/>
                  </a:lnTo>
                  <a:lnTo>
                    <a:pt x="4245258" y="1325003"/>
                  </a:lnTo>
                  <a:lnTo>
                    <a:pt x="4288577" y="1311884"/>
                  </a:lnTo>
                  <a:lnTo>
                    <a:pt x="4331896" y="1298766"/>
                  </a:lnTo>
                  <a:lnTo>
                    <a:pt x="4375215" y="1285647"/>
                  </a:lnTo>
                  <a:lnTo>
                    <a:pt x="4418534" y="1272528"/>
                  </a:lnTo>
                  <a:lnTo>
                    <a:pt x="4461853" y="1259409"/>
                  </a:lnTo>
                  <a:lnTo>
                    <a:pt x="4505172" y="1246290"/>
                  </a:lnTo>
                  <a:lnTo>
                    <a:pt x="4548491" y="1233171"/>
                  </a:lnTo>
                  <a:lnTo>
                    <a:pt x="4591810" y="1220053"/>
                  </a:lnTo>
                  <a:lnTo>
                    <a:pt x="4635129" y="1206934"/>
                  </a:lnTo>
                  <a:lnTo>
                    <a:pt x="4678448" y="1193815"/>
                  </a:lnTo>
                  <a:lnTo>
                    <a:pt x="4721767" y="1180696"/>
                  </a:lnTo>
                  <a:lnTo>
                    <a:pt x="4765086" y="1167577"/>
                  </a:lnTo>
                  <a:lnTo>
                    <a:pt x="4808405" y="1154458"/>
                  </a:lnTo>
                  <a:lnTo>
                    <a:pt x="4851724" y="1141339"/>
                  </a:lnTo>
                  <a:lnTo>
                    <a:pt x="4895043" y="1128221"/>
                  </a:lnTo>
                  <a:lnTo>
                    <a:pt x="4938362" y="1115102"/>
                  </a:lnTo>
                  <a:lnTo>
                    <a:pt x="4981681" y="1101983"/>
                  </a:lnTo>
                  <a:lnTo>
                    <a:pt x="5025000" y="1088864"/>
                  </a:lnTo>
                  <a:lnTo>
                    <a:pt x="5068319" y="1075745"/>
                  </a:lnTo>
                  <a:lnTo>
                    <a:pt x="5111638" y="1062626"/>
                  </a:lnTo>
                  <a:lnTo>
                    <a:pt x="5154957" y="1049507"/>
                  </a:lnTo>
                  <a:lnTo>
                    <a:pt x="5198276" y="1036389"/>
                  </a:lnTo>
                  <a:lnTo>
                    <a:pt x="5241595" y="1023270"/>
                  </a:lnTo>
                  <a:lnTo>
                    <a:pt x="5284914" y="1010151"/>
                  </a:lnTo>
                  <a:lnTo>
                    <a:pt x="5328233" y="997032"/>
                  </a:lnTo>
                  <a:lnTo>
                    <a:pt x="5371552" y="983913"/>
                  </a:lnTo>
                  <a:lnTo>
                    <a:pt x="5414871" y="970794"/>
                  </a:lnTo>
                  <a:lnTo>
                    <a:pt x="5458189" y="957676"/>
                  </a:lnTo>
                  <a:lnTo>
                    <a:pt x="5501508" y="944557"/>
                  </a:lnTo>
                  <a:lnTo>
                    <a:pt x="5544827" y="931438"/>
                  </a:lnTo>
                  <a:lnTo>
                    <a:pt x="5588146" y="918319"/>
                  </a:lnTo>
                  <a:lnTo>
                    <a:pt x="5631465" y="905200"/>
                  </a:lnTo>
                  <a:lnTo>
                    <a:pt x="5674784" y="892081"/>
                  </a:lnTo>
                  <a:lnTo>
                    <a:pt x="5718103" y="878962"/>
                  </a:lnTo>
                  <a:lnTo>
                    <a:pt x="5761422" y="865844"/>
                  </a:lnTo>
                  <a:lnTo>
                    <a:pt x="5804741" y="852725"/>
                  </a:lnTo>
                  <a:lnTo>
                    <a:pt x="5848060" y="839606"/>
                  </a:lnTo>
                  <a:lnTo>
                    <a:pt x="5891379" y="826487"/>
                  </a:lnTo>
                  <a:lnTo>
                    <a:pt x="5934698" y="813368"/>
                  </a:lnTo>
                  <a:lnTo>
                    <a:pt x="5978017" y="800249"/>
                  </a:lnTo>
                  <a:lnTo>
                    <a:pt x="6021336" y="787130"/>
                  </a:lnTo>
                  <a:lnTo>
                    <a:pt x="6064655" y="774012"/>
                  </a:lnTo>
                  <a:lnTo>
                    <a:pt x="6107974" y="760893"/>
                  </a:lnTo>
                  <a:lnTo>
                    <a:pt x="6151293" y="747774"/>
                  </a:lnTo>
                  <a:lnTo>
                    <a:pt x="6194612" y="734655"/>
                  </a:lnTo>
                  <a:lnTo>
                    <a:pt x="6237931" y="721536"/>
                  </a:lnTo>
                  <a:lnTo>
                    <a:pt x="6281250" y="708417"/>
                  </a:lnTo>
                  <a:lnTo>
                    <a:pt x="6324569" y="695299"/>
                  </a:lnTo>
                  <a:lnTo>
                    <a:pt x="6367888" y="682180"/>
                  </a:lnTo>
                  <a:lnTo>
                    <a:pt x="6411207" y="669061"/>
                  </a:lnTo>
                  <a:lnTo>
                    <a:pt x="6454526" y="655942"/>
                  </a:lnTo>
                  <a:lnTo>
                    <a:pt x="6497845" y="642823"/>
                  </a:lnTo>
                  <a:lnTo>
                    <a:pt x="6541164" y="629704"/>
                  </a:lnTo>
                  <a:lnTo>
                    <a:pt x="6584483" y="616585"/>
                  </a:lnTo>
                  <a:lnTo>
                    <a:pt x="6627802" y="603467"/>
                  </a:lnTo>
                  <a:lnTo>
                    <a:pt x="6671121" y="590348"/>
                  </a:lnTo>
                  <a:lnTo>
                    <a:pt x="6714440" y="577229"/>
                  </a:lnTo>
                  <a:lnTo>
                    <a:pt x="6757759" y="564110"/>
                  </a:lnTo>
                  <a:lnTo>
                    <a:pt x="6801078" y="550991"/>
                  </a:lnTo>
                  <a:lnTo>
                    <a:pt x="6844396" y="537872"/>
                  </a:lnTo>
                  <a:lnTo>
                    <a:pt x="6887715" y="524753"/>
                  </a:lnTo>
                  <a:lnTo>
                    <a:pt x="6931034" y="511635"/>
                  </a:lnTo>
                  <a:lnTo>
                    <a:pt x="6974353" y="498516"/>
                  </a:lnTo>
                  <a:lnTo>
                    <a:pt x="7017672" y="485397"/>
                  </a:lnTo>
                  <a:lnTo>
                    <a:pt x="7060991" y="472278"/>
                  </a:lnTo>
                  <a:lnTo>
                    <a:pt x="7104310" y="459159"/>
                  </a:lnTo>
                  <a:lnTo>
                    <a:pt x="7147629" y="446040"/>
                  </a:lnTo>
                  <a:lnTo>
                    <a:pt x="7190948" y="432922"/>
                  </a:lnTo>
                  <a:lnTo>
                    <a:pt x="7234267" y="419803"/>
                  </a:lnTo>
                  <a:lnTo>
                    <a:pt x="7277586" y="406684"/>
                  </a:lnTo>
                  <a:lnTo>
                    <a:pt x="7320905" y="393565"/>
                  </a:lnTo>
                  <a:lnTo>
                    <a:pt x="7364224" y="380446"/>
                  </a:lnTo>
                  <a:lnTo>
                    <a:pt x="7407543" y="367327"/>
                  </a:lnTo>
                  <a:lnTo>
                    <a:pt x="7450862" y="354208"/>
                  </a:lnTo>
                  <a:lnTo>
                    <a:pt x="7494181" y="341090"/>
                  </a:lnTo>
                  <a:lnTo>
                    <a:pt x="7537500" y="327971"/>
                  </a:lnTo>
                  <a:lnTo>
                    <a:pt x="7580819" y="314852"/>
                  </a:lnTo>
                  <a:lnTo>
                    <a:pt x="7624138" y="301733"/>
                  </a:lnTo>
                  <a:lnTo>
                    <a:pt x="7667457" y="288614"/>
                  </a:lnTo>
                  <a:lnTo>
                    <a:pt x="7710776" y="275495"/>
                  </a:lnTo>
                  <a:lnTo>
                    <a:pt x="7754095" y="262376"/>
                  </a:lnTo>
                  <a:lnTo>
                    <a:pt x="7797414" y="249258"/>
                  </a:lnTo>
                  <a:lnTo>
                    <a:pt x="7840733" y="236139"/>
                  </a:lnTo>
                  <a:lnTo>
                    <a:pt x="7884052" y="223020"/>
                  </a:lnTo>
                  <a:lnTo>
                    <a:pt x="7927371" y="209901"/>
                  </a:lnTo>
                  <a:lnTo>
                    <a:pt x="7970690" y="196782"/>
                  </a:lnTo>
                  <a:lnTo>
                    <a:pt x="8014009" y="183663"/>
                  </a:lnTo>
                  <a:lnTo>
                    <a:pt x="8057328" y="170545"/>
                  </a:lnTo>
                  <a:lnTo>
                    <a:pt x="8100647" y="157426"/>
                  </a:lnTo>
                  <a:lnTo>
                    <a:pt x="8143966" y="144307"/>
                  </a:lnTo>
                  <a:lnTo>
                    <a:pt x="8187284" y="131188"/>
                  </a:lnTo>
                  <a:lnTo>
                    <a:pt x="8230603" y="118069"/>
                  </a:lnTo>
                  <a:lnTo>
                    <a:pt x="8273922" y="104950"/>
                  </a:lnTo>
                  <a:lnTo>
                    <a:pt x="8317241" y="91831"/>
                  </a:lnTo>
                  <a:lnTo>
                    <a:pt x="8360560" y="78713"/>
                  </a:lnTo>
                  <a:lnTo>
                    <a:pt x="8403879" y="65594"/>
                  </a:lnTo>
                  <a:lnTo>
                    <a:pt x="8447198" y="52475"/>
                  </a:lnTo>
                  <a:lnTo>
                    <a:pt x="8490517" y="39356"/>
                  </a:lnTo>
                  <a:lnTo>
                    <a:pt x="8533836" y="26237"/>
                  </a:lnTo>
                  <a:lnTo>
                    <a:pt x="8577155" y="13118"/>
                  </a:lnTo>
                  <a:lnTo>
                    <a:pt x="8620474" y="0"/>
                  </a:lnTo>
                </a:path>
              </a:pathLst>
            </a:custGeom>
            <a:ln w="32521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7"/>
            <p:cNvSpPr/>
            <p:nvPr/>
          </p:nvSpPr>
          <p:spPr>
            <a:xfrm>
              <a:off x="1204579" y="2431575"/>
              <a:ext cx="8620474" cy="2591385"/>
            </a:xfrm>
            <a:custGeom>
              <a:avLst/>
              <a:pathLst>
                <a:path w="8620474" h="2591385">
                  <a:moveTo>
                    <a:pt x="0" y="2591385"/>
                  </a:moveTo>
                  <a:lnTo>
                    <a:pt x="43318" y="2578363"/>
                  </a:lnTo>
                  <a:lnTo>
                    <a:pt x="86637" y="2565341"/>
                  </a:lnTo>
                  <a:lnTo>
                    <a:pt x="129956" y="2552319"/>
                  </a:lnTo>
                  <a:lnTo>
                    <a:pt x="173275" y="2539296"/>
                  </a:lnTo>
                  <a:lnTo>
                    <a:pt x="216594" y="2526274"/>
                  </a:lnTo>
                  <a:lnTo>
                    <a:pt x="259913" y="2513252"/>
                  </a:lnTo>
                  <a:lnTo>
                    <a:pt x="303232" y="2500230"/>
                  </a:lnTo>
                  <a:lnTo>
                    <a:pt x="346551" y="2487208"/>
                  </a:lnTo>
                  <a:lnTo>
                    <a:pt x="389870" y="2474186"/>
                  </a:lnTo>
                  <a:lnTo>
                    <a:pt x="433189" y="2461164"/>
                  </a:lnTo>
                  <a:lnTo>
                    <a:pt x="476508" y="2448142"/>
                  </a:lnTo>
                  <a:lnTo>
                    <a:pt x="519827" y="2435120"/>
                  </a:lnTo>
                  <a:lnTo>
                    <a:pt x="563146" y="2422098"/>
                  </a:lnTo>
                  <a:lnTo>
                    <a:pt x="606465" y="2409076"/>
                  </a:lnTo>
                  <a:lnTo>
                    <a:pt x="649784" y="2396054"/>
                  </a:lnTo>
                  <a:lnTo>
                    <a:pt x="693103" y="2383032"/>
                  </a:lnTo>
                  <a:lnTo>
                    <a:pt x="736422" y="2370010"/>
                  </a:lnTo>
                  <a:lnTo>
                    <a:pt x="779741" y="2356988"/>
                  </a:lnTo>
                  <a:lnTo>
                    <a:pt x="823060" y="2343966"/>
                  </a:lnTo>
                  <a:lnTo>
                    <a:pt x="866379" y="2330944"/>
                  </a:lnTo>
                  <a:lnTo>
                    <a:pt x="909698" y="2317922"/>
                  </a:lnTo>
                  <a:lnTo>
                    <a:pt x="953017" y="2304900"/>
                  </a:lnTo>
                  <a:lnTo>
                    <a:pt x="996336" y="2291878"/>
                  </a:lnTo>
                  <a:lnTo>
                    <a:pt x="1039655" y="2278856"/>
                  </a:lnTo>
                  <a:lnTo>
                    <a:pt x="1082974" y="2265834"/>
                  </a:lnTo>
                  <a:lnTo>
                    <a:pt x="1126293" y="2252812"/>
                  </a:lnTo>
                  <a:lnTo>
                    <a:pt x="1169612" y="2239790"/>
                  </a:lnTo>
                  <a:lnTo>
                    <a:pt x="1212931" y="2226768"/>
                  </a:lnTo>
                  <a:lnTo>
                    <a:pt x="1256250" y="2213746"/>
                  </a:lnTo>
                  <a:lnTo>
                    <a:pt x="1299569" y="2200724"/>
                  </a:lnTo>
                  <a:lnTo>
                    <a:pt x="1342888" y="2187702"/>
                  </a:lnTo>
                  <a:lnTo>
                    <a:pt x="1386206" y="2174679"/>
                  </a:lnTo>
                  <a:lnTo>
                    <a:pt x="1429525" y="2161657"/>
                  </a:lnTo>
                  <a:lnTo>
                    <a:pt x="1472844" y="2148635"/>
                  </a:lnTo>
                  <a:lnTo>
                    <a:pt x="1516163" y="2135613"/>
                  </a:lnTo>
                  <a:lnTo>
                    <a:pt x="1559482" y="2122591"/>
                  </a:lnTo>
                  <a:lnTo>
                    <a:pt x="1602801" y="2109569"/>
                  </a:lnTo>
                  <a:lnTo>
                    <a:pt x="1646120" y="2096547"/>
                  </a:lnTo>
                  <a:lnTo>
                    <a:pt x="1689439" y="2083525"/>
                  </a:lnTo>
                  <a:lnTo>
                    <a:pt x="1732758" y="2070503"/>
                  </a:lnTo>
                  <a:lnTo>
                    <a:pt x="1776077" y="2057481"/>
                  </a:lnTo>
                  <a:lnTo>
                    <a:pt x="1819396" y="2044459"/>
                  </a:lnTo>
                  <a:lnTo>
                    <a:pt x="1862715" y="2031437"/>
                  </a:lnTo>
                  <a:lnTo>
                    <a:pt x="1906034" y="2018415"/>
                  </a:lnTo>
                  <a:lnTo>
                    <a:pt x="1949353" y="2005393"/>
                  </a:lnTo>
                  <a:lnTo>
                    <a:pt x="1992672" y="1992371"/>
                  </a:lnTo>
                  <a:lnTo>
                    <a:pt x="2035991" y="1979349"/>
                  </a:lnTo>
                  <a:lnTo>
                    <a:pt x="2079310" y="1966327"/>
                  </a:lnTo>
                  <a:lnTo>
                    <a:pt x="2122629" y="1953305"/>
                  </a:lnTo>
                  <a:lnTo>
                    <a:pt x="2165948" y="1940283"/>
                  </a:lnTo>
                  <a:lnTo>
                    <a:pt x="2209267" y="1927261"/>
                  </a:lnTo>
                  <a:lnTo>
                    <a:pt x="2252586" y="1914239"/>
                  </a:lnTo>
                  <a:lnTo>
                    <a:pt x="2295905" y="1901217"/>
                  </a:lnTo>
                  <a:lnTo>
                    <a:pt x="2339224" y="1888195"/>
                  </a:lnTo>
                  <a:lnTo>
                    <a:pt x="2382543" y="1875173"/>
                  </a:lnTo>
                  <a:lnTo>
                    <a:pt x="2425862" y="1862151"/>
                  </a:lnTo>
                  <a:lnTo>
                    <a:pt x="2469181" y="1849129"/>
                  </a:lnTo>
                  <a:lnTo>
                    <a:pt x="2512500" y="1836107"/>
                  </a:lnTo>
                  <a:lnTo>
                    <a:pt x="2555819" y="1823085"/>
                  </a:lnTo>
                  <a:lnTo>
                    <a:pt x="2599138" y="1810062"/>
                  </a:lnTo>
                  <a:lnTo>
                    <a:pt x="2642457" y="1797040"/>
                  </a:lnTo>
                  <a:lnTo>
                    <a:pt x="2685776" y="1784018"/>
                  </a:lnTo>
                  <a:lnTo>
                    <a:pt x="2729094" y="1770996"/>
                  </a:lnTo>
                  <a:lnTo>
                    <a:pt x="2772413" y="1757974"/>
                  </a:lnTo>
                  <a:lnTo>
                    <a:pt x="2815732" y="1744952"/>
                  </a:lnTo>
                  <a:lnTo>
                    <a:pt x="2859051" y="1731930"/>
                  </a:lnTo>
                  <a:lnTo>
                    <a:pt x="2902370" y="1718908"/>
                  </a:lnTo>
                  <a:lnTo>
                    <a:pt x="2945689" y="1705886"/>
                  </a:lnTo>
                  <a:lnTo>
                    <a:pt x="2989008" y="1692864"/>
                  </a:lnTo>
                  <a:lnTo>
                    <a:pt x="3032327" y="1679842"/>
                  </a:lnTo>
                  <a:lnTo>
                    <a:pt x="3075646" y="1666820"/>
                  </a:lnTo>
                  <a:lnTo>
                    <a:pt x="3118965" y="1653798"/>
                  </a:lnTo>
                  <a:lnTo>
                    <a:pt x="3162284" y="1640776"/>
                  </a:lnTo>
                  <a:lnTo>
                    <a:pt x="3205603" y="1627754"/>
                  </a:lnTo>
                  <a:lnTo>
                    <a:pt x="3248922" y="1614732"/>
                  </a:lnTo>
                  <a:lnTo>
                    <a:pt x="3292241" y="1601710"/>
                  </a:lnTo>
                  <a:lnTo>
                    <a:pt x="3335560" y="1588688"/>
                  </a:lnTo>
                  <a:lnTo>
                    <a:pt x="3378879" y="1575666"/>
                  </a:lnTo>
                  <a:lnTo>
                    <a:pt x="3422198" y="1562644"/>
                  </a:lnTo>
                  <a:lnTo>
                    <a:pt x="3465517" y="1549622"/>
                  </a:lnTo>
                  <a:lnTo>
                    <a:pt x="3508836" y="1536600"/>
                  </a:lnTo>
                  <a:lnTo>
                    <a:pt x="3552155" y="1523578"/>
                  </a:lnTo>
                  <a:lnTo>
                    <a:pt x="3595474" y="1510556"/>
                  </a:lnTo>
                  <a:lnTo>
                    <a:pt x="3638793" y="1497534"/>
                  </a:lnTo>
                  <a:lnTo>
                    <a:pt x="3682112" y="1484512"/>
                  </a:lnTo>
                  <a:lnTo>
                    <a:pt x="3725431" y="1471490"/>
                  </a:lnTo>
                  <a:lnTo>
                    <a:pt x="3768750" y="1458468"/>
                  </a:lnTo>
                  <a:lnTo>
                    <a:pt x="3812069" y="1445445"/>
                  </a:lnTo>
                  <a:lnTo>
                    <a:pt x="3855388" y="1432423"/>
                  </a:lnTo>
                  <a:lnTo>
                    <a:pt x="3898707" y="1419401"/>
                  </a:lnTo>
                  <a:lnTo>
                    <a:pt x="3942026" y="1406379"/>
                  </a:lnTo>
                  <a:lnTo>
                    <a:pt x="3985345" y="1393357"/>
                  </a:lnTo>
                  <a:lnTo>
                    <a:pt x="4028664" y="1380335"/>
                  </a:lnTo>
                  <a:lnTo>
                    <a:pt x="4071983" y="1367313"/>
                  </a:lnTo>
                  <a:lnTo>
                    <a:pt x="4115301" y="1354291"/>
                  </a:lnTo>
                  <a:lnTo>
                    <a:pt x="4158620" y="1341269"/>
                  </a:lnTo>
                  <a:lnTo>
                    <a:pt x="4201939" y="1328247"/>
                  </a:lnTo>
                  <a:lnTo>
                    <a:pt x="4245258" y="1315225"/>
                  </a:lnTo>
                  <a:lnTo>
                    <a:pt x="4288577" y="1302203"/>
                  </a:lnTo>
                  <a:lnTo>
                    <a:pt x="4331896" y="1289181"/>
                  </a:lnTo>
                  <a:lnTo>
                    <a:pt x="4375215" y="1276159"/>
                  </a:lnTo>
                  <a:lnTo>
                    <a:pt x="4418534" y="1263137"/>
                  </a:lnTo>
                  <a:lnTo>
                    <a:pt x="4461853" y="1250115"/>
                  </a:lnTo>
                  <a:lnTo>
                    <a:pt x="4505172" y="1237093"/>
                  </a:lnTo>
                  <a:lnTo>
                    <a:pt x="4548491" y="1224071"/>
                  </a:lnTo>
                  <a:lnTo>
                    <a:pt x="4591810" y="1211049"/>
                  </a:lnTo>
                  <a:lnTo>
                    <a:pt x="4635129" y="1198027"/>
                  </a:lnTo>
                  <a:lnTo>
                    <a:pt x="4678448" y="1185005"/>
                  </a:lnTo>
                  <a:lnTo>
                    <a:pt x="4721767" y="1171983"/>
                  </a:lnTo>
                  <a:lnTo>
                    <a:pt x="4765086" y="1158961"/>
                  </a:lnTo>
                  <a:lnTo>
                    <a:pt x="4808405" y="1145939"/>
                  </a:lnTo>
                  <a:lnTo>
                    <a:pt x="4851724" y="1132917"/>
                  </a:lnTo>
                  <a:lnTo>
                    <a:pt x="4895043" y="1119895"/>
                  </a:lnTo>
                  <a:lnTo>
                    <a:pt x="4938362" y="1106873"/>
                  </a:lnTo>
                  <a:lnTo>
                    <a:pt x="4981681" y="1093851"/>
                  </a:lnTo>
                  <a:lnTo>
                    <a:pt x="5025000" y="1080828"/>
                  </a:lnTo>
                  <a:lnTo>
                    <a:pt x="5068319" y="1067806"/>
                  </a:lnTo>
                  <a:lnTo>
                    <a:pt x="5111638" y="1054784"/>
                  </a:lnTo>
                  <a:lnTo>
                    <a:pt x="5154957" y="1041762"/>
                  </a:lnTo>
                  <a:lnTo>
                    <a:pt x="5198276" y="1028740"/>
                  </a:lnTo>
                  <a:lnTo>
                    <a:pt x="5241595" y="1015718"/>
                  </a:lnTo>
                  <a:lnTo>
                    <a:pt x="5284914" y="1002696"/>
                  </a:lnTo>
                  <a:lnTo>
                    <a:pt x="5328233" y="989674"/>
                  </a:lnTo>
                  <a:lnTo>
                    <a:pt x="5371552" y="976652"/>
                  </a:lnTo>
                  <a:lnTo>
                    <a:pt x="5414871" y="963630"/>
                  </a:lnTo>
                  <a:lnTo>
                    <a:pt x="5458189" y="950608"/>
                  </a:lnTo>
                  <a:lnTo>
                    <a:pt x="5501508" y="937586"/>
                  </a:lnTo>
                  <a:lnTo>
                    <a:pt x="5544827" y="924564"/>
                  </a:lnTo>
                  <a:lnTo>
                    <a:pt x="5588146" y="911542"/>
                  </a:lnTo>
                  <a:lnTo>
                    <a:pt x="5631465" y="898520"/>
                  </a:lnTo>
                  <a:lnTo>
                    <a:pt x="5674784" y="885498"/>
                  </a:lnTo>
                  <a:lnTo>
                    <a:pt x="5718103" y="872476"/>
                  </a:lnTo>
                  <a:lnTo>
                    <a:pt x="5761422" y="859454"/>
                  </a:lnTo>
                  <a:lnTo>
                    <a:pt x="5804741" y="846432"/>
                  </a:lnTo>
                  <a:lnTo>
                    <a:pt x="5848060" y="833410"/>
                  </a:lnTo>
                  <a:lnTo>
                    <a:pt x="5891379" y="820388"/>
                  </a:lnTo>
                  <a:lnTo>
                    <a:pt x="5934698" y="807366"/>
                  </a:lnTo>
                  <a:lnTo>
                    <a:pt x="5978017" y="794344"/>
                  </a:lnTo>
                  <a:lnTo>
                    <a:pt x="6021336" y="781322"/>
                  </a:lnTo>
                  <a:lnTo>
                    <a:pt x="6064655" y="768300"/>
                  </a:lnTo>
                  <a:lnTo>
                    <a:pt x="6107974" y="755278"/>
                  </a:lnTo>
                  <a:lnTo>
                    <a:pt x="6151293" y="742256"/>
                  </a:lnTo>
                  <a:lnTo>
                    <a:pt x="6194612" y="729234"/>
                  </a:lnTo>
                  <a:lnTo>
                    <a:pt x="6237931" y="716211"/>
                  </a:lnTo>
                  <a:lnTo>
                    <a:pt x="6281250" y="703189"/>
                  </a:lnTo>
                  <a:lnTo>
                    <a:pt x="6324569" y="690167"/>
                  </a:lnTo>
                  <a:lnTo>
                    <a:pt x="6367888" y="677145"/>
                  </a:lnTo>
                  <a:lnTo>
                    <a:pt x="6411207" y="664123"/>
                  </a:lnTo>
                  <a:lnTo>
                    <a:pt x="6454526" y="651101"/>
                  </a:lnTo>
                  <a:lnTo>
                    <a:pt x="6497845" y="638079"/>
                  </a:lnTo>
                  <a:lnTo>
                    <a:pt x="6541164" y="625057"/>
                  </a:lnTo>
                  <a:lnTo>
                    <a:pt x="6584483" y="612035"/>
                  </a:lnTo>
                  <a:lnTo>
                    <a:pt x="6627802" y="599013"/>
                  </a:lnTo>
                  <a:lnTo>
                    <a:pt x="6671121" y="585991"/>
                  </a:lnTo>
                  <a:lnTo>
                    <a:pt x="6714440" y="572969"/>
                  </a:lnTo>
                  <a:lnTo>
                    <a:pt x="6757759" y="559947"/>
                  </a:lnTo>
                  <a:lnTo>
                    <a:pt x="6801078" y="546925"/>
                  </a:lnTo>
                  <a:lnTo>
                    <a:pt x="6844396" y="533903"/>
                  </a:lnTo>
                  <a:lnTo>
                    <a:pt x="6887715" y="520881"/>
                  </a:lnTo>
                  <a:lnTo>
                    <a:pt x="6931034" y="507859"/>
                  </a:lnTo>
                  <a:lnTo>
                    <a:pt x="6974353" y="494837"/>
                  </a:lnTo>
                  <a:lnTo>
                    <a:pt x="7017672" y="481815"/>
                  </a:lnTo>
                  <a:lnTo>
                    <a:pt x="7060991" y="468793"/>
                  </a:lnTo>
                  <a:lnTo>
                    <a:pt x="7104310" y="455771"/>
                  </a:lnTo>
                  <a:lnTo>
                    <a:pt x="7147629" y="442749"/>
                  </a:lnTo>
                  <a:lnTo>
                    <a:pt x="7190948" y="429727"/>
                  </a:lnTo>
                  <a:lnTo>
                    <a:pt x="7234267" y="416705"/>
                  </a:lnTo>
                  <a:lnTo>
                    <a:pt x="7277586" y="403683"/>
                  </a:lnTo>
                  <a:lnTo>
                    <a:pt x="7320905" y="390661"/>
                  </a:lnTo>
                  <a:lnTo>
                    <a:pt x="7364224" y="377639"/>
                  </a:lnTo>
                  <a:lnTo>
                    <a:pt x="7407543" y="364617"/>
                  </a:lnTo>
                  <a:lnTo>
                    <a:pt x="7450862" y="351594"/>
                  </a:lnTo>
                  <a:lnTo>
                    <a:pt x="7494181" y="338572"/>
                  </a:lnTo>
                  <a:lnTo>
                    <a:pt x="7537500" y="325550"/>
                  </a:lnTo>
                  <a:lnTo>
                    <a:pt x="7580819" y="312528"/>
                  </a:lnTo>
                  <a:lnTo>
                    <a:pt x="7624138" y="299506"/>
                  </a:lnTo>
                  <a:lnTo>
                    <a:pt x="7667457" y="286484"/>
                  </a:lnTo>
                  <a:lnTo>
                    <a:pt x="7710776" y="273462"/>
                  </a:lnTo>
                  <a:lnTo>
                    <a:pt x="7754095" y="260440"/>
                  </a:lnTo>
                  <a:lnTo>
                    <a:pt x="7797414" y="247418"/>
                  </a:lnTo>
                  <a:lnTo>
                    <a:pt x="7840733" y="234396"/>
                  </a:lnTo>
                  <a:lnTo>
                    <a:pt x="7884052" y="221374"/>
                  </a:lnTo>
                  <a:lnTo>
                    <a:pt x="7927371" y="208352"/>
                  </a:lnTo>
                  <a:lnTo>
                    <a:pt x="7970690" y="195330"/>
                  </a:lnTo>
                  <a:lnTo>
                    <a:pt x="8014009" y="182308"/>
                  </a:lnTo>
                  <a:lnTo>
                    <a:pt x="8057328" y="169286"/>
                  </a:lnTo>
                  <a:lnTo>
                    <a:pt x="8100647" y="156264"/>
                  </a:lnTo>
                  <a:lnTo>
                    <a:pt x="8143966" y="143242"/>
                  </a:lnTo>
                  <a:lnTo>
                    <a:pt x="8187284" y="130220"/>
                  </a:lnTo>
                  <a:lnTo>
                    <a:pt x="8230603" y="117198"/>
                  </a:lnTo>
                  <a:lnTo>
                    <a:pt x="8273922" y="104176"/>
                  </a:lnTo>
                  <a:lnTo>
                    <a:pt x="8317241" y="91154"/>
                  </a:lnTo>
                  <a:lnTo>
                    <a:pt x="8360560" y="78132"/>
                  </a:lnTo>
                  <a:lnTo>
                    <a:pt x="8403879" y="65110"/>
                  </a:lnTo>
                  <a:lnTo>
                    <a:pt x="8447198" y="52088"/>
                  </a:lnTo>
                  <a:lnTo>
                    <a:pt x="8490517" y="39066"/>
                  </a:lnTo>
                  <a:lnTo>
                    <a:pt x="8533836" y="26044"/>
                  </a:lnTo>
                  <a:lnTo>
                    <a:pt x="8577155" y="13022"/>
                  </a:lnTo>
                  <a:lnTo>
                    <a:pt x="8620474" y="0"/>
                  </a:lnTo>
                </a:path>
              </a:pathLst>
            </a:custGeom>
            <a:ln w="32521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8"/>
            <p:cNvSpPr/>
            <p:nvPr/>
          </p:nvSpPr>
          <p:spPr>
            <a:xfrm>
              <a:off x="1204579" y="2496028"/>
              <a:ext cx="8620474" cy="2474393"/>
            </a:xfrm>
            <a:custGeom>
              <a:avLst/>
              <a:pathLst>
                <a:path w="8620474" h="2474393">
                  <a:moveTo>
                    <a:pt x="0" y="2474393"/>
                  </a:moveTo>
                  <a:lnTo>
                    <a:pt x="43318" y="2461959"/>
                  </a:lnTo>
                  <a:lnTo>
                    <a:pt x="86637" y="2449525"/>
                  </a:lnTo>
                  <a:lnTo>
                    <a:pt x="129956" y="2437090"/>
                  </a:lnTo>
                  <a:lnTo>
                    <a:pt x="173275" y="2424656"/>
                  </a:lnTo>
                  <a:lnTo>
                    <a:pt x="216594" y="2412222"/>
                  </a:lnTo>
                  <a:lnTo>
                    <a:pt x="259913" y="2399788"/>
                  </a:lnTo>
                  <a:lnTo>
                    <a:pt x="303232" y="2387354"/>
                  </a:lnTo>
                  <a:lnTo>
                    <a:pt x="346551" y="2374920"/>
                  </a:lnTo>
                  <a:lnTo>
                    <a:pt x="389870" y="2362486"/>
                  </a:lnTo>
                  <a:lnTo>
                    <a:pt x="433189" y="2350051"/>
                  </a:lnTo>
                  <a:lnTo>
                    <a:pt x="476508" y="2337617"/>
                  </a:lnTo>
                  <a:lnTo>
                    <a:pt x="519827" y="2325183"/>
                  </a:lnTo>
                  <a:lnTo>
                    <a:pt x="563146" y="2312749"/>
                  </a:lnTo>
                  <a:lnTo>
                    <a:pt x="606465" y="2300315"/>
                  </a:lnTo>
                  <a:lnTo>
                    <a:pt x="649784" y="2287881"/>
                  </a:lnTo>
                  <a:lnTo>
                    <a:pt x="693103" y="2275447"/>
                  </a:lnTo>
                  <a:lnTo>
                    <a:pt x="736422" y="2263013"/>
                  </a:lnTo>
                  <a:lnTo>
                    <a:pt x="779741" y="2250578"/>
                  </a:lnTo>
                  <a:lnTo>
                    <a:pt x="823060" y="2238144"/>
                  </a:lnTo>
                  <a:lnTo>
                    <a:pt x="866379" y="2225710"/>
                  </a:lnTo>
                  <a:lnTo>
                    <a:pt x="909698" y="2213276"/>
                  </a:lnTo>
                  <a:lnTo>
                    <a:pt x="953017" y="2200842"/>
                  </a:lnTo>
                  <a:lnTo>
                    <a:pt x="996336" y="2188408"/>
                  </a:lnTo>
                  <a:lnTo>
                    <a:pt x="1039655" y="2175974"/>
                  </a:lnTo>
                  <a:lnTo>
                    <a:pt x="1082974" y="2163539"/>
                  </a:lnTo>
                  <a:lnTo>
                    <a:pt x="1126293" y="2151105"/>
                  </a:lnTo>
                  <a:lnTo>
                    <a:pt x="1169612" y="2138671"/>
                  </a:lnTo>
                  <a:lnTo>
                    <a:pt x="1212931" y="2126237"/>
                  </a:lnTo>
                  <a:lnTo>
                    <a:pt x="1256250" y="2113803"/>
                  </a:lnTo>
                  <a:lnTo>
                    <a:pt x="1299569" y="2101369"/>
                  </a:lnTo>
                  <a:lnTo>
                    <a:pt x="1342888" y="2088935"/>
                  </a:lnTo>
                  <a:lnTo>
                    <a:pt x="1386206" y="2076500"/>
                  </a:lnTo>
                  <a:lnTo>
                    <a:pt x="1429525" y="2064066"/>
                  </a:lnTo>
                  <a:lnTo>
                    <a:pt x="1472844" y="2051632"/>
                  </a:lnTo>
                  <a:lnTo>
                    <a:pt x="1516163" y="2039198"/>
                  </a:lnTo>
                  <a:lnTo>
                    <a:pt x="1559482" y="2026764"/>
                  </a:lnTo>
                  <a:lnTo>
                    <a:pt x="1602801" y="2014330"/>
                  </a:lnTo>
                  <a:lnTo>
                    <a:pt x="1646120" y="2001896"/>
                  </a:lnTo>
                  <a:lnTo>
                    <a:pt x="1689439" y="1989461"/>
                  </a:lnTo>
                  <a:lnTo>
                    <a:pt x="1732758" y="1977027"/>
                  </a:lnTo>
                  <a:lnTo>
                    <a:pt x="1776077" y="1964593"/>
                  </a:lnTo>
                  <a:lnTo>
                    <a:pt x="1819396" y="1952159"/>
                  </a:lnTo>
                  <a:lnTo>
                    <a:pt x="1862715" y="1939725"/>
                  </a:lnTo>
                  <a:lnTo>
                    <a:pt x="1906034" y="1927291"/>
                  </a:lnTo>
                  <a:lnTo>
                    <a:pt x="1949353" y="1914857"/>
                  </a:lnTo>
                  <a:lnTo>
                    <a:pt x="1992672" y="1902423"/>
                  </a:lnTo>
                  <a:lnTo>
                    <a:pt x="2035991" y="1889988"/>
                  </a:lnTo>
                  <a:lnTo>
                    <a:pt x="2079310" y="1877554"/>
                  </a:lnTo>
                  <a:lnTo>
                    <a:pt x="2122629" y="1865120"/>
                  </a:lnTo>
                  <a:lnTo>
                    <a:pt x="2165948" y="1852686"/>
                  </a:lnTo>
                  <a:lnTo>
                    <a:pt x="2209267" y="1840252"/>
                  </a:lnTo>
                  <a:lnTo>
                    <a:pt x="2252586" y="1827818"/>
                  </a:lnTo>
                  <a:lnTo>
                    <a:pt x="2295905" y="1815384"/>
                  </a:lnTo>
                  <a:lnTo>
                    <a:pt x="2339224" y="1802949"/>
                  </a:lnTo>
                  <a:lnTo>
                    <a:pt x="2382543" y="1790515"/>
                  </a:lnTo>
                  <a:lnTo>
                    <a:pt x="2425862" y="1778081"/>
                  </a:lnTo>
                  <a:lnTo>
                    <a:pt x="2469181" y="1765647"/>
                  </a:lnTo>
                  <a:lnTo>
                    <a:pt x="2512500" y="1753213"/>
                  </a:lnTo>
                  <a:lnTo>
                    <a:pt x="2555819" y="1740779"/>
                  </a:lnTo>
                  <a:lnTo>
                    <a:pt x="2599138" y="1728345"/>
                  </a:lnTo>
                  <a:lnTo>
                    <a:pt x="2642457" y="1715910"/>
                  </a:lnTo>
                  <a:lnTo>
                    <a:pt x="2685776" y="1703476"/>
                  </a:lnTo>
                  <a:lnTo>
                    <a:pt x="2729094" y="1691042"/>
                  </a:lnTo>
                  <a:lnTo>
                    <a:pt x="2772413" y="1678608"/>
                  </a:lnTo>
                  <a:lnTo>
                    <a:pt x="2815732" y="1666174"/>
                  </a:lnTo>
                  <a:lnTo>
                    <a:pt x="2859051" y="1653740"/>
                  </a:lnTo>
                  <a:lnTo>
                    <a:pt x="2902370" y="1641306"/>
                  </a:lnTo>
                  <a:lnTo>
                    <a:pt x="2945689" y="1628871"/>
                  </a:lnTo>
                  <a:lnTo>
                    <a:pt x="2989008" y="1616437"/>
                  </a:lnTo>
                  <a:lnTo>
                    <a:pt x="3032327" y="1604003"/>
                  </a:lnTo>
                  <a:lnTo>
                    <a:pt x="3075646" y="1591569"/>
                  </a:lnTo>
                  <a:lnTo>
                    <a:pt x="3118965" y="1579135"/>
                  </a:lnTo>
                  <a:lnTo>
                    <a:pt x="3162284" y="1566701"/>
                  </a:lnTo>
                  <a:lnTo>
                    <a:pt x="3205603" y="1554267"/>
                  </a:lnTo>
                  <a:lnTo>
                    <a:pt x="3248922" y="1541833"/>
                  </a:lnTo>
                  <a:lnTo>
                    <a:pt x="3292241" y="1529398"/>
                  </a:lnTo>
                  <a:lnTo>
                    <a:pt x="3335560" y="1516964"/>
                  </a:lnTo>
                  <a:lnTo>
                    <a:pt x="3378879" y="1504530"/>
                  </a:lnTo>
                  <a:lnTo>
                    <a:pt x="3422198" y="1492096"/>
                  </a:lnTo>
                  <a:lnTo>
                    <a:pt x="3465517" y="1479662"/>
                  </a:lnTo>
                  <a:lnTo>
                    <a:pt x="3508836" y="1467228"/>
                  </a:lnTo>
                  <a:lnTo>
                    <a:pt x="3552155" y="1454794"/>
                  </a:lnTo>
                  <a:lnTo>
                    <a:pt x="3595474" y="1442359"/>
                  </a:lnTo>
                  <a:lnTo>
                    <a:pt x="3638793" y="1429925"/>
                  </a:lnTo>
                  <a:lnTo>
                    <a:pt x="3682112" y="1417491"/>
                  </a:lnTo>
                  <a:lnTo>
                    <a:pt x="3725431" y="1405057"/>
                  </a:lnTo>
                  <a:lnTo>
                    <a:pt x="3768750" y="1392623"/>
                  </a:lnTo>
                  <a:lnTo>
                    <a:pt x="3812069" y="1380189"/>
                  </a:lnTo>
                  <a:lnTo>
                    <a:pt x="3855388" y="1367755"/>
                  </a:lnTo>
                  <a:lnTo>
                    <a:pt x="3898707" y="1355320"/>
                  </a:lnTo>
                  <a:lnTo>
                    <a:pt x="3942026" y="1342886"/>
                  </a:lnTo>
                  <a:lnTo>
                    <a:pt x="3985345" y="1330452"/>
                  </a:lnTo>
                  <a:lnTo>
                    <a:pt x="4028664" y="1318018"/>
                  </a:lnTo>
                  <a:lnTo>
                    <a:pt x="4071983" y="1305584"/>
                  </a:lnTo>
                  <a:lnTo>
                    <a:pt x="4115301" y="1293150"/>
                  </a:lnTo>
                  <a:lnTo>
                    <a:pt x="4158620" y="1280716"/>
                  </a:lnTo>
                  <a:lnTo>
                    <a:pt x="4201939" y="1268282"/>
                  </a:lnTo>
                  <a:lnTo>
                    <a:pt x="4245258" y="1255847"/>
                  </a:lnTo>
                  <a:lnTo>
                    <a:pt x="4288577" y="1243413"/>
                  </a:lnTo>
                  <a:lnTo>
                    <a:pt x="4331896" y="1230979"/>
                  </a:lnTo>
                  <a:lnTo>
                    <a:pt x="4375215" y="1218545"/>
                  </a:lnTo>
                  <a:lnTo>
                    <a:pt x="4418534" y="1206111"/>
                  </a:lnTo>
                  <a:lnTo>
                    <a:pt x="4461853" y="1193677"/>
                  </a:lnTo>
                  <a:lnTo>
                    <a:pt x="4505172" y="1181243"/>
                  </a:lnTo>
                  <a:lnTo>
                    <a:pt x="4548491" y="1168808"/>
                  </a:lnTo>
                  <a:lnTo>
                    <a:pt x="4591810" y="1156374"/>
                  </a:lnTo>
                  <a:lnTo>
                    <a:pt x="4635129" y="1143940"/>
                  </a:lnTo>
                  <a:lnTo>
                    <a:pt x="4678448" y="1131506"/>
                  </a:lnTo>
                  <a:lnTo>
                    <a:pt x="4721767" y="1119072"/>
                  </a:lnTo>
                  <a:lnTo>
                    <a:pt x="4765086" y="1106638"/>
                  </a:lnTo>
                  <a:lnTo>
                    <a:pt x="4808405" y="1094204"/>
                  </a:lnTo>
                  <a:lnTo>
                    <a:pt x="4851724" y="1081769"/>
                  </a:lnTo>
                  <a:lnTo>
                    <a:pt x="4895043" y="1069335"/>
                  </a:lnTo>
                  <a:lnTo>
                    <a:pt x="4938362" y="1056901"/>
                  </a:lnTo>
                  <a:lnTo>
                    <a:pt x="4981681" y="1044467"/>
                  </a:lnTo>
                  <a:lnTo>
                    <a:pt x="5025000" y="1032033"/>
                  </a:lnTo>
                  <a:lnTo>
                    <a:pt x="5068319" y="1019599"/>
                  </a:lnTo>
                  <a:lnTo>
                    <a:pt x="5111638" y="1007165"/>
                  </a:lnTo>
                  <a:lnTo>
                    <a:pt x="5154957" y="994730"/>
                  </a:lnTo>
                  <a:lnTo>
                    <a:pt x="5198276" y="982296"/>
                  </a:lnTo>
                  <a:lnTo>
                    <a:pt x="5241595" y="969862"/>
                  </a:lnTo>
                  <a:lnTo>
                    <a:pt x="5284914" y="957428"/>
                  </a:lnTo>
                  <a:lnTo>
                    <a:pt x="5328233" y="944994"/>
                  </a:lnTo>
                  <a:lnTo>
                    <a:pt x="5371552" y="932560"/>
                  </a:lnTo>
                  <a:lnTo>
                    <a:pt x="5414871" y="920126"/>
                  </a:lnTo>
                  <a:lnTo>
                    <a:pt x="5458189" y="907692"/>
                  </a:lnTo>
                  <a:lnTo>
                    <a:pt x="5501508" y="895257"/>
                  </a:lnTo>
                  <a:lnTo>
                    <a:pt x="5544827" y="882823"/>
                  </a:lnTo>
                  <a:lnTo>
                    <a:pt x="5588146" y="870389"/>
                  </a:lnTo>
                  <a:lnTo>
                    <a:pt x="5631465" y="857955"/>
                  </a:lnTo>
                  <a:lnTo>
                    <a:pt x="5674784" y="845521"/>
                  </a:lnTo>
                  <a:lnTo>
                    <a:pt x="5718103" y="833087"/>
                  </a:lnTo>
                  <a:lnTo>
                    <a:pt x="5761422" y="820653"/>
                  </a:lnTo>
                  <a:lnTo>
                    <a:pt x="5804741" y="808218"/>
                  </a:lnTo>
                  <a:lnTo>
                    <a:pt x="5848060" y="795784"/>
                  </a:lnTo>
                  <a:lnTo>
                    <a:pt x="5891379" y="783350"/>
                  </a:lnTo>
                  <a:lnTo>
                    <a:pt x="5934698" y="770916"/>
                  </a:lnTo>
                  <a:lnTo>
                    <a:pt x="5978017" y="758482"/>
                  </a:lnTo>
                  <a:lnTo>
                    <a:pt x="6021336" y="746048"/>
                  </a:lnTo>
                  <a:lnTo>
                    <a:pt x="6064655" y="733614"/>
                  </a:lnTo>
                  <a:lnTo>
                    <a:pt x="6107974" y="721179"/>
                  </a:lnTo>
                  <a:lnTo>
                    <a:pt x="6151293" y="708745"/>
                  </a:lnTo>
                  <a:lnTo>
                    <a:pt x="6194612" y="696311"/>
                  </a:lnTo>
                  <a:lnTo>
                    <a:pt x="6237931" y="683877"/>
                  </a:lnTo>
                  <a:lnTo>
                    <a:pt x="6281250" y="671443"/>
                  </a:lnTo>
                  <a:lnTo>
                    <a:pt x="6324569" y="659009"/>
                  </a:lnTo>
                  <a:lnTo>
                    <a:pt x="6367888" y="646575"/>
                  </a:lnTo>
                  <a:lnTo>
                    <a:pt x="6411207" y="634141"/>
                  </a:lnTo>
                  <a:lnTo>
                    <a:pt x="6454526" y="621706"/>
                  </a:lnTo>
                  <a:lnTo>
                    <a:pt x="6497845" y="609272"/>
                  </a:lnTo>
                  <a:lnTo>
                    <a:pt x="6541164" y="596838"/>
                  </a:lnTo>
                  <a:lnTo>
                    <a:pt x="6584483" y="584404"/>
                  </a:lnTo>
                  <a:lnTo>
                    <a:pt x="6627802" y="571970"/>
                  </a:lnTo>
                  <a:lnTo>
                    <a:pt x="6671121" y="559536"/>
                  </a:lnTo>
                  <a:lnTo>
                    <a:pt x="6714440" y="547102"/>
                  </a:lnTo>
                  <a:lnTo>
                    <a:pt x="6757759" y="534667"/>
                  </a:lnTo>
                  <a:lnTo>
                    <a:pt x="6801078" y="522233"/>
                  </a:lnTo>
                  <a:lnTo>
                    <a:pt x="6844396" y="509799"/>
                  </a:lnTo>
                  <a:lnTo>
                    <a:pt x="6887715" y="497365"/>
                  </a:lnTo>
                  <a:lnTo>
                    <a:pt x="6931034" y="484931"/>
                  </a:lnTo>
                  <a:lnTo>
                    <a:pt x="6974353" y="472497"/>
                  </a:lnTo>
                  <a:lnTo>
                    <a:pt x="7017672" y="460063"/>
                  </a:lnTo>
                  <a:lnTo>
                    <a:pt x="7060991" y="447628"/>
                  </a:lnTo>
                  <a:lnTo>
                    <a:pt x="7104310" y="435194"/>
                  </a:lnTo>
                  <a:lnTo>
                    <a:pt x="7147629" y="422760"/>
                  </a:lnTo>
                  <a:lnTo>
                    <a:pt x="7190948" y="410326"/>
                  </a:lnTo>
                  <a:lnTo>
                    <a:pt x="7234267" y="397892"/>
                  </a:lnTo>
                  <a:lnTo>
                    <a:pt x="7277586" y="385458"/>
                  </a:lnTo>
                  <a:lnTo>
                    <a:pt x="7320905" y="373024"/>
                  </a:lnTo>
                  <a:lnTo>
                    <a:pt x="7364224" y="360589"/>
                  </a:lnTo>
                  <a:lnTo>
                    <a:pt x="7407543" y="348155"/>
                  </a:lnTo>
                  <a:lnTo>
                    <a:pt x="7450862" y="335721"/>
                  </a:lnTo>
                  <a:lnTo>
                    <a:pt x="7494181" y="323287"/>
                  </a:lnTo>
                  <a:lnTo>
                    <a:pt x="7537500" y="310853"/>
                  </a:lnTo>
                  <a:lnTo>
                    <a:pt x="7580819" y="298419"/>
                  </a:lnTo>
                  <a:lnTo>
                    <a:pt x="7624138" y="285985"/>
                  </a:lnTo>
                  <a:lnTo>
                    <a:pt x="7667457" y="273551"/>
                  </a:lnTo>
                  <a:lnTo>
                    <a:pt x="7710776" y="261116"/>
                  </a:lnTo>
                  <a:lnTo>
                    <a:pt x="7754095" y="248682"/>
                  </a:lnTo>
                  <a:lnTo>
                    <a:pt x="7797414" y="236248"/>
                  </a:lnTo>
                  <a:lnTo>
                    <a:pt x="7840733" y="223814"/>
                  </a:lnTo>
                  <a:lnTo>
                    <a:pt x="7884052" y="211380"/>
                  </a:lnTo>
                  <a:lnTo>
                    <a:pt x="7927371" y="198946"/>
                  </a:lnTo>
                  <a:lnTo>
                    <a:pt x="7970690" y="186512"/>
                  </a:lnTo>
                  <a:lnTo>
                    <a:pt x="8014009" y="174077"/>
                  </a:lnTo>
                  <a:lnTo>
                    <a:pt x="8057328" y="161643"/>
                  </a:lnTo>
                  <a:lnTo>
                    <a:pt x="8100647" y="149209"/>
                  </a:lnTo>
                  <a:lnTo>
                    <a:pt x="8143966" y="136775"/>
                  </a:lnTo>
                  <a:lnTo>
                    <a:pt x="8187284" y="124341"/>
                  </a:lnTo>
                  <a:lnTo>
                    <a:pt x="8230603" y="111907"/>
                  </a:lnTo>
                  <a:lnTo>
                    <a:pt x="8273922" y="99473"/>
                  </a:lnTo>
                  <a:lnTo>
                    <a:pt x="8317241" y="87038"/>
                  </a:lnTo>
                  <a:lnTo>
                    <a:pt x="8360560" y="74604"/>
                  </a:lnTo>
                  <a:lnTo>
                    <a:pt x="8403879" y="62170"/>
                  </a:lnTo>
                  <a:lnTo>
                    <a:pt x="8447198" y="49736"/>
                  </a:lnTo>
                  <a:lnTo>
                    <a:pt x="8490517" y="37302"/>
                  </a:lnTo>
                  <a:lnTo>
                    <a:pt x="8533836" y="24868"/>
                  </a:lnTo>
                  <a:lnTo>
                    <a:pt x="8577155" y="12434"/>
                  </a:lnTo>
                  <a:lnTo>
                    <a:pt x="8620474" y="0"/>
                  </a:lnTo>
                </a:path>
              </a:pathLst>
            </a:custGeom>
            <a:ln w="32521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" name="pl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" name="pl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" name="pl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" name="pl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" name="pl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" name="pl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" name="pl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" name="pl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" name="pl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" name="pl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" name="pl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" name="pl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" name="pl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" name="pl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" name="pl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" name="pl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" name="pl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" name="pl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" name="pl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" name="pl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" name="pl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" name="pl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" name="pl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" name="pl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" name="pl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" name="pl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" name="pl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" name="pl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" name="pl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" name="pl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" name="pl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" name="pl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" name="pl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" name="pl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" name="pl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" name="pl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" name="pl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" name="pl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" name="pl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" name="pl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" name="pl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" name="pl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" name="pl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" name="pl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" name="pl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" name="pl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" name="pl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" name="pl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" name="pl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" name="pl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" name="pl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" name="pl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" name="pl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" name="pl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" name="pl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" name="pl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" name="pl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" name="pl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" name="pl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" name="pl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" name="pl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" name="pl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" name="pl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" name="pl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" name="pl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" name="pl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" name="pl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" name="pl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" name="pl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" name="pl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" name="pl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" name="pl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" name="pl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" name="pl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" name="pl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" name="pl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" name="pl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" name="pl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" name="pl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" name="pl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" name="pl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" name="pl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" name="pl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" name="pl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" name="pl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" name="pl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" name="pl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" name="pl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" name="pl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" name="pl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" name="pl1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" name="pl1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" name="pl1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" name="pl1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" name="pl1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" name="pl1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" name="pl1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" name="pl1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" name="pl1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" name="pl1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" name="pl1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" name="pl1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" name="pl1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" name="pl1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" name="pl1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" name="pl1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" name="pl1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" name="pl1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" name="pl1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" name="pl1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" name="pl1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" name="pl1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" name="pl1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" name="pl1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" name="pl1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" name="pl1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" name="pl1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" name="pl1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" name="pl1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" name="pl1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" name="pl1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" name="pl1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" name="pl1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" name="pl1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" name="pl1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" name="pl1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" name="pl1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" name="pl1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" name="pl1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" name="pl1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" name="pl1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" name="pl1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" name="pl1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" name="pl1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" name="pl1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" name="pl1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" name="pl1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" name="pl1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" name="pl1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" name="pl1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" name="pl1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" name="pl1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" name="pl1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" name="pl1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" name="pl1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" name="pl1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" name="pl1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" name="pl1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" name="pl1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" name="pl1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" name="pl1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" name="pl1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" name="pl1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" name="pl1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" name="pl1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" name="pl1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" name="pl1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" name="pl1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" name="pl1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" name="pl1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" name="pl1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" name="pl1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" name="pl1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" name="pl1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" name="pl1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" name="pl1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" name="pl1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" name="pl1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" name="pl1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" name="pl1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" name="pl1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" name="pl1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" name="pl1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" name="pl1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" name="pl1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" name="pl1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" name="pl1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" name="pl1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" name="pl1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" name="pl1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" name="pl1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" name="pl1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" name="pl1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" name="pl1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" name="pl1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" name="pl1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" name="pl1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" name="pl1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" name="pl1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" name="pl1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" name="pl2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" name="pl2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" name="pl2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" name="pl2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" name="pl2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" name="pl2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" name="pl2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" name="pl2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" name="pl2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" name="pl2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" name="pl2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" name="pl2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" name="pl2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" name="pl2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" name="pl2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" name="pl2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" name="pl2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" name="pl2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" name="pl2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" name="pl2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" name="pl2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" name="pl2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" name="pl2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" name="pl2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" name="pl2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" name="pl2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" name="pl2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" name="pl2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" name="pl2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" name="pl2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" name="pl2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" name="pl2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" name="pl2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" name="pl2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" name="pl2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" name="pl2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" name="pl2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" name="pl2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" name="pl2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" name="pl2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" name="pl2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" name="pl2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" name="pl2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" name="pl2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" name="pl2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" name="pl2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" name="pl2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" name="pl2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" name="pl2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" name="pl2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" name="pl2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" name="pl2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" name="pl2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" name="pl2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" name="pl2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" name="pl2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" name="pl2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" name="pl2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" name="pl2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" name="pl2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" name="pl2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" name="pl2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" name="pl2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" name="pl2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" name="pl2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" name="pl2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" name="pl2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" name="pl2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" name="pl2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" name="pl2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" name="pl2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" name="pl2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" name="pl2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4" name="pl2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5" name="pl2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6" name="pl2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7" name="pl2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8" name="pl2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9" name="pl2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0" name="pl2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1" name="pl2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2" name="pl2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3" name="pl2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4" name="pl2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5" name="pl2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6" name="pl2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7" name="pl2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8" name="pl2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9" name="pl2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0" name="pl2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1" name="pl2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2" name="pl2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3" name="pl2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4" name="pl2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5" name="pl2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6" name="pl2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7" name="pl2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8" name="pl2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9" name="pl2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0" name="pl2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1" name="pl3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2" name="pl3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3" name="pl3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4" name="pl3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5" name="pl3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6" name="pl3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7" name="pl3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8" name="pl3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9" name="pl3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0" name="pl3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1" name="pl3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2" name="pl3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3" name="pl3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4" name="pl3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5" name="pl3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6" name="pl3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7" name="pl3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8" name="pl3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9" name="pl3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0" name="pl3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1" name="pl3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2" name="pl3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3" name="pl3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4" name="pl3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5" name="pl3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6" name="pl3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7" name="pl3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8" name="pl3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9" name="pl3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0" name="pl3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1" name="pl3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2" name="pl3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3" name="pl3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4" name="pl3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5" name="pl3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6" name="pl3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7" name="pl3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8" name="pl3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9" name="pl3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0" name="pl3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1" name="pl3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2" name="pl3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3" name="pl3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4" name="pl3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5" name="pl3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6" name="pl3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7" name="pl3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8" name="pl3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9" name="pl3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0" name="pl3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1" name="pl3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2" name="pl3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3" name="pl3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4" name="pl3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5" name="pl3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6" name="pl3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7" name="pl3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8" name="pl3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9" name="pl3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0" name="pl3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1" name="pl3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2" name="pl3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3" name="pl3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4" name="pl3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5" name="pl3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6" name="pl3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7" name="pl3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8" name="pl3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9" name="pl3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0" name="pl3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1" name="pl3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2" name="pl3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3" name="pl3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4" name="pl3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5" name="pl3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6" name="pl3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7" name="pl3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8" name="pl3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9" name="pl3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0" name="pl3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1" name="pl3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2" name="pl3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3" name="pl3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4" name="pl3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5" name="pl3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6" name="pl3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7" name="pl3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8" name="pl3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9" name="pl3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0" name="pl3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1" name="pl3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2" name="pl3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3" name="pl3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4" name="pl3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5" name="pl3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6" name="pl3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7" name="pl3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8" name="pl3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9" name="pl3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0" name="pl3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1" name="pl4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2" name="pl4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3" name="pl4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4" name="pl4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5" name="pl4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6" name="pl4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7" name="pl4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8" name="pl4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9" name="pl4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0" name="pl4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1" name="pl4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2" name="pl4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3" name="pl4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4" name="pl4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5" name="pl4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6" name="pl4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7" name="pl4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8" name="pl4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9" name="pl4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0" name="pl4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1" name="pl4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2" name="pl4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3" name="pl4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4" name="pl4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5" name="pl4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6" name="pl4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7" name="pl4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8" name="pl4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9" name="pl4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0" name="pl4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1" name="pl4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2" name="pl4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3" name="pl4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4" name="pl4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5" name="pl4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6" name="pl4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7" name="pl4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8" name="pl4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9" name="pl4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0" name="pl4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1" name="pl4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2" name="pl4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3" name="pl4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4" name="pl4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5" name="pl4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6" name="pl4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7" name="pl4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8" name="pl4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9" name="pl4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0" name="pl4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1" name="pl4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2" name="pl4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3" name="pl4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4" name="pl4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5" name="pl4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6" name="pl4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7" name="pl4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8" name="pl4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9" name="pl4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0" name="pl4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1" name="pl4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2" name="pl4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3" name="pl4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4" name="pl4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5" name="pl4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6" name="pl4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7" name="pl4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8" name="pl4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9" name="pl4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0" name="pl4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1" name="pl4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2" name="pl4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3" name="pl4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4" name="pl4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5" name="pl4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6" name="pl4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7" name="pl4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8" name="pl4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9" name="pl4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0" name="pl4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1" name="pl4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2" name="pl4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3" name="pl4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4" name="pl4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5" name="pl4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6" name="pl4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7" name="pl4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8" name="pl4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9" name="pl4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0" name="pl4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1" name="pl4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2" name="pl4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3" name="pl4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4" name="pl4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5" name="pl4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6" name="pl4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7" name="pl4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8" name="pl4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9" name="pl4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0" name="pl4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1" name="pl5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2" name="pl5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3" name="pl5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4" name="pl5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5" name="pl5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6" name="pl5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7" name="pl5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8" name="pl5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9" name="pl5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0" name="pl5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1" name="pl5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2" name="pl5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3" name="pl5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4" name="pl5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5" name="pl5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6" name="pl5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7" name="pl5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8" name="pl5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9" name="pl5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0" name="pl5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1" name="pl5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2" name="pl5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3" name="pl5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4" name="pl5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5" name="pl5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6" name="pl5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7" name="pl5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8" name="pl5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9" name="pl5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0" name="pl5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1" name="pl5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2" name="pl5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3" name="pl5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4" name="pl5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5" name="pl5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6" name="pl5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7" name="pl5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8" name="pl5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9" name="pl5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0" name="pl5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1" name="pl5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2" name="pl5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3" name="pl5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4" name="pl5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5" name="pl5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6" name="pl5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7" name="pl5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8" name="pl5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9" name="pl5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0" name="pl5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1" name="pl5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2" name="pl5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3" name="pl5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4" name="pl5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5" name="pl5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6" name="pl5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7" name="pl5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8" name="pl5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9" name="pl5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0" name="pl5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1" name="pl5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2" name="pl5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3" name="pl5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4" name="pl5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5" name="pl5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6" name="pl5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7" name="pl5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8" name="pl5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9" name="pl5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0" name="pl5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1" name="pl5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2" name="pl5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3" name="pl5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4" name="pl5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5" name="pl5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6" name="pl5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7" name="pl5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8" name="pl5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9" name="pl5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0" name="pl5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1" name="pl5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2" name="pl5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3" name="pl5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4" name="pl5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5" name="pl5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6" name="pl5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7" name="pl5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8" name="pl5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9" name="pl5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0" name="pl5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1" name="pl5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2" name="pl5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3" name="pl5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4" name="pl5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5" name="pl5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6" name="pl5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7" name="pl5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8" name="pl5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9" name="pl5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0" name="pl5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1" name="pl6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2" name="pl6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3" name="pl6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4" name="pl6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5" name="pl6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6" name="pl6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7" name="pl6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8" name="pl6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9" name="pl6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0" name="pl609"/>
            <p:cNvSpPr/>
            <p:nvPr/>
          </p:nvSpPr>
          <p:spPr>
            <a:xfrm>
              <a:off x="773555" y="1410558"/>
              <a:ext cx="0" cy="4605405"/>
            </a:xfrm>
            <a:custGeom>
              <a:avLst/>
              <a:pathLst>
                <a:path w="0" h="4605405">
                  <a:moveTo>
                    <a:pt x="0" y="4605405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" name="tx610"/>
            <p:cNvSpPr/>
            <p:nvPr/>
          </p:nvSpPr>
          <p:spPr>
            <a:xfrm>
              <a:off x="626081" y="5759128"/>
              <a:ext cx="73456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</a:t>
              </a:r>
            </a:p>
          </p:txBody>
        </p:sp>
        <p:sp>
          <p:nvSpPr>
            <p:cNvPr id="612" name="tx611"/>
            <p:cNvSpPr/>
            <p:nvPr/>
          </p:nvSpPr>
          <p:spPr>
            <a:xfrm>
              <a:off x="552624" y="4921782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613" name="tx612"/>
            <p:cNvSpPr/>
            <p:nvPr/>
          </p:nvSpPr>
          <p:spPr>
            <a:xfrm>
              <a:off x="552624" y="4084113"/>
              <a:ext cx="146913" cy="9519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614" name="tx613"/>
            <p:cNvSpPr/>
            <p:nvPr/>
          </p:nvSpPr>
          <p:spPr>
            <a:xfrm>
              <a:off x="552624" y="3246960"/>
              <a:ext cx="146913" cy="9499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615" name="tx614"/>
            <p:cNvSpPr/>
            <p:nvPr/>
          </p:nvSpPr>
          <p:spPr>
            <a:xfrm>
              <a:off x="552624" y="2409484"/>
              <a:ext cx="146913" cy="9512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616" name="tx615"/>
            <p:cNvSpPr/>
            <p:nvPr/>
          </p:nvSpPr>
          <p:spPr>
            <a:xfrm>
              <a:off x="552624" y="1572396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50</a:t>
              </a:r>
            </a:p>
          </p:txBody>
        </p:sp>
        <p:sp>
          <p:nvSpPr>
            <p:cNvPr id="617" name="pl616"/>
            <p:cNvSpPr/>
            <p:nvPr/>
          </p:nvSpPr>
          <p:spPr>
            <a:xfrm>
              <a:off x="732434" y="5806627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" name="pl617"/>
            <p:cNvSpPr/>
            <p:nvPr/>
          </p:nvSpPr>
          <p:spPr>
            <a:xfrm>
              <a:off x="732434" y="4969280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" name="pl618"/>
            <p:cNvSpPr/>
            <p:nvPr/>
          </p:nvSpPr>
          <p:spPr>
            <a:xfrm>
              <a:off x="732434" y="4131934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" name="pl619"/>
            <p:cNvSpPr/>
            <p:nvPr/>
          </p:nvSpPr>
          <p:spPr>
            <a:xfrm>
              <a:off x="732434" y="3294587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" name="pl620"/>
            <p:cNvSpPr/>
            <p:nvPr/>
          </p:nvSpPr>
          <p:spPr>
            <a:xfrm>
              <a:off x="732434" y="2457241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" name="pl621"/>
            <p:cNvSpPr/>
            <p:nvPr/>
          </p:nvSpPr>
          <p:spPr>
            <a:xfrm>
              <a:off x="732434" y="1619894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" name="pl622"/>
            <p:cNvSpPr/>
            <p:nvPr/>
          </p:nvSpPr>
          <p:spPr>
            <a:xfrm>
              <a:off x="773555" y="6015963"/>
              <a:ext cx="9482522" cy="0"/>
            </a:xfrm>
            <a:custGeom>
              <a:avLst/>
              <a:pathLst>
                <a:path w="9482522" h="0">
                  <a:moveTo>
                    <a:pt x="0" y="0"/>
                  </a:moveTo>
                  <a:lnTo>
                    <a:pt x="9482522" y="0"/>
                  </a:lnTo>
                </a:path>
              </a:pathLst>
            </a:custGeom>
            <a:ln w="16014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" name="pl623"/>
            <p:cNvSpPr/>
            <p:nvPr/>
          </p:nvSpPr>
          <p:spPr>
            <a:xfrm>
              <a:off x="1204579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" name="pl624"/>
            <p:cNvSpPr/>
            <p:nvPr/>
          </p:nvSpPr>
          <p:spPr>
            <a:xfrm>
              <a:off x="2928674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" name="pl625"/>
            <p:cNvSpPr/>
            <p:nvPr/>
          </p:nvSpPr>
          <p:spPr>
            <a:xfrm>
              <a:off x="4652769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" name="pl626"/>
            <p:cNvSpPr/>
            <p:nvPr/>
          </p:nvSpPr>
          <p:spPr>
            <a:xfrm>
              <a:off x="6376864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" name="pl627"/>
            <p:cNvSpPr/>
            <p:nvPr/>
          </p:nvSpPr>
          <p:spPr>
            <a:xfrm>
              <a:off x="8100958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" name="pl628"/>
            <p:cNvSpPr/>
            <p:nvPr/>
          </p:nvSpPr>
          <p:spPr>
            <a:xfrm>
              <a:off x="9825053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" name="tx629"/>
            <p:cNvSpPr/>
            <p:nvPr/>
          </p:nvSpPr>
          <p:spPr>
            <a:xfrm>
              <a:off x="1167850" y="6089852"/>
              <a:ext cx="73456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</a:t>
              </a:r>
            </a:p>
          </p:txBody>
        </p:sp>
        <p:sp>
          <p:nvSpPr>
            <p:cNvPr id="631" name="tx630"/>
            <p:cNvSpPr/>
            <p:nvPr/>
          </p:nvSpPr>
          <p:spPr>
            <a:xfrm>
              <a:off x="2855217" y="6089852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632" name="tx631"/>
            <p:cNvSpPr/>
            <p:nvPr/>
          </p:nvSpPr>
          <p:spPr>
            <a:xfrm>
              <a:off x="4579312" y="6089529"/>
              <a:ext cx="146913" cy="9519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633" name="tx632"/>
            <p:cNvSpPr/>
            <p:nvPr/>
          </p:nvSpPr>
          <p:spPr>
            <a:xfrm>
              <a:off x="6303407" y="6089723"/>
              <a:ext cx="146913" cy="9499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634" name="tx633"/>
            <p:cNvSpPr/>
            <p:nvPr/>
          </p:nvSpPr>
          <p:spPr>
            <a:xfrm>
              <a:off x="8027502" y="6089594"/>
              <a:ext cx="146913" cy="9512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635" name="tx634"/>
            <p:cNvSpPr/>
            <p:nvPr/>
          </p:nvSpPr>
          <p:spPr>
            <a:xfrm>
              <a:off x="9751597" y="6089852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50</a:t>
              </a:r>
            </a:p>
          </p:txBody>
        </p:sp>
        <p:sp>
          <p:nvSpPr>
            <p:cNvPr id="636" name="tx635"/>
            <p:cNvSpPr/>
            <p:nvPr/>
          </p:nvSpPr>
          <p:spPr>
            <a:xfrm>
              <a:off x="4771423" y="6217005"/>
              <a:ext cx="1486786" cy="15647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Subjective response</a:t>
              </a:r>
            </a:p>
          </p:txBody>
        </p:sp>
        <p:sp>
          <p:nvSpPr>
            <p:cNvPr id="637" name="tx636"/>
            <p:cNvSpPr/>
            <p:nvPr/>
          </p:nvSpPr>
          <p:spPr>
            <a:xfrm rot="-5400000">
              <a:off x="-176788" y="3635023"/>
              <a:ext cx="1147074" cy="15647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Objective mean</a:t>
              </a:r>
            </a:p>
          </p:txBody>
        </p:sp>
        <p:sp>
          <p:nvSpPr>
            <p:cNvPr id="638" name="rc637"/>
            <p:cNvSpPr/>
            <p:nvPr/>
          </p:nvSpPr>
          <p:spPr>
            <a:xfrm>
              <a:off x="10420560" y="3183243"/>
              <a:ext cx="1201517" cy="106003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39" name="tx638"/>
            <p:cNvSpPr/>
            <p:nvPr/>
          </p:nvSpPr>
          <p:spPr>
            <a:xfrm>
              <a:off x="10502802" y="3280680"/>
              <a:ext cx="1037034" cy="12148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Variance level</a:t>
              </a:r>
            </a:p>
          </p:txBody>
        </p:sp>
        <p:sp>
          <p:nvSpPr>
            <p:cNvPr id="640" name="rc639"/>
            <p:cNvSpPr/>
            <p:nvPr/>
          </p:nvSpPr>
          <p:spPr>
            <a:xfrm>
              <a:off x="10502802" y="3502669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1" name="pl640"/>
            <p:cNvSpPr/>
            <p:nvPr/>
          </p:nvSpPr>
          <p:spPr>
            <a:xfrm>
              <a:off x="10524748" y="3612397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" name="rc641"/>
            <p:cNvSpPr/>
            <p:nvPr/>
          </p:nvSpPr>
          <p:spPr>
            <a:xfrm>
              <a:off x="10502802" y="3722125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3" name="pl642"/>
            <p:cNvSpPr/>
            <p:nvPr/>
          </p:nvSpPr>
          <p:spPr>
            <a:xfrm>
              <a:off x="10524748" y="3831853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" name="rc643"/>
            <p:cNvSpPr/>
            <p:nvPr/>
          </p:nvSpPr>
          <p:spPr>
            <a:xfrm>
              <a:off x="10502802" y="3941581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5" name="pl644"/>
            <p:cNvSpPr/>
            <p:nvPr/>
          </p:nvSpPr>
          <p:spPr>
            <a:xfrm>
              <a:off x="10524748" y="4051309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" name="tx645"/>
            <p:cNvSpPr/>
            <p:nvPr/>
          </p:nvSpPr>
          <p:spPr>
            <a:xfrm>
              <a:off x="10804500" y="3559674"/>
              <a:ext cx="440481" cy="100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SD of 3</a:t>
              </a:r>
            </a:p>
          </p:txBody>
        </p:sp>
        <p:sp>
          <p:nvSpPr>
            <p:cNvPr id="647" name="tx646"/>
            <p:cNvSpPr/>
            <p:nvPr/>
          </p:nvSpPr>
          <p:spPr>
            <a:xfrm>
              <a:off x="10804500" y="3779130"/>
              <a:ext cx="440481" cy="100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SD of 5</a:t>
              </a:r>
            </a:p>
          </p:txBody>
        </p:sp>
        <p:sp>
          <p:nvSpPr>
            <p:cNvPr id="648" name="tx647"/>
            <p:cNvSpPr/>
            <p:nvPr/>
          </p:nvSpPr>
          <p:spPr>
            <a:xfrm>
              <a:off x="10804500" y="3998586"/>
              <a:ext cx="440481" cy="100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SD of 7</a:t>
              </a:r>
            </a:p>
          </p:txBody>
        </p:sp>
        <p:sp>
          <p:nvSpPr>
            <p:cNvPr id="649" name="tx648"/>
            <p:cNvSpPr/>
            <p:nvPr/>
          </p:nvSpPr>
          <p:spPr>
            <a:xfrm>
              <a:off x="773555" y="1136855"/>
              <a:ext cx="2542120" cy="1549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Average participant regression line</a:t>
              </a:r>
            </a:p>
          </p:txBody>
        </p:sp>
        <p:sp>
          <p:nvSpPr>
            <p:cNvPr id="650" name="tx649"/>
            <p:cNvSpPr/>
            <p:nvPr/>
          </p:nvSpPr>
          <p:spPr>
            <a:xfrm>
              <a:off x="773555" y="863410"/>
              <a:ext cx="3182592" cy="18389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5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56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Experiment 4 - Experience condition</a:t>
              </a:r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p:ph/>
          </p:nvPr>
        </p:nvSpPr>
        <p:spPr>
          <a:xfrm>
            <a:off x="274320" y="182880"/>
            <a:ext cx="11430000" cy="457200"/>
          </a:xfrm>
        </p:spPr>
        <p:txBody>
          <a:bodyPr/>
          <a:lstStyle/>
          <a:p>
            <a:r>
              <a:rPr/>
              <a:t>Exp 4 - Average model regression</a:t>
            </a:r>
          </a:p>
        </p:txBody>
      </p:sp>
      <p:grpSp xmlns:pic="http://schemas.openxmlformats.org/drawingml/2006/picture">
        <p:nvGrpSpPr>
          <p:cNvPr id="3" name=""/>
          <p:cNvGrpSpPr/>
          <p:nvPr/>
        </p:nvGrpSpPr>
        <p:grpSpPr>
          <a:xfrm>
            <a:off x="274320" y="822960"/>
            <a:ext cx="11430000" cy="5669280"/>
            <a:chOff x="274320" y="822960"/>
            <a:chExt cx="11430000" cy="5669280"/>
          </a:xfrm>
        </p:grpSpPr>
        <p:sp>
          <p:nvSpPr>
            <p:cNvPr id="4" name="rc3"/>
            <p:cNvSpPr/>
            <p:nvPr/>
          </p:nvSpPr>
          <p:spPr>
            <a:xfrm>
              <a:off x="274320" y="822960"/>
              <a:ext cx="1143000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4"/>
            <p:cNvSpPr/>
            <p:nvPr/>
          </p:nvSpPr>
          <p:spPr>
            <a:xfrm>
              <a:off x="11704320" y="822960"/>
              <a:ext cx="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6014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rc5"/>
            <p:cNvSpPr/>
            <p:nvPr/>
          </p:nvSpPr>
          <p:spPr>
            <a:xfrm>
              <a:off x="773555" y="1410558"/>
              <a:ext cx="9482522" cy="460540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g6"/>
            <p:cNvSpPr/>
            <p:nvPr/>
          </p:nvSpPr>
          <p:spPr>
            <a:xfrm>
              <a:off x="3553336" y="2760490"/>
              <a:ext cx="3791112" cy="2148841"/>
            </a:xfrm>
            <a:custGeom>
              <a:avLst/>
              <a:pathLst>
                <a:path w="3791112" h="2148841">
                  <a:moveTo>
                    <a:pt x="0" y="1984058"/>
                  </a:moveTo>
                  <a:lnTo>
                    <a:pt x="23792" y="1972157"/>
                  </a:lnTo>
                  <a:lnTo>
                    <a:pt x="24654" y="1971726"/>
                  </a:lnTo>
                  <a:lnTo>
                    <a:pt x="31206" y="1968448"/>
                  </a:lnTo>
                  <a:lnTo>
                    <a:pt x="33792" y="1967154"/>
                  </a:lnTo>
                  <a:lnTo>
                    <a:pt x="38619" y="1964738"/>
                  </a:lnTo>
                  <a:lnTo>
                    <a:pt x="43619" y="1962236"/>
                  </a:lnTo>
                  <a:lnTo>
                    <a:pt x="45688" y="1961201"/>
                  </a:lnTo>
                  <a:lnTo>
                    <a:pt x="51205" y="1958439"/>
                  </a:lnTo>
                  <a:lnTo>
                    <a:pt x="54308" y="1956886"/>
                  </a:lnTo>
                  <a:lnTo>
                    <a:pt x="54653" y="1956714"/>
                  </a:lnTo>
                  <a:lnTo>
                    <a:pt x="54998" y="1956541"/>
                  </a:lnTo>
                  <a:lnTo>
                    <a:pt x="56550" y="1955764"/>
                  </a:lnTo>
                  <a:lnTo>
                    <a:pt x="56722" y="1955678"/>
                  </a:lnTo>
                  <a:lnTo>
                    <a:pt x="57584" y="1955246"/>
                  </a:lnTo>
                  <a:lnTo>
                    <a:pt x="58101" y="1954988"/>
                  </a:lnTo>
                  <a:lnTo>
                    <a:pt x="58619" y="1954729"/>
                  </a:lnTo>
                  <a:lnTo>
                    <a:pt x="59308" y="1954383"/>
                  </a:lnTo>
                  <a:lnTo>
                    <a:pt x="59653" y="1954211"/>
                  </a:lnTo>
                  <a:lnTo>
                    <a:pt x="60515" y="1953779"/>
                  </a:lnTo>
                  <a:lnTo>
                    <a:pt x="61032" y="1953520"/>
                  </a:lnTo>
                  <a:lnTo>
                    <a:pt x="61377" y="1953348"/>
                  </a:lnTo>
                  <a:lnTo>
                    <a:pt x="62239" y="1952916"/>
                  </a:lnTo>
                  <a:lnTo>
                    <a:pt x="62584" y="1952744"/>
                  </a:lnTo>
                  <a:lnTo>
                    <a:pt x="63274" y="1952398"/>
                  </a:lnTo>
                  <a:lnTo>
                    <a:pt x="65860" y="1951104"/>
                  </a:lnTo>
                  <a:lnTo>
                    <a:pt x="66377" y="1950845"/>
                  </a:lnTo>
                  <a:lnTo>
                    <a:pt x="67239" y="1950413"/>
                  </a:lnTo>
                  <a:lnTo>
                    <a:pt x="67584" y="1950241"/>
                  </a:lnTo>
                  <a:lnTo>
                    <a:pt x="68618" y="1949723"/>
                  </a:lnTo>
                  <a:lnTo>
                    <a:pt x="68791" y="1949637"/>
                  </a:lnTo>
                  <a:lnTo>
                    <a:pt x="69481" y="1949291"/>
                  </a:lnTo>
                  <a:lnTo>
                    <a:pt x="70687" y="1948687"/>
                  </a:lnTo>
                  <a:lnTo>
                    <a:pt x="71549" y="1948255"/>
                  </a:lnTo>
                  <a:lnTo>
                    <a:pt x="73274" y="1947392"/>
                  </a:lnTo>
                  <a:lnTo>
                    <a:pt x="73446" y="1947306"/>
                  </a:lnTo>
                  <a:lnTo>
                    <a:pt x="73791" y="1947133"/>
                  </a:lnTo>
                  <a:lnTo>
                    <a:pt x="76032" y="1946011"/>
                  </a:lnTo>
                  <a:lnTo>
                    <a:pt x="77411" y="1945321"/>
                  </a:lnTo>
                  <a:lnTo>
                    <a:pt x="78791" y="1944630"/>
                  </a:lnTo>
                  <a:lnTo>
                    <a:pt x="81032" y="1943508"/>
                  </a:lnTo>
                  <a:lnTo>
                    <a:pt x="81894" y="1943076"/>
                  </a:lnTo>
                  <a:lnTo>
                    <a:pt x="82239" y="1942903"/>
                  </a:lnTo>
                  <a:lnTo>
                    <a:pt x="82411" y="1942817"/>
                  </a:lnTo>
                  <a:lnTo>
                    <a:pt x="83446" y="1942299"/>
                  </a:lnTo>
                  <a:lnTo>
                    <a:pt x="87756" y="1940141"/>
                  </a:lnTo>
                  <a:lnTo>
                    <a:pt x="92756" y="1937637"/>
                  </a:lnTo>
                  <a:lnTo>
                    <a:pt x="94135" y="1936946"/>
                  </a:lnTo>
                  <a:lnTo>
                    <a:pt x="96376" y="1935824"/>
                  </a:lnTo>
                  <a:lnTo>
                    <a:pt x="170512" y="1898672"/>
                  </a:lnTo>
                  <a:lnTo>
                    <a:pt x="172409" y="1897721"/>
                  </a:lnTo>
                  <a:lnTo>
                    <a:pt x="196202" y="1885788"/>
                  </a:lnTo>
                  <a:lnTo>
                    <a:pt x="197064" y="1885356"/>
                  </a:lnTo>
                  <a:lnTo>
                    <a:pt x="203615" y="1882069"/>
                  </a:lnTo>
                  <a:lnTo>
                    <a:pt x="206201" y="1880772"/>
                  </a:lnTo>
                  <a:lnTo>
                    <a:pt x="211029" y="1878350"/>
                  </a:lnTo>
                  <a:lnTo>
                    <a:pt x="216029" y="1875841"/>
                  </a:lnTo>
                  <a:lnTo>
                    <a:pt x="218098" y="1874803"/>
                  </a:lnTo>
                  <a:lnTo>
                    <a:pt x="223615" y="1872034"/>
                  </a:lnTo>
                  <a:lnTo>
                    <a:pt x="226718" y="1870477"/>
                  </a:lnTo>
                  <a:lnTo>
                    <a:pt x="227063" y="1870304"/>
                  </a:lnTo>
                  <a:lnTo>
                    <a:pt x="227408" y="1870130"/>
                  </a:lnTo>
                  <a:lnTo>
                    <a:pt x="228959" y="1869352"/>
                  </a:lnTo>
                  <a:lnTo>
                    <a:pt x="229132" y="1869265"/>
                  </a:lnTo>
                  <a:lnTo>
                    <a:pt x="229994" y="1868833"/>
                  </a:lnTo>
                  <a:lnTo>
                    <a:pt x="230511" y="1868573"/>
                  </a:lnTo>
                  <a:lnTo>
                    <a:pt x="231028" y="1868313"/>
                  </a:lnTo>
                  <a:lnTo>
                    <a:pt x="231718" y="1867967"/>
                  </a:lnTo>
                  <a:lnTo>
                    <a:pt x="232063" y="1867794"/>
                  </a:lnTo>
                  <a:lnTo>
                    <a:pt x="232925" y="1867361"/>
                  </a:lnTo>
                  <a:lnTo>
                    <a:pt x="233442" y="1867102"/>
                  </a:lnTo>
                  <a:lnTo>
                    <a:pt x="233787" y="1866929"/>
                  </a:lnTo>
                  <a:lnTo>
                    <a:pt x="234649" y="1866496"/>
                  </a:lnTo>
                  <a:lnTo>
                    <a:pt x="234994" y="1866323"/>
                  </a:lnTo>
                  <a:lnTo>
                    <a:pt x="235683" y="1865977"/>
                  </a:lnTo>
                  <a:lnTo>
                    <a:pt x="238269" y="1864679"/>
                  </a:lnTo>
                  <a:lnTo>
                    <a:pt x="238787" y="1864419"/>
                  </a:lnTo>
                  <a:lnTo>
                    <a:pt x="239649" y="1863986"/>
                  </a:lnTo>
                  <a:lnTo>
                    <a:pt x="239994" y="1863813"/>
                  </a:lnTo>
                  <a:lnTo>
                    <a:pt x="241028" y="1863294"/>
                  </a:lnTo>
                  <a:lnTo>
                    <a:pt x="241200" y="1863207"/>
                  </a:lnTo>
                  <a:lnTo>
                    <a:pt x="241890" y="1862861"/>
                  </a:lnTo>
                  <a:lnTo>
                    <a:pt x="243097" y="1862255"/>
                  </a:lnTo>
                  <a:lnTo>
                    <a:pt x="243959" y="1861822"/>
                  </a:lnTo>
                  <a:lnTo>
                    <a:pt x="245683" y="1860957"/>
                  </a:lnTo>
                  <a:lnTo>
                    <a:pt x="245855" y="1860870"/>
                  </a:lnTo>
                  <a:lnTo>
                    <a:pt x="246200" y="1860697"/>
                  </a:lnTo>
                  <a:lnTo>
                    <a:pt x="248442" y="1859572"/>
                  </a:lnTo>
                  <a:lnTo>
                    <a:pt x="249821" y="1858879"/>
                  </a:lnTo>
                  <a:lnTo>
                    <a:pt x="251200" y="1858187"/>
                  </a:lnTo>
                  <a:lnTo>
                    <a:pt x="253441" y="1857062"/>
                  </a:lnTo>
                  <a:lnTo>
                    <a:pt x="254304" y="1856629"/>
                  </a:lnTo>
                  <a:lnTo>
                    <a:pt x="254648" y="1856456"/>
                  </a:lnTo>
                  <a:lnTo>
                    <a:pt x="254821" y="1856369"/>
                  </a:lnTo>
                  <a:lnTo>
                    <a:pt x="255855" y="1855850"/>
                  </a:lnTo>
                  <a:lnTo>
                    <a:pt x="260165" y="1853685"/>
                  </a:lnTo>
                  <a:lnTo>
                    <a:pt x="265165" y="1851174"/>
                  </a:lnTo>
                  <a:lnTo>
                    <a:pt x="266545" y="1850482"/>
                  </a:lnTo>
                  <a:lnTo>
                    <a:pt x="268786" y="1849356"/>
                  </a:lnTo>
                  <a:lnTo>
                    <a:pt x="342922" y="1812098"/>
                  </a:lnTo>
                  <a:lnTo>
                    <a:pt x="344818" y="1811144"/>
                  </a:lnTo>
                  <a:lnTo>
                    <a:pt x="368611" y="1799176"/>
                  </a:lnTo>
                  <a:lnTo>
                    <a:pt x="369473" y="1798742"/>
                  </a:lnTo>
                  <a:lnTo>
                    <a:pt x="376025" y="1795446"/>
                  </a:lnTo>
                  <a:lnTo>
                    <a:pt x="378611" y="1794144"/>
                  </a:lnTo>
                  <a:lnTo>
                    <a:pt x="383438" y="1791715"/>
                  </a:lnTo>
                  <a:lnTo>
                    <a:pt x="388438" y="1789198"/>
                  </a:lnTo>
                  <a:lnTo>
                    <a:pt x="390507" y="1788157"/>
                  </a:lnTo>
                  <a:lnTo>
                    <a:pt x="396024" y="1785380"/>
                  </a:lnTo>
                  <a:lnTo>
                    <a:pt x="399127" y="1783818"/>
                  </a:lnTo>
                  <a:lnTo>
                    <a:pt x="399472" y="1783644"/>
                  </a:lnTo>
                  <a:lnTo>
                    <a:pt x="399817" y="1783471"/>
                  </a:lnTo>
                  <a:lnTo>
                    <a:pt x="401369" y="1782689"/>
                  </a:lnTo>
                  <a:lnTo>
                    <a:pt x="401541" y="1782603"/>
                  </a:lnTo>
                  <a:lnTo>
                    <a:pt x="402403" y="1782169"/>
                  </a:lnTo>
                  <a:lnTo>
                    <a:pt x="402920" y="1781908"/>
                  </a:lnTo>
                  <a:lnTo>
                    <a:pt x="403438" y="1781648"/>
                  </a:lnTo>
                  <a:lnTo>
                    <a:pt x="404127" y="1781301"/>
                  </a:lnTo>
                  <a:lnTo>
                    <a:pt x="404472" y="1781127"/>
                  </a:lnTo>
                  <a:lnTo>
                    <a:pt x="405334" y="1780693"/>
                  </a:lnTo>
                  <a:lnTo>
                    <a:pt x="405851" y="1780433"/>
                  </a:lnTo>
                  <a:lnTo>
                    <a:pt x="406196" y="1780259"/>
                  </a:lnTo>
                  <a:lnTo>
                    <a:pt x="407058" y="1779825"/>
                  </a:lnTo>
                  <a:lnTo>
                    <a:pt x="407403" y="1779651"/>
                  </a:lnTo>
                  <a:lnTo>
                    <a:pt x="408093" y="1779304"/>
                  </a:lnTo>
                  <a:lnTo>
                    <a:pt x="410679" y="1778002"/>
                  </a:lnTo>
                  <a:lnTo>
                    <a:pt x="411196" y="1777741"/>
                  </a:lnTo>
                  <a:lnTo>
                    <a:pt x="412058" y="1777307"/>
                  </a:lnTo>
                  <a:lnTo>
                    <a:pt x="412403" y="1777134"/>
                  </a:lnTo>
                  <a:lnTo>
                    <a:pt x="413437" y="1776613"/>
                  </a:lnTo>
                  <a:lnTo>
                    <a:pt x="413610" y="1776526"/>
                  </a:lnTo>
                  <a:lnTo>
                    <a:pt x="414300" y="1776179"/>
                  </a:lnTo>
                  <a:lnTo>
                    <a:pt x="415506" y="1775571"/>
                  </a:lnTo>
                  <a:lnTo>
                    <a:pt x="416368" y="1775137"/>
                  </a:lnTo>
                  <a:lnTo>
                    <a:pt x="418093" y="1774269"/>
                  </a:lnTo>
                  <a:lnTo>
                    <a:pt x="418265" y="1774182"/>
                  </a:lnTo>
                  <a:lnTo>
                    <a:pt x="418610" y="1774008"/>
                  </a:lnTo>
                  <a:lnTo>
                    <a:pt x="420851" y="1772879"/>
                  </a:lnTo>
                  <a:lnTo>
                    <a:pt x="422230" y="1772185"/>
                  </a:lnTo>
                  <a:lnTo>
                    <a:pt x="423610" y="1771490"/>
                  </a:lnTo>
                  <a:lnTo>
                    <a:pt x="425851" y="1770361"/>
                  </a:lnTo>
                  <a:lnTo>
                    <a:pt x="426713" y="1769927"/>
                  </a:lnTo>
                  <a:lnTo>
                    <a:pt x="427058" y="1769753"/>
                  </a:lnTo>
                  <a:lnTo>
                    <a:pt x="427230" y="1769667"/>
                  </a:lnTo>
                  <a:lnTo>
                    <a:pt x="428265" y="1769145"/>
                  </a:lnTo>
                  <a:lnTo>
                    <a:pt x="432575" y="1766974"/>
                  </a:lnTo>
                  <a:lnTo>
                    <a:pt x="437575" y="1764456"/>
                  </a:lnTo>
                  <a:lnTo>
                    <a:pt x="438954" y="1763761"/>
                  </a:lnTo>
                  <a:lnTo>
                    <a:pt x="441195" y="1762631"/>
                  </a:lnTo>
                  <a:lnTo>
                    <a:pt x="515331" y="1725253"/>
                  </a:lnTo>
                  <a:lnTo>
                    <a:pt x="517228" y="1724296"/>
                  </a:lnTo>
                  <a:lnTo>
                    <a:pt x="541020" y="1712287"/>
                  </a:lnTo>
                  <a:lnTo>
                    <a:pt x="541883" y="1711852"/>
                  </a:lnTo>
                  <a:lnTo>
                    <a:pt x="548434" y="1708544"/>
                  </a:lnTo>
                  <a:lnTo>
                    <a:pt x="551020" y="1707239"/>
                  </a:lnTo>
                  <a:lnTo>
                    <a:pt x="555848" y="1704801"/>
                  </a:lnTo>
                  <a:lnTo>
                    <a:pt x="560848" y="1702276"/>
                  </a:lnTo>
                  <a:lnTo>
                    <a:pt x="562916" y="1701231"/>
                  </a:lnTo>
                  <a:lnTo>
                    <a:pt x="568434" y="1698444"/>
                  </a:lnTo>
                  <a:lnTo>
                    <a:pt x="571537" y="1696877"/>
                  </a:lnTo>
                  <a:lnTo>
                    <a:pt x="571882" y="1696702"/>
                  </a:lnTo>
                  <a:lnTo>
                    <a:pt x="572227" y="1696528"/>
                  </a:lnTo>
                  <a:lnTo>
                    <a:pt x="573778" y="1695744"/>
                  </a:lnTo>
                  <a:lnTo>
                    <a:pt x="573951" y="1695657"/>
                  </a:lnTo>
                  <a:lnTo>
                    <a:pt x="574813" y="1695222"/>
                  </a:lnTo>
                  <a:lnTo>
                    <a:pt x="575330" y="1694961"/>
                  </a:lnTo>
                  <a:lnTo>
                    <a:pt x="575847" y="1694699"/>
                  </a:lnTo>
                  <a:lnTo>
                    <a:pt x="576537" y="1694351"/>
                  </a:lnTo>
                  <a:lnTo>
                    <a:pt x="576882" y="1694177"/>
                  </a:lnTo>
                  <a:lnTo>
                    <a:pt x="577744" y="1693741"/>
                  </a:lnTo>
                  <a:lnTo>
                    <a:pt x="578261" y="1693480"/>
                  </a:lnTo>
                  <a:lnTo>
                    <a:pt x="578606" y="1693306"/>
                  </a:lnTo>
                  <a:lnTo>
                    <a:pt x="579468" y="1692870"/>
                  </a:lnTo>
                  <a:lnTo>
                    <a:pt x="579813" y="1692696"/>
                  </a:lnTo>
                  <a:lnTo>
                    <a:pt x="580502" y="1692347"/>
                  </a:lnTo>
                  <a:lnTo>
                    <a:pt x="583088" y="1691041"/>
                  </a:lnTo>
                  <a:lnTo>
                    <a:pt x="583606" y="1690779"/>
                  </a:lnTo>
                  <a:lnTo>
                    <a:pt x="584468" y="1690344"/>
                  </a:lnTo>
                  <a:lnTo>
                    <a:pt x="584813" y="1690170"/>
                  </a:lnTo>
                  <a:lnTo>
                    <a:pt x="585847" y="1689647"/>
                  </a:lnTo>
                  <a:lnTo>
                    <a:pt x="586019" y="1689560"/>
                  </a:lnTo>
                  <a:lnTo>
                    <a:pt x="586709" y="1689211"/>
                  </a:lnTo>
                  <a:lnTo>
                    <a:pt x="587916" y="1688601"/>
                  </a:lnTo>
                  <a:lnTo>
                    <a:pt x="588778" y="1688166"/>
                  </a:lnTo>
                  <a:lnTo>
                    <a:pt x="590502" y="1687294"/>
                  </a:lnTo>
                  <a:lnTo>
                    <a:pt x="590674" y="1687207"/>
                  </a:lnTo>
                  <a:lnTo>
                    <a:pt x="591019" y="1687033"/>
                  </a:lnTo>
                  <a:lnTo>
                    <a:pt x="593261" y="1685900"/>
                  </a:lnTo>
                  <a:lnTo>
                    <a:pt x="594640" y="1685203"/>
                  </a:lnTo>
                  <a:lnTo>
                    <a:pt x="596019" y="1684506"/>
                  </a:lnTo>
                  <a:lnTo>
                    <a:pt x="598260" y="1683373"/>
                  </a:lnTo>
                  <a:lnTo>
                    <a:pt x="599122" y="1682938"/>
                  </a:lnTo>
                  <a:lnTo>
                    <a:pt x="599467" y="1682763"/>
                  </a:lnTo>
                  <a:lnTo>
                    <a:pt x="599640" y="1682676"/>
                  </a:lnTo>
                  <a:lnTo>
                    <a:pt x="600674" y="1682153"/>
                  </a:lnTo>
                  <a:lnTo>
                    <a:pt x="604984" y="1679974"/>
                  </a:lnTo>
                  <a:lnTo>
                    <a:pt x="609984" y="1677447"/>
                  </a:lnTo>
                  <a:lnTo>
                    <a:pt x="611364" y="1676750"/>
                  </a:lnTo>
                  <a:lnTo>
                    <a:pt x="613605" y="1675616"/>
                  </a:lnTo>
                  <a:lnTo>
                    <a:pt x="687741" y="1638102"/>
                  </a:lnTo>
                  <a:lnTo>
                    <a:pt x="689637" y="1637141"/>
                  </a:lnTo>
                  <a:lnTo>
                    <a:pt x="713430" y="1625088"/>
                  </a:lnTo>
                  <a:lnTo>
                    <a:pt x="714292" y="1624651"/>
                  </a:lnTo>
                  <a:lnTo>
                    <a:pt x="720844" y="1621331"/>
                  </a:lnTo>
                  <a:lnTo>
                    <a:pt x="723430" y="1620020"/>
                  </a:lnTo>
                  <a:lnTo>
                    <a:pt x="728257" y="1617573"/>
                  </a:lnTo>
                  <a:lnTo>
                    <a:pt x="733257" y="1615038"/>
                  </a:lnTo>
                  <a:lnTo>
                    <a:pt x="735326" y="1613989"/>
                  </a:lnTo>
                  <a:lnTo>
                    <a:pt x="740843" y="1611192"/>
                  </a:lnTo>
                  <a:lnTo>
                    <a:pt x="743946" y="1609618"/>
                  </a:lnTo>
                  <a:lnTo>
                    <a:pt x="744291" y="1609443"/>
                  </a:lnTo>
                  <a:lnTo>
                    <a:pt x="744636" y="1609269"/>
                  </a:lnTo>
                  <a:lnTo>
                    <a:pt x="746188" y="1608482"/>
                  </a:lnTo>
                  <a:lnTo>
                    <a:pt x="746360" y="1608394"/>
                  </a:lnTo>
                  <a:lnTo>
                    <a:pt x="747222" y="1607957"/>
                  </a:lnTo>
                  <a:lnTo>
                    <a:pt x="747739" y="1607695"/>
                  </a:lnTo>
                  <a:lnTo>
                    <a:pt x="748257" y="1607433"/>
                  </a:lnTo>
                  <a:lnTo>
                    <a:pt x="748946" y="1607083"/>
                  </a:lnTo>
                  <a:lnTo>
                    <a:pt x="749291" y="1606908"/>
                  </a:lnTo>
                  <a:lnTo>
                    <a:pt x="750153" y="1606471"/>
                  </a:lnTo>
                  <a:lnTo>
                    <a:pt x="750670" y="1606208"/>
                  </a:lnTo>
                  <a:lnTo>
                    <a:pt x="751015" y="1606033"/>
                  </a:lnTo>
                  <a:lnTo>
                    <a:pt x="751877" y="1605596"/>
                  </a:lnTo>
                  <a:lnTo>
                    <a:pt x="752222" y="1605421"/>
                  </a:lnTo>
                  <a:lnTo>
                    <a:pt x="752912" y="1605072"/>
                  </a:lnTo>
                  <a:lnTo>
                    <a:pt x="755498" y="1603760"/>
                  </a:lnTo>
                  <a:lnTo>
                    <a:pt x="756015" y="1603497"/>
                  </a:lnTo>
                  <a:lnTo>
                    <a:pt x="756877" y="1603060"/>
                  </a:lnTo>
                  <a:lnTo>
                    <a:pt x="757222" y="1602885"/>
                  </a:lnTo>
                  <a:lnTo>
                    <a:pt x="758256" y="1602361"/>
                  </a:lnTo>
                  <a:lnTo>
                    <a:pt x="758429" y="1602273"/>
                  </a:lnTo>
                  <a:lnTo>
                    <a:pt x="759119" y="1601923"/>
                  </a:lnTo>
                  <a:lnTo>
                    <a:pt x="760325" y="1601311"/>
                  </a:lnTo>
                  <a:lnTo>
                    <a:pt x="761187" y="1600874"/>
                  </a:lnTo>
                  <a:lnTo>
                    <a:pt x="762912" y="1599999"/>
                  </a:lnTo>
                  <a:lnTo>
                    <a:pt x="763084" y="1599912"/>
                  </a:lnTo>
                  <a:lnTo>
                    <a:pt x="763429" y="1599737"/>
                  </a:lnTo>
                  <a:lnTo>
                    <a:pt x="765670" y="1598599"/>
                  </a:lnTo>
                  <a:lnTo>
                    <a:pt x="767049" y="1597900"/>
                  </a:lnTo>
                  <a:lnTo>
                    <a:pt x="768429" y="1597200"/>
                  </a:lnTo>
                  <a:lnTo>
                    <a:pt x="770670" y="1596063"/>
                  </a:lnTo>
                  <a:lnTo>
                    <a:pt x="771532" y="1595625"/>
                  </a:lnTo>
                  <a:lnTo>
                    <a:pt x="771877" y="1595450"/>
                  </a:lnTo>
                  <a:lnTo>
                    <a:pt x="772049" y="1595363"/>
                  </a:lnTo>
                  <a:lnTo>
                    <a:pt x="773084" y="1594838"/>
                  </a:lnTo>
                  <a:lnTo>
                    <a:pt x="777394" y="1592650"/>
                  </a:lnTo>
                  <a:lnTo>
                    <a:pt x="782394" y="1590113"/>
                  </a:lnTo>
                  <a:lnTo>
                    <a:pt x="783773" y="1589413"/>
                  </a:lnTo>
                  <a:lnTo>
                    <a:pt x="786014" y="1588275"/>
                  </a:lnTo>
                  <a:lnTo>
                    <a:pt x="860150" y="1550609"/>
                  </a:lnTo>
                  <a:lnTo>
                    <a:pt x="862047" y="1549645"/>
                  </a:lnTo>
                  <a:lnTo>
                    <a:pt x="885839" y="1537541"/>
                  </a:lnTo>
                  <a:lnTo>
                    <a:pt x="886702" y="1537103"/>
                  </a:lnTo>
                  <a:lnTo>
                    <a:pt x="893253" y="1533768"/>
                  </a:lnTo>
                  <a:lnTo>
                    <a:pt x="895839" y="1532452"/>
                  </a:lnTo>
                  <a:lnTo>
                    <a:pt x="900667" y="1529995"/>
                  </a:lnTo>
                  <a:lnTo>
                    <a:pt x="905667" y="1527449"/>
                  </a:lnTo>
                  <a:lnTo>
                    <a:pt x="907735" y="1526396"/>
                  </a:lnTo>
                  <a:lnTo>
                    <a:pt x="913253" y="1523587"/>
                  </a:lnTo>
                  <a:lnTo>
                    <a:pt x="916356" y="1522007"/>
                  </a:lnTo>
                  <a:lnTo>
                    <a:pt x="916701" y="1521831"/>
                  </a:lnTo>
                  <a:lnTo>
                    <a:pt x="917046" y="1521655"/>
                  </a:lnTo>
                  <a:lnTo>
                    <a:pt x="918597" y="1520865"/>
                  </a:lnTo>
                  <a:lnTo>
                    <a:pt x="918770" y="1520777"/>
                  </a:lnTo>
                  <a:lnTo>
                    <a:pt x="919632" y="1520338"/>
                  </a:lnTo>
                  <a:lnTo>
                    <a:pt x="920149" y="1520075"/>
                  </a:lnTo>
                  <a:lnTo>
                    <a:pt x="920666" y="1519811"/>
                  </a:lnTo>
                  <a:lnTo>
                    <a:pt x="921356" y="1519460"/>
                  </a:lnTo>
                  <a:lnTo>
                    <a:pt x="921701" y="1519285"/>
                  </a:lnTo>
                  <a:lnTo>
                    <a:pt x="922563" y="1518845"/>
                  </a:lnTo>
                  <a:lnTo>
                    <a:pt x="923080" y="1518582"/>
                  </a:lnTo>
                  <a:lnTo>
                    <a:pt x="923425" y="1518406"/>
                  </a:lnTo>
                  <a:lnTo>
                    <a:pt x="924287" y="1517967"/>
                  </a:lnTo>
                  <a:lnTo>
                    <a:pt x="924632" y="1517792"/>
                  </a:lnTo>
                  <a:lnTo>
                    <a:pt x="925321" y="1517440"/>
                  </a:lnTo>
                  <a:lnTo>
                    <a:pt x="927907" y="1516123"/>
                  </a:lnTo>
                  <a:lnTo>
                    <a:pt x="928425" y="1515860"/>
                  </a:lnTo>
                  <a:lnTo>
                    <a:pt x="929287" y="1515420"/>
                  </a:lnTo>
                  <a:lnTo>
                    <a:pt x="929631" y="1515245"/>
                  </a:lnTo>
                  <a:lnTo>
                    <a:pt x="930666" y="1514718"/>
                  </a:lnTo>
                  <a:lnTo>
                    <a:pt x="930838" y="1514630"/>
                  </a:lnTo>
                  <a:lnTo>
                    <a:pt x="931528" y="1514279"/>
                  </a:lnTo>
                  <a:lnTo>
                    <a:pt x="932735" y="1513664"/>
                  </a:lnTo>
                  <a:lnTo>
                    <a:pt x="933597" y="1513225"/>
                  </a:lnTo>
                  <a:lnTo>
                    <a:pt x="935321" y="1512346"/>
                  </a:lnTo>
                  <a:lnTo>
                    <a:pt x="935493" y="1512258"/>
                  </a:lnTo>
                  <a:lnTo>
                    <a:pt x="935838" y="1512083"/>
                  </a:lnTo>
                  <a:lnTo>
                    <a:pt x="938080" y="1510941"/>
                  </a:lnTo>
                  <a:lnTo>
                    <a:pt x="939459" y="1510238"/>
                  </a:lnTo>
                  <a:lnTo>
                    <a:pt x="940838" y="1509535"/>
                  </a:lnTo>
                  <a:lnTo>
                    <a:pt x="943079" y="1508393"/>
                  </a:lnTo>
                  <a:lnTo>
                    <a:pt x="943941" y="1507953"/>
                  </a:lnTo>
                  <a:lnTo>
                    <a:pt x="944286" y="1507778"/>
                  </a:lnTo>
                  <a:lnTo>
                    <a:pt x="944459" y="1507690"/>
                  </a:lnTo>
                  <a:lnTo>
                    <a:pt x="945493" y="1507163"/>
                  </a:lnTo>
                  <a:lnTo>
                    <a:pt x="949803" y="1504966"/>
                  </a:lnTo>
                  <a:lnTo>
                    <a:pt x="954803" y="1502417"/>
                  </a:lnTo>
                  <a:lnTo>
                    <a:pt x="956183" y="1501714"/>
                  </a:lnTo>
                  <a:lnTo>
                    <a:pt x="958424" y="1500572"/>
                  </a:lnTo>
                  <a:lnTo>
                    <a:pt x="1032560" y="1462739"/>
                  </a:lnTo>
                  <a:lnTo>
                    <a:pt x="1034456" y="1461770"/>
                  </a:lnTo>
                  <a:lnTo>
                    <a:pt x="1058249" y="1449612"/>
                  </a:lnTo>
                  <a:lnTo>
                    <a:pt x="1059111" y="1449171"/>
                  </a:lnTo>
                  <a:lnTo>
                    <a:pt x="1065663" y="1445822"/>
                  </a:lnTo>
                  <a:lnTo>
                    <a:pt x="1068249" y="1444499"/>
                  </a:lnTo>
                  <a:lnTo>
                    <a:pt x="1073076" y="1442031"/>
                  </a:lnTo>
                  <a:lnTo>
                    <a:pt x="1078076" y="1439474"/>
                  </a:lnTo>
                  <a:lnTo>
                    <a:pt x="1080145" y="1438415"/>
                  </a:lnTo>
                  <a:lnTo>
                    <a:pt x="1085662" y="1435593"/>
                  </a:lnTo>
                  <a:lnTo>
                    <a:pt x="1088765" y="1434006"/>
                  </a:lnTo>
                  <a:lnTo>
                    <a:pt x="1089110" y="1433829"/>
                  </a:lnTo>
                  <a:lnTo>
                    <a:pt x="1089455" y="1433653"/>
                  </a:lnTo>
                  <a:lnTo>
                    <a:pt x="1091007" y="1432859"/>
                  </a:lnTo>
                  <a:lnTo>
                    <a:pt x="1091179" y="1432771"/>
                  </a:lnTo>
                  <a:lnTo>
                    <a:pt x="1092041" y="1432330"/>
                  </a:lnTo>
                  <a:lnTo>
                    <a:pt x="1092558" y="1432065"/>
                  </a:lnTo>
                  <a:lnTo>
                    <a:pt x="1093076" y="1431800"/>
                  </a:lnTo>
                  <a:lnTo>
                    <a:pt x="1093765" y="1431447"/>
                  </a:lnTo>
                  <a:lnTo>
                    <a:pt x="1094110" y="1431271"/>
                  </a:lnTo>
                  <a:lnTo>
                    <a:pt x="1094972" y="1430830"/>
                  </a:lnTo>
                  <a:lnTo>
                    <a:pt x="1095489" y="1430565"/>
                  </a:lnTo>
                  <a:lnTo>
                    <a:pt x="1095834" y="1430389"/>
                  </a:lnTo>
                  <a:lnTo>
                    <a:pt x="1096696" y="1429948"/>
                  </a:lnTo>
                  <a:lnTo>
                    <a:pt x="1097041" y="1429771"/>
                  </a:lnTo>
                  <a:lnTo>
                    <a:pt x="1097731" y="1429418"/>
                  </a:lnTo>
                  <a:lnTo>
                    <a:pt x="1100317" y="1428095"/>
                  </a:lnTo>
                  <a:lnTo>
                    <a:pt x="1100834" y="1427830"/>
                  </a:lnTo>
                  <a:lnTo>
                    <a:pt x="1101696" y="1427389"/>
                  </a:lnTo>
                  <a:lnTo>
                    <a:pt x="1102041" y="1427212"/>
                  </a:lnTo>
                  <a:lnTo>
                    <a:pt x="1103075" y="1426683"/>
                  </a:lnTo>
                  <a:lnTo>
                    <a:pt x="1103248" y="1426595"/>
                  </a:lnTo>
                  <a:lnTo>
                    <a:pt x="1103937" y="1426242"/>
                  </a:lnTo>
                  <a:lnTo>
                    <a:pt x="1105144" y="1425624"/>
                  </a:lnTo>
                  <a:lnTo>
                    <a:pt x="1106006" y="1425183"/>
                  </a:lnTo>
                  <a:lnTo>
                    <a:pt x="1107730" y="1424300"/>
                  </a:lnTo>
                  <a:lnTo>
                    <a:pt x="1107903" y="1424212"/>
                  </a:lnTo>
                  <a:lnTo>
                    <a:pt x="1108248" y="1424035"/>
                  </a:lnTo>
                  <a:lnTo>
                    <a:pt x="1110489" y="1422888"/>
                  </a:lnTo>
                  <a:lnTo>
                    <a:pt x="1111868" y="1422182"/>
                  </a:lnTo>
                  <a:lnTo>
                    <a:pt x="1113248" y="1421476"/>
                  </a:lnTo>
                  <a:lnTo>
                    <a:pt x="1115489" y="1420328"/>
                  </a:lnTo>
                  <a:lnTo>
                    <a:pt x="1116351" y="1419887"/>
                  </a:lnTo>
                  <a:lnTo>
                    <a:pt x="1116696" y="1419710"/>
                  </a:lnTo>
                  <a:lnTo>
                    <a:pt x="1116868" y="1419622"/>
                  </a:lnTo>
                  <a:lnTo>
                    <a:pt x="1117903" y="1419093"/>
                  </a:lnTo>
                  <a:lnTo>
                    <a:pt x="1122213" y="1416885"/>
                  </a:lnTo>
                  <a:lnTo>
                    <a:pt x="1127213" y="1414325"/>
                  </a:lnTo>
                  <a:lnTo>
                    <a:pt x="1128592" y="1413618"/>
                  </a:lnTo>
                  <a:lnTo>
                    <a:pt x="1130833" y="1412470"/>
                  </a:lnTo>
                  <a:lnTo>
                    <a:pt x="1204969" y="1374457"/>
                  </a:lnTo>
                  <a:lnTo>
                    <a:pt x="1206866" y="1373483"/>
                  </a:lnTo>
                  <a:lnTo>
                    <a:pt x="1230658" y="1361265"/>
                  </a:lnTo>
                  <a:lnTo>
                    <a:pt x="1231521" y="1360823"/>
                  </a:lnTo>
                  <a:lnTo>
                    <a:pt x="1238072" y="1357457"/>
                  </a:lnTo>
                  <a:lnTo>
                    <a:pt x="1240658" y="1356128"/>
                  </a:lnTo>
                  <a:lnTo>
                    <a:pt x="1245486" y="1353647"/>
                  </a:lnTo>
                  <a:lnTo>
                    <a:pt x="1250486" y="1351077"/>
                  </a:lnTo>
                  <a:lnTo>
                    <a:pt x="1252554" y="1350014"/>
                  </a:lnTo>
                  <a:lnTo>
                    <a:pt x="1258072" y="1347178"/>
                  </a:lnTo>
                  <a:lnTo>
                    <a:pt x="1261175" y="1345582"/>
                  </a:lnTo>
                  <a:lnTo>
                    <a:pt x="1261520" y="1345405"/>
                  </a:lnTo>
                  <a:lnTo>
                    <a:pt x="1261865" y="1345228"/>
                  </a:lnTo>
                  <a:lnTo>
                    <a:pt x="1263416" y="1344430"/>
                  </a:lnTo>
                  <a:lnTo>
                    <a:pt x="1263589" y="1344341"/>
                  </a:lnTo>
                  <a:lnTo>
                    <a:pt x="1264451" y="1343898"/>
                  </a:lnTo>
                  <a:lnTo>
                    <a:pt x="1264968" y="1343632"/>
                  </a:lnTo>
                  <a:lnTo>
                    <a:pt x="1265485" y="1343366"/>
                  </a:lnTo>
                  <a:lnTo>
                    <a:pt x="1266175" y="1343011"/>
                  </a:lnTo>
                  <a:lnTo>
                    <a:pt x="1266520" y="1342834"/>
                  </a:lnTo>
                  <a:lnTo>
                    <a:pt x="1267382" y="1342391"/>
                  </a:lnTo>
                  <a:lnTo>
                    <a:pt x="1267899" y="1342125"/>
                  </a:lnTo>
                  <a:lnTo>
                    <a:pt x="1268244" y="1341948"/>
                  </a:lnTo>
                  <a:lnTo>
                    <a:pt x="1269106" y="1341504"/>
                  </a:lnTo>
                  <a:lnTo>
                    <a:pt x="1269451" y="1341327"/>
                  </a:lnTo>
                  <a:lnTo>
                    <a:pt x="1270140" y="1340972"/>
                  </a:lnTo>
                  <a:lnTo>
                    <a:pt x="1272726" y="1339642"/>
                  </a:lnTo>
                  <a:lnTo>
                    <a:pt x="1273244" y="1339376"/>
                  </a:lnTo>
                  <a:lnTo>
                    <a:pt x="1274106" y="1338933"/>
                  </a:lnTo>
                  <a:lnTo>
                    <a:pt x="1274450" y="1338755"/>
                  </a:lnTo>
                  <a:lnTo>
                    <a:pt x="1275485" y="1338223"/>
                  </a:lnTo>
                  <a:lnTo>
                    <a:pt x="1275657" y="1338135"/>
                  </a:lnTo>
                  <a:lnTo>
                    <a:pt x="1276347" y="1337780"/>
                  </a:lnTo>
                  <a:lnTo>
                    <a:pt x="1277554" y="1337159"/>
                  </a:lnTo>
                  <a:lnTo>
                    <a:pt x="1278416" y="1336716"/>
                  </a:lnTo>
                  <a:lnTo>
                    <a:pt x="1280140" y="1335829"/>
                  </a:lnTo>
                  <a:lnTo>
                    <a:pt x="1280312" y="1335740"/>
                  </a:lnTo>
                  <a:lnTo>
                    <a:pt x="1280657" y="1335563"/>
                  </a:lnTo>
                  <a:lnTo>
                    <a:pt x="1282899" y="1334410"/>
                  </a:lnTo>
                  <a:lnTo>
                    <a:pt x="1284278" y="1333700"/>
                  </a:lnTo>
                  <a:lnTo>
                    <a:pt x="1285657" y="1332990"/>
                  </a:lnTo>
                  <a:lnTo>
                    <a:pt x="1287898" y="1331837"/>
                  </a:lnTo>
                  <a:lnTo>
                    <a:pt x="1288760" y="1331394"/>
                  </a:lnTo>
                  <a:lnTo>
                    <a:pt x="1289105" y="1331216"/>
                  </a:lnTo>
                  <a:lnTo>
                    <a:pt x="1289278" y="1331127"/>
                  </a:lnTo>
                  <a:lnTo>
                    <a:pt x="1290312" y="1330595"/>
                  </a:lnTo>
                  <a:lnTo>
                    <a:pt x="1294622" y="1328377"/>
                  </a:lnTo>
                  <a:lnTo>
                    <a:pt x="1299622" y="1325803"/>
                  </a:lnTo>
                  <a:lnTo>
                    <a:pt x="1301002" y="1325093"/>
                  </a:lnTo>
                  <a:lnTo>
                    <a:pt x="1303243" y="1323940"/>
                  </a:lnTo>
                  <a:lnTo>
                    <a:pt x="1377379" y="1285733"/>
                  </a:lnTo>
                  <a:lnTo>
                    <a:pt x="1379275" y="1284754"/>
                  </a:lnTo>
                  <a:lnTo>
                    <a:pt x="1403068" y="1272473"/>
                  </a:lnTo>
                  <a:lnTo>
                    <a:pt x="1403930" y="1272028"/>
                  </a:lnTo>
                  <a:lnTo>
                    <a:pt x="1410482" y="1268645"/>
                  </a:lnTo>
                  <a:lnTo>
                    <a:pt x="1413068" y="1267309"/>
                  </a:lnTo>
                  <a:lnTo>
                    <a:pt x="1417895" y="1264816"/>
                  </a:lnTo>
                  <a:lnTo>
                    <a:pt x="1422895" y="1262233"/>
                  </a:lnTo>
                  <a:lnTo>
                    <a:pt x="1424964" y="1261164"/>
                  </a:lnTo>
                  <a:lnTo>
                    <a:pt x="1430481" y="1258313"/>
                  </a:lnTo>
                  <a:lnTo>
                    <a:pt x="1433584" y="1256709"/>
                  </a:lnTo>
                  <a:lnTo>
                    <a:pt x="1433929" y="1256531"/>
                  </a:lnTo>
                  <a:lnTo>
                    <a:pt x="1434274" y="1256353"/>
                  </a:lnTo>
                  <a:lnTo>
                    <a:pt x="1435826" y="1255551"/>
                  </a:lnTo>
                  <a:lnTo>
                    <a:pt x="1435998" y="1255461"/>
                  </a:lnTo>
                  <a:lnTo>
                    <a:pt x="1436860" y="1255016"/>
                  </a:lnTo>
                  <a:lnTo>
                    <a:pt x="1437377" y="1254749"/>
                  </a:lnTo>
                  <a:lnTo>
                    <a:pt x="1437895" y="1254481"/>
                  </a:lnTo>
                  <a:lnTo>
                    <a:pt x="1438584" y="1254125"/>
                  </a:lnTo>
                  <a:lnTo>
                    <a:pt x="1438929" y="1253946"/>
                  </a:lnTo>
                  <a:lnTo>
                    <a:pt x="1439791" y="1253501"/>
                  </a:lnTo>
                  <a:lnTo>
                    <a:pt x="1440308" y="1253233"/>
                  </a:lnTo>
                  <a:lnTo>
                    <a:pt x="1440653" y="1253055"/>
                  </a:lnTo>
                  <a:lnTo>
                    <a:pt x="1441515" y="1252610"/>
                  </a:lnTo>
                  <a:lnTo>
                    <a:pt x="1441860" y="1252431"/>
                  </a:lnTo>
                  <a:lnTo>
                    <a:pt x="1442550" y="1252075"/>
                  </a:lnTo>
                  <a:lnTo>
                    <a:pt x="1445136" y="1250738"/>
                  </a:lnTo>
                  <a:lnTo>
                    <a:pt x="1445653" y="1250470"/>
                  </a:lnTo>
                  <a:lnTo>
                    <a:pt x="1446515" y="1250025"/>
                  </a:lnTo>
                  <a:lnTo>
                    <a:pt x="1446860" y="1249846"/>
                  </a:lnTo>
                  <a:lnTo>
                    <a:pt x="1447894" y="1249312"/>
                  </a:lnTo>
                  <a:lnTo>
                    <a:pt x="1448067" y="1249222"/>
                  </a:lnTo>
                  <a:lnTo>
                    <a:pt x="1448756" y="1248866"/>
                  </a:lnTo>
                  <a:lnTo>
                    <a:pt x="1449963" y="1248242"/>
                  </a:lnTo>
                  <a:lnTo>
                    <a:pt x="1450825" y="1247796"/>
                  </a:lnTo>
                  <a:lnTo>
                    <a:pt x="1452549" y="1246904"/>
                  </a:lnTo>
                  <a:lnTo>
                    <a:pt x="1452722" y="1246815"/>
                  </a:lnTo>
                  <a:lnTo>
                    <a:pt x="1453067" y="1246637"/>
                  </a:lnTo>
                  <a:lnTo>
                    <a:pt x="1455308" y="1245478"/>
                  </a:lnTo>
                  <a:lnTo>
                    <a:pt x="1456687" y="1244765"/>
                  </a:lnTo>
                  <a:lnTo>
                    <a:pt x="1458067" y="1244051"/>
                  </a:lnTo>
                  <a:lnTo>
                    <a:pt x="1460308" y="1242892"/>
                  </a:lnTo>
                  <a:lnTo>
                    <a:pt x="1461170" y="1242446"/>
                  </a:lnTo>
                  <a:lnTo>
                    <a:pt x="1461515" y="1242268"/>
                  </a:lnTo>
                  <a:lnTo>
                    <a:pt x="1461687" y="1242178"/>
                  </a:lnTo>
                  <a:lnTo>
                    <a:pt x="1462722" y="1241643"/>
                  </a:lnTo>
                  <a:lnTo>
                    <a:pt x="1467032" y="1239414"/>
                  </a:lnTo>
                  <a:lnTo>
                    <a:pt x="1472032" y="1236827"/>
                  </a:lnTo>
                  <a:lnTo>
                    <a:pt x="1473411" y="1236113"/>
                  </a:lnTo>
                  <a:lnTo>
                    <a:pt x="1475652" y="1234953"/>
                  </a:lnTo>
                  <a:lnTo>
                    <a:pt x="1549788" y="1196544"/>
                  </a:lnTo>
                  <a:lnTo>
                    <a:pt x="1551685" y="1195560"/>
                  </a:lnTo>
                  <a:lnTo>
                    <a:pt x="1575477" y="1183214"/>
                  </a:lnTo>
                  <a:lnTo>
                    <a:pt x="1576339" y="1182766"/>
                  </a:lnTo>
                  <a:lnTo>
                    <a:pt x="1582891" y="1179365"/>
                  </a:lnTo>
                  <a:lnTo>
                    <a:pt x="1585477" y="1178022"/>
                  </a:lnTo>
                  <a:lnTo>
                    <a:pt x="1590305" y="1175515"/>
                  </a:lnTo>
                  <a:lnTo>
                    <a:pt x="1595305" y="1172918"/>
                  </a:lnTo>
                  <a:lnTo>
                    <a:pt x="1597373" y="1171844"/>
                  </a:lnTo>
                  <a:lnTo>
                    <a:pt x="1602891" y="1168978"/>
                  </a:lnTo>
                  <a:lnTo>
                    <a:pt x="1605994" y="1167365"/>
                  </a:lnTo>
                  <a:lnTo>
                    <a:pt x="1606339" y="1167186"/>
                  </a:lnTo>
                  <a:lnTo>
                    <a:pt x="1606684" y="1167007"/>
                  </a:lnTo>
                  <a:lnTo>
                    <a:pt x="1608235" y="1166201"/>
                  </a:lnTo>
                  <a:lnTo>
                    <a:pt x="1608408" y="1166111"/>
                  </a:lnTo>
                  <a:lnTo>
                    <a:pt x="1609270" y="1165663"/>
                  </a:lnTo>
                  <a:lnTo>
                    <a:pt x="1609787" y="1165394"/>
                  </a:lnTo>
                  <a:lnTo>
                    <a:pt x="1610304" y="1165125"/>
                  </a:lnTo>
                  <a:lnTo>
                    <a:pt x="1610994" y="1164767"/>
                  </a:lnTo>
                  <a:lnTo>
                    <a:pt x="1611339" y="1164588"/>
                  </a:lnTo>
                  <a:lnTo>
                    <a:pt x="1612201" y="1164140"/>
                  </a:lnTo>
                  <a:lnTo>
                    <a:pt x="1612718" y="1163871"/>
                  </a:lnTo>
                  <a:lnTo>
                    <a:pt x="1613063" y="1163692"/>
                  </a:lnTo>
                  <a:lnTo>
                    <a:pt x="1613925" y="1163244"/>
                  </a:lnTo>
                  <a:lnTo>
                    <a:pt x="1614270" y="1163065"/>
                  </a:lnTo>
                  <a:lnTo>
                    <a:pt x="1614959" y="1162706"/>
                  </a:lnTo>
                  <a:lnTo>
                    <a:pt x="1617545" y="1161362"/>
                  </a:lnTo>
                  <a:lnTo>
                    <a:pt x="1618063" y="1161093"/>
                  </a:lnTo>
                  <a:lnTo>
                    <a:pt x="1618925" y="1160645"/>
                  </a:lnTo>
                  <a:lnTo>
                    <a:pt x="1619269" y="1160466"/>
                  </a:lnTo>
                  <a:lnTo>
                    <a:pt x="1620304" y="1159928"/>
                  </a:lnTo>
                  <a:lnTo>
                    <a:pt x="1620476" y="1159839"/>
                  </a:lnTo>
                  <a:lnTo>
                    <a:pt x="1621166" y="1159480"/>
                  </a:lnTo>
                  <a:lnTo>
                    <a:pt x="1622373" y="1158853"/>
                  </a:lnTo>
                  <a:lnTo>
                    <a:pt x="1623235" y="1158404"/>
                  </a:lnTo>
                  <a:lnTo>
                    <a:pt x="1624959" y="1157508"/>
                  </a:lnTo>
                  <a:lnTo>
                    <a:pt x="1625131" y="1157418"/>
                  </a:lnTo>
                  <a:lnTo>
                    <a:pt x="1625476" y="1157239"/>
                  </a:lnTo>
                  <a:lnTo>
                    <a:pt x="1627718" y="1156074"/>
                  </a:lnTo>
                  <a:lnTo>
                    <a:pt x="1629097" y="1155357"/>
                  </a:lnTo>
                  <a:lnTo>
                    <a:pt x="1630476" y="1154640"/>
                  </a:lnTo>
                  <a:lnTo>
                    <a:pt x="1632717" y="1153474"/>
                  </a:lnTo>
                  <a:lnTo>
                    <a:pt x="1633579" y="1153026"/>
                  </a:lnTo>
                  <a:lnTo>
                    <a:pt x="1633924" y="1152846"/>
                  </a:lnTo>
                  <a:lnTo>
                    <a:pt x="1634097" y="1152757"/>
                  </a:lnTo>
                  <a:lnTo>
                    <a:pt x="1635131" y="1152219"/>
                  </a:lnTo>
                  <a:lnTo>
                    <a:pt x="1639441" y="1149977"/>
                  </a:lnTo>
                  <a:lnTo>
                    <a:pt x="1644441" y="1147376"/>
                  </a:lnTo>
                  <a:lnTo>
                    <a:pt x="1645821" y="1146659"/>
                  </a:lnTo>
                  <a:lnTo>
                    <a:pt x="1648062" y="1145493"/>
                  </a:lnTo>
                  <a:lnTo>
                    <a:pt x="1722198" y="1106876"/>
                  </a:lnTo>
                  <a:lnTo>
                    <a:pt x="1724094" y="1105887"/>
                  </a:lnTo>
                  <a:lnTo>
                    <a:pt x="1747887" y="1093475"/>
                  </a:lnTo>
                  <a:lnTo>
                    <a:pt x="1748749" y="1093025"/>
                  </a:lnTo>
                  <a:lnTo>
                    <a:pt x="1755301" y="1089605"/>
                  </a:lnTo>
                  <a:lnTo>
                    <a:pt x="1757887" y="1088255"/>
                  </a:lnTo>
                  <a:lnTo>
                    <a:pt x="1762714" y="1085735"/>
                  </a:lnTo>
                  <a:lnTo>
                    <a:pt x="1767714" y="1083124"/>
                  </a:lnTo>
                  <a:lnTo>
                    <a:pt x="1769783" y="1082043"/>
                  </a:lnTo>
                  <a:lnTo>
                    <a:pt x="1775300" y="1079162"/>
                  </a:lnTo>
                  <a:lnTo>
                    <a:pt x="1778403" y="1077541"/>
                  </a:lnTo>
                  <a:lnTo>
                    <a:pt x="1778748" y="1077360"/>
                  </a:lnTo>
                  <a:lnTo>
                    <a:pt x="1779093" y="1077180"/>
                  </a:lnTo>
                  <a:lnTo>
                    <a:pt x="1780645" y="1076370"/>
                  </a:lnTo>
                  <a:lnTo>
                    <a:pt x="1780817" y="1076280"/>
                  </a:lnTo>
                  <a:lnTo>
                    <a:pt x="1781679" y="1075829"/>
                  </a:lnTo>
                  <a:lnTo>
                    <a:pt x="1782196" y="1075559"/>
                  </a:lnTo>
                  <a:lnTo>
                    <a:pt x="1782714" y="1075289"/>
                  </a:lnTo>
                  <a:lnTo>
                    <a:pt x="1783403" y="1074928"/>
                  </a:lnTo>
                  <a:lnTo>
                    <a:pt x="1783748" y="1074748"/>
                  </a:lnTo>
                  <a:lnTo>
                    <a:pt x="1784610" y="1074298"/>
                  </a:lnTo>
                  <a:lnTo>
                    <a:pt x="1785127" y="1074028"/>
                  </a:lnTo>
                  <a:lnTo>
                    <a:pt x="1785472" y="1073847"/>
                  </a:lnTo>
                  <a:lnTo>
                    <a:pt x="1786334" y="1073397"/>
                  </a:lnTo>
                  <a:lnTo>
                    <a:pt x="1786679" y="1073217"/>
                  </a:lnTo>
                  <a:lnTo>
                    <a:pt x="1787369" y="1072856"/>
                  </a:lnTo>
                  <a:lnTo>
                    <a:pt x="1789955" y="1071505"/>
                  </a:lnTo>
                  <a:lnTo>
                    <a:pt x="1790472" y="1071235"/>
                  </a:lnTo>
                  <a:lnTo>
                    <a:pt x="1791334" y="1070784"/>
                  </a:lnTo>
                  <a:lnTo>
                    <a:pt x="1791679" y="1070604"/>
                  </a:lnTo>
                  <a:lnTo>
                    <a:pt x="1792713" y="1070063"/>
                  </a:lnTo>
                  <a:lnTo>
                    <a:pt x="1792886" y="1069973"/>
                  </a:lnTo>
                  <a:lnTo>
                    <a:pt x="1793575" y="1069613"/>
                  </a:lnTo>
                  <a:lnTo>
                    <a:pt x="1794782" y="1068982"/>
                  </a:lnTo>
                  <a:lnTo>
                    <a:pt x="1795644" y="1068532"/>
                  </a:lnTo>
                  <a:lnTo>
                    <a:pt x="1797368" y="1067630"/>
                  </a:lnTo>
                  <a:lnTo>
                    <a:pt x="1797541" y="1067540"/>
                  </a:lnTo>
                  <a:lnTo>
                    <a:pt x="1797886" y="1067360"/>
                  </a:lnTo>
                  <a:lnTo>
                    <a:pt x="1800127" y="1066188"/>
                  </a:lnTo>
                  <a:lnTo>
                    <a:pt x="1801506" y="1065467"/>
                  </a:lnTo>
                  <a:lnTo>
                    <a:pt x="1802886" y="1064746"/>
                  </a:lnTo>
                  <a:lnTo>
                    <a:pt x="1805127" y="1063575"/>
                  </a:lnTo>
                  <a:lnTo>
                    <a:pt x="1805989" y="1063124"/>
                  </a:lnTo>
                  <a:lnTo>
                    <a:pt x="1806334" y="1062944"/>
                  </a:lnTo>
                  <a:lnTo>
                    <a:pt x="1806506" y="1062853"/>
                  </a:lnTo>
                  <a:lnTo>
                    <a:pt x="1807541" y="1062312"/>
                  </a:lnTo>
                  <a:lnTo>
                    <a:pt x="1811851" y="1060059"/>
                  </a:lnTo>
                  <a:lnTo>
                    <a:pt x="1816851" y="1057444"/>
                  </a:lnTo>
                  <a:lnTo>
                    <a:pt x="1818230" y="1056722"/>
                  </a:lnTo>
                  <a:lnTo>
                    <a:pt x="1820471" y="1055550"/>
                  </a:lnTo>
                  <a:lnTo>
                    <a:pt x="1894607" y="1016727"/>
                  </a:lnTo>
                  <a:lnTo>
                    <a:pt x="1896504" y="1015733"/>
                  </a:lnTo>
                  <a:lnTo>
                    <a:pt x="1920296" y="1003254"/>
                  </a:lnTo>
                  <a:lnTo>
                    <a:pt x="1921158" y="1002802"/>
                  </a:lnTo>
                  <a:lnTo>
                    <a:pt x="1927710" y="999364"/>
                  </a:lnTo>
                  <a:lnTo>
                    <a:pt x="1930296" y="998006"/>
                  </a:lnTo>
                  <a:lnTo>
                    <a:pt x="1935124" y="995473"/>
                  </a:lnTo>
                  <a:lnTo>
                    <a:pt x="1940124" y="992848"/>
                  </a:lnTo>
                  <a:lnTo>
                    <a:pt x="1942192" y="991762"/>
                  </a:lnTo>
                  <a:lnTo>
                    <a:pt x="1947710" y="988865"/>
                  </a:lnTo>
                  <a:lnTo>
                    <a:pt x="1950813" y="987235"/>
                  </a:lnTo>
                  <a:lnTo>
                    <a:pt x="1951158" y="987054"/>
                  </a:lnTo>
                  <a:lnTo>
                    <a:pt x="1951503" y="986873"/>
                  </a:lnTo>
                  <a:lnTo>
                    <a:pt x="1953054" y="986058"/>
                  </a:lnTo>
                  <a:lnTo>
                    <a:pt x="1953227" y="985968"/>
                  </a:lnTo>
                  <a:lnTo>
                    <a:pt x="1954089" y="985515"/>
                  </a:lnTo>
                  <a:lnTo>
                    <a:pt x="1954606" y="985243"/>
                  </a:lnTo>
                  <a:lnTo>
                    <a:pt x="1955123" y="984972"/>
                  </a:lnTo>
                  <a:lnTo>
                    <a:pt x="1955813" y="984609"/>
                  </a:lnTo>
                  <a:lnTo>
                    <a:pt x="1956158" y="984428"/>
                  </a:lnTo>
                  <a:lnTo>
                    <a:pt x="1957020" y="983975"/>
                  </a:lnTo>
                  <a:lnTo>
                    <a:pt x="1957537" y="983704"/>
                  </a:lnTo>
                  <a:lnTo>
                    <a:pt x="1957882" y="983523"/>
                  </a:lnTo>
                  <a:lnTo>
                    <a:pt x="1958744" y="983070"/>
                  </a:lnTo>
                  <a:lnTo>
                    <a:pt x="1959089" y="982889"/>
                  </a:lnTo>
                  <a:lnTo>
                    <a:pt x="1959778" y="982526"/>
                  </a:lnTo>
                  <a:lnTo>
                    <a:pt x="1962364" y="981168"/>
                  </a:lnTo>
                  <a:lnTo>
                    <a:pt x="1962882" y="980896"/>
                  </a:lnTo>
                  <a:lnTo>
                    <a:pt x="1963744" y="980443"/>
                  </a:lnTo>
                  <a:lnTo>
                    <a:pt x="1964088" y="980262"/>
                  </a:lnTo>
                  <a:lnTo>
                    <a:pt x="1965123" y="979719"/>
                  </a:lnTo>
                  <a:lnTo>
                    <a:pt x="1965295" y="979628"/>
                  </a:lnTo>
                  <a:lnTo>
                    <a:pt x="1965985" y="979266"/>
                  </a:lnTo>
                  <a:lnTo>
                    <a:pt x="1967192" y="978632"/>
                  </a:lnTo>
                  <a:lnTo>
                    <a:pt x="1968054" y="978179"/>
                  </a:lnTo>
                  <a:lnTo>
                    <a:pt x="1969778" y="977273"/>
                  </a:lnTo>
                  <a:lnTo>
                    <a:pt x="1969950" y="977182"/>
                  </a:lnTo>
                  <a:lnTo>
                    <a:pt x="1970295" y="977001"/>
                  </a:lnTo>
                  <a:lnTo>
                    <a:pt x="1972537" y="975823"/>
                  </a:lnTo>
                  <a:lnTo>
                    <a:pt x="1973916" y="975098"/>
                  </a:lnTo>
                  <a:lnTo>
                    <a:pt x="1975295" y="974373"/>
                  </a:lnTo>
                  <a:lnTo>
                    <a:pt x="1977536" y="973195"/>
                  </a:lnTo>
                  <a:lnTo>
                    <a:pt x="1978398" y="972742"/>
                  </a:lnTo>
                  <a:lnTo>
                    <a:pt x="1978743" y="972561"/>
                  </a:lnTo>
                  <a:lnTo>
                    <a:pt x="1978916" y="972471"/>
                  </a:lnTo>
                  <a:lnTo>
                    <a:pt x="1979950" y="971927"/>
                  </a:lnTo>
                  <a:lnTo>
                    <a:pt x="1984260" y="969661"/>
                  </a:lnTo>
                  <a:lnTo>
                    <a:pt x="1989260" y="967033"/>
                  </a:lnTo>
                  <a:lnTo>
                    <a:pt x="1990640" y="966307"/>
                  </a:lnTo>
                  <a:lnTo>
                    <a:pt x="1992881" y="965129"/>
                  </a:lnTo>
                  <a:lnTo>
                    <a:pt x="2067017" y="926104"/>
                  </a:lnTo>
                  <a:lnTo>
                    <a:pt x="2068913" y="925104"/>
                  </a:lnTo>
                  <a:lnTo>
                    <a:pt x="2092706" y="912561"/>
                  </a:lnTo>
                  <a:lnTo>
                    <a:pt x="2093568" y="912106"/>
                  </a:lnTo>
                  <a:lnTo>
                    <a:pt x="2100120" y="908651"/>
                  </a:lnTo>
                  <a:lnTo>
                    <a:pt x="2102706" y="907287"/>
                  </a:lnTo>
                  <a:lnTo>
                    <a:pt x="2107533" y="904740"/>
                  </a:lnTo>
                  <a:lnTo>
                    <a:pt x="2112533" y="902102"/>
                  </a:lnTo>
                  <a:lnTo>
                    <a:pt x="2114602" y="901010"/>
                  </a:lnTo>
                  <a:lnTo>
                    <a:pt x="2120119" y="898098"/>
                  </a:lnTo>
                  <a:lnTo>
                    <a:pt x="2123222" y="896460"/>
                  </a:lnTo>
                  <a:lnTo>
                    <a:pt x="2123567" y="896278"/>
                  </a:lnTo>
                  <a:lnTo>
                    <a:pt x="2123912" y="896096"/>
                  </a:lnTo>
                  <a:lnTo>
                    <a:pt x="2125464" y="895277"/>
                  </a:lnTo>
                  <a:lnTo>
                    <a:pt x="2125636" y="895186"/>
                  </a:lnTo>
                  <a:lnTo>
                    <a:pt x="2126498" y="894731"/>
                  </a:lnTo>
                  <a:lnTo>
                    <a:pt x="2127015" y="894458"/>
                  </a:lnTo>
                  <a:lnTo>
                    <a:pt x="2127533" y="894185"/>
                  </a:lnTo>
                  <a:lnTo>
                    <a:pt x="2128222" y="893821"/>
                  </a:lnTo>
                  <a:lnTo>
                    <a:pt x="2128567" y="893639"/>
                  </a:lnTo>
                  <a:lnTo>
                    <a:pt x="2129429" y="893184"/>
                  </a:lnTo>
                  <a:lnTo>
                    <a:pt x="2129946" y="892911"/>
                  </a:lnTo>
                  <a:lnTo>
                    <a:pt x="2130291" y="892729"/>
                  </a:lnTo>
                  <a:lnTo>
                    <a:pt x="2131153" y="892274"/>
                  </a:lnTo>
                  <a:lnTo>
                    <a:pt x="2131498" y="892092"/>
                  </a:lnTo>
                  <a:lnTo>
                    <a:pt x="2132188" y="891728"/>
                  </a:lnTo>
                  <a:lnTo>
                    <a:pt x="2134774" y="890362"/>
                  </a:lnTo>
                  <a:lnTo>
                    <a:pt x="2135291" y="890089"/>
                  </a:lnTo>
                  <a:lnTo>
                    <a:pt x="2136153" y="889634"/>
                  </a:lnTo>
                  <a:lnTo>
                    <a:pt x="2136498" y="889452"/>
                  </a:lnTo>
                  <a:lnTo>
                    <a:pt x="2137532" y="888906"/>
                  </a:lnTo>
                  <a:lnTo>
                    <a:pt x="2137705" y="888815"/>
                  </a:lnTo>
                  <a:lnTo>
                    <a:pt x="2138394" y="888450"/>
                  </a:lnTo>
                  <a:lnTo>
                    <a:pt x="2139601" y="887813"/>
                  </a:lnTo>
                  <a:lnTo>
                    <a:pt x="2140463" y="887358"/>
                  </a:lnTo>
                  <a:lnTo>
                    <a:pt x="2142187" y="886447"/>
                  </a:lnTo>
                  <a:lnTo>
                    <a:pt x="2142360" y="886356"/>
                  </a:lnTo>
                  <a:lnTo>
                    <a:pt x="2142705" y="886174"/>
                  </a:lnTo>
                  <a:lnTo>
                    <a:pt x="2144946" y="884991"/>
                  </a:lnTo>
                  <a:lnTo>
                    <a:pt x="2146325" y="884262"/>
                  </a:lnTo>
                  <a:lnTo>
                    <a:pt x="2147705" y="883534"/>
                  </a:lnTo>
                  <a:lnTo>
                    <a:pt x="2149946" y="882350"/>
                  </a:lnTo>
                  <a:lnTo>
                    <a:pt x="2150808" y="881894"/>
                  </a:lnTo>
                  <a:lnTo>
                    <a:pt x="2151153" y="881712"/>
                  </a:lnTo>
                  <a:lnTo>
                    <a:pt x="2151325" y="881621"/>
                  </a:lnTo>
                  <a:lnTo>
                    <a:pt x="2152360" y="881075"/>
                  </a:lnTo>
                  <a:lnTo>
                    <a:pt x="2156670" y="878797"/>
                  </a:lnTo>
                  <a:lnTo>
                    <a:pt x="2161670" y="876156"/>
                  </a:lnTo>
                  <a:lnTo>
                    <a:pt x="2163049" y="875427"/>
                  </a:lnTo>
                  <a:lnTo>
                    <a:pt x="2165290" y="874242"/>
                  </a:lnTo>
                  <a:lnTo>
                    <a:pt x="2239426" y="835024"/>
                  </a:lnTo>
                  <a:lnTo>
                    <a:pt x="2241323" y="834019"/>
                  </a:lnTo>
                  <a:lnTo>
                    <a:pt x="2265115" y="821415"/>
                  </a:lnTo>
                  <a:lnTo>
                    <a:pt x="2265977" y="820958"/>
                  </a:lnTo>
                  <a:lnTo>
                    <a:pt x="2272529" y="817486"/>
                  </a:lnTo>
                  <a:lnTo>
                    <a:pt x="2275115" y="816115"/>
                  </a:lnTo>
                  <a:lnTo>
                    <a:pt x="2279943" y="813556"/>
                  </a:lnTo>
                  <a:lnTo>
                    <a:pt x="2284943" y="810905"/>
                  </a:lnTo>
                  <a:lnTo>
                    <a:pt x="2287011" y="809809"/>
                  </a:lnTo>
                  <a:lnTo>
                    <a:pt x="2292529" y="806883"/>
                  </a:lnTo>
                  <a:lnTo>
                    <a:pt x="2295632" y="805237"/>
                  </a:lnTo>
                  <a:lnTo>
                    <a:pt x="2295977" y="805054"/>
                  </a:lnTo>
                  <a:lnTo>
                    <a:pt x="2296322" y="804871"/>
                  </a:lnTo>
                  <a:lnTo>
                    <a:pt x="2297873" y="804048"/>
                  </a:lnTo>
                  <a:lnTo>
                    <a:pt x="2298046" y="803957"/>
                  </a:lnTo>
                  <a:lnTo>
                    <a:pt x="2298908" y="803500"/>
                  </a:lnTo>
                  <a:lnTo>
                    <a:pt x="2299425" y="803225"/>
                  </a:lnTo>
                  <a:lnTo>
                    <a:pt x="2299942" y="802951"/>
                  </a:lnTo>
                  <a:lnTo>
                    <a:pt x="2300632" y="802585"/>
                  </a:lnTo>
                  <a:lnTo>
                    <a:pt x="2300977" y="802402"/>
                  </a:lnTo>
                  <a:lnTo>
                    <a:pt x="2301839" y="801945"/>
                  </a:lnTo>
                  <a:lnTo>
                    <a:pt x="2302356" y="801671"/>
                  </a:lnTo>
                  <a:lnTo>
                    <a:pt x="2302701" y="801488"/>
                  </a:lnTo>
                  <a:lnTo>
                    <a:pt x="2303563" y="801030"/>
                  </a:lnTo>
                  <a:lnTo>
                    <a:pt x="2303908" y="800848"/>
                  </a:lnTo>
                  <a:lnTo>
                    <a:pt x="2304597" y="800482"/>
                  </a:lnTo>
                  <a:lnTo>
                    <a:pt x="2307183" y="799110"/>
                  </a:lnTo>
                  <a:lnTo>
                    <a:pt x="2307701" y="798835"/>
                  </a:lnTo>
                  <a:lnTo>
                    <a:pt x="2308563" y="798378"/>
                  </a:lnTo>
                  <a:lnTo>
                    <a:pt x="2308907" y="798195"/>
                  </a:lnTo>
                  <a:lnTo>
                    <a:pt x="2309942" y="797646"/>
                  </a:lnTo>
                  <a:lnTo>
                    <a:pt x="2310114" y="797555"/>
                  </a:lnTo>
                  <a:lnTo>
                    <a:pt x="2310804" y="797189"/>
                  </a:lnTo>
                  <a:lnTo>
                    <a:pt x="2312011" y="796549"/>
                  </a:lnTo>
                  <a:lnTo>
                    <a:pt x="2312873" y="796091"/>
                  </a:lnTo>
                  <a:lnTo>
                    <a:pt x="2314597" y="795176"/>
                  </a:lnTo>
                  <a:lnTo>
                    <a:pt x="2314769" y="795085"/>
                  </a:lnTo>
                  <a:lnTo>
                    <a:pt x="2315114" y="794902"/>
                  </a:lnTo>
                  <a:lnTo>
                    <a:pt x="2317356" y="793712"/>
                  </a:lnTo>
                  <a:lnTo>
                    <a:pt x="2318735" y="792981"/>
                  </a:lnTo>
                  <a:lnTo>
                    <a:pt x="2320114" y="792249"/>
                  </a:lnTo>
                  <a:lnTo>
                    <a:pt x="2322355" y="791059"/>
                  </a:lnTo>
                  <a:lnTo>
                    <a:pt x="2323217" y="790602"/>
                  </a:lnTo>
                  <a:lnTo>
                    <a:pt x="2323562" y="790419"/>
                  </a:lnTo>
                  <a:lnTo>
                    <a:pt x="2323735" y="790327"/>
                  </a:lnTo>
                  <a:lnTo>
                    <a:pt x="2324769" y="789778"/>
                  </a:lnTo>
                  <a:lnTo>
                    <a:pt x="2329079" y="787490"/>
                  </a:lnTo>
                  <a:lnTo>
                    <a:pt x="2334079" y="784836"/>
                  </a:lnTo>
                  <a:lnTo>
                    <a:pt x="2335458" y="784104"/>
                  </a:lnTo>
                  <a:lnTo>
                    <a:pt x="2337700" y="782914"/>
                  </a:lnTo>
                  <a:lnTo>
                    <a:pt x="2411836" y="743513"/>
                  </a:lnTo>
                  <a:lnTo>
                    <a:pt x="2413732" y="742505"/>
                  </a:lnTo>
                  <a:lnTo>
                    <a:pt x="2437525" y="729843"/>
                  </a:lnTo>
                  <a:lnTo>
                    <a:pt x="2438387" y="729385"/>
                  </a:lnTo>
                  <a:lnTo>
                    <a:pt x="2444939" y="725897"/>
                  </a:lnTo>
                  <a:lnTo>
                    <a:pt x="2447525" y="724520"/>
                  </a:lnTo>
                  <a:lnTo>
                    <a:pt x="2452352" y="721949"/>
                  </a:lnTo>
                  <a:lnTo>
                    <a:pt x="2457352" y="719287"/>
                  </a:lnTo>
                  <a:lnTo>
                    <a:pt x="2459421" y="718185"/>
                  </a:lnTo>
                  <a:lnTo>
                    <a:pt x="2464938" y="715246"/>
                  </a:lnTo>
                  <a:lnTo>
                    <a:pt x="2468041" y="713593"/>
                  </a:lnTo>
                  <a:lnTo>
                    <a:pt x="2468386" y="713410"/>
                  </a:lnTo>
                  <a:lnTo>
                    <a:pt x="2468731" y="713226"/>
                  </a:lnTo>
                  <a:lnTo>
                    <a:pt x="2470283" y="712399"/>
                  </a:lnTo>
                  <a:lnTo>
                    <a:pt x="2470455" y="712307"/>
                  </a:lnTo>
                  <a:lnTo>
                    <a:pt x="2471317" y="711848"/>
                  </a:lnTo>
                  <a:lnTo>
                    <a:pt x="2471834" y="711573"/>
                  </a:lnTo>
                  <a:lnTo>
                    <a:pt x="2472352" y="711297"/>
                  </a:lnTo>
                  <a:lnTo>
                    <a:pt x="2473041" y="710930"/>
                  </a:lnTo>
                  <a:lnTo>
                    <a:pt x="2473386" y="710746"/>
                  </a:lnTo>
                  <a:lnTo>
                    <a:pt x="2474248" y="710287"/>
                  </a:lnTo>
                  <a:lnTo>
                    <a:pt x="2474765" y="710011"/>
                  </a:lnTo>
                  <a:lnTo>
                    <a:pt x="2475110" y="709827"/>
                  </a:lnTo>
                  <a:lnTo>
                    <a:pt x="2475972" y="709368"/>
                  </a:lnTo>
                  <a:lnTo>
                    <a:pt x="2476317" y="709184"/>
                  </a:lnTo>
                  <a:lnTo>
                    <a:pt x="2477007" y="708817"/>
                  </a:lnTo>
                  <a:lnTo>
                    <a:pt x="2479593" y="707439"/>
                  </a:lnTo>
                  <a:lnTo>
                    <a:pt x="2480110" y="707163"/>
                  </a:lnTo>
                  <a:lnTo>
                    <a:pt x="2480972" y="706704"/>
                  </a:lnTo>
                  <a:lnTo>
                    <a:pt x="2481317" y="706520"/>
                  </a:lnTo>
                  <a:lnTo>
                    <a:pt x="2482351" y="705969"/>
                  </a:lnTo>
                  <a:lnTo>
                    <a:pt x="2482524" y="705877"/>
                  </a:lnTo>
                  <a:lnTo>
                    <a:pt x="2483213" y="705510"/>
                  </a:lnTo>
                  <a:lnTo>
                    <a:pt x="2484420" y="704866"/>
                  </a:lnTo>
                  <a:lnTo>
                    <a:pt x="2485282" y="704407"/>
                  </a:lnTo>
                  <a:lnTo>
                    <a:pt x="2487006" y="703488"/>
                  </a:lnTo>
                  <a:lnTo>
                    <a:pt x="2487179" y="703396"/>
                  </a:lnTo>
                  <a:lnTo>
                    <a:pt x="2487524" y="703213"/>
                  </a:lnTo>
                  <a:lnTo>
                    <a:pt x="2489765" y="702018"/>
                  </a:lnTo>
                  <a:lnTo>
                    <a:pt x="2491144" y="701283"/>
                  </a:lnTo>
                  <a:lnTo>
                    <a:pt x="2492524" y="700548"/>
                  </a:lnTo>
                  <a:lnTo>
                    <a:pt x="2494765" y="699353"/>
                  </a:lnTo>
                  <a:lnTo>
                    <a:pt x="2495627" y="698893"/>
                  </a:lnTo>
                  <a:lnTo>
                    <a:pt x="2495972" y="698710"/>
                  </a:lnTo>
                  <a:lnTo>
                    <a:pt x="2496144" y="698618"/>
                  </a:lnTo>
                  <a:lnTo>
                    <a:pt x="2497179" y="698066"/>
                  </a:lnTo>
                  <a:lnTo>
                    <a:pt x="2501489" y="695769"/>
                  </a:lnTo>
                  <a:lnTo>
                    <a:pt x="2506489" y="693103"/>
                  </a:lnTo>
                  <a:lnTo>
                    <a:pt x="2507868" y="692367"/>
                  </a:lnTo>
                  <a:lnTo>
                    <a:pt x="2510109" y="691172"/>
                  </a:lnTo>
                  <a:lnTo>
                    <a:pt x="2584245" y="651605"/>
                  </a:lnTo>
                  <a:lnTo>
                    <a:pt x="2586142" y="650592"/>
                  </a:lnTo>
                  <a:lnTo>
                    <a:pt x="2609934" y="637879"/>
                  </a:lnTo>
                  <a:lnTo>
                    <a:pt x="2610796" y="637418"/>
                  </a:lnTo>
                  <a:lnTo>
                    <a:pt x="2617348" y="633916"/>
                  </a:lnTo>
                  <a:lnTo>
                    <a:pt x="2619934" y="632533"/>
                  </a:lnTo>
                  <a:lnTo>
                    <a:pt x="2624762" y="629952"/>
                  </a:lnTo>
                  <a:lnTo>
                    <a:pt x="2629762" y="627279"/>
                  </a:lnTo>
                  <a:lnTo>
                    <a:pt x="2631830" y="626173"/>
                  </a:lnTo>
                  <a:lnTo>
                    <a:pt x="2637348" y="623222"/>
                  </a:lnTo>
                  <a:lnTo>
                    <a:pt x="2640451" y="621562"/>
                  </a:lnTo>
                  <a:lnTo>
                    <a:pt x="2640796" y="621378"/>
                  </a:lnTo>
                  <a:lnTo>
                    <a:pt x="2641141" y="621194"/>
                  </a:lnTo>
                  <a:lnTo>
                    <a:pt x="2642692" y="620364"/>
                  </a:lnTo>
                  <a:lnTo>
                    <a:pt x="2642865" y="620271"/>
                  </a:lnTo>
                  <a:lnTo>
                    <a:pt x="2643727" y="619810"/>
                  </a:lnTo>
                  <a:lnTo>
                    <a:pt x="2644244" y="619534"/>
                  </a:lnTo>
                  <a:lnTo>
                    <a:pt x="2644761" y="619257"/>
                  </a:lnTo>
                  <a:lnTo>
                    <a:pt x="2645451" y="618888"/>
                  </a:lnTo>
                  <a:lnTo>
                    <a:pt x="2645796" y="618704"/>
                  </a:lnTo>
                  <a:lnTo>
                    <a:pt x="2646658" y="618243"/>
                  </a:lnTo>
                  <a:lnTo>
                    <a:pt x="2647175" y="617966"/>
                  </a:lnTo>
                  <a:lnTo>
                    <a:pt x="2647520" y="617781"/>
                  </a:lnTo>
                  <a:lnTo>
                    <a:pt x="2648382" y="617320"/>
                  </a:lnTo>
                  <a:lnTo>
                    <a:pt x="2648727" y="617136"/>
                  </a:lnTo>
                  <a:lnTo>
                    <a:pt x="2649416" y="616767"/>
                  </a:lnTo>
                  <a:lnTo>
                    <a:pt x="2652002" y="615383"/>
                  </a:lnTo>
                  <a:lnTo>
                    <a:pt x="2652520" y="615107"/>
                  </a:lnTo>
                  <a:lnTo>
                    <a:pt x="2653382" y="614646"/>
                  </a:lnTo>
                  <a:lnTo>
                    <a:pt x="2653726" y="614461"/>
                  </a:lnTo>
                  <a:lnTo>
                    <a:pt x="2654761" y="613908"/>
                  </a:lnTo>
                  <a:lnTo>
                    <a:pt x="2654933" y="613815"/>
                  </a:lnTo>
                  <a:lnTo>
                    <a:pt x="2655623" y="613446"/>
                  </a:lnTo>
                  <a:lnTo>
                    <a:pt x="2656830" y="612801"/>
                  </a:lnTo>
                  <a:lnTo>
                    <a:pt x="2657692" y="612339"/>
                  </a:lnTo>
                  <a:lnTo>
                    <a:pt x="2659416" y="611417"/>
                  </a:lnTo>
                  <a:lnTo>
                    <a:pt x="2659588" y="611325"/>
                  </a:lnTo>
                  <a:lnTo>
                    <a:pt x="2659933" y="611140"/>
                  </a:lnTo>
                  <a:lnTo>
                    <a:pt x="2662174" y="609941"/>
                  </a:lnTo>
                  <a:lnTo>
                    <a:pt x="2663554" y="609203"/>
                  </a:lnTo>
                  <a:lnTo>
                    <a:pt x="2664933" y="608465"/>
                  </a:lnTo>
                  <a:lnTo>
                    <a:pt x="2667174" y="607265"/>
                  </a:lnTo>
                  <a:lnTo>
                    <a:pt x="2668036" y="606804"/>
                  </a:lnTo>
                  <a:lnTo>
                    <a:pt x="2668381" y="606619"/>
                  </a:lnTo>
                  <a:lnTo>
                    <a:pt x="2668554" y="606527"/>
                  </a:lnTo>
                  <a:lnTo>
                    <a:pt x="2669588" y="605974"/>
                  </a:lnTo>
                  <a:lnTo>
                    <a:pt x="2673898" y="603667"/>
                  </a:lnTo>
                  <a:lnTo>
                    <a:pt x="2678898" y="600990"/>
                  </a:lnTo>
                  <a:lnTo>
                    <a:pt x="2680277" y="600252"/>
                  </a:lnTo>
                  <a:lnTo>
                    <a:pt x="2682519" y="599052"/>
                  </a:lnTo>
                  <a:lnTo>
                    <a:pt x="2756655" y="559333"/>
                  </a:lnTo>
                  <a:lnTo>
                    <a:pt x="2758551" y="558316"/>
                  </a:lnTo>
                  <a:lnTo>
                    <a:pt x="2782344" y="545556"/>
                  </a:lnTo>
                  <a:lnTo>
                    <a:pt x="2783206" y="545093"/>
                  </a:lnTo>
                  <a:lnTo>
                    <a:pt x="2789758" y="541579"/>
                  </a:lnTo>
                  <a:lnTo>
                    <a:pt x="2792344" y="540191"/>
                  </a:lnTo>
                  <a:lnTo>
                    <a:pt x="2797171" y="537601"/>
                  </a:lnTo>
                  <a:lnTo>
                    <a:pt x="2802171" y="534918"/>
                  </a:lnTo>
                  <a:lnTo>
                    <a:pt x="2804240" y="533807"/>
                  </a:lnTo>
                  <a:lnTo>
                    <a:pt x="2809757" y="530846"/>
                  </a:lnTo>
                  <a:lnTo>
                    <a:pt x="2812860" y="529180"/>
                  </a:lnTo>
                  <a:lnTo>
                    <a:pt x="2813205" y="528995"/>
                  </a:lnTo>
                  <a:lnTo>
                    <a:pt x="2813550" y="528810"/>
                  </a:lnTo>
                  <a:lnTo>
                    <a:pt x="2815102" y="527977"/>
                  </a:lnTo>
                  <a:lnTo>
                    <a:pt x="2815274" y="527885"/>
                  </a:lnTo>
                  <a:lnTo>
                    <a:pt x="2816136" y="527422"/>
                  </a:lnTo>
                  <a:lnTo>
                    <a:pt x="2816653" y="527144"/>
                  </a:lnTo>
                  <a:lnTo>
                    <a:pt x="2817171" y="526867"/>
                  </a:lnTo>
                  <a:lnTo>
                    <a:pt x="2817860" y="526496"/>
                  </a:lnTo>
                  <a:lnTo>
                    <a:pt x="2818205" y="526311"/>
                  </a:lnTo>
                  <a:lnTo>
                    <a:pt x="2819067" y="525848"/>
                  </a:lnTo>
                  <a:lnTo>
                    <a:pt x="2819584" y="525571"/>
                  </a:lnTo>
                  <a:lnTo>
                    <a:pt x="2819929" y="525386"/>
                  </a:lnTo>
                  <a:lnTo>
                    <a:pt x="2820791" y="524923"/>
                  </a:lnTo>
                  <a:lnTo>
                    <a:pt x="2821136" y="524738"/>
                  </a:lnTo>
                  <a:lnTo>
                    <a:pt x="2821826" y="524368"/>
                  </a:lnTo>
                  <a:lnTo>
                    <a:pt x="2824412" y="522979"/>
                  </a:lnTo>
                  <a:lnTo>
                    <a:pt x="2824929" y="522701"/>
                  </a:lnTo>
                  <a:lnTo>
                    <a:pt x="2825791" y="522238"/>
                  </a:lnTo>
                  <a:lnTo>
                    <a:pt x="2826136" y="522053"/>
                  </a:lnTo>
                  <a:lnTo>
                    <a:pt x="2827170" y="521498"/>
                  </a:lnTo>
                  <a:lnTo>
                    <a:pt x="2827343" y="521405"/>
                  </a:lnTo>
                  <a:lnTo>
                    <a:pt x="2828032" y="521035"/>
                  </a:lnTo>
                  <a:lnTo>
                    <a:pt x="2829239" y="520387"/>
                  </a:lnTo>
                  <a:lnTo>
                    <a:pt x="2830101" y="519924"/>
                  </a:lnTo>
                  <a:lnTo>
                    <a:pt x="2831825" y="518998"/>
                  </a:lnTo>
                  <a:lnTo>
                    <a:pt x="2831998" y="518906"/>
                  </a:lnTo>
                  <a:lnTo>
                    <a:pt x="2832343" y="518721"/>
                  </a:lnTo>
                  <a:lnTo>
                    <a:pt x="2834584" y="517517"/>
                  </a:lnTo>
                  <a:lnTo>
                    <a:pt x="2835963" y="516776"/>
                  </a:lnTo>
                  <a:lnTo>
                    <a:pt x="2837343" y="516036"/>
                  </a:lnTo>
                  <a:lnTo>
                    <a:pt x="2839584" y="514832"/>
                  </a:lnTo>
                  <a:lnTo>
                    <a:pt x="2840446" y="514369"/>
                  </a:lnTo>
                  <a:lnTo>
                    <a:pt x="2840791" y="514184"/>
                  </a:lnTo>
                  <a:lnTo>
                    <a:pt x="2840963" y="514091"/>
                  </a:lnTo>
                  <a:lnTo>
                    <a:pt x="2841998" y="513536"/>
                  </a:lnTo>
                  <a:lnTo>
                    <a:pt x="2846308" y="511221"/>
                  </a:lnTo>
                  <a:lnTo>
                    <a:pt x="2851308" y="508535"/>
                  </a:lnTo>
                  <a:lnTo>
                    <a:pt x="2852687" y="507794"/>
                  </a:lnTo>
                  <a:lnTo>
                    <a:pt x="2854928" y="506590"/>
                  </a:lnTo>
                  <a:lnTo>
                    <a:pt x="2929064" y="466735"/>
                  </a:lnTo>
                  <a:lnTo>
                    <a:pt x="2930961" y="465715"/>
                  </a:lnTo>
                  <a:lnTo>
                    <a:pt x="2954753" y="452912"/>
                  </a:lnTo>
                  <a:lnTo>
                    <a:pt x="2955615" y="452448"/>
                  </a:lnTo>
                  <a:lnTo>
                    <a:pt x="2962167" y="448921"/>
                  </a:lnTo>
                  <a:lnTo>
                    <a:pt x="2964753" y="447529"/>
                  </a:lnTo>
                  <a:lnTo>
                    <a:pt x="2969581" y="444931"/>
                  </a:lnTo>
                  <a:lnTo>
                    <a:pt x="2974580" y="442239"/>
                  </a:lnTo>
                  <a:lnTo>
                    <a:pt x="2976649" y="441125"/>
                  </a:lnTo>
                  <a:lnTo>
                    <a:pt x="2982167" y="438154"/>
                  </a:lnTo>
                  <a:lnTo>
                    <a:pt x="2985270" y="436483"/>
                  </a:lnTo>
                  <a:lnTo>
                    <a:pt x="2985615" y="436297"/>
                  </a:lnTo>
                  <a:lnTo>
                    <a:pt x="2985960" y="436112"/>
                  </a:lnTo>
                  <a:lnTo>
                    <a:pt x="2987511" y="435276"/>
                  </a:lnTo>
                  <a:lnTo>
                    <a:pt x="2987684" y="435183"/>
                  </a:lnTo>
                  <a:lnTo>
                    <a:pt x="2988546" y="434719"/>
                  </a:lnTo>
                  <a:lnTo>
                    <a:pt x="2989063" y="434440"/>
                  </a:lnTo>
                  <a:lnTo>
                    <a:pt x="2989580" y="434162"/>
                  </a:lnTo>
                  <a:lnTo>
                    <a:pt x="2990270" y="433790"/>
                  </a:lnTo>
                  <a:lnTo>
                    <a:pt x="2990615" y="433605"/>
                  </a:lnTo>
                  <a:lnTo>
                    <a:pt x="2991477" y="433141"/>
                  </a:lnTo>
                  <a:lnTo>
                    <a:pt x="2991994" y="432862"/>
                  </a:lnTo>
                  <a:lnTo>
                    <a:pt x="2992339" y="432676"/>
                  </a:lnTo>
                  <a:lnTo>
                    <a:pt x="2993201" y="432212"/>
                  </a:lnTo>
                  <a:lnTo>
                    <a:pt x="2993546" y="432026"/>
                  </a:lnTo>
                  <a:lnTo>
                    <a:pt x="2994235" y="431655"/>
                  </a:lnTo>
                  <a:lnTo>
                    <a:pt x="2996821" y="430262"/>
                  </a:lnTo>
                  <a:lnTo>
                    <a:pt x="2997339" y="429983"/>
                  </a:lnTo>
                  <a:lnTo>
                    <a:pt x="2998201" y="429519"/>
                  </a:lnTo>
                  <a:lnTo>
                    <a:pt x="2998545" y="429333"/>
                  </a:lnTo>
                  <a:lnTo>
                    <a:pt x="2999580" y="428776"/>
                  </a:lnTo>
                  <a:lnTo>
                    <a:pt x="2999752" y="428683"/>
                  </a:lnTo>
                  <a:lnTo>
                    <a:pt x="3000442" y="428312"/>
                  </a:lnTo>
                  <a:lnTo>
                    <a:pt x="3001649" y="427662"/>
                  </a:lnTo>
                  <a:lnTo>
                    <a:pt x="3002511" y="427197"/>
                  </a:lnTo>
                  <a:lnTo>
                    <a:pt x="3004235" y="426269"/>
                  </a:lnTo>
                  <a:lnTo>
                    <a:pt x="3004407" y="426176"/>
                  </a:lnTo>
                  <a:lnTo>
                    <a:pt x="3004752" y="425990"/>
                  </a:lnTo>
                  <a:lnTo>
                    <a:pt x="3006993" y="424783"/>
                  </a:lnTo>
                  <a:lnTo>
                    <a:pt x="3008373" y="424040"/>
                  </a:lnTo>
                  <a:lnTo>
                    <a:pt x="3009752" y="423297"/>
                  </a:lnTo>
                  <a:lnTo>
                    <a:pt x="3011993" y="422089"/>
                  </a:lnTo>
                  <a:lnTo>
                    <a:pt x="3012855" y="421625"/>
                  </a:lnTo>
                  <a:lnTo>
                    <a:pt x="3013200" y="421439"/>
                  </a:lnTo>
                  <a:lnTo>
                    <a:pt x="3013373" y="421346"/>
                  </a:lnTo>
                  <a:lnTo>
                    <a:pt x="3014407" y="420789"/>
                  </a:lnTo>
                  <a:lnTo>
                    <a:pt x="3018717" y="418466"/>
                  </a:lnTo>
                  <a:lnTo>
                    <a:pt x="3023717" y="415772"/>
                  </a:lnTo>
                  <a:lnTo>
                    <a:pt x="3025096" y="415029"/>
                  </a:lnTo>
                  <a:lnTo>
                    <a:pt x="3027338" y="413821"/>
                  </a:lnTo>
                  <a:lnTo>
                    <a:pt x="3101474" y="373845"/>
                  </a:lnTo>
                  <a:lnTo>
                    <a:pt x="3103370" y="372822"/>
                  </a:lnTo>
                  <a:lnTo>
                    <a:pt x="3127163" y="359982"/>
                  </a:lnTo>
                  <a:lnTo>
                    <a:pt x="3128025" y="359516"/>
                  </a:lnTo>
                  <a:lnTo>
                    <a:pt x="3134577" y="355980"/>
                  </a:lnTo>
                  <a:lnTo>
                    <a:pt x="3137163" y="354584"/>
                  </a:lnTo>
                  <a:lnTo>
                    <a:pt x="3141990" y="351977"/>
                  </a:lnTo>
                  <a:lnTo>
                    <a:pt x="3146990" y="349278"/>
                  </a:lnTo>
                  <a:lnTo>
                    <a:pt x="3149059" y="348161"/>
                  </a:lnTo>
                  <a:lnTo>
                    <a:pt x="3154576" y="345181"/>
                  </a:lnTo>
                  <a:lnTo>
                    <a:pt x="3157679" y="343506"/>
                  </a:lnTo>
                  <a:lnTo>
                    <a:pt x="3158024" y="343319"/>
                  </a:lnTo>
                  <a:lnTo>
                    <a:pt x="3158369" y="343133"/>
                  </a:lnTo>
                  <a:lnTo>
                    <a:pt x="3159921" y="342295"/>
                  </a:lnTo>
                  <a:lnTo>
                    <a:pt x="3160093" y="342202"/>
                  </a:lnTo>
                  <a:lnTo>
                    <a:pt x="3160955" y="341737"/>
                  </a:lnTo>
                  <a:lnTo>
                    <a:pt x="3161472" y="341457"/>
                  </a:lnTo>
                  <a:lnTo>
                    <a:pt x="3161990" y="341178"/>
                  </a:lnTo>
                  <a:lnTo>
                    <a:pt x="3162679" y="340805"/>
                  </a:lnTo>
                  <a:lnTo>
                    <a:pt x="3163024" y="340619"/>
                  </a:lnTo>
                  <a:lnTo>
                    <a:pt x="3163886" y="340154"/>
                  </a:lnTo>
                  <a:lnTo>
                    <a:pt x="3164403" y="339874"/>
                  </a:lnTo>
                  <a:lnTo>
                    <a:pt x="3164748" y="339688"/>
                  </a:lnTo>
                  <a:lnTo>
                    <a:pt x="3165610" y="339222"/>
                  </a:lnTo>
                  <a:lnTo>
                    <a:pt x="3165955" y="339036"/>
                  </a:lnTo>
                  <a:lnTo>
                    <a:pt x="3166645" y="338664"/>
                  </a:lnTo>
                  <a:lnTo>
                    <a:pt x="3169231" y="337267"/>
                  </a:lnTo>
                  <a:lnTo>
                    <a:pt x="3169748" y="336988"/>
                  </a:lnTo>
                  <a:lnTo>
                    <a:pt x="3170610" y="336522"/>
                  </a:lnTo>
                  <a:lnTo>
                    <a:pt x="3170955" y="336336"/>
                  </a:lnTo>
                  <a:lnTo>
                    <a:pt x="3171989" y="335777"/>
                  </a:lnTo>
                  <a:lnTo>
                    <a:pt x="3172162" y="335684"/>
                  </a:lnTo>
                  <a:lnTo>
                    <a:pt x="3172851" y="335311"/>
                  </a:lnTo>
                  <a:lnTo>
                    <a:pt x="3174058" y="334659"/>
                  </a:lnTo>
                  <a:lnTo>
                    <a:pt x="3174920" y="334194"/>
                  </a:lnTo>
                  <a:lnTo>
                    <a:pt x="3176644" y="333262"/>
                  </a:lnTo>
                  <a:lnTo>
                    <a:pt x="3176817" y="333169"/>
                  </a:lnTo>
                  <a:lnTo>
                    <a:pt x="3177162" y="332983"/>
                  </a:lnTo>
                  <a:lnTo>
                    <a:pt x="3179403" y="331772"/>
                  </a:lnTo>
                  <a:lnTo>
                    <a:pt x="3180782" y="331027"/>
                  </a:lnTo>
                  <a:lnTo>
                    <a:pt x="3182162" y="330282"/>
                  </a:lnTo>
                  <a:lnTo>
                    <a:pt x="3184403" y="329071"/>
                  </a:lnTo>
                  <a:lnTo>
                    <a:pt x="3185265" y="328605"/>
                  </a:lnTo>
                  <a:lnTo>
                    <a:pt x="3185610" y="328419"/>
                  </a:lnTo>
                  <a:lnTo>
                    <a:pt x="3185782" y="328326"/>
                  </a:lnTo>
                  <a:lnTo>
                    <a:pt x="3186817" y="327767"/>
                  </a:lnTo>
                  <a:lnTo>
                    <a:pt x="3191127" y="325438"/>
                  </a:lnTo>
                  <a:lnTo>
                    <a:pt x="3196127" y="322737"/>
                  </a:lnTo>
                  <a:lnTo>
                    <a:pt x="3197506" y="321992"/>
                  </a:lnTo>
                  <a:lnTo>
                    <a:pt x="3199747" y="320780"/>
                  </a:lnTo>
                  <a:lnTo>
                    <a:pt x="3273883" y="280697"/>
                  </a:lnTo>
                  <a:lnTo>
                    <a:pt x="3275780" y="279671"/>
                  </a:lnTo>
                  <a:lnTo>
                    <a:pt x="3299572" y="266798"/>
                  </a:lnTo>
                  <a:lnTo>
                    <a:pt x="3300434" y="266332"/>
                  </a:lnTo>
                  <a:lnTo>
                    <a:pt x="3306986" y="262786"/>
                  </a:lnTo>
                  <a:lnTo>
                    <a:pt x="3309572" y="261386"/>
                  </a:lnTo>
                  <a:lnTo>
                    <a:pt x="3314400" y="258774"/>
                  </a:lnTo>
                  <a:lnTo>
                    <a:pt x="3319399" y="256067"/>
                  </a:lnTo>
                  <a:lnTo>
                    <a:pt x="3321468" y="254947"/>
                  </a:lnTo>
                  <a:lnTo>
                    <a:pt x="3326985" y="251961"/>
                  </a:lnTo>
                  <a:lnTo>
                    <a:pt x="3330089" y="250281"/>
                  </a:lnTo>
                  <a:lnTo>
                    <a:pt x="3330434" y="250094"/>
                  </a:lnTo>
                  <a:lnTo>
                    <a:pt x="3330779" y="249907"/>
                  </a:lnTo>
                  <a:lnTo>
                    <a:pt x="3332330" y="249067"/>
                  </a:lnTo>
                  <a:lnTo>
                    <a:pt x="3332503" y="248974"/>
                  </a:lnTo>
                  <a:lnTo>
                    <a:pt x="3333365" y="248507"/>
                  </a:lnTo>
                  <a:lnTo>
                    <a:pt x="3333882" y="248227"/>
                  </a:lnTo>
                  <a:lnTo>
                    <a:pt x="3334399" y="247947"/>
                  </a:lnTo>
                  <a:lnTo>
                    <a:pt x="3335089" y="247574"/>
                  </a:lnTo>
                  <a:lnTo>
                    <a:pt x="3335434" y="247387"/>
                  </a:lnTo>
                  <a:lnTo>
                    <a:pt x="3336296" y="246920"/>
                  </a:lnTo>
                  <a:lnTo>
                    <a:pt x="3336813" y="246640"/>
                  </a:lnTo>
                  <a:lnTo>
                    <a:pt x="3337158" y="246454"/>
                  </a:lnTo>
                  <a:lnTo>
                    <a:pt x="3338020" y="245987"/>
                  </a:lnTo>
                  <a:lnTo>
                    <a:pt x="3338365" y="245800"/>
                  </a:lnTo>
                  <a:lnTo>
                    <a:pt x="3339054" y="245427"/>
                  </a:lnTo>
                  <a:lnTo>
                    <a:pt x="3341640" y="244027"/>
                  </a:lnTo>
                  <a:lnTo>
                    <a:pt x="3342158" y="243746"/>
                  </a:lnTo>
                  <a:lnTo>
                    <a:pt x="3343020" y="243280"/>
                  </a:lnTo>
                  <a:lnTo>
                    <a:pt x="3343364" y="243093"/>
                  </a:lnTo>
                  <a:lnTo>
                    <a:pt x="3344399" y="242533"/>
                  </a:lnTo>
                  <a:lnTo>
                    <a:pt x="3344571" y="242440"/>
                  </a:lnTo>
                  <a:lnTo>
                    <a:pt x="3345261" y="242066"/>
                  </a:lnTo>
                  <a:lnTo>
                    <a:pt x="3346468" y="241413"/>
                  </a:lnTo>
                  <a:lnTo>
                    <a:pt x="3347330" y="240946"/>
                  </a:lnTo>
                  <a:lnTo>
                    <a:pt x="3349054" y="240012"/>
                  </a:lnTo>
                  <a:lnTo>
                    <a:pt x="3349226" y="239919"/>
                  </a:lnTo>
                  <a:lnTo>
                    <a:pt x="3349571" y="239732"/>
                  </a:lnTo>
                  <a:lnTo>
                    <a:pt x="3351812" y="238518"/>
                  </a:lnTo>
                  <a:lnTo>
                    <a:pt x="3353192" y="237771"/>
                  </a:lnTo>
                  <a:lnTo>
                    <a:pt x="3354571" y="237024"/>
                  </a:lnTo>
                  <a:lnTo>
                    <a:pt x="3356812" y="235811"/>
                  </a:lnTo>
                  <a:lnTo>
                    <a:pt x="3357674" y="235344"/>
                  </a:lnTo>
                  <a:lnTo>
                    <a:pt x="3358019" y="235157"/>
                  </a:lnTo>
                  <a:lnTo>
                    <a:pt x="3358192" y="235064"/>
                  </a:lnTo>
                  <a:lnTo>
                    <a:pt x="3359226" y="234503"/>
                  </a:lnTo>
                  <a:lnTo>
                    <a:pt x="3363536" y="232169"/>
                  </a:lnTo>
                  <a:lnTo>
                    <a:pt x="3368536" y="229461"/>
                  </a:lnTo>
                  <a:lnTo>
                    <a:pt x="3369915" y="228714"/>
                  </a:lnTo>
                  <a:lnTo>
                    <a:pt x="3372157" y="227500"/>
                  </a:lnTo>
                  <a:lnTo>
                    <a:pt x="3446293" y="187323"/>
                  </a:lnTo>
                  <a:lnTo>
                    <a:pt x="3448189" y="186294"/>
                  </a:lnTo>
                  <a:lnTo>
                    <a:pt x="3471982" y="173392"/>
                  </a:lnTo>
                  <a:lnTo>
                    <a:pt x="3472844" y="172925"/>
                  </a:lnTo>
                  <a:lnTo>
                    <a:pt x="3479395" y="169371"/>
                  </a:lnTo>
                  <a:lnTo>
                    <a:pt x="3481982" y="167968"/>
                  </a:lnTo>
                  <a:lnTo>
                    <a:pt x="3486809" y="165350"/>
                  </a:lnTo>
                  <a:lnTo>
                    <a:pt x="3491809" y="162637"/>
                  </a:lnTo>
                  <a:lnTo>
                    <a:pt x="3493878" y="161515"/>
                  </a:lnTo>
                  <a:lnTo>
                    <a:pt x="3499395" y="158522"/>
                  </a:lnTo>
                  <a:lnTo>
                    <a:pt x="3502498" y="156838"/>
                  </a:lnTo>
                  <a:lnTo>
                    <a:pt x="3502843" y="156651"/>
                  </a:lnTo>
                  <a:lnTo>
                    <a:pt x="3503188" y="156464"/>
                  </a:lnTo>
                  <a:lnTo>
                    <a:pt x="3504740" y="155622"/>
                  </a:lnTo>
                  <a:lnTo>
                    <a:pt x="3504912" y="155528"/>
                  </a:lnTo>
                  <a:lnTo>
                    <a:pt x="3505774" y="155061"/>
                  </a:lnTo>
                  <a:lnTo>
                    <a:pt x="3506291" y="154780"/>
                  </a:lnTo>
                  <a:lnTo>
                    <a:pt x="3506809" y="154499"/>
                  </a:lnTo>
                  <a:lnTo>
                    <a:pt x="3507498" y="154125"/>
                  </a:lnTo>
                  <a:lnTo>
                    <a:pt x="3507843" y="153938"/>
                  </a:lnTo>
                  <a:lnTo>
                    <a:pt x="3508705" y="153470"/>
                  </a:lnTo>
                  <a:lnTo>
                    <a:pt x="3509222" y="153190"/>
                  </a:lnTo>
                  <a:lnTo>
                    <a:pt x="3509567" y="153003"/>
                  </a:lnTo>
                  <a:lnTo>
                    <a:pt x="3510429" y="152535"/>
                  </a:lnTo>
                  <a:lnTo>
                    <a:pt x="3510774" y="152348"/>
                  </a:lnTo>
                  <a:lnTo>
                    <a:pt x="3511464" y="151974"/>
                  </a:lnTo>
                  <a:lnTo>
                    <a:pt x="3514050" y="150570"/>
                  </a:lnTo>
                  <a:lnTo>
                    <a:pt x="3514567" y="150290"/>
                  </a:lnTo>
                  <a:lnTo>
                    <a:pt x="3515429" y="149822"/>
                  </a:lnTo>
                  <a:lnTo>
                    <a:pt x="3515774" y="149635"/>
                  </a:lnTo>
                  <a:lnTo>
                    <a:pt x="3516808" y="149073"/>
                  </a:lnTo>
                  <a:lnTo>
                    <a:pt x="3516981" y="148980"/>
                  </a:lnTo>
                  <a:lnTo>
                    <a:pt x="3517670" y="148606"/>
                  </a:lnTo>
                  <a:lnTo>
                    <a:pt x="3518877" y="147951"/>
                  </a:lnTo>
                  <a:lnTo>
                    <a:pt x="3519739" y="147483"/>
                  </a:lnTo>
                  <a:lnTo>
                    <a:pt x="3521463" y="146547"/>
                  </a:lnTo>
                  <a:lnTo>
                    <a:pt x="3521636" y="146454"/>
                  </a:lnTo>
                  <a:lnTo>
                    <a:pt x="3521981" y="146267"/>
                  </a:lnTo>
                  <a:lnTo>
                    <a:pt x="3524222" y="145050"/>
                  </a:lnTo>
                  <a:lnTo>
                    <a:pt x="3525601" y="144302"/>
                  </a:lnTo>
                  <a:lnTo>
                    <a:pt x="3526981" y="143553"/>
                  </a:lnTo>
                  <a:lnTo>
                    <a:pt x="3529222" y="142337"/>
                  </a:lnTo>
                  <a:lnTo>
                    <a:pt x="3530084" y="141869"/>
                  </a:lnTo>
                  <a:lnTo>
                    <a:pt x="3530429" y="141682"/>
                  </a:lnTo>
                  <a:lnTo>
                    <a:pt x="3530601" y="141588"/>
                  </a:lnTo>
                  <a:lnTo>
                    <a:pt x="3531636" y="141027"/>
                  </a:lnTo>
                  <a:lnTo>
                    <a:pt x="3535946" y="138687"/>
                  </a:lnTo>
                  <a:lnTo>
                    <a:pt x="3540946" y="135973"/>
                  </a:lnTo>
                  <a:lnTo>
                    <a:pt x="3542325" y="135225"/>
                  </a:lnTo>
                  <a:lnTo>
                    <a:pt x="3544566" y="134008"/>
                  </a:lnTo>
                  <a:lnTo>
                    <a:pt x="3618702" y="93748"/>
                  </a:lnTo>
                  <a:lnTo>
                    <a:pt x="3620599" y="92718"/>
                  </a:lnTo>
                  <a:lnTo>
                    <a:pt x="3644391" y="79790"/>
                  </a:lnTo>
                  <a:lnTo>
                    <a:pt x="3645253" y="79322"/>
                  </a:lnTo>
                  <a:lnTo>
                    <a:pt x="3651805" y="75762"/>
                  </a:lnTo>
                  <a:lnTo>
                    <a:pt x="3654391" y="74356"/>
                  </a:lnTo>
                  <a:lnTo>
                    <a:pt x="3659219" y="71732"/>
                  </a:lnTo>
                  <a:lnTo>
                    <a:pt x="3664218" y="69015"/>
                  </a:lnTo>
                  <a:lnTo>
                    <a:pt x="3666287" y="67890"/>
                  </a:lnTo>
                  <a:lnTo>
                    <a:pt x="3671804" y="64891"/>
                  </a:lnTo>
                  <a:lnTo>
                    <a:pt x="3674908" y="63204"/>
                  </a:lnTo>
                  <a:lnTo>
                    <a:pt x="3675253" y="63017"/>
                  </a:lnTo>
                  <a:lnTo>
                    <a:pt x="3675597" y="62830"/>
                  </a:lnTo>
                  <a:lnTo>
                    <a:pt x="3677149" y="61986"/>
                  </a:lnTo>
                  <a:lnTo>
                    <a:pt x="3677322" y="61892"/>
                  </a:lnTo>
                  <a:lnTo>
                    <a:pt x="3678184" y="61424"/>
                  </a:lnTo>
                  <a:lnTo>
                    <a:pt x="3678701" y="61142"/>
                  </a:lnTo>
                  <a:lnTo>
                    <a:pt x="3679218" y="60861"/>
                  </a:lnTo>
                  <a:lnTo>
                    <a:pt x="3679908" y="60486"/>
                  </a:lnTo>
                  <a:lnTo>
                    <a:pt x="3680253" y="60299"/>
                  </a:lnTo>
                  <a:lnTo>
                    <a:pt x="3681115" y="59830"/>
                  </a:lnTo>
                  <a:lnTo>
                    <a:pt x="3681632" y="59549"/>
                  </a:lnTo>
                  <a:lnTo>
                    <a:pt x="3681977" y="59362"/>
                  </a:lnTo>
                  <a:lnTo>
                    <a:pt x="3682839" y="58893"/>
                  </a:lnTo>
                  <a:lnTo>
                    <a:pt x="3683184" y="58706"/>
                  </a:lnTo>
                  <a:lnTo>
                    <a:pt x="3683873" y="58331"/>
                  </a:lnTo>
                  <a:lnTo>
                    <a:pt x="3686459" y="56925"/>
                  </a:lnTo>
                  <a:lnTo>
                    <a:pt x="3686977" y="56644"/>
                  </a:lnTo>
                  <a:lnTo>
                    <a:pt x="3687839" y="56175"/>
                  </a:lnTo>
                  <a:lnTo>
                    <a:pt x="3688183" y="55987"/>
                  </a:lnTo>
                  <a:lnTo>
                    <a:pt x="3689218" y="55425"/>
                  </a:lnTo>
                  <a:lnTo>
                    <a:pt x="3689390" y="55331"/>
                  </a:lnTo>
                  <a:lnTo>
                    <a:pt x="3690080" y="54956"/>
                  </a:lnTo>
                  <a:lnTo>
                    <a:pt x="3691287" y="54300"/>
                  </a:lnTo>
                  <a:lnTo>
                    <a:pt x="3692149" y="53831"/>
                  </a:lnTo>
                  <a:lnTo>
                    <a:pt x="3693873" y="52894"/>
                  </a:lnTo>
                  <a:lnTo>
                    <a:pt x="3694045" y="52800"/>
                  </a:lnTo>
                  <a:lnTo>
                    <a:pt x="3694390" y="52613"/>
                  </a:lnTo>
                  <a:lnTo>
                    <a:pt x="3696631" y="51394"/>
                  </a:lnTo>
                  <a:lnTo>
                    <a:pt x="3698011" y="50644"/>
                  </a:lnTo>
                  <a:lnTo>
                    <a:pt x="3699390" y="49894"/>
                  </a:lnTo>
                  <a:lnTo>
                    <a:pt x="3701631" y="48676"/>
                  </a:lnTo>
                  <a:lnTo>
                    <a:pt x="3702493" y="48207"/>
                  </a:lnTo>
                  <a:lnTo>
                    <a:pt x="3702838" y="48019"/>
                  </a:lnTo>
                  <a:lnTo>
                    <a:pt x="3703011" y="47926"/>
                  </a:lnTo>
                  <a:lnTo>
                    <a:pt x="3704045" y="47363"/>
                  </a:lnTo>
                  <a:lnTo>
                    <a:pt x="3708355" y="45019"/>
                  </a:lnTo>
                  <a:lnTo>
                    <a:pt x="3713355" y="42300"/>
                  </a:lnTo>
                  <a:lnTo>
                    <a:pt x="3714734" y="41550"/>
                  </a:lnTo>
                  <a:lnTo>
                    <a:pt x="3716976" y="40332"/>
                  </a:lnTo>
                  <a:lnTo>
                    <a:pt x="3791112" y="0"/>
                  </a:lnTo>
                  <a:lnTo>
                    <a:pt x="3791112" y="183227"/>
                  </a:lnTo>
                  <a:lnTo>
                    <a:pt x="3716976" y="220131"/>
                  </a:lnTo>
                  <a:lnTo>
                    <a:pt x="3714734" y="221248"/>
                  </a:lnTo>
                  <a:lnTo>
                    <a:pt x="3713355" y="221935"/>
                  </a:lnTo>
                  <a:lnTo>
                    <a:pt x="3708355" y="224425"/>
                  </a:lnTo>
                  <a:lnTo>
                    <a:pt x="3704045" y="226571"/>
                  </a:lnTo>
                  <a:lnTo>
                    <a:pt x="3703011" y="227087"/>
                  </a:lnTo>
                  <a:lnTo>
                    <a:pt x="3702838" y="227172"/>
                  </a:lnTo>
                  <a:lnTo>
                    <a:pt x="3702493" y="227344"/>
                  </a:lnTo>
                  <a:lnTo>
                    <a:pt x="3701631" y="227774"/>
                  </a:lnTo>
                  <a:lnTo>
                    <a:pt x="3699390" y="228890"/>
                  </a:lnTo>
                  <a:lnTo>
                    <a:pt x="3698011" y="229577"/>
                  </a:lnTo>
                  <a:lnTo>
                    <a:pt x="3696631" y="230264"/>
                  </a:lnTo>
                  <a:lnTo>
                    <a:pt x="3694390" y="231380"/>
                  </a:lnTo>
                  <a:lnTo>
                    <a:pt x="3694045" y="231552"/>
                  </a:lnTo>
                  <a:lnTo>
                    <a:pt x="3693873" y="231638"/>
                  </a:lnTo>
                  <a:lnTo>
                    <a:pt x="3692149" y="232497"/>
                  </a:lnTo>
                  <a:lnTo>
                    <a:pt x="3691287" y="232926"/>
                  </a:lnTo>
                  <a:lnTo>
                    <a:pt x="3690080" y="233527"/>
                  </a:lnTo>
                  <a:lnTo>
                    <a:pt x="3689390" y="233871"/>
                  </a:lnTo>
                  <a:lnTo>
                    <a:pt x="3689218" y="233957"/>
                  </a:lnTo>
                  <a:lnTo>
                    <a:pt x="3688183" y="234472"/>
                  </a:lnTo>
                  <a:lnTo>
                    <a:pt x="3687839" y="234644"/>
                  </a:lnTo>
                  <a:lnTo>
                    <a:pt x="3686977" y="235073"/>
                  </a:lnTo>
                  <a:lnTo>
                    <a:pt x="3686459" y="235331"/>
                  </a:lnTo>
                  <a:lnTo>
                    <a:pt x="3683873" y="236619"/>
                  </a:lnTo>
                  <a:lnTo>
                    <a:pt x="3683184" y="236963"/>
                  </a:lnTo>
                  <a:lnTo>
                    <a:pt x="3682839" y="237135"/>
                  </a:lnTo>
                  <a:lnTo>
                    <a:pt x="3681977" y="237564"/>
                  </a:lnTo>
                  <a:lnTo>
                    <a:pt x="3681632" y="237736"/>
                  </a:lnTo>
                  <a:lnTo>
                    <a:pt x="3681115" y="237994"/>
                  </a:lnTo>
                  <a:lnTo>
                    <a:pt x="3680253" y="238423"/>
                  </a:lnTo>
                  <a:lnTo>
                    <a:pt x="3679908" y="238595"/>
                  </a:lnTo>
                  <a:lnTo>
                    <a:pt x="3679218" y="238939"/>
                  </a:lnTo>
                  <a:lnTo>
                    <a:pt x="3678701" y="239196"/>
                  </a:lnTo>
                  <a:lnTo>
                    <a:pt x="3678184" y="239454"/>
                  </a:lnTo>
                  <a:lnTo>
                    <a:pt x="3677322" y="239883"/>
                  </a:lnTo>
                  <a:lnTo>
                    <a:pt x="3677149" y="239969"/>
                  </a:lnTo>
                  <a:lnTo>
                    <a:pt x="3675597" y="240742"/>
                  </a:lnTo>
                  <a:lnTo>
                    <a:pt x="3675253" y="240914"/>
                  </a:lnTo>
                  <a:lnTo>
                    <a:pt x="3674908" y="241086"/>
                  </a:lnTo>
                  <a:lnTo>
                    <a:pt x="3671804" y="242632"/>
                  </a:lnTo>
                  <a:lnTo>
                    <a:pt x="3666287" y="245381"/>
                  </a:lnTo>
                  <a:lnTo>
                    <a:pt x="3664218" y="246412"/>
                  </a:lnTo>
                  <a:lnTo>
                    <a:pt x="3659219" y="248904"/>
                  </a:lnTo>
                  <a:lnTo>
                    <a:pt x="3654391" y="251309"/>
                  </a:lnTo>
                  <a:lnTo>
                    <a:pt x="3651805" y="252598"/>
                  </a:lnTo>
                  <a:lnTo>
                    <a:pt x="3645253" y="255863"/>
                  </a:lnTo>
                  <a:lnTo>
                    <a:pt x="3644391" y="256293"/>
                  </a:lnTo>
                  <a:lnTo>
                    <a:pt x="3620599" y="268153"/>
                  </a:lnTo>
                  <a:lnTo>
                    <a:pt x="3618702" y="269098"/>
                  </a:lnTo>
                  <a:lnTo>
                    <a:pt x="3544566" y="306075"/>
                  </a:lnTo>
                  <a:lnTo>
                    <a:pt x="3542325" y="307194"/>
                  </a:lnTo>
                  <a:lnTo>
                    <a:pt x="3540946" y="307882"/>
                  </a:lnTo>
                  <a:lnTo>
                    <a:pt x="3535946" y="310377"/>
                  </a:lnTo>
                  <a:lnTo>
                    <a:pt x="3531636" y="312528"/>
                  </a:lnTo>
                  <a:lnTo>
                    <a:pt x="3530601" y="313044"/>
                  </a:lnTo>
                  <a:lnTo>
                    <a:pt x="3530429" y="313131"/>
                  </a:lnTo>
                  <a:lnTo>
                    <a:pt x="3530084" y="313303"/>
                  </a:lnTo>
                  <a:lnTo>
                    <a:pt x="3529222" y="313733"/>
                  </a:lnTo>
                  <a:lnTo>
                    <a:pt x="3526981" y="314852"/>
                  </a:lnTo>
                  <a:lnTo>
                    <a:pt x="3525601" y="315540"/>
                  </a:lnTo>
                  <a:lnTo>
                    <a:pt x="3524222" y="316228"/>
                  </a:lnTo>
                  <a:lnTo>
                    <a:pt x="3521981" y="317347"/>
                  </a:lnTo>
                  <a:lnTo>
                    <a:pt x="3521636" y="317519"/>
                  </a:lnTo>
                  <a:lnTo>
                    <a:pt x="3521463" y="317605"/>
                  </a:lnTo>
                  <a:lnTo>
                    <a:pt x="3519739" y="318466"/>
                  </a:lnTo>
                  <a:lnTo>
                    <a:pt x="3518877" y="318896"/>
                  </a:lnTo>
                  <a:lnTo>
                    <a:pt x="3517670" y="319499"/>
                  </a:lnTo>
                  <a:lnTo>
                    <a:pt x="3516981" y="319843"/>
                  </a:lnTo>
                  <a:lnTo>
                    <a:pt x="3516808" y="319929"/>
                  </a:lnTo>
                  <a:lnTo>
                    <a:pt x="3515774" y="320445"/>
                  </a:lnTo>
                  <a:lnTo>
                    <a:pt x="3515429" y="320617"/>
                  </a:lnTo>
                  <a:lnTo>
                    <a:pt x="3514567" y="321048"/>
                  </a:lnTo>
                  <a:lnTo>
                    <a:pt x="3514050" y="321306"/>
                  </a:lnTo>
                  <a:lnTo>
                    <a:pt x="3511464" y="322597"/>
                  </a:lnTo>
                  <a:lnTo>
                    <a:pt x="3510774" y="322941"/>
                  </a:lnTo>
                  <a:lnTo>
                    <a:pt x="3510429" y="323113"/>
                  </a:lnTo>
                  <a:lnTo>
                    <a:pt x="3509567" y="323544"/>
                  </a:lnTo>
                  <a:lnTo>
                    <a:pt x="3509222" y="323716"/>
                  </a:lnTo>
                  <a:lnTo>
                    <a:pt x="3508705" y="323974"/>
                  </a:lnTo>
                  <a:lnTo>
                    <a:pt x="3507843" y="324404"/>
                  </a:lnTo>
                  <a:lnTo>
                    <a:pt x="3507498" y="324577"/>
                  </a:lnTo>
                  <a:lnTo>
                    <a:pt x="3506809" y="324921"/>
                  </a:lnTo>
                  <a:lnTo>
                    <a:pt x="3506291" y="325179"/>
                  </a:lnTo>
                  <a:lnTo>
                    <a:pt x="3505774" y="325437"/>
                  </a:lnTo>
                  <a:lnTo>
                    <a:pt x="3504912" y="325868"/>
                  </a:lnTo>
                  <a:lnTo>
                    <a:pt x="3504740" y="325954"/>
                  </a:lnTo>
                  <a:lnTo>
                    <a:pt x="3503188" y="326728"/>
                  </a:lnTo>
                  <a:lnTo>
                    <a:pt x="3502843" y="326901"/>
                  </a:lnTo>
                  <a:lnTo>
                    <a:pt x="3502498" y="327073"/>
                  </a:lnTo>
                  <a:lnTo>
                    <a:pt x="3499395" y="328622"/>
                  </a:lnTo>
                  <a:lnTo>
                    <a:pt x="3493878" y="331377"/>
                  </a:lnTo>
                  <a:lnTo>
                    <a:pt x="3491809" y="332410"/>
                  </a:lnTo>
                  <a:lnTo>
                    <a:pt x="3486809" y="334907"/>
                  </a:lnTo>
                  <a:lnTo>
                    <a:pt x="3481982" y="337317"/>
                  </a:lnTo>
                  <a:lnTo>
                    <a:pt x="3479395" y="338609"/>
                  </a:lnTo>
                  <a:lnTo>
                    <a:pt x="3472844" y="341881"/>
                  </a:lnTo>
                  <a:lnTo>
                    <a:pt x="3471982" y="342312"/>
                  </a:lnTo>
                  <a:lnTo>
                    <a:pt x="3448189" y="354197"/>
                  </a:lnTo>
                  <a:lnTo>
                    <a:pt x="3446293" y="355144"/>
                  </a:lnTo>
                  <a:lnTo>
                    <a:pt x="3372157" y="392204"/>
                  </a:lnTo>
                  <a:lnTo>
                    <a:pt x="3369915" y="393325"/>
                  </a:lnTo>
                  <a:lnTo>
                    <a:pt x="3368536" y="394015"/>
                  </a:lnTo>
                  <a:lnTo>
                    <a:pt x="3363536" y="396516"/>
                  </a:lnTo>
                  <a:lnTo>
                    <a:pt x="3359226" y="398672"/>
                  </a:lnTo>
                  <a:lnTo>
                    <a:pt x="3358192" y="399189"/>
                  </a:lnTo>
                  <a:lnTo>
                    <a:pt x="3358019" y="399276"/>
                  </a:lnTo>
                  <a:lnTo>
                    <a:pt x="3357674" y="399448"/>
                  </a:lnTo>
                  <a:lnTo>
                    <a:pt x="3356812" y="399879"/>
                  </a:lnTo>
                  <a:lnTo>
                    <a:pt x="3354571" y="401001"/>
                  </a:lnTo>
                  <a:lnTo>
                    <a:pt x="3353192" y="401691"/>
                  </a:lnTo>
                  <a:lnTo>
                    <a:pt x="3351812" y="402381"/>
                  </a:lnTo>
                  <a:lnTo>
                    <a:pt x="3349571" y="403502"/>
                  </a:lnTo>
                  <a:lnTo>
                    <a:pt x="3349226" y="403675"/>
                  </a:lnTo>
                  <a:lnTo>
                    <a:pt x="3349054" y="403761"/>
                  </a:lnTo>
                  <a:lnTo>
                    <a:pt x="3347330" y="404623"/>
                  </a:lnTo>
                  <a:lnTo>
                    <a:pt x="3346468" y="405055"/>
                  </a:lnTo>
                  <a:lnTo>
                    <a:pt x="3345261" y="405659"/>
                  </a:lnTo>
                  <a:lnTo>
                    <a:pt x="3344571" y="406004"/>
                  </a:lnTo>
                  <a:lnTo>
                    <a:pt x="3344399" y="406090"/>
                  </a:lnTo>
                  <a:lnTo>
                    <a:pt x="3343364" y="406607"/>
                  </a:lnTo>
                  <a:lnTo>
                    <a:pt x="3343020" y="406780"/>
                  </a:lnTo>
                  <a:lnTo>
                    <a:pt x="3342158" y="407211"/>
                  </a:lnTo>
                  <a:lnTo>
                    <a:pt x="3341640" y="407470"/>
                  </a:lnTo>
                  <a:lnTo>
                    <a:pt x="3339054" y="408764"/>
                  </a:lnTo>
                  <a:lnTo>
                    <a:pt x="3338365" y="409109"/>
                  </a:lnTo>
                  <a:lnTo>
                    <a:pt x="3338020" y="409282"/>
                  </a:lnTo>
                  <a:lnTo>
                    <a:pt x="3337158" y="409713"/>
                  </a:lnTo>
                  <a:lnTo>
                    <a:pt x="3336813" y="409886"/>
                  </a:lnTo>
                  <a:lnTo>
                    <a:pt x="3336296" y="410144"/>
                  </a:lnTo>
                  <a:lnTo>
                    <a:pt x="3335434" y="410576"/>
                  </a:lnTo>
                  <a:lnTo>
                    <a:pt x="3335089" y="410748"/>
                  </a:lnTo>
                  <a:lnTo>
                    <a:pt x="3334399" y="411093"/>
                  </a:lnTo>
                  <a:lnTo>
                    <a:pt x="3333882" y="411352"/>
                  </a:lnTo>
                  <a:lnTo>
                    <a:pt x="3333365" y="411611"/>
                  </a:lnTo>
                  <a:lnTo>
                    <a:pt x="3332503" y="412043"/>
                  </a:lnTo>
                  <a:lnTo>
                    <a:pt x="3332330" y="412129"/>
                  </a:lnTo>
                  <a:lnTo>
                    <a:pt x="3330779" y="412905"/>
                  </a:lnTo>
                  <a:lnTo>
                    <a:pt x="3330434" y="413078"/>
                  </a:lnTo>
                  <a:lnTo>
                    <a:pt x="3330089" y="413250"/>
                  </a:lnTo>
                  <a:lnTo>
                    <a:pt x="3326985" y="414804"/>
                  </a:lnTo>
                  <a:lnTo>
                    <a:pt x="3321468" y="417565"/>
                  </a:lnTo>
                  <a:lnTo>
                    <a:pt x="3319399" y="418600"/>
                  </a:lnTo>
                  <a:lnTo>
                    <a:pt x="3314400" y="421103"/>
                  </a:lnTo>
                  <a:lnTo>
                    <a:pt x="3309572" y="423520"/>
                  </a:lnTo>
                  <a:lnTo>
                    <a:pt x="3306986" y="424814"/>
                  </a:lnTo>
                  <a:lnTo>
                    <a:pt x="3300434" y="428094"/>
                  </a:lnTo>
                  <a:lnTo>
                    <a:pt x="3299572" y="428526"/>
                  </a:lnTo>
                  <a:lnTo>
                    <a:pt x="3275780" y="440440"/>
                  </a:lnTo>
                  <a:lnTo>
                    <a:pt x="3273883" y="441390"/>
                  </a:lnTo>
                  <a:lnTo>
                    <a:pt x="3199747" y="478544"/>
                  </a:lnTo>
                  <a:lnTo>
                    <a:pt x="3197506" y="479668"/>
                  </a:lnTo>
                  <a:lnTo>
                    <a:pt x="3196127" y="480359"/>
                  </a:lnTo>
                  <a:lnTo>
                    <a:pt x="3191127" y="482867"/>
                  </a:lnTo>
                  <a:lnTo>
                    <a:pt x="3186817" y="485029"/>
                  </a:lnTo>
                  <a:lnTo>
                    <a:pt x="3185782" y="485547"/>
                  </a:lnTo>
                  <a:lnTo>
                    <a:pt x="3185610" y="485634"/>
                  </a:lnTo>
                  <a:lnTo>
                    <a:pt x="3185265" y="485807"/>
                  </a:lnTo>
                  <a:lnTo>
                    <a:pt x="3184403" y="486239"/>
                  </a:lnTo>
                  <a:lnTo>
                    <a:pt x="3182162" y="487363"/>
                  </a:lnTo>
                  <a:lnTo>
                    <a:pt x="3180782" y="488055"/>
                  </a:lnTo>
                  <a:lnTo>
                    <a:pt x="3179403" y="488747"/>
                  </a:lnTo>
                  <a:lnTo>
                    <a:pt x="3177162" y="489871"/>
                  </a:lnTo>
                  <a:lnTo>
                    <a:pt x="3176817" y="490044"/>
                  </a:lnTo>
                  <a:lnTo>
                    <a:pt x="3176644" y="490131"/>
                  </a:lnTo>
                  <a:lnTo>
                    <a:pt x="3174920" y="490996"/>
                  </a:lnTo>
                  <a:lnTo>
                    <a:pt x="3174058" y="491428"/>
                  </a:lnTo>
                  <a:lnTo>
                    <a:pt x="3172851" y="492034"/>
                  </a:lnTo>
                  <a:lnTo>
                    <a:pt x="3172162" y="492380"/>
                  </a:lnTo>
                  <a:lnTo>
                    <a:pt x="3171989" y="492466"/>
                  </a:lnTo>
                  <a:lnTo>
                    <a:pt x="3170955" y="492985"/>
                  </a:lnTo>
                  <a:lnTo>
                    <a:pt x="3170610" y="493158"/>
                  </a:lnTo>
                  <a:lnTo>
                    <a:pt x="3169748" y="493591"/>
                  </a:lnTo>
                  <a:lnTo>
                    <a:pt x="3169231" y="493850"/>
                  </a:lnTo>
                  <a:lnTo>
                    <a:pt x="3166645" y="495148"/>
                  </a:lnTo>
                  <a:lnTo>
                    <a:pt x="3165955" y="495494"/>
                  </a:lnTo>
                  <a:lnTo>
                    <a:pt x="3165610" y="495667"/>
                  </a:lnTo>
                  <a:lnTo>
                    <a:pt x="3164748" y="496099"/>
                  </a:lnTo>
                  <a:lnTo>
                    <a:pt x="3164403" y="496272"/>
                  </a:lnTo>
                  <a:lnTo>
                    <a:pt x="3163886" y="496532"/>
                  </a:lnTo>
                  <a:lnTo>
                    <a:pt x="3163024" y="496964"/>
                  </a:lnTo>
                  <a:lnTo>
                    <a:pt x="3162679" y="497137"/>
                  </a:lnTo>
                  <a:lnTo>
                    <a:pt x="3161990" y="497483"/>
                  </a:lnTo>
                  <a:lnTo>
                    <a:pt x="3161472" y="497743"/>
                  </a:lnTo>
                  <a:lnTo>
                    <a:pt x="3160955" y="498002"/>
                  </a:lnTo>
                  <a:lnTo>
                    <a:pt x="3160093" y="498435"/>
                  </a:lnTo>
                  <a:lnTo>
                    <a:pt x="3159921" y="498521"/>
                  </a:lnTo>
                  <a:lnTo>
                    <a:pt x="3158369" y="499300"/>
                  </a:lnTo>
                  <a:lnTo>
                    <a:pt x="3158024" y="499473"/>
                  </a:lnTo>
                  <a:lnTo>
                    <a:pt x="3157679" y="499646"/>
                  </a:lnTo>
                  <a:lnTo>
                    <a:pt x="3154576" y="501203"/>
                  </a:lnTo>
                  <a:lnTo>
                    <a:pt x="3149059" y="503972"/>
                  </a:lnTo>
                  <a:lnTo>
                    <a:pt x="3146990" y="505010"/>
                  </a:lnTo>
                  <a:lnTo>
                    <a:pt x="3141990" y="507520"/>
                  </a:lnTo>
                  <a:lnTo>
                    <a:pt x="3137163" y="509943"/>
                  </a:lnTo>
                  <a:lnTo>
                    <a:pt x="3134577" y="511241"/>
                  </a:lnTo>
                  <a:lnTo>
                    <a:pt x="3128025" y="514530"/>
                  </a:lnTo>
                  <a:lnTo>
                    <a:pt x="3127163" y="514963"/>
                  </a:lnTo>
                  <a:lnTo>
                    <a:pt x="3103370" y="526910"/>
                  </a:lnTo>
                  <a:lnTo>
                    <a:pt x="3101474" y="527863"/>
                  </a:lnTo>
                  <a:lnTo>
                    <a:pt x="3027338" y="565124"/>
                  </a:lnTo>
                  <a:lnTo>
                    <a:pt x="3025096" y="566251"/>
                  </a:lnTo>
                  <a:lnTo>
                    <a:pt x="3023717" y="566944"/>
                  </a:lnTo>
                  <a:lnTo>
                    <a:pt x="3018717" y="569459"/>
                  </a:lnTo>
                  <a:lnTo>
                    <a:pt x="3014407" y="571628"/>
                  </a:lnTo>
                  <a:lnTo>
                    <a:pt x="3013373" y="572148"/>
                  </a:lnTo>
                  <a:lnTo>
                    <a:pt x="3013200" y="572235"/>
                  </a:lnTo>
                  <a:lnTo>
                    <a:pt x="3012855" y="572408"/>
                  </a:lnTo>
                  <a:lnTo>
                    <a:pt x="3011993" y="572842"/>
                  </a:lnTo>
                  <a:lnTo>
                    <a:pt x="3009752" y="573969"/>
                  </a:lnTo>
                  <a:lnTo>
                    <a:pt x="3008373" y="574663"/>
                  </a:lnTo>
                  <a:lnTo>
                    <a:pt x="3006993" y="575357"/>
                  </a:lnTo>
                  <a:lnTo>
                    <a:pt x="3004752" y="576485"/>
                  </a:lnTo>
                  <a:lnTo>
                    <a:pt x="3004407" y="576658"/>
                  </a:lnTo>
                  <a:lnTo>
                    <a:pt x="3004235" y="576745"/>
                  </a:lnTo>
                  <a:lnTo>
                    <a:pt x="3002511" y="577613"/>
                  </a:lnTo>
                  <a:lnTo>
                    <a:pt x="3001649" y="578046"/>
                  </a:lnTo>
                  <a:lnTo>
                    <a:pt x="3000442" y="578654"/>
                  </a:lnTo>
                  <a:lnTo>
                    <a:pt x="2999752" y="579001"/>
                  </a:lnTo>
                  <a:lnTo>
                    <a:pt x="2999580" y="579087"/>
                  </a:lnTo>
                  <a:lnTo>
                    <a:pt x="2998545" y="579608"/>
                  </a:lnTo>
                  <a:lnTo>
                    <a:pt x="2998201" y="579781"/>
                  </a:lnTo>
                  <a:lnTo>
                    <a:pt x="2997339" y="580215"/>
                  </a:lnTo>
                  <a:lnTo>
                    <a:pt x="2996821" y="580475"/>
                  </a:lnTo>
                  <a:lnTo>
                    <a:pt x="2994235" y="581777"/>
                  </a:lnTo>
                  <a:lnTo>
                    <a:pt x="2993546" y="582124"/>
                  </a:lnTo>
                  <a:lnTo>
                    <a:pt x="2993201" y="582297"/>
                  </a:lnTo>
                  <a:lnTo>
                    <a:pt x="2992339" y="582731"/>
                  </a:lnTo>
                  <a:lnTo>
                    <a:pt x="2991994" y="582905"/>
                  </a:lnTo>
                  <a:lnTo>
                    <a:pt x="2991477" y="583165"/>
                  </a:lnTo>
                  <a:lnTo>
                    <a:pt x="2990615" y="583599"/>
                  </a:lnTo>
                  <a:lnTo>
                    <a:pt x="2990270" y="583773"/>
                  </a:lnTo>
                  <a:lnTo>
                    <a:pt x="2989580" y="584120"/>
                  </a:lnTo>
                  <a:lnTo>
                    <a:pt x="2989063" y="584380"/>
                  </a:lnTo>
                  <a:lnTo>
                    <a:pt x="2988546" y="584640"/>
                  </a:lnTo>
                  <a:lnTo>
                    <a:pt x="2987684" y="585074"/>
                  </a:lnTo>
                  <a:lnTo>
                    <a:pt x="2987511" y="585161"/>
                  </a:lnTo>
                  <a:lnTo>
                    <a:pt x="2985960" y="585942"/>
                  </a:lnTo>
                  <a:lnTo>
                    <a:pt x="2985615" y="586115"/>
                  </a:lnTo>
                  <a:lnTo>
                    <a:pt x="2985270" y="586289"/>
                  </a:lnTo>
                  <a:lnTo>
                    <a:pt x="2982167" y="587851"/>
                  </a:lnTo>
                  <a:lnTo>
                    <a:pt x="2976649" y="590628"/>
                  </a:lnTo>
                  <a:lnTo>
                    <a:pt x="2974580" y="591670"/>
                  </a:lnTo>
                  <a:lnTo>
                    <a:pt x="2969581" y="594187"/>
                  </a:lnTo>
                  <a:lnTo>
                    <a:pt x="2964753" y="596617"/>
                  </a:lnTo>
                  <a:lnTo>
                    <a:pt x="2962167" y="597920"/>
                  </a:lnTo>
                  <a:lnTo>
                    <a:pt x="2955615" y="601219"/>
                  </a:lnTo>
                  <a:lnTo>
                    <a:pt x="2954753" y="601653"/>
                  </a:lnTo>
                  <a:lnTo>
                    <a:pt x="2930961" y="613638"/>
                  </a:lnTo>
                  <a:lnTo>
                    <a:pt x="2929064" y="614593"/>
                  </a:lnTo>
                  <a:lnTo>
                    <a:pt x="2854928" y="651975"/>
                  </a:lnTo>
                  <a:lnTo>
                    <a:pt x="2852687" y="653106"/>
                  </a:lnTo>
                  <a:lnTo>
                    <a:pt x="2851308" y="653802"/>
                  </a:lnTo>
                  <a:lnTo>
                    <a:pt x="2846308" y="656325"/>
                  </a:lnTo>
                  <a:lnTo>
                    <a:pt x="2841998" y="658501"/>
                  </a:lnTo>
                  <a:lnTo>
                    <a:pt x="2840963" y="659023"/>
                  </a:lnTo>
                  <a:lnTo>
                    <a:pt x="2840791" y="659110"/>
                  </a:lnTo>
                  <a:lnTo>
                    <a:pt x="2840446" y="659284"/>
                  </a:lnTo>
                  <a:lnTo>
                    <a:pt x="2839584" y="659719"/>
                  </a:lnTo>
                  <a:lnTo>
                    <a:pt x="2837343" y="660851"/>
                  </a:lnTo>
                  <a:lnTo>
                    <a:pt x="2835963" y="661547"/>
                  </a:lnTo>
                  <a:lnTo>
                    <a:pt x="2834584" y="662243"/>
                  </a:lnTo>
                  <a:lnTo>
                    <a:pt x="2832343" y="663375"/>
                  </a:lnTo>
                  <a:lnTo>
                    <a:pt x="2831998" y="663549"/>
                  </a:lnTo>
                  <a:lnTo>
                    <a:pt x="2831825" y="663636"/>
                  </a:lnTo>
                  <a:lnTo>
                    <a:pt x="2830101" y="664506"/>
                  </a:lnTo>
                  <a:lnTo>
                    <a:pt x="2829239" y="664941"/>
                  </a:lnTo>
                  <a:lnTo>
                    <a:pt x="2828032" y="665551"/>
                  </a:lnTo>
                  <a:lnTo>
                    <a:pt x="2827343" y="665899"/>
                  </a:lnTo>
                  <a:lnTo>
                    <a:pt x="2827170" y="665986"/>
                  </a:lnTo>
                  <a:lnTo>
                    <a:pt x="2826136" y="666508"/>
                  </a:lnTo>
                  <a:lnTo>
                    <a:pt x="2825791" y="666682"/>
                  </a:lnTo>
                  <a:lnTo>
                    <a:pt x="2824929" y="667118"/>
                  </a:lnTo>
                  <a:lnTo>
                    <a:pt x="2824412" y="667379"/>
                  </a:lnTo>
                  <a:lnTo>
                    <a:pt x="2821826" y="668685"/>
                  </a:lnTo>
                  <a:lnTo>
                    <a:pt x="2821136" y="669033"/>
                  </a:lnTo>
                  <a:lnTo>
                    <a:pt x="2820791" y="669207"/>
                  </a:lnTo>
                  <a:lnTo>
                    <a:pt x="2819929" y="669642"/>
                  </a:lnTo>
                  <a:lnTo>
                    <a:pt x="2819584" y="669816"/>
                  </a:lnTo>
                  <a:lnTo>
                    <a:pt x="2819067" y="670078"/>
                  </a:lnTo>
                  <a:lnTo>
                    <a:pt x="2818205" y="670513"/>
                  </a:lnTo>
                  <a:lnTo>
                    <a:pt x="2817860" y="670687"/>
                  </a:lnTo>
                  <a:lnTo>
                    <a:pt x="2817171" y="671035"/>
                  </a:lnTo>
                  <a:lnTo>
                    <a:pt x="2816653" y="671297"/>
                  </a:lnTo>
                  <a:lnTo>
                    <a:pt x="2816136" y="671558"/>
                  </a:lnTo>
                  <a:lnTo>
                    <a:pt x="2815274" y="671993"/>
                  </a:lnTo>
                  <a:lnTo>
                    <a:pt x="2815102" y="672080"/>
                  </a:lnTo>
                  <a:lnTo>
                    <a:pt x="2813550" y="672864"/>
                  </a:lnTo>
                  <a:lnTo>
                    <a:pt x="2813205" y="673038"/>
                  </a:lnTo>
                  <a:lnTo>
                    <a:pt x="2812860" y="673212"/>
                  </a:lnTo>
                  <a:lnTo>
                    <a:pt x="2809757" y="674779"/>
                  </a:lnTo>
                  <a:lnTo>
                    <a:pt x="2804240" y="677566"/>
                  </a:lnTo>
                  <a:lnTo>
                    <a:pt x="2802171" y="678611"/>
                  </a:lnTo>
                  <a:lnTo>
                    <a:pt x="2797171" y="681137"/>
                  </a:lnTo>
                  <a:lnTo>
                    <a:pt x="2792344" y="683576"/>
                  </a:lnTo>
                  <a:lnTo>
                    <a:pt x="2789758" y="684883"/>
                  </a:lnTo>
                  <a:lnTo>
                    <a:pt x="2783206" y="688194"/>
                  </a:lnTo>
                  <a:lnTo>
                    <a:pt x="2782344" y="688629"/>
                  </a:lnTo>
                  <a:lnTo>
                    <a:pt x="2758551" y="700656"/>
                  </a:lnTo>
                  <a:lnTo>
                    <a:pt x="2756655" y="701615"/>
                  </a:lnTo>
                  <a:lnTo>
                    <a:pt x="2682519" y="739133"/>
                  </a:lnTo>
                  <a:lnTo>
                    <a:pt x="2680277" y="740268"/>
                  </a:lnTo>
                  <a:lnTo>
                    <a:pt x="2678898" y="740967"/>
                  </a:lnTo>
                  <a:lnTo>
                    <a:pt x="2673898" y="743500"/>
                  </a:lnTo>
                  <a:lnTo>
                    <a:pt x="2669588" y="745683"/>
                  </a:lnTo>
                  <a:lnTo>
                    <a:pt x="2668554" y="746208"/>
                  </a:lnTo>
                  <a:lnTo>
                    <a:pt x="2668381" y="746295"/>
                  </a:lnTo>
                  <a:lnTo>
                    <a:pt x="2668036" y="746470"/>
                  </a:lnTo>
                  <a:lnTo>
                    <a:pt x="2667174" y="746906"/>
                  </a:lnTo>
                  <a:lnTo>
                    <a:pt x="2664933" y="748042"/>
                  </a:lnTo>
                  <a:lnTo>
                    <a:pt x="2663554" y="748741"/>
                  </a:lnTo>
                  <a:lnTo>
                    <a:pt x="2662174" y="749440"/>
                  </a:lnTo>
                  <a:lnTo>
                    <a:pt x="2659933" y="750575"/>
                  </a:lnTo>
                  <a:lnTo>
                    <a:pt x="2659588" y="750750"/>
                  </a:lnTo>
                  <a:lnTo>
                    <a:pt x="2659416" y="750838"/>
                  </a:lnTo>
                  <a:lnTo>
                    <a:pt x="2657692" y="751711"/>
                  </a:lnTo>
                  <a:lnTo>
                    <a:pt x="2656830" y="752148"/>
                  </a:lnTo>
                  <a:lnTo>
                    <a:pt x="2655623" y="752760"/>
                  </a:lnTo>
                  <a:lnTo>
                    <a:pt x="2654933" y="753109"/>
                  </a:lnTo>
                  <a:lnTo>
                    <a:pt x="2654761" y="753197"/>
                  </a:lnTo>
                  <a:lnTo>
                    <a:pt x="2653726" y="753721"/>
                  </a:lnTo>
                  <a:lnTo>
                    <a:pt x="2653382" y="753896"/>
                  </a:lnTo>
                  <a:lnTo>
                    <a:pt x="2652520" y="754333"/>
                  </a:lnTo>
                  <a:lnTo>
                    <a:pt x="2652002" y="754595"/>
                  </a:lnTo>
                  <a:lnTo>
                    <a:pt x="2649416" y="755906"/>
                  </a:lnTo>
                  <a:lnTo>
                    <a:pt x="2648727" y="756255"/>
                  </a:lnTo>
                  <a:lnTo>
                    <a:pt x="2648382" y="756430"/>
                  </a:lnTo>
                  <a:lnTo>
                    <a:pt x="2647520" y="756867"/>
                  </a:lnTo>
                  <a:lnTo>
                    <a:pt x="2647175" y="757042"/>
                  </a:lnTo>
                  <a:lnTo>
                    <a:pt x="2646658" y="757304"/>
                  </a:lnTo>
                  <a:lnTo>
                    <a:pt x="2645796" y="757741"/>
                  </a:lnTo>
                  <a:lnTo>
                    <a:pt x="2645451" y="757916"/>
                  </a:lnTo>
                  <a:lnTo>
                    <a:pt x="2644761" y="758265"/>
                  </a:lnTo>
                  <a:lnTo>
                    <a:pt x="2644244" y="758527"/>
                  </a:lnTo>
                  <a:lnTo>
                    <a:pt x="2643727" y="758790"/>
                  </a:lnTo>
                  <a:lnTo>
                    <a:pt x="2642865" y="759227"/>
                  </a:lnTo>
                  <a:lnTo>
                    <a:pt x="2642692" y="759314"/>
                  </a:lnTo>
                  <a:lnTo>
                    <a:pt x="2641141" y="760101"/>
                  </a:lnTo>
                  <a:lnTo>
                    <a:pt x="2640796" y="760276"/>
                  </a:lnTo>
                  <a:lnTo>
                    <a:pt x="2640451" y="760450"/>
                  </a:lnTo>
                  <a:lnTo>
                    <a:pt x="2637348" y="762024"/>
                  </a:lnTo>
                  <a:lnTo>
                    <a:pt x="2631830" y="764821"/>
                  </a:lnTo>
                  <a:lnTo>
                    <a:pt x="2629762" y="765870"/>
                  </a:lnTo>
                  <a:lnTo>
                    <a:pt x="2624762" y="768406"/>
                  </a:lnTo>
                  <a:lnTo>
                    <a:pt x="2619934" y="770854"/>
                  </a:lnTo>
                  <a:lnTo>
                    <a:pt x="2617348" y="772166"/>
                  </a:lnTo>
                  <a:lnTo>
                    <a:pt x="2610796" y="775490"/>
                  </a:lnTo>
                  <a:lnTo>
                    <a:pt x="2609934" y="775927"/>
                  </a:lnTo>
                  <a:lnTo>
                    <a:pt x="2586142" y="788001"/>
                  </a:lnTo>
                  <a:lnTo>
                    <a:pt x="2584245" y="788964"/>
                  </a:lnTo>
                  <a:lnTo>
                    <a:pt x="2510109" y="826634"/>
                  </a:lnTo>
                  <a:lnTo>
                    <a:pt x="2507868" y="827774"/>
                  </a:lnTo>
                  <a:lnTo>
                    <a:pt x="2506489" y="828475"/>
                  </a:lnTo>
                  <a:lnTo>
                    <a:pt x="2501489" y="831018"/>
                  </a:lnTo>
                  <a:lnTo>
                    <a:pt x="2497179" y="833211"/>
                  </a:lnTo>
                  <a:lnTo>
                    <a:pt x="2496144" y="833737"/>
                  </a:lnTo>
                  <a:lnTo>
                    <a:pt x="2495972" y="833825"/>
                  </a:lnTo>
                  <a:lnTo>
                    <a:pt x="2495627" y="834000"/>
                  </a:lnTo>
                  <a:lnTo>
                    <a:pt x="2494765" y="834439"/>
                  </a:lnTo>
                  <a:lnTo>
                    <a:pt x="2492524" y="835579"/>
                  </a:lnTo>
                  <a:lnTo>
                    <a:pt x="2491144" y="836281"/>
                  </a:lnTo>
                  <a:lnTo>
                    <a:pt x="2489765" y="836983"/>
                  </a:lnTo>
                  <a:lnTo>
                    <a:pt x="2487524" y="838124"/>
                  </a:lnTo>
                  <a:lnTo>
                    <a:pt x="2487179" y="838299"/>
                  </a:lnTo>
                  <a:lnTo>
                    <a:pt x="2487006" y="838387"/>
                  </a:lnTo>
                  <a:lnTo>
                    <a:pt x="2485282" y="839264"/>
                  </a:lnTo>
                  <a:lnTo>
                    <a:pt x="2484420" y="839703"/>
                  </a:lnTo>
                  <a:lnTo>
                    <a:pt x="2483213" y="840317"/>
                  </a:lnTo>
                  <a:lnTo>
                    <a:pt x="2482524" y="840668"/>
                  </a:lnTo>
                  <a:lnTo>
                    <a:pt x="2482351" y="840756"/>
                  </a:lnTo>
                  <a:lnTo>
                    <a:pt x="2481317" y="841282"/>
                  </a:lnTo>
                  <a:lnTo>
                    <a:pt x="2480972" y="841458"/>
                  </a:lnTo>
                  <a:lnTo>
                    <a:pt x="2480110" y="841896"/>
                  </a:lnTo>
                  <a:lnTo>
                    <a:pt x="2479593" y="842160"/>
                  </a:lnTo>
                  <a:lnTo>
                    <a:pt x="2477007" y="843476"/>
                  </a:lnTo>
                  <a:lnTo>
                    <a:pt x="2476317" y="843827"/>
                  </a:lnTo>
                  <a:lnTo>
                    <a:pt x="2475972" y="844003"/>
                  </a:lnTo>
                  <a:lnTo>
                    <a:pt x="2475110" y="844441"/>
                  </a:lnTo>
                  <a:lnTo>
                    <a:pt x="2474765" y="844617"/>
                  </a:lnTo>
                  <a:lnTo>
                    <a:pt x="2474248" y="844880"/>
                  </a:lnTo>
                  <a:lnTo>
                    <a:pt x="2473386" y="845319"/>
                  </a:lnTo>
                  <a:lnTo>
                    <a:pt x="2473041" y="845495"/>
                  </a:lnTo>
                  <a:lnTo>
                    <a:pt x="2472352" y="845846"/>
                  </a:lnTo>
                  <a:lnTo>
                    <a:pt x="2471834" y="846109"/>
                  </a:lnTo>
                  <a:lnTo>
                    <a:pt x="2471317" y="846372"/>
                  </a:lnTo>
                  <a:lnTo>
                    <a:pt x="2470455" y="846811"/>
                  </a:lnTo>
                  <a:lnTo>
                    <a:pt x="2470283" y="846899"/>
                  </a:lnTo>
                  <a:lnTo>
                    <a:pt x="2468731" y="847689"/>
                  </a:lnTo>
                  <a:lnTo>
                    <a:pt x="2468386" y="847864"/>
                  </a:lnTo>
                  <a:lnTo>
                    <a:pt x="2468041" y="848040"/>
                  </a:lnTo>
                  <a:lnTo>
                    <a:pt x="2464938" y="849620"/>
                  </a:lnTo>
                  <a:lnTo>
                    <a:pt x="2459421" y="852429"/>
                  </a:lnTo>
                  <a:lnTo>
                    <a:pt x="2457352" y="853483"/>
                  </a:lnTo>
                  <a:lnTo>
                    <a:pt x="2452352" y="856029"/>
                  </a:lnTo>
                  <a:lnTo>
                    <a:pt x="2447525" y="858488"/>
                  </a:lnTo>
                  <a:lnTo>
                    <a:pt x="2444939" y="859806"/>
                  </a:lnTo>
                  <a:lnTo>
                    <a:pt x="2438387" y="863143"/>
                  </a:lnTo>
                  <a:lnTo>
                    <a:pt x="2437525" y="863583"/>
                  </a:lnTo>
                  <a:lnTo>
                    <a:pt x="2413732" y="875709"/>
                  </a:lnTo>
                  <a:lnTo>
                    <a:pt x="2411836" y="876676"/>
                  </a:lnTo>
                  <a:lnTo>
                    <a:pt x="2337700" y="914513"/>
                  </a:lnTo>
                  <a:lnTo>
                    <a:pt x="2335458" y="915658"/>
                  </a:lnTo>
                  <a:lnTo>
                    <a:pt x="2334079" y="916362"/>
                  </a:lnTo>
                  <a:lnTo>
                    <a:pt x="2329079" y="918917"/>
                  </a:lnTo>
                  <a:lnTo>
                    <a:pt x="2324769" y="921120"/>
                  </a:lnTo>
                  <a:lnTo>
                    <a:pt x="2323735" y="921648"/>
                  </a:lnTo>
                  <a:lnTo>
                    <a:pt x="2323562" y="921737"/>
                  </a:lnTo>
                  <a:lnTo>
                    <a:pt x="2323217" y="921913"/>
                  </a:lnTo>
                  <a:lnTo>
                    <a:pt x="2322355" y="922353"/>
                  </a:lnTo>
                  <a:lnTo>
                    <a:pt x="2320114" y="923499"/>
                  </a:lnTo>
                  <a:lnTo>
                    <a:pt x="2318735" y="924204"/>
                  </a:lnTo>
                  <a:lnTo>
                    <a:pt x="2317356" y="924909"/>
                  </a:lnTo>
                  <a:lnTo>
                    <a:pt x="2315114" y="926055"/>
                  </a:lnTo>
                  <a:lnTo>
                    <a:pt x="2314769" y="926231"/>
                  </a:lnTo>
                  <a:lnTo>
                    <a:pt x="2314597" y="926319"/>
                  </a:lnTo>
                  <a:lnTo>
                    <a:pt x="2312873" y="927200"/>
                  </a:lnTo>
                  <a:lnTo>
                    <a:pt x="2312011" y="927641"/>
                  </a:lnTo>
                  <a:lnTo>
                    <a:pt x="2310804" y="928258"/>
                  </a:lnTo>
                  <a:lnTo>
                    <a:pt x="2310114" y="928611"/>
                  </a:lnTo>
                  <a:lnTo>
                    <a:pt x="2309942" y="928699"/>
                  </a:lnTo>
                  <a:lnTo>
                    <a:pt x="2308907" y="929228"/>
                  </a:lnTo>
                  <a:lnTo>
                    <a:pt x="2308563" y="929404"/>
                  </a:lnTo>
                  <a:lnTo>
                    <a:pt x="2307701" y="929845"/>
                  </a:lnTo>
                  <a:lnTo>
                    <a:pt x="2307183" y="930109"/>
                  </a:lnTo>
                  <a:lnTo>
                    <a:pt x="2304597" y="931432"/>
                  </a:lnTo>
                  <a:lnTo>
                    <a:pt x="2303908" y="931784"/>
                  </a:lnTo>
                  <a:lnTo>
                    <a:pt x="2303563" y="931961"/>
                  </a:lnTo>
                  <a:lnTo>
                    <a:pt x="2302701" y="932401"/>
                  </a:lnTo>
                  <a:lnTo>
                    <a:pt x="2302356" y="932578"/>
                  </a:lnTo>
                  <a:lnTo>
                    <a:pt x="2301839" y="932842"/>
                  </a:lnTo>
                  <a:lnTo>
                    <a:pt x="2300977" y="933283"/>
                  </a:lnTo>
                  <a:lnTo>
                    <a:pt x="2300632" y="933459"/>
                  </a:lnTo>
                  <a:lnTo>
                    <a:pt x="2299942" y="933812"/>
                  </a:lnTo>
                  <a:lnTo>
                    <a:pt x="2299425" y="934077"/>
                  </a:lnTo>
                  <a:lnTo>
                    <a:pt x="2298908" y="934341"/>
                  </a:lnTo>
                  <a:lnTo>
                    <a:pt x="2298046" y="934782"/>
                  </a:lnTo>
                  <a:lnTo>
                    <a:pt x="2297873" y="934870"/>
                  </a:lnTo>
                  <a:lnTo>
                    <a:pt x="2296322" y="935664"/>
                  </a:lnTo>
                  <a:lnTo>
                    <a:pt x="2295977" y="935840"/>
                  </a:lnTo>
                  <a:lnTo>
                    <a:pt x="2295632" y="936017"/>
                  </a:lnTo>
                  <a:lnTo>
                    <a:pt x="2292529" y="937604"/>
                  </a:lnTo>
                  <a:lnTo>
                    <a:pt x="2287011" y="940426"/>
                  </a:lnTo>
                  <a:lnTo>
                    <a:pt x="2284943" y="941485"/>
                  </a:lnTo>
                  <a:lnTo>
                    <a:pt x="2279943" y="944043"/>
                  </a:lnTo>
                  <a:lnTo>
                    <a:pt x="2275115" y="946513"/>
                  </a:lnTo>
                  <a:lnTo>
                    <a:pt x="2272529" y="947837"/>
                  </a:lnTo>
                  <a:lnTo>
                    <a:pt x="2265977" y="951190"/>
                  </a:lnTo>
                  <a:lnTo>
                    <a:pt x="2265115" y="951631"/>
                  </a:lnTo>
                  <a:lnTo>
                    <a:pt x="2241323" y="963815"/>
                  </a:lnTo>
                  <a:lnTo>
                    <a:pt x="2239426" y="964786"/>
                  </a:lnTo>
                  <a:lnTo>
                    <a:pt x="2165290" y="1002804"/>
                  </a:lnTo>
                  <a:lnTo>
                    <a:pt x="2163049" y="1003955"/>
                  </a:lnTo>
                  <a:lnTo>
                    <a:pt x="2161670" y="1004663"/>
                  </a:lnTo>
                  <a:lnTo>
                    <a:pt x="2156670" y="1007230"/>
                  </a:lnTo>
                  <a:lnTo>
                    <a:pt x="2152360" y="1009444"/>
                  </a:lnTo>
                  <a:lnTo>
                    <a:pt x="2151325" y="1009975"/>
                  </a:lnTo>
                  <a:lnTo>
                    <a:pt x="2151153" y="1010063"/>
                  </a:lnTo>
                  <a:lnTo>
                    <a:pt x="2150808" y="1010241"/>
                  </a:lnTo>
                  <a:lnTo>
                    <a:pt x="2149946" y="1010683"/>
                  </a:lnTo>
                  <a:lnTo>
                    <a:pt x="2147705" y="1011834"/>
                  </a:lnTo>
                  <a:lnTo>
                    <a:pt x="2146325" y="1012543"/>
                  </a:lnTo>
                  <a:lnTo>
                    <a:pt x="2144946" y="1013251"/>
                  </a:lnTo>
                  <a:lnTo>
                    <a:pt x="2142705" y="1014403"/>
                  </a:lnTo>
                  <a:lnTo>
                    <a:pt x="2142360" y="1014580"/>
                  </a:lnTo>
                  <a:lnTo>
                    <a:pt x="2142187" y="1014668"/>
                  </a:lnTo>
                  <a:lnTo>
                    <a:pt x="2140463" y="1015554"/>
                  </a:lnTo>
                  <a:lnTo>
                    <a:pt x="2139601" y="1015997"/>
                  </a:lnTo>
                  <a:lnTo>
                    <a:pt x="2138394" y="1016617"/>
                  </a:lnTo>
                  <a:lnTo>
                    <a:pt x="2137705" y="1016971"/>
                  </a:lnTo>
                  <a:lnTo>
                    <a:pt x="2137532" y="1017060"/>
                  </a:lnTo>
                  <a:lnTo>
                    <a:pt x="2136498" y="1017591"/>
                  </a:lnTo>
                  <a:lnTo>
                    <a:pt x="2136153" y="1017768"/>
                  </a:lnTo>
                  <a:lnTo>
                    <a:pt x="2135291" y="1018211"/>
                  </a:lnTo>
                  <a:lnTo>
                    <a:pt x="2134774" y="1018477"/>
                  </a:lnTo>
                  <a:lnTo>
                    <a:pt x="2132188" y="1019806"/>
                  </a:lnTo>
                  <a:lnTo>
                    <a:pt x="2131498" y="1020160"/>
                  </a:lnTo>
                  <a:lnTo>
                    <a:pt x="2131153" y="1020338"/>
                  </a:lnTo>
                  <a:lnTo>
                    <a:pt x="2130291" y="1020781"/>
                  </a:lnTo>
                  <a:lnTo>
                    <a:pt x="2129946" y="1020958"/>
                  </a:lnTo>
                  <a:lnTo>
                    <a:pt x="2129429" y="1021224"/>
                  </a:lnTo>
                  <a:lnTo>
                    <a:pt x="2128567" y="1021667"/>
                  </a:lnTo>
                  <a:lnTo>
                    <a:pt x="2128222" y="1021844"/>
                  </a:lnTo>
                  <a:lnTo>
                    <a:pt x="2127533" y="1022198"/>
                  </a:lnTo>
                  <a:lnTo>
                    <a:pt x="2127015" y="1022464"/>
                  </a:lnTo>
                  <a:lnTo>
                    <a:pt x="2126498" y="1022730"/>
                  </a:lnTo>
                  <a:lnTo>
                    <a:pt x="2125636" y="1023173"/>
                  </a:lnTo>
                  <a:lnTo>
                    <a:pt x="2125464" y="1023262"/>
                  </a:lnTo>
                  <a:lnTo>
                    <a:pt x="2123912" y="1024059"/>
                  </a:lnTo>
                  <a:lnTo>
                    <a:pt x="2123567" y="1024236"/>
                  </a:lnTo>
                  <a:lnTo>
                    <a:pt x="2123222" y="1024414"/>
                  </a:lnTo>
                  <a:lnTo>
                    <a:pt x="2120119" y="1026009"/>
                  </a:lnTo>
                  <a:lnTo>
                    <a:pt x="2114602" y="1028845"/>
                  </a:lnTo>
                  <a:lnTo>
                    <a:pt x="2112533" y="1029909"/>
                  </a:lnTo>
                  <a:lnTo>
                    <a:pt x="2107533" y="1032480"/>
                  </a:lnTo>
                  <a:lnTo>
                    <a:pt x="2102706" y="1034962"/>
                  </a:lnTo>
                  <a:lnTo>
                    <a:pt x="2100120" y="1036292"/>
                  </a:lnTo>
                  <a:lnTo>
                    <a:pt x="2093568" y="1039662"/>
                  </a:lnTo>
                  <a:lnTo>
                    <a:pt x="2092706" y="1040106"/>
                  </a:lnTo>
                  <a:lnTo>
                    <a:pt x="2068913" y="1052350"/>
                  </a:lnTo>
                  <a:lnTo>
                    <a:pt x="2067017" y="1053327"/>
                  </a:lnTo>
                  <a:lnTo>
                    <a:pt x="1992881" y="1091538"/>
                  </a:lnTo>
                  <a:lnTo>
                    <a:pt x="1990640" y="1092695"/>
                  </a:lnTo>
                  <a:lnTo>
                    <a:pt x="1989260" y="1093407"/>
                  </a:lnTo>
                  <a:lnTo>
                    <a:pt x="1984260" y="1095987"/>
                  </a:lnTo>
                  <a:lnTo>
                    <a:pt x="1979950" y="1098212"/>
                  </a:lnTo>
                  <a:lnTo>
                    <a:pt x="1978916" y="1098746"/>
                  </a:lnTo>
                  <a:lnTo>
                    <a:pt x="1978743" y="1098835"/>
                  </a:lnTo>
                  <a:lnTo>
                    <a:pt x="1978398" y="1099013"/>
                  </a:lnTo>
                  <a:lnTo>
                    <a:pt x="1977536" y="1099458"/>
                  </a:lnTo>
                  <a:lnTo>
                    <a:pt x="1975295" y="1100615"/>
                  </a:lnTo>
                  <a:lnTo>
                    <a:pt x="1973916" y="1101327"/>
                  </a:lnTo>
                  <a:lnTo>
                    <a:pt x="1972537" y="1102039"/>
                  </a:lnTo>
                  <a:lnTo>
                    <a:pt x="1970295" y="1103196"/>
                  </a:lnTo>
                  <a:lnTo>
                    <a:pt x="1969950" y="1103374"/>
                  </a:lnTo>
                  <a:lnTo>
                    <a:pt x="1969778" y="1103463"/>
                  </a:lnTo>
                  <a:lnTo>
                    <a:pt x="1968054" y="1104354"/>
                  </a:lnTo>
                  <a:lnTo>
                    <a:pt x="1967192" y="1104799"/>
                  </a:lnTo>
                  <a:lnTo>
                    <a:pt x="1965985" y="1105422"/>
                  </a:lnTo>
                  <a:lnTo>
                    <a:pt x="1965295" y="1105778"/>
                  </a:lnTo>
                  <a:lnTo>
                    <a:pt x="1965123" y="1105867"/>
                  </a:lnTo>
                  <a:lnTo>
                    <a:pt x="1964088" y="1106402"/>
                  </a:lnTo>
                  <a:lnTo>
                    <a:pt x="1963744" y="1106580"/>
                  </a:lnTo>
                  <a:lnTo>
                    <a:pt x="1962882" y="1107025"/>
                  </a:lnTo>
                  <a:lnTo>
                    <a:pt x="1962364" y="1107292"/>
                  </a:lnTo>
                  <a:lnTo>
                    <a:pt x="1959778" y="1108628"/>
                  </a:lnTo>
                  <a:lnTo>
                    <a:pt x="1959089" y="1108984"/>
                  </a:lnTo>
                  <a:lnTo>
                    <a:pt x="1958744" y="1109162"/>
                  </a:lnTo>
                  <a:lnTo>
                    <a:pt x="1957882" y="1109607"/>
                  </a:lnTo>
                  <a:lnTo>
                    <a:pt x="1957537" y="1109786"/>
                  </a:lnTo>
                  <a:lnTo>
                    <a:pt x="1957020" y="1110053"/>
                  </a:lnTo>
                  <a:lnTo>
                    <a:pt x="1956158" y="1110498"/>
                  </a:lnTo>
                  <a:lnTo>
                    <a:pt x="1955813" y="1110676"/>
                  </a:lnTo>
                  <a:lnTo>
                    <a:pt x="1955123" y="1111032"/>
                  </a:lnTo>
                  <a:lnTo>
                    <a:pt x="1954606" y="1111300"/>
                  </a:lnTo>
                  <a:lnTo>
                    <a:pt x="1954089" y="1111567"/>
                  </a:lnTo>
                  <a:lnTo>
                    <a:pt x="1953227" y="1112012"/>
                  </a:lnTo>
                  <a:lnTo>
                    <a:pt x="1953054" y="1112101"/>
                  </a:lnTo>
                  <a:lnTo>
                    <a:pt x="1951503" y="1112903"/>
                  </a:lnTo>
                  <a:lnTo>
                    <a:pt x="1951158" y="1113081"/>
                  </a:lnTo>
                  <a:lnTo>
                    <a:pt x="1950813" y="1113259"/>
                  </a:lnTo>
                  <a:lnTo>
                    <a:pt x="1947710" y="1114863"/>
                  </a:lnTo>
                  <a:lnTo>
                    <a:pt x="1942192" y="1117714"/>
                  </a:lnTo>
                  <a:lnTo>
                    <a:pt x="1940124" y="1118783"/>
                  </a:lnTo>
                  <a:lnTo>
                    <a:pt x="1935124" y="1121367"/>
                  </a:lnTo>
                  <a:lnTo>
                    <a:pt x="1930296" y="1123863"/>
                  </a:lnTo>
                  <a:lnTo>
                    <a:pt x="1927710" y="1125200"/>
                  </a:lnTo>
                  <a:lnTo>
                    <a:pt x="1921158" y="1128588"/>
                  </a:lnTo>
                  <a:lnTo>
                    <a:pt x="1920296" y="1129033"/>
                  </a:lnTo>
                  <a:lnTo>
                    <a:pt x="1896504" y="1141342"/>
                  </a:lnTo>
                  <a:lnTo>
                    <a:pt x="1894607" y="1142324"/>
                  </a:lnTo>
                  <a:lnTo>
                    <a:pt x="1820471" y="1180737"/>
                  </a:lnTo>
                  <a:lnTo>
                    <a:pt x="1818230" y="1181900"/>
                  </a:lnTo>
                  <a:lnTo>
                    <a:pt x="1816851" y="1182616"/>
                  </a:lnTo>
                  <a:lnTo>
                    <a:pt x="1811851" y="1185210"/>
                  </a:lnTo>
                  <a:lnTo>
                    <a:pt x="1807541" y="1187446"/>
                  </a:lnTo>
                  <a:lnTo>
                    <a:pt x="1806506" y="1187983"/>
                  </a:lnTo>
                  <a:lnTo>
                    <a:pt x="1806334" y="1188073"/>
                  </a:lnTo>
                  <a:lnTo>
                    <a:pt x="1805989" y="1188252"/>
                  </a:lnTo>
                  <a:lnTo>
                    <a:pt x="1805127" y="1188699"/>
                  </a:lnTo>
                  <a:lnTo>
                    <a:pt x="1802886" y="1189862"/>
                  </a:lnTo>
                  <a:lnTo>
                    <a:pt x="1801506" y="1190578"/>
                  </a:lnTo>
                  <a:lnTo>
                    <a:pt x="1800127" y="1191294"/>
                  </a:lnTo>
                  <a:lnTo>
                    <a:pt x="1797886" y="1192458"/>
                  </a:lnTo>
                  <a:lnTo>
                    <a:pt x="1797541" y="1192637"/>
                  </a:lnTo>
                  <a:lnTo>
                    <a:pt x="1797368" y="1192726"/>
                  </a:lnTo>
                  <a:lnTo>
                    <a:pt x="1795644" y="1193621"/>
                  </a:lnTo>
                  <a:lnTo>
                    <a:pt x="1794782" y="1194069"/>
                  </a:lnTo>
                  <a:lnTo>
                    <a:pt x="1793575" y="1194695"/>
                  </a:lnTo>
                  <a:lnTo>
                    <a:pt x="1792886" y="1195053"/>
                  </a:lnTo>
                  <a:lnTo>
                    <a:pt x="1792713" y="1195143"/>
                  </a:lnTo>
                  <a:lnTo>
                    <a:pt x="1791679" y="1195680"/>
                  </a:lnTo>
                  <a:lnTo>
                    <a:pt x="1791334" y="1195859"/>
                  </a:lnTo>
                  <a:lnTo>
                    <a:pt x="1790472" y="1196307"/>
                  </a:lnTo>
                  <a:lnTo>
                    <a:pt x="1789955" y="1196575"/>
                  </a:lnTo>
                  <a:lnTo>
                    <a:pt x="1787369" y="1197918"/>
                  </a:lnTo>
                  <a:lnTo>
                    <a:pt x="1786679" y="1198276"/>
                  </a:lnTo>
                  <a:lnTo>
                    <a:pt x="1786334" y="1198455"/>
                  </a:lnTo>
                  <a:lnTo>
                    <a:pt x="1785472" y="1198903"/>
                  </a:lnTo>
                  <a:lnTo>
                    <a:pt x="1785127" y="1199082"/>
                  </a:lnTo>
                  <a:lnTo>
                    <a:pt x="1784610" y="1199351"/>
                  </a:lnTo>
                  <a:lnTo>
                    <a:pt x="1783748" y="1199798"/>
                  </a:lnTo>
                  <a:lnTo>
                    <a:pt x="1783403" y="1199977"/>
                  </a:lnTo>
                  <a:lnTo>
                    <a:pt x="1782714" y="1200336"/>
                  </a:lnTo>
                  <a:lnTo>
                    <a:pt x="1782196" y="1200604"/>
                  </a:lnTo>
                  <a:lnTo>
                    <a:pt x="1781679" y="1200873"/>
                  </a:lnTo>
                  <a:lnTo>
                    <a:pt x="1780817" y="1201321"/>
                  </a:lnTo>
                  <a:lnTo>
                    <a:pt x="1780645" y="1201410"/>
                  </a:lnTo>
                  <a:lnTo>
                    <a:pt x="1779093" y="1202216"/>
                  </a:lnTo>
                  <a:lnTo>
                    <a:pt x="1778748" y="1202395"/>
                  </a:lnTo>
                  <a:lnTo>
                    <a:pt x="1778403" y="1202574"/>
                  </a:lnTo>
                  <a:lnTo>
                    <a:pt x="1775300" y="1204186"/>
                  </a:lnTo>
                  <a:lnTo>
                    <a:pt x="1769783" y="1207053"/>
                  </a:lnTo>
                  <a:lnTo>
                    <a:pt x="1767714" y="1208128"/>
                  </a:lnTo>
                  <a:lnTo>
                    <a:pt x="1762714" y="1210726"/>
                  </a:lnTo>
                  <a:lnTo>
                    <a:pt x="1757887" y="1213235"/>
                  </a:lnTo>
                  <a:lnTo>
                    <a:pt x="1755301" y="1214579"/>
                  </a:lnTo>
                  <a:lnTo>
                    <a:pt x="1748749" y="1217985"/>
                  </a:lnTo>
                  <a:lnTo>
                    <a:pt x="1747887" y="1218433"/>
                  </a:lnTo>
                  <a:lnTo>
                    <a:pt x="1724094" y="1230808"/>
                  </a:lnTo>
                  <a:lnTo>
                    <a:pt x="1722198" y="1231795"/>
                  </a:lnTo>
                  <a:lnTo>
                    <a:pt x="1648062" y="1270415"/>
                  </a:lnTo>
                  <a:lnTo>
                    <a:pt x="1645821" y="1271584"/>
                  </a:lnTo>
                  <a:lnTo>
                    <a:pt x="1644441" y="1272304"/>
                  </a:lnTo>
                  <a:lnTo>
                    <a:pt x="1639441" y="1274912"/>
                  </a:lnTo>
                  <a:lnTo>
                    <a:pt x="1635131" y="1277161"/>
                  </a:lnTo>
                  <a:lnTo>
                    <a:pt x="1634097" y="1277700"/>
                  </a:lnTo>
                  <a:lnTo>
                    <a:pt x="1633924" y="1277790"/>
                  </a:lnTo>
                  <a:lnTo>
                    <a:pt x="1633579" y="1277970"/>
                  </a:lnTo>
                  <a:lnTo>
                    <a:pt x="1632717" y="1278420"/>
                  </a:lnTo>
                  <a:lnTo>
                    <a:pt x="1630476" y="1279590"/>
                  </a:lnTo>
                  <a:lnTo>
                    <a:pt x="1629097" y="1280309"/>
                  </a:lnTo>
                  <a:lnTo>
                    <a:pt x="1627718" y="1281029"/>
                  </a:lnTo>
                  <a:lnTo>
                    <a:pt x="1625476" y="1282199"/>
                  </a:lnTo>
                  <a:lnTo>
                    <a:pt x="1625131" y="1282379"/>
                  </a:lnTo>
                  <a:lnTo>
                    <a:pt x="1624959" y="1282469"/>
                  </a:lnTo>
                  <a:lnTo>
                    <a:pt x="1623235" y="1283369"/>
                  </a:lnTo>
                  <a:lnTo>
                    <a:pt x="1622373" y="1283819"/>
                  </a:lnTo>
                  <a:lnTo>
                    <a:pt x="1621166" y="1284449"/>
                  </a:lnTo>
                  <a:lnTo>
                    <a:pt x="1620476" y="1284809"/>
                  </a:lnTo>
                  <a:lnTo>
                    <a:pt x="1620304" y="1284899"/>
                  </a:lnTo>
                  <a:lnTo>
                    <a:pt x="1619269" y="1285439"/>
                  </a:lnTo>
                  <a:lnTo>
                    <a:pt x="1618925" y="1285619"/>
                  </a:lnTo>
                  <a:lnTo>
                    <a:pt x="1618063" y="1286069"/>
                  </a:lnTo>
                  <a:lnTo>
                    <a:pt x="1617545" y="1286339"/>
                  </a:lnTo>
                  <a:lnTo>
                    <a:pt x="1614959" y="1287689"/>
                  </a:lnTo>
                  <a:lnTo>
                    <a:pt x="1614270" y="1288049"/>
                  </a:lnTo>
                  <a:lnTo>
                    <a:pt x="1613925" y="1288229"/>
                  </a:lnTo>
                  <a:lnTo>
                    <a:pt x="1613063" y="1288679"/>
                  </a:lnTo>
                  <a:lnTo>
                    <a:pt x="1612718" y="1288859"/>
                  </a:lnTo>
                  <a:lnTo>
                    <a:pt x="1612201" y="1289129"/>
                  </a:lnTo>
                  <a:lnTo>
                    <a:pt x="1611339" y="1289579"/>
                  </a:lnTo>
                  <a:lnTo>
                    <a:pt x="1610994" y="1289759"/>
                  </a:lnTo>
                  <a:lnTo>
                    <a:pt x="1610304" y="1290119"/>
                  </a:lnTo>
                  <a:lnTo>
                    <a:pt x="1609787" y="1290389"/>
                  </a:lnTo>
                  <a:lnTo>
                    <a:pt x="1609270" y="1290659"/>
                  </a:lnTo>
                  <a:lnTo>
                    <a:pt x="1608408" y="1291110"/>
                  </a:lnTo>
                  <a:lnTo>
                    <a:pt x="1608235" y="1291200"/>
                  </a:lnTo>
                  <a:lnTo>
                    <a:pt x="1606684" y="1292010"/>
                  </a:lnTo>
                  <a:lnTo>
                    <a:pt x="1606339" y="1292190"/>
                  </a:lnTo>
                  <a:lnTo>
                    <a:pt x="1605994" y="1292370"/>
                  </a:lnTo>
                  <a:lnTo>
                    <a:pt x="1602891" y="1293991"/>
                  </a:lnTo>
                  <a:lnTo>
                    <a:pt x="1597373" y="1296872"/>
                  </a:lnTo>
                  <a:lnTo>
                    <a:pt x="1595305" y="1297953"/>
                  </a:lnTo>
                  <a:lnTo>
                    <a:pt x="1590305" y="1300565"/>
                  </a:lnTo>
                  <a:lnTo>
                    <a:pt x="1585477" y="1303088"/>
                  </a:lnTo>
                  <a:lnTo>
                    <a:pt x="1582891" y="1304439"/>
                  </a:lnTo>
                  <a:lnTo>
                    <a:pt x="1576339" y="1307864"/>
                  </a:lnTo>
                  <a:lnTo>
                    <a:pt x="1575477" y="1308314"/>
                  </a:lnTo>
                  <a:lnTo>
                    <a:pt x="1551685" y="1320756"/>
                  </a:lnTo>
                  <a:lnTo>
                    <a:pt x="1549788" y="1321748"/>
                  </a:lnTo>
                  <a:lnTo>
                    <a:pt x="1475652" y="1360575"/>
                  </a:lnTo>
                  <a:lnTo>
                    <a:pt x="1473411" y="1361750"/>
                  </a:lnTo>
                  <a:lnTo>
                    <a:pt x="1472032" y="1362474"/>
                  </a:lnTo>
                  <a:lnTo>
                    <a:pt x="1467032" y="1365096"/>
                  </a:lnTo>
                  <a:lnTo>
                    <a:pt x="1462722" y="1367356"/>
                  </a:lnTo>
                  <a:lnTo>
                    <a:pt x="1461687" y="1367899"/>
                  </a:lnTo>
                  <a:lnTo>
                    <a:pt x="1461515" y="1367989"/>
                  </a:lnTo>
                  <a:lnTo>
                    <a:pt x="1461170" y="1368170"/>
                  </a:lnTo>
                  <a:lnTo>
                    <a:pt x="1460308" y="1368623"/>
                  </a:lnTo>
                  <a:lnTo>
                    <a:pt x="1458067" y="1369798"/>
                  </a:lnTo>
                  <a:lnTo>
                    <a:pt x="1456687" y="1370522"/>
                  </a:lnTo>
                  <a:lnTo>
                    <a:pt x="1455308" y="1371246"/>
                  </a:lnTo>
                  <a:lnTo>
                    <a:pt x="1453067" y="1372422"/>
                  </a:lnTo>
                  <a:lnTo>
                    <a:pt x="1452722" y="1372602"/>
                  </a:lnTo>
                  <a:lnTo>
                    <a:pt x="1452549" y="1372693"/>
                  </a:lnTo>
                  <a:lnTo>
                    <a:pt x="1450825" y="1373598"/>
                  </a:lnTo>
                  <a:lnTo>
                    <a:pt x="1449963" y="1374050"/>
                  </a:lnTo>
                  <a:lnTo>
                    <a:pt x="1448756" y="1374683"/>
                  </a:lnTo>
                  <a:lnTo>
                    <a:pt x="1448067" y="1375045"/>
                  </a:lnTo>
                  <a:lnTo>
                    <a:pt x="1447894" y="1375136"/>
                  </a:lnTo>
                  <a:lnTo>
                    <a:pt x="1446860" y="1375678"/>
                  </a:lnTo>
                  <a:lnTo>
                    <a:pt x="1446515" y="1375859"/>
                  </a:lnTo>
                  <a:lnTo>
                    <a:pt x="1445653" y="1376312"/>
                  </a:lnTo>
                  <a:lnTo>
                    <a:pt x="1445136" y="1376583"/>
                  </a:lnTo>
                  <a:lnTo>
                    <a:pt x="1442550" y="1377941"/>
                  </a:lnTo>
                  <a:lnTo>
                    <a:pt x="1441860" y="1378302"/>
                  </a:lnTo>
                  <a:lnTo>
                    <a:pt x="1441515" y="1378483"/>
                  </a:lnTo>
                  <a:lnTo>
                    <a:pt x="1440653" y="1378936"/>
                  </a:lnTo>
                  <a:lnTo>
                    <a:pt x="1440308" y="1379117"/>
                  </a:lnTo>
                  <a:lnTo>
                    <a:pt x="1439791" y="1379388"/>
                  </a:lnTo>
                  <a:lnTo>
                    <a:pt x="1438929" y="1379841"/>
                  </a:lnTo>
                  <a:lnTo>
                    <a:pt x="1438584" y="1380022"/>
                  </a:lnTo>
                  <a:lnTo>
                    <a:pt x="1437895" y="1380384"/>
                  </a:lnTo>
                  <a:lnTo>
                    <a:pt x="1437377" y="1380655"/>
                  </a:lnTo>
                  <a:lnTo>
                    <a:pt x="1436860" y="1380927"/>
                  </a:lnTo>
                  <a:lnTo>
                    <a:pt x="1435998" y="1381379"/>
                  </a:lnTo>
                  <a:lnTo>
                    <a:pt x="1435826" y="1381470"/>
                  </a:lnTo>
                  <a:lnTo>
                    <a:pt x="1434274" y="1382285"/>
                  </a:lnTo>
                  <a:lnTo>
                    <a:pt x="1433929" y="1382466"/>
                  </a:lnTo>
                  <a:lnTo>
                    <a:pt x="1433584" y="1382647"/>
                  </a:lnTo>
                  <a:lnTo>
                    <a:pt x="1430481" y="1384276"/>
                  </a:lnTo>
                  <a:lnTo>
                    <a:pt x="1424964" y="1387173"/>
                  </a:lnTo>
                  <a:lnTo>
                    <a:pt x="1422895" y="1388259"/>
                  </a:lnTo>
                  <a:lnTo>
                    <a:pt x="1417895" y="1390885"/>
                  </a:lnTo>
                  <a:lnTo>
                    <a:pt x="1413068" y="1393421"/>
                  </a:lnTo>
                  <a:lnTo>
                    <a:pt x="1410482" y="1394780"/>
                  </a:lnTo>
                  <a:lnTo>
                    <a:pt x="1403930" y="1398222"/>
                  </a:lnTo>
                  <a:lnTo>
                    <a:pt x="1403068" y="1398675"/>
                  </a:lnTo>
                  <a:lnTo>
                    <a:pt x="1379275" y="1411182"/>
                  </a:lnTo>
                  <a:lnTo>
                    <a:pt x="1377379" y="1412179"/>
                  </a:lnTo>
                  <a:lnTo>
                    <a:pt x="1303243" y="1451209"/>
                  </a:lnTo>
                  <a:lnTo>
                    <a:pt x="1301002" y="1452390"/>
                  </a:lnTo>
                  <a:lnTo>
                    <a:pt x="1299622" y="1453117"/>
                  </a:lnTo>
                  <a:lnTo>
                    <a:pt x="1294622" y="1455753"/>
                  </a:lnTo>
                  <a:lnTo>
                    <a:pt x="1290312" y="1458025"/>
                  </a:lnTo>
                  <a:lnTo>
                    <a:pt x="1289278" y="1458571"/>
                  </a:lnTo>
                  <a:lnTo>
                    <a:pt x="1289105" y="1458661"/>
                  </a:lnTo>
                  <a:lnTo>
                    <a:pt x="1288760" y="1458843"/>
                  </a:lnTo>
                  <a:lnTo>
                    <a:pt x="1287898" y="1459298"/>
                  </a:lnTo>
                  <a:lnTo>
                    <a:pt x="1285657" y="1460480"/>
                  </a:lnTo>
                  <a:lnTo>
                    <a:pt x="1284278" y="1461207"/>
                  </a:lnTo>
                  <a:lnTo>
                    <a:pt x="1282899" y="1461934"/>
                  </a:lnTo>
                  <a:lnTo>
                    <a:pt x="1280657" y="1463116"/>
                  </a:lnTo>
                  <a:lnTo>
                    <a:pt x="1280312" y="1463298"/>
                  </a:lnTo>
                  <a:lnTo>
                    <a:pt x="1280140" y="1463389"/>
                  </a:lnTo>
                  <a:lnTo>
                    <a:pt x="1278416" y="1464298"/>
                  </a:lnTo>
                  <a:lnTo>
                    <a:pt x="1277554" y="1464753"/>
                  </a:lnTo>
                  <a:lnTo>
                    <a:pt x="1276347" y="1465390"/>
                  </a:lnTo>
                  <a:lnTo>
                    <a:pt x="1275657" y="1465753"/>
                  </a:lnTo>
                  <a:lnTo>
                    <a:pt x="1275485" y="1465844"/>
                  </a:lnTo>
                  <a:lnTo>
                    <a:pt x="1274450" y="1466390"/>
                  </a:lnTo>
                  <a:lnTo>
                    <a:pt x="1274106" y="1466572"/>
                  </a:lnTo>
                  <a:lnTo>
                    <a:pt x="1273244" y="1467026"/>
                  </a:lnTo>
                  <a:lnTo>
                    <a:pt x="1272726" y="1467299"/>
                  </a:lnTo>
                  <a:lnTo>
                    <a:pt x="1270140" y="1468664"/>
                  </a:lnTo>
                  <a:lnTo>
                    <a:pt x="1269451" y="1469027"/>
                  </a:lnTo>
                  <a:lnTo>
                    <a:pt x="1269106" y="1469209"/>
                  </a:lnTo>
                  <a:lnTo>
                    <a:pt x="1268244" y="1469664"/>
                  </a:lnTo>
                  <a:lnTo>
                    <a:pt x="1267899" y="1469846"/>
                  </a:lnTo>
                  <a:lnTo>
                    <a:pt x="1267382" y="1470119"/>
                  </a:lnTo>
                  <a:lnTo>
                    <a:pt x="1266520" y="1470574"/>
                  </a:lnTo>
                  <a:lnTo>
                    <a:pt x="1266175" y="1470756"/>
                  </a:lnTo>
                  <a:lnTo>
                    <a:pt x="1265485" y="1471119"/>
                  </a:lnTo>
                  <a:lnTo>
                    <a:pt x="1264968" y="1471392"/>
                  </a:lnTo>
                  <a:lnTo>
                    <a:pt x="1264451" y="1471665"/>
                  </a:lnTo>
                  <a:lnTo>
                    <a:pt x="1263589" y="1472120"/>
                  </a:lnTo>
                  <a:lnTo>
                    <a:pt x="1263416" y="1472211"/>
                  </a:lnTo>
                  <a:lnTo>
                    <a:pt x="1261865" y="1473030"/>
                  </a:lnTo>
                  <a:lnTo>
                    <a:pt x="1261520" y="1473212"/>
                  </a:lnTo>
                  <a:lnTo>
                    <a:pt x="1261175" y="1473394"/>
                  </a:lnTo>
                  <a:lnTo>
                    <a:pt x="1258072" y="1475031"/>
                  </a:lnTo>
                  <a:lnTo>
                    <a:pt x="1252554" y="1477943"/>
                  </a:lnTo>
                  <a:lnTo>
                    <a:pt x="1250486" y="1479035"/>
                  </a:lnTo>
                  <a:lnTo>
                    <a:pt x="1245486" y="1481674"/>
                  </a:lnTo>
                  <a:lnTo>
                    <a:pt x="1240658" y="1484223"/>
                  </a:lnTo>
                  <a:lnTo>
                    <a:pt x="1238072" y="1485589"/>
                  </a:lnTo>
                  <a:lnTo>
                    <a:pt x="1231521" y="1489048"/>
                  </a:lnTo>
                  <a:lnTo>
                    <a:pt x="1230658" y="1489504"/>
                  </a:lnTo>
                  <a:lnTo>
                    <a:pt x="1206866" y="1502073"/>
                  </a:lnTo>
                  <a:lnTo>
                    <a:pt x="1204969" y="1503076"/>
                  </a:lnTo>
                  <a:lnTo>
                    <a:pt x="1130833" y="1542299"/>
                  </a:lnTo>
                  <a:lnTo>
                    <a:pt x="1128592" y="1543486"/>
                  </a:lnTo>
                  <a:lnTo>
                    <a:pt x="1127213" y="1544216"/>
                  </a:lnTo>
                  <a:lnTo>
                    <a:pt x="1122213" y="1546865"/>
                  </a:lnTo>
                  <a:lnTo>
                    <a:pt x="1117903" y="1549148"/>
                  </a:lnTo>
                  <a:lnTo>
                    <a:pt x="1116868" y="1549696"/>
                  </a:lnTo>
                  <a:lnTo>
                    <a:pt x="1116696" y="1549787"/>
                  </a:lnTo>
                  <a:lnTo>
                    <a:pt x="1116351" y="1549970"/>
                  </a:lnTo>
                  <a:lnTo>
                    <a:pt x="1115489" y="1550427"/>
                  </a:lnTo>
                  <a:lnTo>
                    <a:pt x="1113248" y="1551614"/>
                  </a:lnTo>
                  <a:lnTo>
                    <a:pt x="1111868" y="1552345"/>
                  </a:lnTo>
                  <a:lnTo>
                    <a:pt x="1110489" y="1553076"/>
                  </a:lnTo>
                  <a:lnTo>
                    <a:pt x="1108248" y="1554264"/>
                  </a:lnTo>
                  <a:lnTo>
                    <a:pt x="1107903" y="1554447"/>
                  </a:lnTo>
                  <a:lnTo>
                    <a:pt x="1107730" y="1554538"/>
                  </a:lnTo>
                  <a:lnTo>
                    <a:pt x="1106006" y="1555452"/>
                  </a:lnTo>
                  <a:lnTo>
                    <a:pt x="1105144" y="1555908"/>
                  </a:lnTo>
                  <a:lnTo>
                    <a:pt x="1103937" y="1556548"/>
                  </a:lnTo>
                  <a:lnTo>
                    <a:pt x="1103248" y="1556914"/>
                  </a:lnTo>
                  <a:lnTo>
                    <a:pt x="1103075" y="1557005"/>
                  </a:lnTo>
                  <a:lnTo>
                    <a:pt x="1102041" y="1557553"/>
                  </a:lnTo>
                  <a:lnTo>
                    <a:pt x="1101696" y="1557736"/>
                  </a:lnTo>
                  <a:lnTo>
                    <a:pt x="1100834" y="1558193"/>
                  </a:lnTo>
                  <a:lnTo>
                    <a:pt x="1100317" y="1558467"/>
                  </a:lnTo>
                  <a:lnTo>
                    <a:pt x="1097731" y="1559838"/>
                  </a:lnTo>
                  <a:lnTo>
                    <a:pt x="1097041" y="1560204"/>
                  </a:lnTo>
                  <a:lnTo>
                    <a:pt x="1096696" y="1560386"/>
                  </a:lnTo>
                  <a:lnTo>
                    <a:pt x="1095834" y="1560843"/>
                  </a:lnTo>
                  <a:lnTo>
                    <a:pt x="1095489" y="1561026"/>
                  </a:lnTo>
                  <a:lnTo>
                    <a:pt x="1094972" y="1561300"/>
                  </a:lnTo>
                  <a:lnTo>
                    <a:pt x="1094110" y="1561757"/>
                  </a:lnTo>
                  <a:lnTo>
                    <a:pt x="1093765" y="1561940"/>
                  </a:lnTo>
                  <a:lnTo>
                    <a:pt x="1093076" y="1562306"/>
                  </a:lnTo>
                  <a:lnTo>
                    <a:pt x="1092558" y="1562580"/>
                  </a:lnTo>
                  <a:lnTo>
                    <a:pt x="1092041" y="1562854"/>
                  </a:lnTo>
                  <a:lnTo>
                    <a:pt x="1091179" y="1563311"/>
                  </a:lnTo>
                  <a:lnTo>
                    <a:pt x="1091007" y="1563403"/>
                  </a:lnTo>
                  <a:lnTo>
                    <a:pt x="1089455" y="1564225"/>
                  </a:lnTo>
                  <a:lnTo>
                    <a:pt x="1089110" y="1564408"/>
                  </a:lnTo>
                  <a:lnTo>
                    <a:pt x="1088765" y="1564591"/>
                  </a:lnTo>
                  <a:lnTo>
                    <a:pt x="1085662" y="1566236"/>
                  </a:lnTo>
                  <a:lnTo>
                    <a:pt x="1080145" y="1569162"/>
                  </a:lnTo>
                  <a:lnTo>
                    <a:pt x="1078076" y="1570259"/>
                  </a:lnTo>
                  <a:lnTo>
                    <a:pt x="1073076" y="1572911"/>
                  </a:lnTo>
                  <a:lnTo>
                    <a:pt x="1068249" y="1575472"/>
                  </a:lnTo>
                  <a:lnTo>
                    <a:pt x="1065663" y="1576844"/>
                  </a:lnTo>
                  <a:lnTo>
                    <a:pt x="1059111" y="1580320"/>
                  </a:lnTo>
                  <a:lnTo>
                    <a:pt x="1058249" y="1580778"/>
                  </a:lnTo>
                  <a:lnTo>
                    <a:pt x="1034456" y="1593407"/>
                  </a:lnTo>
                  <a:lnTo>
                    <a:pt x="1032560" y="1594414"/>
                  </a:lnTo>
                  <a:lnTo>
                    <a:pt x="958424" y="1633818"/>
                  </a:lnTo>
                  <a:lnTo>
                    <a:pt x="956183" y="1635010"/>
                  </a:lnTo>
                  <a:lnTo>
                    <a:pt x="954803" y="1635744"/>
                  </a:lnTo>
                  <a:lnTo>
                    <a:pt x="949803" y="1638405"/>
                  </a:lnTo>
                  <a:lnTo>
                    <a:pt x="945493" y="1640698"/>
                  </a:lnTo>
                  <a:lnTo>
                    <a:pt x="944459" y="1641249"/>
                  </a:lnTo>
                  <a:lnTo>
                    <a:pt x="944286" y="1641341"/>
                  </a:lnTo>
                  <a:lnTo>
                    <a:pt x="943941" y="1641524"/>
                  </a:lnTo>
                  <a:lnTo>
                    <a:pt x="943079" y="1641983"/>
                  </a:lnTo>
                  <a:lnTo>
                    <a:pt x="940838" y="1643176"/>
                  </a:lnTo>
                  <a:lnTo>
                    <a:pt x="939459" y="1643910"/>
                  </a:lnTo>
                  <a:lnTo>
                    <a:pt x="938080" y="1644644"/>
                  </a:lnTo>
                  <a:lnTo>
                    <a:pt x="935838" y="1645837"/>
                  </a:lnTo>
                  <a:lnTo>
                    <a:pt x="935493" y="1646021"/>
                  </a:lnTo>
                  <a:lnTo>
                    <a:pt x="935321" y="1646112"/>
                  </a:lnTo>
                  <a:lnTo>
                    <a:pt x="933597" y="1647030"/>
                  </a:lnTo>
                  <a:lnTo>
                    <a:pt x="932735" y="1647489"/>
                  </a:lnTo>
                  <a:lnTo>
                    <a:pt x="931528" y="1648132"/>
                  </a:lnTo>
                  <a:lnTo>
                    <a:pt x="930838" y="1648499"/>
                  </a:lnTo>
                  <a:lnTo>
                    <a:pt x="930666" y="1648591"/>
                  </a:lnTo>
                  <a:lnTo>
                    <a:pt x="929631" y="1649141"/>
                  </a:lnTo>
                  <a:lnTo>
                    <a:pt x="929287" y="1649325"/>
                  </a:lnTo>
                  <a:lnTo>
                    <a:pt x="928425" y="1649784"/>
                  </a:lnTo>
                  <a:lnTo>
                    <a:pt x="927907" y="1650059"/>
                  </a:lnTo>
                  <a:lnTo>
                    <a:pt x="925321" y="1651436"/>
                  </a:lnTo>
                  <a:lnTo>
                    <a:pt x="924632" y="1651803"/>
                  </a:lnTo>
                  <a:lnTo>
                    <a:pt x="924287" y="1651987"/>
                  </a:lnTo>
                  <a:lnTo>
                    <a:pt x="923425" y="1652446"/>
                  </a:lnTo>
                  <a:lnTo>
                    <a:pt x="923080" y="1652630"/>
                  </a:lnTo>
                  <a:lnTo>
                    <a:pt x="922563" y="1652905"/>
                  </a:lnTo>
                  <a:lnTo>
                    <a:pt x="921701" y="1653364"/>
                  </a:lnTo>
                  <a:lnTo>
                    <a:pt x="921356" y="1653548"/>
                  </a:lnTo>
                  <a:lnTo>
                    <a:pt x="920666" y="1653915"/>
                  </a:lnTo>
                  <a:lnTo>
                    <a:pt x="920149" y="1654190"/>
                  </a:lnTo>
                  <a:lnTo>
                    <a:pt x="919632" y="1654466"/>
                  </a:lnTo>
                  <a:lnTo>
                    <a:pt x="918770" y="1654925"/>
                  </a:lnTo>
                  <a:lnTo>
                    <a:pt x="918597" y="1655017"/>
                  </a:lnTo>
                  <a:lnTo>
                    <a:pt x="917046" y="1655843"/>
                  </a:lnTo>
                  <a:lnTo>
                    <a:pt x="916701" y="1656027"/>
                  </a:lnTo>
                  <a:lnTo>
                    <a:pt x="916356" y="1656210"/>
                  </a:lnTo>
                  <a:lnTo>
                    <a:pt x="913253" y="1657863"/>
                  </a:lnTo>
                  <a:lnTo>
                    <a:pt x="907735" y="1660802"/>
                  </a:lnTo>
                  <a:lnTo>
                    <a:pt x="905667" y="1661904"/>
                  </a:lnTo>
                  <a:lnTo>
                    <a:pt x="900667" y="1664567"/>
                  </a:lnTo>
                  <a:lnTo>
                    <a:pt x="895839" y="1667140"/>
                  </a:lnTo>
                  <a:lnTo>
                    <a:pt x="893253" y="1668518"/>
                  </a:lnTo>
                  <a:lnTo>
                    <a:pt x="886702" y="1672009"/>
                  </a:lnTo>
                  <a:lnTo>
                    <a:pt x="885839" y="1672468"/>
                  </a:lnTo>
                  <a:lnTo>
                    <a:pt x="862047" y="1685153"/>
                  </a:lnTo>
                  <a:lnTo>
                    <a:pt x="860150" y="1686164"/>
                  </a:lnTo>
                  <a:lnTo>
                    <a:pt x="786014" y="1725735"/>
                  </a:lnTo>
                  <a:lnTo>
                    <a:pt x="783773" y="1726932"/>
                  </a:lnTo>
                  <a:lnTo>
                    <a:pt x="782394" y="1727669"/>
                  </a:lnTo>
                  <a:lnTo>
                    <a:pt x="777394" y="1730340"/>
                  </a:lnTo>
                  <a:lnTo>
                    <a:pt x="773084" y="1732644"/>
                  </a:lnTo>
                  <a:lnTo>
                    <a:pt x="772049" y="1733196"/>
                  </a:lnTo>
                  <a:lnTo>
                    <a:pt x="771877" y="1733289"/>
                  </a:lnTo>
                  <a:lnTo>
                    <a:pt x="771532" y="1733473"/>
                  </a:lnTo>
                  <a:lnTo>
                    <a:pt x="770670" y="1733933"/>
                  </a:lnTo>
                  <a:lnTo>
                    <a:pt x="768429" y="1735131"/>
                  </a:lnTo>
                  <a:lnTo>
                    <a:pt x="767049" y="1735868"/>
                  </a:lnTo>
                  <a:lnTo>
                    <a:pt x="765670" y="1736606"/>
                  </a:lnTo>
                  <a:lnTo>
                    <a:pt x="763429" y="1737804"/>
                  </a:lnTo>
                  <a:lnTo>
                    <a:pt x="763084" y="1737988"/>
                  </a:lnTo>
                  <a:lnTo>
                    <a:pt x="762912" y="1738080"/>
                  </a:lnTo>
                  <a:lnTo>
                    <a:pt x="761187" y="1739002"/>
                  </a:lnTo>
                  <a:lnTo>
                    <a:pt x="760325" y="1739462"/>
                  </a:lnTo>
                  <a:lnTo>
                    <a:pt x="759119" y="1740107"/>
                  </a:lnTo>
                  <a:lnTo>
                    <a:pt x="758429" y="1740476"/>
                  </a:lnTo>
                  <a:lnTo>
                    <a:pt x="758256" y="1740568"/>
                  </a:lnTo>
                  <a:lnTo>
                    <a:pt x="757222" y="1741121"/>
                  </a:lnTo>
                  <a:lnTo>
                    <a:pt x="756877" y="1741306"/>
                  </a:lnTo>
                  <a:lnTo>
                    <a:pt x="756015" y="1741766"/>
                  </a:lnTo>
                  <a:lnTo>
                    <a:pt x="755498" y="1742043"/>
                  </a:lnTo>
                  <a:lnTo>
                    <a:pt x="752912" y="1743425"/>
                  </a:lnTo>
                  <a:lnTo>
                    <a:pt x="752222" y="1743794"/>
                  </a:lnTo>
                  <a:lnTo>
                    <a:pt x="751877" y="1743978"/>
                  </a:lnTo>
                  <a:lnTo>
                    <a:pt x="751015" y="1744439"/>
                  </a:lnTo>
                  <a:lnTo>
                    <a:pt x="750670" y="1744624"/>
                  </a:lnTo>
                  <a:lnTo>
                    <a:pt x="750153" y="1744900"/>
                  </a:lnTo>
                  <a:lnTo>
                    <a:pt x="749291" y="1745361"/>
                  </a:lnTo>
                  <a:lnTo>
                    <a:pt x="748946" y="1745545"/>
                  </a:lnTo>
                  <a:lnTo>
                    <a:pt x="748257" y="1745914"/>
                  </a:lnTo>
                  <a:lnTo>
                    <a:pt x="747739" y="1746191"/>
                  </a:lnTo>
                  <a:lnTo>
                    <a:pt x="747222" y="1746467"/>
                  </a:lnTo>
                  <a:lnTo>
                    <a:pt x="746360" y="1746928"/>
                  </a:lnTo>
                  <a:lnTo>
                    <a:pt x="746188" y="1747020"/>
                  </a:lnTo>
                  <a:lnTo>
                    <a:pt x="744636" y="1747850"/>
                  </a:lnTo>
                  <a:lnTo>
                    <a:pt x="744291" y="1748035"/>
                  </a:lnTo>
                  <a:lnTo>
                    <a:pt x="743946" y="1748219"/>
                  </a:lnTo>
                  <a:lnTo>
                    <a:pt x="740843" y="1749878"/>
                  </a:lnTo>
                  <a:lnTo>
                    <a:pt x="735326" y="1752829"/>
                  </a:lnTo>
                  <a:lnTo>
                    <a:pt x="733257" y="1753935"/>
                  </a:lnTo>
                  <a:lnTo>
                    <a:pt x="728257" y="1756610"/>
                  </a:lnTo>
                  <a:lnTo>
                    <a:pt x="723430" y="1759192"/>
                  </a:lnTo>
                  <a:lnTo>
                    <a:pt x="720844" y="1760576"/>
                  </a:lnTo>
                  <a:lnTo>
                    <a:pt x="714292" y="1764081"/>
                  </a:lnTo>
                  <a:lnTo>
                    <a:pt x="713430" y="1764542"/>
                  </a:lnTo>
                  <a:lnTo>
                    <a:pt x="689637" y="1777277"/>
                  </a:lnTo>
                  <a:lnTo>
                    <a:pt x="687741" y="1778292"/>
                  </a:lnTo>
                  <a:lnTo>
                    <a:pt x="613605" y="1818014"/>
                  </a:lnTo>
                  <a:lnTo>
                    <a:pt x="611364" y="1819216"/>
                  </a:lnTo>
                  <a:lnTo>
                    <a:pt x="609984" y="1819955"/>
                  </a:lnTo>
                  <a:lnTo>
                    <a:pt x="604984" y="1822637"/>
                  </a:lnTo>
                  <a:lnTo>
                    <a:pt x="600674" y="1824949"/>
                  </a:lnTo>
                  <a:lnTo>
                    <a:pt x="599640" y="1825503"/>
                  </a:lnTo>
                  <a:lnTo>
                    <a:pt x="599467" y="1825596"/>
                  </a:lnTo>
                  <a:lnTo>
                    <a:pt x="599122" y="1825781"/>
                  </a:lnTo>
                  <a:lnTo>
                    <a:pt x="598260" y="1826243"/>
                  </a:lnTo>
                  <a:lnTo>
                    <a:pt x="596019" y="1827445"/>
                  </a:lnTo>
                  <a:lnTo>
                    <a:pt x="594640" y="1828185"/>
                  </a:lnTo>
                  <a:lnTo>
                    <a:pt x="593261" y="1828925"/>
                  </a:lnTo>
                  <a:lnTo>
                    <a:pt x="591019" y="1830127"/>
                  </a:lnTo>
                  <a:lnTo>
                    <a:pt x="590674" y="1830312"/>
                  </a:lnTo>
                  <a:lnTo>
                    <a:pt x="590502" y="1830405"/>
                  </a:lnTo>
                  <a:lnTo>
                    <a:pt x="588778" y="1831330"/>
                  </a:lnTo>
                  <a:lnTo>
                    <a:pt x="587916" y="1831792"/>
                  </a:lnTo>
                  <a:lnTo>
                    <a:pt x="586709" y="1832440"/>
                  </a:lnTo>
                  <a:lnTo>
                    <a:pt x="586019" y="1832810"/>
                  </a:lnTo>
                  <a:lnTo>
                    <a:pt x="585847" y="1832902"/>
                  </a:lnTo>
                  <a:lnTo>
                    <a:pt x="584813" y="1833457"/>
                  </a:lnTo>
                  <a:lnTo>
                    <a:pt x="584468" y="1833642"/>
                  </a:lnTo>
                  <a:lnTo>
                    <a:pt x="583606" y="1834105"/>
                  </a:lnTo>
                  <a:lnTo>
                    <a:pt x="583088" y="1834382"/>
                  </a:lnTo>
                  <a:lnTo>
                    <a:pt x="580502" y="1835770"/>
                  </a:lnTo>
                  <a:lnTo>
                    <a:pt x="579813" y="1836140"/>
                  </a:lnTo>
                  <a:lnTo>
                    <a:pt x="579468" y="1836325"/>
                  </a:lnTo>
                  <a:lnTo>
                    <a:pt x="578606" y="1836788"/>
                  </a:lnTo>
                  <a:lnTo>
                    <a:pt x="578261" y="1836973"/>
                  </a:lnTo>
                  <a:lnTo>
                    <a:pt x="577744" y="1837250"/>
                  </a:lnTo>
                  <a:lnTo>
                    <a:pt x="576882" y="1837713"/>
                  </a:lnTo>
                  <a:lnTo>
                    <a:pt x="576537" y="1837898"/>
                  </a:lnTo>
                  <a:lnTo>
                    <a:pt x="575847" y="1838268"/>
                  </a:lnTo>
                  <a:lnTo>
                    <a:pt x="575330" y="1838545"/>
                  </a:lnTo>
                  <a:lnTo>
                    <a:pt x="574813" y="1838823"/>
                  </a:lnTo>
                  <a:lnTo>
                    <a:pt x="573951" y="1839286"/>
                  </a:lnTo>
                  <a:lnTo>
                    <a:pt x="573778" y="1839378"/>
                  </a:lnTo>
                  <a:lnTo>
                    <a:pt x="572227" y="1840211"/>
                  </a:lnTo>
                  <a:lnTo>
                    <a:pt x="571882" y="1840396"/>
                  </a:lnTo>
                  <a:lnTo>
                    <a:pt x="571537" y="1840581"/>
                  </a:lnTo>
                  <a:lnTo>
                    <a:pt x="568434" y="1842247"/>
                  </a:lnTo>
                  <a:lnTo>
                    <a:pt x="562916" y="1845208"/>
                  </a:lnTo>
                  <a:lnTo>
                    <a:pt x="560848" y="1846318"/>
                  </a:lnTo>
                  <a:lnTo>
                    <a:pt x="555848" y="1849002"/>
                  </a:lnTo>
                  <a:lnTo>
                    <a:pt x="551020" y="1851594"/>
                  </a:lnTo>
                  <a:lnTo>
                    <a:pt x="548434" y="1852982"/>
                  </a:lnTo>
                  <a:lnTo>
                    <a:pt x="541883" y="1856500"/>
                  </a:lnTo>
                  <a:lnTo>
                    <a:pt x="541020" y="1856963"/>
                  </a:lnTo>
                  <a:lnTo>
                    <a:pt x="517228" y="1869742"/>
                  </a:lnTo>
                  <a:lnTo>
                    <a:pt x="515331" y="1870761"/>
                  </a:lnTo>
                  <a:lnTo>
                    <a:pt x="441195" y="1910619"/>
                  </a:lnTo>
                  <a:lnTo>
                    <a:pt x="438954" y="1911825"/>
                  </a:lnTo>
                  <a:lnTo>
                    <a:pt x="437575" y="1912567"/>
                  </a:lnTo>
                  <a:lnTo>
                    <a:pt x="432575" y="1915257"/>
                  </a:lnTo>
                  <a:lnTo>
                    <a:pt x="428265" y="1917577"/>
                  </a:lnTo>
                  <a:lnTo>
                    <a:pt x="427230" y="1918133"/>
                  </a:lnTo>
                  <a:lnTo>
                    <a:pt x="427058" y="1918226"/>
                  </a:lnTo>
                  <a:lnTo>
                    <a:pt x="426713" y="1918412"/>
                  </a:lnTo>
                  <a:lnTo>
                    <a:pt x="425851" y="1918876"/>
                  </a:lnTo>
                  <a:lnTo>
                    <a:pt x="423610" y="1920082"/>
                  </a:lnTo>
                  <a:lnTo>
                    <a:pt x="422230" y="1920824"/>
                  </a:lnTo>
                  <a:lnTo>
                    <a:pt x="420851" y="1921566"/>
                  </a:lnTo>
                  <a:lnTo>
                    <a:pt x="418610" y="1922773"/>
                  </a:lnTo>
                  <a:lnTo>
                    <a:pt x="418265" y="1922958"/>
                  </a:lnTo>
                  <a:lnTo>
                    <a:pt x="418093" y="1923051"/>
                  </a:lnTo>
                  <a:lnTo>
                    <a:pt x="416368" y="1923979"/>
                  </a:lnTo>
                  <a:lnTo>
                    <a:pt x="415506" y="1924443"/>
                  </a:lnTo>
                  <a:lnTo>
                    <a:pt x="414300" y="1925093"/>
                  </a:lnTo>
                  <a:lnTo>
                    <a:pt x="413610" y="1925464"/>
                  </a:lnTo>
                  <a:lnTo>
                    <a:pt x="413437" y="1925557"/>
                  </a:lnTo>
                  <a:lnTo>
                    <a:pt x="412403" y="1926114"/>
                  </a:lnTo>
                  <a:lnTo>
                    <a:pt x="412058" y="1926299"/>
                  </a:lnTo>
                  <a:lnTo>
                    <a:pt x="411196" y="1926763"/>
                  </a:lnTo>
                  <a:lnTo>
                    <a:pt x="410679" y="1927042"/>
                  </a:lnTo>
                  <a:lnTo>
                    <a:pt x="408093" y="1928434"/>
                  </a:lnTo>
                  <a:lnTo>
                    <a:pt x="407403" y="1928805"/>
                  </a:lnTo>
                  <a:lnTo>
                    <a:pt x="407058" y="1928991"/>
                  </a:lnTo>
                  <a:lnTo>
                    <a:pt x="406196" y="1929455"/>
                  </a:lnTo>
                  <a:lnTo>
                    <a:pt x="405851" y="1929640"/>
                  </a:lnTo>
                  <a:lnTo>
                    <a:pt x="405334" y="1929919"/>
                  </a:lnTo>
                  <a:lnTo>
                    <a:pt x="404472" y="1930383"/>
                  </a:lnTo>
                  <a:lnTo>
                    <a:pt x="404127" y="1930568"/>
                  </a:lnTo>
                  <a:lnTo>
                    <a:pt x="403438" y="1930940"/>
                  </a:lnTo>
                  <a:lnTo>
                    <a:pt x="402920" y="1931218"/>
                  </a:lnTo>
                  <a:lnTo>
                    <a:pt x="402403" y="1931497"/>
                  </a:lnTo>
                  <a:lnTo>
                    <a:pt x="401541" y="1931961"/>
                  </a:lnTo>
                  <a:lnTo>
                    <a:pt x="401369" y="1932054"/>
                  </a:lnTo>
                  <a:lnTo>
                    <a:pt x="399817" y="1932889"/>
                  </a:lnTo>
                  <a:lnTo>
                    <a:pt x="399472" y="1933075"/>
                  </a:lnTo>
                  <a:lnTo>
                    <a:pt x="399127" y="1933260"/>
                  </a:lnTo>
                  <a:lnTo>
                    <a:pt x="396024" y="1934931"/>
                  </a:lnTo>
                  <a:lnTo>
                    <a:pt x="390507" y="1937902"/>
                  </a:lnTo>
                  <a:lnTo>
                    <a:pt x="388438" y="1939016"/>
                  </a:lnTo>
                  <a:lnTo>
                    <a:pt x="383438" y="1941709"/>
                  </a:lnTo>
                  <a:lnTo>
                    <a:pt x="378611" y="1944309"/>
                  </a:lnTo>
                  <a:lnTo>
                    <a:pt x="376025" y="1945702"/>
                  </a:lnTo>
                  <a:lnTo>
                    <a:pt x="369473" y="1949231"/>
                  </a:lnTo>
                  <a:lnTo>
                    <a:pt x="368611" y="1949695"/>
                  </a:lnTo>
                  <a:lnTo>
                    <a:pt x="344818" y="1962514"/>
                  </a:lnTo>
                  <a:lnTo>
                    <a:pt x="342922" y="1963536"/>
                  </a:lnTo>
                  <a:lnTo>
                    <a:pt x="268786" y="2003515"/>
                  </a:lnTo>
                  <a:lnTo>
                    <a:pt x="266545" y="2004724"/>
                  </a:lnTo>
                  <a:lnTo>
                    <a:pt x="265165" y="2005469"/>
                  </a:lnTo>
                  <a:lnTo>
                    <a:pt x="260165" y="2008167"/>
                  </a:lnTo>
                  <a:lnTo>
                    <a:pt x="255855" y="2010493"/>
                  </a:lnTo>
                  <a:lnTo>
                    <a:pt x="254821" y="2011051"/>
                  </a:lnTo>
                  <a:lnTo>
                    <a:pt x="254648" y="2011144"/>
                  </a:lnTo>
                  <a:lnTo>
                    <a:pt x="254304" y="2011330"/>
                  </a:lnTo>
                  <a:lnTo>
                    <a:pt x="253441" y="2011796"/>
                  </a:lnTo>
                  <a:lnTo>
                    <a:pt x="251200" y="2013005"/>
                  </a:lnTo>
                  <a:lnTo>
                    <a:pt x="249821" y="2013750"/>
                  </a:lnTo>
                  <a:lnTo>
                    <a:pt x="248442" y="2014494"/>
                  </a:lnTo>
                  <a:lnTo>
                    <a:pt x="246200" y="2015704"/>
                  </a:lnTo>
                  <a:lnTo>
                    <a:pt x="245855" y="2015890"/>
                  </a:lnTo>
                  <a:lnTo>
                    <a:pt x="245683" y="2015983"/>
                  </a:lnTo>
                  <a:lnTo>
                    <a:pt x="243959" y="2016914"/>
                  </a:lnTo>
                  <a:lnTo>
                    <a:pt x="243097" y="2017379"/>
                  </a:lnTo>
                  <a:lnTo>
                    <a:pt x="241890" y="2018031"/>
                  </a:lnTo>
                  <a:lnTo>
                    <a:pt x="241200" y="2018403"/>
                  </a:lnTo>
                  <a:lnTo>
                    <a:pt x="241028" y="2018496"/>
                  </a:lnTo>
                  <a:lnTo>
                    <a:pt x="239994" y="2019055"/>
                  </a:lnTo>
                  <a:lnTo>
                    <a:pt x="239649" y="2019241"/>
                  </a:lnTo>
                  <a:lnTo>
                    <a:pt x="238787" y="2019706"/>
                  </a:lnTo>
                  <a:lnTo>
                    <a:pt x="238269" y="2019985"/>
                  </a:lnTo>
                  <a:lnTo>
                    <a:pt x="235683" y="2021381"/>
                  </a:lnTo>
                  <a:lnTo>
                    <a:pt x="234994" y="2021754"/>
                  </a:lnTo>
                  <a:lnTo>
                    <a:pt x="234649" y="2021940"/>
                  </a:lnTo>
                  <a:lnTo>
                    <a:pt x="233787" y="2022405"/>
                  </a:lnTo>
                  <a:lnTo>
                    <a:pt x="233442" y="2022591"/>
                  </a:lnTo>
                  <a:lnTo>
                    <a:pt x="232925" y="2022871"/>
                  </a:lnTo>
                  <a:lnTo>
                    <a:pt x="232063" y="2023336"/>
                  </a:lnTo>
                  <a:lnTo>
                    <a:pt x="231718" y="2023522"/>
                  </a:lnTo>
                  <a:lnTo>
                    <a:pt x="231028" y="2023895"/>
                  </a:lnTo>
                  <a:lnTo>
                    <a:pt x="230511" y="2024174"/>
                  </a:lnTo>
                  <a:lnTo>
                    <a:pt x="229994" y="2024453"/>
                  </a:lnTo>
                  <a:lnTo>
                    <a:pt x="229132" y="2024919"/>
                  </a:lnTo>
                  <a:lnTo>
                    <a:pt x="228959" y="2025012"/>
                  </a:lnTo>
                  <a:lnTo>
                    <a:pt x="227408" y="2025849"/>
                  </a:lnTo>
                  <a:lnTo>
                    <a:pt x="227063" y="2026036"/>
                  </a:lnTo>
                  <a:lnTo>
                    <a:pt x="226718" y="2026222"/>
                  </a:lnTo>
                  <a:lnTo>
                    <a:pt x="223615" y="2027898"/>
                  </a:lnTo>
                  <a:lnTo>
                    <a:pt x="218098" y="2030877"/>
                  </a:lnTo>
                  <a:lnTo>
                    <a:pt x="216029" y="2031994"/>
                  </a:lnTo>
                  <a:lnTo>
                    <a:pt x="211029" y="2034694"/>
                  </a:lnTo>
                  <a:lnTo>
                    <a:pt x="206201" y="2037301"/>
                  </a:lnTo>
                  <a:lnTo>
                    <a:pt x="203615" y="2038698"/>
                  </a:lnTo>
                  <a:lnTo>
                    <a:pt x="197064" y="2042237"/>
                  </a:lnTo>
                  <a:lnTo>
                    <a:pt x="196202" y="2042703"/>
                  </a:lnTo>
                  <a:lnTo>
                    <a:pt x="172409" y="2055558"/>
                  </a:lnTo>
                  <a:lnTo>
                    <a:pt x="170512" y="2056583"/>
                  </a:lnTo>
                  <a:lnTo>
                    <a:pt x="96376" y="2096668"/>
                  </a:lnTo>
                  <a:lnTo>
                    <a:pt x="94135" y="2097881"/>
                  </a:lnTo>
                  <a:lnTo>
                    <a:pt x="92756" y="2098627"/>
                  </a:lnTo>
                  <a:lnTo>
                    <a:pt x="87756" y="2101332"/>
                  </a:lnTo>
                  <a:lnTo>
                    <a:pt x="83446" y="2103664"/>
                  </a:lnTo>
                  <a:lnTo>
                    <a:pt x="82411" y="2104224"/>
                  </a:lnTo>
                  <a:lnTo>
                    <a:pt x="82239" y="2104317"/>
                  </a:lnTo>
                  <a:lnTo>
                    <a:pt x="81894" y="2104504"/>
                  </a:lnTo>
                  <a:lnTo>
                    <a:pt x="81032" y="2104970"/>
                  </a:lnTo>
                  <a:lnTo>
                    <a:pt x="78791" y="2106183"/>
                  </a:lnTo>
                  <a:lnTo>
                    <a:pt x="77411" y="2106929"/>
                  </a:lnTo>
                  <a:lnTo>
                    <a:pt x="76032" y="2107676"/>
                  </a:lnTo>
                  <a:lnTo>
                    <a:pt x="73791" y="2108888"/>
                  </a:lnTo>
                  <a:lnTo>
                    <a:pt x="73446" y="2109075"/>
                  </a:lnTo>
                  <a:lnTo>
                    <a:pt x="73274" y="2109168"/>
                  </a:lnTo>
                  <a:lnTo>
                    <a:pt x="71549" y="2110101"/>
                  </a:lnTo>
                  <a:lnTo>
                    <a:pt x="70687" y="2110568"/>
                  </a:lnTo>
                  <a:lnTo>
                    <a:pt x="69481" y="2111221"/>
                  </a:lnTo>
                  <a:lnTo>
                    <a:pt x="68791" y="2111594"/>
                  </a:lnTo>
                  <a:lnTo>
                    <a:pt x="68618" y="2111688"/>
                  </a:lnTo>
                  <a:lnTo>
                    <a:pt x="67584" y="2112247"/>
                  </a:lnTo>
                  <a:lnTo>
                    <a:pt x="67239" y="2112434"/>
                  </a:lnTo>
                  <a:lnTo>
                    <a:pt x="66377" y="2112901"/>
                  </a:lnTo>
                  <a:lnTo>
                    <a:pt x="65860" y="2113180"/>
                  </a:lnTo>
                  <a:lnTo>
                    <a:pt x="63274" y="2114580"/>
                  </a:lnTo>
                  <a:lnTo>
                    <a:pt x="62584" y="2114953"/>
                  </a:lnTo>
                  <a:lnTo>
                    <a:pt x="62239" y="2115140"/>
                  </a:lnTo>
                  <a:lnTo>
                    <a:pt x="61377" y="2115607"/>
                  </a:lnTo>
                  <a:lnTo>
                    <a:pt x="61032" y="2115793"/>
                  </a:lnTo>
                  <a:lnTo>
                    <a:pt x="60515" y="2116073"/>
                  </a:lnTo>
                  <a:lnTo>
                    <a:pt x="59653" y="2116540"/>
                  </a:lnTo>
                  <a:lnTo>
                    <a:pt x="59308" y="2116726"/>
                  </a:lnTo>
                  <a:lnTo>
                    <a:pt x="58619" y="2117100"/>
                  </a:lnTo>
                  <a:lnTo>
                    <a:pt x="58101" y="2117380"/>
                  </a:lnTo>
                  <a:lnTo>
                    <a:pt x="57584" y="2117660"/>
                  </a:lnTo>
                  <a:lnTo>
                    <a:pt x="56722" y="2118126"/>
                  </a:lnTo>
                  <a:lnTo>
                    <a:pt x="56550" y="2118220"/>
                  </a:lnTo>
                  <a:lnTo>
                    <a:pt x="54998" y="2119059"/>
                  </a:lnTo>
                  <a:lnTo>
                    <a:pt x="54653" y="2119246"/>
                  </a:lnTo>
                  <a:lnTo>
                    <a:pt x="54308" y="2119433"/>
                  </a:lnTo>
                  <a:lnTo>
                    <a:pt x="51205" y="2121113"/>
                  </a:lnTo>
                  <a:lnTo>
                    <a:pt x="45688" y="2124099"/>
                  </a:lnTo>
                  <a:lnTo>
                    <a:pt x="43619" y="2125219"/>
                  </a:lnTo>
                  <a:lnTo>
                    <a:pt x="38619" y="2127926"/>
                  </a:lnTo>
                  <a:lnTo>
                    <a:pt x="33792" y="2130540"/>
                  </a:lnTo>
                  <a:lnTo>
                    <a:pt x="31206" y="2131940"/>
                  </a:lnTo>
                  <a:lnTo>
                    <a:pt x="24654" y="2135488"/>
                  </a:lnTo>
                  <a:lnTo>
                    <a:pt x="23792" y="2135955"/>
                  </a:lnTo>
                  <a:lnTo>
                    <a:pt x="0" y="2148841"/>
                  </a:lnTo>
                  <a:close/>
                </a:path>
              </a:pathLst>
            </a:custGeom>
            <a:solidFill>
              <a:srgbClr val="F8766D">
                <a:alpha val="14901"/>
              </a:srgbClr>
            </a:solidFill>
          </p:spPr>
          <p:txBody>
            <a:bodyPr/>
            <a:lstStyle/>
            <a:p/>
          </p:txBody>
        </p:sp>
        <p:sp>
          <p:nvSpPr>
            <p:cNvPr id="8" name="pl7"/>
            <p:cNvSpPr/>
            <p:nvPr/>
          </p:nvSpPr>
          <p:spPr>
            <a:xfrm>
              <a:off x="3553336" y="2760490"/>
              <a:ext cx="3791112" cy="1984058"/>
            </a:xfrm>
            <a:custGeom>
              <a:avLst/>
              <a:pathLst>
                <a:path w="3791112" h="1984058">
                  <a:moveTo>
                    <a:pt x="0" y="1984058"/>
                  </a:moveTo>
                  <a:lnTo>
                    <a:pt x="23792" y="1972157"/>
                  </a:lnTo>
                  <a:lnTo>
                    <a:pt x="24654" y="1971726"/>
                  </a:lnTo>
                  <a:lnTo>
                    <a:pt x="31206" y="1968448"/>
                  </a:lnTo>
                  <a:lnTo>
                    <a:pt x="33792" y="1967154"/>
                  </a:lnTo>
                  <a:lnTo>
                    <a:pt x="38619" y="1964738"/>
                  </a:lnTo>
                  <a:lnTo>
                    <a:pt x="43619" y="1962236"/>
                  </a:lnTo>
                  <a:lnTo>
                    <a:pt x="45688" y="1961201"/>
                  </a:lnTo>
                  <a:lnTo>
                    <a:pt x="51205" y="1958439"/>
                  </a:lnTo>
                  <a:lnTo>
                    <a:pt x="54308" y="1956886"/>
                  </a:lnTo>
                  <a:lnTo>
                    <a:pt x="54653" y="1956714"/>
                  </a:lnTo>
                  <a:lnTo>
                    <a:pt x="54998" y="1956541"/>
                  </a:lnTo>
                  <a:lnTo>
                    <a:pt x="56550" y="1955764"/>
                  </a:lnTo>
                  <a:lnTo>
                    <a:pt x="56722" y="1955678"/>
                  </a:lnTo>
                  <a:lnTo>
                    <a:pt x="57584" y="1955246"/>
                  </a:lnTo>
                  <a:lnTo>
                    <a:pt x="58101" y="1954988"/>
                  </a:lnTo>
                  <a:lnTo>
                    <a:pt x="58619" y="1954729"/>
                  </a:lnTo>
                  <a:lnTo>
                    <a:pt x="59308" y="1954383"/>
                  </a:lnTo>
                  <a:lnTo>
                    <a:pt x="59653" y="1954211"/>
                  </a:lnTo>
                  <a:lnTo>
                    <a:pt x="60515" y="1953779"/>
                  </a:lnTo>
                  <a:lnTo>
                    <a:pt x="61032" y="1953520"/>
                  </a:lnTo>
                  <a:lnTo>
                    <a:pt x="61377" y="1953348"/>
                  </a:lnTo>
                  <a:lnTo>
                    <a:pt x="62239" y="1952916"/>
                  </a:lnTo>
                  <a:lnTo>
                    <a:pt x="62584" y="1952744"/>
                  </a:lnTo>
                  <a:lnTo>
                    <a:pt x="63274" y="1952398"/>
                  </a:lnTo>
                  <a:lnTo>
                    <a:pt x="65860" y="1951104"/>
                  </a:lnTo>
                  <a:lnTo>
                    <a:pt x="66377" y="1950845"/>
                  </a:lnTo>
                  <a:lnTo>
                    <a:pt x="67239" y="1950413"/>
                  </a:lnTo>
                  <a:lnTo>
                    <a:pt x="67584" y="1950241"/>
                  </a:lnTo>
                  <a:lnTo>
                    <a:pt x="68618" y="1949723"/>
                  </a:lnTo>
                  <a:lnTo>
                    <a:pt x="68791" y="1949637"/>
                  </a:lnTo>
                  <a:lnTo>
                    <a:pt x="69481" y="1949291"/>
                  </a:lnTo>
                  <a:lnTo>
                    <a:pt x="70687" y="1948687"/>
                  </a:lnTo>
                  <a:lnTo>
                    <a:pt x="71549" y="1948255"/>
                  </a:lnTo>
                  <a:lnTo>
                    <a:pt x="73274" y="1947392"/>
                  </a:lnTo>
                  <a:lnTo>
                    <a:pt x="73446" y="1947306"/>
                  </a:lnTo>
                  <a:lnTo>
                    <a:pt x="73791" y="1947133"/>
                  </a:lnTo>
                  <a:lnTo>
                    <a:pt x="76032" y="1946011"/>
                  </a:lnTo>
                  <a:lnTo>
                    <a:pt x="77411" y="1945321"/>
                  </a:lnTo>
                  <a:lnTo>
                    <a:pt x="78791" y="1944630"/>
                  </a:lnTo>
                  <a:lnTo>
                    <a:pt x="81032" y="1943508"/>
                  </a:lnTo>
                  <a:lnTo>
                    <a:pt x="81894" y="1943076"/>
                  </a:lnTo>
                  <a:lnTo>
                    <a:pt x="82239" y="1942903"/>
                  </a:lnTo>
                  <a:lnTo>
                    <a:pt x="82411" y="1942817"/>
                  </a:lnTo>
                  <a:lnTo>
                    <a:pt x="83446" y="1942299"/>
                  </a:lnTo>
                  <a:lnTo>
                    <a:pt x="87756" y="1940141"/>
                  </a:lnTo>
                  <a:lnTo>
                    <a:pt x="92756" y="1937637"/>
                  </a:lnTo>
                  <a:lnTo>
                    <a:pt x="94135" y="1936946"/>
                  </a:lnTo>
                  <a:lnTo>
                    <a:pt x="96376" y="1935824"/>
                  </a:lnTo>
                  <a:lnTo>
                    <a:pt x="170512" y="1898672"/>
                  </a:lnTo>
                  <a:lnTo>
                    <a:pt x="172409" y="1897721"/>
                  </a:lnTo>
                  <a:lnTo>
                    <a:pt x="196202" y="1885788"/>
                  </a:lnTo>
                  <a:lnTo>
                    <a:pt x="197064" y="1885356"/>
                  </a:lnTo>
                  <a:lnTo>
                    <a:pt x="203615" y="1882069"/>
                  </a:lnTo>
                  <a:lnTo>
                    <a:pt x="206201" y="1880772"/>
                  </a:lnTo>
                  <a:lnTo>
                    <a:pt x="211029" y="1878350"/>
                  </a:lnTo>
                  <a:lnTo>
                    <a:pt x="216029" y="1875841"/>
                  </a:lnTo>
                  <a:lnTo>
                    <a:pt x="218098" y="1874803"/>
                  </a:lnTo>
                  <a:lnTo>
                    <a:pt x="223615" y="1872034"/>
                  </a:lnTo>
                  <a:lnTo>
                    <a:pt x="226718" y="1870477"/>
                  </a:lnTo>
                  <a:lnTo>
                    <a:pt x="227063" y="1870304"/>
                  </a:lnTo>
                  <a:lnTo>
                    <a:pt x="227408" y="1870130"/>
                  </a:lnTo>
                  <a:lnTo>
                    <a:pt x="228959" y="1869352"/>
                  </a:lnTo>
                  <a:lnTo>
                    <a:pt x="229132" y="1869265"/>
                  </a:lnTo>
                  <a:lnTo>
                    <a:pt x="229994" y="1868833"/>
                  </a:lnTo>
                  <a:lnTo>
                    <a:pt x="230511" y="1868573"/>
                  </a:lnTo>
                  <a:lnTo>
                    <a:pt x="231028" y="1868313"/>
                  </a:lnTo>
                  <a:lnTo>
                    <a:pt x="231718" y="1867967"/>
                  </a:lnTo>
                  <a:lnTo>
                    <a:pt x="232063" y="1867794"/>
                  </a:lnTo>
                  <a:lnTo>
                    <a:pt x="232925" y="1867361"/>
                  </a:lnTo>
                  <a:lnTo>
                    <a:pt x="233442" y="1867102"/>
                  </a:lnTo>
                  <a:lnTo>
                    <a:pt x="233787" y="1866929"/>
                  </a:lnTo>
                  <a:lnTo>
                    <a:pt x="234649" y="1866496"/>
                  </a:lnTo>
                  <a:lnTo>
                    <a:pt x="234994" y="1866323"/>
                  </a:lnTo>
                  <a:lnTo>
                    <a:pt x="235683" y="1865977"/>
                  </a:lnTo>
                  <a:lnTo>
                    <a:pt x="238269" y="1864679"/>
                  </a:lnTo>
                  <a:lnTo>
                    <a:pt x="238787" y="1864419"/>
                  </a:lnTo>
                  <a:lnTo>
                    <a:pt x="239649" y="1863986"/>
                  </a:lnTo>
                  <a:lnTo>
                    <a:pt x="239994" y="1863813"/>
                  </a:lnTo>
                  <a:lnTo>
                    <a:pt x="241028" y="1863294"/>
                  </a:lnTo>
                  <a:lnTo>
                    <a:pt x="241200" y="1863207"/>
                  </a:lnTo>
                  <a:lnTo>
                    <a:pt x="241890" y="1862861"/>
                  </a:lnTo>
                  <a:lnTo>
                    <a:pt x="243097" y="1862255"/>
                  </a:lnTo>
                  <a:lnTo>
                    <a:pt x="243959" y="1861822"/>
                  </a:lnTo>
                  <a:lnTo>
                    <a:pt x="245683" y="1860957"/>
                  </a:lnTo>
                  <a:lnTo>
                    <a:pt x="245855" y="1860870"/>
                  </a:lnTo>
                  <a:lnTo>
                    <a:pt x="246200" y="1860697"/>
                  </a:lnTo>
                  <a:lnTo>
                    <a:pt x="248442" y="1859572"/>
                  </a:lnTo>
                  <a:lnTo>
                    <a:pt x="249821" y="1858879"/>
                  </a:lnTo>
                  <a:lnTo>
                    <a:pt x="251200" y="1858187"/>
                  </a:lnTo>
                  <a:lnTo>
                    <a:pt x="253441" y="1857062"/>
                  </a:lnTo>
                  <a:lnTo>
                    <a:pt x="254304" y="1856629"/>
                  </a:lnTo>
                  <a:lnTo>
                    <a:pt x="254648" y="1856456"/>
                  </a:lnTo>
                  <a:lnTo>
                    <a:pt x="254821" y="1856369"/>
                  </a:lnTo>
                  <a:lnTo>
                    <a:pt x="255855" y="1855850"/>
                  </a:lnTo>
                  <a:lnTo>
                    <a:pt x="260165" y="1853685"/>
                  </a:lnTo>
                  <a:lnTo>
                    <a:pt x="265165" y="1851174"/>
                  </a:lnTo>
                  <a:lnTo>
                    <a:pt x="266545" y="1850482"/>
                  </a:lnTo>
                  <a:lnTo>
                    <a:pt x="268786" y="1849356"/>
                  </a:lnTo>
                  <a:lnTo>
                    <a:pt x="342922" y="1812098"/>
                  </a:lnTo>
                  <a:lnTo>
                    <a:pt x="344818" y="1811144"/>
                  </a:lnTo>
                  <a:lnTo>
                    <a:pt x="368611" y="1799176"/>
                  </a:lnTo>
                  <a:lnTo>
                    <a:pt x="369473" y="1798742"/>
                  </a:lnTo>
                  <a:lnTo>
                    <a:pt x="376025" y="1795446"/>
                  </a:lnTo>
                  <a:lnTo>
                    <a:pt x="378611" y="1794144"/>
                  </a:lnTo>
                  <a:lnTo>
                    <a:pt x="383438" y="1791715"/>
                  </a:lnTo>
                  <a:lnTo>
                    <a:pt x="388438" y="1789198"/>
                  </a:lnTo>
                  <a:lnTo>
                    <a:pt x="390507" y="1788157"/>
                  </a:lnTo>
                  <a:lnTo>
                    <a:pt x="396024" y="1785380"/>
                  </a:lnTo>
                  <a:lnTo>
                    <a:pt x="399127" y="1783818"/>
                  </a:lnTo>
                  <a:lnTo>
                    <a:pt x="399472" y="1783644"/>
                  </a:lnTo>
                  <a:lnTo>
                    <a:pt x="399817" y="1783471"/>
                  </a:lnTo>
                  <a:lnTo>
                    <a:pt x="401369" y="1782689"/>
                  </a:lnTo>
                  <a:lnTo>
                    <a:pt x="401541" y="1782603"/>
                  </a:lnTo>
                  <a:lnTo>
                    <a:pt x="402403" y="1782169"/>
                  </a:lnTo>
                  <a:lnTo>
                    <a:pt x="402920" y="1781908"/>
                  </a:lnTo>
                  <a:lnTo>
                    <a:pt x="403438" y="1781648"/>
                  </a:lnTo>
                  <a:lnTo>
                    <a:pt x="404127" y="1781301"/>
                  </a:lnTo>
                  <a:lnTo>
                    <a:pt x="404472" y="1781127"/>
                  </a:lnTo>
                  <a:lnTo>
                    <a:pt x="405334" y="1780693"/>
                  </a:lnTo>
                  <a:lnTo>
                    <a:pt x="405851" y="1780433"/>
                  </a:lnTo>
                  <a:lnTo>
                    <a:pt x="406196" y="1780259"/>
                  </a:lnTo>
                  <a:lnTo>
                    <a:pt x="407058" y="1779825"/>
                  </a:lnTo>
                  <a:lnTo>
                    <a:pt x="407403" y="1779651"/>
                  </a:lnTo>
                  <a:lnTo>
                    <a:pt x="408093" y="1779304"/>
                  </a:lnTo>
                  <a:lnTo>
                    <a:pt x="410679" y="1778002"/>
                  </a:lnTo>
                  <a:lnTo>
                    <a:pt x="411196" y="1777741"/>
                  </a:lnTo>
                  <a:lnTo>
                    <a:pt x="412058" y="1777307"/>
                  </a:lnTo>
                  <a:lnTo>
                    <a:pt x="412403" y="1777134"/>
                  </a:lnTo>
                  <a:lnTo>
                    <a:pt x="413437" y="1776613"/>
                  </a:lnTo>
                  <a:lnTo>
                    <a:pt x="413610" y="1776526"/>
                  </a:lnTo>
                  <a:lnTo>
                    <a:pt x="414300" y="1776179"/>
                  </a:lnTo>
                  <a:lnTo>
                    <a:pt x="415506" y="1775571"/>
                  </a:lnTo>
                  <a:lnTo>
                    <a:pt x="416368" y="1775137"/>
                  </a:lnTo>
                  <a:lnTo>
                    <a:pt x="418093" y="1774269"/>
                  </a:lnTo>
                  <a:lnTo>
                    <a:pt x="418265" y="1774182"/>
                  </a:lnTo>
                  <a:lnTo>
                    <a:pt x="418610" y="1774008"/>
                  </a:lnTo>
                  <a:lnTo>
                    <a:pt x="420851" y="1772879"/>
                  </a:lnTo>
                  <a:lnTo>
                    <a:pt x="422230" y="1772185"/>
                  </a:lnTo>
                  <a:lnTo>
                    <a:pt x="423610" y="1771490"/>
                  </a:lnTo>
                  <a:lnTo>
                    <a:pt x="425851" y="1770361"/>
                  </a:lnTo>
                  <a:lnTo>
                    <a:pt x="426713" y="1769927"/>
                  </a:lnTo>
                  <a:lnTo>
                    <a:pt x="427058" y="1769753"/>
                  </a:lnTo>
                  <a:lnTo>
                    <a:pt x="427230" y="1769667"/>
                  </a:lnTo>
                  <a:lnTo>
                    <a:pt x="428265" y="1769145"/>
                  </a:lnTo>
                  <a:lnTo>
                    <a:pt x="432575" y="1766974"/>
                  </a:lnTo>
                  <a:lnTo>
                    <a:pt x="437575" y="1764456"/>
                  </a:lnTo>
                  <a:lnTo>
                    <a:pt x="438954" y="1763761"/>
                  </a:lnTo>
                  <a:lnTo>
                    <a:pt x="441195" y="1762631"/>
                  </a:lnTo>
                  <a:lnTo>
                    <a:pt x="515331" y="1725253"/>
                  </a:lnTo>
                  <a:lnTo>
                    <a:pt x="517228" y="1724296"/>
                  </a:lnTo>
                  <a:lnTo>
                    <a:pt x="541020" y="1712287"/>
                  </a:lnTo>
                  <a:lnTo>
                    <a:pt x="541883" y="1711852"/>
                  </a:lnTo>
                  <a:lnTo>
                    <a:pt x="548434" y="1708544"/>
                  </a:lnTo>
                  <a:lnTo>
                    <a:pt x="551020" y="1707239"/>
                  </a:lnTo>
                  <a:lnTo>
                    <a:pt x="555848" y="1704801"/>
                  </a:lnTo>
                  <a:lnTo>
                    <a:pt x="560848" y="1702276"/>
                  </a:lnTo>
                  <a:lnTo>
                    <a:pt x="562916" y="1701231"/>
                  </a:lnTo>
                  <a:lnTo>
                    <a:pt x="568434" y="1698444"/>
                  </a:lnTo>
                  <a:lnTo>
                    <a:pt x="571537" y="1696877"/>
                  </a:lnTo>
                  <a:lnTo>
                    <a:pt x="571882" y="1696702"/>
                  </a:lnTo>
                  <a:lnTo>
                    <a:pt x="572227" y="1696528"/>
                  </a:lnTo>
                  <a:lnTo>
                    <a:pt x="573778" y="1695744"/>
                  </a:lnTo>
                  <a:lnTo>
                    <a:pt x="573951" y="1695657"/>
                  </a:lnTo>
                  <a:lnTo>
                    <a:pt x="574813" y="1695222"/>
                  </a:lnTo>
                  <a:lnTo>
                    <a:pt x="575330" y="1694961"/>
                  </a:lnTo>
                  <a:lnTo>
                    <a:pt x="575847" y="1694699"/>
                  </a:lnTo>
                  <a:lnTo>
                    <a:pt x="576537" y="1694351"/>
                  </a:lnTo>
                  <a:lnTo>
                    <a:pt x="576882" y="1694177"/>
                  </a:lnTo>
                  <a:lnTo>
                    <a:pt x="577744" y="1693741"/>
                  </a:lnTo>
                  <a:lnTo>
                    <a:pt x="578261" y="1693480"/>
                  </a:lnTo>
                  <a:lnTo>
                    <a:pt x="578606" y="1693306"/>
                  </a:lnTo>
                  <a:lnTo>
                    <a:pt x="579468" y="1692870"/>
                  </a:lnTo>
                  <a:lnTo>
                    <a:pt x="579813" y="1692696"/>
                  </a:lnTo>
                  <a:lnTo>
                    <a:pt x="580502" y="1692347"/>
                  </a:lnTo>
                  <a:lnTo>
                    <a:pt x="583088" y="1691041"/>
                  </a:lnTo>
                  <a:lnTo>
                    <a:pt x="583606" y="1690779"/>
                  </a:lnTo>
                  <a:lnTo>
                    <a:pt x="584468" y="1690344"/>
                  </a:lnTo>
                  <a:lnTo>
                    <a:pt x="584813" y="1690170"/>
                  </a:lnTo>
                  <a:lnTo>
                    <a:pt x="585847" y="1689647"/>
                  </a:lnTo>
                  <a:lnTo>
                    <a:pt x="586019" y="1689560"/>
                  </a:lnTo>
                  <a:lnTo>
                    <a:pt x="586709" y="1689211"/>
                  </a:lnTo>
                  <a:lnTo>
                    <a:pt x="587916" y="1688601"/>
                  </a:lnTo>
                  <a:lnTo>
                    <a:pt x="588778" y="1688166"/>
                  </a:lnTo>
                  <a:lnTo>
                    <a:pt x="590502" y="1687294"/>
                  </a:lnTo>
                  <a:lnTo>
                    <a:pt x="590674" y="1687207"/>
                  </a:lnTo>
                  <a:lnTo>
                    <a:pt x="591019" y="1687033"/>
                  </a:lnTo>
                  <a:lnTo>
                    <a:pt x="593261" y="1685900"/>
                  </a:lnTo>
                  <a:lnTo>
                    <a:pt x="594640" y="1685203"/>
                  </a:lnTo>
                  <a:lnTo>
                    <a:pt x="596019" y="1684506"/>
                  </a:lnTo>
                  <a:lnTo>
                    <a:pt x="598260" y="1683373"/>
                  </a:lnTo>
                  <a:lnTo>
                    <a:pt x="599122" y="1682938"/>
                  </a:lnTo>
                  <a:lnTo>
                    <a:pt x="599467" y="1682763"/>
                  </a:lnTo>
                  <a:lnTo>
                    <a:pt x="599640" y="1682676"/>
                  </a:lnTo>
                  <a:lnTo>
                    <a:pt x="600674" y="1682153"/>
                  </a:lnTo>
                  <a:lnTo>
                    <a:pt x="604984" y="1679974"/>
                  </a:lnTo>
                  <a:lnTo>
                    <a:pt x="609984" y="1677447"/>
                  </a:lnTo>
                  <a:lnTo>
                    <a:pt x="611364" y="1676750"/>
                  </a:lnTo>
                  <a:lnTo>
                    <a:pt x="613605" y="1675616"/>
                  </a:lnTo>
                  <a:lnTo>
                    <a:pt x="687741" y="1638102"/>
                  </a:lnTo>
                  <a:lnTo>
                    <a:pt x="689637" y="1637141"/>
                  </a:lnTo>
                  <a:lnTo>
                    <a:pt x="713430" y="1625088"/>
                  </a:lnTo>
                  <a:lnTo>
                    <a:pt x="714292" y="1624651"/>
                  </a:lnTo>
                  <a:lnTo>
                    <a:pt x="720844" y="1621331"/>
                  </a:lnTo>
                  <a:lnTo>
                    <a:pt x="723430" y="1620020"/>
                  </a:lnTo>
                  <a:lnTo>
                    <a:pt x="728257" y="1617573"/>
                  </a:lnTo>
                  <a:lnTo>
                    <a:pt x="733257" y="1615038"/>
                  </a:lnTo>
                  <a:lnTo>
                    <a:pt x="735326" y="1613989"/>
                  </a:lnTo>
                  <a:lnTo>
                    <a:pt x="740843" y="1611192"/>
                  </a:lnTo>
                  <a:lnTo>
                    <a:pt x="743946" y="1609618"/>
                  </a:lnTo>
                  <a:lnTo>
                    <a:pt x="744291" y="1609443"/>
                  </a:lnTo>
                  <a:lnTo>
                    <a:pt x="744636" y="1609269"/>
                  </a:lnTo>
                  <a:lnTo>
                    <a:pt x="746188" y="1608482"/>
                  </a:lnTo>
                  <a:lnTo>
                    <a:pt x="746360" y="1608394"/>
                  </a:lnTo>
                  <a:lnTo>
                    <a:pt x="747222" y="1607957"/>
                  </a:lnTo>
                  <a:lnTo>
                    <a:pt x="747739" y="1607695"/>
                  </a:lnTo>
                  <a:lnTo>
                    <a:pt x="748257" y="1607433"/>
                  </a:lnTo>
                  <a:lnTo>
                    <a:pt x="748946" y="1607083"/>
                  </a:lnTo>
                  <a:lnTo>
                    <a:pt x="749291" y="1606908"/>
                  </a:lnTo>
                  <a:lnTo>
                    <a:pt x="750153" y="1606471"/>
                  </a:lnTo>
                  <a:lnTo>
                    <a:pt x="750670" y="1606208"/>
                  </a:lnTo>
                  <a:lnTo>
                    <a:pt x="751015" y="1606033"/>
                  </a:lnTo>
                  <a:lnTo>
                    <a:pt x="751877" y="1605596"/>
                  </a:lnTo>
                  <a:lnTo>
                    <a:pt x="752222" y="1605421"/>
                  </a:lnTo>
                  <a:lnTo>
                    <a:pt x="752912" y="1605072"/>
                  </a:lnTo>
                  <a:lnTo>
                    <a:pt x="755498" y="1603760"/>
                  </a:lnTo>
                  <a:lnTo>
                    <a:pt x="756015" y="1603497"/>
                  </a:lnTo>
                  <a:lnTo>
                    <a:pt x="756877" y="1603060"/>
                  </a:lnTo>
                  <a:lnTo>
                    <a:pt x="757222" y="1602885"/>
                  </a:lnTo>
                  <a:lnTo>
                    <a:pt x="758256" y="1602361"/>
                  </a:lnTo>
                  <a:lnTo>
                    <a:pt x="758429" y="1602273"/>
                  </a:lnTo>
                  <a:lnTo>
                    <a:pt x="759119" y="1601923"/>
                  </a:lnTo>
                  <a:lnTo>
                    <a:pt x="760325" y="1601311"/>
                  </a:lnTo>
                  <a:lnTo>
                    <a:pt x="761187" y="1600874"/>
                  </a:lnTo>
                  <a:lnTo>
                    <a:pt x="762912" y="1599999"/>
                  </a:lnTo>
                  <a:lnTo>
                    <a:pt x="763084" y="1599912"/>
                  </a:lnTo>
                  <a:lnTo>
                    <a:pt x="763429" y="1599737"/>
                  </a:lnTo>
                  <a:lnTo>
                    <a:pt x="765670" y="1598599"/>
                  </a:lnTo>
                  <a:lnTo>
                    <a:pt x="767049" y="1597900"/>
                  </a:lnTo>
                  <a:lnTo>
                    <a:pt x="768429" y="1597200"/>
                  </a:lnTo>
                  <a:lnTo>
                    <a:pt x="770670" y="1596063"/>
                  </a:lnTo>
                  <a:lnTo>
                    <a:pt x="771532" y="1595625"/>
                  </a:lnTo>
                  <a:lnTo>
                    <a:pt x="771877" y="1595450"/>
                  </a:lnTo>
                  <a:lnTo>
                    <a:pt x="772049" y="1595363"/>
                  </a:lnTo>
                  <a:lnTo>
                    <a:pt x="773084" y="1594838"/>
                  </a:lnTo>
                  <a:lnTo>
                    <a:pt x="777394" y="1592650"/>
                  </a:lnTo>
                  <a:lnTo>
                    <a:pt x="782394" y="1590113"/>
                  </a:lnTo>
                  <a:lnTo>
                    <a:pt x="783773" y="1589413"/>
                  </a:lnTo>
                  <a:lnTo>
                    <a:pt x="786014" y="1588275"/>
                  </a:lnTo>
                  <a:lnTo>
                    <a:pt x="860150" y="1550609"/>
                  </a:lnTo>
                  <a:lnTo>
                    <a:pt x="862047" y="1549645"/>
                  </a:lnTo>
                  <a:lnTo>
                    <a:pt x="885839" y="1537541"/>
                  </a:lnTo>
                  <a:lnTo>
                    <a:pt x="886702" y="1537103"/>
                  </a:lnTo>
                  <a:lnTo>
                    <a:pt x="893253" y="1533768"/>
                  </a:lnTo>
                  <a:lnTo>
                    <a:pt x="895839" y="1532452"/>
                  </a:lnTo>
                  <a:lnTo>
                    <a:pt x="900667" y="1529995"/>
                  </a:lnTo>
                  <a:lnTo>
                    <a:pt x="905667" y="1527449"/>
                  </a:lnTo>
                  <a:lnTo>
                    <a:pt x="907735" y="1526396"/>
                  </a:lnTo>
                  <a:lnTo>
                    <a:pt x="913253" y="1523587"/>
                  </a:lnTo>
                  <a:lnTo>
                    <a:pt x="916356" y="1522007"/>
                  </a:lnTo>
                  <a:lnTo>
                    <a:pt x="916701" y="1521831"/>
                  </a:lnTo>
                  <a:lnTo>
                    <a:pt x="917046" y="1521655"/>
                  </a:lnTo>
                  <a:lnTo>
                    <a:pt x="918597" y="1520865"/>
                  </a:lnTo>
                  <a:lnTo>
                    <a:pt x="918770" y="1520777"/>
                  </a:lnTo>
                  <a:lnTo>
                    <a:pt x="919632" y="1520338"/>
                  </a:lnTo>
                  <a:lnTo>
                    <a:pt x="920149" y="1520075"/>
                  </a:lnTo>
                  <a:lnTo>
                    <a:pt x="920666" y="1519811"/>
                  </a:lnTo>
                  <a:lnTo>
                    <a:pt x="921356" y="1519460"/>
                  </a:lnTo>
                  <a:lnTo>
                    <a:pt x="921701" y="1519285"/>
                  </a:lnTo>
                  <a:lnTo>
                    <a:pt x="922563" y="1518845"/>
                  </a:lnTo>
                  <a:lnTo>
                    <a:pt x="923080" y="1518582"/>
                  </a:lnTo>
                  <a:lnTo>
                    <a:pt x="923425" y="1518406"/>
                  </a:lnTo>
                  <a:lnTo>
                    <a:pt x="924287" y="1517967"/>
                  </a:lnTo>
                  <a:lnTo>
                    <a:pt x="924632" y="1517792"/>
                  </a:lnTo>
                  <a:lnTo>
                    <a:pt x="925321" y="1517440"/>
                  </a:lnTo>
                  <a:lnTo>
                    <a:pt x="927907" y="1516123"/>
                  </a:lnTo>
                  <a:lnTo>
                    <a:pt x="928425" y="1515860"/>
                  </a:lnTo>
                  <a:lnTo>
                    <a:pt x="929287" y="1515420"/>
                  </a:lnTo>
                  <a:lnTo>
                    <a:pt x="929631" y="1515245"/>
                  </a:lnTo>
                  <a:lnTo>
                    <a:pt x="930666" y="1514718"/>
                  </a:lnTo>
                  <a:lnTo>
                    <a:pt x="930838" y="1514630"/>
                  </a:lnTo>
                  <a:lnTo>
                    <a:pt x="931528" y="1514279"/>
                  </a:lnTo>
                  <a:lnTo>
                    <a:pt x="932735" y="1513664"/>
                  </a:lnTo>
                  <a:lnTo>
                    <a:pt x="933597" y="1513225"/>
                  </a:lnTo>
                  <a:lnTo>
                    <a:pt x="935321" y="1512346"/>
                  </a:lnTo>
                  <a:lnTo>
                    <a:pt x="935493" y="1512258"/>
                  </a:lnTo>
                  <a:lnTo>
                    <a:pt x="935838" y="1512083"/>
                  </a:lnTo>
                  <a:lnTo>
                    <a:pt x="938080" y="1510941"/>
                  </a:lnTo>
                  <a:lnTo>
                    <a:pt x="939459" y="1510238"/>
                  </a:lnTo>
                  <a:lnTo>
                    <a:pt x="940838" y="1509535"/>
                  </a:lnTo>
                  <a:lnTo>
                    <a:pt x="943079" y="1508393"/>
                  </a:lnTo>
                  <a:lnTo>
                    <a:pt x="943941" y="1507953"/>
                  </a:lnTo>
                  <a:lnTo>
                    <a:pt x="944286" y="1507778"/>
                  </a:lnTo>
                  <a:lnTo>
                    <a:pt x="944459" y="1507690"/>
                  </a:lnTo>
                  <a:lnTo>
                    <a:pt x="945493" y="1507163"/>
                  </a:lnTo>
                  <a:lnTo>
                    <a:pt x="949803" y="1504966"/>
                  </a:lnTo>
                  <a:lnTo>
                    <a:pt x="954803" y="1502417"/>
                  </a:lnTo>
                  <a:lnTo>
                    <a:pt x="956183" y="1501714"/>
                  </a:lnTo>
                  <a:lnTo>
                    <a:pt x="958424" y="1500572"/>
                  </a:lnTo>
                  <a:lnTo>
                    <a:pt x="1032560" y="1462739"/>
                  </a:lnTo>
                  <a:lnTo>
                    <a:pt x="1034456" y="1461770"/>
                  </a:lnTo>
                  <a:lnTo>
                    <a:pt x="1058249" y="1449612"/>
                  </a:lnTo>
                  <a:lnTo>
                    <a:pt x="1059111" y="1449171"/>
                  </a:lnTo>
                  <a:lnTo>
                    <a:pt x="1065663" y="1445822"/>
                  </a:lnTo>
                  <a:lnTo>
                    <a:pt x="1068249" y="1444499"/>
                  </a:lnTo>
                  <a:lnTo>
                    <a:pt x="1073076" y="1442031"/>
                  </a:lnTo>
                  <a:lnTo>
                    <a:pt x="1078076" y="1439474"/>
                  </a:lnTo>
                  <a:lnTo>
                    <a:pt x="1080145" y="1438415"/>
                  </a:lnTo>
                  <a:lnTo>
                    <a:pt x="1085662" y="1435593"/>
                  </a:lnTo>
                  <a:lnTo>
                    <a:pt x="1088765" y="1434006"/>
                  </a:lnTo>
                  <a:lnTo>
                    <a:pt x="1089110" y="1433829"/>
                  </a:lnTo>
                  <a:lnTo>
                    <a:pt x="1089455" y="1433653"/>
                  </a:lnTo>
                  <a:lnTo>
                    <a:pt x="1091007" y="1432859"/>
                  </a:lnTo>
                  <a:lnTo>
                    <a:pt x="1091179" y="1432771"/>
                  </a:lnTo>
                  <a:lnTo>
                    <a:pt x="1092041" y="1432330"/>
                  </a:lnTo>
                  <a:lnTo>
                    <a:pt x="1092558" y="1432065"/>
                  </a:lnTo>
                  <a:lnTo>
                    <a:pt x="1093076" y="1431800"/>
                  </a:lnTo>
                  <a:lnTo>
                    <a:pt x="1093765" y="1431447"/>
                  </a:lnTo>
                  <a:lnTo>
                    <a:pt x="1094110" y="1431271"/>
                  </a:lnTo>
                  <a:lnTo>
                    <a:pt x="1094972" y="1430830"/>
                  </a:lnTo>
                  <a:lnTo>
                    <a:pt x="1095489" y="1430565"/>
                  </a:lnTo>
                  <a:lnTo>
                    <a:pt x="1095834" y="1430389"/>
                  </a:lnTo>
                  <a:lnTo>
                    <a:pt x="1096696" y="1429948"/>
                  </a:lnTo>
                  <a:lnTo>
                    <a:pt x="1097041" y="1429771"/>
                  </a:lnTo>
                  <a:lnTo>
                    <a:pt x="1097731" y="1429418"/>
                  </a:lnTo>
                  <a:lnTo>
                    <a:pt x="1100317" y="1428095"/>
                  </a:lnTo>
                  <a:lnTo>
                    <a:pt x="1100834" y="1427830"/>
                  </a:lnTo>
                  <a:lnTo>
                    <a:pt x="1101696" y="1427389"/>
                  </a:lnTo>
                  <a:lnTo>
                    <a:pt x="1102041" y="1427212"/>
                  </a:lnTo>
                  <a:lnTo>
                    <a:pt x="1103075" y="1426683"/>
                  </a:lnTo>
                  <a:lnTo>
                    <a:pt x="1103248" y="1426595"/>
                  </a:lnTo>
                  <a:lnTo>
                    <a:pt x="1103937" y="1426242"/>
                  </a:lnTo>
                  <a:lnTo>
                    <a:pt x="1105144" y="1425624"/>
                  </a:lnTo>
                  <a:lnTo>
                    <a:pt x="1106006" y="1425183"/>
                  </a:lnTo>
                  <a:lnTo>
                    <a:pt x="1107730" y="1424300"/>
                  </a:lnTo>
                  <a:lnTo>
                    <a:pt x="1107903" y="1424212"/>
                  </a:lnTo>
                  <a:lnTo>
                    <a:pt x="1108248" y="1424035"/>
                  </a:lnTo>
                  <a:lnTo>
                    <a:pt x="1110489" y="1422888"/>
                  </a:lnTo>
                  <a:lnTo>
                    <a:pt x="1111868" y="1422182"/>
                  </a:lnTo>
                  <a:lnTo>
                    <a:pt x="1113248" y="1421476"/>
                  </a:lnTo>
                  <a:lnTo>
                    <a:pt x="1115489" y="1420328"/>
                  </a:lnTo>
                  <a:lnTo>
                    <a:pt x="1116351" y="1419887"/>
                  </a:lnTo>
                  <a:lnTo>
                    <a:pt x="1116696" y="1419710"/>
                  </a:lnTo>
                  <a:lnTo>
                    <a:pt x="1116868" y="1419622"/>
                  </a:lnTo>
                  <a:lnTo>
                    <a:pt x="1117903" y="1419093"/>
                  </a:lnTo>
                  <a:lnTo>
                    <a:pt x="1122213" y="1416885"/>
                  </a:lnTo>
                  <a:lnTo>
                    <a:pt x="1127213" y="1414325"/>
                  </a:lnTo>
                  <a:lnTo>
                    <a:pt x="1128592" y="1413618"/>
                  </a:lnTo>
                  <a:lnTo>
                    <a:pt x="1130833" y="1412470"/>
                  </a:lnTo>
                  <a:lnTo>
                    <a:pt x="1204969" y="1374457"/>
                  </a:lnTo>
                  <a:lnTo>
                    <a:pt x="1206866" y="1373483"/>
                  </a:lnTo>
                  <a:lnTo>
                    <a:pt x="1230658" y="1361265"/>
                  </a:lnTo>
                  <a:lnTo>
                    <a:pt x="1231521" y="1360823"/>
                  </a:lnTo>
                  <a:lnTo>
                    <a:pt x="1238072" y="1357457"/>
                  </a:lnTo>
                  <a:lnTo>
                    <a:pt x="1240658" y="1356128"/>
                  </a:lnTo>
                  <a:lnTo>
                    <a:pt x="1245486" y="1353647"/>
                  </a:lnTo>
                  <a:lnTo>
                    <a:pt x="1250486" y="1351077"/>
                  </a:lnTo>
                  <a:lnTo>
                    <a:pt x="1252554" y="1350014"/>
                  </a:lnTo>
                  <a:lnTo>
                    <a:pt x="1258072" y="1347178"/>
                  </a:lnTo>
                  <a:lnTo>
                    <a:pt x="1261175" y="1345582"/>
                  </a:lnTo>
                  <a:lnTo>
                    <a:pt x="1261520" y="1345405"/>
                  </a:lnTo>
                  <a:lnTo>
                    <a:pt x="1261865" y="1345228"/>
                  </a:lnTo>
                  <a:lnTo>
                    <a:pt x="1263416" y="1344430"/>
                  </a:lnTo>
                  <a:lnTo>
                    <a:pt x="1263589" y="1344341"/>
                  </a:lnTo>
                  <a:lnTo>
                    <a:pt x="1264451" y="1343898"/>
                  </a:lnTo>
                  <a:lnTo>
                    <a:pt x="1264968" y="1343632"/>
                  </a:lnTo>
                  <a:lnTo>
                    <a:pt x="1265485" y="1343366"/>
                  </a:lnTo>
                  <a:lnTo>
                    <a:pt x="1266175" y="1343011"/>
                  </a:lnTo>
                  <a:lnTo>
                    <a:pt x="1266520" y="1342834"/>
                  </a:lnTo>
                  <a:lnTo>
                    <a:pt x="1267382" y="1342391"/>
                  </a:lnTo>
                  <a:lnTo>
                    <a:pt x="1267899" y="1342125"/>
                  </a:lnTo>
                  <a:lnTo>
                    <a:pt x="1268244" y="1341948"/>
                  </a:lnTo>
                  <a:lnTo>
                    <a:pt x="1269106" y="1341504"/>
                  </a:lnTo>
                  <a:lnTo>
                    <a:pt x="1269451" y="1341327"/>
                  </a:lnTo>
                  <a:lnTo>
                    <a:pt x="1270140" y="1340972"/>
                  </a:lnTo>
                  <a:lnTo>
                    <a:pt x="1272726" y="1339642"/>
                  </a:lnTo>
                  <a:lnTo>
                    <a:pt x="1273244" y="1339376"/>
                  </a:lnTo>
                  <a:lnTo>
                    <a:pt x="1274106" y="1338933"/>
                  </a:lnTo>
                  <a:lnTo>
                    <a:pt x="1274450" y="1338755"/>
                  </a:lnTo>
                  <a:lnTo>
                    <a:pt x="1275485" y="1338223"/>
                  </a:lnTo>
                  <a:lnTo>
                    <a:pt x="1275657" y="1338135"/>
                  </a:lnTo>
                  <a:lnTo>
                    <a:pt x="1276347" y="1337780"/>
                  </a:lnTo>
                  <a:lnTo>
                    <a:pt x="1277554" y="1337159"/>
                  </a:lnTo>
                  <a:lnTo>
                    <a:pt x="1278416" y="1336716"/>
                  </a:lnTo>
                  <a:lnTo>
                    <a:pt x="1280140" y="1335829"/>
                  </a:lnTo>
                  <a:lnTo>
                    <a:pt x="1280312" y="1335740"/>
                  </a:lnTo>
                  <a:lnTo>
                    <a:pt x="1280657" y="1335563"/>
                  </a:lnTo>
                  <a:lnTo>
                    <a:pt x="1282899" y="1334410"/>
                  </a:lnTo>
                  <a:lnTo>
                    <a:pt x="1284278" y="1333700"/>
                  </a:lnTo>
                  <a:lnTo>
                    <a:pt x="1285657" y="1332990"/>
                  </a:lnTo>
                  <a:lnTo>
                    <a:pt x="1287898" y="1331837"/>
                  </a:lnTo>
                  <a:lnTo>
                    <a:pt x="1288760" y="1331394"/>
                  </a:lnTo>
                  <a:lnTo>
                    <a:pt x="1289105" y="1331216"/>
                  </a:lnTo>
                  <a:lnTo>
                    <a:pt x="1289278" y="1331127"/>
                  </a:lnTo>
                  <a:lnTo>
                    <a:pt x="1290312" y="1330595"/>
                  </a:lnTo>
                  <a:lnTo>
                    <a:pt x="1294622" y="1328377"/>
                  </a:lnTo>
                  <a:lnTo>
                    <a:pt x="1299622" y="1325803"/>
                  </a:lnTo>
                  <a:lnTo>
                    <a:pt x="1301002" y="1325093"/>
                  </a:lnTo>
                  <a:lnTo>
                    <a:pt x="1303243" y="1323940"/>
                  </a:lnTo>
                  <a:lnTo>
                    <a:pt x="1377379" y="1285733"/>
                  </a:lnTo>
                  <a:lnTo>
                    <a:pt x="1379275" y="1284754"/>
                  </a:lnTo>
                  <a:lnTo>
                    <a:pt x="1403068" y="1272473"/>
                  </a:lnTo>
                  <a:lnTo>
                    <a:pt x="1403930" y="1272028"/>
                  </a:lnTo>
                  <a:lnTo>
                    <a:pt x="1410482" y="1268645"/>
                  </a:lnTo>
                  <a:lnTo>
                    <a:pt x="1413068" y="1267309"/>
                  </a:lnTo>
                  <a:lnTo>
                    <a:pt x="1417895" y="1264816"/>
                  </a:lnTo>
                  <a:lnTo>
                    <a:pt x="1422895" y="1262233"/>
                  </a:lnTo>
                  <a:lnTo>
                    <a:pt x="1424964" y="1261164"/>
                  </a:lnTo>
                  <a:lnTo>
                    <a:pt x="1430481" y="1258313"/>
                  </a:lnTo>
                  <a:lnTo>
                    <a:pt x="1433584" y="1256709"/>
                  </a:lnTo>
                  <a:lnTo>
                    <a:pt x="1433929" y="1256531"/>
                  </a:lnTo>
                  <a:lnTo>
                    <a:pt x="1434274" y="1256353"/>
                  </a:lnTo>
                  <a:lnTo>
                    <a:pt x="1435826" y="1255551"/>
                  </a:lnTo>
                  <a:lnTo>
                    <a:pt x="1435998" y="1255461"/>
                  </a:lnTo>
                  <a:lnTo>
                    <a:pt x="1436860" y="1255016"/>
                  </a:lnTo>
                  <a:lnTo>
                    <a:pt x="1437377" y="1254749"/>
                  </a:lnTo>
                  <a:lnTo>
                    <a:pt x="1437895" y="1254481"/>
                  </a:lnTo>
                  <a:lnTo>
                    <a:pt x="1438584" y="1254125"/>
                  </a:lnTo>
                  <a:lnTo>
                    <a:pt x="1438929" y="1253946"/>
                  </a:lnTo>
                  <a:lnTo>
                    <a:pt x="1439791" y="1253501"/>
                  </a:lnTo>
                  <a:lnTo>
                    <a:pt x="1440308" y="1253233"/>
                  </a:lnTo>
                  <a:lnTo>
                    <a:pt x="1440653" y="1253055"/>
                  </a:lnTo>
                  <a:lnTo>
                    <a:pt x="1441515" y="1252610"/>
                  </a:lnTo>
                  <a:lnTo>
                    <a:pt x="1441860" y="1252431"/>
                  </a:lnTo>
                  <a:lnTo>
                    <a:pt x="1442550" y="1252075"/>
                  </a:lnTo>
                  <a:lnTo>
                    <a:pt x="1445136" y="1250738"/>
                  </a:lnTo>
                  <a:lnTo>
                    <a:pt x="1445653" y="1250470"/>
                  </a:lnTo>
                  <a:lnTo>
                    <a:pt x="1446515" y="1250025"/>
                  </a:lnTo>
                  <a:lnTo>
                    <a:pt x="1446860" y="1249846"/>
                  </a:lnTo>
                  <a:lnTo>
                    <a:pt x="1447894" y="1249312"/>
                  </a:lnTo>
                  <a:lnTo>
                    <a:pt x="1448067" y="1249222"/>
                  </a:lnTo>
                  <a:lnTo>
                    <a:pt x="1448756" y="1248866"/>
                  </a:lnTo>
                  <a:lnTo>
                    <a:pt x="1449963" y="1248242"/>
                  </a:lnTo>
                  <a:lnTo>
                    <a:pt x="1450825" y="1247796"/>
                  </a:lnTo>
                  <a:lnTo>
                    <a:pt x="1452549" y="1246904"/>
                  </a:lnTo>
                  <a:lnTo>
                    <a:pt x="1452722" y="1246815"/>
                  </a:lnTo>
                  <a:lnTo>
                    <a:pt x="1453067" y="1246637"/>
                  </a:lnTo>
                  <a:lnTo>
                    <a:pt x="1455308" y="1245478"/>
                  </a:lnTo>
                  <a:lnTo>
                    <a:pt x="1456687" y="1244765"/>
                  </a:lnTo>
                  <a:lnTo>
                    <a:pt x="1458067" y="1244051"/>
                  </a:lnTo>
                  <a:lnTo>
                    <a:pt x="1460308" y="1242892"/>
                  </a:lnTo>
                  <a:lnTo>
                    <a:pt x="1461170" y="1242446"/>
                  </a:lnTo>
                  <a:lnTo>
                    <a:pt x="1461515" y="1242268"/>
                  </a:lnTo>
                  <a:lnTo>
                    <a:pt x="1461687" y="1242178"/>
                  </a:lnTo>
                  <a:lnTo>
                    <a:pt x="1462722" y="1241643"/>
                  </a:lnTo>
                  <a:lnTo>
                    <a:pt x="1467032" y="1239414"/>
                  </a:lnTo>
                  <a:lnTo>
                    <a:pt x="1472032" y="1236827"/>
                  </a:lnTo>
                  <a:lnTo>
                    <a:pt x="1473411" y="1236113"/>
                  </a:lnTo>
                  <a:lnTo>
                    <a:pt x="1475652" y="1234953"/>
                  </a:lnTo>
                  <a:lnTo>
                    <a:pt x="1549788" y="1196544"/>
                  </a:lnTo>
                  <a:lnTo>
                    <a:pt x="1551685" y="1195560"/>
                  </a:lnTo>
                  <a:lnTo>
                    <a:pt x="1575477" y="1183214"/>
                  </a:lnTo>
                  <a:lnTo>
                    <a:pt x="1576339" y="1182766"/>
                  </a:lnTo>
                  <a:lnTo>
                    <a:pt x="1582891" y="1179365"/>
                  </a:lnTo>
                  <a:lnTo>
                    <a:pt x="1585477" y="1178022"/>
                  </a:lnTo>
                  <a:lnTo>
                    <a:pt x="1590305" y="1175515"/>
                  </a:lnTo>
                  <a:lnTo>
                    <a:pt x="1595305" y="1172918"/>
                  </a:lnTo>
                  <a:lnTo>
                    <a:pt x="1597373" y="1171844"/>
                  </a:lnTo>
                  <a:lnTo>
                    <a:pt x="1602891" y="1168978"/>
                  </a:lnTo>
                  <a:lnTo>
                    <a:pt x="1605994" y="1167365"/>
                  </a:lnTo>
                  <a:lnTo>
                    <a:pt x="1606339" y="1167186"/>
                  </a:lnTo>
                  <a:lnTo>
                    <a:pt x="1606684" y="1167007"/>
                  </a:lnTo>
                  <a:lnTo>
                    <a:pt x="1608235" y="1166201"/>
                  </a:lnTo>
                  <a:lnTo>
                    <a:pt x="1608408" y="1166111"/>
                  </a:lnTo>
                  <a:lnTo>
                    <a:pt x="1609270" y="1165663"/>
                  </a:lnTo>
                  <a:lnTo>
                    <a:pt x="1609787" y="1165394"/>
                  </a:lnTo>
                  <a:lnTo>
                    <a:pt x="1610304" y="1165125"/>
                  </a:lnTo>
                  <a:lnTo>
                    <a:pt x="1610994" y="1164767"/>
                  </a:lnTo>
                  <a:lnTo>
                    <a:pt x="1611339" y="1164588"/>
                  </a:lnTo>
                  <a:lnTo>
                    <a:pt x="1612201" y="1164140"/>
                  </a:lnTo>
                  <a:lnTo>
                    <a:pt x="1612718" y="1163871"/>
                  </a:lnTo>
                  <a:lnTo>
                    <a:pt x="1613063" y="1163692"/>
                  </a:lnTo>
                  <a:lnTo>
                    <a:pt x="1613925" y="1163244"/>
                  </a:lnTo>
                  <a:lnTo>
                    <a:pt x="1614270" y="1163065"/>
                  </a:lnTo>
                  <a:lnTo>
                    <a:pt x="1614959" y="1162706"/>
                  </a:lnTo>
                  <a:lnTo>
                    <a:pt x="1617545" y="1161362"/>
                  </a:lnTo>
                  <a:lnTo>
                    <a:pt x="1618063" y="1161093"/>
                  </a:lnTo>
                  <a:lnTo>
                    <a:pt x="1618925" y="1160645"/>
                  </a:lnTo>
                  <a:lnTo>
                    <a:pt x="1619269" y="1160466"/>
                  </a:lnTo>
                  <a:lnTo>
                    <a:pt x="1620304" y="1159928"/>
                  </a:lnTo>
                  <a:lnTo>
                    <a:pt x="1620476" y="1159839"/>
                  </a:lnTo>
                  <a:lnTo>
                    <a:pt x="1621166" y="1159480"/>
                  </a:lnTo>
                  <a:lnTo>
                    <a:pt x="1622373" y="1158853"/>
                  </a:lnTo>
                  <a:lnTo>
                    <a:pt x="1623235" y="1158404"/>
                  </a:lnTo>
                  <a:lnTo>
                    <a:pt x="1624959" y="1157508"/>
                  </a:lnTo>
                  <a:lnTo>
                    <a:pt x="1625131" y="1157418"/>
                  </a:lnTo>
                  <a:lnTo>
                    <a:pt x="1625476" y="1157239"/>
                  </a:lnTo>
                  <a:lnTo>
                    <a:pt x="1627718" y="1156074"/>
                  </a:lnTo>
                  <a:lnTo>
                    <a:pt x="1629097" y="1155357"/>
                  </a:lnTo>
                  <a:lnTo>
                    <a:pt x="1630476" y="1154640"/>
                  </a:lnTo>
                  <a:lnTo>
                    <a:pt x="1632717" y="1153474"/>
                  </a:lnTo>
                  <a:lnTo>
                    <a:pt x="1633579" y="1153026"/>
                  </a:lnTo>
                  <a:lnTo>
                    <a:pt x="1633924" y="1152846"/>
                  </a:lnTo>
                  <a:lnTo>
                    <a:pt x="1634097" y="1152757"/>
                  </a:lnTo>
                  <a:lnTo>
                    <a:pt x="1635131" y="1152219"/>
                  </a:lnTo>
                  <a:lnTo>
                    <a:pt x="1639441" y="1149977"/>
                  </a:lnTo>
                  <a:lnTo>
                    <a:pt x="1644441" y="1147376"/>
                  </a:lnTo>
                  <a:lnTo>
                    <a:pt x="1645821" y="1146659"/>
                  </a:lnTo>
                  <a:lnTo>
                    <a:pt x="1648062" y="1145493"/>
                  </a:lnTo>
                  <a:lnTo>
                    <a:pt x="1722198" y="1106876"/>
                  </a:lnTo>
                  <a:lnTo>
                    <a:pt x="1724094" y="1105887"/>
                  </a:lnTo>
                  <a:lnTo>
                    <a:pt x="1747887" y="1093475"/>
                  </a:lnTo>
                  <a:lnTo>
                    <a:pt x="1748749" y="1093025"/>
                  </a:lnTo>
                  <a:lnTo>
                    <a:pt x="1755301" y="1089605"/>
                  </a:lnTo>
                  <a:lnTo>
                    <a:pt x="1757887" y="1088255"/>
                  </a:lnTo>
                  <a:lnTo>
                    <a:pt x="1762714" y="1085735"/>
                  </a:lnTo>
                  <a:lnTo>
                    <a:pt x="1767714" y="1083124"/>
                  </a:lnTo>
                  <a:lnTo>
                    <a:pt x="1769783" y="1082043"/>
                  </a:lnTo>
                  <a:lnTo>
                    <a:pt x="1775300" y="1079162"/>
                  </a:lnTo>
                  <a:lnTo>
                    <a:pt x="1778403" y="1077541"/>
                  </a:lnTo>
                  <a:lnTo>
                    <a:pt x="1778748" y="1077360"/>
                  </a:lnTo>
                  <a:lnTo>
                    <a:pt x="1779093" y="1077180"/>
                  </a:lnTo>
                  <a:lnTo>
                    <a:pt x="1780645" y="1076370"/>
                  </a:lnTo>
                  <a:lnTo>
                    <a:pt x="1780817" y="1076280"/>
                  </a:lnTo>
                  <a:lnTo>
                    <a:pt x="1781679" y="1075829"/>
                  </a:lnTo>
                  <a:lnTo>
                    <a:pt x="1782196" y="1075559"/>
                  </a:lnTo>
                  <a:lnTo>
                    <a:pt x="1782714" y="1075289"/>
                  </a:lnTo>
                  <a:lnTo>
                    <a:pt x="1783403" y="1074928"/>
                  </a:lnTo>
                  <a:lnTo>
                    <a:pt x="1783748" y="1074748"/>
                  </a:lnTo>
                  <a:lnTo>
                    <a:pt x="1784610" y="1074298"/>
                  </a:lnTo>
                  <a:lnTo>
                    <a:pt x="1785127" y="1074028"/>
                  </a:lnTo>
                  <a:lnTo>
                    <a:pt x="1785472" y="1073847"/>
                  </a:lnTo>
                  <a:lnTo>
                    <a:pt x="1786334" y="1073397"/>
                  </a:lnTo>
                  <a:lnTo>
                    <a:pt x="1786679" y="1073217"/>
                  </a:lnTo>
                  <a:lnTo>
                    <a:pt x="1787369" y="1072856"/>
                  </a:lnTo>
                  <a:lnTo>
                    <a:pt x="1789955" y="1071505"/>
                  </a:lnTo>
                  <a:lnTo>
                    <a:pt x="1790472" y="1071235"/>
                  </a:lnTo>
                  <a:lnTo>
                    <a:pt x="1791334" y="1070784"/>
                  </a:lnTo>
                  <a:lnTo>
                    <a:pt x="1791679" y="1070604"/>
                  </a:lnTo>
                  <a:lnTo>
                    <a:pt x="1792713" y="1070063"/>
                  </a:lnTo>
                  <a:lnTo>
                    <a:pt x="1792886" y="1069973"/>
                  </a:lnTo>
                  <a:lnTo>
                    <a:pt x="1793575" y="1069613"/>
                  </a:lnTo>
                  <a:lnTo>
                    <a:pt x="1794782" y="1068982"/>
                  </a:lnTo>
                  <a:lnTo>
                    <a:pt x="1795644" y="1068532"/>
                  </a:lnTo>
                  <a:lnTo>
                    <a:pt x="1797368" y="1067630"/>
                  </a:lnTo>
                  <a:lnTo>
                    <a:pt x="1797541" y="1067540"/>
                  </a:lnTo>
                  <a:lnTo>
                    <a:pt x="1797886" y="1067360"/>
                  </a:lnTo>
                  <a:lnTo>
                    <a:pt x="1800127" y="1066188"/>
                  </a:lnTo>
                  <a:lnTo>
                    <a:pt x="1801506" y="1065467"/>
                  </a:lnTo>
                  <a:lnTo>
                    <a:pt x="1802886" y="1064746"/>
                  </a:lnTo>
                  <a:lnTo>
                    <a:pt x="1805127" y="1063575"/>
                  </a:lnTo>
                  <a:lnTo>
                    <a:pt x="1805989" y="1063124"/>
                  </a:lnTo>
                  <a:lnTo>
                    <a:pt x="1806334" y="1062944"/>
                  </a:lnTo>
                  <a:lnTo>
                    <a:pt x="1806506" y="1062853"/>
                  </a:lnTo>
                  <a:lnTo>
                    <a:pt x="1807541" y="1062312"/>
                  </a:lnTo>
                  <a:lnTo>
                    <a:pt x="1811851" y="1060059"/>
                  </a:lnTo>
                  <a:lnTo>
                    <a:pt x="1816851" y="1057444"/>
                  </a:lnTo>
                  <a:lnTo>
                    <a:pt x="1818230" y="1056722"/>
                  </a:lnTo>
                  <a:lnTo>
                    <a:pt x="1820471" y="1055550"/>
                  </a:lnTo>
                  <a:lnTo>
                    <a:pt x="1894607" y="1016727"/>
                  </a:lnTo>
                  <a:lnTo>
                    <a:pt x="1896504" y="1015733"/>
                  </a:lnTo>
                  <a:lnTo>
                    <a:pt x="1920296" y="1003254"/>
                  </a:lnTo>
                  <a:lnTo>
                    <a:pt x="1921158" y="1002802"/>
                  </a:lnTo>
                  <a:lnTo>
                    <a:pt x="1927710" y="999364"/>
                  </a:lnTo>
                  <a:lnTo>
                    <a:pt x="1930296" y="998006"/>
                  </a:lnTo>
                  <a:lnTo>
                    <a:pt x="1935124" y="995473"/>
                  </a:lnTo>
                  <a:lnTo>
                    <a:pt x="1940124" y="992848"/>
                  </a:lnTo>
                  <a:lnTo>
                    <a:pt x="1942192" y="991762"/>
                  </a:lnTo>
                  <a:lnTo>
                    <a:pt x="1947710" y="988865"/>
                  </a:lnTo>
                  <a:lnTo>
                    <a:pt x="1950813" y="987235"/>
                  </a:lnTo>
                  <a:lnTo>
                    <a:pt x="1951158" y="987054"/>
                  </a:lnTo>
                  <a:lnTo>
                    <a:pt x="1951503" y="986873"/>
                  </a:lnTo>
                  <a:lnTo>
                    <a:pt x="1953054" y="986058"/>
                  </a:lnTo>
                  <a:lnTo>
                    <a:pt x="1953227" y="985968"/>
                  </a:lnTo>
                  <a:lnTo>
                    <a:pt x="1954089" y="985515"/>
                  </a:lnTo>
                  <a:lnTo>
                    <a:pt x="1954606" y="985243"/>
                  </a:lnTo>
                  <a:lnTo>
                    <a:pt x="1955123" y="984972"/>
                  </a:lnTo>
                  <a:lnTo>
                    <a:pt x="1955813" y="984609"/>
                  </a:lnTo>
                  <a:lnTo>
                    <a:pt x="1956158" y="984428"/>
                  </a:lnTo>
                  <a:lnTo>
                    <a:pt x="1957020" y="983975"/>
                  </a:lnTo>
                  <a:lnTo>
                    <a:pt x="1957537" y="983704"/>
                  </a:lnTo>
                  <a:lnTo>
                    <a:pt x="1957882" y="983523"/>
                  </a:lnTo>
                  <a:lnTo>
                    <a:pt x="1958744" y="983070"/>
                  </a:lnTo>
                  <a:lnTo>
                    <a:pt x="1959089" y="982889"/>
                  </a:lnTo>
                  <a:lnTo>
                    <a:pt x="1959778" y="982526"/>
                  </a:lnTo>
                  <a:lnTo>
                    <a:pt x="1962364" y="981168"/>
                  </a:lnTo>
                  <a:lnTo>
                    <a:pt x="1962882" y="980896"/>
                  </a:lnTo>
                  <a:lnTo>
                    <a:pt x="1963744" y="980443"/>
                  </a:lnTo>
                  <a:lnTo>
                    <a:pt x="1964088" y="980262"/>
                  </a:lnTo>
                  <a:lnTo>
                    <a:pt x="1965123" y="979719"/>
                  </a:lnTo>
                  <a:lnTo>
                    <a:pt x="1965295" y="979628"/>
                  </a:lnTo>
                  <a:lnTo>
                    <a:pt x="1965985" y="979266"/>
                  </a:lnTo>
                  <a:lnTo>
                    <a:pt x="1967192" y="978632"/>
                  </a:lnTo>
                  <a:lnTo>
                    <a:pt x="1968054" y="978179"/>
                  </a:lnTo>
                  <a:lnTo>
                    <a:pt x="1969778" y="977273"/>
                  </a:lnTo>
                  <a:lnTo>
                    <a:pt x="1969950" y="977182"/>
                  </a:lnTo>
                  <a:lnTo>
                    <a:pt x="1970295" y="977001"/>
                  </a:lnTo>
                  <a:lnTo>
                    <a:pt x="1972537" y="975823"/>
                  </a:lnTo>
                  <a:lnTo>
                    <a:pt x="1973916" y="975098"/>
                  </a:lnTo>
                  <a:lnTo>
                    <a:pt x="1975295" y="974373"/>
                  </a:lnTo>
                  <a:lnTo>
                    <a:pt x="1977536" y="973195"/>
                  </a:lnTo>
                  <a:lnTo>
                    <a:pt x="1978398" y="972742"/>
                  </a:lnTo>
                  <a:lnTo>
                    <a:pt x="1978743" y="972561"/>
                  </a:lnTo>
                  <a:lnTo>
                    <a:pt x="1978916" y="972471"/>
                  </a:lnTo>
                  <a:lnTo>
                    <a:pt x="1979950" y="971927"/>
                  </a:lnTo>
                  <a:lnTo>
                    <a:pt x="1984260" y="969661"/>
                  </a:lnTo>
                  <a:lnTo>
                    <a:pt x="1989260" y="967033"/>
                  </a:lnTo>
                  <a:lnTo>
                    <a:pt x="1990640" y="966307"/>
                  </a:lnTo>
                  <a:lnTo>
                    <a:pt x="1992881" y="965129"/>
                  </a:lnTo>
                  <a:lnTo>
                    <a:pt x="2067017" y="926104"/>
                  </a:lnTo>
                  <a:lnTo>
                    <a:pt x="2068913" y="925104"/>
                  </a:lnTo>
                  <a:lnTo>
                    <a:pt x="2092706" y="912561"/>
                  </a:lnTo>
                  <a:lnTo>
                    <a:pt x="2093568" y="912106"/>
                  </a:lnTo>
                  <a:lnTo>
                    <a:pt x="2100120" y="908651"/>
                  </a:lnTo>
                  <a:lnTo>
                    <a:pt x="2102706" y="907287"/>
                  </a:lnTo>
                  <a:lnTo>
                    <a:pt x="2107533" y="904740"/>
                  </a:lnTo>
                  <a:lnTo>
                    <a:pt x="2112533" y="902102"/>
                  </a:lnTo>
                  <a:lnTo>
                    <a:pt x="2114602" y="901010"/>
                  </a:lnTo>
                  <a:lnTo>
                    <a:pt x="2120119" y="898098"/>
                  </a:lnTo>
                  <a:lnTo>
                    <a:pt x="2123222" y="896460"/>
                  </a:lnTo>
                  <a:lnTo>
                    <a:pt x="2123567" y="896278"/>
                  </a:lnTo>
                  <a:lnTo>
                    <a:pt x="2123912" y="896096"/>
                  </a:lnTo>
                  <a:lnTo>
                    <a:pt x="2125464" y="895277"/>
                  </a:lnTo>
                  <a:lnTo>
                    <a:pt x="2125636" y="895186"/>
                  </a:lnTo>
                  <a:lnTo>
                    <a:pt x="2126498" y="894731"/>
                  </a:lnTo>
                  <a:lnTo>
                    <a:pt x="2127015" y="894458"/>
                  </a:lnTo>
                  <a:lnTo>
                    <a:pt x="2127533" y="894185"/>
                  </a:lnTo>
                  <a:lnTo>
                    <a:pt x="2128222" y="893821"/>
                  </a:lnTo>
                  <a:lnTo>
                    <a:pt x="2128567" y="893639"/>
                  </a:lnTo>
                  <a:lnTo>
                    <a:pt x="2129429" y="893184"/>
                  </a:lnTo>
                  <a:lnTo>
                    <a:pt x="2129946" y="892911"/>
                  </a:lnTo>
                  <a:lnTo>
                    <a:pt x="2130291" y="892729"/>
                  </a:lnTo>
                  <a:lnTo>
                    <a:pt x="2131153" y="892274"/>
                  </a:lnTo>
                  <a:lnTo>
                    <a:pt x="2131498" y="892092"/>
                  </a:lnTo>
                  <a:lnTo>
                    <a:pt x="2132188" y="891728"/>
                  </a:lnTo>
                  <a:lnTo>
                    <a:pt x="2134774" y="890362"/>
                  </a:lnTo>
                  <a:lnTo>
                    <a:pt x="2135291" y="890089"/>
                  </a:lnTo>
                  <a:lnTo>
                    <a:pt x="2136153" y="889634"/>
                  </a:lnTo>
                  <a:lnTo>
                    <a:pt x="2136498" y="889452"/>
                  </a:lnTo>
                  <a:lnTo>
                    <a:pt x="2137532" y="888906"/>
                  </a:lnTo>
                  <a:lnTo>
                    <a:pt x="2137705" y="888815"/>
                  </a:lnTo>
                  <a:lnTo>
                    <a:pt x="2138394" y="888450"/>
                  </a:lnTo>
                  <a:lnTo>
                    <a:pt x="2139601" y="887813"/>
                  </a:lnTo>
                  <a:lnTo>
                    <a:pt x="2140463" y="887358"/>
                  </a:lnTo>
                  <a:lnTo>
                    <a:pt x="2142187" y="886447"/>
                  </a:lnTo>
                  <a:lnTo>
                    <a:pt x="2142360" y="886356"/>
                  </a:lnTo>
                  <a:lnTo>
                    <a:pt x="2142705" y="886174"/>
                  </a:lnTo>
                  <a:lnTo>
                    <a:pt x="2144946" y="884991"/>
                  </a:lnTo>
                  <a:lnTo>
                    <a:pt x="2146325" y="884262"/>
                  </a:lnTo>
                  <a:lnTo>
                    <a:pt x="2147705" y="883534"/>
                  </a:lnTo>
                  <a:lnTo>
                    <a:pt x="2149946" y="882350"/>
                  </a:lnTo>
                  <a:lnTo>
                    <a:pt x="2150808" y="881894"/>
                  </a:lnTo>
                  <a:lnTo>
                    <a:pt x="2151153" y="881712"/>
                  </a:lnTo>
                  <a:lnTo>
                    <a:pt x="2151325" y="881621"/>
                  </a:lnTo>
                  <a:lnTo>
                    <a:pt x="2152360" y="881075"/>
                  </a:lnTo>
                  <a:lnTo>
                    <a:pt x="2156670" y="878797"/>
                  </a:lnTo>
                  <a:lnTo>
                    <a:pt x="2161670" y="876156"/>
                  </a:lnTo>
                  <a:lnTo>
                    <a:pt x="2163049" y="875427"/>
                  </a:lnTo>
                  <a:lnTo>
                    <a:pt x="2165290" y="874242"/>
                  </a:lnTo>
                  <a:lnTo>
                    <a:pt x="2239426" y="835024"/>
                  </a:lnTo>
                  <a:lnTo>
                    <a:pt x="2241323" y="834019"/>
                  </a:lnTo>
                  <a:lnTo>
                    <a:pt x="2265115" y="821415"/>
                  </a:lnTo>
                  <a:lnTo>
                    <a:pt x="2265977" y="820958"/>
                  </a:lnTo>
                  <a:lnTo>
                    <a:pt x="2272529" y="817486"/>
                  </a:lnTo>
                  <a:lnTo>
                    <a:pt x="2275115" y="816115"/>
                  </a:lnTo>
                  <a:lnTo>
                    <a:pt x="2279943" y="813556"/>
                  </a:lnTo>
                  <a:lnTo>
                    <a:pt x="2284943" y="810905"/>
                  </a:lnTo>
                  <a:lnTo>
                    <a:pt x="2287011" y="809809"/>
                  </a:lnTo>
                  <a:lnTo>
                    <a:pt x="2292529" y="806883"/>
                  </a:lnTo>
                  <a:lnTo>
                    <a:pt x="2295632" y="805237"/>
                  </a:lnTo>
                  <a:lnTo>
                    <a:pt x="2295977" y="805054"/>
                  </a:lnTo>
                  <a:lnTo>
                    <a:pt x="2296322" y="804871"/>
                  </a:lnTo>
                  <a:lnTo>
                    <a:pt x="2297873" y="804048"/>
                  </a:lnTo>
                  <a:lnTo>
                    <a:pt x="2298046" y="803957"/>
                  </a:lnTo>
                  <a:lnTo>
                    <a:pt x="2298908" y="803500"/>
                  </a:lnTo>
                  <a:lnTo>
                    <a:pt x="2299425" y="803225"/>
                  </a:lnTo>
                  <a:lnTo>
                    <a:pt x="2299942" y="802951"/>
                  </a:lnTo>
                  <a:lnTo>
                    <a:pt x="2300632" y="802585"/>
                  </a:lnTo>
                  <a:lnTo>
                    <a:pt x="2300977" y="802402"/>
                  </a:lnTo>
                  <a:lnTo>
                    <a:pt x="2301839" y="801945"/>
                  </a:lnTo>
                  <a:lnTo>
                    <a:pt x="2302356" y="801671"/>
                  </a:lnTo>
                  <a:lnTo>
                    <a:pt x="2302701" y="801488"/>
                  </a:lnTo>
                  <a:lnTo>
                    <a:pt x="2303563" y="801030"/>
                  </a:lnTo>
                  <a:lnTo>
                    <a:pt x="2303908" y="800848"/>
                  </a:lnTo>
                  <a:lnTo>
                    <a:pt x="2304597" y="800482"/>
                  </a:lnTo>
                  <a:lnTo>
                    <a:pt x="2307183" y="799110"/>
                  </a:lnTo>
                  <a:lnTo>
                    <a:pt x="2307701" y="798835"/>
                  </a:lnTo>
                  <a:lnTo>
                    <a:pt x="2308563" y="798378"/>
                  </a:lnTo>
                  <a:lnTo>
                    <a:pt x="2308907" y="798195"/>
                  </a:lnTo>
                  <a:lnTo>
                    <a:pt x="2309942" y="797646"/>
                  </a:lnTo>
                  <a:lnTo>
                    <a:pt x="2310114" y="797555"/>
                  </a:lnTo>
                  <a:lnTo>
                    <a:pt x="2310804" y="797189"/>
                  </a:lnTo>
                  <a:lnTo>
                    <a:pt x="2312011" y="796549"/>
                  </a:lnTo>
                  <a:lnTo>
                    <a:pt x="2312873" y="796091"/>
                  </a:lnTo>
                  <a:lnTo>
                    <a:pt x="2314597" y="795176"/>
                  </a:lnTo>
                  <a:lnTo>
                    <a:pt x="2314769" y="795085"/>
                  </a:lnTo>
                  <a:lnTo>
                    <a:pt x="2315114" y="794902"/>
                  </a:lnTo>
                  <a:lnTo>
                    <a:pt x="2317356" y="793712"/>
                  </a:lnTo>
                  <a:lnTo>
                    <a:pt x="2318735" y="792981"/>
                  </a:lnTo>
                  <a:lnTo>
                    <a:pt x="2320114" y="792249"/>
                  </a:lnTo>
                  <a:lnTo>
                    <a:pt x="2322355" y="791059"/>
                  </a:lnTo>
                  <a:lnTo>
                    <a:pt x="2323217" y="790602"/>
                  </a:lnTo>
                  <a:lnTo>
                    <a:pt x="2323562" y="790419"/>
                  </a:lnTo>
                  <a:lnTo>
                    <a:pt x="2323735" y="790327"/>
                  </a:lnTo>
                  <a:lnTo>
                    <a:pt x="2324769" y="789778"/>
                  </a:lnTo>
                  <a:lnTo>
                    <a:pt x="2329079" y="787490"/>
                  </a:lnTo>
                  <a:lnTo>
                    <a:pt x="2334079" y="784836"/>
                  </a:lnTo>
                  <a:lnTo>
                    <a:pt x="2335458" y="784104"/>
                  </a:lnTo>
                  <a:lnTo>
                    <a:pt x="2337700" y="782914"/>
                  </a:lnTo>
                  <a:lnTo>
                    <a:pt x="2411836" y="743513"/>
                  </a:lnTo>
                  <a:lnTo>
                    <a:pt x="2413732" y="742505"/>
                  </a:lnTo>
                  <a:lnTo>
                    <a:pt x="2437525" y="729843"/>
                  </a:lnTo>
                  <a:lnTo>
                    <a:pt x="2438387" y="729385"/>
                  </a:lnTo>
                  <a:lnTo>
                    <a:pt x="2444939" y="725897"/>
                  </a:lnTo>
                  <a:lnTo>
                    <a:pt x="2447525" y="724520"/>
                  </a:lnTo>
                  <a:lnTo>
                    <a:pt x="2452352" y="721949"/>
                  </a:lnTo>
                  <a:lnTo>
                    <a:pt x="2457352" y="719287"/>
                  </a:lnTo>
                  <a:lnTo>
                    <a:pt x="2459421" y="718185"/>
                  </a:lnTo>
                  <a:lnTo>
                    <a:pt x="2464938" y="715246"/>
                  </a:lnTo>
                  <a:lnTo>
                    <a:pt x="2468041" y="713593"/>
                  </a:lnTo>
                  <a:lnTo>
                    <a:pt x="2468386" y="713410"/>
                  </a:lnTo>
                  <a:lnTo>
                    <a:pt x="2468731" y="713226"/>
                  </a:lnTo>
                  <a:lnTo>
                    <a:pt x="2470283" y="712399"/>
                  </a:lnTo>
                  <a:lnTo>
                    <a:pt x="2470455" y="712307"/>
                  </a:lnTo>
                  <a:lnTo>
                    <a:pt x="2471317" y="711848"/>
                  </a:lnTo>
                  <a:lnTo>
                    <a:pt x="2471834" y="711573"/>
                  </a:lnTo>
                  <a:lnTo>
                    <a:pt x="2472352" y="711297"/>
                  </a:lnTo>
                  <a:lnTo>
                    <a:pt x="2473041" y="710930"/>
                  </a:lnTo>
                  <a:lnTo>
                    <a:pt x="2473386" y="710746"/>
                  </a:lnTo>
                  <a:lnTo>
                    <a:pt x="2474248" y="710287"/>
                  </a:lnTo>
                  <a:lnTo>
                    <a:pt x="2474765" y="710011"/>
                  </a:lnTo>
                  <a:lnTo>
                    <a:pt x="2475110" y="709827"/>
                  </a:lnTo>
                  <a:lnTo>
                    <a:pt x="2475972" y="709368"/>
                  </a:lnTo>
                  <a:lnTo>
                    <a:pt x="2476317" y="709184"/>
                  </a:lnTo>
                  <a:lnTo>
                    <a:pt x="2477007" y="708817"/>
                  </a:lnTo>
                  <a:lnTo>
                    <a:pt x="2479593" y="707439"/>
                  </a:lnTo>
                  <a:lnTo>
                    <a:pt x="2480110" y="707163"/>
                  </a:lnTo>
                  <a:lnTo>
                    <a:pt x="2480972" y="706704"/>
                  </a:lnTo>
                  <a:lnTo>
                    <a:pt x="2481317" y="706520"/>
                  </a:lnTo>
                  <a:lnTo>
                    <a:pt x="2482351" y="705969"/>
                  </a:lnTo>
                  <a:lnTo>
                    <a:pt x="2482524" y="705877"/>
                  </a:lnTo>
                  <a:lnTo>
                    <a:pt x="2483213" y="705510"/>
                  </a:lnTo>
                  <a:lnTo>
                    <a:pt x="2484420" y="704866"/>
                  </a:lnTo>
                  <a:lnTo>
                    <a:pt x="2485282" y="704407"/>
                  </a:lnTo>
                  <a:lnTo>
                    <a:pt x="2487006" y="703488"/>
                  </a:lnTo>
                  <a:lnTo>
                    <a:pt x="2487179" y="703396"/>
                  </a:lnTo>
                  <a:lnTo>
                    <a:pt x="2487524" y="703213"/>
                  </a:lnTo>
                  <a:lnTo>
                    <a:pt x="2489765" y="702018"/>
                  </a:lnTo>
                  <a:lnTo>
                    <a:pt x="2491144" y="701283"/>
                  </a:lnTo>
                  <a:lnTo>
                    <a:pt x="2492524" y="700548"/>
                  </a:lnTo>
                  <a:lnTo>
                    <a:pt x="2494765" y="699353"/>
                  </a:lnTo>
                  <a:lnTo>
                    <a:pt x="2495627" y="698893"/>
                  </a:lnTo>
                  <a:lnTo>
                    <a:pt x="2495972" y="698710"/>
                  </a:lnTo>
                  <a:lnTo>
                    <a:pt x="2496144" y="698618"/>
                  </a:lnTo>
                  <a:lnTo>
                    <a:pt x="2497179" y="698066"/>
                  </a:lnTo>
                  <a:lnTo>
                    <a:pt x="2501489" y="695769"/>
                  </a:lnTo>
                  <a:lnTo>
                    <a:pt x="2506489" y="693103"/>
                  </a:lnTo>
                  <a:lnTo>
                    <a:pt x="2507868" y="692367"/>
                  </a:lnTo>
                  <a:lnTo>
                    <a:pt x="2510109" y="691172"/>
                  </a:lnTo>
                  <a:lnTo>
                    <a:pt x="2584245" y="651605"/>
                  </a:lnTo>
                  <a:lnTo>
                    <a:pt x="2586142" y="650592"/>
                  </a:lnTo>
                  <a:lnTo>
                    <a:pt x="2609934" y="637879"/>
                  </a:lnTo>
                  <a:lnTo>
                    <a:pt x="2610796" y="637418"/>
                  </a:lnTo>
                  <a:lnTo>
                    <a:pt x="2617348" y="633916"/>
                  </a:lnTo>
                  <a:lnTo>
                    <a:pt x="2619934" y="632533"/>
                  </a:lnTo>
                  <a:lnTo>
                    <a:pt x="2624762" y="629952"/>
                  </a:lnTo>
                  <a:lnTo>
                    <a:pt x="2629762" y="627279"/>
                  </a:lnTo>
                  <a:lnTo>
                    <a:pt x="2631830" y="626173"/>
                  </a:lnTo>
                  <a:lnTo>
                    <a:pt x="2637348" y="623222"/>
                  </a:lnTo>
                  <a:lnTo>
                    <a:pt x="2640451" y="621562"/>
                  </a:lnTo>
                  <a:lnTo>
                    <a:pt x="2640796" y="621378"/>
                  </a:lnTo>
                  <a:lnTo>
                    <a:pt x="2641141" y="621194"/>
                  </a:lnTo>
                  <a:lnTo>
                    <a:pt x="2642692" y="620364"/>
                  </a:lnTo>
                  <a:lnTo>
                    <a:pt x="2642865" y="620271"/>
                  </a:lnTo>
                  <a:lnTo>
                    <a:pt x="2643727" y="619810"/>
                  </a:lnTo>
                  <a:lnTo>
                    <a:pt x="2644244" y="619534"/>
                  </a:lnTo>
                  <a:lnTo>
                    <a:pt x="2644761" y="619257"/>
                  </a:lnTo>
                  <a:lnTo>
                    <a:pt x="2645451" y="618888"/>
                  </a:lnTo>
                  <a:lnTo>
                    <a:pt x="2645796" y="618704"/>
                  </a:lnTo>
                  <a:lnTo>
                    <a:pt x="2646658" y="618243"/>
                  </a:lnTo>
                  <a:lnTo>
                    <a:pt x="2647175" y="617966"/>
                  </a:lnTo>
                  <a:lnTo>
                    <a:pt x="2647520" y="617781"/>
                  </a:lnTo>
                  <a:lnTo>
                    <a:pt x="2648382" y="617320"/>
                  </a:lnTo>
                  <a:lnTo>
                    <a:pt x="2648727" y="617136"/>
                  </a:lnTo>
                  <a:lnTo>
                    <a:pt x="2649416" y="616767"/>
                  </a:lnTo>
                  <a:lnTo>
                    <a:pt x="2652002" y="615383"/>
                  </a:lnTo>
                  <a:lnTo>
                    <a:pt x="2652520" y="615107"/>
                  </a:lnTo>
                  <a:lnTo>
                    <a:pt x="2653382" y="614646"/>
                  </a:lnTo>
                  <a:lnTo>
                    <a:pt x="2653726" y="614461"/>
                  </a:lnTo>
                  <a:lnTo>
                    <a:pt x="2654761" y="613908"/>
                  </a:lnTo>
                  <a:lnTo>
                    <a:pt x="2654933" y="613815"/>
                  </a:lnTo>
                  <a:lnTo>
                    <a:pt x="2655623" y="613446"/>
                  </a:lnTo>
                  <a:lnTo>
                    <a:pt x="2656830" y="612801"/>
                  </a:lnTo>
                  <a:lnTo>
                    <a:pt x="2657692" y="612339"/>
                  </a:lnTo>
                  <a:lnTo>
                    <a:pt x="2659416" y="611417"/>
                  </a:lnTo>
                  <a:lnTo>
                    <a:pt x="2659588" y="611325"/>
                  </a:lnTo>
                  <a:lnTo>
                    <a:pt x="2659933" y="611140"/>
                  </a:lnTo>
                  <a:lnTo>
                    <a:pt x="2662174" y="609941"/>
                  </a:lnTo>
                  <a:lnTo>
                    <a:pt x="2663554" y="609203"/>
                  </a:lnTo>
                  <a:lnTo>
                    <a:pt x="2664933" y="608465"/>
                  </a:lnTo>
                  <a:lnTo>
                    <a:pt x="2667174" y="607265"/>
                  </a:lnTo>
                  <a:lnTo>
                    <a:pt x="2668036" y="606804"/>
                  </a:lnTo>
                  <a:lnTo>
                    <a:pt x="2668381" y="606619"/>
                  </a:lnTo>
                  <a:lnTo>
                    <a:pt x="2668554" y="606527"/>
                  </a:lnTo>
                  <a:lnTo>
                    <a:pt x="2669588" y="605974"/>
                  </a:lnTo>
                  <a:lnTo>
                    <a:pt x="2673898" y="603667"/>
                  </a:lnTo>
                  <a:lnTo>
                    <a:pt x="2678898" y="600990"/>
                  </a:lnTo>
                  <a:lnTo>
                    <a:pt x="2680277" y="600252"/>
                  </a:lnTo>
                  <a:lnTo>
                    <a:pt x="2682519" y="599052"/>
                  </a:lnTo>
                  <a:lnTo>
                    <a:pt x="2756655" y="559333"/>
                  </a:lnTo>
                  <a:lnTo>
                    <a:pt x="2758551" y="558316"/>
                  </a:lnTo>
                  <a:lnTo>
                    <a:pt x="2782344" y="545556"/>
                  </a:lnTo>
                  <a:lnTo>
                    <a:pt x="2783206" y="545093"/>
                  </a:lnTo>
                  <a:lnTo>
                    <a:pt x="2789758" y="541579"/>
                  </a:lnTo>
                  <a:lnTo>
                    <a:pt x="2792344" y="540191"/>
                  </a:lnTo>
                  <a:lnTo>
                    <a:pt x="2797171" y="537601"/>
                  </a:lnTo>
                  <a:lnTo>
                    <a:pt x="2802171" y="534918"/>
                  </a:lnTo>
                  <a:lnTo>
                    <a:pt x="2804240" y="533807"/>
                  </a:lnTo>
                  <a:lnTo>
                    <a:pt x="2809757" y="530846"/>
                  </a:lnTo>
                  <a:lnTo>
                    <a:pt x="2812860" y="529180"/>
                  </a:lnTo>
                  <a:lnTo>
                    <a:pt x="2813205" y="528995"/>
                  </a:lnTo>
                  <a:lnTo>
                    <a:pt x="2813550" y="528810"/>
                  </a:lnTo>
                  <a:lnTo>
                    <a:pt x="2815102" y="527977"/>
                  </a:lnTo>
                  <a:lnTo>
                    <a:pt x="2815274" y="527885"/>
                  </a:lnTo>
                  <a:lnTo>
                    <a:pt x="2816136" y="527422"/>
                  </a:lnTo>
                  <a:lnTo>
                    <a:pt x="2816653" y="527144"/>
                  </a:lnTo>
                  <a:lnTo>
                    <a:pt x="2817171" y="526867"/>
                  </a:lnTo>
                  <a:lnTo>
                    <a:pt x="2817860" y="526496"/>
                  </a:lnTo>
                  <a:lnTo>
                    <a:pt x="2818205" y="526311"/>
                  </a:lnTo>
                  <a:lnTo>
                    <a:pt x="2819067" y="525848"/>
                  </a:lnTo>
                  <a:lnTo>
                    <a:pt x="2819584" y="525571"/>
                  </a:lnTo>
                  <a:lnTo>
                    <a:pt x="2819929" y="525386"/>
                  </a:lnTo>
                  <a:lnTo>
                    <a:pt x="2820791" y="524923"/>
                  </a:lnTo>
                  <a:lnTo>
                    <a:pt x="2821136" y="524738"/>
                  </a:lnTo>
                  <a:lnTo>
                    <a:pt x="2821826" y="524368"/>
                  </a:lnTo>
                  <a:lnTo>
                    <a:pt x="2824412" y="522979"/>
                  </a:lnTo>
                  <a:lnTo>
                    <a:pt x="2824929" y="522701"/>
                  </a:lnTo>
                  <a:lnTo>
                    <a:pt x="2825791" y="522238"/>
                  </a:lnTo>
                  <a:lnTo>
                    <a:pt x="2826136" y="522053"/>
                  </a:lnTo>
                  <a:lnTo>
                    <a:pt x="2827170" y="521498"/>
                  </a:lnTo>
                  <a:lnTo>
                    <a:pt x="2827343" y="521405"/>
                  </a:lnTo>
                  <a:lnTo>
                    <a:pt x="2828032" y="521035"/>
                  </a:lnTo>
                  <a:lnTo>
                    <a:pt x="2829239" y="520387"/>
                  </a:lnTo>
                  <a:lnTo>
                    <a:pt x="2830101" y="519924"/>
                  </a:lnTo>
                  <a:lnTo>
                    <a:pt x="2831825" y="518998"/>
                  </a:lnTo>
                  <a:lnTo>
                    <a:pt x="2831998" y="518906"/>
                  </a:lnTo>
                  <a:lnTo>
                    <a:pt x="2832343" y="518721"/>
                  </a:lnTo>
                  <a:lnTo>
                    <a:pt x="2834584" y="517517"/>
                  </a:lnTo>
                  <a:lnTo>
                    <a:pt x="2835963" y="516776"/>
                  </a:lnTo>
                  <a:lnTo>
                    <a:pt x="2837343" y="516036"/>
                  </a:lnTo>
                  <a:lnTo>
                    <a:pt x="2839584" y="514832"/>
                  </a:lnTo>
                  <a:lnTo>
                    <a:pt x="2840446" y="514369"/>
                  </a:lnTo>
                  <a:lnTo>
                    <a:pt x="2840791" y="514184"/>
                  </a:lnTo>
                  <a:lnTo>
                    <a:pt x="2840963" y="514091"/>
                  </a:lnTo>
                  <a:lnTo>
                    <a:pt x="2841998" y="513536"/>
                  </a:lnTo>
                  <a:lnTo>
                    <a:pt x="2846308" y="511221"/>
                  </a:lnTo>
                  <a:lnTo>
                    <a:pt x="2851308" y="508535"/>
                  </a:lnTo>
                  <a:lnTo>
                    <a:pt x="2852687" y="507794"/>
                  </a:lnTo>
                  <a:lnTo>
                    <a:pt x="2854928" y="506590"/>
                  </a:lnTo>
                  <a:lnTo>
                    <a:pt x="2929064" y="466735"/>
                  </a:lnTo>
                  <a:lnTo>
                    <a:pt x="2930961" y="465715"/>
                  </a:lnTo>
                  <a:lnTo>
                    <a:pt x="2954753" y="452912"/>
                  </a:lnTo>
                  <a:lnTo>
                    <a:pt x="2955615" y="452448"/>
                  </a:lnTo>
                  <a:lnTo>
                    <a:pt x="2962167" y="448921"/>
                  </a:lnTo>
                  <a:lnTo>
                    <a:pt x="2964753" y="447529"/>
                  </a:lnTo>
                  <a:lnTo>
                    <a:pt x="2969581" y="444931"/>
                  </a:lnTo>
                  <a:lnTo>
                    <a:pt x="2974580" y="442239"/>
                  </a:lnTo>
                  <a:lnTo>
                    <a:pt x="2976649" y="441125"/>
                  </a:lnTo>
                  <a:lnTo>
                    <a:pt x="2982167" y="438154"/>
                  </a:lnTo>
                  <a:lnTo>
                    <a:pt x="2985270" y="436483"/>
                  </a:lnTo>
                  <a:lnTo>
                    <a:pt x="2985615" y="436297"/>
                  </a:lnTo>
                  <a:lnTo>
                    <a:pt x="2985960" y="436112"/>
                  </a:lnTo>
                  <a:lnTo>
                    <a:pt x="2987511" y="435276"/>
                  </a:lnTo>
                  <a:lnTo>
                    <a:pt x="2987684" y="435183"/>
                  </a:lnTo>
                  <a:lnTo>
                    <a:pt x="2988546" y="434719"/>
                  </a:lnTo>
                  <a:lnTo>
                    <a:pt x="2989063" y="434440"/>
                  </a:lnTo>
                  <a:lnTo>
                    <a:pt x="2989580" y="434162"/>
                  </a:lnTo>
                  <a:lnTo>
                    <a:pt x="2990270" y="433790"/>
                  </a:lnTo>
                  <a:lnTo>
                    <a:pt x="2990615" y="433605"/>
                  </a:lnTo>
                  <a:lnTo>
                    <a:pt x="2991477" y="433141"/>
                  </a:lnTo>
                  <a:lnTo>
                    <a:pt x="2991994" y="432862"/>
                  </a:lnTo>
                  <a:lnTo>
                    <a:pt x="2992339" y="432676"/>
                  </a:lnTo>
                  <a:lnTo>
                    <a:pt x="2993201" y="432212"/>
                  </a:lnTo>
                  <a:lnTo>
                    <a:pt x="2993546" y="432026"/>
                  </a:lnTo>
                  <a:lnTo>
                    <a:pt x="2994235" y="431655"/>
                  </a:lnTo>
                  <a:lnTo>
                    <a:pt x="2996821" y="430262"/>
                  </a:lnTo>
                  <a:lnTo>
                    <a:pt x="2997339" y="429983"/>
                  </a:lnTo>
                  <a:lnTo>
                    <a:pt x="2998201" y="429519"/>
                  </a:lnTo>
                  <a:lnTo>
                    <a:pt x="2998545" y="429333"/>
                  </a:lnTo>
                  <a:lnTo>
                    <a:pt x="2999580" y="428776"/>
                  </a:lnTo>
                  <a:lnTo>
                    <a:pt x="2999752" y="428683"/>
                  </a:lnTo>
                  <a:lnTo>
                    <a:pt x="3000442" y="428312"/>
                  </a:lnTo>
                  <a:lnTo>
                    <a:pt x="3001649" y="427662"/>
                  </a:lnTo>
                  <a:lnTo>
                    <a:pt x="3002511" y="427197"/>
                  </a:lnTo>
                  <a:lnTo>
                    <a:pt x="3004235" y="426269"/>
                  </a:lnTo>
                  <a:lnTo>
                    <a:pt x="3004407" y="426176"/>
                  </a:lnTo>
                  <a:lnTo>
                    <a:pt x="3004752" y="425990"/>
                  </a:lnTo>
                  <a:lnTo>
                    <a:pt x="3006993" y="424783"/>
                  </a:lnTo>
                  <a:lnTo>
                    <a:pt x="3008373" y="424040"/>
                  </a:lnTo>
                  <a:lnTo>
                    <a:pt x="3009752" y="423297"/>
                  </a:lnTo>
                  <a:lnTo>
                    <a:pt x="3011993" y="422089"/>
                  </a:lnTo>
                  <a:lnTo>
                    <a:pt x="3012855" y="421625"/>
                  </a:lnTo>
                  <a:lnTo>
                    <a:pt x="3013200" y="421439"/>
                  </a:lnTo>
                  <a:lnTo>
                    <a:pt x="3013373" y="421346"/>
                  </a:lnTo>
                  <a:lnTo>
                    <a:pt x="3014407" y="420789"/>
                  </a:lnTo>
                  <a:lnTo>
                    <a:pt x="3018717" y="418466"/>
                  </a:lnTo>
                  <a:lnTo>
                    <a:pt x="3023717" y="415772"/>
                  </a:lnTo>
                  <a:lnTo>
                    <a:pt x="3025096" y="415029"/>
                  </a:lnTo>
                  <a:lnTo>
                    <a:pt x="3027338" y="413821"/>
                  </a:lnTo>
                  <a:lnTo>
                    <a:pt x="3101474" y="373845"/>
                  </a:lnTo>
                  <a:lnTo>
                    <a:pt x="3103370" y="372822"/>
                  </a:lnTo>
                  <a:lnTo>
                    <a:pt x="3127163" y="359982"/>
                  </a:lnTo>
                  <a:lnTo>
                    <a:pt x="3128025" y="359516"/>
                  </a:lnTo>
                  <a:lnTo>
                    <a:pt x="3134577" y="355980"/>
                  </a:lnTo>
                  <a:lnTo>
                    <a:pt x="3137163" y="354584"/>
                  </a:lnTo>
                  <a:lnTo>
                    <a:pt x="3141990" y="351977"/>
                  </a:lnTo>
                  <a:lnTo>
                    <a:pt x="3146990" y="349278"/>
                  </a:lnTo>
                  <a:lnTo>
                    <a:pt x="3149059" y="348161"/>
                  </a:lnTo>
                  <a:lnTo>
                    <a:pt x="3154576" y="345181"/>
                  </a:lnTo>
                  <a:lnTo>
                    <a:pt x="3157679" y="343506"/>
                  </a:lnTo>
                  <a:lnTo>
                    <a:pt x="3158024" y="343319"/>
                  </a:lnTo>
                  <a:lnTo>
                    <a:pt x="3158369" y="343133"/>
                  </a:lnTo>
                  <a:lnTo>
                    <a:pt x="3159921" y="342295"/>
                  </a:lnTo>
                  <a:lnTo>
                    <a:pt x="3160093" y="342202"/>
                  </a:lnTo>
                  <a:lnTo>
                    <a:pt x="3160955" y="341737"/>
                  </a:lnTo>
                  <a:lnTo>
                    <a:pt x="3161472" y="341457"/>
                  </a:lnTo>
                  <a:lnTo>
                    <a:pt x="3161990" y="341178"/>
                  </a:lnTo>
                  <a:lnTo>
                    <a:pt x="3162679" y="340805"/>
                  </a:lnTo>
                  <a:lnTo>
                    <a:pt x="3163024" y="340619"/>
                  </a:lnTo>
                  <a:lnTo>
                    <a:pt x="3163886" y="340154"/>
                  </a:lnTo>
                  <a:lnTo>
                    <a:pt x="3164403" y="339874"/>
                  </a:lnTo>
                  <a:lnTo>
                    <a:pt x="3164748" y="339688"/>
                  </a:lnTo>
                  <a:lnTo>
                    <a:pt x="3165610" y="339222"/>
                  </a:lnTo>
                  <a:lnTo>
                    <a:pt x="3165955" y="339036"/>
                  </a:lnTo>
                  <a:lnTo>
                    <a:pt x="3166645" y="338664"/>
                  </a:lnTo>
                  <a:lnTo>
                    <a:pt x="3169231" y="337267"/>
                  </a:lnTo>
                  <a:lnTo>
                    <a:pt x="3169748" y="336988"/>
                  </a:lnTo>
                  <a:lnTo>
                    <a:pt x="3170610" y="336522"/>
                  </a:lnTo>
                  <a:lnTo>
                    <a:pt x="3170955" y="336336"/>
                  </a:lnTo>
                  <a:lnTo>
                    <a:pt x="3171989" y="335777"/>
                  </a:lnTo>
                  <a:lnTo>
                    <a:pt x="3172162" y="335684"/>
                  </a:lnTo>
                  <a:lnTo>
                    <a:pt x="3172851" y="335311"/>
                  </a:lnTo>
                  <a:lnTo>
                    <a:pt x="3174058" y="334659"/>
                  </a:lnTo>
                  <a:lnTo>
                    <a:pt x="3174920" y="334194"/>
                  </a:lnTo>
                  <a:lnTo>
                    <a:pt x="3176644" y="333262"/>
                  </a:lnTo>
                  <a:lnTo>
                    <a:pt x="3176817" y="333169"/>
                  </a:lnTo>
                  <a:lnTo>
                    <a:pt x="3177162" y="332983"/>
                  </a:lnTo>
                  <a:lnTo>
                    <a:pt x="3179403" y="331772"/>
                  </a:lnTo>
                  <a:lnTo>
                    <a:pt x="3180782" y="331027"/>
                  </a:lnTo>
                  <a:lnTo>
                    <a:pt x="3182162" y="330282"/>
                  </a:lnTo>
                  <a:lnTo>
                    <a:pt x="3184403" y="329071"/>
                  </a:lnTo>
                  <a:lnTo>
                    <a:pt x="3185265" y="328605"/>
                  </a:lnTo>
                  <a:lnTo>
                    <a:pt x="3185610" y="328419"/>
                  </a:lnTo>
                  <a:lnTo>
                    <a:pt x="3185782" y="328326"/>
                  </a:lnTo>
                  <a:lnTo>
                    <a:pt x="3186817" y="327767"/>
                  </a:lnTo>
                  <a:lnTo>
                    <a:pt x="3191127" y="325438"/>
                  </a:lnTo>
                  <a:lnTo>
                    <a:pt x="3196127" y="322737"/>
                  </a:lnTo>
                  <a:lnTo>
                    <a:pt x="3197506" y="321992"/>
                  </a:lnTo>
                  <a:lnTo>
                    <a:pt x="3199747" y="320780"/>
                  </a:lnTo>
                  <a:lnTo>
                    <a:pt x="3273883" y="280697"/>
                  </a:lnTo>
                  <a:lnTo>
                    <a:pt x="3275780" y="279671"/>
                  </a:lnTo>
                  <a:lnTo>
                    <a:pt x="3299572" y="266798"/>
                  </a:lnTo>
                  <a:lnTo>
                    <a:pt x="3300434" y="266332"/>
                  </a:lnTo>
                  <a:lnTo>
                    <a:pt x="3306986" y="262786"/>
                  </a:lnTo>
                  <a:lnTo>
                    <a:pt x="3309572" y="261386"/>
                  </a:lnTo>
                  <a:lnTo>
                    <a:pt x="3314400" y="258774"/>
                  </a:lnTo>
                  <a:lnTo>
                    <a:pt x="3319399" y="256067"/>
                  </a:lnTo>
                  <a:lnTo>
                    <a:pt x="3321468" y="254947"/>
                  </a:lnTo>
                  <a:lnTo>
                    <a:pt x="3326985" y="251961"/>
                  </a:lnTo>
                  <a:lnTo>
                    <a:pt x="3330089" y="250281"/>
                  </a:lnTo>
                  <a:lnTo>
                    <a:pt x="3330434" y="250094"/>
                  </a:lnTo>
                  <a:lnTo>
                    <a:pt x="3330779" y="249907"/>
                  </a:lnTo>
                  <a:lnTo>
                    <a:pt x="3332330" y="249067"/>
                  </a:lnTo>
                  <a:lnTo>
                    <a:pt x="3332503" y="248974"/>
                  </a:lnTo>
                  <a:lnTo>
                    <a:pt x="3333365" y="248507"/>
                  </a:lnTo>
                  <a:lnTo>
                    <a:pt x="3333882" y="248227"/>
                  </a:lnTo>
                  <a:lnTo>
                    <a:pt x="3334399" y="247947"/>
                  </a:lnTo>
                  <a:lnTo>
                    <a:pt x="3335089" y="247574"/>
                  </a:lnTo>
                  <a:lnTo>
                    <a:pt x="3335434" y="247387"/>
                  </a:lnTo>
                  <a:lnTo>
                    <a:pt x="3336296" y="246920"/>
                  </a:lnTo>
                  <a:lnTo>
                    <a:pt x="3336813" y="246640"/>
                  </a:lnTo>
                  <a:lnTo>
                    <a:pt x="3337158" y="246454"/>
                  </a:lnTo>
                  <a:lnTo>
                    <a:pt x="3338020" y="245987"/>
                  </a:lnTo>
                  <a:lnTo>
                    <a:pt x="3338365" y="245800"/>
                  </a:lnTo>
                  <a:lnTo>
                    <a:pt x="3339054" y="245427"/>
                  </a:lnTo>
                  <a:lnTo>
                    <a:pt x="3341640" y="244027"/>
                  </a:lnTo>
                  <a:lnTo>
                    <a:pt x="3342158" y="243746"/>
                  </a:lnTo>
                  <a:lnTo>
                    <a:pt x="3343020" y="243280"/>
                  </a:lnTo>
                  <a:lnTo>
                    <a:pt x="3343364" y="243093"/>
                  </a:lnTo>
                  <a:lnTo>
                    <a:pt x="3344399" y="242533"/>
                  </a:lnTo>
                  <a:lnTo>
                    <a:pt x="3344571" y="242440"/>
                  </a:lnTo>
                  <a:lnTo>
                    <a:pt x="3345261" y="242066"/>
                  </a:lnTo>
                  <a:lnTo>
                    <a:pt x="3346468" y="241413"/>
                  </a:lnTo>
                  <a:lnTo>
                    <a:pt x="3347330" y="240946"/>
                  </a:lnTo>
                  <a:lnTo>
                    <a:pt x="3349054" y="240012"/>
                  </a:lnTo>
                  <a:lnTo>
                    <a:pt x="3349226" y="239919"/>
                  </a:lnTo>
                  <a:lnTo>
                    <a:pt x="3349571" y="239732"/>
                  </a:lnTo>
                  <a:lnTo>
                    <a:pt x="3351812" y="238518"/>
                  </a:lnTo>
                  <a:lnTo>
                    <a:pt x="3353192" y="237771"/>
                  </a:lnTo>
                  <a:lnTo>
                    <a:pt x="3354571" y="237024"/>
                  </a:lnTo>
                  <a:lnTo>
                    <a:pt x="3356812" y="235811"/>
                  </a:lnTo>
                  <a:lnTo>
                    <a:pt x="3357674" y="235344"/>
                  </a:lnTo>
                  <a:lnTo>
                    <a:pt x="3358019" y="235157"/>
                  </a:lnTo>
                  <a:lnTo>
                    <a:pt x="3358192" y="235064"/>
                  </a:lnTo>
                  <a:lnTo>
                    <a:pt x="3359226" y="234503"/>
                  </a:lnTo>
                  <a:lnTo>
                    <a:pt x="3363536" y="232169"/>
                  </a:lnTo>
                  <a:lnTo>
                    <a:pt x="3368536" y="229461"/>
                  </a:lnTo>
                  <a:lnTo>
                    <a:pt x="3369915" y="228714"/>
                  </a:lnTo>
                  <a:lnTo>
                    <a:pt x="3372157" y="227500"/>
                  </a:lnTo>
                  <a:lnTo>
                    <a:pt x="3446293" y="187323"/>
                  </a:lnTo>
                  <a:lnTo>
                    <a:pt x="3448189" y="186294"/>
                  </a:lnTo>
                  <a:lnTo>
                    <a:pt x="3471982" y="173392"/>
                  </a:lnTo>
                  <a:lnTo>
                    <a:pt x="3472844" y="172925"/>
                  </a:lnTo>
                  <a:lnTo>
                    <a:pt x="3479395" y="169371"/>
                  </a:lnTo>
                  <a:lnTo>
                    <a:pt x="3481982" y="167968"/>
                  </a:lnTo>
                  <a:lnTo>
                    <a:pt x="3486809" y="165350"/>
                  </a:lnTo>
                  <a:lnTo>
                    <a:pt x="3491809" y="162637"/>
                  </a:lnTo>
                  <a:lnTo>
                    <a:pt x="3493878" y="161515"/>
                  </a:lnTo>
                  <a:lnTo>
                    <a:pt x="3499395" y="158522"/>
                  </a:lnTo>
                  <a:lnTo>
                    <a:pt x="3502498" y="156838"/>
                  </a:lnTo>
                  <a:lnTo>
                    <a:pt x="3502843" y="156651"/>
                  </a:lnTo>
                  <a:lnTo>
                    <a:pt x="3503188" y="156464"/>
                  </a:lnTo>
                  <a:lnTo>
                    <a:pt x="3504740" y="155622"/>
                  </a:lnTo>
                  <a:lnTo>
                    <a:pt x="3504912" y="155528"/>
                  </a:lnTo>
                  <a:lnTo>
                    <a:pt x="3505774" y="155061"/>
                  </a:lnTo>
                  <a:lnTo>
                    <a:pt x="3506291" y="154780"/>
                  </a:lnTo>
                  <a:lnTo>
                    <a:pt x="3506809" y="154499"/>
                  </a:lnTo>
                  <a:lnTo>
                    <a:pt x="3507498" y="154125"/>
                  </a:lnTo>
                  <a:lnTo>
                    <a:pt x="3507843" y="153938"/>
                  </a:lnTo>
                  <a:lnTo>
                    <a:pt x="3508705" y="153470"/>
                  </a:lnTo>
                  <a:lnTo>
                    <a:pt x="3509222" y="153190"/>
                  </a:lnTo>
                  <a:lnTo>
                    <a:pt x="3509567" y="153003"/>
                  </a:lnTo>
                  <a:lnTo>
                    <a:pt x="3510429" y="152535"/>
                  </a:lnTo>
                  <a:lnTo>
                    <a:pt x="3510774" y="152348"/>
                  </a:lnTo>
                  <a:lnTo>
                    <a:pt x="3511464" y="151974"/>
                  </a:lnTo>
                  <a:lnTo>
                    <a:pt x="3514050" y="150570"/>
                  </a:lnTo>
                  <a:lnTo>
                    <a:pt x="3514567" y="150290"/>
                  </a:lnTo>
                  <a:lnTo>
                    <a:pt x="3515429" y="149822"/>
                  </a:lnTo>
                  <a:lnTo>
                    <a:pt x="3515774" y="149635"/>
                  </a:lnTo>
                  <a:lnTo>
                    <a:pt x="3516808" y="149073"/>
                  </a:lnTo>
                  <a:lnTo>
                    <a:pt x="3516981" y="148980"/>
                  </a:lnTo>
                  <a:lnTo>
                    <a:pt x="3517670" y="148606"/>
                  </a:lnTo>
                  <a:lnTo>
                    <a:pt x="3518877" y="147951"/>
                  </a:lnTo>
                  <a:lnTo>
                    <a:pt x="3519739" y="147483"/>
                  </a:lnTo>
                  <a:lnTo>
                    <a:pt x="3521463" y="146547"/>
                  </a:lnTo>
                  <a:lnTo>
                    <a:pt x="3521636" y="146454"/>
                  </a:lnTo>
                  <a:lnTo>
                    <a:pt x="3521981" y="146267"/>
                  </a:lnTo>
                  <a:lnTo>
                    <a:pt x="3524222" y="145050"/>
                  </a:lnTo>
                  <a:lnTo>
                    <a:pt x="3525601" y="144302"/>
                  </a:lnTo>
                  <a:lnTo>
                    <a:pt x="3526981" y="143553"/>
                  </a:lnTo>
                  <a:lnTo>
                    <a:pt x="3529222" y="142337"/>
                  </a:lnTo>
                  <a:lnTo>
                    <a:pt x="3530084" y="141869"/>
                  </a:lnTo>
                  <a:lnTo>
                    <a:pt x="3530429" y="141682"/>
                  </a:lnTo>
                  <a:lnTo>
                    <a:pt x="3530601" y="141588"/>
                  </a:lnTo>
                  <a:lnTo>
                    <a:pt x="3531636" y="141027"/>
                  </a:lnTo>
                  <a:lnTo>
                    <a:pt x="3535946" y="138687"/>
                  </a:lnTo>
                  <a:lnTo>
                    <a:pt x="3540946" y="135973"/>
                  </a:lnTo>
                  <a:lnTo>
                    <a:pt x="3542325" y="135225"/>
                  </a:lnTo>
                  <a:lnTo>
                    <a:pt x="3544566" y="134008"/>
                  </a:lnTo>
                  <a:lnTo>
                    <a:pt x="3618702" y="93748"/>
                  </a:lnTo>
                  <a:lnTo>
                    <a:pt x="3620599" y="92718"/>
                  </a:lnTo>
                  <a:lnTo>
                    <a:pt x="3644391" y="79790"/>
                  </a:lnTo>
                  <a:lnTo>
                    <a:pt x="3645253" y="79322"/>
                  </a:lnTo>
                  <a:lnTo>
                    <a:pt x="3651805" y="75762"/>
                  </a:lnTo>
                  <a:lnTo>
                    <a:pt x="3654391" y="74356"/>
                  </a:lnTo>
                  <a:lnTo>
                    <a:pt x="3659219" y="71732"/>
                  </a:lnTo>
                  <a:lnTo>
                    <a:pt x="3664218" y="69015"/>
                  </a:lnTo>
                  <a:lnTo>
                    <a:pt x="3666287" y="67890"/>
                  </a:lnTo>
                  <a:lnTo>
                    <a:pt x="3671804" y="64891"/>
                  </a:lnTo>
                  <a:lnTo>
                    <a:pt x="3674908" y="63204"/>
                  </a:lnTo>
                  <a:lnTo>
                    <a:pt x="3675253" y="63017"/>
                  </a:lnTo>
                  <a:lnTo>
                    <a:pt x="3675597" y="62830"/>
                  </a:lnTo>
                  <a:lnTo>
                    <a:pt x="3677149" y="61986"/>
                  </a:lnTo>
                  <a:lnTo>
                    <a:pt x="3677322" y="61892"/>
                  </a:lnTo>
                  <a:lnTo>
                    <a:pt x="3678184" y="61424"/>
                  </a:lnTo>
                  <a:lnTo>
                    <a:pt x="3678701" y="61142"/>
                  </a:lnTo>
                  <a:lnTo>
                    <a:pt x="3679218" y="60861"/>
                  </a:lnTo>
                  <a:lnTo>
                    <a:pt x="3679908" y="60486"/>
                  </a:lnTo>
                  <a:lnTo>
                    <a:pt x="3680253" y="60299"/>
                  </a:lnTo>
                  <a:lnTo>
                    <a:pt x="3681115" y="59830"/>
                  </a:lnTo>
                  <a:lnTo>
                    <a:pt x="3681632" y="59549"/>
                  </a:lnTo>
                  <a:lnTo>
                    <a:pt x="3681977" y="59362"/>
                  </a:lnTo>
                  <a:lnTo>
                    <a:pt x="3682839" y="58893"/>
                  </a:lnTo>
                  <a:lnTo>
                    <a:pt x="3683184" y="58706"/>
                  </a:lnTo>
                  <a:lnTo>
                    <a:pt x="3683873" y="58331"/>
                  </a:lnTo>
                  <a:lnTo>
                    <a:pt x="3686459" y="56925"/>
                  </a:lnTo>
                  <a:lnTo>
                    <a:pt x="3686977" y="56644"/>
                  </a:lnTo>
                  <a:lnTo>
                    <a:pt x="3687839" y="56175"/>
                  </a:lnTo>
                  <a:lnTo>
                    <a:pt x="3688183" y="55987"/>
                  </a:lnTo>
                  <a:lnTo>
                    <a:pt x="3689218" y="55425"/>
                  </a:lnTo>
                  <a:lnTo>
                    <a:pt x="3689390" y="55331"/>
                  </a:lnTo>
                  <a:lnTo>
                    <a:pt x="3690080" y="54956"/>
                  </a:lnTo>
                  <a:lnTo>
                    <a:pt x="3691287" y="54300"/>
                  </a:lnTo>
                  <a:lnTo>
                    <a:pt x="3692149" y="53831"/>
                  </a:lnTo>
                  <a:lnTo>
                    <a:pt x="3693873" y="52894"/>
                  </a:lnTo>
                  <a:lnTo>
                    <a:pt x="3694045" y="52800"/>
                  </a:lnTo>
                  <a:lnTo>
                    <a:pt x="3694390" y="52613"/>
                  </a:lnTo>
                  <a:lnTo>
                    <a:pt x="3696631" y="51394"/>
                  </a:lnTo>
                  <a:lnTo>
                    <a:pt x="3698011" y="50644"/>
                  </a:lnTo>
                  <a:lnTo>
                    <a:pt x="3699390" y="49894"/>
                  </a:lnTo>
                  <a:lnTo>
                    <a:pt x="3701631" y="48676"/>
                  </a:lnTo>
                  <a:lnTo>
                    <a:pt x="3702493" y="48207"/>
                  </a:lnTo>
                  <a:lnTo>
                    <a:pt x="3702838" y="48019"/>
                  </a:lnTo>
                  <a:lnTo>
                    <a:pt x="3703011" y="47926"/>
                  </a:lnTo>
                  <a:lnTo>
                    <a:pt x="3704045" y="47363"/>
                  </a:lnTo>
                  <a:lnTo>
                    <a:pt x="3708355" y="45019"/>
                  </a:lnTo>
                  <a:lnTo>
                    <a:pt x="3713355" y="42300"/>
                  </a:lnTo>
                  <a:lnTo>
                    <a:pt x="3714734" y="41550"/>
                  </a:lnTo>
                  <a:lnTo>
                    <a:pt x="3716976" y="40332"/>
                  </a:lnTo>
                  <a:lnTo>
                    <a:pt x="3791112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" name="pl8"/>
            <p:cNvSpPr/>
            <p:nvPr/>
          </p:nvSpPr>
          <p:spPr>
            <a:xfrm>
              <a:off x="3553336" y="2943717"/>
              <a:ext cx="3791112" cy="1965614"/>
            </a:xfrm>
            <a:custGeom>
              <a:avLst/>
              <a:pathLst>
                <a:path w="3791112" h="1965614">
                  <a:moveTo>
                    <a:pt x="3791112" y="0"/>
                  </a:moveTo>
                  <a:lnTo>
                    <a:pt x="3716976" y="36904"/>
                  </a:lnTo>
                  <a:lnTo>
                    <a:pt x="3714734" y="38020"/>
                  </a:lnTo>
                  <a:lnTo>
                    <a:pt x="3713355" y="38707"/>
                  </a:lnTo>
                  <a:lnTo>
                    <a:pt x="3708355" y="41197"/>
                  </a:lnTo>
                  <a:lnTo>
                    <a:pt x="3704045" y="43344"/>
                  </a:lnTo>
                  <a:lnTo>
                    <a:pt x="3703011" y="43859"/>
                  </a:lnTo>
                  <a:lnTo>
                    <a:pt x="3702838" y="43945"/>
                  </a:lnTo>
                  <a:lnTo>
                    <a:pt x="3702493" y="44117"/>
                  </a:lnTo>
                  <a:lnTo>
                    <a:pt x="3701631" y="44546"/>
                  </a:lnTo>
                  <a:lnTo>
                    <a:pt x="3699390" y="45663"/>
                  </a:lnTo>
                  <a:lnTo>
                    <a:pt x="3698011" y="46350"/>
                  </a:lnTo>
                  <a:lnTo>
                    <a:pt x="3696631" y="47037"/>
                  </a:lnTo>
                  <a:lnTo>
                    <a:pt x="3694390" y="48153"/>
                  </a:lnTo>
                  <a:lnTo>
                    <a:pt x="3694045" y="48325"/>
                  </a:lnTo>
                  <a:lnTo>
                    <a:pt x="3693873" y="48411"/>
                  </a:lnTo>
                  <a:lnTo>
                    <a:pt x="3692149" y="49270"/>
                  </a:lnTo>
                  <a:lnTo>
                    <a:pt x="3691287" y="49699"/>
                  </a:lnTo>
                  <a:lnTo>
                    <a:pt x="3690080" y="50300"/>
                  </a:lnTo>
                  <a:lnTo>
                    <a:pt x="3689390" y="50644"/>
                  </a:lnTo>
                  <a:lnTo>
                    <a:pt x="3689218" y="50730"/>
                  </a:lnTo>
                  <a:lnTo>
                    <a:pt x="3688183" y="51245"/>
                  </a:lnTo>
                  <a:lnTo>
                    <a:pt x="3687839" y="51417"/>
                  </a:lnTo>
                  <a:lnTo>
                    <a:pt x="3686977" y="51846"/>
                  </a:lnTo>
                  <a:lnTo>
                    <a:pt x="3686459" y="52104"/>
                  </a:lnTo>
                  <a:lnTo>
                    <a:pt x="3683873" y="53392"/>
                  </a:lnTo>
                  <a:lnTo>
                    <a:pt x="3683184" y="53736"/>
                  </a:lnTo>
                  <a:lnTo>
                    <a:pt x="3682839" y="53908"/>
                  </a:lnTo>
                  <a:lnTo>
                    <a:pt x="3681977" y="54337"/>
                  </a:lnTo>
                  <a:lnTo>
                    <a:pt x="3681632" y="54509"/>
                  </a:lnTo>
                  <a:lnTo>
                    <a:pt x="3681115" y="54766"/>
                  </a:lnTo>
                  <a:lnTo>
                    <a:pt x="3680253" y="55196"/>
                  </a:lnTo>
                  <a:lnTo>
                    <a:pt x="3679908" y="55368"/>
                  </a:lnTo>
                  <a:lnTo>
                    <a:pt x="3679218" y="55711"/>
                  </a:lnTo>
                  <a:lnTo>
                    <a:pt x="3678701" y="55969"/>
                  </a:lnTo>
                  <a:lnTo>
                    <a:pt x="3678184" y="56227"/>
                  </a:lnTo>
                  <a:lnTo>
                    <a:pt x="3677322" y="56656"/>
                  </a:lnTo>
                  <a:lnTo>
                    <a:pt x="3677149" y="56742"/>
                  </a:lnTo>
                  <a:lnTo>
                    <a:pt x="3675597" y="57515"/>
                  </a:lnTo>
                  <a:lnTo>
                    <a:pt x="3675253" y="57687"/>
                  </a:lnTo>
                  <a:lnTo>
                    <a:pt x="3674908" y="57859"/>
                  </a:lnTo>
                  <a:lnTo>
                    <a:pt x="3671804" y="59405"/>
                  </a:lnTo>
                  <a:lnTo>
                    <a:pt x="3666287" y="62154"/>
                  </a:lnTo>
                  <a:lnTo>
                    <a:pt x="3664218" y="63185"/>
                  </a:lnTo>
                  <a:lnTo>
                    <a:pt x="3659219" y="65676"/>
                  </a:lnTo>
                  <a:lnTo>
                    <a:pt x="3654391" y="68082"/>
                  </a:lnTo>
                  <a:lnTo>
                    <a:pt x="3651805" y="69371"/>
                  </a:lnTo>
                  <a:lnTo>
                    <a:pt x="3645253" y="72636"/>
                  </a:lnTo>
                  <a:lnTo>
                    <a:pt x="3644391" y="73066"/>
                  </a:lnTo>
                  <a:lnTo>
                    <a:pt x="3620599" y="84925"/>
                  </a:lnTo>
                  <a:lnTo>
                    <a:pt x="3618702" y="85871"/>
                  </a:lnTo>
                  <a:lnTo>
                    <a:pt x="3544566" y="122848"/>
                  </a:lnTo>
                  <a:lnTo>
                    <a:pt x="3542325" y="123966"/>
                  </a:lnTo>
                  <a:lnTo>
                    <a:pt x="3540946" y="124655"/>
                  </a:lnTo>
                  <a:lnTo>
                    <a:pt x="3535946" y="127150"/>
                  </a:lnTo>
                  <a:lnTo>
                    <a:pt x="3531636" y="129301"/>
                  </a:lnTo>
                  <a:lnTo>
                    <a:pt x="3530601" y="129817"/>
                  </a:lnTo>
                  <a:lnTo>
                    <a:pt x="3530429" y="129903"/>
                  </a:lnTo>
                  <a:lnTo>
                    <a:pt x="3530084" y="130075"/>
                  </a:lnTo>
                  <a:lnTo>
                    <a:pt x="3529222" y="130506"/>
                  </a:lnTo>
                  <a:lnTo>
                    <a:pt x="3526981" y="131624"/>
                  </a:lnTo>
                  <a:lnTo>
                    <a:pt x="3525601" y="132313"/>
                  </a:lnTo>
                  <a:lnTo>
                    <a:pt x="3524222" y="133001"/>
                  </a:lnTo>
                  <a:lnTo>
                    <a:pt x="3521981" y="134120"/>
                  </a:lnTo>
                  <a:lnTo>
                    <a:pt x="3521636" y="134292"/>
                  </a:lnTo>
                  <a:lnTo>
                    <a:pt x="3521463" y="134378"/>
                  </a:lnTo>
                  <a:lnTo>
                    <a:pt x="3519739" y="135239"/>
                  </a:lnTo>
                  <a:lnTo>
                    <a:pt x="3518877" y="135669"/>
                  </a:lnTo>
                  <a:lnTo>
                    <a:pt x="3517670" y="136271"/>
                  </a:lnTo>
                  <a:lnTo>
                    <a:pt x="3516981" y="136616"/>
                  </a:lnTo>
                  <a:lnTo>
                    <a:pt x="3516808" y="136702"/>
                  </a:lnTo>
                  <a:lnTo>
                    <a:pt x="3515774" y="137218"/>
                  </a:lnTo>
                  <a:lnTo>
                    <a:pt x="3515429" y="137390"/>
                  </a:lnTo>
                  <a:lnTo>
                    <a:pt x="3514567" y="137820"/>
                  </a:lnTo>
                  <a:lnTo>
                    <a:pt x="3514050" y="138079"/>
                  </a:lnTo>
                  <a:lnTo>
                    <a:pt x="3511464" y="139370"/>
                  </a:lnTo>
                  <a:lnTo>
                    <a:pt x="3510774" y="139714"/>
                  </a:lnTo>
                  <a:lnTo>
                    <a:pt x="3510429" y="139886"/>
                  </a:lnTo>
                  <a:lnTo>
                    <a:pt x="3509567" y="140316"/>
                  </a:lnTo>
                  <a:lnTo>
                    <a:pt x="3509222" y="140489"/>
                  </a:lnTo>
                  <a:lnTo>
                    <a:pt x="3508705" y="140747"/>
                  </a:lnTo>
                  <a:lnTo>
                    <a:pt x="3507843" y="141177"/>
                  </a:lnTo>
                  <a:lnTo>
                    <a:pt x="3507498" y="141349"/>
                  </a:lnTo>
                  <a:lnTo>
                    <a:pt x="3506809" y="141694"/>
                  </a:lnTo>
                  <a:lnTo>
                    <a:pt x="3506291" y="141952"/>
                  </a:lnTo>
                  <a:lnTo>
                    <a:pt x="3505774" y="142210"/>
                  </a:lnTo>
                  <a:lnTo>
                    <a:pt x="3504912" y="142640"/>
                  </a:lnTo>
                  <a:lnTo>
                    <a:pt x="3504740" y="142726"/>
                  </a:lnTo>
                  <a:lnTo>
                    <a:pt x="3503188" y="143501"/>
                  </a:lnTo>
                  <a:lnTo>
                    <a:pt x="3502843" y="143673"/>
                  </a:lnTo>
                  <a:lnTo>
                    <a:pt x="3502498" y="143845"/>
                  </a:lnTo>
                  <a:lnTo>
                    <a:pt x="3499395" y="145395"/>
                  </a:lnTo>
                  <a:lnTo>
                    <a:pt x="3493878" y="148150"/>
                  </a:lnTo>
                  <a:lnTo>
                    <a:pt x="3491809" y="149183"/>
                  </a:lnTo>
                  <a:lnTo>
                    <a:pt x="3486809" y="151679"/>
                  </a:lnTo>
                  <a:lnTo>
                    <a:pt x="3481982" y="154090"/>
                  </a:lnTo>
                  <a:lnTo>
                    <a:pt x="3479395" y="155382"/>
                  </a:lnTo>
                  <a:lnTo>
                    <a:pt x="3472844" y="158654"/>
                  </a:lnTo>
                  <a:lnTo>
                    <a:pt x="3471982" y="159084"/>
                  </a:lnTo>
                  <a:lnTo>
                    <a:pt x="3448189" y="170970"/>
                  </a:lnTo>
                  <a:lnTo>
                    <a:pt x="3446293" y="171917"/>
                  </a:lnTo>
                  <a:lnTo>
                    <a:pt x="3372157" y="208977"/>
                  </a:lnTo>
                  <a:lnTo>
                    <a:pt x="3369915" y="210098"/>
                  </a:lnTo>
                  <a:lnTo>
                    <a:pt x="3368536" y="210788"/>
                  </a:lnTo>
                  <a:lnTo>
                    <a:pt x="3363536" y="213289"/>
                  </a:lnTo>
                  <a:lnTo>
                    <a:pt x="3359226" y="215445"/>
                  </a:lnTo>
                  <a:lnTo>
                    <a:pt x="3358192" y="215962"/>
                  </a:lnTo>
                  <a:lnTo>
                    <a:pt x="3358019" y="216048"/>
                  </a:lnTo>
                  <a:lnTo>
                    <a:pt x="3357674" y="216221"/>
                  </a:lnTo>
                  <a:lnTo>
                    <a:pt x="3356812" y="216652"/>
                  </a:lnTo>
                  <a:lnTo>
                    <a:pt x="3354571" y="217773"/>
                  </a:lnTo>
                  <a:lnTo>
                    <a:pt x="3353192" y="218463"/>
                  </a:lnTo>
                  <a:lnTo>
                    <a:pt x="3351812" y="219153"/>
                  </a:lnTo>
                  <a:lnTo>
                    <a:pt x="3349571" y="220275"/>
                  </a:lnTo>
                  <a:lnTo>
                    <a:pt x="3349226" y="220447"/>
                  </a:lnTo>
                  <a:lnTo>
                    <a:pt x="3349054" y="220534"/>
                  </a:lnTo>
                  <a:lnTo>
                    <a:pt x="3347330" y="221396"/>
                  </a:lnTo>
                  <a:lnTo>
                    <a:pt x="3346468" y="221827"/>
                  </a:lnTo>
                  <a:lnTo>
                    <a:pt x="3345261" y="222431"/>
                  </a:lnTo>
                  <a:lnTo>
                    <a:pt x="3344571" y="222776"/>
                  </a:lnTo>
                  <a:lnTo>
                    <a:pt x="3344399" y="222863"/>
                  </a:lnTo>
                  <a:lnTo>
                    <a:pt x="3343364" y="223380"/>
                  </a:lnTo>
                  <a:lnTo>
                    <a:pt x="3343020" y="223553"/>
                  </a:lnTo>
                  <a:lnTo>
                    <a:pt x="3342158" y="223984"/>
                  </a:lnTo>
                  <a:lnTo>
                    <a:pt x="3341640" y="224243"/>
                  </a:lnTo>
                  <a:lnTo>
                    <a:pt x="3339054" y="225537"/>
                  </a:lnTo>
                  <a:lnTo>
                    <a:pt x="3338365" y="225882"/>
                  </a:lnTo>
                  <a:lnTo>
                    <a:pt x="3338020" y="226055"/>
                  </a:lnTo>
                  <a:lnTo>
                    <a:pt x="3337158" y="226486"/>
                  </a:lnTo>
                  <a:lnTo>
                    <a:pt x="3336813" y="226658"/>
                  </a:lnTo>
                  <a:lnTo>
                    <a:pt x="3336296" y="226917"/>
                  </a:lnTo>
                  <a:lnTo>
                    <a:pt x="3335434" y="227349"/>
                  </a:lnTo>
                  <a:lnTo>
                    <a:pt x="3335089" y="227521"/>
                  </a:lnTo>
                  <a:lnTo>
                    <a:pt x="3334399" y="227866"/>
                  </a:lnTo>
                  <a:lnTo>
                    <a:pt x="3333882" y="228125"/>
                  </a:lnTo>
                  <a:lnTo>
                    <a:pt x="3333365" y="228384"/>
                  </a:lnTo>
                  <a:lnTo>
                    <a:pt x="3332503" y="228815"/>
                  </a:lnTo>
                  <a:lnTo>
                    <a:pt x="3332330" y="228902"/>
                  </a:lnTo>
                  <a:lnTo>
                    <a:pt x="3330779" y="229678"/>
                  </a:lnTo>
                  <a:lnTo>
                    <a:pt x="3330434" y="229851"/>
                  </a:lnTo>
                  <a:lnTo>
                    <a:pt x="3330089" y="230023"/>
                  </a:lnTo>
                  <a:lnTo>
                    <a:pt x="3326985" y="231576"/>
                  </a:lnTo>
                  <a:lnTo>
                    <a:pt x="3321468" y="234338"/>
                  </a:lnTo>
                  <a:lnTo>
                    <a:pt x="3319399" y="235373"/>
                  </a:lnTo>
                  <a:lnTo>
                    <a:pt x="3314400" y="237876"/>
                  </a:lnTo>
                  <a:lnTo>
                    <a:pt x="3309572" y="240292"/>
                  </a:lnTo>
                  <a:lnTo>
                    <a:pt x="3306986" y="241587"/>
                  </a:lnTo>
                  <a:lnTo>
                    <a:pt x="3300434" y="244867"/>
                  </a:lnTo>
                  <a:lnTo>
                    <a:pt x="3299572" y="245299"/>
                  </a:lnTo>
                  <a:lnTo>
                    <a:pt x="3275780" y="257213"/>
                  </a:lnTo>
                  <a:lnTo>
                    <a:pt x="3273883" y="258163"/>
                  </a:lnTo>
                  <a:lnTo>
                    <a:pt x="3199747" y="295317"/>
                  </a:lnTo>
                  <a:lnTo>
                    <a:pt x="3197506" y="296441"/>
                  </a:lnTo>
                  <a:lnTo>
                    <a:pt x="3196127" y="297132"/>
                  </a:lnTo>
                  <a:lnTo>
                    <a:pt x="3191127" y="299640"/>
                  </a:lnTo>
                  <a:lnTo>
                    <a:pt x="3186817" y="301801"/>
                  </a:lnTo>
                  <a:lnTo>
                    <a:pt x="3185782" y="302320"/>
                  </a:lnTo>
                  <a:lnTo>
                    <a:pt x="3185610" y="302407"/>
                  </a:lnTo>
                  <a:lnTo>
                    <a:pt x="3185265" y="302580"/>
                  </a:lnTo>
                  <a:lnTo>
                    <a:pt x="3184403" y="303012"/>
                  </a:lnTo>
                  <a:lnTo>
                    <a:pt x="3182162" y="304136"/>
                  </a:lnTo>
                  <a:lnTo>
                    <a:pt x="3180782" y="304828"/>
                  </a:lnTo>
                  <a:lnTo>
                    <a:pt x="3179403" y="305520"/>
                  </a:lnTo>
                  <a:lnTo>
                    <a:pt x="3177162" y="306644"/>
                  </a:lnTo>
                  <a:lnTo>
                    <a:pt x="3176817" y="306817"/>
                  </a:lnTo>
                  <a:lnTo>
                    <a:pt x="3176644" y="306904"/>
                  </a:lnTo>
                  <a:lnTo>
                    <a:pt x="3174920" y="307769"/>
                  </a:lnTo>
                  <a:lnTo>
                    <a:pt x="3174058" y="308201"/>
                  </a:lnTo>
                  <a:lnTo>
                    <a:pt x="3172851" y="308806"/>
                  </a:lnTo>
                  <a:lnTo>
                    <a:pt x="3172162" y="309152"/>
                  </a:lnTo>
                  <a:lnTo>
                    <a:pt x="3171989" y="309239"/>
                  </a:lnTo>
                  <a:lnTo>
                    <a:pt x="3170955" y="309758"/>
                  </a:lnTo>
                  <a:lnTo>
                    <a:pt x="3170610" y="309931"/>
                  </a:lnTo>
                  <a:lnTo>
                    <a:pt x="3169748" y="310363"/>
                  </a:lnTo>
                  <a:lnTo>
                    <a:pt x="3169231" y="310623"/>
                  </a:lnTo>
                  <a:lnTo>
                    <a:pt x="3166645" y="311920"/>
                  </a:lnTo>
                  <a:lnTo>
                    <a:pt x="3165955" y="312266"/>
                  </a:lnTo>
                  <a:lnTo>
                    <a:pt x="3165610" y="312439"/>
                  </a:lnTo>
                  <a:lnTo>
                    <a:pt x="3164748" y="312872"/>
                  </a:lnTo>
                  <a:lnTo>
                    <a:pt x="3164403" y="313045"/>
                  </a:lnTo>
                  <a:lnTo>
                    <a:pt x="3163886" y="313304"/>
                  </a:lnTo>
                  <a:lnTo>
                    <a:pt x="3163024" y="313737"/>
                  </a:lnTo>
                  <a:lnTo>
                    <a:pt x="3162679" y="313910"/>
                  </a:lnTo>
                  <a:lnTo>
                    <a:pt x="3161990" y="314256"/>
                  </a:lnTo>
                  <a:lnTo>
                    <a:pt x="3161472" y="314515"/>
                  </a:lnTo>
                  <a:lnTo>
                    <a:pt x="3160955" y="314775"/>
                  </a:lnTo>
                  <a:lnTo>
                    <a:pt x="3160093" y="315208"/>
                  </a:lnTo>
                  <a:lnTo>
                    <a:pt x="3159921" y="315294"/>
                  </a:lnTo>
                  <a:lnTo>
                    <a:pt x="3158369" y="316073"/>
                  </a:lnTo>
                  <a:lnTo>
                    <a:pt x="3158024" y="316246"/>
                  </a:lnTo>
                  <a:lnTo>
                    <a:pt x="3157679" y="316419"/>
                  </a:lnTo>
                  <a:lnTo>
                    <a:pt x="3154576" y="317976"/>
                  </a:lnTo>
                  <a:lnTo>
                    <a:pt x="3149059" y="320745"/>
                  </a:lnTo>
                  <a:lnTo>
                    <a:pt x="3146990" y="321783"/>
                  </a:lnTo>
                  <a:lnTo>
                    <a:pt x="3141990" y="324293"/>
                  </a:lnTo>
                  <a:lnTo>
                    <a:pt x="3137163" y="326716"/>
                  </a:lnTo>
                  <a:lnTo>
                    <a:pt x="3134577" y="328014"/>
                  </a:lnTo>
                  <a:lnTo>
                    <a:pt x="3128025" y="331303"/>
                  </a:lnTo>
                  <a:lnTo>
                    <a:pt x="3127163" y="331736"/>
                  </a:lnTo>
                  <a:lnTo>
                    <a:pt x="3103370" y="343683"/>
                  </a:lnTo>
                  <a:lnTo>
                    <a:pt x="3101474" y="344636"/>
                  </a:lnTo>
                  <a:lnTo>
                    <a:pt x="3027338" y="381896"/>
                  </a:lnTo>
                  <a:lnTo>
                    <a:pt x="3025096" y="383024"/>
                  </a:lnTo>
                  <a:lnTo>
                    <a:pt x="3023717" y="383717"/>
                  </a:lnTo>
                  <a:lnTo>
                    <a:pt x="3018717" y="386232"/>
                  </a:lnTo>
                  <a:lnTo>
                    <a:pt x="3014407" y="388400"/>
                  </a:lnTo>
                  <a:lnTo>
                    <a:pt x="3013373" y="388921"/>
                  </a:lnTo>
                  <a:lnTo>
                    <a:pt x="3013200" y="389007"/>
                  </a:lnTo>
                  <a:lnTo>
                    <a:pt x="3012855" y="389181"/>
                  </a:lnTo>
                  <a:lnTo>
                    <a:pt x="3011993" y="389615"/>
                  </a:lnTo>
                  <a:lnTo>
                    <a:pt x="3009752" y="390742"/>
                  </a:lnTo>
                  <a:lnTo>
                    <a:pt x="3008373" y="391436"/>
                  </a:lnTo>
                  <a:lnTo>
                    <a:pt x="3006993" y="392130"/>
                  </a:lnTo>
                  <a:lnTo>
                    <a:pt x="3004752" y="393258"/>
                  </a:lnTo>
                  <a:lnTo>
                    <a:pt x="3004407" y="393431"/>
                  </a:lnTo>
                  <a:lnTo>
                    <a:pt x="3004235" y="393518"/>
                  </a:lnTo>
                  <a:lnTo>
                    <a:pt x="3002511" y="394385"/>
                  </a:lnTo>
                  <a:lnTo>
                    <a:pt x="3001649" y="394819"/>
                  </a:lnTo>
                  <a:lnTo>
                    <a:pt x="3000442" y="395426"/>
                  </a:lnTo>
                  <a:lnTo>
                    <a:pt x="2999752" y="395773"/>
                  </a:lnTo>
                  <a:lnTo>
                    <a:pt x="2999580" y="395860"/>
                  </a:lnTo>
                  <a:lnTo>
                    <a:pt x="2998545" y="396381"/>
                  </a:lnTo>
                  <a:lnTo>
                    <a:pt x="2998201" y="396554"/>
                  </a:lnTo>
                  <a:lnTo>
                    <a:pt x="2997339" y="396988"/>
                  </a:lnTo>
                  <a:lnTo>
                    <a:pt x="2996821" y="397248"/>
                  </a:lnTo>
                  <a:lnTo>
                    <a:pt x="2994235" y="398550"/>
                  </a:lnTo>
                  <a:lnTo>
                    <a:pt x="2993546" y="398897"/>
                  </a:lnTo>
                  <a:lnTo>
                    <a:pt x="2993201" y="399070"/>
                  </a:lnTo>
                  <a:lnTo>
                    <a:pt x="2992339" y="399504"/>
                  </a:lnTo>
                  <a:lnTo>
                    <a:pt x="2991994" y="399678"/>
                  </a:lnTo>
                  <a:lnTo>
                    <a:pt x="2991477" y="399938"/>
                  </a:lnTo>
                  <a:lnTo>
                    <a:pt x="2990615" y="400372"/>
                  </a:lnTo>
                  <a:lnTo>
                    <a:pt x="2990270" y="400545"/>
                  </a:lnTo>
                  <a:lnTo>
                    <a:pt x="2989580" y="400892"/>
                  </a:lnTo>
                  <a:lnTo>
                    <a:pt x="2989063" y="401153"/>
                  </a:lnTo>
                  <a:lnTo>
                    <a:pt x="2988546" y="401413"/>
                  </a:lnTo>
                  <a:lnTo>
                    <a:pt x="2987684" y="401847"/>
                  </a:lnTo>
                  <a:lnTo>
                    <a:pt x="2987511" y="401934"/>
                  </a:lnTo>
                  <a:lnTo>
                    <a:pt x="2985960" y="402715"/>
                  </a:lnTo>
                  <a:lnTo>
                    <a:pt x="2985615" y="402888"/>
                  </a:lnTo>
                  <a:lnTo>
                    <a:pt x="2985270" y="403062"/>
                  </a:lnTo>
                  <a:lnTo>
                    <a:pt x="2982167" y="404624"/>
                  </a:lnTo>
                  <a:lnTo>
                    <a:pt x="2976649" y="407401"/>
                  </a:lnTo>
                  <a:lnTo>
                    <a:pt x="2974580" y="408442"/>
                  </a:lnTo>
                  <a:lnTo>
                    <a:pt x="2969581" y="410960"/>
                  </a:lnTo>
                  <a:lnTo>
                    <a:pt x="2964753" y="413390"/>
                  </a:lnTo>
                  <a:lnTo>
                    <a:pt x="2962167" y="414692"/>
                  </a:lnTo>
                  <a:lnTo>
                    <a:pt x="2955615" y="417992"/>
                  </a:lnTo>
                  <a:lnTo>
                    <a:pt x="2954753" y="418426"/>
                  </a:lnTo>
                  <a:lnTo>
                    <a:pt x="2930961" y="430411"/>
                  </a:lnTo>
                  <a:lnTo>
                    <a:pt x="2929064" y="431366"/>
                  </a:lnTo>
                  <a:lnTo>
                    <a:pt x="2854928" y="468748"/>
                  </a:lnTo>
                  <a:lnTo>
                    <a:pt x="2852687" y="469879"/>
                  </a:lnTo>
                  <a:lnTo>
                    <a:pt x="2851308" y="470575"/>
                  </a:lnTo>
                  <a:lnTo>
                    <a:pt x="2846308" y="473098"/>
                  </a:lnTo>
                  <a:lnTo>
                    <a:pt x="2841998" y="475274"/>
                  </a:lnTo>
                  <a:lnTo>
                    <a:pt x="2840963" y="475796"/>
                  </a:lnTo>
                  <a:lnTo>
                    <a:pt x="2840791" y="475883"/>
                  </a:lnTo>
                  <a:lnTo>
                    <a:pt x="2840446" y="476057"/>
                  </a:lnTo>
                  <a:lnTo>
                    <a:pt x="2839584" y="476492"/>
                  </a:lnTo>
                  <a:lnTo>
                    <a:pt x="2837343" y="477623"/>
                  </a:lnTo>
                  <a:lnTo>
                    <a:pt x="2835963" y="478320"/>
                  </a:lnTo>
                  <a:lnTo>
                    <a:pt x="2834584" y="479016"/>
                  </a:lnTo>
                  <a:lnTo>
                    <a:pt x="2832343" y="480147"/>
                  </a:lnTo>
                  <a:lnTo>
                    <a:pt x="2831998" y="480322"/>
                  </a:lnTo>
                  <a:lnTo>
                    <a:pt x="2831825" y="480409"/>
                  </a:lnTo>
                  <a:lnTo>
                    <a:pt x="2830101" y="481279"/>
                  </a:lnTo>
                  <a:lnTo>
                    <a:pt x="2829239" y="481714"/>
                  </a:lnTo>
                  <a:lnTo>
                    <a:pt x="2828032" y="482324"/>
                  </a:lnTo>
                  <a:lnTo>
                    <a:pt x="2827343" y="482672"/>
                  </a:lnTo>
                  <a:lnTo>
                    <a:pt x="2827170" y="482759"/>
                  </a:lnTo>
                  <a:lnTo>
                    <a:pt x="2826136" y="483281"/>
                  </a:lnTo>
                  <a:lnTo>
                    <a:pt x="2825791" y="483455"/>
                  </a:lnTo>
                  <a:lnTo>
                    <a:pt x="2824929" y="483890"/>
                  </a:lnTo>
                  <a:lnTo>
                    <a:pt x="2824412" y="484152"/>
                  </a:lnTo>
                  <a:lnTo>
                    <a:pt x="2821826" y="485457"/>
                  </a:lnTo>
                  <a:lnTo>
                    <a:pt x="2821136" y="485806"/>
                  </a:lnTo>
                  <a:lnTo>
                    <a:pt x="2820791" y="485980"/>
                  </a:lnTo>
                  <a:lnTo>
                    <a:pt x="2819929" y="486415"/>
                  </a:lnTo>
                  <a:lnTo>
                    <a:pt x="2819584" y="486589"/>
                  </a:lnTo>
                  <a:lnTo>
                    <a:pt x="2819067" y="486850"/>
                  </a:lnTo>
                  <a:lnTo>
                    <a:pt x="2818205" y="487286"/>
                  </a:lnTo>
                  <a:lnTo>
                    <a:pt x="2817860" y="487460"/>
                  </a:lnTo>
                  <a:lnTo>
                    <a:pt x="2817171" y="487808"/>
                  </a:lnTo>
                  <a:lnTo>
                    <a:pt x="2816653" y="488069"/>
                  </a:lnTo>
                  <a:lnTo>
                    <a:pt x="2816136" y="488331"/>
                  </a:lnTo>
                  <a:lnTo>
                    <a:pt x="2815274" y="488766"/>
                  </a:lnTo>
                  <a:lnTo>
                    <a:pt x="2815102" y="488853"/>
                  </a:lnTo>
                  <a:lnTo>
                    <a:pt x="2813550" y="489637"/>
                  </a:lnTo>
                  <a:lnTo>
                    <a:pt x="2813205" y="489811"/>
                  </a:lnTo>
                  <a:lnTo>
                    <a:pt x="2812860" y="489985"/>
                  </a:lnTo>
                  <a:lnTo>
                    <a:pt x="2809757" y="491552"/>
                  </a:lnTo>
                  <a:lnTo>
                    <a:pt x="2804240" y="494339"/>
                  </a:lnTo>
                  <a:lnTo>
                    <a:pt x="2802171" y="495384"/>
                  </a:lnTo>
                  <a:lnTo>
                    <a:pt x="2797171" y="497910"/>
                  </a:lnTo>
                  <a:lnTo>
                    <a:pt x="2792344" y="500349"/>
                  </a:lnTo>
                  <a:lnTo>
                    <a:pt x="2789758" y="501656"/>
                  </a:lnTo>
                  <a:lnTo>
                    <a:pt x="2783206" y="504966"/>
                  </a:lnTo>
                  <a:lnTo>
                    <a:pt x="2782344" y="505402"/>
                  </a:lnTo>
                  <a:lnTo>
                    <a:pt x="2758551" y="517429"/>
                  </a:lnTo>
                  <a:lnTo>
                    <a:pt x="2756655" y="518388"/>
                  </a:lnTo>
                  <a:lnTo>
                    <a:pt x="2682519" y="555906"/>
                  </a:lnTo>
                  <a:lnTo>
                    <a:pt x="2680277" y="557041"/>
                  </a:lnTo>
                  <a:lnTo>
                    <a:pt x="2678898" y="557740"/>
                  </a:lnTo>
                  <a:lnTo>
                    <a:pt x="2673898" y="560273"/>
                  </a:lnTo>
                  <a:lnTo>
                    <a:pt x="2669588" y="562456"/>
                  </a:lnTo>
                  <a:lnTo>
                    <a:pt x="2668554" y="562980"/>
                  </a:lnTo>
                  <a:lnTo>
                    <a:pt x="2668381" y="563068"/>
                  </a:lnTo>
                  <a:lnTo>
                    <a:pt x="2668036" y="563242"/>
                  </a:lnTo>
                  <a:lnTo>
                    <a:pt x="2667174" y="563679"/>
                  </a:lnTo>
                  <a:lnTo>
                    <a:pt x="2664933" y="564815"/>
                  </a:lnTo>
                  <a:lnTo>
                    <a:pt x="2663554" y="565514"/>
                  </a:lnTo>
                  <a:lnTo>
                    <a:pt x="2662174" y="566213"/>
                  </a:lnTo>
                  <a:lnTo>
                    <a:pt x="2659933" y="567348"/>
                  </a:lnTo>
                  <a:lnTo>
                    <a:pt x="2659588" y="567523"/>
                  </a:lnTo>
                  <a:lnTo>
                    <a:pt x="2659416" y="567610"/>
                  </a:lnTo>
                  <a:lnTo>
                    <a:pt x="2657692" y="568484"/>
                  </a:lnTo>
                  <a:lnTo>
                    <a:pt x="2656830" y="568921"/>
                  </a:lnTo>
                  <a:lnTo>
                    <a:pt x="2655623" y="569533"/>
                  </a:lnTo>
                  <a:lnTo>
                    <a:pt x="2654933" y="569882"/>
                  </a:lnTo>
                  <a:lnTo>
                    <a:pt x="2654761" y="569969"/>
                  </a:lnTo>
                  <a:lnTo>
                    <a:pt x="2653726" y="570494"/>
                  </a:lnTo>
                  <a:lnTo>
                    <a:pt x="2653382" y="570669"/>
                  </a:lnTo>
                  <a:lnTo>
                    <a:pt x="2652520" y="571105"/>
                  </a:lnTo>
                  <a:lnTo>
                    <a:pt x="2652002" y="571368"/>
                  </a:lnTo>
                  <a:lnTo>
                    <a:pt x="2649416" y="572678"/>
                  </a:lnTo>
                  <a:lnTo>
                    <a:pt x="2648727" y="573028"/>
                  </a:lnTo>
                  <a:lnTo>
                    <a:pt x="2648382" y="573203"/>
                  </a:lnTo>
                  <a:lnTo>
                    <a:pt x="2647520" y="573640"/>
                  </a:lnTo>
                  <a:lnTo>
                    <a:pt x="2647175" y="573814"/>
                  </a:lnTo>
                  <a:lnTo>
                    <a:pt x="2646658" y="574077"/>
                  </a:lnTo>
                  <a:lnTo>
                    <a:pt x="2645796" y="574514"/>
                  </a:lnTo>
                  <a:lnTo>
                    <a:pt x="2645451" y="574688"/>
                  </a:lnTo>
                  <a:lnTo>
                    <a:pt x="2644761" y="575038"/>
                  </a:lnTo>
                  <a:lnTo>
                    <a:pt x="2644244" y="575300"/>
                  </a:lnTo>
                  <a:lnTo>
                    <a:pt x="2643727" y="575562"/>
                  </a:lnTo>
                  <a:lnTo>
                    <a:pt x="2642865" y="575999"/>
                  </a:lnTo>
                  <a:lnTo>
                    <a:pt x="2642692" y="576087"/>
                  </a:lnTo>
                  <a:lnTo>
                    <a:pt x="2641141" y="576873"/>
                  </a:lnTo>
                  <a:lnTo>
                    <a:pt x="2640796" y="577048"/>
                  </a:lnTo>
                  <a:lnTo>
                    <a:pt x="2640451" y="577223"/>
                  </a:lnTo>
                  <a:lnTo>
                    <a:pt x="2637348" y="578797"/>
                  </a:lnTo>
                  <a:lnTo>
                    <a:pt x="2631830" y="581594"/>
                  </a:lnTo>
                  <a:lnTo>
                    <a:pt x="2629762" y="582643"/>
                  </a:lnTo>
                  <a:lnTo>
                    <a:pt x="2624762" y="585179"/>
                  </a:lnTo>
                  <a:lnTo>
                    <a:pt x="2619934" y="587627"/>
                  </a:lnTo>
                  <a:lnTo>
                    <a:pt x="2617348" y="588939"/>
                  </a:lnTo>
                  <a:lnTo>
                    <a:pt x="2610796" y="592262"/>
                  </a:lnTo>
                  <a:lnTo>
                    <a:pt x="2609934" y="592700"/>
                  </a:lnTo>
                  <a:lnTo>
                    <a:pt x="2586142" y="604774"/>
                  </a:lnTo>
                  <a:lnTo>
                    <a:pt x="2584245" y="605737"/>
                  </a:lnTo>
                  <a:lnTo>
                    <a:pt x="2510109" y="643406"/>
                  </a:lnTo>
                  <a:lnTo>
                    <a:pt x="2507868" y="644546"/>
                  </a:lnTo>
                  <a:lnTo>
                    <a:pt x="2506489" y="645248"/>
                  </a:lnTo>
                  <a:lnTo>
                    <a:pt x="2501489" y="647791"/>
                  </a:lnTo>
                  <a:lnTo>
                    <a:pt x="2497179" y="649984"/>
                  </a:lnTo>
                  <a:lnTo>
                    <a:pt x="2496144" y="650510"/>
                  </a:lnTo>
                  <a:lnTo>
                    <a:pt x="2495972" y="650598"/>
                  </a:lnTo>
                  <a:lnTo>
                    <a:pt x="2495627" y="650773"/>
                  </a:lnTo>
                  <a:lnTo>
                    <a:pt x="2494765" y="651212"/>
                  </a:lnTo>
                  <a:lnTo>
                    <a:pt x="2492524" y="652352"/>
                  </a:lnTo>
                  <a:lnTo>
                    <a:pt x="2491144" y="653054"/>
                  </a:lnTo>
                  <a:lnTo>
                    <a:pt x="2489765" y="653756"/>
                  </a:lnTo>
                  <a:lnTo>
                    <a:pt x="2487524" y="654896"/>
                  </a:lnTo>
                  <a:lnTo>
                    <a:pt x="2487179" y="655072"/>
                  </a:lnTo>
                  <a:lnTo>
                    <a:pt x="2487006" y="655160"/>
                  </a:lnTo>
                  <a:lnTo>
                    <a:pt x="2485282" y="656037"/>
                  </a:lnTo>
                  <a:lnTo>
                    <a:pt x="2484420" y="656476"/>
                  </a:lnTo>
                  <a:lnTo>
                    <a:pt x="2483213" y="657090"/>
                  </a:lnTo>
                  <a:lnTo>
                    <a:pt x="2482524" y="657441"/>
                  </a:lnTo>
                  <a:lnTo>
                    <a:pt x="2482351" y="657528"/>
                  </a:lnTo>
                  <a:lnTo>
                    <a:pt x="2481317" y="658055"/>
                  </a:lnTo>
                  <a:lnTo>
                    <a:pt x="2480972" y="658230"/>
                  </a:lnTo>
                  <a:lnTo>
                    <a:pt x="2480110" y="658669"/>
                  </a:lnTo>
                  <a:lnTo>
                    <a:pt x="2479593" y="658932"/>
                  </a:lnTo>
                  <a:lnTo>
                    <a:pt x="2477007" y="660249"/>
                  </a:lnTo>
                  <a:lnTo>
                    <a:pt x="2476317" y="660600"/>
                  </a:lnTo>
                  <a:lnTo>
                    <a:pt x="2475972" y="660775"/>
                  </a:lnTo>
                  <a:lnTo>
                    <a:pt x="2475110" y="661214"/>
                  </a:lnTo>
                  <a:lnTo>
                    <a:pt x="2474765" y="661390"/>
                  </a:lnTo>
                  <a:lnTo>
                    <a:pt x="2474248" y="661653"/>
                  </a:lnTo>
                  <a:lnTo>
                    <a:pt x="2473386" y="662092"/>
                  </a:lnTo>
                  <a:lnTo>
                    <a:pt x="2473041" y="662267"/>
                  </a:lnTo>
                  <a:lnTo>
                    <a:pt x="2472352" y="662618"/>
                  </a:lnTo>
                  <a:lnTo>
                    <a:pt x="2471834" y="662882"/>
                  </a:lnTo>
                  <a:lnTo>
                    <a:pt x="2471317" y="663145"/>
                  </a:lnTo>
                  <a:lnTo>
                    <a:pt x="2470455" y="663584"/>
                  </a:lnTo>
                  <a:lnTo>
                    <a:pt x="2470283" y="663672"/>
                  </a:lnTo>
                  <a:lnTo>
                    <a:pt x="2468731" y="664462"/>
                  </a:lnTo>
                  <a:lnTo>
                    <a:pt x="2468386" y="664637"/>
                  </a:lnTo>
                  <a:lnTo>
                    <a:pt x="2468041" y="664813"/>
                  </a:lnTo>
                  <a:lnTo>
                    <a:pt x="2464938" y="666393"/>
                  </a:lnTo>
                  <a:lnTo>
                    <a:pt x="2459421" y="669202"/>
                  </a:lnTo>
                  <a:lnTo>
                    <a:pt x="2457352" y="670256"/>
                  </a:lnTo>
                  <a:lnTo>
                    <a:pt x="2452352" y="672802"/>
                  </a:lnTo>
                  <a:lnTo>
                    <a:pt x="2447525" y="675261"/>
                  </a:lnTo>
                  <a:lnTo>
                    <a:pt x="2444939" y="676578"/>
                  </a:lnTo>
                  <a:lnTo>
                    <a:pt x="2438387" y="679916"/>
                  </a:lnTo>
                  <a:lnTo>
                    <a:pt x="2437525" y="680355"/>
                  </a:lnTo>
                  <a:lnTo>
                    <a:pt x="2413732" y="692482"/>
                  </a:lnTo>
                  <a:lnTo>
                    <a:pt x="2411836" y="693449"/>
                  </a:lnTo>
                  <a:lnTo>
                    <a:pt x="2337700" y="731285"/>
                  </a:lnTo>
                  <a:lnTo>
                    <a:pt x="2335458" y="732431"/>
                  </a:lnTo>
                  <a:lnTo>
                    <a:pt x="2334079" y="733135"/>
                  </a:lnTo>
                  <a:lnTo>
                    <a:pt x="2329079" y="735690"/>
                  </a:lnTo>
                  <a:lnTo>
                    <a:pt x="2324769" y="737893"/>
                  </a:lnTo>
                  <a:lnTo>
                    <a:pt x="2323735" y="738421"/>
                  </a:lnTo>
                  <a:lnTo>
                    <a:pt x="2323562" y="738509"/>
                  </a:lnTo>
                  <a:lnTo>
                    <a:pt x="2323217" y="738686"/>
                  </a:lnTo>
                  <a:lnTo>
                    <a:pt x="2322355" y="739126"/>
                  </a:lnTo>
                  <a:lnTo>
                    <a:pt x="2320114" y="740272"/>
                  </a:lnTo>
                  <a:lnTo>
                    <a:pt x="2318735" y="740977"/>
                  </a:lnTo>
                  <a:lnTo>
                    <a:pt x="2317356" y="741682"/>
                  </a:lnTo>
                  <a:lnTo>
                    <a:pt x="2315114" y="742827"/>
                  </a:lnTo>
                  <a:lnTo>
                    <a:pt x="2314769" y="743004"/>
                  </a:lnTo>
                  <a:lnTo>
                    <a:pt x="2314597" y="743092"/>
                  </a:lnTo>
                  <a:lnTo>
                    <a:pt x="2312873" y="743973"/>
                  </a:lnTo>
                  <a:lnTo>
                    <a:pt x="2312011" y="744414"/>
                  </a:lnTo>
                  <a:lnTo>
                    <a:pt x="2310804" y="745031"/>
                  </a:lnTo>
                  <a:lnTo>
                    <a:pt x="2310114" y="745384"/>
                  </a:lnTo>
                  <a:lnTo>
                    <a:pt x="2309942" y="745472"/>
                  </a:lnTo>
                  <a:lnTo>
                    <a:pt x="2308907" y="746001"/>
                  </a:lnTo>
                  <a:lnTo>
                    <a:pt x="2308563" y="746177"/>
                  </a:lnTo>
                  <a:lnTo>
                    <a:pt x="2307701" y="746618"/>
                  </a:lnTo>
                  <a:lnTo>
                    <a:pt x="2307183" y="746882"/>
                  </a:lnTo>
                  <a:lnTo>
                    <a:pt x="2304597" y="748204"/>
                  </a:lnTo>
                  <a:lnTo>
                    <a:pt x="2303908" y="748557"/>
                  </a:lnTo>
                  <a:lnTo>
                    <a:pt x="2303563" y="748733"/>
                  </a:lnTo>
                  <a:lnTo>
                    <a:pt x="2302701" y="749174"/>
                  </a:lnTo>
                  <a:lnTo>
                    <a:pt x="2302356" y="749351"/>
                  </a:lnTo>
                  <a:lnTo>
                    <a:pt x="2301839" y="749615"/>
                  </a:lnTo>
                  <a:lnTo>
                    <a:pt x="2300977" y="750056"/>
                  </a:lnTo>
                  <a:lnTo>
                    <a:pt x="2300632" y="750232"/>
                  </a:lnTo>
                  <a:lnTo>
                    <a:pt x="2299942" y="750585"/>
                  </a:lnTo>
                  <a:lnTo>
                    <a:pt x="2299425" y="750849"/>
                  </a:lnTo>
                  <a:lnTo>
                    <a:pt x="2298908" y="751114"/>
                  </a:lnTo>
                  <a:lnTo>
                    <a:pt x="2298046" y="751555"/>
                  </a:lnTo>
                  <a:lnTo>
                    <a:pt x="2297873" y="751643"/>
                  </a:lnTo>
                  <a:lnTo>
                    <a:pt x="2296322" y="752437"/>
                  </a:lnTo>
                  <a:lnTo>
                    <a:pt x="2295977" y="752613"/>
                  </a:lnTo>
                  <a:lnTo>
                    <a:pt x="2295632" y="752789"/>
                  </a:lnTo>
                  <a:lnTo>
                    <a:pt x="2292529" y="754377"/>
                  </a:lnTo>
                  <a:lnTo>
                    <a:pt x="2287011" y="757199"/>
                  </a:lnTo>
                  <a:lnTo>
                    <a:pt x="2284943" y="758257"/>
                  </a:lnTo>
                  <a:lnTo>
                    <a:pt x="2279943" y="760816"/>
                  </a:lnTo>
                  <a:lnTo>
                    <a:pt x="2275115" y="763286"/>
                  </a:lnTo>
                  <a:lnTo>
                    <a:pt x="2272529" y="764609"/>
                  </a:lnTo>
                  <a:lnTo>
                    <a:pt x="2265977" y="767963"/>
                  </a:lnTo>
                  <a:lnTo>
                    <a:pt x="2265115" y="768404"/>
                  </a:lnTo>
                  <a:lnTo>
                    <a:pt x="2241323" y="780588"/>
                  </a:lnTo>
                  <a:lnTo>
                    <a:pt x="2239426" y="781559"/>
                  </a:lnTo>
                  <a:lnTo>
                    <a:pt x="2165290" y="819577"/>
                  </a:lnTo>
                  <a:lnTo>
                    <a:pt x="2163049" y="820728"/>
                  </a:lnTo>
                  <a:lnTo>
                    <a:pt x="2161670" y="821436"/>
                  </a:lnTo>
                  <a:lnTo>
                    <a:pt x="2156670" y="824003"/>
                  </a:lnTo>
                  <a:lnTo>
                    <a:pt x="2152360" y="826216"/>
                  </a:lnTo>
                  <a:lnTo>
                    <a:pt x="2151325" y="826748"/>
                  </a:lnTo>
                  <a:lnTo>
                    <a:pt x="2151153" y="826836"/>
                  </a:lnTo>
                  <a:lnTo>
                    <a:pt x="2150808" y="827013"/>
                  </a:lnTo>
                  <a:lnTo>
                    <a:pt x="2149946" y="827456"/>
                  </a:lnTo>
                  <a:lnTo>
                    <a:pt x="2147705" y="828607"/>
                  </a:lnTo>
                  <a:lnTo>
                    <a:pt x="2146325" y="829316"/>
                  </a:lnTo>
                  <a:lnTo>
                    <a:pt x="2144946" y="830024"/>
                  </a:lnTo>
                  <a:lnTo>
                    <a:pt x="2142705" y="831175"/>
                  </a:lnTo>
                  <a:lnTo>
                    <a:pt x="2142360" y="831353"/>
                  </a:lnTo>
                  <a:lnTo>
                    <a:pt x="2142187" y="831441"/>
                  </a:lnTo>
                  <a:lnTo>
                    <a:pt x="2140463" y="832327"/>
                  </a:lnTo>
                  <a:lnTo>
                    <a:pt x="2139601" y="832770"/>
                  </a:lnTo>
                  <a:lnTo>
                    <a:pt x="2138394" y="833390"/>
                  </a:lnTo>
                  <a:lnTo>
                    <a:pt x="2137705" y="833744"/>
                  </a:lnTo>
                  <a:lnTo>
                    <a:pt x="2137532" y="833833"/>
                  </a:lnTo>
                  <a:lnTo>
                    <a:pt x="2136498" y="834364"/>
                  </a:lnTo>
                  <a:lnTo>
                    <a:pt x="2136153" y="834541"/>
                  </a:lnTo>
                  <a:lnTo>
                    <a:pt x="2135291" y="834984"/>
                  </a:lnTo>
                  <a:lnTo>
                    <a:pt x="2134774" y="835250"/>
                  </a:lnTo>
                  <a:lnTo>
                    <a:pt x="2132188" y="836579"/>
                  </a:lnTo>
                  <a:lnTo>
                    <a:pt x="2131498" y="836933"/>
                  </a:lnTo>
                  <a:lnTo>
                    <a:pt x="2131153" y="837110"/>
                  </a:lnTo>
                  <a:lnTo>
                    <a:pt x="2130291" y="837553"/>
                  </a:lnTo>
                  <a:lnTo>
                    <a:pt x="2129946" y="837731"/>
                  </a:lnTo>
                  <a:lnTo>
                    <a:pt x="2129429" y="837996"/>
                  </a:lnTo>
                  <a:lnTo>
                    <a:pt x="2128567" y="838439"/>
                  </a:lnTo>
                  <a:lnTo>
                    <a:pt x="2128222" y="838617"/>
                  </a:lnTo>
                  <a:lnTo>
                    <a:pt x="2127533" y="838971"/>
                  </a:lnTo>
                  <a:lnTo>
                    <a:pt x="2127015" y="839237"/>
                  </a:lnTo>
                  <a:lnTo>
                    <a:pt x="2126498" y="839503"/>
                  </a:lnTo>
                  <a:lnTo>
                    <a:pt x="2125636" y="839946"/>
                  </a:lnTo>
                  <a:lnTo>
                    <a:pt x="2125464" y="840034"/>
                  </a:lnTo>
                  <a:lnTo>
                    <a:pt x="2123912" y="840832"/>
                  </a:lnTo>
                  <a:lnTo>
                    <a:pt x="2123567" y="841009"/>
                  </a:lnTo>
                  <a:lnTo>
                    <a:pt x="2123222" y="841186"/>
                  </a:lnTo>
                  <a:lnTo>
                    <a:pt x="2120119" y="842781"/>
                  </a:lnTo>
                  <a:lnTo>
                    <a:pt x="2114602" y="845618"/>
                  </a:lnTo>
                  <a:lnTo>
                    <a:pt x="2112533" y="846681"/>
                  </a:lnTo>
                  <a:lnTo>
                    <a:pt x="2107533" y="849252"/>
                  </a:lnTo>
                  <a:lnTo>
                    <a:pt x="2102706" y="851735"/>
                  </a:lnTo>
                  <a:lnTo>
                    <a:pt x="2100120" y="853065"/>
                  </a:lnTo>
                  <a:lnTo>
                    <a:pt x="2093568" y="856435"/>
                  </a:lnTo>
                  <a:lnTo>
                    <a:pt x="2092706" y="856879"/>
                  </a:lnTo>
                  <a:lnTo>
                    <a:pt x="2068913" y="869123"/>
                  </a:lnTo>
                  <a:lnTo>
                    <a:pt x="2067017" y="870100"/>
                  </a:lnTo>
                  <a:lnTo>
                    <a:pt x="1992881" y="908311"/>
                  </a:lnTo>
                  <a:lnTo>
                    <a:pt x="1990640" y="909468"/>
                  </a:lnTo>
                  <a:lnTo>
                    <a:pt x="1989260" y="910179"/>
                  </a:lnTo>
                  <a:lnTo>
                    <a:pt x="1984260" y="912760"/>
                  </a:lnTo>
                  <a:lnTo>
                    <a:pt x="1979950" y="914985"/>
                  </a:lnTo>
                  <a:lnTo>
                    <a:pt x="1978916" y="915519"/>
                  </a:lnTo>
                  <a:lnTo>
                    <a:pt x="1978743" y="915608"/>
                  </a:lnTo>
                  <a:lnTo>
                    <a:pt x="1978398" y="915786"/>
                  </a:lnTo>
                  <a:lnTo>
                    <a:pt x="1977536" y="916231"/>
                  </a:lnTo>
                  <a:lnTo>
                    <a:pt x="1975295" y="917388"/>
                  </a:lnTo>
                  <a:lnTo>
                    <a:pt x="1973916" y="918100"/>
                  </a:lnTo>
                  <a:lnTo>
                    <a:pt x="1972537" y="918812"/>
                  </a:lnTo>
                  <a:lnTo>
                    <a:pt x="1970295" y="919969"/>
                  </a:lnTo>
                  <a:lnTo>
                    <a:pt x="1969950" y="920147"/>
                  </a:lnTo>
                  <a:lnTo>
                    <a:pt x="1969778" y="920236"/>
                  </a:lnTo>
                  <a:lnTo>
                    <a:pt x="1968054" y="921127"/>
                  </a:lnTo>
                  <a:lnTo>
                    <a:pt x="1967192" y="921572"/>
                  </a:lnTo>
                  <a:lnTo>
                    <a:pt x="1965985" y="922195"/>
                  </a:lnTo>
                  <a:lnTo>
                    <a:pt x="1965295" y="922551"/>
                  </a:lnTo>
                  <a:lnTo>
                    <a:pt x="1965123" y="922640"/>
                  </a:lnTo>
                  <a:lnTo>
                    <a:pt x="1964088" y="923174"/>
                  </a:lnTo>
                  <a:lnTo>
                    <a:pt x="1963744" y="923352"/>
                  </a:lnTo>
                  <a:lnTo>
                    <a:pt x="1962882" y="923798"/>
                  </a:lnTo>
                  <a:lnTo>
                    <a:pt x="1962364" y="924065"/>
                  </a:lnTo>
                  <a:lnTo>
                    <a:pt x="1959778" y="925401"/>
                  </a:lnTo>
                  <a:lnTo>
                    <a:pt x="1959089" y="925757"/>
                  </a:lnTo>
                  <a:lnTo>
                    <a:pt x="1958744" y="925935"/>
                  </a:lnTo>
                  <a:lnTo>
                    <a:pt x="1957882" y="926380"/>
                  </a:lnTo>
                  <a:lnTo>
                    <a:pt x="1957537" y="926558"/>
                  </a:lnTo>
                  <a:lnTo>
                    <a:pt x="1957020" y="926825"/>
                  </a:lnTo>
                  <a:lnTo>
                    <a:pt x="1956158" y="927271"/>
                  </a:lnTo>
                  <a:lnTo>
                    <a:pt x="1955813" y="927449"/>
                  </a:lnTo>
                  <a:lnTo>
                    <a:pt x="1955123" y="927805"/>
                  </a:lnTo>
                  <a:lnTo>
                    <a:pt x="1954606" y="928072"/>
                  </a:lnTo>
                  <a:lnTo>
                    <a:pt x="1954089" y="928340"/>
                  </a:lnTo>
                  <a:lnTo>
                    <a:pt x="1953227" y="928785"/>
                  </a:lnTo>
                  <a:lnTo>
                    <a:pt x="1953054" y="928874"/>
                  </a:lnTo>
                  <a:lnTo>
                    <a:pt x="1951503" y="929676"/>
                  </a:lnTo>
                  <a:lnTo>
                    <a:pt x="1951158" y="929854"/>
                  </a:lnTo>
                  <a:lnTo>
                    <a:pt x="1950813" y="930032"/>
                  </a:lnTo>
                  <a:lnTo>
                    <a:pt x="1947710" y="931635"/>
                  </a:lnTo>
                  <a:lnTo>
                    <a:pt x="1942192" y="934486"/>
                  </a:lnTo>
                  <a:lnTo>
                    <a:pt x="1940124" y="935556"/>
                  </a:lnTo>
                  <a:lnTo>
                    <a:pt x="1935124" y="938140"/>
                  </a:lnTo>
                  <a:lnTo>
                    <a:pt x="1930296" y="940636"/>
                  </a:lnTo>
                  <a:lnTo>
                    <a:pt x="1927710" y="941973"/>
                  </a:lnTo>
                  <a:lnTo>
                    <a:pt x="1921158" y="945360"/>
                  </a:lnTo>
                  <a:lnTo>
                    <a:pt x="1920296" y="945806"/>
                  </a:lnTo>
                  <a:lnTo>
                    <a:pt x="1896504" y="958115"/>
                  </a:lnTo>
                  <a:lnTo>
                    <a:pt x="1894607" y="959096"/>
                  </a:lnTo>
                  <a:lnTo>
                    <a:pt x="1820471" y="997510"/>
                  </a:lnTo>
                  <a:lnTo>
                    <a:pt x="1818230" y="998673"/>
                  </a:lnTo>
                  <a:lnTo>
                    <a:pt x="1816851" y="999388"/>
                  </a:lnTo>
                  <a:lnTo>
                    <a:pt x="1811851" y="1001983"/>
                  </a:lnTo>
                  <a:lnTo>
                    <a:pt x="1807541" y="1004219"/>
                  </a:lnTo>
                  <a:lnTo>
                    <a:pt x="1806506" y="1004756"/>
                  </a:lnTo>
                  <a:lnTo>
                    <a:pt x="1806334" y="1004846"/>
                  </a:lnTo>
                  <a:lnTo>
                    <a:pt x="1805989" y="1005025"/>
                  </a:lnTo>
                  <a:lnTo>
                    <a:pt x="1805127" y="1005472"/>
                  </a:lnTo>
                  <a:lnTo>
                    <a:pt x="1802886" y="1006635"/>
                  </a:lnTo>
                  <a:lnTo>
                    <a:pt x="1801506" y="1007351"/>
                  </a:lnTo>
                  <a:lnTo>
                    <a:pt x="1800127" y="1008067"/>
                  </a:lnTo>
                  <a:lnTo>
                    <a:pt x="1797886" y="1009231"/>
                  </a:lnTo>
                  <a:lnTo>
                    <a:pt x="1797541" y="1009410"/>
                  </a:lnTo>
                  <a:lnTo>
                    <a:pt x="1797368" y="1009499"/>
                  </a:lnTo>
                  <a:lnTo>
                    <a:pt x="1795644" y="1010394"/>
                  </a:lnTo>
                  <a:lnTo>
                    <a:pt x="1794782" y="1010842"/>
                  </a:lnTo>
                  <a:lnTo>
                    <a:pt x="1793575" y="1011468"/>
                  </a:lnTo>
                  <a:lnTo>
                    <a:pt x="1792886" y="1011826"/>
                  </a:lnTo>
                  <a:lnTo>
                    <a:pt x="1792713" y="1011916"/>
                  </a:lnTo>
                  <a:lnTo>
                    <a:pt x="1791679" y="1012453"/>
                  </a:lnTo>
                  <a:lnTo>
                    <a:pt x="1791334" y="1012632"/>
                  </a:lnTo>
                  <a:lnTo>
                    <a:pt x="1790472" y="1013079"/>
                  </a:lnTo>
                  <a:lnTo>
                    <a:pt x="1789955" y="1013348"/>
                  </a:lnTo>
                  <a:lnTo>
                    <a:pt x="1787369" y="1014691"/>
                  </a:lnTo>
                  <a:lnTo>
                    <a:pt x="1786679" y="1015049"/>
                  </a:lnTo>
                  <a:lnTo>
                    <a:pt x="1786334" y="1015228"/>
                  </a:lnTo>
                  <a:lnTo>
                    <a:pt x="1785472" y="1015676"/>
                  </a:lnTo>
                  <a:lnTo>
                    <a:pt x="1785127" y="1015855"/>
                  </a:lnTo>
                  <a:lnTo>
                    <a:pt x="1784610" y="1016123"/>
                  </a:lnTo>
                  <a:lnTo>
                    <a:pt x="1783748" y="1016571"/>
                  </a:lnTo>
                  <a:lnTo>
                    <a:pt x="1783403" y="1016750"/>
                  </a:lnTo>
                  <a:lnTo>
                    <a:pt x="1782714" y="1017108"/>
                  </a:lnTo>
                  <a:lnTo>
                    <a:pt x="1782196" y="1017377"/>
                  </a:lnTo>
                  <a:lnTo>
                    <a:pt x="1781679" y="1017646"/>
                  </a:lnTo>
                  <a:lnTo>
                    <a:pt x="1780817" y="1018093"/>
                  </a:lnTo>
                  <a:lnTo>
                    <a:pt x="1780645" y="1018183"/>
                  </a:lnTo>
                  <a:lnTo>
                    <a:pt x="1779093" y="1018989"/>
                  </a:lnTo>
                  <a:lnTo>
                    <a:pt x="1778748" y="1019168"/>
                  </a:lnTo>
                  <a:lnTo>
                    <a:pt x="1778403" y="1019347"/>
                  </a:lnTo>
                  <a:lnTo>
                    <a:pt x="1775300" y="1020959"/>
                  </a:lnTo>
                  <a:lnTo>
                    <a:pt x="1769783" y="1023825"/>
                  </a:lnTo>
                  <a:lnTo>
                    <a:pt x="1767714" y="1024900"/>
                  </a:lnTo>
                  <a:lnTo>
                    <a:pt x="1762714" y="1027499"/>
                  </a:lnTo>
                  <a:lnTo>
                    <a:pt x="1757887" y="1030007"/>
                  </a:lnTo>
                  <a:lnTo>
                    <a:pt x="1755301" y="1031352"/>
                  </a:lnTo>
                  <a:lnTo>
                    <a:pt x="1748749" y="1034758"/>
                  </a:lnTo>
                  <a:lnTo>
                    <a:pt x="1747887" y="1035206"/>
                  </a:lnTo>
                  <a:lnTo>
                    <a:pt x="1724094" y="1047581"/>
                  </a:lnTo>
                  <a:lnTo>
                    <a:pt x="1722198" y="1048567"/>
                  </a:lnTo>
                  <a:lnTo>
                    <a:pt x="1648062" y="1087188"/>
                  </a:lnTo>
                  <a:lnTo>
                    <a:pt x="1645821" y="1088357"/>
                  </a:lnTo>
                  <a:lnTo>
                    <a:pt x="1644441" y="1089077"/>
                  </a:lnTo>
                  <a:lnTo>
                    <a:pt x="1639441" y="1091685"/>
                  </a:lnTo>
                  <a:lnTo>
                    <a:pt x="1635131" y="1093933"/>
                  </a:lnTo>
                  <a:lnTo>
                    <a:pt x="1634097" y="1094473"/>
                  </a:lnTo>
                  <a:lnTo>
                    <a:pt x="1633924" y="1094563"/>
                  </a:lnTo>
                  <a:lnTo>
                    <a:pt x="1633579" y="1094743"/>
                  </a:lnTo>
                  <a:lnTo>
                    <a:pt x="1632717" y="1095193"/>
                  </a:lnTo>
                  <a:lnTo>
                    <a:pt x="1630476" y="1096362"/>
                  </a:lnTo>
                  <a:lnTo>
                    <a:pt x="1629097" y="1097082"/>
                  </a:lnTo>
                  <a:lnTo>
                    <a:pt x="1627718" y="1097802"/>
                  </a:lnTo>
                  <a:lnTo>
                    <a:pt x="1625476" y="1098972"/>
                  </a:lnTo>
                  <a:lnTo>
                    <a:pt x="1625131" y="1099152"/>
                  </a:lnTo>
                  <a:lnTo>
                    <a:pt x="1624959" y="1099242"/>
                  </a:lnTo>
                  <a:lnTo>
                    <a:pt x="1623235" y="1100142"/>
                  </a:lnTo>
                  <a:lnTo>
                    <a:pt x="1622373" y="1100591"/>
                  </a:lnTo>
                  <a:lnTo>
                    <a:pt x="1621166" y="1101221"/>
                  </a:lnTo>
                  <a:lnTo>
                    <a:pt x="1620476" y="1101581"/>
                  </a:lnTo>
                  <a:lnTo>
                    <a:pt x="1620304" y="1101671"/>
                  </a:lnTo>
                  <a:lnTo>
                    <a:pt x="1619269" y="1102211"/>
                  </a:lnTo>
                  <a:lnTo>
                    <a:pt x="1618925" y="1102391"/>
                  </a:lnTo>
                  <a:lnTo>
                    <a:pt x="1618063" y="1102841"/>
                  </a:lnTo>
                  <a:lnTo>
                    <a:pt x="1617545" y="1103111"/>
                  </a:lnTo>
                  <a:lnTo>
                    <a:pt x="1614959" y="1104462"/>
                  </a:lnTo>
                  <a:lnTo>
                    <a:pt x="1614270" y="1104822"/>
                  </a:lnTo>
                  <a:lnTo>
                    <a:pt x="1613925" y="1105002"/>
                  </a:lnTo>
                  <a:lnTo>
                    <a:pt x="1613063" y="1105452"/>
                  </a:lnTo>
                  <a:lnTo>
                    <a:pt x="1612718" y="1105632"/>
                  </a:lnTo>
                  <a:lnTo>
                    <a:pt x="1612201" y="1105902"/>
                  </a:lnTo>
                  <a:lnTo>
                    <a:pt x="1611339" y="1106352"/>
                  </a:lnTo>
                  <a:lnTo>
                    <a:pt x="1610994" y="1106532"/>
                  </a:lnTo>
                  <a:lnTo>
                    <a:pt x="1610304" y="1106892"/>
                  </a:lnTo>
                  <a:lnTo>
                    <a:pt x="1609787" y="1107162"/>
                  </a:lnTo>
                  <a:lnTo>
                    <a:pt x="1609270" y="1107432"/>
                  </a:lnTo>
                  <a:lnTo>
                    <a:pt x="1608408" y="1107882"/>
                  </a:lnTo>
                  <a:lnTo>
                    <a:pt x="1608235" y="1107972"/>
                  </a:lnTo>
                  <a:lnTo>
                    <a:pt x="1606684" y="1108783"/>
                  </a:lnTo>
                  <a:lnTo>
                    <a:pt x="1606339" y="1108963"/>
                  </a:lnTo>
                  <a:lnTo>
                    <a:pt x="1605994" y="1109143"/>
                  </a:lnTo>
                  <a:lnTo>
                    <a:pt x="1602891" y="1110764"/>
                  </a:lnTo>
                  <a:lnTo>
                    <a:pt x="1597373" y="1113645"/>
                  </a:lnTo>
                  <a:lnTo>
                    <a:pt x="1595305" y="1114726"/>
                  </a:lnTo>
                  <a:lnTo>
                    <a:pt x="1590305" y="1117338"/>
                  </a:lnTo>
                  <a:lnTo>
                    <a:pt x="1585477" y="1119861"/>
                  </a:lnTo>
                  <a:lnTo>
                    <a:pt x="1582891" y="1121212"/>
                  </a:lnTo>
                  <a:lnTo>
                    <a:pt x="1576339" y="1124636"/>
                  </a:lnTo>
                  <a:lnTo>
                    <a:pt x="1575477" y="1125087"/>
                  </a:lnTo>
                  <a:lnTo>
                    <a:pt x="1551685" y="1137528"/>
                  </a:lnTo>
                  <a:lnTo>
                    <a:pt x="1549788" y="1138520"/>
                  </a:lnTo>
                  <a:lnTo>
                    <a:pt x="1475652" y="1177348"/>
                  </a:lnTo>
                  <a:lnTo>
                    <a:pt x="1473411" y="1178523"/>
                  </a:lnTo>
                  <a:lnTo>
                    <a:pt x="1472032" y="1179246"/>
                  </a:lnTo>
                  <a:lnTo>
                    <a:pt x="1467032" y="1181869"/>
                  </a:lnTo>
                  <a:lnTo>
                    <a:pt x="1462722" y="1184129"/>
                  </a:lnTo>
                  <a:lnTo>
                    <a:pt x="1461687" y="1184672"/>
                  </a:lnTo>
                  <a:lnTo>
                    <a:pt x="1461515" y="1184762"/>
                  </a:lnTo>
                  <a:lnTo>
                    <a:pt x="1461170" y="1184943"/>
                  </a:lnTo>
                  <a:lnTo>
                    <a:pt x="1460308" y="1185395"/>
                  </a:lnTo>
                  <a:lnTo>
                    <a:pt x="1458067" y="1186571"/>
                  </a:lnTo>
                  <a:lnTo>
                    <a:pt x="1456687" y="1187295"/>
                  </a:lnTo>
                  <a:lnTo>
                    <a:pt x="1455308" y="1188018"/>
                  </a:lnTo>
                  <a:lnTo>
                    <a:pt x="1453067" y="1189194"/>
                  </a:lnTo>
                  <a:lnTo>
                    <a:pt x="1452722" y="1189375"/>
                  </a:lnTo>
                  <a:lnTo>
                    <a:pt x="1452549" y="1189466"/>
                  </a:lnTo>
                  <a:lnTo>
                    <a:pt x="1450825" y="1190370"/>
                  </a:lnTo>
                  <a:lnTo>
                    <a:pt x="1449963" y="1190823"/>
                  </a:lnTo>
                  <a:lnTo>
                    <a:pt x="1448756" y="1191456"/>
                  </a:lnTo>
                  <a:lnTo>
                    <a:pt x="1448067" y="1191818"/>
                  </a:lnTo>
                  <a:lnTo>
                    <a:pt x="1447894" y="1191908"/>
                  </a:lnTo>
                  <a:lnTo>
                    <a:pt x="1446860" y="1192451"/>
                  </a:lnTo>
                  <a:lnTo>
                    <a:pt x="1446515" y="1192632"/>
                  </a:lnTo>
                  <a:lnTo>
                    <a:pt x="1445653" y="1193085"/>
                  </a:lnTo>
                  <a:lnTo>
                    <a:pt x="1445136" y="1193356"/>
                  </a:lnTo>
                  <a:lnTo>
                    <a:pt x="1442550" y="1194713"/>
                  </a:lnTo>
                  <a:lnTo>
                    <a:pt x="1441860" y="1195075"/>
                  </a:lnTo>
                  <a:lnTo>
                    <a:pt x="1441515" y="1195256"/>
                  </a:lnTo>
                  <a:lnTo>
                    <a:pt x="1440653" y="1195709"/>
                  </a:lnTo>
                  <a:lnTo>
                    <a:pt x="1440308" y="1195890"/>
                  </a:lnTo>
                  <a:lnTo>
                    <a:pt x="1439791" y="1196161"/>
                  </a:lnTo>
                  <a:lnTo>
                    <a:pt x="1438929" y="1196614"/>
                  </a:lnTo>
                  <a:lnTo>
                    <a:pt x="1438584" y="1196795"/>
                  </a:lnTo>
                  <a:lnTo>
                    <a:pt x="1437895" y="1197157"/>
                  </a:lnTo>
                  <a:lnTo>
                    <a:pt x="1437377" y="1197428"/>
                  </a:lnTo>
                  <a:lnTo>
                    <a:pt x="1436860" y="1197700"/>
                  </a:lnTo>
                  <a:lnTo>
                    <a:pt x="1435998" y="1198152"/>
                  </a:lnTo>
                  <a:lnTo>
                    <a:pt x="1435826" y="1198243"/>
                  </a:lnTo>
                  <a:lnTo>
                    <a:pt x="1434274" y="1199057"/>
                  </a:lnTo>
                  <a:lnTo>
                    <a:pt x="1433929" y="1199238"/>
                  </a:lnTo>
                  <a:lnTo>
                    <a:pt x="1433584" y="1199419"/>
                  </a:lnTo>
                  <a:lnTo>
                    <a:pt x="1430481" y="1201049"/>
                  </a:lnTo>
                  <a:lnTo>
                    <a:pt x="1424964" y="1203946"/>
                  </a:lnTo>
                  <a:lnTo>
                    <a:pt x="1422895" y="1205032"/>
                  </a:lnTo>
                  <a:lnTo>
                    <a:pt x="1417895" y="1207658"/>
                  </a:lnTo>
                  <a:lnTo>
                    <a:pt x="1413068" y="1210194"/>
                  </a:lnTo>
                  <a:lnTo>
                    <a:pt x="1410482" y="1211553"/>
                  </a:lnTo>
                  <a:lnTo>
                    <a:pt x="1403930" y="1214995"/>
                  </a:lnTo>
                  <a:lnTo>
                    <a:pt x="1403068" y="1215448"/>
                  </a:lnTo>
                  <a:lnTo>
                    <a:pt x="1379275" y="1227955"/>
                  </a:lnTo>
                  <a:lnTo>
                    <a:pt x="1377379" y="1228952"/>
                  </a:lnTo>
                  <a:lnTo>
                    <a:pt x="1303243" y="1267982"/>
                  </a:lnTo>
                  <a:lnTo>
                    <a:pt x="1301002" y="1269163"/>
                  </a:lnTo>
                  <a:lnTo>
                    <a:pt x="1299622" y="1269890"/>
                  </a:lnTo>
                  <a:lnTo>
                    <a:pt x="1294622" y="1272526"/>
                  </a:lnTo>
                  <a:lnTo>
                    <a:pt x="1290312" y="1274798"/>
                  </a:lnTo>
                  <a:lnTo>
                    <a:pt x="1289278" y="1275343"/>
                  </a:lnTo>
                  <a:lnTo>
                    <a:pt x="1289105" y="1275434"/>
                  </a:lnTo>
                  <a:lnTo>
                    <a:pt x="1288760" y="1275616"/>
                  </a:lnTo>
                  <a:lnTo>
                    <a:pt x="1287898" y="1276071"/>
                  </a:lnTo>
                  <a:lnTo>
                    <a:pt x="1285657" y="1277252"/>
                  </a:lnTo>
                  <a:lnTo>
                    <a:pt x="1284278" y="1277980"/>
                  </a:lnTo>
                  <a:lnTo>
                    <a:pt x="1282899" y="1278707"/>
                  </a:lnTo>
                  <a:lnTo>
                    <a:pt x="1280657" y="1279889"/>
                  </a:lnTo>
                  <a:lnTo>
                    <a:pt x="1280312" y="1280071"/>
                  </a:lnTo>
                  <a:lnTo>
                    <a:pt x="1280140" y="1280162"/>
                  </a:lnTo>
                  <a:lnTo>
                    <a:pt x="1278416" y="1281071"/>
                  </a:lnTo>
                  <a:lnTo>
                    <a:pt x="1277554" y="1281526"/>
                  </a:lnTo>
                  <a:lnTo>
                    <a:pt x="1276347" y="1282162"/>
                  </a:lnTo>
                  <a:lnTo>
                    <a:pt x="1275657" y="1282526"/>
                  </a:lnTo>
                  <a:lnTo>
                    <a:pt x="1275485" y="1282617"/>
                  </a:lnTo>
                  <a:lnTo>
                    <a:pt x="1274450" y="1283163"/>
                  </a:lnTo>
                  <a:lnTo>
                    <a:pt x="1274106" y="1283345"/>
                  </a:lnTo>
                  <a:lnTo>
                    <a:pt x="1273244" y="1283799"/>
                  </a:lnTo>
                  <a:lnTo>
                    <a:pt x="1272726" y="1284072"/>
                  </a:lnTo>
                  <a:lnTo>
                    <a:pt x="1270140" y="1285436"/>
                  </a:lnTo>
                  <a:lnTo>
                    <a:pt x="1269451" y="1285800"/>
                  </a:lnTo>
                  <a:lnTo>
                    <a:pt x="1269106" y="1285982"/>
                  </a:lnTo>
                  <a:lnTo>
                    <a:pt x="1268244" y="1286437"/>
                  </a:lnTo>
                  <a:lnTo>
                    <a:pt x="1267899" y="1286619"/>
                  </a:lnTo>
                  <a:lnTo>
                    <a:pt x="1267382" y="1286892"/>
                  </a:lnTo>
                  <a:lnTo>
                    <a:pt x="1266520" y="1287346"/>
                  </a:lnTo>
                  <a:lnTo>
                    <a:pt x="1266175" y="1287528"/>
                  </a:lnTo>
                  <a:lnTo>
                    <a:pt x="1265485" y="1287892"/>
                  </a:lnTo>
                  <a:lnTo>
                    <a:pt x="1264968" y="1288165"/>
                  </a:lnTo>
                  <a:lnTo>
                    <a:pt x="1264451" y="1288438"/>
                  </a:lnTo>
                  <a:lnTo>
                    <a:pt x="1263589" y="1288893"/>
                  </a:lnTo>
                  <a:lnTo>
                    <a:pt x="1263416" y="1288984"/>
                  </a:lnTo>
                  <a:lnTo>
                    <a:pt x="1261865" y="1289803"/>
                  </a:lnTo>
                  <a:lnTo>
                    <a:pt x="1261520" y="1289985"/>
                  </a:lnTo>
                  <a:lnTo>
                    <a:pt x="1261175" y="1290166"/>
                  </a:lnTo>
                  <a:lnTo>
                    <a:pt x="1258072" y="1291804"/>
                  </a:lnTo>
                  <a:lnTo>
                    <a:pt x="1252554" y="1294716"/>
                  </a:lnTo>
                  <a:lnTo>
                    <a:pt x="1250486" y="1295808"/>
                  </a:lnTo>
                  <a:lnTo>
                    <a:pt x="1245486" y="1298447"/>
                  </a:lnTo>
                  <a:lnTo>
                    <a:pt x="1240658" y="1300996"/>
                  </a:lnTo>
                  <a:lnTo>
                    <a:pt x="1238072" y="1302361"/>
                  </a:lnTo>
                  <a:lnTo>
                    <a:pt x="1231521" y="1305821"/>
                  </a:lnTo>
                  <a:lnTo>
                    <a:pt x="1230658" y="1306276"/>
                  </a:lnTo>
                  <a:lnTo>
                    <a:pt x="1206866" y="1318846"/>
                  </a:lnTo>
                  <a:lnTo>
                    <a:pt x="1204969" y="1319849"/>
                  </a:lnTo>
                  <a:lnTo>
                    <a:pt x="1130833" y="1359071"/>
                  </a:lnTo>
                  <a:lnTo>
                    <a:pt x="1128592" y="1360258"/>
                  </a:lnTo>
                  <a:lnTo>
                    <a:pt x="1127213" y="1360989"/>
                  </a:lnTo>
                  <a:lnTo>
                    <a:pt x="1122213" y="1363637"/>
                  </a:lnTo>
                  <a:lnTo>
                    <a:pt x="1117903" y="1365921"/>
                  </a:lnTo>
                  <a:lnTo>
                    <a:pt x="1116868" y="1366469"/>
                  </a:lnTo>
                  <a:lnTo>
                    <a:pt x="1116696" y="1366560"/>
                  </a:lnTo>
                  <a:lnTo>
                    <a:pt x="1116351" y="1366743"/>
                  </a:lnTo>
                  <a:lnTo>
                    <a:pt x="1115489" y="1367200"/>
                  </a:lnTo>
                  <a:lnTo>
                    <a:pt x="1113248" y="1368387"/>
                  </a:lnTo>
                  <a:lnTo>
                    <a:pt x="1111868" y="1369118"/>
                  </a:lnTo>
                  <a:lnTo>
                    <a:pt x="1110489" y="1369849"/>
                  </a:lnTo>
                  <a:lnTo>
                    <a:pt x="1108248" y="1371037"/>
                  </a:lnTo>
                  <a:lnTo>
                    <a:pt x="1107903" y="1371219"/>
                  </a:lnTo>
                  <a:lnTo>
                    <a:pt x="1107730" y="1371311"/>
                  </a:lnTo>
                  <a:lnTo>
                    <a:pt x="1106006" y="1372224"/>
                  </a:lnTo>
                  <a:lnTo>
                    <a:pt x="1105144" y="1372681"/>
                  </a:lnTo>
                  <a:lnTo>
                    <a:pt x="1103937" y="1373321"/>
                  </a:lnTo>
                  <a:lnTo>
                    <a:pt x="1103248" y="1373686"/>
                  </a:lnTo>
                  <a:lnTo>
                    <a:pt x="1103075" y="1373778"/>
                  </a:lnTo>
                  <a:lnTo>
                    <a:pt x="1102041" y="1374326"/>
                  </a:lnTo>
                  <a:lnTo>
                    <a:pt x="1101696" y="1374509"/>
                  </a:lnTo>
                  <a:lnTo>
                    <a:pt x="1100834" y="1374966"/>
                  </a:lnTo>
                  <a:lnTo>
                    <a:pt x="1100317" y="1375240"/>
                  </a:lnTo>
                  <a:lnTo>
                    <a:pt x="1097731" y="1376611"/>
                  </a:lnTo>
                  <a:lnTo>
                    <a:pt x="1097041" y="1376976"/>
                  </a:lnTo>
                  <a:lnTo>
                    <a:pt x="1096696" y="1377159"/>
                  </a:lnTo>
                  <a:lnTo>
                    <a:pt x="1095834" y="1377616"/>
                  </a:lnTo>
                  <a:lnTo>
                    <a:pt x="1095489" y="1377799"/>
                  </a:lnTo>
                  <a:lnTo>
                    <a:pt x="1094972" y="1378073"/>
                  </a:lnTo>
                  <a:lnTo>
                    <a:pt x="1094110" y="1378530"/>
                  </a:lnTo>
                  <a:lnTo>
                    <a:pt x="1093765" y="1378713"/>
                  </a:lnTo>
                  <a:lnTo>
                    <a:pt x="1093076" y="1379078"/>
                  </a:lnTo>
                  <a:lnTo>
                    <a:pt x="1092558" y="1379353"/>
                  </a:lnTo>
                  <a:lnTo>
                    <a:pt x="1092041" y="1379627"/>
                  </a:lnTo>
                  <a:lnTo>
                    <a:pt x="1091179" y="1380084"/>
                  </a:lnTo>
                  <a:lnTo>
                    <a:pt x="1091007" y="1380175"/>
                  </a:lnTo>
                  <a:lnTo>
                    <a:pt x="1089455" y="1380998"/>
                  </a:lnTo>
                  <a:lnTo>
                    <a:pt x="1089110" y="1381181"/>
                  </a:lnTo>
                  <a:lnTo>
                    <a:pt x="1088765" y="1381364"/>
                  </a:lnTo>
                  <a:lnTo>
                    <a:pt x="1085662" y="1383009"/>
                  </a:lnTo>
                  <a:lnTo>
                    <a:pt x="1080145" y="1385935"/>
                  </a:lnTo>
                  <a:lnTo>
                    <a:pt x="1078076" y="1387032"/>
                  </a:lnTo>
                  <a:lnTo>
                    <a:pt x="1073076" y="1389684"/>
                  </a:lnTo>
                  <a:lnTo>
                    <a:pt x="1068249" y="1392245"/>
                  </a:lnTo>
                  <a:lnTo>
                    <a:pt x="1065663" y="1393617"/>
                  </a:lnTo>
                  <a:lnTo>
                    <a:pt x="1059111" y="1397093"/>
                  </a:lnTo>
                  <a:lnTo>
                    <a:pt x="1058249" y="1397550"/>
                  </a:lnTo>
                  <a:lnTo>
                    <a:pt x="1034456" y="1410180"/>
                  </a:lnTo>
                  <a:lnTo>
                    <a:pt x="1032560" y="1411187"/>
                  </a:lnTo>
                  <a:lnTo>
                    <a:pt x="958424" y="1450591"/>
                  </a:lnTo>
                  <a:lnTo>
                    <a:pt x="956183" y="1451783"/>
                  </a:lnTo>
                  <a:lnTo>
                    <a:pt x="954803" y="1452517"/>
                  </a:lnTo>
                  <a:lnTo>
                    <a:pt x="949803" y="1455177"/>
                  </a:lnTo>
                  <a:lnTo>
                    <a:pt x="945493" y="1457471"/>
                  </a:lnTo>
                  <a:lnTo>
                    <a:pt x="944459" y="1458022"/>
                  </a:lnTo>
                  <a:lnTo>
                    <a:pt x="944286" y="1458113"/>
                  </a:lnTo>
                  <a:lnTo>
                    <a:pt x="943941" y="1458297"/>
                  </a:lnTo>
                  <a:lnTo>
                    <a:pt x="943079" y="1458756"/>
                  </a:lnTo>
                  <a:lnTo>
                    <a:pt x="940838" y="1459949"/>
                  </a:lnTo>
                  <a:lnTo>
                    <a:pt x="939459" y="1460683"/>
                  </a:lnTo>
                  <a:lnTo>
                    <a:pt x="938080" y="1461417"/>
                  </a:lnTo>
                  <a:lnTo>
                    <a:pt x="935838" y="1462610"/>
                  </a:lnTo>
                  <a:lnTo>
                    <a:pt x="935493" y="1462793"/>
                  </a:lnTo>
                  <a:lnTo>
                    <a:pt x="935321" y="1462885"/>
                  </a:lnTo>
                  <a:lnTo>
                    <a:pt x="933597" y="1463803"/>
                  </a:lnTo>
                  <a:lnTo>
                    <a:pt x="932735" y="1464262"/>
                  </a:lnTo>
                  <a:lnTo>
                    <a:pt x="931528" y="1464904"/>
                  </a:lnTo>
                  <a:lnTo>
                    <a:pt x="930838" y="1465272"/>
                  </a:lnTo>
                  <a:lnTo>
                    <a:pt x="930666" y="1465363"/>
                  </a:lnTo>
                  <a:lnTo>
                    <a:pt x="929631" y="1465914"/>
                  </a:lnTo>
                  <a:lnTo>
                    <a:pt x="929287" y="1466098"/>
                  </a:lnTo>
                  <a:lnTo>
                    <a:pt x="928425" y="1466557"/>
                  </a:lnTo>
                  <a:lnTo>
                    <a:pt x="927907" y="1466832"/>
                  </a:lnTo>
                  <a:lnTo>
                    <a:pt x="925321" y="1468209"/>
                  </a:lnTo>
                  <a:lnTo>
                    <a:pt x="924632" y="1468576"/>
                  </a:lnTo>
                  <a:lnTo>
                    <a:pt x="924287" y="1468760"/>
                  </a:lnTo>
                  <a:lnTo>
                    <a:pt x="923425" y="1469219"/>
                  </a:lnTo>
                  <a:lnTo>
                    <a:pt x="923080" y="1469402"/>
                  </a:lnTo>
                  <a:lnTo>
                    <a:pt x="922563" y="1469678"/>
                  </a:lnTo>
                  <a:lnTo>
                    <a:pt x="921701" y="1470137"/>
                  </a:lnTo>
                  <a:lnTo>
                    <a:pt x="921356" y="1470320"/>
                  </a:lnTo>
                  <a:lnTo>
                    <a:pt x="920666" y="1470688"/>
                  </a:lnTo>
                  <a:lnTo>
                    <a:pt x="920149" y="1470963"/>
                  </a:lnTo>
                  <a:lnTo>
                    <a:pt x="919632" y="1471239"/>
                  </a:lnTo>
                  <a:lnTo>
                    <a:pt x="918770" y="1471698"/>
                  </a:lnTo>
                  <a:lnTo>
                    <a:pt x="918597" y="1471789"/>
                  </a:lnTo>
                  <a:lnTo>
                    <a:pt x="917046" y="1472616"/>
                  </a:lnTo>
                  <a:lnTo>
                    <a:pt x="916701" y="1472799"/>
                  </a:lnTo>
                  <a:lnTo>
                    <a:pt x="916356" y="1472983"/>
                  </a:lnTo>
                  <a:lnTo>
                    <a:pt x="913253" y="1474636"/>
                  </a:lnTo>
                  <a:lnTo>
                    <a:pt x="907735" y="1477575"/>
                  </a:lnTo>
                  <a:lnTo>
                    <a:pt x="905667" y="1478677"/>
                  </a:lnTo>
                  <a:lnTo>
                    <a:pt x="900667" y="1481340"/>
                  </a:lnTo>
                  <a:lnTo>
                    <a:pt x="895839" y="1483912"/>
                  </a:lnTo>
                  <a:lnTo>
                    <a:pt x="893253" y="1485290"/>
                  </a:lnTo>
                  <a:lnTo>
                    <a:pt x="886702" y="1488782"/>
                  </a:lnTo>
                  <a:lnTo>
                    <a:pt x="885839" y="1489241"/>
                  </a:lnTo>
                  <a:lnTo>
                    <a:pt x="862047" y="1501925"/>
                  </a:lnTo>
                  <a:lnTo>
                    <a:pt x="860150" y="1502937"/>
                  </a:lnTo>
                  <a:lnTo>
                    <a:pt x="786014" y="1542508"/>
                  </a:lnTo>
                  <a:lnTo>
                    <a:pt x="783773" y="1543705"/>
                  </a:lnTo>
                  <a:lnTo>
                    <a:pt x="782394" y="1544442"/>
                  </a:lnTo>
                  <a:lnTo>
                    <a:pt x="777394" y="1547113"/>
                  </a:lnTo>
                  <a:lnTo>
                    <a:pt x="773084" y="1549416"/>
                  </a:lnTo>
                  <a:lnTo>
                    <a:pt x="772049" y="1549969"/>
                  </a:lnTo>
                  <a:lnTo>
                    <a:pt x="771877" y="1550061"/>
                  </a:lnTo>
                  <a:lnTo>
                    <a:pt x="771532" y="1550246"/>
                  </a:lnTo>
                  <a:lnTo>
                    <a:pt x="770670" y="1550706"/>
                  </a:lnTo>
                  <a:lnTo>
                    <a:pt x="768429" y="1551904"/>
                  </a:lnTo>
                  <a:lnTo>
                    <a:pt x="767049" y="1552641"/>
                  </a:lnTo>
                  <a:lnTo>
                    <a:pt x="765670" y="1553378"/>
                  </a:lnTo>
                  <a:lnTo>
                    <a:pt x="763429" y="1554576"/>
                  </a:lnTo>
                  <a:lnTo>
                    <a:pt x="763084" y="1554761"/>
                  </a:lnTo>
                  <a:lnTo>
                    <a:pt x="762912" y="1554853"/>
                  </a:lnTo>
                  <a:lnTo>
                    <a:pt x="761187" y="1555774"/>
                  </a:lnTo>
                  <a:lnTo>
                    <a:pt x="760325" y="1556235"/>
                  </a:lnTo>
                  <a:lnTo>
                    <a:pt x="759119" y="1556880"/>
                  </a:lnTo>
                  <a:lnTo>
                    <a:pt x="758429" y="1557249"/>
                  </a:lnTo>
                  <a:lnTo>
                    <a:pt x="758256" y="1557341"/>
                  </a:lnTo>
                  <a:lnTo>
                    <a:pt x="757222" y="1557894"/>
                  </a:lnTo>
                  <a:lnTo>
                    <a:pt x="756877" y="1558078"/>
                  </a:lnTo>
                  <a:lnTo>
                    <a:pt x="756015" y="1558539"/>
                  </a:lnTo>
                  <a:lnTo>
                    <a:pt x="755498" y="1558816"/>
                  </a:lnTo>
                  <a:lnTo>
                    <a:pt x="752912" y="1560198"/>
                  </a:lnTo>
                  <a:lnTo>
                    <a:pt x="752222" y="1560567"/>
                  </a:lnTo>
                  <a:lnTo>
                    <a:pt x="751877" y="1560751"/>
                  </a:lnTo>
                  <a:lnTo>
                    <a:pt x="751015" y="1561212"/>
                  </a:lnTo>
                  <a:lnTo>
                    <a:pt x="750670" y="1561396"/>
                  </a:lnTo>
                  <a:lnTo>
                    <a:pt x="750153" y="1561673"/>
                  </a:lnTo>
                  <a:lnTo>
                    <a:pt x="749291" y="1562134"/>
                  </a:lnTo>
                  <a:lnTo>
                    <a:pt x="748946" y="1562318"/>
                  </a:lnTo>
                  <a:lnTo>
                    <a:pt x="748257" y="1562687"/>
                  </a:lnTo>
                  <a:lnTo>
                    <a:pt x="747739" y="1562964"/>
                  </a:lnTo>
                  <a:lnTo>
                    <a:pt x="747222" y="1563240"/>
                  </a:lnTo>
                  <a:lnTo>
                    <a:pt x="746360" y="1563701"/>
                  </a:lnTo>
                  <a:lnTo>
                    <a:pt x="746188" y="1563793"/>
                  </a:lnTo>
                  <a:lnTo>
                    <a:pt x="744636" y="1564623"/>
                  </a:lnTo>
                  <a:lnTo>
                    <a:pt x="744291" y="1564807"/>
                  </a:lnTo>
                  <a:lnTo>
                    <a:pt x="743946" y="1564992"/>
                  </a:lnTo>
                  <a:lnTo>
                    <a:pt x="740843" y="1566651"/>
                  </a:lnTo>
                  <a:lnTo>
                    <a:pt x="735326" y="1569602"/>
                  </a:lnTo>
                  <a:lnTo>
                    <a:pt x="733257" y="1570708"/>
                  </a:lnTo>
                  <a:lnTo>
                    <a:pt x="728257" y="1573383"/>
                  </a:lnTo>
                  <a:lnTo>
                    <a:pt x="723430" y="1575965"/>
                  </a:lnTo>
                  <a:lnTo>
                    <a:pt x="720844" y="1577348"/>
                  </a:lnTo>
                  <a:lnTo>
                    <a:pt x="714292" y="1580854"/>
                  </a:lnTo>
                  <a:lnTo>
                    <a:pt x="713430" y="1581315"/>
                  </a:lnTo>
                  <a:lnTo>
                    <a:pt x="689637" y="1594049"/>
                  </a:lnTo>
                  <a:lnTo>
                    <a:pt x="687741" y="1595065"/>
                  </a:lnTo>
                  <a:lnTo>
                    <a:pt x="613605" y="1634787"/>
                  </a:lnTo>
                  <a:lnTo>
                    <a:pt x="611364" y="1635989"/>
                  </a:lnTo>
                  <a:lnTo>
                    <a:pt x="609984" y="1636728"/>
                  </a:lnTo>
                  <a:lnTo>
                    <a:pt x="604984" y="1639410"/>
                  </a:lnTo>
                  <a:lnTo>
                    <a:pt x="600674" y="1641721"/>
                  </a:lnTo>
                  <a:lnTo>
                    <a:pt x="599640" y="1642276"/>
                  </a:lnTo>
                  <a:lnTo>
                    <a:pt x="599467" y="1642369"/>
                  </a:lnTo>
                  <a:lnTo>
                    <a:pt x="599122" y="1642554"/>
                  </a:lnTo>
                  <a:lnTo>
                    <a:pt x="598260" y="1643016"/>
                  </a:lnTo>
                  <a:lnTo>
                    <a:pt x="596019" y="1644218"/>
                  </a:lnTo>
                  <a:lnTo>
                    <a:pt x="594640" y="1644958"/>
                  </a:lnTo>
                  <a:lnTo>
                    <a:pt x="593261" y="1645698"/>
                  </a:lnTo>
                  <a:lnTo>
                    <a:pt x="591019" y="1646900"/>
                  </a:lnTo>
                  <a:lnTo>
                    <a:pt x="590674" y="1647085"/>
                  </a:lnTo>
                  <a:lnTo>
                    <a:pt x="590502" y="1647178"/>
                  </a:lnTo>
                  <a:lnTo>
                    <a:pt x="588778" y="1648103"/>
                  </a:lnTo>
                  <a:lnTo>
                    <a:pt x="587916" y="1648565"/>
                  </a:lnTo>
                  <a:lnTo>
                    <a:pt x="586709" y="1649213"/>
                  </a:lnTo>
                  <a:lnTo>
                    <a:pt x="586019" y="1649583"/>
                  </a:lnTo>
                  <a:lnTo>
                    <a:pt x="585847" y="1649675"/>
                  </a:lnTo>
                  <a:lnTo>
                    <a:pt x="584813" y="1650230"/>
                  </a:lnTo>
                  <a:lnTo>
                    <a:pt x="584468" y="1650415"/>
                  </a:lnTo>
                  <a:lnTo>
                    <a:pt x="583606" y="1650878"/>
                  </a:lnTo>
                  <a:lnTo>
                    <a:pt x="583088" y="1651155"/>
                  </a:lnTo>
                  <a:lnTo>
                    <a:pt x="580502" y="1652543"/>
                  </a:lnTo>
                  <a:lnTo>
                    <a:pt x="579813" y="1652913"/>
                  </a:lnTo>
                  <a:lnTo>
                    <a:pt x="579468" y="1653098"/>
                  </a:lnTo>
                  <a:lnTo>
                    <a:pt x="578606" y="1653560"/>
                  </a:lnTo>
                  <a:lnTo>
                    <a:pt x="578261" y="1653745"/>
                  </a:lnTo>
                  <a:lnTo>
                    <a:pt x="577744" y="1654023"/>
                  </a:lnTo>
                  <a:lnTo>
                    <a:pt x="576882" y="1654486"/>
                  </a:lnTo>
                  <a:lnTo>
                    <a:pt x="576537" y="1654671"/>
                  </a:lnTo>
                  <a:lnTo>
                    <a:pt x="575847" y="1655041"/>
                  </a:lnTo>
                  <a:lnTo>
                    <a:pt x="575330" y="1655318"/>
                  </a:lnTo>
                  <a:lnTo>
                    <a:pt x="574813" y="1655596"/>
                  </a:lnTo>
                  <a:lnTo>
                    <a:pt x="573951" y="1656058"/>
                  </a:lnTo>
                  <a:lnTo>
                    <a:pt x="573778" y="1656151"/>
                  </a:lnTo>
                  <a:lnTo>
                    <a:pt x="572227" y="1656984"/>
                  </a:lnTo>
                  <a:lnTo>
                    <a:pt x="571882" y="1657169"/>
                  </a:lnTo>
                  <a:lnTo>
                    <a:pt x="571537" y="1657354"/>
                  </a:lnTo>
                  <a:lnTo>
                    <a:pt x="568434" y="1659019"/>
                  </a:lnTo>
                  <a:lnTo>
                    <a:pt x="562916" y="1661980"/>
                  </a:lnTo>
                  <a:lnTo>
                    <a:pt x="560848" y="1663091"/>
                  </a:lnTo>
                  <a:lnTo>
                    <a:pt x="555848" y="1665775"/>
                  </a:lnTo>
                  <a:lnTo>
                    <a:pt x="551020" y="1668367"/>
                  </a:lnTo>
                  <a:lnTo>
                    <a:pt x="548434" y="1669755"/>
                  </a:lnTo>
                  <a:lnTo>
                    <a:pt x="541883" y="1673273"/>
                  </a:lnTo>
                  <a:lnTo>
                    <a:pt x="541020" y="1673736"/>
                  </a:lnTo>
                  <a:lnTo>
                    <a:pt x="517228" y="1686515"/>
                  </a:lnTo>
                  <a:lnTo>
                    <a:pt x="515331" y="1687534"/>
                  </a:lnTo>
                  <a:lnTo>
                    <a:pt x="441195" y="1727392"/>
                  </a:lnTo>
                  <a:lnTo>
                    <a:pt x="438954" y="1728598"/>
                  </a:lnTo>
                  <a:lnTo>
                    <a:pt x="437575" y="1729340"/>
                  </a:lnTo>
                  <a:lnTo>
                    <a:pt x="432575" y="1732030"/>
                  </a:lnTo>
                  <a:lnTo>
                    <a:pt x="428265" y="1734350"/>
                  </a:lnTo>
                  <a:lnTo>
                    <a:pt x="427230" y="1734906"/>
                  </a:lnTo>
                  <a:lnTo>
                    <a:pt x="427058" y="1734999"/>
                  </a:lnTo>
                  <a:lnTo>
                    <a:pt x="426713" y="1735185"/>
                  </a:lnTo>
                  <a:lnTo>
                    <a:pt x="425851" y="1735648"/>
                  </a:lnTo>
                  <a:lnTo>
                    <a:pt x="423610" y="1736855"/>
                  </a:lnTo>
                  <a:lnTo>
                    <a:pt x="422230" y="1737597"/>
                  </a:lnTo>
                  <a:lnTo>
                    <a:pt x="420851" y="1738339"/>
                  </a:lnTo>
                  <a:lnTo>
                    <a:pt x="418610" y="1739546"/>
                  </a:lnTo>
                  <a:lnTo>
                    <a:pt x="418265" y="1739731"/>
                  </a:lnTo>
                  <a:lnTo>
                    <a:pt x="418093" y="1739824"/>
                  </a:lnTo>
                  <a:lnTo>
                    <a:pt x="416368" y="1740752"/>
                  </a:lnTo>
                  <a:lnTo>
                    <a:pt x="415506" y="1741216"/>
                  </a:lnTo>
                  <a:lnTo>
                    <a:pt x="414300" y="1741865"/>
                  </a:lnTo>
                  <a:lnTo>
                    <a:pt x="413610" y="1742237"/>
                  </a:lnTo>
                  <a:lnTo>
                    <a:pt x="413437" y="1742329"/>
                  </a:lnTo>
                  <a:lnTo>
                    <a:pt x="412403" y="1742886"/>
                  </a:lnTo>
                  <a:lnTo>
                    <a:pt x="412058" y="1743072"/>
                  </a:lnTo>
                  <a:lnTo>
                    <a:pt x="411196" y="1743536"/>
                  </a:lnTo>
                  <a:lnTo>
                    <a:pt x="410679" y="1743814"/>
                  </a:lnTo>
                  <a:lnTo>
                    <a:pt x="408093" y="1745207"/>
                  </a:lnTo>
                  <a:lnTo>
                    <a:pt x="407403" y="1745578"/>
                  </a:lnTo>
                  <a:lnTo>
                    <a:pt x="407058" y="1745763"/>
                  </a:lnTo>
                  <a:lnTo>
                    <a:pt x="406196" y="1746227"/>
                  </a:lnTo>
                  <a:lnTo>
                    <a:pt x="405851" y="1746413"/>
                  </a:lnTo>
                  <a:lnTo>
                    <a:pt x="405334" y="1746692"/>
                  </a:lnTo>
                  <a:lnTo>
                    <a:pt x="404472" y="1747156"/>
                  </a:lnTo>
                  <a:lnTo>
                    <a:pt x="404127" y="1747341"/>
                  </a:lnTo>
                  <a:lnTo>
                    <a:pt x="403438" y="1747713"/>
                  </a:lnTo>
                  <a:lnTo>
                    <a:pt x="402920" y="1747991"/>
                  </a:lnTo>
                  <a:lnTo>
                    <a:pt x="402403" y="1748269"/>
                  </a:lnTo>
                  <a:lnTo>
                    <a:pt x="401541" y="1748734"/>
                  </a:lnTo>
                  <a:lnTo>
                    <a:pt x="401369" y="1748826"/>
                  </a:lnTo>
                  <a:lnTo>
                    <a:pt x="399817" y="1749662"/>
                  </a:lnTo>
                  <a:lnTo>
                    <a:pt x="399472" y="1749847"/>
                  </a:lnTo>
                  <a:lnTo>
                    <a:pt x="399127" y="1750033"/>
                  </a:lnTo>
                  <a:lnTo>
                    <a:pt x="396024" y="1751704"/>
                  </a:lnTo>
                  <a:lnTo>
                    <a:pt x="390507" y="1754675"/>
                  </a:lnTo>
                  <a:lnTo>
                    <a:pt x="388438" y="1755789"/>
                  </a:lnTo>
                  <a:lnTo>
                    <a:pt x="383438" y="1758481"/>
                  </a:lnTo>
                  <a:lnTo>
                    <a:pt x="378611" y="1761081"/>
                  </a:lnTo>
                  <a:lnTo>
                    <a:pt x="376025" y="1762474"/>
                  </a:lnTo>
                  <a:lnTo>
                    <a:pt x="369473" y="1766003"/>
                  </a:lnTo>
                  <a:lnTo>
                    <a:pt x="368611" y="1766468"/>
                  </a:lnTo>
                  <a:lnTo>
                    <a:pt x="344818" y="1779287"/>
                  </a:lnTo>
                  <a:lnTo>
                    <a:pt x="342922" y="1780309"/>
                  </a:lnTo>
                  <a:lnTo>
                    <a:pt x="268786" y="1820288"/>
                  </a:lnTo>
                  <a:lnTo>
                    <a:pt x="266545" y="1821497"/>
                  </a:lnTo>
                  <a:lnTo>
                    <a:pt x="265165" y="1822241"/>
                  </a:lnTo>
                  <a:lnTo>
                    <a:pt x="260165" y="1824940"/>
                  </a:lnTo>
                  <a:lnTo>
                    <a:pt x="255855" y="1827266"/>
                  </a:lnTo>
                  <a:lnTo>
                    <a:pt x="254821" y="1827824"/>
                  </a:lnTo>
                  <a:lnTo>
                    <a:pt x="254648" y="1827917"/>
                  </a:lnTo>
                  <a:lnTo>
                    <a:pt x="254304" y="1828103"/>
                  </a:lnTo>
                  <a:lnTo>
                    <a:pt x="253441" y="1828568"/>
                  </a:lnTo>
                  <a:lnTo>
                    <a:pt x="251200" y="1829778"/>
                  </a:lnTo>
                  <a:lnTo>
                    <a:pt x="249821" y="1830523"/>
                  </a:lnTo>
                  <a:lnTo>
                    <a:pt x="248442" y="1831267"/>
                  </a:lnTo>
                  <a:lnTo>
                    <a:pt x="246200" y="1832477"/>
                  </a:lnTo>
                  <a:lnTo>
                    <a:pt x="245855" y="1832663"/>
                  </a:lnTo>
                  <a:lnTo>
                    <a:pt x="245683" y="1832756"/>
                  </a:lnTo>
                  <a:lnTo>
                    <a:pt x="243959" y="1833687"/>
                  </a:lnTo>
                  <a:lnTo>
                    <a:pt x="243097" y="1834152"/>
                  </a:lnTo>
                  <a:lnTo>
                    <a:pt x="241890" y="1834804"/>
                  </a:lnTo>
                  <a:lnTo>
                    <a:pt x="241200" y="1835176"/>
                  </a:lnTo>
                  <a:lnTo>
                    <a:pt x="241028" y="1835269"/>
                  </a:lnTo>
                  <a:lnTo>
                    <a:pt x="239994" y="1835827"/>
                  </a:lnTo>
                  <a:lnTo>
                    <a:pt x="239649" y="1836013"/>
                  </a:lnTo>
                  <a:lnTo>
                    <a:pt x="238787" y="1836479"/>
                  </a:lnTo>
                  <a:lnTo>
                    <a:pt x="238269" y="1836758"/>
                  </a:lnTo>
                  <a:lnTo>
                    <a:pt x="235683" y="1838154"/>
                  </a:lnTo>
                  <a:lnTo>
                    <a:pt x="234994" y="1838527"/>
                  </a:lnTo>
                  <a:lnTo>
                    <a:pt x="234649" y="1838713"/>
                  </a:lnTo>
                  <a:lnTo>
                    <a:pt x="233787" y="1839178"/>
                  </a:lnTo>
                  <a:lnTo>
                    <a:pt x="233442" y="1839364"/>
                  </a:lnTo>
                  <a:lnTo>
                    <a:pt x="232925" y="1839644"/>
                  </a:lnTo>
                  <a:lnTo>
                    <a:pt x="232063" y="1840109"/>
                  </a:lnTo>
                  <a:lnTo>
                    <a:pt x="231718" y="1840295"/>
                  </a:lnTo>
                  <a:lnTo>
                    <a:pt x="231028" y="1840667"/>
                  </a:lnTo>
                  <a:lnTo>
                    <a:pt x="230511" y="1840947"/>
                  </a:lnTo>
                  <a:lnTo>
                    <a:pt x="229994" y="1841226"/>
                  </a:lnTo>
                  <a:lnTo>
                    <a:pt x="229132" y="1841691"/>
                  </a:lnTo>
                  <a:lnTo>
                    <a:pt x="228959" y="1841784"/>
                  </a:lnTo>
                  <a:lnTo>
                    <a:pt x="227408" y="1842622"/>
                  </a:lnTo>
                  <a:lnTo>
                    <a:pt x="227063" y="1842808"/>
                  </a:lnTo>
                  <a:lnTo>
                    <a:pt x="226718" y="1842995"/>
                  </a:lnTo>
                  <a:lnTo>
                    <a:pt x="223615" y="1844670"/>
                  </a:lnTo>
                  <a:lnTo>
                    <a:pt x="218098" y="1847650"/>
                  </a:lnTo>
                  <a:lnTo>
                    <a:pt x="216029" y="1848767"/>
                  </a:lnTo>
                  <a:lnTo>
                    <a:pt x="211029" y="1851467"/>
                  </a:lnTo>
                  <a:lnTo>
                    <a:pt x="206201" y="1854074"/>
                  </a:lnTo>
                  <a:lnTo>
                    <a:pt x="203615" y="1855471"/>
                  </a:lnTo>
                  <a:lnTo>
                    <a:pt x="197064" y="1859010"/>
                  </a:lnTo>
                  <a:lnTo>
                    <a:pt x="196202" y="1859476"/>
                  </a:lnTo>
                  <a:lnTo>
                    <a:pt x="172409" y="1872331"/>
                  </a:lnTo>
                  <a:lnTo>
                    <a:pt x="170512" y="1873356"/>
                  </a:lnTo>
                  <a:lnTo>
                    <a:pt x="96376" y="1913441"/>
                  </a:lnTo>
                  <a:lnTo>
                    <a:pt x="94135" y="1914653"/>
                  </a:lnTo>
                  <a:lnTo>
                    <a:pt x="92756" y="1915399"/>
                  </a:lnTo>
                  <a:lnTo>
                    <a:pt x="87756" y="1918105"/>
                  </a:lnTo>
                  <a:lnTo>
                    <a:pt x="83446" y="1920437"/>
                  </a:lnTo>
                  <a:lnTo>
                    <a:pt x="82411" y="1920996"/>
                  </a:lnTo>
                  <a:lnTo>
                    <a:pt x="82239" y="1921090"/>
                  </a:lnTo>
                  <a:lnTo>
                    <a:pt x="81894" y="1921276"/>
                  </a:lnTo>
                  <a:lnTo>
                    <a:pt x="81032" y="1921743"/>
                  </a:lnTo>
                  <a:lnTo>
                    <a:pt x="78791" y="1922956"/>
                  </a:lnTo>
                  <a:lnTo>
                    <a:pt x="77411" y="1923702"/>
                  </a:lnTo>
                  <a:lnTo>
                    <a:pt x="76032" y="1924448"/>
                  </a:lnTo>
                  <a:lnTo>
                    <a:pt x="73791" y="1925661"/>
                  </a:lnTo>
                  <a:lnTo>
                    <a:pt x="73446" y="1925848"/>
                  </a:lnTo>
                  <a:lnTo>
                    <a:pt x="73274" y="1925941"/>
                  </a:lnTo>
                  <a:lnTo>
                    <a:pt x="71549" y="1926874"/>
                  </a:lnTo>
                  <a:lnTo>
                    <a:pt x="70687" y="1927341"/>
                  </a:lnTo>
                  <a:lnTo>
                    <a:pt x="69481" y="1927994"/>
                  </a:lnTo>
                  <a:lnTo>
                    <a:pt x="68791" y="1928367"/>
                  </a:lnTo>
                  <a:lnTo>
                    <a:pt x="68618" y="1928460"/>
                  </a:lnTo>
                  <a:lnTo>
                    <a:pt x="67584" y="1929020"/>
                  </a:lnTo>
                  <a:lnTo>
                    <a:pt x="67239" y="1929207"/>
                  </a:lnTo>
                  <a:lnTo>
                    <a:pt x="66377" y="1929673"/>
                  </a:lnTo>
                  <a:lnTo>
                    <a:pt x="65860" y="1929953"/>
                  </a:lnTo>
                  <a:lnTo>
                    <a:pt x="63274" y="1931353"/>
                  </a:lnTo>
                  <a:lnTo>
                    <a:pt x="62584" y="1931726"/>
                  </a:lnTo>
                  <a:lnTo>
                    <a:pt x="62239" y="1931913"/>
                  </a:lnTo>
                  <a:lnTo>
                    <a:pt x="61377" y="1932379"/>
                  </a:lnTo>
                  <a:lnTo>
                    <a:pt x="61032" y="1932566"/>
                  </a:lnTo>
                  <a:lnTo>
                    <a:pt x="60515" y="1932846"/>
                  </a:lnTo>
                  <a:lnTo>
                    <a:pt x="59653" y="1933313"/>
                  </a:lnTo>
                  <a:lnTo>
                    <a:pt x="59308" y="1933499"/>
                  </a:lnTo>
                  <a:lnTo>
                    <a:pt x="58619" y="1933872"/>
                  </a:lnTo>
                  <a:lnTo>
                    <a:pt x="58101" y="1934152"/>
                  </a:lnTo>
                  <a:lnTo>
                    <a:pt x="57584" y="1934432"/>
                  </a:lnTo>
                  <a:lnTo>
                    <a:pt x="56722" y="1934899"/>
                  </a:lnTo>
                  <a:lnTo>
                    <a:pt x="56550" y="1934992"/>
                  </a:lnTo>
                  <a:lnTo>
                    <a:pt x="54998" y="1935832"/>
                  </a:lnTo>
                  <a:lnTo>
                    <a:pt x="54653" y="1936019"/>
                  </a:lnTo>
                  <a:lnTo>
                    <a:pt x="54308" y="1936206"/>
                  </a:lnTo>
                  <a:lnTo>
                    <a:pt x="51205" y="1937885"/>
                  </a:lnTo>
                  <a:lnTo>
                    <a:pt x="45688" y="1940872"/>
                  </a:lnTo>
                  <a:lnTo>
                    <a:pt x="43619" y="1941992"/>
                  </a:lnTo>
                  <a:lnTo>
                    <a:pt x="38619" y="1944699"/>
                  </a:lnTo>
                  <a:lnTo>
                    <a:pt x="33792" y="1947313"/>
                  </a:lnTo>
                  <a:lnTo>
                    <a:pt x="31206" y="1948713"/>
                  </a:lnTo>
                  <a:lnTo>
                    <a:pt x="24654" y="1952261"/>
                  </a:lnTo>
                  <a:lnTo>
                    <a:pt x="23792" y="1952728"/>
                  </a:lnTo>
                  <a:lnTo>
                    <a:pt x="0" y="196561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" name="pg9"/>
            <p:cNvSpPr/>
            <p:nvPr/>
          </p:nvSpPr>
          <p:spPr>
            <a:xfrm>
              <a:off x="3553336" y="2866374"/>
              <a:ext cx="3791112" cy="1852537"/>
            </a:xfrm>
            <a:custGeom>
              <a:avLst/>
              <a:pathLst>
                <a:path w="3791112" h="1852537">
                  <a:moveTo>
                    <a:pt x="0" y="1702061"/>
                  </a:moveTo>
                  <a:lnTo>
                    <a:pt x="23792" y="1691897"/>
                  </a:lnTo>
                  <a:lnTo>
                    <a:pt x="24654" y="1691529"/>
                  </a:lnTo>
                  <a:lnTo>
                    <a:pt x="31206" y="1688730"/>
                  </a:lnTo>
                  <a:lnTo>
                    <a:pt x="33792" y="1687624"/>
                  </a:lnTo>
                  <a:lnTo>
                    <a:pt x="38619" y="1685561"/>
                  </a:lnTo>
                  <a:lnTo>
                    <a:pt x="43619" y="1683424"/>
                  </a:lnTo>
                  <a:lnTo>
                    <a:pt x="45688" y="1682540"/>
                  </a:lnTo>
                  <a:lnTo>
                    <a:pt x="51205" y="1680182"/>
                  </a:lnTo>
                  <a:lnTo>
                    <a:pt x="54308" y="1678855"/>
                  </a:lnTo>
                  <a:lnTo>
                    <a:pt x="54653" y="1678707"/>
                  </a:lnTo>
                  <a:lnTo>
                    <a:pt x="54998" y="1678560"/>
                  </a:lnTo>
                  <a:lnTo>
                    <a:pt x="56550" y="1677897"/>
                  </a:lnTo>
                  <a:lnTo>
                    <a:pt x="56722" y="1677823"/>
                  </a:lnTo>
                  <a:lnTo>
                    <a:pt x="57584" y="1677454"/>
                  </a:lnTo>
                  <a:lnTo>
                    <a:pt x="58101" y="1677233"/>
                  </a:lnTo>
                  <a:lnTo>
                    <a:pt x="58619" y="1677012"/>
                  </a:lnTo>
                  <a:lnTo>
                    <a:pt x="59308" y="1676717"/>
                  </a:lnTo>
                  <a:lnTo>
                    <a:pt x="59653" y="1676570"/>
                  </a:lnTo>
                  <a:lnTo>
                    <a:pt x="60515" y="1676201"/>
                  </a:lnTo>
                  <a:lnTo>
                    <a:pt x="61032" y="1675980"/>
                  </a:lnTo>
                  <a:lnTo>
                    <a:pt x="61377" y="1675833"/>
                  </a:lnTo>
                  <a:lnTo>
                    <a:pt x="62239" y="1675464"/>
                  </a:lnTo>
                  <a:lnTo>
                    <a:pt x="62584" y="1675317"/>
                  </a:lnTo>
                  <a:lnTo>
                    <a:pt x="63274" y="1675022"/>
                  </a:lnTo>
                  <a:lnTo>
                    <a:pt x="65860" y="1673916"/>
                  </a:lnTo>
                  <a:lnTo>
                    <a:pt x="66377" y="1673695"/>
                  </a:lnTo>
                  <a:lnTo>
                    <a:pt x="67239" y="1673326"/>
                  </a:lnTo>
                  <a:lnTo>
                    <a:pt x="67584" y="1673179"/>
                  </a:lnTo>
                  <a:lnTo>
                    <a:pt x="68618" y="1672736"/>
                  </a:lnTo>
                  <a:lnTo>
                    <a:pt x="68791" y="1672663"/>
                  </a:lnTo>
                  <a:lnTo>
                    <a:pt x="69481" y="1672368"/>
                  </a:lnTo>
                  <a:lnTo>
                    <a:pt x="70687" y="1671852"/>
                  </a:lnTo>
                  <a:lnTo>
                    <a:pt x="71549" y="1671483"/>
                  </a:lnTo>
                  <a:lnTo>
                    <a:pt x="73274" y="1670746"/>
                  </a:lnTo>
                  <a:lnTo>
                    <a:pt x="73446" y="1670672"/>
                  </a:lnTo>
                  <a:lnTo>
                    <a:pt x="73791" y="1670524"/>
                  </a:lnTo>
                  <a:lnTo>
                    <a:pt x="76032" y="1669566"/>
                  </a:lnTo>
                  <a:lnTo>
                    <a:pt x="77411" y="1668976"/>
                  </a:lnTo>
                  <a:lnTo>
                    <a:pt x="78791" y="1668386"/>
                  </a:lnTo>
                  <a:lnTo>
                    <a:pt x="81032" y="1667427"/>
                  </a:lnTo>
                  <a:lnTo>
                    <a:pt x="81894" y="1667059"/>
                  </a:lnTo>
                  <a:lnTo>
                    <a:pt x="82239" y="1666911"/>
                  </a:lnTo>
                  <a:lnTo>
                    <a:pt x="82411" y="1666837"/>
                  </a:lnTo>
                  <a:lnTo>
                    <a:pt x="83446" y="1666395"/>
                  </a:lnTo>
                  <a:lnTo>
                    <a:pt x="87756" y="1664551"/>
                  </a:lnTo>
                  <a:lnTo>
                    <a:pt x="92756" y="1662412"/>
                  </a:lnTo>
                  <a:lnTo>
                    <a:pt x="94135" y="1661822"/>
                  </a:lnTo>
                  <a:lnTo>
                    <a:pt x="96376" y="1660863"/>
                  </a:lnTo>
                  <a:lnTo>
                    <a:pt x="170512" y="1629121"/>
                  </a:lnTo>
                  <a:lnTo>
                    <a:pt x="172409" y="1628308"/>
                  </a:lnTo>
                  <a:lnTo>
                    <a:pt x="196202" y="1618111"/>
                  </a:lnTo>
                  <a:lnTo>
                    <a:pt x="197064" y="1617742"/>
                  </a:lnTo>
                  <a:lnTo>
                    <a:pt x="203615" y="1614933"/>
                  </a:lnTo>
                  <a:lnTo>
                    <a:pt x="206201" y="1613824"/>
                  </a:lnTo>
                  <a:lnTo>
                    <a:pt x="211029" y="1611754"/>
                  </a:lnTo>
                  <a:lnTo>
                    <a:pt x="216029" y="1609610"/>
                  </a:lnTo>
                  <a:lnTo>
                    <a:pt x="218098" y="1608722"/>
                  </a:lnTo>
                  <a:lnTo>
                    <a:pt x="223615" y="1606356"/>
                  </a:lnTo>
                  <a:lnTo>
                    <a:pt x="226718" y="1605025"/>
                  </a:lnTo>
                  <a:lnTo>
                    <a:pt x="227063" y="1604877"/>
                  </a:lnTo>
                  <a:lnTo>
                    <a:pt x="227408" y="1604729"/>
                  </a:lnTo>
                  <a:lnTo>
                    <a:pt x="228959" y="1604063"/>
                  </a:lnTo>
                  <a:lnTo>
                    <a:pt x="229132" y="1603989"/>
                  </a:lnTo>
                  <a:lnTo>
                    <a:pt x="229994" y="1603620"/>
                  </a:lnTo>
                  <a:lnTo>
                    <a:pt x="230511" y="1603398"/>
                  </a:lnTo>
                  <a:lnTo>
                    <a:pt x="231028" y="1603176"/>
                  </a:lnTo>
                  <a:lnTo>
                    <a:pt x="231718" y="1602880"/>
                  </a:lnTo>
                  <a:lnTo>
                    <a:pt x="232063" y="1602732"/>
                  </a:lnTo>
                  <a:lnTo>
                    <a:pt x="232925" y="1602362"/>
                  </a:lnTo>
                  <a:lnTo>
                    <a:pt x="233442" y="1602140"/>
                  </a:lnTo>
                  <a:lnTo>
                    <a:pt x="233787" y="1601992"/>
                  </a:lnTo>
                  <a:lnTo>
                    <a:pt x="234649" y="1601622"/>
                  </a:lnTo>
                  <a:lnTo>
                    <a:pt x="234994" y="1601475"/>
                  </a:lnTo>
                  <a:lnTo>
                    <a:pt x="235683" y="1601179"/>
                  </a:lnTo>
                  <a:lnTo>
                    <a:pt x="238269" y="1600069"/>
                  </a:lnTo>
                  <a:lnTo>
                    <a:pt x="238787" y="1599847"/>
                  </a:lnTo>
                  <a:lnTo>
                    <a:pt x="239649" y="1599477"/>
                  </a:lnTo>
                  <a:lnTo>
                    <a:pt x="239994" y="1599329"/>
                  </a:lnTo>
                  <a:lnTo>
                    <a:pt x="241028" y="1598885"/>
                  </a:lnTo>
                  <a:lnTo>
                    <a:pt x="241200" y="1598811"/>
                  </a:lnTo>
                  <a:lnTo>
                    <a:pt x="241890" y="1598515"/>
                  </a:lnTo>
                  <a:lnTo>
                    <a:pt x="243097" y="1597998"/>
                  </a:lnTo>
                  <a:lnTo>
                    <a:pt x="243959" y="1597628"/>
                  </a:lnTo>
                  <a:lnTo>
                    <a:pt x="245683" y="1596888"/>
                  </a:lnTo>
                  <a:lnTo>
                    <a:pt x="245855" y="1596814"/>
                  </a:lnTo>
                  <a:lnTo>
                    <a:pt x="246200" y="1596666"/>
                  </a:lnTo>
                  <a:lnTo>
                    <a:pt x="248442" y="1595704"/>
                  </a:lnTo>
                  <a:lnTo>
                    <a:pt x="249821" y="1595112"/>
                  </a:lnTo>
                  <a:lnTo>
                    <a:pt x="251200" y="1594520"/>
                  </a:lnTo>
                  <a:lnTo>
                    <a:pt x="253441" y="1593558"/>
                  </a:lnTo>
                  <a:lnTo>
                    <a:pt x="254304" y="1593188"/>
                  </a:lnTo>
                  <a:lnTo>
                    <a:pt x="254648" y="1593040"/>
                  </a:lnTo>
                  <a:lnTo>
                    <a:pt x="254821" y="1592966"/>
                  </a:lnTo>
                  <a:lnTo>
                    <a:pt x="255855" y="1592522"/>
                  </a:lnTo>
                  <a:lnTo>
                    <a:pt x="260165" y="1590672"/>
                  </a:lnTo>
                  <a:lnTo>
                    <a:pt x="265165" y="1588526"/>
                  </a:lnTo>
                  <a:lnTo>
                    <a:pt x="266545" y="1587933"/>
                  </a:lnTo>
                  <a:lnTo>
                    <a:pt x="268786" y="1586971"/>
                  </a:lnTo>
                  <a:lnTo>
                    <a:pt x="342922" y="1555116"/>
                  </a:lnTo>
                  <a:lnTo>
                    <a:pt x="344818" y="1554300"/>
                  </a:lnTo>
                  <a:lnTo>
                    <a:pt x="368611" y="1544065"/>
                  </a:lnTo>
                  <a:lnTo>
                    <a:pt x="369473" y="1543694"/>
                  </a:lnTo>
                  <a:lnTo>
                    <a:pt x="376025" y="1540875"/>
                  </a:lnTo>
                  <a:lnTo>
                    <a:pt x="378611" y="1539762"/>
                  </a:lnTo>
                  <a:lnTo>
                    <a:pt x="383438" y="1537684"/>
                  </a:lnTo>
                  <a:lnTo>
                    <a:pt x="388438" y="1535532"/>
                  </a:lnTo>
                  <a:lnTo>
                    <a:pt x="390507" y="1534641"/>
                  </a:lnTo>
                  <a:lnTo>
                    <a:pt x="396024" y="1532266"/>
                  </a:lnTo>
                  <a:lnTo>
                    <a:pt x="399127" y="1530930"/>
                  </a:lnTo>
                  <a:lnTo>
                    <a:pt x="399472" y="1530781"/>
                  </a:lnTo>
                  <a:lnTo>
                    <a:pt x="399817" y="1530633"/>
                  </a:lnTo>
                  <a:lnTo>
                    <a:pt x="401369" y="1529964"/>
                  </a:lnTo>
                  <a:lnTo>
                    <a:pt x="401541" y="1529890"/>
                  </a:lnTo>
                  <a:lnTo>
                    <a:pt x="402403" y="1529519"/>
                  </a:lnTo>
                  <a:lnTo>
                    <a:pt x="402920" y="1529296"/>
                  </a:lnTo>
                  <a:lnTo>
                    <a:pt x="403438" y="1529074"/>
                  </a:lnTo>
                  <a:lnTo>
                    <a:pt x="404127" y="1528777"/>
                  </a:lnTo>
                  <a:lnTo>
                    <a:pt x="404472" y="1528628"/>
                  </a:lnTo>
                  <a:lnTo>
                    <a:pt x="405334" y="1528257"/>
                  </a:lnTo>
                  <a:lnTo>
                    <a:pt x="405851" y="1528034"/>
                  </a:lnTo>
                  <a:lnTo>
                    <a:pt x="406196" y="1527886"/>
                  </a:lnTo>
                  <a:lnTo>
                    <a:pt x="407058" y="1527514"/>
                  </a:lnTo>
                  <a:lnTo>
                    <a:pt x="407403" y="1527366"/>
                  </a:lnTo>
                  <a:lnTo>
                    <a:pt x="408093" y="1527069"/>
                  </a:lnTo>
                  <a:lnTo>
                    <a:pt x="410679" y="1525955"/>
                  </a:lnTo>
                  <a:lnTo>
                    <a:pt x="411196" y="1525732"/>
                  </a:lnTo>
                  <a:lnTo>
                    <a:pt x="412058" y="1525361"/>
                  </a:lnTo>
                  <a:lnTo>
                    <a:pt x="412403" y="1525212"/>
                  </a:lnTo>
                  <a:lnTo>
                    <a:pt x="413437" y="1524767"/>
                  </a:lnTo>
                  <a:lnTo>
                    <a:pt x="413610" y="1524693"/>
                  </a:lnTo>
                  <a:lnTo>
                    <a:pt x="414300" y="1524395"/>
                  </a:lnTo>
                  <a:lnTo>
                    <a:pt x="415506" y="1523876"/>
                  </a:lnTo>
                  <a:lnTo>
                    <a:pt x="416368" y="1523504"/>
                  </a:lnTo>
                  <a:lnTo>
                    <a:pt x="418093" y="1522762"/>
                  </a:lnTo>
                  <a:lnTo>
                    <a:pt x="418265" y="1522687"/>
                  </a:lnTo>
                  <a:lnTo>
                    <a:pt x="418610" y="1522539"/>
                  </a:lnTo>
                  <a:lnTo>
                    <a:pt x="420851" y="1521573"/>
                  </a:lnTo>
                  <a:lnTo>
                    <a:pt x="422230" y="1520979"/>
                  </a:lnTo>
                  <a:lnTo>
                    <a:pt x="423610" y="1520385"/>
                  </a:lnTo>
                  <a:lnTo>
                    <a:pt x="425851" y="1519419"/>
                  </a:lnTo>
                  <a:lnTo>
                    <a:pt x="426713" y="1519048"/>
                  </a:lnTo>
                  <a:lnTo>
                    <a:pt x="427058" y="1518899"/>
                  </a:lnTo>
                  <a:lnTo>
                    <a:pt x="427230" y="1518825"/>
                  </a:lnTo>
                  <a:lnTo>
                    <a:pt x="428265" y="1518379"/>
                  </a:lnTo>
                  <a:lnTo>
                    <a:pt x="432575" y="1516522"/>
                  </a:lnTo>
                  <a:lnTo>
                    <a:pt x="437575" y="1514367"/>
                  </a:lnTo>
                  <a:lnTo>
                    <a:pt x="438954" y="1513773"/>
                  </a:lnTo>
                  <a:lnTo>
                    <a:pt x="441195" y="1512807"/>
                  </a:lnTo>
                  <a:lnTo>
                    <a:pt x="515331" y="1480824"/>
                  </a:lnTo>
                  <a:lnTo>
                    <a:pt x="517228" y="1480005"/>
                  </a:lnTo>
                  <a:lnTo>
                    <a:pt x="541020" y="1469729"/>
                  </a:lnTo>
                  <a:lnTo>
                    <a:pt x="541883" y="1469356"/>
                  </a:lnTo>
                  <a:lnTo>
                    <a:pt x="548434" y="1466525"/>
                  </a:lnTo>
                  <a:lnTo>
                    <a:pt x="551020" y="1465407"/>
                  </a:lnTo>
                  <a:lnTo>
                    <a:pt x="555848" y="1463321"/>
                  </a:lnTo>
                  <a:lnTo>
                    <a:pt x="560848" y="1461160"/>
                  </a:lnTo>
                  <a:lnTo>
                    <a:pt x="562916" y="1460265"/>
                  </a:lnTo>
                  <a:lnTo>
                    <a:pt x="568434" y="1457880"/>
                  </a:lnTo>
                  <a:lnTo>
                    <a:pt x="571537" y="1456538"/>
                  </a:lnTo>
                  <a:lnTo>
                    <a:pt x="571882" y="1456389"/>
                  </a:lnTo>
                  <a:lnTo>
                    <a:pt x="572227" y="1456240"/>
                  </a:lnTo>
                  <a:lnTo>
                    <a:pt x="573778" y="1455569"/>
                  </a:lnTo>
                  <a:lnTo>
                    <a:pt x="573951" y="1455495"/>
                  </a:lnTo>
                  <a:lnTo>
                    <a:pt x="574813" y="1455122"/>
                  </a:lnTo>
                  <a:lnTo>
                    <a:pt x="575330" y="1454898"/>
                  </a:lnTo>
                  <a:lnTo>
                    <a:pt x="575847" y="1454675"/>
                  </a:lnTo>
                  <a:lnTo>
                    <a:pt x="576537" y="1454376"/>
                  </a:lnTo>
                  <a:lnTo>
                    <a:pt x="576882" y="1454227"/>
                  </a:lnTo>
                  <a:lnTo>
                    <a:pt x="577744" y="1453854"/>
                  </a:lnTo>
                  <a:lnTo>
                    <a:pt x="578261" y="1453631"/>
                  </a:lnTo>
                  <a:lnTo>
                    <a:pt x="578606" y="1453482"/>
                  </a:lnTo>
                  <a:lnTo>
                    <a:pt x="579468" y="1453109"/>
                  </a:lnTo>
                  <a:lnTo>
                    <a:pt x="579813" y="1452960"/>
                  </a:lnTo>
                  <a:lnTo>
                    <a:pt x="580502" y="1452661"/>
                  </a:lnTo>
                  <a:lnTo>
                    <a:pt x="583088" y="1451543"/>
                  </a:lnTo>
                  <a:lnTo>
                    <a:pt x="583606" y="1451319"/>
                  </a:lnTo>
                  <a:lnTo>
                    <a:pt x="584468" y="1450946"/>
                  </a:lnTo>
                  <a:lnTo>
                    <a:pt x="584813" y="1450797"/>
                  </a:lnTo>
                  <a:lnTo>
                    <a:pt x="585847" y="1450350"/>
                  </a:lnTo>
                  <a:lnTo>
                    <a:pt x="586019" y="1450275"/>
                  </a:lnTo>
                  <a:lnTo>
                    <a:pt x="586709" y="1449977"/>
                  </a:lnTo>
                  <a:lnTo>
                    <a:pt x="587916" y="1449455"/>
                  </a:lnTo>
                  <a:lnTo>
                    <a:pt x="588778" y="1449082"/>
                  </a:lnTo>
                  <a:lnTo>
                    <a:pt x="590502" y="1448336"/>
                  </a:lnTo>
                  <a:lnTo>
                    <a:pt x="590674" y="1448261"/>
                  </a:lnTo>
                  <a:lnTo>
                    <a:pt x="591019" y="1448112"/>
                  </a:lnTo>
                  <a:lnTo>
                    <a:pt x="593261" y="1447142"/>
                  </a:lnTo>
                  <a:lnTo>
                    <a:pt x="594640" y="1446546"/>
                  </a:lnTo>
                  <a:lnTo>
                    <a:pt x="596019" y="1445949"/>
                  </a:lnTo>
                  <a:lnTo>
                    <a:pt x="598260" y="1444979"/>
                  </a:lnTo>
                  <a:lnTo>
                    <a:pt x="599122" y="1444606"/>
                  </a:lnTo>
                  <a:lnTo>
                    <a:pt x="599467" y="1444457"/>
                  </a:lnTo>
                  <a:lnTo>
                    <a:pt x="599640" y="1444382"/>
                  </a:lnTo>
                  <a:lnTo>
                    <a:pt x="600674" y="1443935"/>
                  </a:lnTo>
                  <a:lnTo>
                    <a:pt x="604984" y="1442070"/>
                  </a:lnTo>
                  <a:lnTo>
                    <a:pt x="609984" y="1439906"/>
                  </a:lnTo>
                  <a:lnTo>
                    <a:pt x="611364" y="1439309"/>
                  </a:lnTo>
                  <a:lnTo>
                    <a:pt x="613605" y="1438338"/>
                  </a:lnTo>
                  <a:lnTo>
                    <a:pt x="687741" y="1406216"/>
                  </a:lnTo>
                  <a:lnTo>
                    <a:pt x="689637" y="1405393"/>
                  </a:lnTo>
                  <a:lnTo>
                    <a:pt x="713430" y="1395070"/>
                  </a:lnTo>
                  <a:lnTo>
                    <a:pt x="714292" y="1394696"/>
                  </a:lnTo>
                  <a:lnTo>
                    <a:pt x="720844" y="1391852"/>
                  </a:lnTo>
                  <a:lnTo>
                    <a:pt x="723430" y="1390729"/>
                  </a:lnTo>
                  <a:lnTo>
                    <a:pt x="728257" y="1388633"/>
                  </a:lnTo>
                  <a:lnTo>
                    <a:pt x="733257" y="1386462"/>
                  </a:lnTo>
                  <a:lnTo>
                    <a:pt x="735326" y="1385564"/>
                  </a:lnTo>
                  <a:lnTo>
                    <a:pt x="740843" y="1383168"/>
                  </a:lnTo>
                  <a:lnTo>
                    <a:pt x="743946" y="1381820"/>
                  </a:lnTo>
                  <a:lnTo>
                    <a:pt x="744291" y="1381670"/>
                  </a:lnTo>
                  <a:lnTo>
                    <a:pt x="744636" y="1381520"/>
                  </a:lnTo>
                  <a:lnTo>
                    <a:pt x="746188" y="1380846"/>
                  </a:lnTo>
                  <a:lnTo>
                    <a:pt x="746360" y="1380771"/>
                  </a:lnTo>
                  <a:lnTo>
                    <a:pt x="747222" y="1380397"/>
                  </a:lnTo>
                  <a:lnTo>
                    <a:pt x="747739" y="1380172"/>
                  </a:lnTo>
                  <a:lnTo>
                    <a:pt x="748257" y="1379947"/>
                  </a:lnTo>
                  <a:lnTo>
                    <a:pt x="748946" y="1379648"/>
                  </a:lnTo>
                  <a:lnTo>
                    <a:pt x="749291" y="1379498"/>
                  </a:lnTo>
                  <a:lnTo>
                    <a:pt x="750153" y="1379123"/>
                  </a:lnTo>
                  <a:lnTo>
                    <a:pt x="750670" y="1378899"/>
                  </a:lnTo>
                  <a:lnTo>
                    <a:pt x="751015" y="1378749"/>
                  </a:lnTo>
                  <a:lnTo>
                    <a:pt x="751877" y="1378374"/>
                  </a:lnTo>
                  <a:lnTo>
                    <a:pt x="752222" y="1378224"/>
                  </a:lnTo>
                  <a:lnTo>
                    <a:pt x="752912" y="1377925"/>
                  </a:lnTo>
                  <a:lnTo>
                    <a:pt x="755498" y="1376801"/>
                  </a:lnTo>
                  <a:lnTo>
                    <a:pt x="756015" y="1376576"/>
                  </a:lnTo>
                  <a:lnTo>
                    <a:pt x="756877" y="1376202"/>
                  </a:lnTo>
                  <a:lnTo>
                    <a:pt x="757222" y="1376052"/>
                  </a:lnTo>
                  <a:lnTo>
                    <a:pt x="758256" y="1375602"/>
                  </a:lnTo>
                  <a:lnTo>
                    <a:pt x="758429" y="1375527"/>
                  </a:lnTo>
                  <a:lnTo>
                    <a:pt x="759119" y="1375228"/>
                  </a:lnTo>
                  <a:lnTo>
                    <a:pt x="760325" y="1374703"/>
                  </a:lnTo>
                  <a:lnTo>
                    <a:pt x="761187" y="1374329"/>
                  </a:lnTo>
                  <a:lnTo>
                    <a:pt x="762912" y="1373579"/>
                  </a:lnTo>
                  <a:lnTo>
                    <a:pt x="763084" y="1373504"/>
                  </a:lnTo>
                  <a:lnTo>
                    <a:pt x="763429" y="1373355"/>
                  </a:lnTo>
                  <a:lnTo>
                    <a:pt x="765670" y="1372380"/>
                  </a:lnTo>
                  <a:lnTo>
                    <a:pt x="767049" y="1371781"/>
                  </a:lnTo>
                  <a:lnTo>
                    <a:pt x="768429" y="1371181"/>
                  </a:lnTo>
                  <a:lnTo>
                    <a:pt x="770670" y="1370207"/>
                  </a:lnTo>
                  <a:lnTo>
                    <a:pt x="771532" y="1369832"/>
                  </a:lnTo>
                  <a:lnTo>
                    <a:pt x="771877" y="1369682"/>
                  </a:lnTo>
                  <a:lnTo>
                    <a:pt x="772049" y="1369607"/>
                  </a:lnTo>
                  <a:lnTo>
                    <a:pt x="773084" y="1369158"/>
                  </a:lnTo>
                  <a:lnTo>
                    <a:pt x="777394" y="1367284"/>
                  </a:lnTo>
                  <a:lnTo>
                    <a:pt x="782394" y="1365110"/>
                  </a:lnTo>
                  <a:lnTo>
                    <a:pt x="783773" y="1364510"/>
                  </a:lnTo>
                  <a:lnTo>
                    <a:pt x="786014" y="1363535"/>
                  </a:lnTo>
                  <a:lnTo>
                    <a:pt x="860150" y="1331259"/>
                  </a:lnTo>
                  <a:lnTo>
                    <a:pt x="862047" y="1330433"/>
                  </a:lnTo>
                  <a:lnTo>
                    <a:pt x="885839" y="1320059"/>
                  </a:lnTo>
                  <a:lnTo>
                    <a:pt x="886702" y="1319683"/>
                  </a:lnTo>
                  <a:lnTo>
                    <a:pt x="893253" y="1316825"/>
                  </a:lnTo>
                  <a:lnTo>
                    <a:pt x="895839" y="1315697"/>
                  </a:lnTo>
                  <a:lnTo>
                    <a:pt x="900667" y="1313591"/>
                  </a:lnTo>
                  <a:lnTo>
                    <a:pt x="905667" y="1311409"/>
                  </a:lnTo>
                  <a:lnTo>
                    <a:pt x="907735" y="1310506"/>
                  </a:lnTo>
                  <a:lnTo>
                    <a:pt x="913253" y="1308098"/>
                  </a:lnTo>
                  <a:lnTo>
                    <a:pt x="916356" y="1306743"/>
                  </a:lnTo>
                  <a:lnTo>
                    <a:pt x="916701" y="1306593"/>
                  </a:lnTo>
                  <a:lnTo>
                    <a:pt x="917046" y="1306442"/>
                  </a:lnTo>
                  <a:lnTo>
                    <a:pt x="918597" y="1305765"/>
                  </a:lnTo>
                  <a:lnTo>
                    <a:pt x="918770" y="1305689"/>
                  </a:lnTo>
                  <a:lnTo>
                    <a:pt x="919632" y="1305313"/>
                  </a:lnTo>
                  <a:lnTo>
                    <a:pt x="920149" y="1305087"/>
                  </a:lnTo>
                  <a:lnTo>
                    <a:pt x="920666" y="1304861"/>
                  </a:lnTo>
                  <a:lnTo>
                    <a:pt x="921356" y="1304560"/>
                  </a:lnTo>
                  <a:lnTo>
                    <a:pt x="921701" y="1304410"/>
                  </a:lnTo>
                  <a:lnTo>
                    <a:pt x="922563" y="1304033"/>
                  </a:lnTo>
                  <a:lnTo>
                    <a:pt x="923080" y="1303807"/>
                  </a:lnTo>
                  <a:lnTo>
                    <a:pt x="923425" y="1303657"/>
                  </a:lnTo>
                  <a:lnTo>
                    <a:pt x="924287" y="1303280"/>
                  </a:lnTo>
                  <a:lnTo>
                    <a:pt x="924632" y="1303130"/>
                  </a:lnTo>
                  <a:lnTo>
                    <a:pt x="925321" y="1302829"/>
                  </a:lnTo>
                  <a:lnTo>
                    <a:pt x="927907" y="1301699"/>
                  </a:lnTo>
                  <a:lnTo>
                    <a:pt x="928425" y="1301474"/>
                  </a:lnTo>
                  <a:lnTo>
                    <a:pt x="929287" y="1301097"/>
                  </a:lnTo>
                  <a:lnTo>
                    <a:pt x="929631" y="1300946"/>
                  </a:lnTo>
                  <a:lnTo>
                    <a:pt x="930666" y="1300495"/>
                  </a:lnTo>
                  <a:lnTo>
                    <a:pt x="930838" y="1300419"/>
                  </a:lnTo>
                  <a:lnTo>
                    <a:pt x="931528" y="1300118"/>
                  </a:lnTo>
                  <a:lnTo>
                    <a:pt x="932735" y="1299591"/>
                  </a:lnTo>
                  <a:lnTo>
                    <a:pt x="933597" y="1299215"/>
                  </a:lnTo>
                  <a:lnTo>
                    <a:pt x="935321" y="1298462"/>
                  </a:lnTo>
                  <a:lnTo>
                    <a:pt x="935493" y="1298386"/>
                  </a:lnTo>
                  <a:lnTo>
                    <a:pt x="935838" y="1298236"/>
                  </a:lnTo>
                  <a:lnTo>
                    <a:pt x="938080" y="1297257"/>
                  </a:lnTo>
                  <a:lnTo>
                    <a:pt x="939459" y="1296654"/>
                  </a:lnTo>
                  <a:lnTo>
                    <a:pt x="940838" y="1296051"/>
                  </a:lnTo>
                  <a:lnTo>
                    <a:pt x="943079" y="1295072"/>
                  </a:lnTo>
                  <a:lnTo>
                    <a:pt x="943941" y="1294696"/>
                  </a:lnTo>
                  <a:lnTo>
                    <a:pt x="944286" y="1294545"/>
                  </a:lnTo>
                  <a:lnTo>
                    <a:pt x="944459" y="1294470"/>
                  </a:lnTo>
                  <a:lnTo>
                    <a:pt x="945493" y="1294018"/>
                  </a:lnTo>
                  <a:lnTo>
                    <a:pt x="949803" y="1292134"/>
                  </a:lnTo>
                  <a:lnTo>
                    <a:pt x="954803" y="1289949"/>
                  </a:lnTo>
                  <a:lnTo>
                    <a:pt x="956183" y="1289346"/>
                  </a:lnTo>
                  <a:lnTo>
                    <a:pt x="958424" y="1288367"/>
                  </a:lnTo>
                  <a:lnTo>
                    <a:pt x="1032560" y="1255925"/>
                  </a:lnTo>
                  <a:lnTo>
                    <a:pt x="1034456" y="1255094"/>
                  </a:lnTo>
                  <a:lnTo>
                    <a:pt x="1058249" y="1244667"/>
                  </a:lnTo>
                  <a:lnTo>
                    <a:pt x="1059111" y="1244289"/>
                  </a:lnTo>
                  <a:lnTo>
                    <a:pt x="1065663" y="1241416"/>
                  </a:lnTo>
                  <a:lnTo>
                    <a:pt x="1068249" y="1240282"/>
                  </a:lnTo>
                  <a:lnTo>
                    <a:pt x="1073076" y="1238164"/>
                  </a:lnTo>
                  <a:lnTo>
                    <a:pt x="1078076" y="1235971"/>
                  </a:lnTo>
                  <a:lnTo>
                    <a:pt x="1080145" y="1235063"/>
                  </a:lnTo>
                  <a:lnTo>
                    <a:pt x="1085662" y="1232642"/>
                  </a:lnTo>
                  <a:lnTo>
                    <a:pt x="1088765" y="1231281"/>
                  </a:lnTo>
                  <a:lnTo>
                    <a:pt x="1089110" y="1231129"/>
                  </a:lnTo>
                  <a:lnTo>
                    <a:pt x="1089455" y="1230978"/>
                  </a:lnTo>
                  <a:lnTo>
                    <a:pt x="1091007" y="1230297"/>
                  </a:lnTo>
                  <a:lnTo>
                    <a:pt x="1091179" y="1230221"/>
                  </a:lnTo>
                  <a:lnTo>
                    <a:pt x="1092041" y="1229843"/>
                  </a:lnTo>
                  <a:lnTo>
                    <a:pt x="1092558" y="1229616"/>
                  </a:lnTo>
                  <a:lnTo>
                    <a:pt x="1093076" y="1229389"/>
                  </a:lnTo>
                  <a:lnTo>
                    <a:pt x="1093765" y="1229086"/>
                  </a:lnTo>
                  <a:lnTo>
                    <a:pt x="1094110" y="1228935"/>
                  </a:lnTo>
                  <a:lnTo>
                    <a:pt x="1094972" y="1228556"/>
                  </a:lnTo>
                  <a:lnTo>
                    <a:pt x="1095489" y="1228329"/>
                  </a:lnTo>
                  <a:lnTo>
                    <a:pt x="1095834" y="1228178"/>
                  </a:lnTo>
                  <a:lnTo>
                    <a:pt x="1096696" y="1227800"/>
                  </a:lnTo>
                  <a:lnTo>
                    <a:pt x="1097041" y="1227648"/>
                  </a:lnTo>
                  <a:lnTo>
                    <a:pt x="1097731" y="1227346"/>
                  </a:lnTo>
                  <a:lnTo>
                    <a:pt x="1100317" y="1226210"/>
                  </a:lnTo>
                  <a:lnTo>
                    <a:pt x="1100834" y="1225983"/>
                  </a:lnTo>
                  <a:lnTo>
                    <a:pt x="1101696" y="1225605"/>
                  </a:lnTo>
                  <a:lnTo>
                    <a:pt x="1102041" y="1225453"/>
                  </a:lnTo>
                  <a:lnTo>
                    <a:pt x="1103075" y="1224999"/>
                  </a:lnTo>
                  <a:lnTo>
                    <a:pt x="1103248" y="1224923"/>
                  </a:lnTo>
                  <a:lnTo>
                    <a:pt x="1103937" y="1224621"/>
                  </a:lnTo>
                  <a:lnTo>
                    <a:pt x="1105144" y="1224091"/>
                  </a:lnTo>
                  <a:lnTo>
                    <a:pt x="1106006" y="1223712"/>
                  </a:lnTo>
                  <a:lnTo>
                    <a:pt x="1107730" y="1222955"/>
                  </a:lnTo>
                  <a:lnTo>
                    <a:pt x="1107903" y="1222879"/>
                  </a:lnTo>
                  <a:lnTo>
                    <a:pt x="1108248" y="1222728"/>
                  </a:lnTo>
                  <a:lnTo>
                    <a:pt x="1110489" y="1221744"/>
                  </a:lnTo>
                  <a:lnTo>
                    <a:pt x="1111868" y="1221138"/>
                  </a:lnTo>
                  <a:lnTo>
                    <a:pt x="1113248" y="1220532"/>
                  </a:lnTo>
                  <a:lnTo>
                    <a:pt x="1115489" y="1219548"/>
                  </a:lnTo>
                  <a:lnTo>
                    <a:pt x="1116351" y="1219169"/>
                  </a:lnTo>
                  <a:lnTo>
                    <a:pt x="1116696" y="1219018"/>
                  </a:lnTo>
                  <a:lnTo>
                    <a:pt x="1116868" y="1218942"/>
                  </a:lnTo>
                  <a:lnTo>
                    <a:pt x="1117903" y="1218488"/>
                  </a:lnTo>
                  <a:lnTo>
                    <a:pt x="1122213" y="1216594"/>
                  </a:lnTo>
                  <a:lnTo>
                    <a:pt x="1127213" y="1214397"/>
                  </a:lnTo>
                  <a:lnTo>
                    <a:pt x="1128592" y="1213791"/>
                  </a:lnTo>
                  <a:lnTo>
                    <a:pt x="1130833" y="1212806"/>
                  </a:lnTo>
                  <a:lnTo>
                    <a:pt x="1204969" y="1180189"/>
                  </a:lnTo>
                  <a:lnTo>
                    <a:pt x="1206866" y="1179354"/>
                  </a:lnTo>
                  <a:lnTo>
                    <a:pt x="1230658" y="1168869"/>
                  </a:lnTo>
                  <a:lnTo>
                    <a:pt x="1231521" y="1168489"/>
                  </a:lnTo>
                  <a:lnTo>
                    <a:pt x="1238072" y="1165600"/>
                  </a:lnTo>
                  <a:lnTo>
                    <a:pt x="1240658" y="1164460"/>
                  </a:lnTo>
                  <a:lnTo>
                    <a:pt x="1245486" y="1162331"/>
                  </a:lnTo>
                  <a:lnTo>
                    <a:pt x="1250486" y="1160125"/>
                  </a:lnTo>
                  <a:lnTo>
                    <a:pt x="1252554" y="1159213"/>
                  </a:lnTo>
                  <a:lnTo>
                    <a:pt x="1258072" y="1156779"/>
                  </a:lnTo>
                  <a:lnTo>
                    <a:pt x="1261175" y="1155409"/>
                  </a:lnTo>
                  <a:lnTo>
                    <a:pt x="1261520" y="1155257"/>
                  </a:lnTo>
                  <a:lnTo>
                    <a:pt x="1261865" y="1155105"/>
                  </a:lnTo>
                  <a:lnTo>
                    <a:pt x="1263416" y="1154420"/>
                  </a:lnTo>
                  <a:lnTo>
                    <a:pt x="1263589" y="1154344"/>
                  </a:lnTo>
                  <a:lnTo>
                    <a:pt x="1264451" y="1153964"/>
                  </a:lnTo>
                  <a:lnTo>
                    <a:pt x="1264968" y="1153735"/>
                  </a:lnTo>
                  <a:lnTo>
                    <a:pt x="1265485" y="1153507"/>
                  </a:lnTo>
                  <a:lnTo>
                    <a:pt x="1266175" y="1153203"/>
                  </a:lnTo>
                  <a:lnTo>
                    <a:pt x="1266520" y="1153050"/>
                  </a:lnTo>
                  <a:lnTo>
                    <a:pt x="1267382" y="1152670"/>
                  </a:lnTo>
                  <a:lnTo>
                    <a:pt x="1267899" y="1152442"/>
                  </a:lnTo>
                  <a:lnTo>
                    <a:pt x="1268244" y="1152290"/>
                  </a:lnTo>
                  <a:lnTo>
                    <a:pt x="1269106" y="1151909"/>
                  </a:lnTo>
                  <a:lnTo>
                    <a:pt x="1269451" y="1151757"/>
                  </a:lnTo>
                  <a:lnTo>
                    <a:pt x="1270140" y="1151452"/>
                  </a:lnTo>
                  <a:lnTo>
                    <a:pt x="1272726" y="1150311"/>
                  </a:lnTo>
                  <a:lnTo>
                    <a:pt x="1273244" y="1150082"/>
                  </a:lnTo>
                  <a:lnTo>
                    <a:pt x="1274106" y="1149702"/>
                  </a:lnTo>
                  <a:lnTo>
                    <a:pt x="1274450" y="1149550"/>
                  </a:lnTo>
                  <a:lnTo>
                    <a:pt x="1275485" y="1149093"/>
                  </a:lnTo>
                  <a:lnTo>
                    <a:pt x="1275657" y="1149017"/>
                  </a:lnTo>
                  <a:lnTo>
                    <a:pt x="1276347" y="1148712"/>
                  </a:lnTo>
                  <a:lnTo>
                    <a:pt x="1277554" y="1148180"/>
                  </a:lnTo>
                  <a:lnTo>
                    <a:pt x="1278416" y="1147799"/>
                  </a:lnTo>
                  <a:lnTo>
                    <a:pt x="1280140" y="1147038"/>
                  </a:lnTo>
                  <a:lnTo>
                    <a:pt x="1280312" y="1146962"/>
                  </a:lnTo>
                  <a:lnTo>
                    <a:pt x="1280657" y="1146809"/>
                  </a:lnTo>
                  <a:lnTo>
                    <a:pt x="1282899" y="1145820"/>
                  </a:lnTo>
                  <a:lnTo>
                    <a:pt x="1284278" y="1145210"/>
                  </a:lnTo>
                  <a:lnTo>
                    <a:pt x="1285657" y="1144601"/>
                  </a:lnTo>
                  <a:lnTo>
                    <a:pt x="1287898" y="1143611"/>
                  </a:lnTo>
                  <a:lnTo>
                    <a:pt x="1288760" y="1143231"/>
                  </a:lnTo>
                  <a:lnTo>
                    <a:pt x="1289105" y="1143078"/>
                  </a:lnTo>
                  <a:lnTo>
                    <a:pt x="1289278" y="1143002"/>
                  </a:lnTo>
                  <a:lnTo>
                    <a:pt x="1290312" y="1142545"/>
                  </a:lnTo>
                  <a:lnTo>
                    <a:pt x="1294622" y="1140641"/>
                  </a:lnTo>
                  <a:lnTo>
                    <a:pt x="1299622" y="1138432"/>
                  </a:lnTo>
                  <a:lnTo>
                    <a:pt x="1301002" y="1137823"/>
                  </a:lnTo>
                  <a:lnTo>
                    <a:pt x="1303243" y="1136833"/>
                  </a:lnTo>
                  <a:lnTo>
                    <a:pt x="1377379" y="1104033"/>
                  </a:lnTo>
                  <a:lnTo>
                    <a:pt x="1379275" y="1103193"/>
                  </a:lnTo>
                  <a:lnTo>
                    <a:pt x="1403068" y="1092649"/>
                  </a:lnTo>
                  <a:lnTo>
                    <a:pt x="1403930" y="1092266"/>
                  </a:lnTo>
                  <a:lnTo>
                    <a:pt x="1410482" y="1089361"/>
                  </a:lnTo>
                  <a:lnTo>
                    <a:pt x="1413068" y="1088215"/>
                  </a:lnTo>
                  <a:lnTo>
                    <a:pt x="1417895" y="1086074"/>
                  </a:lnTo>
                  <a:lnTo>
                    <a:pt x="1422895" y="1083856"/>
                  </a:lnTo>
                  <a:lnTo>
                    <a:pt x="1424964" y="1082938"/>
                  </a:lnTo>
                  <a:lnTo>
                    <a:pt x="1430481" y="1080490"/>
                  </a:lnTo>
                  <a:lnTo>
                    <a:pt x="1433584" y="1079113"/>
                  </a:lnTo>
                  <a:lnTo>
                    <a:pt x="1433929" y="1078960"/>
                  </a:lnTo>
                  <a:lnTo>
                    <a:pt x="1434274" y="1078807"/>
                  </a:lnTo>
                  <a:lnTo>
                    <a:pt x="1435826" y="1078118"/>
                  </a:lnTo>
                  <a:lnTo>
                    <a:pt x="1435998" y="1078041"/>
                  </a:lnTo>
                  <a:lnTo>
                    <a:pt x="1436860" y="1077659"/>
                  </a:lnTo>
                  <a:lnTo>
                    <a:pt x="1437377" y="1077429"/>
                  </a:lnTo>
                  <a:lnTo>
                    <a:pt x="1437895" y="1077200"/>
                  </a:lnTo>
                  <a:lnTo>
                    <a:pt x="1438584" y="1076894"/>
                  </a:lnTo>
                  <a:lnTo>
                    <a:pt x="1438929" y="1076741"/>
                  </a:lnTo>
                  <a:lnTo>
                    <a:pt x="1439791" y="1076358"/>
                  </a:lnTo>
                  <a:lnTo>
                    <a:pt x="1440308" y="1076128"/>
                  </a:lnTo>
                  <a:lnTo>
                    <a:pt x="1440653" y="1075975"/>
                  </a:lnTo>
                  <a:lnTo>
                    <a:pt x="1441515" y="1075593"/>
                  </a:lnTo>
                  <a:lnTo>
                    <a:pt x="1441860" y="1075440"/>
                  </a:lnTo>
                  <a:lnTo>
                    <a:pt x="1442550" y="1075133"/>
                  </a:lnTo>
                  <a:lnTo>
                    <a:pt x="1445136" y="1073985"/>
                  </a:lnTo>
                  <a:lnTo>
                    <a:pt x="1445653" y="1073756"/>
                  </a:lnTo>
                  <a:lnTo>
                    <a:pt x="1446515" y="1073373"/>
                  </a:lnTo>
                  <a:lnTo>
                    <a:pt x="1446860" y="1073220"/>
                  </a:lnTo>
                  <a:lnTo>
                    <a:pt x="1447894" y="1072761"/>
                  </a:lnTo>
                  <a:lnTo>
                    <a:pt x="1448067" y="1072684"/>
                  </a:lnTo>
                  <a:lnTo>
                    <a:pt x="1448756" y="1072378"/>
                  </a:lnTo>
                  <a:lnTo>
                    <a:pt x="1449963" y="1071842"/>
                  </a:lnTo>
                  <a:lnTo>
                    <a:pt x="1450825" y="1071459"/>
                  </a:lnTo>
                  <a:lnTo>
                    <a:pt x="1452549" y="1070694"/>
                  </a:lnTo>
                  <a:lnTo>
                    <a:pt x="1452722" y="1070617"/>
                  </a:lnTo>
                  <a:lnTo>
                    <a:pt x="1453067" y="1070464"/>
                  </a:lnTo>
                  <a:lnTo>
                    <a:pt x="1455308" y="1069469"/>
                  </a:lnTo>
                  <a:lnTo>
                    <a:pt x="1456687" y="1068856"/>
                  </a:lnTo>
                  <a:lnTo>
                    <a:pt x="1458067" y="1068243"/>
                  </a:lnTo>
                  <a:lnTo>
                    <a:pt x="1460308" y="1067248"/>
                  </a:lnTo>
                  <a:lnTo>
                    <a:pt x="1461170" y="1066865"/>
                  </a:lnTo>
                  <a:lnTo>
                    <a:pt x="1461515" y="1066712"/>
                  </a:lnTo>
                  <a:lnTo>
                    <a:pt x="1461687" y="1066635"/>
                  </a:lnTo>
                  <a:lnTo>
                    <a:pt x="1462722" y="1066176"/>
                  </a:lnTo>
                  <a:lnTo>
                    <a:pt x="1467032" y="1064261"/>
                  </a:lnTo>
                  <a:lnTo>
                    <a:pt x="1472032" y="1062040"/>
                  </a:lnTo>
                  <a:lnTo>
                    <a:pt x="1473411" y="1061427"/>
                  </a:lnTo>
                  <a:lnTo>
                    <a:pt x="1475652" y="1060431"/>
                  </a:lnTo>
                  <a:lnTo>
                    <a:pt x="1549788" y="1027444"/>
                  </a:lnTo>
                  <a:lnTo>
                    <a:pt x="1551685" y="1026600"/>
                  </a:lnTo>
                  <a:lnTo>
                    <a:pt x="1575477" y="1015996"/>
                  </a:lnTo>
                  <a:lnTo>
                    <a:pt x="1576339" y="1015611"/>
                  </a:lnTo>
                  <a:lnTo>
                    <a:pt x="1582891" y="1012690"/>
                  </a:lnTo>
                  <a:lnTo>
                    <a:pt x="1585477" y="1011536"/>
                  </a:lnTo>
                  <a:lnTo>
                    <a:pt x="1590305" y="1009383"/>
                  </a:lnTo>
                  <a:lnTo>
                    <a:pt x="1595305" y="1007153"/>
                  </a:lnTo>
                  <a:lnTo>
                    <a:pt x="1597373" y="1006230"/>
                  </a:lnTo>
                  <a:lnTo>
                    <a:pt x="1602891" y="1003768"/>
                  </a:lnTo>
                  <a:lnTo>
                    <a:pt x="1605994" y="1002383"/>
                  </a:lnTo>
                  <a:lnTo>
                    <a:pt x="1606339" y="1002229"/>
                  </a:lnTo>
                  <a:lnTo>
                    <a:pt x="1606684" y="1002075"/>
                  </a:lnTo>
                  <a:lnTo>
                    <a:pt x="1608235" y="1001383"/>
                  </a:lnTo>
                  <a:lnTo>
                    <a:pt x="1608408" y="1001306"/>
                  </a:lnTo>
                  <a:lnTo>
                    <a:pt x="1609270" y="1000921"/>
                  </a:lnTo>
                  <a:lnTo>
                    <a:pt x="1609787" y="1000690"/>
                  </a:lnTo>
                  <a:lnTo>
                    <a:pt x="1610304" y="1000459"/>
                  </a:lnTo>
                  <a:lnTo>
                    <a:pt x="1610994" y="1000151"/>
                  </a:lnTo>
                  <a:lnTo>
                    <a:pt x="1611339" y="999997"/>
                  </a:lnTo>
                  <a:lnTo>
                    <a:pt x="1612201" y="999612"/>
                  </a:lnTo>
                  <a:lnTo>
                    <a:pt x="1612718" y="999382"/>
                  </a:lnTo>
                  <a:lnTo>
                    <a:pt x="1613063" y="999228"/>
                  </a:lnTo>
                  <a:lnTo>
                    <a:pt x="1613925" y="998843"/>
                  </a:lnTo>
                  <a:lnTo>
                    <a:pt x="1614270" y="998689"/>
                  </a:lnTo>
                  <a:lnTo>
                    <a:pt x="1614959" y="998381"/>
                  </a:lnTo>
                  <a:lnTo>
                    <a:pt x="1617545" y="997226"/>
                  </a:lnTo>
                  <a:lnTo>
                    <a:pt x="1618063" y="996996"/>
                  </a:lnTo>
                  <a:lnTo>
                    <a:pt x="1618925" y="996611"/>
                  </a:lnTo>
                  <a:lnTo>
                    <a:pt x="1619269" y="996457"/>
                  </a:lnTo>
                  <a:lnTo>
                    <a:pt x="1620304" y="995995"/>
                  </a:lnTo>
                  <a:lnTo>
                    <a:pt x="1620476" y="995918"/>
                  </a:lnTo>
                  <a:lnTo>
                    <a:pt x="1621166" y="995610"/>
                  </a:lnTo>
                  <a:lnTo>
                    <a:pt x="1622373" y="995071"/>
                  </a:lnTo>
                  <a:lnTo>
                    <a:pt x="1623235" y="994686"/>
                  </a:lnTo>
                  <a:lnTo>
                    <a:pt x="1624959" y="993916"/>
                  </a:lnTo>
                  <a:lnTo>
                    <a:pt x="1625131" y="993839"/>
                  </a:lnTo>
                  <a:lnTo>
                    <a:pt x="1625476" y="993685"/>
                  </a:lnTo>
                  <a:lnTo>
                    <a:pt x="1627718" y="992684"/>
                  </a:lnTo>
                  <a:lnTo>
                    <a:pt x="1629097" y="992068"/>
                  </a:lnTo>
                  <a:lnTo>
                    <a:pt x="1630476" y="991452"/>
                  </a:lnTo>
                  <a:lnTo>
                    <a:pt x="1632717" y="990451"/>
                  </a:lnTo>
                  <a:lnTo>
                    <a:pt x="1633579" y="990066"/>
                  </a:lnTo>
                  <a:lnTo>
                    <a:pt x="1633924" y="989912"/>
                  </a:lnTo>
                  <a:lnTo>
                    <a:pt x="1634097" y="989835"/>
                  </a:lnTo>
                  <a:lnTo>
                    <a:pt x="1635131" y="989373"/>
                  </a:lnTo>
                  <a:lnTo>
                    <a:pt x="1639441" y="987447"/>
                  </a:lnTo>
                  <a:lnTo>
                    <a:pt x="1644441" y="985213"/>
                  </a:lnTo>
                  <a:lnTo>
                    <a:pt x="1645821" y="984597"/>
                  </a:lnTo>
                  <a:lnTo>
                    <a:pt x="1648062" y="983595"/>
                  </a:lnTo>
                  <a:lnTo>
                    <a:pt x="1722198" y="950423"/>
                  </a:lnTo>
                  <a:lnTo>
                    <a:pt x="1724094" y="949573"/>
                  </a:lnTo>
                  <a:lnTo>
                    <a:pt x="1747887" y="938910"/>
                  </a:lnTo>
                  <a:lnTo>
                    <a:pt x="1748749" y="938523"/>
                  </a:lnTo>
                  <a:lnTo>
                    <a:pt x="1755301" y="935585"/>
                  </a:lnTo>
                  <a:lnTo>
                    <a:pt x="1757887" y="934426"/>
                  </a:lnTo>
                  <a:lnTo>
                    <a:pt x="1762714" y="932260"/>
                  </a:lnTo>
                  <a:lnTo>
                    <a:pt x="1767714" y="930017"/>
                  </a:lnTo>
                  <a:lnTo>
                    <a:pt x="1769783" y="929089"/>
                  </a:lnTo>
                  <a:lnTo>
                    <a:pt x="1775300" y="926614"/>
                  </a:lnTo>
                  <a:lnTo>
                    <a:pt x="1778403" y="925221"/>
                  </a:lnTo>
                  <a:lnTo>
                    <a:pt x="1778748" y="925066"/>
                  </a:lnTo>
                  <a:lnTo>
                    <a:pt x="1779093" y="924911"/>
                  </a:lnTo>
                  <a:lnTo>
                    <a:pt x="1780645" y="924215"/>
                  </a:lnTo>
                  <a:lnTo>
                    <a:pt x="1780817" y="924138"/>
                  </a:lnTo>
                  <a:lnTo>
                    <a:pt x="1781679" y="923751"/>
                  </a:lnTo>
                  <a:lnTo>
                    <a:pt x="1782196" y="923519"/>
                  </a:lnTo>
                  <a:lnTo>
                    <a:pt x="1782714" y="923286"/>
                  </a:lnTo>
                  <a:lnTo>
                    <a:pt x="1783403" y="922977"/>
                  </a:lnTo>
                  <a:lnTo>
                    <a:pt x="1783748" y="922822"/>
                  </a:lnTo>
                  <a:lnTo>
                    <a:pt x="1784610" y="922435"/>
                  </a:lnTo>
                  <a:lnTo>
                    <a:pt x="1785127" y="922203"/>
                  </a:lnTo>
                  <a:lnTo>
                    <a:pt x="1785472" y="922048"/>
                  </a:lnTo>
                  <a:lnTo>
                    <a:pt x="1786334" y="921661"/>
                  </a:lnTo>
                  <a:lnTo>
                    <a:pt x="1786679" y="921506"/>
                  </a:lnTo>
                  <a:lnTo>
                    <a:pt x="1787369" y="921197"/>
                  </a:lnTo>
                  <a:lnTo>
                    <a:pt x="1789955" y="920036"/>
                  </a:lnTo>
                  <a:lnTo>
                    <a:pt x="1790472" y="919804"/>
                  </a:lnTo>
                  <a:lnTo>
                    <a:pt x="1791334" y="919417"/>
                  </a:lnTo>
                  <a:lnTo>
                    <a:pt x="1791679" y="919262"/>
                  </a:lnTo>
                  <a:lnTo>
                    <a:pt x="1792713" y="918797"/>
                  </a:lnTo>
                  <a:lnTo>
                    <a:pt x="1792886" y="918720"/>
                  </a:lnTo>
                  <a:lnTo>
                    <a:pt x="1793575" y="918410"/>
                  </a:lnTo>
                  <a:lnTo>
                    <a:pt x="1794782" y="917868"/>
                  </a:lnTo>
                  <a:lnTo>
                    <a:pt x="1795644" y="917481"/>
                  </a:lnTo>
                  <a:lnTo>
                    <a:pt x="1797368" y="916707"/>
                  </a:lnTo>
                  <a:lnTo>
                    <a:pt x="1797541" y="916630"/>
                  </a:lnTo>
                  <a:lnTo>
                    <a:pt x="1797886" y="916475"/>
                  </a:lnTo>
                  <a:lnTo>
                    <a:pt x="1800127" y="915468"/>
                  </a:lnTo>
                  <a:lnTo>
                    <a:pt x="1801506" y="914849"/>
                  </a:lnTo>
                  <a:lnTo>
                    <a:pt x="1802886" y="914229"/>
                  </a:lnTo>
                  <a:lnTo>
                    <a:pt x="1805127" y="913223"/>
                  </a:lnTo>
                  <a:lnTo>
                    <a:pt x="1805989" y="912836"/>
                  </a:lnTo>
                  <a:lnTo>
                    <a:pt x="1806334" y="912681"/>
                  </a:lnTo>
                  <a:lnTo>
                    <a:pt x="1806506" y="912603"/>
                  </a:lnTo>
                  <a:lnTo>
                    <a:pt x="1807541" y="912139"/>
                  </a:lnTo>
                  <a:lnTo>
                    <a:pt x="1811851" y="910202"/>
                  </a:lnTo>
                  <a:lnTo>
                    <a:pt x="1816851" y="907956"/>
                  </a:lnTo>
                  <a:lnTo>
                    <a:pt x="1818230" y="907336"/>
                  </a:lnTo>
                  <a:lnTo>
                    <a:pt x="1820471" y="906329"/>
                  </a:lnTo>
                  <a:lnTo>
                    <a:pt x="1894607" y="872975"/>
                  </a:lnTo>
                  <a:lnTo>
                    <a:pt x="1896504" y="872121"/>
                  </a:lnTo>
                  <a:lnTo>
                    <a:pt x="1920296" y="861399"/>
                  </a:lnTo>
                  <a:lnTo>
                    <a:pt x="1921158" y="861011"/>
                  </a:lnTo>
                  <a:lnTo>
                    <a:pt x="1927710" y="858057"/>
                  </a:lnTo>
                  <a:lnTo>
                    <a:pt x="1930296" y="856891"/>
                  </a:lnTo>
                  <a:lnTo>
                    <a:pt x="1935124" y="854714"/>
                  </a:lnTo>
                  <a:lnTo>
                    <a:pt x="1940124" y="852459"/>
                  </a:lnTo>
                  <a:lnTo>
                    <a:pt x="1942192" y="851526"/>
                  </a:lnTo>
                  <a:lnTo>
                    <a:pt x="1947710" y="849037"/>
                  </a:lnTo>
                  <a:lnTo>
                    <a:pt x="1950813" y="847637"/>
                  </a:lnTo>
                  <a:lnTo>
                    <a:pt x="1951158" y="847481"/>
                  </a:lnTo>
                  <a:lnTo>
                    <a:pt x="1951503" y="847326"/>
                  </a:lnTo>
                  <a:lnTo>
                    <a:pt x="1953054" y="846626"/>
                  </a:lnTo>
                  <a:lnTo>
                    <a:pt x="1953227" y="846548"/>
                  </a:lnTo>
                  <a:lnTo>
                    <a:pt x="1954089" y="846159"/>
                  </a:lnTo>
                  <a:lnTo>
                    <a:pt x="1954606" y="845926"/>
                  </a:lnTo>
                  <a:lnTo>
                    <a:pt x="1955123" y="845692"/>
                  </a:lnTo>
                  <a:lnTo>
                    <a:pt x="1955813" y="845381"/>
                  </a:lnTo>
                  <a:lnTo>
                    <a:pt x="1956158" y="845225"/>
                  </a:lnTo>
                  <a:lnTo>
                    <a:pt x="1957020" y="844836"/>
                  </a:lnTo>
                  <a:lnTo>
                    <a:pt x="1957537" y="844603"/>
                  </a:lnTo>
                  <a:lnTo>
                    <a:pt x="1957882" y="844447"/>
                  </a:lnTo>
                  <a:lnTo>
                    <a:pt x="1958744" y="844058"/>
                  </a:lnTo>
                  <a:lnTo>
                    <a:pt x="1959089" y="843903"/>
                  </a:lnTo>
                  <a:lnTo>
                    <a:pt x="1959778" y="843591"/>
                  </a:lnTo>
                  <a:lnTo>
                    <a:pt x="1962364" y="842424"/>
                  </a:lnTo>
                  <a:lnTo>
                    <a:pt x="1962882" y="842191"/>
                  </a:lnTo>
                  <a:lnTo>
                    <a:pt x="1963744" y="841802"/>
                  </a:lnTo>
                  <a:lnTo>
                    <a:pt x="1964088" y="841646"/>
                  </a:lnTo>
                  <a:lnTo>
                    <a:pt x="1965123" y="841179"/>
                  </a:lnTo>
                  <a:lnTo>
                    <a:pt x="1965295" y="841101"/>
                  </a:lnTo>
                  <a:lnTo>
                    <a:pt x="1965985" y="840790"/>
                  </a:lnTo>
                  <a:lnTo>
                    <a:pt x="1967192" y="840245"/>
                  </a:lnTo>
                  <a:lnTo>
                    <a:pt x="1968054" y="839856"/>
                  </a:lnTo>
                  <a:lnTo>
                    <a:pt x="1969778" y="839078"/>
                  </a:lnTo>
                  <a:lnTo>
                    <a:pt x="1969950" y="839000"/>
                  </a:lnTo>
                  <a:lnTo>
                    <a:pt x="1970295" y="838844"/>
                  </a:lnTo>
                  <a:lnTo>
                    <a:pt x="1972537" y="837832"/>
                  </a:lnTo>
                  <a:lnTo>
                    <a:pt x="1973916" y="837210"/>
                  </a:lnTo>
                  <a:lnTo>
                    <a:pt x="1975295" y="836587"/>
                  </a:lnTo>
                  <a:lnTo>
                    <a:pt x="1977536" y="835575"/>
                  </a:lnTo>
                  <a:lnTo>
                    <a:pt x="1978398" y="835186"/>
                  </a:lnTo>
                  <a:lnTo>
                    <a:pt x="1978743" y="835030"/>
                  </a:lnTo>
                  <a:lnTo>
                    <a:pt x="1978916" y="834952"/>
                  </a:lnTo>
                  <a:lnTo>
                    <a:pt x="1979950" y="834485"/>
                  </a:lnTo>
                  <a:lnTo>
                    <a:pt x="1984260" y="832538"/>
                  </a:lnTo>
                  <a:lnTo>
                    <a:pt x="1989260" y="830280"/>
                  </a:lnTo>
                  <a:lnTo>
                    <a:pt x="1990640" y="829657"/>
                  </a:lnTo>
                  <a:lnTo>
                    <a:pt x="1992881" y="828644"/>
                  </a:lnTo>
                  <a:lnTo>
                    <a:pt x="2067017" y="795116"/>
                  </a:lnTo>
                  <a:lnTo>
                    <a:pt x="2068913" y="794258"/>
                  </a:lnTo>
                  <a:lnTo>
                    <a:pt x="2092706" y="783482"/>
                  </a:lnTo>
                  <a:lnTo>
                    <a:pt x="2093568" y="783091"/>
                  </a:lnTo>
                  <a:lnTo>
                    <a:pt x="2100120" y="780122"/>
                  </a:lnTo>
                  <a:lnTo>
                    <a:pt x="2102706" y="778950"/>
                  </a:lnTo>
                  <a:lnTo>
                    <a:pt x="2107533" y="776762"/>
                  </a:lnTo>
                  <a:lnTo>
                    <a:pt x="2112533" y="774496"/>
                  </a:lnTo>
                  <a:lnTo>
                    <a:pt x="2114602" y="773558"/>
                  </a:lnTo>
                  <a:lnTo>
                    <a:pt x="2120119" y="771056"/>
                  </a:lnTo>
                  <a:lnTo>
                    <a:pt x="2123222" y="769649"/>
                  </a:lnTo>
                  <a:lnTo>
                    <a:pt x="2123567" y="769493"/>
                  </a:lnTo>
                  <a:lnTo>
                    <a:pt x="2123912" y="769337"/>
                  </a:lnTo>
                  <a:lnTo>
                    <a:pt x="2125464" y="768633"/>
                  </a:lnTo>
                  <a:lnTo>
                    <a:pt x="2125636" y="768555"/>
                  </a:lnTo>
                  <a:lnTo>
                    <a:pt x="2126498" y="768164"/>
                  </a:lnTo>
                  <a:lnTo>
                    <a:pt x="2127015" y="767929"/>
                  </a:lnTo>
                  <a:lnTo>
                    <a:pt x="2127533" y="767695"/>
                  </a:lnTo>
                  <a:lnTo>
                    <a:pt x="2128222" y="767382"/>
                  </a:lnTo>
                  <a:lnTo>
                    <a:pt x="2128567" y="767225"/>
                  </a:lnTo>
                  <a:lnTo>
                    <a:pt x="2129429" y="766834"/>
                  </a:lnTo>
                  <a:lnTo>
                    <a:pt x="2129946" y="766600"/>
                  </a:lnTo>
                  <a:lnTo>
                    <a:pt x="2130291" y="766443"/>
                  </a:lnTo>
                  <a:lnTo>
                    <a:pt x="2131153" y="766052"/>
                  </a:lnTo>
                  <a:lnTo>
                    <a:pt x="2131498" y="765896"/>
                  </a:lnTo>
                  <a:lnTo>
                    <a:pt x="2132188" y="765583"/>
                  </a:lnTo>
                  <a:lnTo>
                    <a:pt x="2134774" y="764410"/>
                  </a:lnTo>
                  <a:lnTo>
                    <a:pt x="2135291" y="764176"/>
                  </a:lnTo>
                  <a:lnTo>
                    <a:pt x="2136153" y="763785"/>
                  </a:lnTo>
                  <a:lnTo>
                    <a:pt x="2136498" y="763628"/>
                  </a:lnTo>
                  <a:lnTo>
                    <a:pt x="2137532" y="763159"/>
                  </a:lnTo>
                  <a:lnTo>
                    <a:pt x="2137705" y="763081"/>
                  </a:lnTo>
                  <a:lnTo>
                    <a:pt x="2138394" y="762768"/>
                  </a:lnTo>
                  <a:lnTo>
                    <a:pt x="2139601" y="762220"/>
                  </a:lnTo>
                  <a:lnTo>
                    <a:pt x="2140463" y="761829"/>
                  </a:lnTo>
                  <a:lnTo>
                    <a:pt x="2142187" y="761047"/>
                  </a:lnTo>
                  <a:lnTo>
                    <a:pt x="2142360" y="760969"/>
                  </a:lnTo>
                  <a:lnTo>
                    <a:pt x="2142705" y="760812"/>
                  </a:lnTo>
                  <a:lnTo>
                    <a:pt x="2144946" y="759795"/>
                  </a:lnTo>
                  <a:lnTo>
                    <a:pt x="2146325" y="759169"/>
                  </a:lnTo>
                  <a:lnTo>
                    <a:pt x="2147705" y="758544"/>
                  </a:lnTo>
                  <a:lnTo>
                    <a:pt x="2149946" y="757526"/>
                  </a:lnTo>
                  <a:lnTo>
                    <a:pt x="2150808" y="757135"/>
                  </a:lnTo>
                  <a:lnTo>
                    <a:pt x="2151153" y="756979"/>
                  </a:lnTo>
                  <a:lnTo>
                    <a:pt x="2151325" y="756901"/>
                  </a:lnTo>
                  <a:lnTo>
                    <a:pt x="2152360" y="756431"/>
                  </a:lnTo>
                  <a:lnTo>
                    <a:pt x="2156670" y="754475"/>
                  </a:lnTo>
                  <a:lnTo>
                    <a:pt x="2161670" y="752205"/>
                  </a:lnTo>
                  <a:lnTo>
                    <a:pt x="2163049" y="751579"/>
                  </a:lnTo>
                  <a:lnTo>
                    <a:pt x="2165290" y="750562"/>
                  </a:lnTo>
                  <a:lnTo>
                    <a:pt x="2239426" y="716870"/>
                  </a:lnTo>
                  <a:lnTo>
                    <a:pt x="2241323" y="716007"/>
                  </a:lnTo>
                  <a:lnTo>
                    <a:pt x="2265115" y="705179"/>
                  </a:lnTo>
                  <a:lnTo>
                    <a:pt x="2265977" y="704787"/>
                  </a:lnTo>
                  <a:lnTo>
                    <a:pt x="2272529" y="701804"/>
                  </a:lnTo>
                  <a:lnTo>
                    <a:pt x="2275115" y="700627"/>
                  </a:lnTo>
                  <a:lnTo>
                    <a:pt x="2279943" y="698428"/>
                  </a:lnTo>
                  <a:lnTo>
                    <a:pt x="2284943" y="696151"/>
                  </a:lnTo>
                  <a:lnTo>
                    <a:pt x="2287011" y="695209"/>
                  </a:lnTo>
                  <a:lnTo>
                    <a:pt x="2292529" y="692696"/>
                  </a:lnTo>
                  <a:lnTo>
                    <a:pt x="2295632" y="691282"/>
                  </a:lnTo>
                  <a:lnTo>
                    <a:pt x="2295977" y="691125"/>
                  </a:lnTo>
                  <a:lnTo>
                    <a:pt x="2296322" y="690968"/>
                  </a:lnTo>
                  <a:lnTo>
                    <a:pt x="2297873" y="690261"/>
                  </a:lnTo>
                  <a:lnTo>
                    <a:pt x="2298046" y="690182"/>
                  </a:lnTo>
                  <a:lnTo>
                    <a:pt x="2298908" y="689789"/>
                  </a:lnTo>
                  <a:lnTo>
                    <a:pt x="2299425" y="689554"/>
                  </a:lnTo>
                  <a:lnTo>
                    <a:pt x="2299942" y="689318"/>
                  </a:lnTo>
                  <a:lnTo>
                    <a:pt x="2300632" y="689004"/>
                  </a:lnTo>
                  <a:lnTo>
                    <a:pt x="2300977" y="688847"/>
                  </a:lnTo>
                  <a:lnTo>
                    <a:pt x="2301839" y="688454"/>
                  </a:lnTo>
                  <a:lnTo>
                    <a:pt x="2302356" y="688218"/>
                  </a:lnTo>
                  <a:lnTo>
                    <a:pt x="2302701" y="688061"/>
                  </a:lnTo>
                  <a:lnTo>
                    <a:pt x="2303563" y="687668"/>
                  </a:lnTo>
                  <a:lnTo>
                    <a:pt x="2303908" y="687511"/>
                  </a:lnTo>
                  <a:lnTo>
                    <a:pt x="2304597" y="687197"/>
                  </a:lnTo>
                  <a:lnTo>
                    <a:pt x="2307183" y="686018"/>
                  </a:lnTo>
                  <a:lnTo>
                    <a:pt x="2307701" y="685783"/>
                  </a:lnTo>
                  <a:lnTo>
                    <a:pt x="2308563" y="685390"/>
                  </a:lnTo>
                  <a:lnTo>
                    <a:pt x="2308907" y="685233"/>
                  </a:lnTo>
                  <a:lnTo>
                    <a:pt x="2309942" y="684761"/>
                  </a:lnTo>
                  <a:lnTo>
                    <a:pt x="2310114" y="684683"/>
                  </a:lnTo>
                  <a:lnTo>
                    <a:pt x="2310804" y="684368"/>
                  </a:lnTo>
                  <a:lnTo>
                    <a:pt x="2312011" y="683818"/>
                  </a:lnTo>
                  <a:lnTo>
                    <a:pt x="2312873" y="683425"/>
                  </a:lnTo>
                  <a:lnTo>
                    <a:pt x="2314597" y="682640"/>
                  </a:lnTo>
                  <a:lnTo>
                    <a:pt x="2314769" y="682561"/>
                  </a:lnTo>
                  <a:lnTo>
                    <a:pt x="2315114" y="682404"/>
                  </a:lnTo>
                  <a:lnTo>
                    <a:pt x="2317356" y="681382"/>
                  </a:lnTo>
                  <a:lnTo>
                    <a:pt x="2318735" y="680753"/>
                  </a:lnTo>
                  <a:lnTo>
                    <a:pt x="2320114" y="680125"/>
                  </a:lnTo>
                  <a:lnTo>
                    <a:pt x="2322355" y="679103"/>
                  </a:lnTo>
                  <a:lnTo>
                    <a:pt x="2323217" y="678710"/>
                  </a:lnTo>
                  <a:lnTo>
                    <a:pt x="2323562" y="678553"/>
                  </a:lnTo>
                  <a:lnTo>
                    <a:pt x="2323735" y="678474"/>
                  </a:lnTo>
                  <a:lnTo>
                    <a:pt x="2324769" y="678002"/>
                  </a:lnTo>
                  <a:lnTo>
                    <a:pt x="2329079" y="676037"/>
                  </a:lnTo>
                  <a:lnTo>
                    <a:pt x="2334079" y="673757"/>
                  </a:lnTo>
                  <a:lnTo>
                    <a:pt x="2335458" y="673128"/>
                  </a:lnTo>
                  <a:lnTo>
                    <a:pt x="2337700" y="672106"/>
                  </a:lnTo>
                  <a:lnTo>
                    <a:pt x="2411836" y="638263"/>
                  </a:lnTo>
                  <a:lnTo>
                    <a:pt x="2413732" y="637396"/>
                  </a:lnTo>
                  <a:lnTo>
                    <a:pt x="2437525" y="626521"/>
                  </a:lnTo>
                  <a:lnTo>
                    <a:pt x="2438387" y="626127"/>
                  </a:lnTo>
                  <a:lnTo>
                    <a:pt x="2444939" y="623131"/>
                  </a:lnTo>
                  <a:lnTo>
                    <a:pt x="2447525" y="621949"/>
                  </a:lnTo>
                  <a:lnTo>
                    <a:pt x="2452352" y="619741"/>
                  </a:lnTo>
                  <a:lnTo>
                    <a:pt x="2457352" y="617454"/>
                  </a:lnTo>
                  <a:lnTo>
                    <a:pt x="2459421" y="616508"/>
                  </a:lnTo>
                  <a:lnTo>
                    <a:pt x="2464938" y="613984"/>
                  </a:lnTo>
                  <a:lnTo>
                    <a:pt x="2468041" y="612564"/>
                  </a:lnTo>
                  <a:lnTo>
                    <a:pt x="2468386" y="612406"/>
                  </a:lnTo>
                  <a:lnTo>
                    <a:pt x="2468731" y="612248"/>
                  </a:lnTo>
                  <a:lnTo>
                    <a:pt x="2470283" y="611538"/>
                  </a:lnTo>
                  <a:lnTo>
                    <a:pt x="2470455" y="611459"/>
                  </a:lnTo>
                  <a:lnTo>
                    <a:pt x="2471317" y="611065"/>
                  </a:lnTo>
                  <a:lnTo>
                    <a:pt x="2471834" y="610828"/>
                  </a:lnTo>
                  <a:lnTo>
                    <a:pt x="2472352" y="610592"/>
                  </a:lnTo>
                  <a:lnTo>
                    <a:pt x="2473041" y="610276"/>
                  </a:lnTo>
                  <a:lnTo>
                    <a:pt x="2473386" y="610118"/>
                  </a:lnTo>
                  <a:lnTo>
                    <a:pt x="2474248" y="609724"/>
                  </a:lnTo>
                  <a:lnTo>
                    <a:pt x="2474765" y="609487"/>
                  </a:lnTo>
                  <a:lnTo>
                    <a:pt x="2475110" y="609329"/>
                  </a:lnTo>
                  <a:lnTo>
                    <a:pt x="2475972" y="608935"/>
                  </a:lnTo>
                  <a:lnTo>
                    <a:pt x="2476317" y="608777"/>
                  </a:lnTo>
                  <a:lnTo>
                    <a:pt x="2477007" y="608461"/>
                  </a:lnTo>
                  <a:lnTo>
                    <a:pt x="2479593" y="607278"/>
                  </a:lnTo>
                  <a:lnTo>
                    <a:pt x="2480110" y="607041"/>
                  </a:lnTo>
                  <a:lnTo>
                    <a:pt x="2480972" y="606647"/>
                  </a:lnTo>
                  <a:lnTo>
                    <a:pt x="2481317" y="606489"/>
                  </a:lnTo>
                  <a:lnTo>
                    <a:pt x="2482351" y="606015"/>
                  </a:lnTo>
                  <a:lnTo>
                    <a:pt x="2482524" y="605936"/>
                  </a:lnTo>
                  <a:lnTo>
                    <a:pt x="2483213" y="605621"/>
                  </a:lnTo>
                  <a:lnTo>
                    <a:pt x="2484420" y="605068"/>
                  </a:lnTo>
                  <a:lnTo>
                    <a:pt x="2485282" y="604674"/>
                  </a:lnTo>
                  <a:lnTo>
                    <a:pt x="2487006" y="603885"/>
                  </a:lnTo>
                  <a:lnTo>
                    <a:pt x="2487179" y="603806"/>
                  </a:lnTo>
                  <a:lnTo>
                    <a:pt x="2487524" y="603648"/>
                  </a:lnTo>
                  <a:lnTo>
                    <a:pt x="2489765" y="602622"/>
                  </a:lnTo>
                  <a:lnTo>
                    <a:pt x="2491144" y="601991"/>
                  </a:lnTo>
                  <a:lnTo>
                    <a:pt x="2492524" y="601359"/>
                  </a:lnTo>
                  <a:lnTo>
                    <a:pt x="2494765" y="600333"/>
                  </a:lnTo>
                  <a:lnTo>
                    <a:pt x="2495627" y="599938"/>
                  </a:lnTo>
                  <a:lnTo>
                    <a:pt x="2495972" y="599781"/>
                  </a:lnTo>
                  <a:lnTo>
                    <a:pt x="2496144" y="599702"/>
                  </a:lnTo>
                  <a:lnTo>
                    <a:pt x="2497179" y="599228"/>
                  </a:lnTo>
                  <a:lnTo>
                    <a:pt x="2501489" y="597254"/>
                  </a:lnTo>
                  <a:lnTo>
                    <a:pt x="2506489" y="594965"/>
                  </a:lnTo>
                  <a:lnTo>
                    <a:pt x="2507868" y="594333"/>
                  </a:lnTo>
                  <a:lnTo>
                    <a:pt x="2510109" y="593307"/>
                  </a:lnTo>
                  <a:lnTo>
                    <a:pt x="2584245" y="559325"/>
                  </a:lnTo>
                  <a:lnTo>
                    <a:pt x="2586142" y="558455"/>
                  </a:lnTo>
                  <a:lnTo>
                    <a:pt x="2609934" y="547537"/>
                  </a:lnTo>
                  <a:lnTo>
                    <a:pt x="2610796" y="547142"/>
                  </a:lnTo>
                  <a:lnTo>
                    <a:pt x="2617348" y="544134"/>
                  </a:lnTo>
                  <a:lnTo>
                    <a:pt x="2619934" y="542947"/>
                  </a:lnTo>
                  <a:lnTo>
                    <a:pt x="2624762" y="540731"/>
                  </a:lnTo>
                  <a:lnTo>
                    <a:pt x="2629762" y="538435"/>
                  </a:lnTo>
                  <a:lnTo>
                    <a:pt x="2631830" y="537485"/>
                  </a:lnTo>
                  <a:lnTo>
                    <a:pt x="2637348" y="534951"/>
                  </a:lnTo>
                  <a:lnTo>
                    <a:pt x="2640451" y="533526"/>
                  </a:lnTo>
                  <a:lnTo>
                    <a:pt x="2640796" y="533367"/>
                  </a:lnTo>
                  <a:lnTo>
                    <a:pt x="2641141" y="533209"/>
                  </a:lnTo>
                  <a:lnTo>
                    <a:pt x="2642692" y="532496"/>
                  </a:lnTo>
                  <a:lnTo>
                    <a:pt x="2642865" y="532417"/>
                  </a:lnTo>
                  <a:lnTo>
                    <a:pt x="2643727" y="532021"/>
                  </a:lnTo>
                  <a:lnTo>
                    <a:pt x="2644244" y="531784"/>
                  </a:lnTo>
                  <a:lnTo>
                    <a:pt x="2644761" y="531546"/>
                  </a:lnTo>
                  <a:lnTo>
                    <a:pt x="2645451" y="531229"/>
                  </a:lnTo>
                  <a:lnTo>
                    <a:pt x="2645796" y="531071"/>
                  </a:lnTo>
                  <a:lnTo>
                    <a:pt x="2646658" y="530675"/>
                  </a:lnTo>
                  <a:lnTo>
                    <a:pt x="2647175" y="530437"/>
                  </a:lnTo>
                  <a:lnTo>
                    <a:pt x="2647520" y="530279"/>
                  </a:lnTo>
                  <a:lnTo>
                    <a:pt x="2648382" y="529883"/>
                  </a:lnTo>
                  <a:lnTo>
                    <a:pt x="2648727" y="529724"/>
                  </a:lnTo>
                  <a:lnTo>
                    <a:pt x="2649416" y="529408"/>
                  </a:lnTo>
                  <a:lnTo>
                    <a:pt x="2652002" y="528220"/>
                  </a:lnTo>
                  <a:lnTo>
                    <a:pt x="2652520" y="527982"/>
                  </a:lnTo>
                  <a:lnTo>
                    <a:pt x="2653382" y="527586"/>
                  </a:lnTo>
                  <a:lnTo>
                    <a:pt x="2653726" y="527427"/>
                  </a:lnTo>
                  <a:lnTo>
                    <a:pt x="2654761" y="526952"/>
                  </a:lnTo>
                  <a:lnTo>
                    <a:pt x="2654933" y="526873"/>
                  </a:lnTo>
                  <a:lnTo>
                    <a:pt x="2655623" y="526556"/>
                  </a:lnTo>
                  <a:lnTo>
                    <a:pt x="2656830" y="526002"/>
                  </a:lnTo>
                  <a:lnTo>
                    <a:pt x="2657692" y="525606"/>
                  </a:lnTo>
                  <a:lnTo>
                    <a:pt x="2659416" y="524813"/>
                  </a:lnTo>
                  <a:lnTo>
                    <a:pt x="2659588" y="524734"/>
                  </a:lnTo>
                  <a:lnTo>
                    <a:pt x="2659933" y="524576"/>
                  </a:lnTo>
                  <a:lnTo>
                    <a:pt x="2662174" y="523546"/>
                  </a:lnTo>
                  <a:lnTo>
                    <a:pt x="2663554" y="522912"/>
                  </a:lnTo>
                  <a:lnTo>
                    <a:pt x="2664933" y="522278"/>
                  </a:lnTo>
                  <a:lnTo>
                    <a:pt x="2667174" y="521248"/>
                  </a:lnTo>
                  <a:lnTo>
                    <a:pt x="2668036" y="520852"/>
                  </a:lnTo>
                  <a:lnTo>
                    <a:pt x="2668381" y="520694"/>
                  </a:lnTo>
                  <a:lnTo>
                    <a:pt x="2668554" y="520614"/>
                  </a:lnTo>
                  <a:lnTo>
                    <a:pt x="2669588" y="520139"/>
                  </a:lnTo>
                  <a:lnTo>
                    <a:pt x="2673898" y="518158"/>
                  </a:lnTo>
                  <a:lnTo>
                    <a:pt x="2678898" y="515860"/>
                  </a:lnTo>
                  <a:lnTo>
                    <a:pt x="2680277" y="515226"/>
                  </a:lnTo>
                  <a:lnTo>
                    <a:pt x="2682519" y="514196"/>
                  </a:lnTo>
                  <a:lnTo>
                    <a:pt x="2756655" y="480089"/>
                  </a:lnTo>
                  <a:lnTo>
                    <a:pt x="2758551" y="479216"/>
                  </a:lnTo>
                  <a:lnTo>
                    <a:pt x="2782344" y="468260"/>
                  </a:lnTo>
                  <a:lnTo>
                    <a:pt x="2783206" y="467863"/>
                  </a:lnTo>
                  <a:lnTo>
                    <a:pt x="2789758" y="464845"/>
                  </a:lnTo>
                  <a:lnTo>
                    <a:pt x="2792344" y="463653"/>
                  </a:lnTo>
                  <a:lnTo>
                    <a:pt x="2797171" y="461429"/>
                  </a:lnTo>
                  <a:lnTo>
                    <a:pt x="2802171" y="459125"/>
                  </a:lnTo>
                  <a:lnTo>
                    <a:pt x="2804240" y="458172"/>
                  </a:lnTo>
                  <a:lnTo>
                    <a:pt x="2809757" y="455629"/>
                  </a:lnTo>
                  <a:lnTo>
                    <a:pt x="2812860" y="454199"/>
                  </a:lnTo>
                  <a:lnTo>
                    <a:pt x="2813205" y="454040"/>
                  </a:lnTo>
                  <a:lnTo>
                    <a:pt x="2813550" y="453881"/>
                  </a:lnTo>
                  <a:lnTo>
                    <a:pt x="2815102" y="453166"/>
                  </a:lnTo>
                  <a:lnTo>
                    <a:pt x="2815274" y="453087"/>
                  </a:lnTo>
                  <a:lnTo>
                    <a:pt x="2816136" y="452689"/>
                  </a:lnTo>
                  <a:lnTo>
                    <a:pt x="2816653" y="452451"/>
                  </a:lnTo>
                  <a:lnTo>
                    <a:pt x="2817171" y="452213"/>
                  </a:lnTo>
                  <a:lnTo>
                    <a:pt x="2817860" y="451895"/>
                  </a:lnTo>
                  <a:lnTo>
                    <a:pt x="2818205" y="451736"/>
                  </a:lnTo>
                  <a:lnTo>
                    <a:pt x="2819067" y="451338"/>
                  </a:lnTo>
                  <a:lnTo>
                    <a:pt x="2819584" y="451100"/>
                  </a:lnTo>
                  <a:lnTo>
                    <a:pt x="2819929" y="450941"/>
                  </a:lnTo>
                  <a:lnTo>
                    <a:pt x="2820791" y="450544"/>
                  </a:lnTo>
                  <a:lnTo>
                    <a:pt x="2821136" y="450385"/>
                  </a:lnTo>
                  <a:lnTo>
                    <a:pt x="2821826" y="450067"/>
                  </a:lnTo>
                  <a:lnTo>
                    <a:pt x="2824412" y="448875"/>
                  </a:lnTo>
                  <a:lnTo>
                    <a:pt x="2824929" y="448636"/>
                  </a:lnTo>
                  <a:lnTo>
                    <a:pt x="2825791" y="448239"/>
                  </a:lnTo>
                  <a:lnTo>
                    <a:pt x="2826136" y="448080"/>
                  </a:lnTo>
                  <a:lnTo>
                    <a:pt x="2827170" y="447603"/>
                  </a:lnTo>
                  <a:lnTo>
                    <a:pt x="2827343" y="447524"/>
                  </a:lnTo>
                  <a:lnTo>
                    <a:pt x="2828032" y="447206"/>
                  </a:lnTo>
                  <a:lnTo>
                    <a:pt x="2829239" y="446649"/>
                  </a:lnTo>
                  <a:lnTo>
                    <a:pt x="2830101" y="446252"/>
                  </a:lnTo>
                  <a:lnTo>
                    <a:pt x="2831825" y="445457"/>
                  </a:lnTo>
                  <a:lnTo>
                    <a:pt x="2831998" y="445378"/>
                  </a:lnTo>
                  <a:lnTo>
                    <a:pt x="2832343" y="445219"/>
                  </a:lnTo>
                  <a:lnTo>
                    <a:pt x="2834584" y="444185"/>
                  </a:lnTo>
                  <a:lnTo>
                    <a:pt x="2835963" y="443549"/>
                  </a:lnTo>
                  <a:lnTo>
                    <a:pt x="2837343" y="442913"/>
                  </a:lnTo>
                  <a:lnTo>
                    <a:pt x="2839584" y="441880"/>
                  </a:lnTo>
                  <a:lnTo>
                    <a:pt x="2840446" y="441482"/>
                  </a:lnTo>
                  <a:lnTo>
                    <a:pt x="2840791" y="441323"/>
                  </a:lnTo>
                  <a:lnTo>
                    <a:pt x="2840963" y="441244"/>
                  </a:lnTo>
                  <a:lnTo>
                    <a:pt x="2841998" y="440767"/>
                  </a:lnTo>
                  <a:lnTo>
                    <a:pt x="2846308" y="438779"/>
                  </a:lnTo>
                  <a:lnTo>
                    <a:pt x="2851308" y="436473"/>
                  </a:lnTo>
                  <a:lnTo>
                    <a:pt x="2852687" y="435837"/>
                  </a:lnTo>
                  <a:lnTo>
                    <a:pt x="2854928" y="434803"/>
                  </a:lnTo>
                  <a:lnTo>
                    <a:pt x="2929064" y="400586"/>
                  </a:lnTo>
                  <a:lnTo>
                    <a:pt x="2930961" y="399710"/>
                  </a:lnTo>
                  <a:lnTo>
                    <a:pt x="2954753" y="388719"/>
                  </a:lnTo>
                  <a:lnTo>
                    <a:pt x="2955615" y="388320"/>
                  </a:lnTo>
                  <a:lnTo>
                    <a:pt x="2962167" y="385293"/>
                  </a:lnTo>
                  <a:lnTo>
                    <a:pt x="2964753" y="384098"/>
                  </a:lnTo>
                  <a:lnTo>
                    <a:pt x="2969581" y="381867"/>
                  </a:lnTo>
                  <a:lnTo>
                    <a:pt x="2974580" y="379556"/>
                  </a:lnTo>
                  <a:lnTo>
                    <a:pt x="2976649" y="378600"/>
                  </a:lnTo>
                  <a:lnTo>
                    <a:pt x="2982167" y="376049"/>
                  </a:lnTo>
                  <a:lnTo>
                    <a:pt x="2985270" y="374615"/>
                  </a:lnTo>
                  <a:lnTo>
                    <a:pt x="2985615" y="374455"/>
                  </a:lnTo>
                  <a:lnTo>
                    <a:pt x="2985960" y="374296"/>
                  </a:lnTo>
                  <a:lnTo>
                    <a:pt x="2987511" y="373579"/>
                  </a:lnTo>
                  <a:lnTo>
                    <a:pt x="2987684" y="373499"/>
                  </a:lnTo>
                  <a:lnTo>
                    <a:pt x="2988546" y="373100"/>
                  </a:lnTo>
                  <a:lnTo>
                    <a:pt x="2989063" y="372861"/>
                  </a:lnTo>
                  <a:lnTo>
                    <a:pt x="2989580" y="372622"/>
                  </a:lnTo>
                  <a:lnTo>
                    <a:pt x="2990270" y="372303"/>
                  </a:lnTo>
                  <a:lnTo>
                    <a:pt x="2990615" y="372144"/>
                  </a:lnTo>
                  <a:lnTo>
                    <a:pt x="2991477" y="371745"/>
                  </a:lnTo>
                  <a:lnTo>
                    <a:pt x="2991994" y="371506"/>
                  </a:lnTo>
                  <a:lnTo>
                    <a:pt x="2992339" y="371347"/>
                  </a:lnTo>
                  <a:lnTo>
                    <a:pt x="2993201" y="370948"/>
                  </a:lnTo>
                  <a:lnTo>
                    <a:pt x="2993546" y="370789"/>
                  </a:lnTo>
                  <a:lnTo>
                    <a:pt x="2994235" y="370470"/>
                  </a:lnTo>
                  <a:lnTo>
                    <a:pt x="2996821" y="369274"/>
                  </a:lnTo>
                  <a:lnTo>
                    <a:pt x="2997339" y="369035"/>
                  </a:lnTo>
                  <a:lnTo>
                    <a:pt x="2998201" y="368636"/>
                  </a:lnTo>
                  <a:lnTo>
                    <a:pt x="2998545" y="368477"/>
                  </a:lnTo>
                  <a:lnTo>
                    <a:pt x="2999580" y="367999"/>
                  </a:lnTo>
                  <a:lnTo>
                    <a:pt x="2999752" y="367919"/>
                  </a:lnTo>
                  <a:lnTo>
                    <a:pt x="3000442" y="367600"/>
                  </a:lnTo>
                  <a:lnTo>
                    <a:pt x="3001649" y="367042"/>
                  </a:lnTo>
                  <a:lnTo>
                    <a:pt x="3002511" y="366643"/>
                  </a:lnTo>
                  <a:lnTo>
                    <a:pt x="3004235" y="365846"/>
                  </a:lnTo>
                  <a:lnTo>
                    <a:pt x="3004407" y="365766"/>
                  </a:lnTo>
                  <a:lnTo>
                    <a:pt x="3004752" y="365607"/>
                  </a:lnTo>
                  <a:lnTo>
                    <a:pt x="3006993" y="364570"/>
                  </a:lnTo>
                  <a:lnTo>
                    <a:pt x="3008373" y="363932"/>
                  </a:lnTo>
                  <a:lnTo>
                    <a:pt x="3009752" y="363294"/>
                  </a:lnTo>
                  <a:lnTo>
                    <a:pt x="3011993" y="362258"/>
                  </a:lnTo>
                  <a:lnTo>
                    <a:pt x="3012855" y="361859"/>
                  </a:lnTo>
                  <a:lnTo>
                    <a:pt x="3013200" y="361700"/>
                  </a:lnTo>
                  <a:lnTo>
                    <a:pt x="3013373" y="361620"/>
                  </a:lnTo>
                  <a:lnTo>
                    <a:pt x="3014407" y="361142"/>
                  </a:lnTo>
                  <a:lnTo>
                    <a:pt x="3018717" y="359148"/>
                  </a:lnTo>
                  <a:lnTo>
                    <a:pt x="3023717" y="356835"/>
                  </a:lnTo>
                  <a:lnTo>
                    <a:pt x="3025096" y="356197"/>
                  </a:lnTo>
                  <a:lnTo>
                    <a:pt x="3027338" y="355160"/>
                  </a:lnTo>
                  <a:lnTo>
                    <a:pt x="3101474" y="320844"/>
                  </a:lnTo>
                  <a:lnTo>
                    <a:pt x="3103370" y="319965"/>
                  </a:lnTo>
                  <a:lnTo>
                    <a:pt x="3127163" y="308944"/>
                  </a:lnTo>
                  <a:lnTo>
                    <a:pt x="3128025" y="308544"/>
                  </a:lnTo>
                  <a:lnTo>
                    <a:pt x="3134577" y="305508"/>
                  </a:lnTo>
                  <a:lnTo>
                    <a:pt x="3137163" y="304310"/>
                  </a:lnTo>
                  <a:lnTo>
                    <a:pt x="3141990" y="302073"/>
                  </a:lnTo>
                  <a:lnTo>
                    <a:pt x="3146990" y="299756"/>
                  </a:lnTo>
                  <a:lnTo>
                    <a:pt x="3149059" y="298797"/>
                  </a:lnTo>
                  <a:lnTo>
                    <a:pt x="3154576" y="296240"/>
                  </a:lnTo>
                  <a:lnTo>
                    <a:pt x="3157679" y="294801"/>
                  </a:lnTo>
                  <a:lnTo>
                    <a:pt x="3158024" y="294641"/>
                  </a:lnTo>
                  <a:lnTo>
                    <a:pt x="3158369" y="294481"/>
                  </a:lnTo>
                  <a:lnTo>
                    <a:pt x="3159921" y="293762"/>
                  </a:lnTo>
                  <a:lnTo>
                    <a:pt x="3160093" y="293682"/>
                  </a:lnTo>
                  <a:lnTo>
                    <a:pt x="3160955" y="293283"/>
                  </a:lnTo>
                  <a:lnTo>
                    <a:pt x="3161472" y="293043"/>
                  </a:lnTo>
                  <a:lnTo>
                    <a:pt x="3161990" y="292803"/>
                  </a:lnTo>
                  <a:lnTo>
                    <a:pt x="3162679" y="292483"/>
                  </a:lnTo>
                  <a:lnTo>
                    <a:pt x="3163024" y="292323"/>
                  </a:lnTo>
                  <a:lnTo>
                    <a:pt x="3163886" y="291924"/>
                  </a:lnTo>
                  <a:lnTo>
                    <a:pt x="3164403" y="291684"/>
                  </a:lnTo>
                  <a:lnTo>
                    <a:pt x="3164748" y="291524"/>
                  </a:lnTo>
                  <a:lnTo>
                    <a:pt x="3165610" y="291125"/>
                  </a:lnTo>
                  <a:lnTo>
                    <a:pt x="3165955" y="290965"/>
                  </a:lnTo>
                  <a:lnTo>
                    <a:pt x="3166645" y="290645"/>
                  </a:lnTo>
                  <a:lnTo>
                    <a:pt x="3169231" y="289446"/>
                  </a:lnTo>
                  <a:lnTo>
                    <a:pt x="3169748" y="289206"/>
                  </a:lnTo>
                  <a:lnTo>
                    <a:pt x="3170610" y="288807"/>
                  </a:lnTo>
                  <a:lnTo>
                    <a:pt x="3170955" y="288647"/>
                  </a:lnTo>
                  <a:lnTo>
                    <a:pt x="3171989" y="288167"/>
                  </a:lnTo>
                  <a:lnTo>
                    <a:pt x="3172162" y="288087"/>
                  </a:lnTo>
                  <a:lnTo>
                    <a:pt x="3172851" y="287767"/>
                  </a:lnTo>
                  <a:lnTo>
                    <a:pt x="3174058" y="287208"/>
                  </a:lnTo>
                  <a:lnTo>
                    <a:pt x="3174920" y="286808"/>
                  </a:lnTo>
                  <a:lnTo>
                    <a:pt x="3176644" y="286009"/>
                  </a:lnTo>
                  <a:lnTo>
                    <a:pt x="3176817" y="285929"/>
                  </a:lnTo>
                  <a:lnTo>
                    <a:pt x="3177162" y="285769"/>
                  </a:lnTo>
                  <a:lnTo>
                    <a:pt x="3179403" y="284730"/>
                  </a:lnTo>
                  <a:lnTo>
                    <a:pt x="3180782" y="284090"/>
                  </a:lnTo>
                  <a:lnTo>
                    <a:pt x="3182162" y="283450"/>
                  </a:lnTo>
                  <a:lnTo>
                    <a:pt x="3184403" y="282411"/>
                  </a:lnTo>
                  <a:lnTo>
                    <a:pt x="3185265" y="282011"/>
                  </a:lnTo>
                  <a:lnTo>
                    <a:pt x="3185610" y="281851"/>
                  </a:lnTo>
                  <a:lnTo>
                    <a:pt x="3185782" y="281772"/>
                  </a:lnTo>
                  <a:lnTo>
                    <a:pt x="3186817" y="281292"/>
                  </a:lnTo>
                  <a:lnTo>
                    <a:pt x="3191127" y="279293"/>
                  </a:lnTo>
                  <a:lnTo>
                    <a:pt x="3196127" y="276974"/>
                  </a:lnTo>
                  <a:lnTo>
                    <a:pt x="3197506" y="276334"/>
                  </a:lnTo>
                  <a:lnTo>
                    <a:pt x="3199747" y="275295"/>
                  </a:lnTo>
                  <a:lnTo>
                    <a:pt x="3273883" y="240891"/>
                  </a:lnTo>
                  <a:lnTo>
                    <a:pt x="3275780" y="240010"/>
                  </a:lnTo>
                  <a:lnTo>
                    <a:pt x="3299572" y="228961"/>
                  </a:lnTo>
                  <a:lnTo>
                    <a:pt x="3300434" y="228561"/>
                  </a:lnTo>
                  <a:lnTo>
                    <a:pt x="3306986" y="225518"/>
                  </a:lnTo>
                  <a:lnTo>
                    <a:pt x="3309572" y="224316"/>
                  </a:lnTo>
                  <a:lnTo>
                    <a:pt x="3314400" y="222074"/>
                  </a:lnTo>
                  <a:lnTo>
                    <a:pt x="3319399" y="219751"/>
                  </a:lnTo>
                  <a:lnTo>
                    <a:pt x="3321468" y="218790"/>
                  </a:lnTo>
                  <a:lnTo>
                    <a:pt x="3326985" y="216227"/>
                  </a:lnTo>
                  <a:lnTo>
                    <a:pt x="3330089" y="214785"/>
                  </a:lnTo>
                  <a:lnTo>
                    <a:pt x="3330434" y="214624"/>
                  </a:lnTo>
                  <a:lnTo>
                    <a:pt x="3330779" y="214464"/>
                  </a:lnTo>
                  <a:lnTo>
                    <a:pt x="3332330" y="213743"/>
                  </a:lnTo>
                  <a:lnTo>
                    <a:pt x="3332503" y="213663"/>
                  </a:lnTo>
                  <a:lnTo>
                    <a:pt x="3333365" y="213263"/>
                  </a:lnTo>
                  <a:lnTo>
                    <a:pt x="3333882" y="213022"/>
                  </a:lnTo>
                  <a:lnTo>
                    <a:pt x="3334399" y="212782"/>
                  </a:lnTo>
                  <a:lnTo>
                    <a:pt x="3335089" y="212461"/>
                  </a:lnTo>
                  <a:lnTo>
                    <a:pt x="3335434" y="212301"/>
                  </a:lnTo>
                  <a:lnTo>
                    <a:pt x="3336296" y="211901"/>
                  </a:lnTo>
                  <a:lnTo>
                    <a:pt x="3336813" y="211660"/>
                  </a:lnTo>
                  <a:lnTo>
                    <a:pt x="3337158" y="211500"/>
                  </a:lnTo>
                  <a:lnTo>
                    <a:pt x="3338020" y="211099"/>
                  </a:lnTo>
                  <a:lnTo>
                    <a:pt x="3338365" y="210939"/>
                  </a:lnTo>
                  <a:lnTo>
                    <a:pt x="3339054" y="210619"/>
                  </a:lnTo>
                  <a:lnTo>
                    <a:pt x="3341640" y="209417"/>
                  </a:lnTo>
                  <a:lnTo>
                    <a:pt x="3342158" y="209177"/>
                  </a:lnTo>
                  <a:lnTo>
                    <a:pt x="3343020" y="208776"/>
                  </a:lnTo>
                  <a:lnTo>
                    <a:pt x="3343364" y="208616"/>
                  </a:lnTo>
                  <a:lnTo>
                    <a:pt x="3344399" y="208135"/>
                  </a:lnTo>
                  <a:lnTo>
                    <a:pt x="3344571" y="208055"/>
                  </a:lnTo>
                  <a:lnTo>
                    <a:pt x="3345261" y="207734"/>
                  </a:lnTo>
                  <a:lnTo>
                    <a:pt x="3346468" y="207173"/>
                  </a:lnTo>
                  <a:lnTo>
                    <a:pt x="3347330" y="206773"/>
                  </a:lnTo>
                  <a:lnTo>
                    <a:pt x="3349054" y="205971"/>
                  </a:lnTo>
                  <a:lnTo>
                    <a:pt x="3349226" y="205891"/>
                  </a:lnTo>
                  <a:lnTo>
                    <a:pt x="3349571" y="205731"/>
                  </a:lnTo>
                  <a:lnTo>
                    <a:pt x="3351812" y="204689"/>
                  </a:lnTo>
                  <a:lnTo>
                    <a:pt x="3353192" y="204048"/>
                  </a:lnTo>
                  <a:lnTo>
                    <a:pt x="3354571" y="203407"/>
                  </a:lnTo>
                  <a:lnTo>
                    <a:pt x="3356812" y="202366"/>
                  </a:lnTo>
                  <a:lnTo>
                    <a:pt x="3357674" y="201965"/>
                  </a:lnTo>
                  <a:lnTo>
                    <a:pt x="3358019" y="201805"/>
                  </a:lnTo>
                  <a:lnTo>
                    <a:pt x="3358192" y="201724"/>
                  </a:lnTo>
                  <a:lnTo>
                    <a:pt x="3359226" y="201244"/>
                  </a:lnTo>
                  <a:lnTo>
                    <a:pt x="3363536" y="199240"/>
                  </a:lnTo>
                  <a:lnTo>
                    <a:pt x="3368536" y="196916"/>
                  </a:lnTo>
                  <a:lnTo>
                    <a:pt x="3369915" y="196275"/>
                  </a:lnTo>
                  <a:lnTo>
                    <a:pt x="3372157" y="195233"/>
                  </a:lnTo>
                  <a:lnTo>
                    <a:pt x="3446293" y="160751"/>
                  </a:lnTo>
                  <a:lnTo>
                    <a:pt x="3448189" y="159869"/>
                  </a:lnTo>
                  <a:lnTo>
                    <a:pt x="3471982" y="148796"/>
                  </a:lnTo>
                  <a:lnTo>
                    <a:pt x="3472844" y="148395"/>
                  </a:lnTo>
                  <a:lnTo>
                    <a:pt x="3479395" y="145345"/>
                  </a:lnTo>
                  <a:lnTo>
                    <a:pt x="3481982" y="144141"/>
                  </a:lnTo>
                  <a:lnTo>
                    <a:pt x="3486809" y="141894"/>
                  </a:lnTo>
                  <a:lnTo>
                    <a:pt x="3491809" y="139566"/>
                  </a:lnTo>
                  <a:lnTo>
                    <a:pt x="3493878" y="138603"/>
                  </a:lnTo>
                  <a:lnTo>
                    <a:pt x="3499395" y="136034"/>
                  </a:lnTo>
                  <a:lnTo>
                    <a:pt x="3502498" y="134589"/>
                  </a:lnTo>
                  <a:lnTo>
                    <a:pt x="3502843" y="134429"/>
                  </a:lnTo>
                  <a:lnTo>
                    <a:pt x="3503188" y="134268"/>
                  </a:lnTo>
                  <a:lnTo>
                    <a:pt x="3504740" y="133546"/>
                  </a:lnTo>
                  <a:lnTo>
                    <a:pt x="3504912" y="133465"/>
                  </a:lnTo>
                  <a:lnTo>
                    <a:pt x="3505774" y="133064"/>
                  </a:lnTo>
                  <a:lnTo>
                    <a:pt x="3506291" y="132823"/>
                  </a:lnTo>
                  <a:lnTo>
                    <a:pt x="3506809" y="132582"/>
                  </a:lnTo>
                  <a:lnTo>
                    <a:pt x="3507498" y="132261"/>
                  </a:lnTo>
                  <a:lnTo>
                    <a:pt x="3507843" y="132101"/>
                  </a:lnTo>
                  <a:lnTo>
                    <a:pt x="3508705" y="131699"/>
                  </a:lnTo>
                  <a:lnTo>
                    <a:pt x="3509222" y="131458"/>
                  </a:lnTo>
                  <a:lnTo>
                    <a:pt x="3509567" y="131298"/>
                  </a:lnTo>
                  <a:lnTo>
                    <a:pt x="3510429" y="130896"/>
                  </a:lnTo>
                  <a:lnTo>
                    <a:pt x="3510774" y="130736"/>
                  </a:lnTo>
                  <a:lnTo>
                    <a:pt x="3511464" y="130415"/>
                  </a:lnTo>
                  <a:lnTo>
                    <a:pt x="3514050" y="129210"/>
                  </a:lnTo>
                  <a:lnTo>
                    <a:pt x="3514567" y="128970"/>
                  </a:lnTo>
                  <a:lnTo>
                    <a:pt x="3515429" y="128568"/>
                  </a:lnTo>
                  <a:lnTo>
                    <a:pt x="3515774" y="128408"/>
                  </a:lnTo>
                  <a:lnTo>
                    <a:pt x="3516808" y="127926"/>
                  </a:lnTo>
                  <a:lnTo>
                    <a:pt x="3516981" y="127846"/>
                  </a:lnTo>
                  <a:lnTo>
                    <a:pt x="3517670" y="127524"/>
                  </a:lnTo>
                  <a:lnTo>
                    <a:pt x="3518877" y="126962"/>
                  </a:lnTo>
                  <a:lnTo>
                    <a:pt x="3519739" y="126561"/>
                  </a:lnTo>
                  <a:lnTo>
                    <a:pt x="3521463" y="125758"/>
                  </a:lnTo>
                  <a:lnTo>
                    <a:pt x="3521636" y="125678"/>
                  </a:lnTo>
                  <a:lnTo>
                    <a:pt x="3521981" y="125517"/>
                  </a:lnTo>
                  <a:lnTo>
                    <a:pt x="3524222" y="124473"/>
                  </a:lnTo>
                  <a:lnTo>
                    <a:pt x="3525601" y="123831"/>
                  </a:lnTo>
                  <a:lnTo>
                    <a:pt x="3526981" y="123188"/>
                  </a:lnTo>
                  <a:lnTo>
                    <a:pt x="3529222" y="122145"/>
                  </a:lnTo>
                  <a:lnTo>
                    <a:pt x="3530084" y="121743"/>
                  </a:lnTo>
                  <a:lnTo>
                    <a:pt x="3530429" y="121582"/>
                  </a:lnTo>
                  <a:lnTo>
                    <a:pt x="3530601" y="121502"/>
                  </a:lnTo>
                  <a:lnTo>
                    <a:pt x="3531636" y="121020"/>
                  </a:lnTo>
                  <a:lnTo>
                    <a:pt x="3535946" y="119013"/>
                  </a:lnTo>
                  <a:lnTo>
                    <a:pt x="3540946" y="116684"/>
                  </a:lnTo>
                  <a:lnTo>
                    <a:pt x="3542325" y="116041"/>
                  </a:lnTo>
                  <a:lnTo>
                    <a:pt x="3544566" y="114997"/>
                  </a:lnTo>
                  <a:lnTo>
                    <a:pt x="3618702" y="80448"/>
                  </a:lnTo>
                  <a:lnTo>
                    <a:pt x="3620599" y="79564"/>
                  </a:lnTo>
                  <a:lnTo>
                    <a:pt x="3644391" y="68470"/>
                  </a:lnTo>
                  <a:lnTo>
                    <a:pt x="3645253" y="68068"/>
                  </a:lnTo>
                  <a:lnTo>
                    <a:pt x="3651805" y="65012"/>
                  </a:lnTo>
                  <a:lnTo>
                    <a:pt x="3654391" y="63806"/>
                  </a:lnTo>
                  <a:lnTo>
                    <a:pt x="3659219" y="61555"/>
                  </a:lnTo>
                  <a:lnTo>
                    <a:pt x="3664218" y="59223"/>
                  </a:lnTo>
                  <a:lnTo>
                    <a:pt x="3666287" y="58258"/>
                  </a:lnTo>
                  <a:lnTo>
                    <a:pt x="3671804" y="55684"/>
                  </a:lnTo>
                  <a:lnTo>
                    <a:pt x="3674908" y="54237"/>
                  </a:lnTo>
                  <a:lnTo>
                    <a:pt x="3675253" y="54076"/>
                  </a:lnTo>
                  <a:lnTo>
                    <a:pt x="3675597" y="53915"/>
                  </a:lnTo>
                  <a:lnTo>
                    <a:pt x="3677149" y="53191"/>
                  </a:lnTo>
                  <a:lnTo>
                    <a:pt x="3677322" y="53111"/>
                  </a:lnTo>
                  <a:lnTo>
                    <a:pt x="3678184" y="52709"/>
                  </a:lnTo>
                  <a:lnTo>
                    <a:pt x="3678701" y="52467"/>
                  </a:lnTo>
                  <a:lnTo>
                    <a:pt x="3679218" y="52226"/>
                  </a:lnTo>
                  <a:lnTo>
                    <a:pt x="3679908" y="51904"/>
                  </a:lnTo>
                  <a:lnTo>
                    <a:pt x="3680253" y="51743"/>
                  </a:lnTo>
                  <a:lnTo>
                    <a:pt x="3681115" y="51341"/>
                  </a:lnTo>
                  <a:lnTo>
                    <a:pt x="3681632" y="51100"/>
                  </a:lnTo>
                  <a:lnTo>
                    <a:pt x="3681977" y="50939"/>
                  </a:lnTo>
                  <a:lnTo>
                    <a:pt x="3682839" y="50537"/>
                  </a:lnTo>
                  <a:lnTo>
                    <a:pt x="3683184" y="50376"/>
                  </a:lnTo>
                  <a:lnTo>
                    <a:pt x="3683873" y="50054"/>
                  </a:lnTo>
                  <a:lnTo>
                    <a:pt x="3686459" y="48848"/>
                  </a:lnTo>
                  <a:lnTo>
                    <a:pt x="3686977" y="48607"/>
                  </a:lnTo>
                  <a:lnTo>
                    <a:pt x="3687839" y="48204"/>
                  </a:lnTo>
                  <a:lnTo>
                    <a:pt x="3688183" y="48043"/>
                  </a:lnTo>
                  <a:lnTo>
                    <a:pt x="3689218" y="47561"/>
                  </a:lnTo>
                  <a:lnTo>
                    <a:pt x="3689390" y="47480"/>
                  </a:lnTo>
                  <a:lnTo>
                    <a:pt x="3690080" y="47159"/>
                  </a:lnTo>
                  <a:lnTo>
                    <a:pt x="3691287" y="46596"/>
                  </a:lnTo>
                  <a:lnTo>
                    <a:pt x="3692149" y="46193"/>
                  </a:lnTo>
                  <a:lnTo>
                    <a:pt x="3693873" y="45389"/>
                  </a:lnTo>
                  <a:lnTo>
                    <a:pt x="3694045" y="45309"/>
                  </a:lnTo>
                  <a:lnTo>
                    <a:pt x="3694390" y="45148"/>
                  </a:lnTo>
                  <a:lnTo>
                    <a:pt x="3696631" y="44102"/>
                  </a:lnTo>
                  <a:lnTo>
                    <a:pt x="3698011" y="43458"/>
                  </a:lnTo>
                  <a:lnTo>
                    <a:pt x="3699390" y="42815"/>
                  </a:lnTo>
                  <a:lnTo>
                    <a:pt x="3701631" y="41769"/>
                  </a:lnTo>
                  <a:lnTo>
                    <a:pt x="3702493" y="41367"/>
                  </a:lnTo>
                  <a:lnTo>
                    <a:pt x="3702838" y="41206"/>
                  </a:lnTo>
                  <a:lnTo>
                    <a:pt x="3703011" y="41125"/>
                  </a:lnTo>
                  <a:lnTo>
                    <a:pt x="3704045" y="40643"/>
                  </a:lnTo>
                  <a:lnTo>
                    <a:pt x="3708355" y="38632"/>
                  </a:lnTo>
                  <a:lnTo>
                    <a:pt x="3713355" y="36298"/>
                  </a:lnTo>
                  <a:lnTo>
                    <a:pt x="3714734" y="35655"/>
                  </a:lnTo>
                  <a:lnTo>
                    <a:pt x="3716976" y="34609"/>
                  </a:lnTo>
                  <a:lnTo>
                    <a:pt x="3791112" y="0"/>
                  </a:lnTo>
                  <a:lnTo>
                    <a:pt x="3791112" y="182467"/>
                  </a:lnTo>
                  <a:lnTo>
                    <a:pt x="3716976" y="213801"/>
                  </a:lnTo>
                  <a:lnTo>
                    <a:pt x="3714734" y="214749"/>
                  </a:lnTo>
                  <a:lnTo>
                    <a:pt x="3713355" y="215332"/>
                  </a:lnTo>
                  <a:lnTo>
                    <a:pt x="3708355" y="217446"/>
                  </a:lnTo>
                  <a:lnTo>
                    <a:pt x="3704045" y="219268"/>
                  </a:lnTo>
                  <a:lnTo>
                    <a:pt x="3703011" y="219706"/>
                  </a:lnTo>
                  <a:lnTo>
                    <a:pt x="3702838" y="219779"/>
                  </a:lnTo>
                  <a:lnTo>
                    <a:pt x="3702493" y="219925"/>
                  </a:lnTo>
                  <a:lnTo>
                    <a:pt x="3701631" y="220289"/>
                  </a:lnTo>
                  <a:lnTo>
                    <a:pt x="3699390" y="221237"/>
                  </a:lnTo>
                  <a:lnTo>
                    <a:pt x="3698011" y="221820"/>
                  </a:lnTo>
                  <a:lnTo>
                    <a:pt x="3696631" y="222404"/>
                  </a:lnTo>
                  <a:lnTo>
                    <a:pt x="3694390" y="223352"/>
                  </a:lnTo>
                  <a:lnTo>
                    <a:pt x="3694045" y="223497"/>
                  </a:lnTo>
                  <a:lnTo>
                    <a:pt x="3693873" y="223570"/>
                  </a:lnTo>
                  <a:lnTo>
                    <a:pt x="3692149" y="224299"/>
                  </a:lnTo>
                  <a:lnTo>
                    <a:pt x="3691287" y="224664"/>
                  </a:lnTo>
                  <a:lnTo>
                    <a:pt x="3690080" y="225174"/>
                  </a:lnTo>
                  <a:lnTo>
                    <a:pt x="3689390" y="225466"/>
                  </a:lnTo>
                  <a:lnTo>
                    <a:pt x="3689218" y="225539"/>
                  </a:lnTo>
                  <a:lnTo>
                    <a:pt x="3688183" y="225977"/>
                  </a:lnTo>
                  <a:lnTo>
                    <a:pt x="3687839" y="226122"/>
                  </a:lnTo>
                  <a:lnTo>
                    <a:pt x="3686977" y="226487"/>
                  </a:lnTo>
                  <a:lnTo>
                    <a:pt x="3686459" y="226706"/>
                  </a:lnTo>
                  <a:lnTo>
                    <a:pt x="3683873" y="227800"/>
                  </a:lnTo>
                  <a:lnTo>
                    <a:pt x="3683184" y="228091"/>
                  </a:lnTo>
                  <a:lnTo>
                    <a:pt x="3682839" y="228237"/>
                  </a:lnTo>
                  <a:lnTo>
                    <a:pt x="3681977" y="228602"/>
                  </a:lnTo>
                  <a:lnTo>
                    <a:pt x="3681632" y="228748"/>
                  </a:lnTo>
                  <a:lnTo>
                    <a:pt x="3681115" y="228966"/>
                  </a:lnTo>
                  <a:lnTo>
                    <a:pt x="3680253" y="229331"/>
                  </a:lnTo>
                  <a:lnTo>
                    <a:pt x="3679908" y="229477"/>
                  </a:lnTo>
                  <a:lnTo>
                    <a:pt x="3679218" y="229769"/>
                  </a:lnTo>
                  <a:lnTo>
                    <a:pt x="3678701" y="229987"/>
                  </a:lnTo>
                  <a:lnTo>
                    <a:pt x="3678184" y="230206"/>
                  </a:lnTo>
                  <a:lnTo>
                    <a:pt x="3677322" y="230571"/>
                  </a:lnTo>
                  <a:lnTo>
                    <a:pt x="3677149" y="230644"/>
                  </a:lnTo>
                  <a:lnTo>
                    <a:pt x="3675597" y="231300"/>
                  </a:lnTo>
                  <a:lnTo>
                    <a:pt x="3675253" y="231446"/>
                  </a:lnTo>
                  <a:lnTo>
                    <a:pt x="3674908" y="231592"/>
                  </a:lnTo>
                  <a:lnTo>
                    <a:pt x="3671804" y="232905"/>
                  </a:lnTo>
                  <a:lnTo>
                    <a:pt x="3666287" y="235238"/>
                  </a:lnTo>
                  <a:lnTo>
                    <a:pt x="3664218" y="236114"/>
                  </a:lnTo>
                  <a:lnTo>
                    <a:pt x="3659219" y="238229"/>
                  </a:lnTo>
                  <a:lnTo>
                    <a:pt x="3654391" y="240271"/>
                  </a:lnTo>
                  <a:lnTo>
                    <a:pt x="3651805" y="241366"/>
                  </a:lnTo>
                  <a:lnTo>
                    <a:pt x="3645253" y="244138"/>
                  </a:lnTo>
                  <a:lnTo>
                    <a:pt x="3644391" y="244503"/>
                  </a:lnTo>
                  <a:lnTo>
                    <a:pt x="3620599" y="254572"/>
                  </a:lnTo>
                  <a:lnTo>
                    <a:pt x="3618702" y="255374"/>
                  </a:lnTo>
                  <a:lnTo>
                    <a:pt x="3544566" y="286768"/>
                  </a:lnTo>
                  <a:lnTo>
                    <a:pt x="3542325" y="287717"/>
                  </a:lnTo>
                  <a:lnTo>
                    <a:pt x="3540946" y="288302"/>
                  </a:lnTo>
                  <a:lnTo>
                    <a:pt x="3535946" y="290420"/>
                  </a:lnTo>
                  <a:lnTo>
                    <a:pt x="3531636" y="292246"/>
                  </a:lnTo>
                  <a:lnTo>
                    <a:pt x="3530601" y="292685"/>
                  </a:lnTo>
                  <a:lnTo>
                    <a:pt x="3530429" y="292758"/>
                  </a:lnTo>
                  <a:lnTo>
                    <a:pt x="3530084" y="292904"/>
                  </a:lnTo>
                  <a:lnTo>
                    <a:pt x="3529222" y="293269"/>
                  </a:lnTo>
                  <a:lnTo>
                    <a:pt x="3526981" y="294219"/>
                  </a:lnTo>
                  <a:lnTo>
                    <a:pt x="3525601" y="294803"/>
                  </a:lnTo>
                  <a:lnTo>
                    <a:pt x="3524222" y="295388"/>
                  </a:lnTo>
                  <a:lnTo>
                    <a:pt x="3521981" y="296338"/>
                  </a:lnTo>
                  <a:lnTo>
                    <a:pt x="3521636" y="296484"/>
                  </a:lnTo>
                  <a:lnTo>
                    <a:pt x="3521463" y="296557"/>
                  </a:lnTo>
                  <a:lnTo>
                    <a:pt x="3519739" y="297287"/>
                  </a:lnTo>
                  <a:lnTo>
                    <a:pt x="3518877" y="297653"/>
                  </a:lnTo>
                  <a:lnTo>
                    <a:pt x="3517670" y="298164"/>
                  </a:lnTo>
                  <a:lnTo>
                    <a:pt x="3516981" y="298456"/>
                  </a:lnTo>
                  <a:lnTo>
                    <a:pt x="3516808" y="298529"/>
                  </a:lnTo>
                  <a:lnTo>
                    <a:pt x="3515774" y="298968"/>
                  </a:lnTo>
                  <a:lnTo>
                    <a:pt x="3515429" y="299114"/>
                  </a:lnTo>
                  <a:lnTo>
                    <a:pt x="3514567" y="299479"/>
                  </a:lnTo>
                  <a:lnTo>
                    <a:pt x="3514050" y="299698"/>
                  </a:lnTo>
                  <a:lnTo>
                    <a:pt x="3511464" y="300794"/>
                  </a:lnTo>
                  <a:lnTo>
                    <a:pt x="3510774" y="301087"/>
                  </a:lnTo>
                  <a:lnTo>
                    <a:pt x="3510429" y="301233"/>
                  </a:lnTo>
                  <a:lnTo>
                    <a:pt x="3509567" y="301598"/>
                  </a:lnTo>
                  <a:lnTo>
                    <a:pt x="3509222" y="301744"/>
                  </a:lnTo>
                  <a:lnTo>
                    <a:pt x="3508705" y="301964"/>
                  </a:lnTo>
                  <a:lnTo>
                    <a:pt x="3507843" y="302329"/>
                  </a:lnTo>
                  <a:lnTo>
                    <a:pt x="3507498" y="302475"/>
                  </a:lnTo>
                  <a:lnTo>
                    <a:pt x="3506809" y="302767"/>
                  </a:lnTo>
                  <a:lnTo>
                    <a:pt x="3506291" y="302987"/>
                  </a:lnTo>
                  <a:lnTo>
                    <a:pt x="3505774" y="303206"/>
                  </a:lnTo>
                  <a:lnTo>
                    <a:pt x="3504912" y="303571"/>
                  </a:lnTo>
                  <a:lnTo>
                    <a:pt x="3504740" y="303644"/>
                  </a:lnTo>
                  <a:lnTo>
                    <a:pt x="3503188" y="304302"/>
                  </a:lnTo>
                  <a:lnTo>
                    <a:pt x="3502843" y="304448"/>
                  </a:lnTo>
                  <a:lnTo>
                    <a:pt x="3502498" y="304594"/>
                  </a:lnTo>
                  <a:lnTo>
                    <a:pt x="3499395" y="305910"/>
                  </a:lnTo>
                  <a:lnTo>
                    <a:pt x="3493878" y="308248"/>
                  </a:lnTo>
                  <a:lnTo>
                    <a:pt x="3491809" y="309125"/>
                  </a:lnTo>
                  <a:lnTo>
                    <a:pt x="3486809" y="311245"/>
                  </a:lnTo>
                  <a:lnTo>
                    <a:pt x="3481982" y="313292"/>
                  </a:lnTo>
                  <a:lnTo>
                    <a:pt x="3479395" y="314388"/>
                  </a:lnTo>
                  <a:lnTo>
                    <a:pt x="3472844" y="317166"/>
                  </a:lnTo>
                  <a:lnTo>
                    <a:pt x="3471982" y="317532"/>
                  </a:lnTo>
                  <a:lnTo>
                    <a:pt x="3448189" y="327622"/>
                  </a:lnTo>
                  <a:lnTo>
                    <a:pt x="3446293" y="328426"/>
                  </a:lnTo>
                  <a:lnTo>
                    <a:pt x="3372157" y="359888"/>
                  </a:lnTo>
                  <a:lnTo>
                    <a:pt x="3369915" y="360839"/>
                  </a:lnTo>
                  <a:lnTo>
                    <a:pt x="3368536" y="361425"/>
                  </a:lnTo>
                  <a:lnTo>
                    <a:pt x="3363536" y="363548"/>
                  </a:lnTo>
                  <a:lnTo>
                    <a:pt x="3359226" y="365378"/>
                  </a:lnTo>
                  <a:lnTo>
                    <a:pt x="3358192" y="365818"/>
                  </a:lnTo>
                  <a:lnTo>
                    <a:pt x="3358019" y="365891"/>
                  </a:lnTo>
                  <a:lnTo>
                    <a:pt x="3357674" y="366037"/>
                  </a:lnTo>
                  <a:lnTo>
                    <a:pt x="3356812" y="366403"/>
                  </a:lnTo>
                  <a:lnTo>
                    <a:pt x="3354571" y="367355"/>
                  </a:lnTo>
                  <a:lnTo>
                    <a:pt x="3353192" y="367941"/>
                  </a:lnTo>
                  <a:lnTo>
                    <a:pt x="3351812" y="368527"/>
                  </a:lnTo>
                  <a:lnTo>
                    <a:pt x="3349571" y="369479"/>
                  </a:lnTo>
                  <a:lnTo>
                    <a:pt x="3349226" y="369625"/>
                  </a:lnTo>
                  <a:lnTo>
                    <a:pt x="3349054" y="369698"/>
                  </a:lnTo>
                  <a:lnTo>
                    <a:pt x="3347330" y="370431"/>
                  </a:lnTo>
                  <a:lnTo>
                    <a:pt x="3346468" y="370797"/>
                  </a:lnTo>
                  <a:lnTo>
                    <a:pt x="3345261" y="371310"/>
                  </a:lnTo>
                  <a:lnTo>
                    <a:pt x="3344571" y="371602"/>
                  </a:lnTo>
                  <a:lnTo>
                    <a:pt x="3344399" y="371676"/>
                  </a:lnTo>
                  <a:lnTo>
                    <a:pt x="3343364" y="372115"/>
                  </a:lnTo>
                  <a:lnTo>
                    <a:pt x="3343020" y="372262"/>
                  </a:lnTo>
                  <a:lnTo>
                    <a:pt x="3342158" y="372628"/>
                  </a:lnTo>
                  <a:lnTo>
                    <a:pt x="3341640" y="372847"/>
                  </a:lnTo>
                  <a:lnTo>
                    <a:pt x="3339054" y="373946"/>
                  </a:lnTo>
                  <a:lnTo>
                    <a:pt x="3338365" y="374239"/>
                  </a:lnTo>
                  <a:lnTo>
                    <a:pt x="3338020" y="374385"/>
                  </a:lnTo>
                  <a:lnTo>
                    <a:pt x="3337158" y="374752"/>
                  </a:lnTo>
                  <a:lnTo>
                    <a:pt x="3336813" y="374898"/>
                  </a:lnTo>
                  <a:lnTo>
                    <a:pt x="3336296" y="375118"/>
                  </a:lnTo>
                  <a:lnTo>
                    <a:pt x="3335434" y="375484"/>
                  </a:lnTo>
                  <a:lnTo>
                    <a:pt x="3335089" y="375630"/>
                  </a:lnTo>
                  <a:lnTo>
                    <a:pt x="3334399" y="375923"/>
                  </a:lnTo>
                  <a:lnTo>
                    <a:pt x="3333882" y="376143"/>
                  </a:lnTo>
                  <a:lnTo>
                    <a:pt x="3333365" y="376363"/>
                  </a:lnTo>
                  <a:lnTo>
                    <a:pt x="3332503" y="376729"/>
                  </a:lnTo>
                  <a:lnTo>
                    <a:pt x="3332330" y="376802"/>
                  </a:lnTo>
                  <a:lnTo>
                    <a:pt x="3330779" y="377461"/>
                  </a:lnTo>
                  <a:lnTo>
                    <a:pt x="3330434" y="377608"/>
                  </a:lnTo>
                  <a:lnTo>
                    <a:pt x="3330089" y="377754"/>
                  </a:lnTo>
                  <a:lnTo>
                    <a:pt x="3326985" y="379073"/>
                  </a:lnTo>
                  <a:lnTo>
                    <a:pt x="3321468" y="381417"/>
                  </a:lnTo>
                  <a:lnTo>
                    <a:pt x="3319399" y="382296"/>
                  </a:lnTo>
                  <a:lnTo>
                    <a:pt x="3314400" y="384421"/>
                  </a:lnTo>
                  <a:lnTo>
                    <a:pt x="3309572" y="386472"/>
                  </a:lnTo>
                  <a:lnTo>
                    <a:pt x="3306986" y="387571"/>
                  </a:lnTo>
                  <a:lnTo>
                    <a:pt x="3300434" y="390355"/>
                  </a:lnTo>
                  <a:lnTo>
                    <a:pt x="3299572" y="390722"/>
                  </a:lnTo>
                  <a:lnTo>
                    <a:pt x="3275780" y="400836"/>
                  </a:lnTo>
                  <a:lnTo>
                    <a:pt x="3273883" y="401642"/>
                  </a:lnTo>
                  <a:lnTo>
                    <a:pt x="3199747" y="433181"/>
                  </a:lnTo>
                  <a:lnTo>
                    <a:pt x="3197506" y="434135"/>
                  </a:lnTo>
                  <a:lnTo>
                    <a:pt x="3196127" y="434722"/>
                  </a:lnTo>
                  <a:lnTo>
                    <a:pt x="3191127" y="436851"/>
                  </a:lnTo>
                  <a:lnTo>
                    <a:pt x="3186817" y="438686"/>
                  </a:lnTo>
                  <a:lnTo>
                    <a:pt x="3185782" y="439126"/>
                  </a:lnTo>
                  <a:lnTo>
                    <a:pt x="3185610" y="439199"/>
                  </a:lnTo>
                  <a:lnTo>
                    <a:pt x="3185265" y="439346"/>
                  </a:lnTo>
                  <a:lnTo>
                    <a:pt x="3184403" y="439713"/>
                  </a:lnTo>
                  <a:lnTo>
                    <a:pt x="3182162" y="440668"/>
                  </a:lnTo>
                  <a:lnTo>
                    <a:pt x="3180782" y="441255"/>
                  </a:lnTo>
                  <a:lnTo>
                    <a:pt x="3179403" y="441842"/>
                  </a:lnTo>
                  <a:lnTo>
                    <a:pt x="3177162" y="442796"/>
                  </a:lnTo>
                  <a:lnTo>
                    <a:pt x="3176817" y="442943"/>
                  </a:lnTo>
                  <a:lnTo>
                    <a:pt x="3176644" y="443017"/>
                  </a:lnTo>
                  <a:lnTo>
                    <a:pt x="3174920" y="443751"/>
                  </a:lnTo>
                  <a:lnTo>
                    <a:pt x="3174058" y="444118"/>
                  </a:lnTo>
                  <a:lnTo>
                    <a:pt x="3172851" y="444632"/>
                  </a:lnTo>
                  <a:lnTo>
                    <a:pt x="3172162" y="444925"/>
                  </a:lnTo>
                  <a:lnTo>
                    <a:pt x="3171989" y="444999"/>
                  </a:lnTo>
                  <a:lnTo>
                    <a:pt x="3170955" y="445439"/>
                  </a:lnTo>
                  <a:lnTo>
                    <a:pt x="3170610" y="445586"/>
                  </a:lnTo>
                  <a:lnTo>
                    <a:pt x="3169748" y="445953"/>
                  </a:lnTo>
                  <a:lnTo>
                    <a:pt x="3169231" y="446174"/>
                  </a:lnTo>
                  <a:lnTo>
                    <a:pt x="3166645" y="447275"/>
                  </a:lnTo>
                  <a:lnTo>
                    <a:pt x="3165955" y="447569"/>
                  </a:lnTo>
                  <a:lnTo>
                    <a:pt x="3165610" y="447716"/>
                  </a:lnTo>
                  <a:lnTo>
                    <a:pt x="3164748" y="448083"/>
                  </a:lnTo>
                  <a:lnTo>
                    <a:pt x="3164403" y="448230"/>
                  </a:lnTo>
                  <a:lnTo>
                    <a:pt x="3163886" y="448450"/>
                  </a:lnTo>
                  <a:lnTo>
                    <a:pt x="3163024" y="448817"/>
                  </a:lnTo>
                  <a:lnTo>
                    <a:pt x="3162679" y="448964"/>
                  </a:lnTo>
                  <a:lnTo>
                    <a:pt x="3161990" y="449258"/>
                  </a:lnTo>
                  <a:lnTo>
                    <a:pt x="3161472" y="449478"/>
                  </a:lnTo>
                  <a:lnTo>
                    <a:pt x="3160955" y="449698"/>
                  </a:lnTo>
                  <a:lnTo>
                    <a:pt x="3160093" y="450065"/>
                  </a:lnTo>
                  <a:lnTo>
                    <a:pt x="3159921" y="450139"/>
                  </a:lnTo>
                  <a:lnTo>
                    <a:pt x="3158369" y="450800"/>
                  </a:lnTo>
                  <a:lnTo>
                    <a:pt x="3158024" y="450947"/>
                  </a:lnTo>
                  <a:lnTo>
                    <a:pt x="3157679" y="451093"/>
                  </a:lnTo>
                  <a:lnTo>
                    <a:pt x="3154576" y="452415"/>
                  </a:lnTo>
                  <a:lnTo>
                    <a:pt x="3149059" y="454765"/>
                  </a:lnTo>
                  <a:lnTo>
                    <a:pt x="3146990" y="455647"/>
                  </a:lnTo>
                  <a:lnTo>
                    <a:pt x="3141990" y="457777"/>
                  </a:lnTo>
                  <a:lnTo>
                    <a:pt x="3137163" y="459834"/>
                  </a:lnTo>
                  <a:lnTo>
                    <a:pt x="3134577" y="460936"/>
                  </a:lnTo>
                  <a:lnTo>
                    <a:pt x="3128025" y="463727"/>
                  </a:lnTo>
                  <a:lnTo>
                    <a:pt x="3127163" y="464095"/>
                  </a:lnTo>
                  <a:lnTo>
                    <a:pt x="3103370" y="474236"/>
                  </a:lnTo>
                  <a:lnTo>
                    <a:pt x="3101474" y="475045"/>
                  </a:lnTo>
                  <a:lnTo>
                    <a:pt x="3027338" y="506671"/>
                  </a:lnTo>
                  <a:lnTo>
                    <a:pt x="3025096" y="507628"/>
                  </a:lnTo>
                  <a:lnTo>
                    <a:pt x="3023717" y="508216"/>
                  </a:lnTo>
                  <a:lnTo>
                    <a:pt x="3018717" y="510351"/>
                  </a:lnTo>
                  <a:lnTo>
                    <a:pt x="3014407" y="512191"/>
                  </a:lnTo>
                  <a:lnTo>
                    <a:pt x="3013373" y="512633"/>
                  </a:lnTo>
                  <a:lnTo>
                    <a:pt x="3013200" y="512707"/>
                  </a:lnTo>
                  <a:lnTo>
                    <a:pt x="3012855" y="512854"/>
                  </a:lnTo>
                  <a:lnTo>
                    <a:pt x="3011993" y="513222"/>
                  </a:lnTo>
                  <a:lnTo>
                    <a:pt x="3009752" y="514179"/>
                  </a:lnTo>
                  <a:lnTo>
                    <a:pt x="3008373" y="514768"/>
                  </a:lnTo>
                  <a:lnTo>
                    <a:pt x="3006993" y="515357"/>
                  </a:lnTo>
                  <a:lnTo>
                    <a:pt x="3004752" y="516314"/>
                  </a:lnTo>
                  <a:lnTo>
                    <a:pt x="3004407" y="516461"/>
                  </a:lnTo>
                  <a:lnTo>
                    <a:pt x="3004235" y="516535"/>
                  </a:lnTo>
                  <a:lnTo>
                    <a:pt x="3002511" y="517271"/>
                  </a:lnTo>
                  <a:lnTo>
                    <a:pt x="3001649" y="517639"/>
                  </a:lnTo>
                  <a:lnTo>
                    <a:pt x="3000442" y="518155"/>
                  </a:lnTo>
                  <a:lnTo>
                    <a:pt x="2999752" y="518449"/>
                  </a:lnTo>
                  <a:lnTo>
                    <a:pt x="2999580" y="518523"/>
                  </a:lnTo>
                  <a:lnTo>
                    <a:pt x="2998545" y="518965"/>
                  </a:lnTo>
                  <a:lnTo>
                    <a:pt x="2998201" y="519112"/>
                  </a:lnTo>
                  <a:lnTo>
                    <a:pt x="2997339" y="519480"/>
                  </a:lnTo>
                  <a:lnTo>
                    <a:pt x="2996821" y="519701"/>
                  </a:lnTo>
                  <a:lnTo>
                    <a:pt x="2994235" y="520806"/>
                  </a:lnTo>
                  <a:lnTo>
                    <a:pt x="2993546" y="521100"/>
                  </a:lnTo>
                  <a:lnTo>
                    <a:pt x="2993201" y="521247"/>
                  </a:lnTo>
                  <a:lnTo>
                    <a:pt x="2992339" y="521616"/>
                  </a:lnTo>
                  <a:lnTo>
                    <a:pt x="2991994" y="521763"/>
                  </a:lnTo>
                  <a:lnTo>
                    <a:pt x="2991477" y="521984"/>
                  </a:lnTo>
                  <a:lnTo>
                    <a:pt x="2990615" y="522352"/>
                  </a:lnTo>
                  <a:lnTo>
                    <a:pt x="2990270" y="522499"/>
                  </a:lnTo>
                  <a:lnTo>
                    <a:pt x="2989580" y="522794"/>
                  </a:lnTo>
                  <a:lnTo>
                    <a:pt x="2989063" y="523015"/>
                  </a:lnTo>
                  <a:lnTo>
                    <a:pt x="2988546" y="523236"/>
                  </a:lnTo>
                  <a:lnTo>
                    <a:pt x="2987684" y="523604"/>
                  </a:lnTo>
                  <a:lnTo>
                    <a:pt x="2987511" y="523678"/>
                  </a:lnTo>
                  <a:lnTo>
                    <a:pt x="2985960" y="524340"/>
                  </a:lnTo>
                  <a:lnTo>
                    <a:pt x="2985615" y="524488"/>
                  </a:lnTo>
                  <a:lnTo>
                    <a:pt x="2985270" y="524635"/>
                  </a:lnTo>
                  <a:lnTo>
                    <a:pt x="2982167" y="525961"/>
                  </a:lnTo>
                  <a:lnTo>
                    <a:pt x="2976649" y="528318"/>
                  </a:lnTo>
                  <a:lnTo>
                    <a:pt x="2974580" y="529202"/>
                  </a:lnTo>
                  <a:lnTo>
                    <a:pt x="2969581" y="531338"/>
                  </a:lnTo>
                  <a:lnTo>
                    <a:pt x="2964753" y="533401"/>
                  </a:lnTo>
                  <a:lnTo>
                    <a:pt x="2962167" y="534506"/>
                  </a:lnTo>
                  <a:lnTo>
                    <a:pt x="2955615" y="537307"/>
                  </a:lnTo>
                  <a:lnTo>
                    <a:pt x="2954753" y="537675"/>
                  </a:lnTo>
                  <a:lnTo>
                    <a:pt x="2930961" y="547847"/>
                  </a:lnTo>
                  <a:lnTo>
                    <a:pt x="2929064" y="548658"/>
                  </a:lnTo>
                  <a:lnTo>
                    <a:pt x="2854928" y="580383"/>
                  </a:lnTo>
                  <a:lnTo>
                    <a:pt x="2852687" y="581343"/>
                  </a:lnTo>
                  <a:lnTo>
                    <a:pt x="2851308" y="581934"/>
                  </a:lnTo>
                  <a:lnTo>
                    <a:pt x="2846308" y="584075"/>
                  </a:lnTo>
                  <a:lnTo>
                    <a:pt x="2841998" y="585921"/>
                  </a:lnTo>
                  <a:lnTo>
                    <a:pt x="2840963" y="586364"/>
                  </a:lnTo>
                  <a:lnTo>
                    <a:pt x="2840791" y="586438"/>
                  </a:lnTo>
                  <a:lnTo>
                    <a:pt x="2840446" y="586586"/>
                  </a:lnTo>
                  <a:lnTo>
                    <a:pt x="2839584" y="586955"/>
                  </a:lnTo>
                  <a:lnTo>
                    <a:pt x="2837343" y="587915"/>
                  </a:lnTo>
                  <a:lnTo>
                    <a:pt x="2835963" y="588506"/>
                  </a:lnTo>
                  <a:lnTo>
                    <a:pt x="2834584" y="589097"/>
                  </a:lnTo>
                  <a:lnTo>
                    <a:pt x="2832343" y="590057"/>
                  </a:lnTo>
                  <a:lnTo>
                    <a:pt x="2831998" y="590205"/>
                  </a:lnTo>
                  <a:lnTo>
                    <a:pt x="2831825" y="590279"/>
                  </a:lnTo>
                  <a:lnTo>
                    <a:pt x="2830101" y="591018"/>
                  </a:lnTo>
                  <a:lnTo>
                    <a:pt x="2829239" y="591387"/>
                  </a:lnTo>
                  <a:lnTo>
                    <a:pt x="2828032" y="591904"/>
                  </a:lnTo>
                  <a:lnTo>
                    <a:pt x="2827343" y="592200"/>
                  </a:lnTo>
                  <a:lnTo>
                    <a:pt x="2827170" y="592274"/>
                  </a:lnTo>
                  <a:lnTo>
                    <a:pt x="2826136" y="592717"/>
                  </a:lnTo>
                  <a:lnTo>
                    <a:pt x="2825791" y="592865"/>
                  </a:lnTo>
                  <a:lnTo>
                    <a:pt x="2824929" y="593234"/>
                  </a:lnTo>
                  <a:lnTo>
                    <a:pt x="2824412" y="593456"/>
                  </a:lnTo>
                  <a:lnTo>
                    <a:pt x="2821826" y="594564"/>
                  </a:lnTo>
                  <a:lnTo>
                    <a:pt x="2821136" y="594859"/>
                  </a:lnTo>
                  <a:lnTo>
                    <a:pt x="2820791" y="595007"/>
                  </a:lnTo>
                  <a:lnTo>
                    <a:pt x="2819929" y="595376"/>
                  </a:lnTo>
                  <a:lnTo>
                    <a:pt x="2819584" y="595524"/>
                  </a:lnTo>
                  <a:lnTo>
                    <a:pt x="2819067" y="595746"/>
                  </a:lnTo>
                  <a:lnTo>
                    <a:pt x="2818205" y="596115"/>
                  </a:lnTo>
                  <a:lnTo>
                    <a:pt x="2817860" y="596263"/>
                  </a:lnTo>
                  <a:lnTo>
                    <a:pt x="2817171" y="596559"/>
                  </a:lnTo>
                  <a:lnTo>
                    <a:pt x="2816653" y="596780"/>
                  </a:lnTo>
                  <a:lnTo>
                    <a:pt x="2816136" y="597002"/>
                  </a:lnTo>
                  <a:lnTo>
                    <a:pt x="2815274" y="597371"/>
                  </a:lnTo>
                  <a:lnTo>
                    <a:pt x="2815102" y="597445"/>
                  </a:lnTo>
                  <a:lnTo>
                    <a:pt x="2813550" y="598110"/>
                  </a:lnTo>
                  <a:lnTo>
                    <a:pt x="2813205" y="598258"/>
                  </a:lnTo>
                  <a:lnTo>
                    <a:pt x="2812860" y="598406"/>
                  </a:lnTo>
                  <a:lnTo>
                    <a:pt x="2809757" y="599736"/>
                  </a:lnTo>
                  <a:lnTo>
                    <a:pt x="2804240" y="602101"/>
                  </a:lnTo>
                  <a:lnTo>
                    <a:pt x="2802171" y="602988"/>
                  </a:lnTo>
                  <a:lnTo>
                    <a:pt x="2797171" y="605131"/>
                  </a:lnTo>
                  <a:lnTo>
                    <a:pt x="2792344" y="607201"/>
                  </a:lnTo>
                  <a:lnTo>
                    <a:pt x="2789758" y="608310"/>
                  </a:lnTo>
                  <a:lnTo>
                    <a:pt x="2783206" y="611120"/>
                  </a:lnTo>
                  <a:lnTo>
                    <a:pt x="2782344" y="611489"/>
                  </a:lnTo>
                  <a:lnTo>
                    <a:pt x="2758551" y="621696"/>
                  </a:lnTo>
                  <a:lnTo>
                    <a:pt x="2756655" y="622510"/>
                  </a:lnTo>
                  <a:lnTo>
                    <a:pt x="2682519" y="654346"/>
                  </a:lnTo>
                  <a:lnTo>
                    <a:pt x="2680277" y="655310"/>
                  </a:lnTo>
                  <a:lnTo>
                    <a:pt x="2678898" y="655902"/>
                  </a:lnTo>
                  <a:lnTo>
                    <a:pt x="2673898" y="658052"/>
                  </a:lnTo>
                  <a:lnTo>
                    <a:pt x="2669588" y="659904"/>
                  </a:lnTo>
                  <a:lnTo>
                    <a:pt x="2668554" y="660349"/>
                  </a:lnTo>
                  <a:lnTo>
                    <a:pt x="2668381" y="660423"/>
                  </a:lnTo>
                  <a:lnTo>
                    <a:pt x="2668036" y="660572"/>
                  </a:lnTo>
                  <a:lnTo>
                    <a:pt x="2667174" y="660942"/>
                  </a:lnTo>
                  <a:lnTo>
                    <a:pt x="2664933" y="661906"/>
                  </a:lnTo>
                  <a:lnTo>
                    <a:pt x="2663554" y="662499"/>
                  </a:lnTo>
                  <a:lnTo>
                    <a:pt x="2662174" y="663092"/>
                  </a:lnTo>
                  <a:lnTo>
                    <a:pt x="2659933" y="664056"/>
                  </a:lnTo>
                  <a:lnTo>
                    <a:pt x="2659588" y="664204"/>
                  </a:lnTo>
                  <a:lnTo>
                    <a:pt x="2659416" y="664278"/>
                  </a:lnTo>
                  <a:lnTo>
                    <a:pt x="2657692" y="665019"/>
                  </a:lnTo>
                  <a:lnTo>
                    <a:pt x="2656830" y="665390"/>
                  </a:lnTo>
                  <a:lnTo>
                    <a:pt x="2655623" y="665909"/>
                  </a:lnTo>
                  <a:lnTo>
                    <a:pt x="2654933" y="666206"/>
                  </a:lnTo>
                  <a:lnTo>
                    <a:pt x="2654761" y="666280"/>
                  </a:lnTo>
                  <a:lnTo>
                    <a:pt x="2653726" y="666725"/>
                  </a:lnTo>
                  <a:lnTo>
                    <a:pt x="2653382" y="666873"/>
                  </a:lnTo>
                  <a:lnTo>
                    <a:pt x="2652520" y="667244"/>
                  </a:lnTo>
                  <a:lnTo>
                    <a:pt x="2652002" y="667466"/>
                  </a:lnTo>
                  <a:lnTo>
                    <a:pt x="2649416" y="668578"/>
                  </a:lnTo>
                  <a:lnTo>
                    <a:pt x="2648727" y="668875"/>
                  </a:lnTo>
                  <a:lnTo>
                    <a:pt x="2648382" y="669023"/>
                  </a:lnTo>
                  <a:lnTo>
                    <a:pt x="2647520" y="669394"/>
                  </a:lnTo>
                  <a:lnTo>
                    <a:pt x="2647175" y="669542"/>
                  </a:lnTo>
                  <a:lnTo>
                    <a:pt x="2646658" y="669765"/>
                  </a:lnTo>
                  <a:lnTo>
                    <a:pt x="2645796" y="670136"/>
                  </a:lnTo>
                  <a:lnTo>
                    <a:pt x="2645451" y="670284"/>
                  </a:lnTo>
                  <a:lnTo>
                    <a:pt x="2644761" y="670581"/>
                  </a:lnTo>
                  <a:lnTo>
                    <a:pt x="2644244" y="670803"/>
                  </a:lnTo>
                  <a:lnTo>
                    <a:pt x="2643727" y="671026"/>
                  </a:lnTo>
                  <a:lnTo>
                    <a:pt x="2642865" y="671396"/>
                  </a:lnTo>
                  <a:lnTo>
                    <a:pt x="2642692" y="671471"/>
                  </a:lnTo>
                  <a:lnTo>
                    <a:pt x="2641141" y="672138"/>
                  </a:lnTo>
                  <a:lnTo>
                    <a:pt x="2640796" y="672286"/>
                  </a:lnTo>
                  <a:lnTo>
                    <a:pt x="2640451" y="672435"/>
                  </a:lnTo>
                  <a:lnTo>
                    <a:pt x="2637348" y="673770"/>
                  </a:lnTo>
                  <a:lnTo>
                    <a:pt x="2631830" y="676143"/>
                  </a:lnTo>
                  <a:lnTo>
                    <a:pt x="2629762" y="677034"/>
                  </a:lnTo>
                  <a:lnTo>
                    <a:pt x="2624762" y="679185"/>
                  </a:lnTo>
                  <a:lnTo>
                    <a:pt x="2619934" y="681263"/>
                  </a:lnTo>
                  <a:lnTo>
                    <a:pt x="2617348" y="682376"/>
                  </a:lnTo>
                  <a:lnTo>
                    <a:pt x="2610796" y="685196"/>
                  </a:lnTo>
                  <a:lnTo>
                    <a:pt x="2609934" y="685567"/>
                  </a:lnTo>
                  <a:lnTo>
                    <a:pt x="2586142" y="695812"/>
                  </a:lnTo>
                  <a:lnTo>
                    <a:pt x="2584245" y="696629"/>
                  </a:lnTo>
                  <a:lnTo>
                    <a:pt x="2510109" y="728590"/>
                  </a:lnTo>
                  <a:lnTo>
                    <a:pt x="2507868" y="729557"/>
                  </a:lnTo>
                  <a:lnTo>
                    <a:pt x="2506489" y="730153"/>
                  </a:lnTo>
                  <a:lnTo>
                    <a:pt x="2501489" y="732310"/>
                  </a:lnTo>
                  <a:lnTo>
                    <a:pt x="2497179" y="734171"/>
                  </a:lnTo>
                  <a:lnTo>
                    <a:pt x="2496144" y="734617"/>
                  </a:lnTo>
                  <a:lnTo>
                    <a:pt x="2495972" y="734692"/>
                  </a:lnTo>
                  <a:lnTo>
                    <a:pt x="2495627" y="734841"/>
                  </a:lnTo>
                  <a:lnTo>
                    <a:pt x="2494765" y="735213"/>
                  </a:lnTo>
                  <a:lnTo>
                    <a:pt x="2492524" y="736180"/>
                  </a:lnTo>
                  <a:lnTo>
                    <a:pt x="2491144" y="736776"/>
                  </a:lnTo>
                  <a:lnTo>
                    <a:pt x="2489765" y="737371"/>
                  </a:lnTo>
                  <a:lnTo>
                    <a:pt x="2487524" y="738339"/>
                  </a:lnTo>
                  <a:lnTo>
                    <a:pt x="2487179" y="738488"/>
                  </a:lnTo>
                  <a:lnTo>
                    <a:pt x="2487006" y="738562"/>
                  </a:lnTo>
                  <a:lnTo>
                    <a:pt x="2485282" y="739306"/>
                  </a:lnTo>
                  <a:lnTo>
                    <a:pt x="2484420" y="739679"/>
                  </a:lnTo>
                  <a:lnTo>
                    <a:pt x="2483213" y="740200"/>
                  </a:lnTo>
                  <a:lnTo>
                    <a:pt x="2482524" y="740498"/>
                  </a:lnTo>
                  <a:lnTo>
                    <a:pt x="2482351" y="740572"/>
                  </a:lnTo>
                  <a:lnTo>
                    <a:pt x="2481317" y="741019"/>
                  </a:lnTo>
                  <a:lnTo>
                    <a:pt x="2480972" y="741168"/>
                  </a:lnTo>
                  <a:lnTo>
                    <a:pt x="2480110" y="741540"/>
                  </a:lnTo>
                  <a:lnTo>
                    <a:pt x="2479593" y="741763"/>
                  </a:lnTo>
                  <a:lnTo>
                    <a:pt x="2477007" y="742880"/>
                  </a:lnTo>
                  <a:lnTo>
                    <a:pt x="2476317" y="743178"/>
                  </a:lnTo>
                  <a:lnTo>
                    <a:pt x="2475972" y="743327"/>
                  </a:lnTo>
                  <a:lnTo>
                    <a:pt x="2475110" y="743699"/>
                  </a:lnTo>
                  <a:lnTo>
                    <a:pt x="2474765" y="743848"/>
                  </a:lnTo>
                  <a:lnTo>
                    <a:pt x="2474248" y="744071"/>
                  </a:lnTo>
                  <a:lnTo>
                    <a:pt x="2473386" y="744444"/>
                  </a:lnTo>
                  <a:lnTo>
                    <a:pt x="2473041" y="744592"/>
                  </a:lnTo>
                  <a:lnTo>
                    <a:pt x="2472352" y="744890"/>
                  </a:lnTo>
                  <a:lnTo>
                    <a:pt x="2471834" y="745114"/>
                  </a:lnTo>
                  <a:lnTo>
                    <a:pt x="2471317" y="745337"/>
                  </a:lnTo>
                  <a:lnTo>
                    <a:pt x="2470455" y="745709"/>
                  </a:lnTo>
                  <a:lnTo>
                    <a:pt x="2470283" y="745784"/>
                  </a:lnTo>
                  <a:lnTo>
                    <a:pt x="2468731" y="746454"/>
                  </a:lnTo>
                  <a:lnTo>
                    <a:pt x="2468386" y="746603"/>
                  </a:lnTo>
                  <a:lnTo>
                    <a:pt x="2468041" y="746752"/>
                  </a:lnTo>
                  <a:lnTo>
                    <a:pt x="2464938" y="748093"/>
                  </a:lnTo>
                  <a:lnTo>
                    <a:pt x="2459421" y="750476"/>
                  </a:lnTo>
                  <a:lnTo>
                    <a:pt x="2457352" y="751370"/>
                  </a:lnTo>
                  <a:lnTo>
                    <a:pt x="2452352" y="753530"/>
                  </a:lnTo>
                  <a:lnTo>
                    <a:pt x="2447525" y="755616"/>
                  </a:lnTo>
                  <a:lnTo>
                    <a:pt x="2444939" y="756734"/>
                  </a:lnTo>
                  <a:lnTo>
                    <a:pt x="2438387" y="759566"/>
                  </a:lnTo>
                  <a:lnTo>
                    <a:pt x="2437525" y="759939"/>
                  </a:lnTo>
                  <a:lnTo>
                    <a:pt x="2413732" y="770227"/>
                  </a:lnTo>
                  <a:lnTo>
                    <a:pt x="2411836" y="771047"/>
                  </a:lnTo>
                  <a:lnTo>
                    <a:pt x="2337700" y="803147"/>
                  </a:lnTo>
                  <a:lnTo>
                    <a:pt x="2335458" y="804118"/>
                  </a:lnTo>
                  <a:lnTo>
                    <a:pt x="2334079" y="804716"/>
                  </a:lnTo>
                  <a:lnTo>
                    <a:pt x="2329079" y="806883"/>
                  </a:lnTo>
                  <a:lnTo>
                    <a:pt x="2324769" y="808752"/>
                  </a:lnTo>
                  <a:lnTo>
                    <a:pt x="2323735" y="809200"/>
                  </a:lnTo>
                  <a:lnTo>
                    <a:pt x="2323562" y="809275"/>
                  </a:lnTo>
                  <a:lnTo>
                    <a:pt x="2323217" y="809425"/>
                  </a:lnTo>
                  <a:lnTo>
                    <a:pt x="2322355" y="809798"/>
                  </a:lnTo>
                  <a:lnTo>
                    <a:pt x="2320114" y="810770"/>
                  </a:lnTo>
                  <a:lnTo>
                    <a:pt x="2318735" y="811368"/>
                  </a:lnTo>
                  <a:lnTo>
                    <a:pt x="2317356" y="811966"/>
                  </a:lnTo>
                  <a:lnTo>
                    <a:pt x="2315114" y="812938"/>
                  </a:lnTo>
                  <a:lnTo>
                    <a:pt x="2314769" y="813088"/>
                  </a:lnTo>
                  <a:lnTo>
                    <a:pt x="2314597" y="813163"/>
                  </a:lnTo>
                  <a:lnTo>
                    <a:pt x="2312873" y="813910"/>
                  </a:lnTo>
                  <a:lnTo>
                    <a:pt x="2312011" y="814284"/>
                  </a:lnTo>
                  <a:lnTo>
                    <a:pt x="2310804" y="814808"/>
                  </a:lnTo>
                  <a:lnTo>
                    <a:pt x="2310114" y="815107"/>
                  </a:lnTo>
                  <a:lnTo>
                    <a:pt x="2309942" y="815181"/>
                  </a:lnTo>
                  <a:lnTo>
                    <a:pt x="2308907" y="815630"/>
                  </a:lnTo>
                  <a:lnTo>
                    <a:pt x="2308563" y="815780"/>
                  </a:lnTo>
                  <a:lnTo>
                    <a:pt x="2307701" y="816154"/>
                  </a:lnTo>
                  <a:lnTo>
                    <a:pt x="2307183" y="816378"/>
                  </a:lnTo>
                  <a:lnTo>
                    <a:pt x="2304597" y="817500"/>
                  </a:lnTo>
                  <a:lnTo>
                    <a:pt x="2303908" y="817799"/>
                  </a:lnTo>
                  <a:lnTo>
                    <a:pt x="2303563" y="817948"/>
                  </a:lnTo>
                  <a:lnTo>
                    <a:pt x="2302701" y="818322"/>
                  </a:lnTo>
                  <a:lnTo>
                    <a:pt x="2302356" y="818472"/>
                  </a:lnTo>
                  <a:lnTo>
                    <a:pt x="2301839" y="818696"/>
                  </a:lnTo>
                  <a:lnTo>
                    <a:pt x="2300977" y="819070"/>
                  </a:lnTo>
                  <a:lnTo>
                    <a:pt x="2300632" y="819220"/>
                  </a:lnTo>
                  <a:lnTo>
                    <a:pt x="2299942" y="819519"/>
                  </a:lnTo>
                  <a:lnTo>
                    <a:pt x="2299425" y="819744"/>
                  </a:lnTo>
                  <a:lnTo>
                    <a:pt x="2298908" y="819968"/>
                  </a:lnTo>
                  <a:lnTo>
                    <a:pt x="2298046" y="820342"/>
                  </a:lnTo>
                  <a:lnTo>
                    <a:pt x="2297873" y="820417"/>
                  </a:lnTo>
                  <a:lnTo>
                    <a:pt x="2296322" y="821090"/>
                  </a:lnTo>
                  <a:lnTo>
                    <a:pt x="2295977" y="821240"/>
                  </a:lnTo>
                  <a:lnTo>
                    <a:pt x="2295632" y="821389"/>
                  </a:lnTo>
                  <a:lnTo>
                    <a:pt x="2292529" y="822736"/>
                  </a:lnTo>
                  <a:lnTo>
                    <a:pt x="2287011" y="825130"/>
                  </a:lnTo>
                  <a:lnTo>
                    <a:pt x="2284943" y="826028"/>
                  </a:lnTo>
                  <a:lnTo>
                    <a:pt x="2279943" y="828198"/>
                  </a:lnTo>
                  <a:lnTo>
                    <a:pt x="2275115" y="830294"/>
                  </a:lnTo>
                  <a:lnTo>
                    <a:pt x="2272529" y="831417"/>
                  </a:lnTo>
                  <a:lnTo>
                    <a:pt x="2265977" y="834261"/>
                  </a:lnTo>
                  <a:lnTo>
                    <a:pt x="2265115" y="834636"/>
                  </a:lnTo>
                  <a:lnTo>
                    <a:pt x="2241323" y="844971"/>
                  </a:lnTo>
                  <a:lnTo>
                    <a:pt x="2239426" y="845795"/>
                  </a:lnTo>
                  <a:lnTo>
                    <a:pt x="2165290" y="878046"/>
                  </a:lnTo>
                  <a:lnTo>
                    <a:pt x="2163049" y="879022"/>
                  </a:lnTo>
                  <a:lnTo>
                    <a:pt x="2161670" y="879623"/>
                  </a:lnTo>
                  <a:lnTo>
                    <a:pt x="2156670" y="881801"/>
                  </a:lnTo>
                  <a:lnTo>
                    <a:pt x="2152360" y="883678"/>
                  </a:lnTo>
                  <a:lnTo>
                    <a:pt x="2151325" y="884129"/>
                  </a:lnTo>
                  <a:lnTo>
                    <a:pt x="2151153" y="884204"/>
                  </a:lnTo>
                  <a:lnTo>
                    <a:pt x="2150808" y="884354"/>
                  </a:lnTo>
                  <a:lnTo>
                    <a:pt x="2149946" y="884730"/>
                  </a:lnTo>
                  <a:lnTo>
                    <a:pt x="2147705" y="885707"/>
                  </a:lnTo>
                  <a:lnTo>
                    <a:pt x="2146325" y="886308"/>
                  </a:lnTo>
                  <a:lnTo>
                    <a:pt x="2144946" y="886909"/>
                  </a:lnTo>
                  <a:lnTo>
                    <a:pt x="2142705" y="887885"/>
                  </a:lnTo>
                  <a:lnTo>
                    <a:pt x="2142360" y="888035"/>
                  </a:lnTo>
                  <a:lnTo>
                    <a:pt x="2142187" y="888111"/>
                  </a:lnTo>
                  <a:lnTo>
                    <a:pt x="2140463" y="888862"/>
                  </a:lnTo>
                  <a:lnTo>
                    <a:pt x="2139601" y="889238"/>
                  </a:lnTo>
                  <a:lnTo>
                    <a:pt x="2138394" y="889764"/>
                  </a:lnTo>
                  <a:lnTo>
                    <a:pt x="2137705" y="890064"/>
                  </a:lnTo>
                  <a:lnTo>
                    <a:pt x="2137532" y="890139"/>
                  </a:lnTo>
                  <a:lnTo>
                    <a:pt x="2136498" y="890590"/>
                  </a:lnTo>
                  <a:lnTo>
                    <a:pt x="2136153" y="890740"/>
                  </a:lnTo>
                  <a:lnTo>
                    <a:pt x="2135291" y="891116"/>
                  </a:lnTo>
                  <a:lnTo>
                    <a:pt x="2134774" y="891342"/>
                  </a:lnTo>
                  <a:lnTo>
                    <a:pt x="2132188" y="892469"/>
                  </a:lnTo>
                  <a:lnTo>
                    <a:pt x="2131498" y="892769"/>
                  </a:lnTo>
                  <a:lnTo>
                    <a:pt x="2131153" y="892920"/>
                  </a:lnTo>
                  <a:lnTo>
                    <a:pt x="2130291" y="893296"/>
                  </a:lnTo>
                  <a:lnTo>
                    <a:pt x="2129946" y="893446"/>
                  </a:lnTo>
                  <a:lnTo>
                    <a:pt x="2129429" y="893671"/>
                  </a:lnTo>
                  <a:lnTo>
                    <a:pt x="2128567" y="894047"/>
                  </a:lnTo>
                  <a:lnTo>
                    <a:pt x="2128222" y="894197"/>
                  </a:lnTo>
                  <a:lnTo>
                    <a:pt x="2127533" y="894498"/>
                  </a:lnTo>
                  <a:lnTo>
                    <a:pt x="2127015" y="894724"/>
                  </a:lnTo>
                  <a:lnTo>
                    <a:pt x="2126498" y="894949"/>
                  </a:lnTo>
                  <a:lnTo>
                    <a:pt x="2125636" y="895325"/>
                  </a:lnTo>
                  <a:lnTo>
                    <a:pt x="2125464" y="895400"/>
                  </a:lnTo>
                  <a:lnTo>
                    <a:pt x="2123912" y="896077"/>
                  </a:lnTo>
                  <a:lnTo>
                    <a:pt x="2123567" y="896227"/>
                  </a:lnTo>
                  <a:lnTo>
                    <a:pt x="2123222" y="896377"/>
                  </a:lnTo>
                  <a:lnTo>
                    <a:pt x="2120119" y="897731"/>
                  </a:lnTo>
                  <a:lnTo>
                    <a:pt x="2114602" y="900136"/>
                  </a:lnTo>
                  <a:lnTo>
                    <a:pt x="2112533" y="901039"/>
                  </a:lnTo>
                  <a:lnTo>
                    <a:pt x="2107533" y="903220"/>
                  </a:lnTo>
                  <a:lnTo>
                    <a:pt x="2102706" y="905326"/>
                  </a:lnTo>
                  <a:lnTo>
                    <a:pt x="2100120" y="906454"/>
                  </a:lnTo>
                  <a:lnTo>
                    <a:pt x="2093568" y="909313"/>
                  </a:lnTo>
                  <a:lnTo>
                    <a:pt x="2092706" y="909689"/>
                  </a:lnTo>
                  <a:lnTo>
                    <a:pt x="2068913" y="920076"/>
                  </a:lnTo>
                  <a:lnTo>
                    <a:pt x="2067017" y="920904"/>
                  </a:lnTo>
                  <a:lnTo>
                    <a:pt x="1992881" y="953319"/>
                  </a:lnTo>
                  <a:lnTo>
                    <a:pt x="1990640" y="954300"/>
                  </a:lnTo>
                  <a:lnTo>
                    <a:pt x="1989260" y="954904"/>
                  </a:lnTo>
                  <a:lnTo>
                    <a:pt x="1984260" y="957093"/>
                  </a:lnTo>
                  <a:lnTo>
                    <a:pt x="1979950" y="958980"/>
                  </a:lnTo>
                  <a:lnTo>
                    <a:pt x="1978916" y="959433"/>
                  </a:lnTo>
                  <a:lnTo>
                    <a:pt x="1978743" y="959509"/>
                  </a:lnTo>
                  <a:lnTo>
                    <a:pt x="1978398" y="959660"/>
                  </a:lnTo>
                  <a:lnTo>
                    <a:pt x="1977536" y="960037"/>
                  </a:lnTo>
                  <a:lnTo>
                    <a:pt x="1975295" y="961019"/>
                  </a:lnTo>
                  <a:lnTo>
                    <a:pt x="1973916" y="961623"/>
                  </a:lnTo>
                  <a:lnTo>
                    <a:pt x="1972537" y="962227"/>
                  </a:lnTo>
                  <a:lnTo>
                    <a:pt x="1970295" y="963209"/>
                  </a:lnTo>
                  <a:lnTo>
                    <a:pt x="1969950" y="963360"/>
                  </a:lnTo>
                  <a:lnTo>
                    <a:pt x="1969778" y="963435"/>
                  </a:lnTo>
                  <a:lnTo>
                    <a:pt x="1968054" y="964190"/>
                  </a:lnTo>
                  <a:lnTo>
                    <a:pt x="1967192" y="964568"/>
                  </a:lnTo>
                  <a:lnTo>
                    <a:pt x="1965985" y="965097"/>
                  </a:lnTo>
                  <a:lnTo>
                    <a:pt x="1965295" y="965399"/>
                  </a:lnTo>
                  <a:lnTo>
                    <a:pt x="1965123" y="965474"/>
                  </a:lnTo>
                  <a:lnTo>
                    <a:pt x="1964088" y="965928"/>
                  </a:lnTo>
                  <a:lnTo>
                    <a:pt x="1963744" y="966079"/>
                  </a:lnTo>
                  <a:lnTo>
                    <a:pt x="1962882" y="966456"/>
                  </a:lnTo>
                  <a:lnTo>
                    <a:pt x="1962364" y="966683"/>
                  </a:lnTo>
                  <a:lnTo>
                    <a:pt x="1959778" y="967816"/>
                  </a:lnTo>
                  <a:lnTo>
                    <a:pt x="1959089" y="968118"/>
                  </a:lnTo>
                  <a:lnTo>
                    <a:pt x="1958744" y="968269"/>
                  </a:lnTo>
                  <a:lnTo>
                    <a:pt x="1957882" y="968647"/>
                  </a:lnTo>
                  <a:lnTo>
                    <a:pt x="1957537" y="968798"/>
                  </a:lnTo>
                  <a:lnTo>
                    <a:pt x="1957020" y="969025"/>
                  </a:lnTo>
                  <a:lnTo>
                    <a:pt x="1956158" y="969403"/>
                  </a:lnTo>
                  <a:lnTo>
                    <a:pt x="1955813" y="969554"/>
                  </a:lnTo>
                  <a:lnTo>
                    <a:pt x="1955123" y="969856"/>
                  </a:lnTo>
                  <a:lnTo>
                    <a:pt x="1954606" y="970083"/>
                  </a:lnTo>
                  <a:lnTo>
                    <a:pt x="1954089" y="970309"/>
                  </a:lnTo>
                  <a:lnTo>
                    <a:pt x="1953227" y="970687"/>
                  </a:lnTo>
                  <a:lnTo>
                    <a:pt x="1953054" y="970763"/>
                  </a:lnTo>
                  <a:lnTo>
                    <a:pt x="1951503" y="971443"/>
                  </a:lnTo>
                  <a:lnTo>
                    <a:pt x="1951158" y="971594"/>
                  </a:lnTo>
                  <a:lnTo>
                    <a:pt x="1950813" y="971745"/>
                  </a:lnTo>
                  <a:lnTo>
                    <a:pt x="1947710" y="973105"/>
                  </a:lnTo>
                  <a:lnTo>
                    <a:pt x="1942192" y="975524"/>
                  </a:lnTo>
                  <a:lnTo>
                    <a:pt x="1940124" y="976431"/>
                  </a:lnTo>
                  <a:lnTo>
                    <a:pt x="1935124" y="978623"/>
                  </a:lnTo>
                  <a:lnTo>
                    <a:pt x="1930296" y="980740"/>
                  </a:lnTo>
                  <a:lnTo>
                    <a:pt x="1927710" y="981874"/>
                  </a:lnTo>
                  <a:lnTo>
                    <a:pt x="1921158" y="984748"/>
                  </a:lnTo>
                  <a:lnTo>
                    <a:pt x="1920296" y="985126"/>
                  </a:lnTo>
                  <a:lnTo>
                    <a:pt x="1896504" y="995568"/>
                  </a:lnTo>
                  <a:lnTo>
                    <a:pt x="1894607" y="996401"/>
                  </a:lnTo>
                  <a:lnTo>
                    <a:pt x="1820471" y="1028990"/>
                  </a:lnTo>
                  <a:lnTo>
                    <a:pt x="1818230" y="1029976"/>
                  </a:lnTo>
                  <a:lnTo>
                    <a:pt x="1816851" y="1030583"/>
                  </a:lnTo>
                  <a:lnTo>
                    <a:pt x="1811851" y="1032784"/>
                  </a:lnTo>
                  <a:lnTo>
                    <a:pt x="1807541" y="1034682"/>
                  </a:lnTo>
                  <a:lnTo>
                    <a:pt x="1806506" y="1035137"/>
                  </a:lnTo>
                  <a:lnTo>
                    <a:pt x="1806334" y="1035213"/>
                  </a:lnTo>
                  <a:lnTo>
                    <a:pt x="1805989" y="1035365"/>
                  </a:lnTo>
                  <a:lnTo>
                    <a:pt x="1805127" y="1035745"/>
                  </a:lnTo>
                  <a:lnTo>
                    <a:pt x="1802886" y="1036731"/>
                  </a:lnTo>
                  <a:lnTo>
                    <a:pt x="1801506" y="1037339"/>
                  </a:lnTo>
                  <a:lnTo>
                    <a:pt x="1800127" y="1037946"/>
                  </a:lnTo>
                  <a:lnTo>
                    <a:pt x="1797886" y="1038933"/>
                  </a:lnTo>
                  <a:lnTo>
                    <a:pt x="1797541" y="1039085"/>
                  </a:lnTo>
                  <a:lnTo>
                    <a:pt x="1797368" y="1039161"/>
                  </a:lnTo>
                  <a:lnTo>
                    <a:pt x="1795644" y="1039920"/>
                  </a:lnTo>
                  <a:lnTo>
                    <a:pt x="1794782" y="1040300"/>
                  </a:lnTo>
                  <a:lnTo>
                    <a:pt x="1793575" y="1040832"/>
                  </a:lnTo>
                  <a:lnTo>
                    <a:pt x="1792886" y="1041136"/>
                  </a:lnTo>
                  <a:lnTo>
                    <a:pt x="1792713" y="1041211"/>
                  </a:lnTo>
                  <a:lnTo>
                    <a:pt x="1791679" y="1041667"/>
                  </a:lnTo>
                  <a:lnTo>
                    <a:pt x="1791334" y="1041819"/>
                  </a:lnTo>
                  <a:lnTo>
                    <a:pt x="1790472" y="1042199"/>
                  </a:lnTo>
                  <a:lnTo>
                    <a:pt x="1789955" y="1042427"/>
                  </a:lnTo>
                  <a:lnTo>
                    <a:pt x="1787369" y="1043566"/>
                  </a:lnTo>
                  <a:lnTo>
                    <a:pt x="1786679" y="1043870"/>
                  </a:lnTo>
                  <a:lnTo>
                    <a:pt x="1786334" y="1044022"/>
                  </a:lnTo>
                  <a:lnTo>
                    <a:pt x="1785472" y="1044402"/>
                  </a:lnTo>
                  <a:lnTo>
                    <a:pt x="1785127" y="1044553"/>
                  </a:lnTo>
                  <a:lnTo>
                    <a:pt x="1784610" y="1044781"/>
                  </a:lnTo>
                  <a:lnTo>
                    <a:pt x="1783748" y="1045161"/>
                  </a:lnTo>
                  <a:lnTo>
                    <a:pt x="1783403" y="1045313"/>
                  </a:lnTo>
                  <a:lnTo>
                    <a:pt x="1782714" y="1045617"/>
                  </a:lnTo>
                  <a:lnTo>
                    <a:pt x="1782196" y="1045845"/>
                  </a:lnTo>
                  <a:lnTo>
                    <a:pt x="1781679" y="1046073"/>
                  </a:lnTo>
                  <a:lnTo>
                    <a:pt x="1780817" y="1046453"/>
                  </a:lnTo>
                  <a:lnTo>
                    <a:pt x="1780645" y="1046529"/>
                  </a:lnTo>
                  <a:lnTo>
                    <a:pt x="1779093" y="1047212"/>
                  </a:lnTo>
                  <a:lnTo>
                    <a:pt x="1778748" y="1047364"/>
                  </a:lnTo>
                  <a:lnTo>
                    <a:pt x="1778403" y="1047516"/>
                  </a:lnTo>
                  <a:lnTo>
                    <a:pt x="1775300" y="1048884"/>
                  </a:lnTo>
                  <a:lnTo>
                    <a:pt x="1769783" y="1051316"/>
                  </a:lnTo>
                  <a:lnTo>
                    <a:pt x="1767714" y="1052228"/>
                  </a:lnTo>
                  <a:lnTo>
                    <a:pt x="1762714" y="1054432"/>
                  </a:lnTo>
                  <a:lnTo>
                    <a:pt x="1757887" y="1056561"/>
                  </a:lnTo>
                  <a:lnTo>
                    <a:pt x="1755301" y="1057701"/>
                  </a:lnTo>
                  <a:lnTo>
                    <a:pt x="1748749" y="1060591"/>
                  </a:lnTo>
                  <a:lnTo>
                    <a:pt x="1747887" y="1060971"/>
                  </a:lnTo>
                  <a:lnTo>
                    <a:pt x="1724094" y="1071471"/>
                  </a:lnTo>
                  <a:lnTo>
                    <a:pt x="1722198" y="1072308"/>
                  </a:lnTo>
                  <a:lnTo>
                    <a:pt x="1648062" y="1105079"/>
                  </a:lnTo>
                  <a:lnTo>
                    <a:pt x="1645821" y="1106071"/>
                  </a:lnTo>
                  <a:lnTo>
                    <a:pt x="1644441" y="1106681"/>
                  </a:lnTo>
                  <a:lnTo>
                    <a:pt x="1639441" y="1108895"/>
                  </a:lnTo>
                  <a:lnTo>
                    <a:pt x="1635131" y="1110803"/>
                  </a:lnTo>
                  <a:lnTo>
                    <a:pt x="1634097" y="1111261"/>
                  </a:lnTo>
                  <a:lnTo>
                    <a:pt x="1633924" y="1111337"/>
                  </a:lnTo>
                  <a:lnTo>
                    <a:pt x="1633579" y="1111490"/>
                  </a:lnTo>
                  <a:lnTo>
                    <a:pt x="1632717" y="1111872"/>
                  </a:lnTo>
                  <a:lnTo>
                    <a:pt x="1630476" y="1112864"/>
                  </a:lnTo>
                  <a:lnTo>
                    <a:pt x="1629097" y="1113475"/>
                  </a:lnTo>
                  <a:lnTo>
                    <a:pt x="1627718" y="1114086"/>
                  </a:lnTo>
                  <a:lnTo>
                    <a:pt x="1625476" y="1115078"/>
                  </a:lnTo>
                  <a:lnTo>
                    <a:pt x="1625131" y="1115231"/>
                  </a:lnTo>
                  <a:lnTo>
                    <a:pt x="1624959" y="1115307"/>
                  </a:lnTo>
                  <a:lnTo>
                    <a:pt x="1623235" y="1116071"/>
                  </a:lnTo>
                  <a:lnTo>
                    <a:pt x="1622373" y="1116453"/>
                  </a:lnTo>
                  <a:lnTo>
                    <a:pt x="1621166" y="1116988"/>
                  </a:lnTo>
                  <a:lnTo>
                    <a:pt x="1620476" y="1117293"/>
                  </a:lnTo>
                  <a:lnTo>
                    <a:pt x="1620304" y="1117369"/>
                  </a:lnTo>
                  <a:lnTo>
                    <a:pt x="1619269" y="1117828"/>
                  </a:lnTo>
                  <a:lnTo>
                    <a:pt x="1618925" y="1117980"/>
                  </a:lnTo>
                  <a:lnTo>
                    <a:pt x="1618063" y="1118362"/>
                  </a:lnTo>
                  <a:lnTo>
                    <a:pt x="1617545" y="1118591"/>
                  </a:lnTo>
                  <a:lnTo>
                    <a:pt x="1614959" y="1119737"/>
                  </a:lnTo>
                  <a:lnTo>
                    <a:pt x="1614270" y="1120043"/>
                  </a:lnTo>
                  <a:lnTo>
                    <a:pt x="1613925" y="1120195"/>
                  </a:lnTo>
                  <a:lnTo>
                    <a:pt x="1613063" y="1120577"/>
                  </a:lnTo>
                  <a:lnTo>
                    <a:pt x="1612718" y="1120730"/>
                  </a:lnTo>
                  <a:lnTo>
                    <a:pt x="1612201" y="1120959"/>
                  </a:lnTo>
                  <a:lnTo>
                    <a:pt x="1611339" y="1121341"/>
                  </a:lnTo>
                  <a:lnTo>
                    <a:pt x="1610994" y="1121494"/>
                  </a:lnTo>
                  <a:lnTo>
                    <a:pt x="1610304" y="1121800"/>
                  </a:lnTo>
                  <a:lnTo>
                    <a:pt x="1609787" y="1122029"/>
                  </a:lnTo>
                  <a:lnTo>
                    <a:pt x="1609270" y="1122258"/>
                  </a:lnTo>
                  <a:lnTo>
                    <a:pt x="1608408" y="1122640"/>
                  </a:lnTo>
                  <a:lnTo>
                    <a:pt x="1608235" y="1122717"/>
                  </a:lnTo>
                  <a:lnTo>
                    <a:pt x="1606684" y="1123404"/>
                  </a:lnTo>
                  <a:lnTo>
                    <a:pt x="1606339" y="1123557"/>
                  </a:lnTo>
                  <a:lnTo>
                    <a:pt x="1605994" y="1123710"/>
                  </a:lnTo>
                  <a:lnTo>
                    <a:pt x="1602891" y="1125085"/>
                  </a:lnTo>
                  <a:lnTo>
                    <a:pt x="1597373" y="1127531"/>
                  </a:lnTo>
                  <a:lnTo>
                    <a:pt x="1595305" y="1128448"/>
                  </a:lnTo>
                  <a:lnTo>
                    <a:pt x="1590305" y="1130665"/>
                  </a:lnTo>
                  <a:lnTo>
                    <a:pt x="1585477" y="1132805"/>
                  </a:lnTo>
                  <a:lnTo>
                    <a:pt x="1582891" y="1133952"/>
                  </a:lnTo>
                  <a:lnTo>
                    <a:pt x="1576339" y="1136858"/>
                  </a:lnTo>
                  <a:lnTo>
                    <a:pt x="1575477" y="1137241"/>
                  </a:lnTo>
                  <a:lnTo>
                    <a:pt x="1551685" y="1147800"/>
                  </a:lnTo>
                  <a:lnTo>
                    <a:pt x="1549788" y="1148642"/>
                  </a:lnTo>
                  <a:lnTo>
                    <a:pt x="1475652" y="1181599"/>
                  </a:lnTo>
                  <a:lnTo>
                    <a:pt x="1473411" y="1182596"/>
                  </a:lnTo>
                  <a:lnTo>
                    <a:pt x="1472032" y="1183210"/>
                  </a:lnTo>
                  <a:lnTo>
                    <a:pt x="1467032" y="1185436"/>
                  </a:lnTo>
                  <a:lnTo>
                    <a:pt x="1462722" y="1187355"/>
                  </a:lnTo>
                  <a:lnTo>
                    <a:pt x="1461687" y="1187816"/>
                  </a:lnTo>
                  <a:lnTo>
                    <a:pt x="1461515" y="1187893"/>
                  </a:lnTo>
                  <a:lnTo>
                    <a:pt x="1461170" y="1188046"/>
                  </a:lnTo>
                  <a:lnTo>
                    <a:pt x="1460308" y="1188430"/>
                  </a:lnTo>
                  <a:lnTo>
                    <a:pt x="1458067" y="1189428"/>
                  </a:lnTo>
                  <a:lnTo>
                    <a:pt x="1456687" y="1190042"/>
                  </a:lnTo>
                  <a:lnTo>
                    <a:pt x="1455308" y="1190657"/>
                  </a:lnTo>
                  <a:lnTo>
                    <a:pt x="1453067" y="1191655"/>
                  </a:lnTo>
                  <a:lnTo>
                    <a:pt x="1452722" y="1191809"/>
                  </a:lnTo>
                  <a:lnTo>
                    <a:pt x="1452549" y="1191885"/>
                  </a:lnTo>
                  <a:lnTo>
                    <a:pt x="1450825" y="1192653"/>
                  </a:lnTo>
                  <a:lnTo>
                    <a:pt x="1449963" y="1193037"/>
                  </a:lnTo>
                  <a:lnTo>
                    <a:pt x="1448756" y="1193575"/>
                  </a:lnTo>
                  <a:lnTo>
                    <a:pt x="1448067" y="1193882"/>
                  </a:lnTo>
                  <a:lnTo>
                    <a:pt x="1447894" y="1193959"/>
                  </a:lnTo>
                  <a:lnTo>
                    <a:pt x="1446860" y="1194420"/>
                  </a:lnTo>
                  <a:lnTo>
                    <a:pt x="1446515" y="1194573"/>
                  </a:lnTo>
                  <a:lnTo>
                    <a:pt x="1445653" y="1194957"/>
                  </a:lnTo>
                  <a:lnTo>
                    <a:pt x="1445136" y="1195188"/>
                  </a:lnTo>
                  <a:lnTo>
                    <a:pt x="1442550" y="1196340"/>
                  </a:lnTo>
                  <a:lnTo>
                    <a:pt x="1441860" y="1196647"/>
                  </a:lnTo>
                  <a:lnTo>
                    <a:pt x="1441515" y="1196801"/>
                  </a:lnTo>
                  <a:lnTo>
                    <a:pt x="1440653" y="1197185"/>
                  </a:lnTo>
                  <a:lnTo>
                    <a:pt x="1440308" y="1197339"/>
                  </a:lnTo>
                  <a:lnTo>
                    <a:pt x="1439791" y="1197569"/>
                  </a:lnTo>
                  <a:lnTo>
                    <a:pt x="1438929" y="1197953"/>
                  </a:lnTo>
                  <a:lnTo>
                    <a:pt x="1438584" y="1198107"/>
                  </a:lnTo>
                  <a:lnTo>
                    <a:pt x="1437895" y="1198414"/>
                  </a:lnTo>
                  <a:lnTo>
                    <a:pt x="1437377" y="1198645"/>
                  </a:lnTo>
                  <a:lnTo>
                    <a:pt x="1436860" y="1198875"/>
                  </a:lnTo>
                  <a:lnTo>
                    <a:pt x="1435998" y="1199260"/>
                  </a:lnTo>
                  <a:lnTo>
                    <a:pt x="1435826" y="1199336"/>
                  </a:lnTo>
                  <a:lnTo>
                    <a:pt x="1434274" y="1200028"/>
                  </a:lnTo>
                  <a:lnTo>
                    <a:pt x="1433929" y="1200182"/>
                  </a:lnTo>
                  <a:lnTo>
                    <a:pt x="1433584" y="1200335"/>
                  </a:lnTo>
                  <a:lnTo>
                    <a:pt x="1430481" y="1201719"/>
                  </a:lnTo>
                  <a:lnTo>
                    <a:pt x="1424964" y="1204178"/>
                  </a:lnTo>
                  <a:lnTo>
                    <a:pt x="1422895" y="1205100"/>
                  </a:lnTo>
                  <a:lnTo>
                    <a:pt x="1417895" y="1207330"/>
                  </a:lnTo>
                  <a:lnTo>
                    <a:pt x="1413068" y="1209483"/>
                  </a:lnTo>
                  <a:lnTo>
                    <a:pt x="1410482" y="1210636"/>
                  </a:lnTo>
                  <a:lnTo>
                    <a:pt x="1403930" y="1213559"/>
                  </a:lnTo>
                  <a:lnTo>
                    <a:pt x="1403068" y="1213943"/>
                  </a:lnTo>
                  <a:lnTo>
                    <a:pt x="1379275" y="1224562"/>
                  </a:lnTo>
                  <a:lnTo>
                    <a:pt x="1377379" y="1225409"/>
                  </a:lnTo>
                  <a:lnTo>
                    <a:pt x="1303243" y="1258552"/>
                  </a:lnTo>
                  <a:lnTo>
                    <a:pt x="1301002" y="1259555"/>
                  </a:lnTo>
                  <a:lnTo>
                    <a:pt x="1299622" y="1260173"/>
                  </a:lnTo>
                  <a:lnTo>
                    <a:pt x="1294622" y="1262411"/>
                  </a:lnTo>
                  <a:lnTo>
                    <a:pt x="1290312" y="1264341"/>
                  </a:lnTo>
                  <a:lnTo>
                    <a:pt x="1289278" y="1264804"/>
                  </a:lnTo>
                  <a:lnTo>
                    <a:pt x="1289105" y="1264881"/>
                  </a:lnTo>
                  <a:lnTo>
                    <a:pt x="1288760" y="1265036"/>
                  </a:lnTo>
                  <a:lnTo>
                    <a:pt x="1287898" y="1265422"/>
                  </a:lnTo>
                  <a:lnTo>
                    <a:pt x="1285657" y="1266426"/>
                  </a:lnTo>
                  <a:lnTo>
                    <a:pt x="1284278" y="1267043"/>
                  </a:lnTo>
                  <a:lnTo>
                    <a:pt x="1282899" y="1267661"/>
                  </a:lnTo>
                  <a:lnTo>
                    <a:pt x="1280657" y="1268665"/>
                  </a:lnTo>
                  <a:lnTo>
                    <a:pt x="1280312" y="1268819"/>
                  </a:lnTo>
                  <a:lnTo>
                    <a:pt x="1280140" y="1268897"/>
                  </a:lnTo>
                  <a:lnTo>
                    <a:pt x="1278416" y="1269669"/>
                  </a:lnTo>
                  <a:lnTo>
                    <a:pt x="1277554" y="1270055"/>
                  </a:lnTo>
                  <a:lnTo>
                    <a:pt x="1276347" y="1270596"/>
                  </a:lnTo>
                  <a:lnTo>
                    <a:pt x="1275657" y="1270905"/>
                  </a:lnTo>
                  <a:lnTo>
                    <a:pt x="1275485" y="1270982"/>
                  </a:lnTo>
                  <a:lnTo>
                    <a:pt x="1274450" y="1271445"/>
                  </a:lnTo>
                  <a:lnTo>
                    <a:pt x="1274106" y="1271600"/>
                  </a:lnTo>
                  <a:lnTo>
                    <a:pt x="1273244" y="1271986"/>
                  </a:lnTo>
                  <a:lnTo>
                    <a:pt x="1272726" y="1272218"/>
                  </a:lnTo>
                  <a:lnTo>
                    <a:pt x="1270140" y="1273377"/>
                  </a:lnTo>
                  <a:lnTo>
                    <a:pt x="1269451" y="1273686"/>
                  </a:lnTo>
                  <a:lnTo>
                    <a:pt x="1269106" y="1273840"/>
                  </a:lnTo>
                  <a:lnTo>
                    <a:pt x="1268244" y="1274226"/>
                  </a:lnTo>
                  <a:lnTo>
                    <a:pt x="1267899" y="1274381"/>
                  </a:lnTo>
                  <a:lnTo>
                    <a:pt x="1267382" y="1274613"/>
                  </a:lnTo>
                  <a:lnTo>
                    <a:pt x="1266520" y="1274999"/>
                  </a:lnTo>
                  <a:lnTo>
                    <a:pt x="1266175" y="1275153"/>
                  </a:lnTo>
                  <a:lnTo>
                    <a:pt x="1265485" y="1275462"/>
                  </a:lnTo>
                  <a:lnTo>
                    <a:pt x="1264968" y="1275694"/>
                  </a:lnTo>
                  <a:lnTo>
                    <a:pt x="1264451" y="1275926"/>
                  </a:lnTo>
                  <a:lnTo>
                    <a:pt x="1263589" y="1276312"/>
                  </a:lnTo>
                  <a:lnTo>
                    <a:pt x="1263416" y="1276390"/>
                  </a:lnTo>
                  <a:lnTo>
                    <a:pt x="1261865" y="1277085"/>
                  </a:lnTo>
                  <a:lnTo>
                    <a:pt x="1261520" y="1277240"/>
                  </a:lnTo>
                  <a:lnTo>
                    <a:pt x="1261175" y="1277394"/>
                  </a:lnTo>
                  <a:lnTo>
                    <a:pt x="1258072" y="1278785"/>
                  </a:lnTo>
                  <a:lnTo>
                    <a:pt x="1252554" y="1281258"/>
                  </a:lnTo>
                  <a:lnTo>
                    <a:pt x="1250486" y="1282186"/>
                  </a:lnTo>
                  <a:lnTo>
                    <a:pt x="1245486" y="1284428"/>
                  </a:lnTo>
                  <a:lnTo>
                    <a:pt x="1240658" y="1286593"/>
                  </a:lnTo>
                  <a:lnTo>
                    <a:pt x="1238072" y="1287753"/>
                  </a:lnTo>
                  <a:lnTo>
                    <a:pt x="1231521" y="1290691"/>
                  </a:lnTo>
                  <a:lnTo>
                    <a:pt x="1230658" y="1291078"/>
                  </a:lnTo>
                  <a:lnTo>
                    <a:pt x="1206866" y="1301756"/>
                  </a:lnTo>
                  <a:lnTo>
                    <a:pt x="1204969" y="1302608"/>
                  </a:lnTo>
                  <a:lnTo>
                    <a:pt x="1130833" y="1335934"/>
                  </a:lnTo>
                  <a:lnTo>
                    <a:pt x="1128592" y="1336942"/>
                  </a:lnTo>
                  <a:lnTo>
                    <a:pt x="1127213" y="1337563"/>
                  </a:lnTo>
                  <a:lnTo>
                    <a:pt x="1122213" y="1339814"/>
                  </a:lnTo>
                  <a:lnTo>
                    <a:pt x="1117903" y="1341754"/>
                  </a:lnTo>
                  <a:lnTo>
                    <a:pt x="1116868" y="1342220"/>
                  </a:lnTo>
                  <a:lnTo>
                    <a:pt x="1116696" y="1342297"/>
                  </a:lnTo>
                  <a:lnTo>
                    <a:pt x="1116351" y="1342453"/>
                  </a:lnTo>
                  <a:lnTo>
                    <a:pt x="1115489" y="1342841"/>
                  </a:lnTo>
                  <a:lnTo>
                    <a:pt x="1113248" y="1343850"/>
                  </a:lnTo>
                  <a:lnTo>
                    <a:pt x="1111868" y="1344471"/>
                  </a:lnTo>
                  <a:lnTo>
                    <a:pt x="1110489" y="1345092"/>
                  </a:lnTo>
                  <a:lnTo>
                    <a:pt x="1108248" y="1346102"/>
                  </a:lnTo>
                  <a:lnTo>
                    <a:pt x="1107903" y="1346257"/>
                  </a:lnTo>
                  <a:lnTo>
                    <a:pt x="1107730" y="1346335"/>
                  </a:lnTo>
                  <a:lnTo>
                    <a:pt x="1106006" y="1347111"/>
                  </a:lnTo>
                  <a:lnTo>
                    <a:pt x="1105144" y="1347499"/>
                  </a:lnTo>
                  <a:lnTo>
                    <a:pt x="1103937" y="1348043"/>
                  </a:lnTo>
                  <a:lnTo>
                    <a:pt x="1103248" y="1348354"/>
                  </a:lnTo>
                  <a:lnTo>
                    <a:pt x="1103075" y="1348431"/>
                  </a:lnTo>
                  <a:lnTo>
                    <a:pt x="1102041" y="1348897"/>
                  </a:lnTo>
                  <a:lnTo>
                    <a:pt x="1101696" y="1349052"/>
                  </a:lnTo>
                  <a:lnTo>
                    <a:pt x="1100834" y="1349441"/>
                  </a:lnTo>
                  <a:lnTo>
                    <a:pt x="1100317" y="1349674"/>
                  </a:lnTo>
                  <a:lnTo>
                    <a:pt x="1097731" y="1350839"/>
                  </a:lnTo>
                  <a:lnTo>
                    <a:pt x="1097041" y="1351149"/>
                  </a:lnTo>
                  <a:lnTo>
                    <a:pt x="1096696" y="1351305"/>
                  </a:lnTo>
                  <a:lnTo>
                    <a:pt x="1095834" y="1351693"/>
                  </a:lnTo>
                  <a:lnTo>
                    <a:pt x="1095489" y="1351848"/>
                  </a:lnTo>
                  <a:lnTo>
                    <a:pt x="1094972" y="1352082"/>
                  </a:lnTo>
                  <a:lnTo>
                    <a:pt x="1094110" y="1352470"/>
                  </a:lnTo>
                  <a:lnTo>
                    <a:pt x="1093765" y="1352625"/>
                  </a:lnTo>
                  <a:lnTo>
                    <a:pt x="1093076" y="1352936"/>
                  </a:lnTo>
                  <a:lnTo>
                    <a:pt x="1092558" y="1353169"/>
                  </a:lnTo>
                  <a:lnTo>
                    <a:pt x="1092041" y="1353402"/>
                  </a:lnTo>
                  <a:lnTo>
                    <a:pt x="1091179" y="1353791"/>
                  </a:lnTo>
                  <a:lnTo>
                    <a:pt x="1091007" y="1353868"/>
                  </a:lnTo>
                  <a:lnTo>
                    <a:pt x="1089455" y="1354567"/>
                  </a:lnTo>
                  <a:lnTo>
                    <a:pt x="1089110" y="1354723"/>
                  </a:lnTo>
                  <a:lnTo>
                    <a:pt x="1088765" y="1354878"/>
                  </a:lnTo>
                  <a:lnTo>
                    <a:pt x="1085662" y="1356277"/>
                  </a:lnTo>
                  <a:lnTo>
                    <a:pt x="1080145" y="1358763"/>
                  </a:lnTo>
                  <a:lnTo>
                    <a:pt x="1078076" y="1359696"/>
                  </a:lnTo>
                  <a:lnTo>
                    <a:pt x="1073076" y="1361950"/>
                  </a:lnTo>
                  <a:lnTo>
                    <a:pt x="1068249" y="1364126"/>
                  </a:lnTo>
                  <a:lnTo>
                    <a:pt x="1065663" y="1365293"/>
                  </a:lnTo>
                  <a:lnTo>
                    <a:pt x="1059111" y="1368247"/>
                  </a:lnTo>
                  <a:lnTo>
                    <a:pt x="1058249" y="1368636"/>
                  </a:lnTo>
                  <a:lnTo>
                    <a:pt x="1034456" y="1379371"/>
                  </a:lnTo>
                  <a:lnTo>
                    <a:pt x="1032560" y="1380227"/>
                  </a:lnTo>
                  <a:lnTo>
                    <a:pt x="958424" y="1413729"/>
                  </a:lnTo>
                  <a:lnTo>
                    <a:pt x="956183" y="1414743"/>
                  </a:lnTo>
                  <a:lnTo>
                    <a:pt x="954803" y="1415367"/>
                  </a:lnTo>
                  <a:lnTo>
                    <a:pt x="949803" y="1417629"/>
                  </a:lnTo>
                  <a:lnTo>
                    <a:pt x="945493" y="1419579"/>
                  </a:lnTo>
                  <a:lnTo>
                    <a:pt x="944459" y="1420048"/>
                  </a:lnTo>
                  <a:lnTo>
                    <a:pt x="944286" y="1420126"/>
                  </a:lnTo>
                  <a:lnTo>
                    <a:pt x="943941" y="1420282"/>
                  </a:lnTo>
                  <a:lnTo>
                    <a:pt x="943079" y="1420672"/>
                  </a:lnTo>
                  <a:lnTo>
                    <a:pt x="940838" y="1421686"/>
                  </a:lnTo>
                  <a:lnTo>
                    <a:pt x="939459" y="1422310"/>
                  </a:lnTo>
                  <a:lnTo>
                    <a:pt x="938080" y="1422935"/>
                  </a:lnTo>
                  <a:lnTo>
                    <a:pt x="935838" y="1423949"/>
                  </a:lnTo>
                  <a:lnTo>
                    <a:pt x="935493" y="1424105"/>
                  </a:lnTo>
                  <a:lnTo>
                    <a:pt x="935321" y="1424183"/>
                  </a:lnTo>
                  <a:lnTo>
                    <a:pt x="933597" y="1424964"/>
                  </a:lnTo>
                  <a:lnTo>
                    <a:pt x="932735" y="1425354"/>
                  </a:lnTo>
                  <a:lnTo>
                    <a:pt x="931528" y="1425901"/>
                  </a:lnTo>
                  <a:lnTo>
                    <a:pt x="930838" y="1426213"/>
                  </a:lnTo>
                  <a:lnTo>
                    <a:pt x="930666" y="1426291"/>
                  </a:lnTo>
                  <a:lnTo>
                    <a:pt x="929631" y="1426759"/>
                  </a:lnTo>
                  <a:lnTo>
                    <a:pt x="929287" y="1426915"/>
                  </a:lnTo>
                  <a:lnTo>
                    <a:pt x="928425" y="1427306"/>
                  </a:lnTo>
                  <a:lnTo>
                    <a:pt x="927907" y="1427540"/>
                  </a:lnTo>
                  <a:lnTo>
                    <a:pt x="925321" y="1428711"/>
                  </a:lnTo>
                  <a:lnTo>
                    <a:pt x="924632" y="1429023"/>
                  </a:lnTo>
                  <a:lnTo>
                    <a:pt x="924287" y="1429179"/>
                  </a:lnTo>
                  <a:lnTo>
                    <a:pt x="923425" y="1429570"/>
                  </a:lnTo>
                  <a:lnTo>
                    <a:pt x="923080" y="1429726"/>
                  </a:lnTo>
                  <a:lnTo>
                    <a:pt x="922563" y="1429960"/>
                  </a:lnTo>
                  <a:lnTo>
                    <a:pt x="921701" y="1430350"/>
                  </a:lnTo>
                  <a:lnTo>
                    <a:pt x="921356" y="1430507"/>
                  </a:lnTo>
                  <a:lnTo>
                    <a:pt x="920666" y="1430819"/>
                  </a:lnTo>
                  <a:lnTo>
                    <a:pt x="920149" y="1431053"/>
                  </a:lnTo>
                  <a:lnTo>
                    <a:pt x="919632" y="1431287"/>
                  </a:lnTo>
                  <a:lnTo>
                    <a:pt x="918770" y="1431678"/>
                  </a:lnTo>
                  <a:lnTo>
                    <a:pt x="918597" y="1431756"/>
                  </a:lnTo>
                  <a:lnTo>
                    <a:pt x="917046" y="1432459"/>
                  </a:lnTo>
                  <a:lnTo>
                    <a:pt x="916701" y="1432615"/>
                  </a:lnTo>
                  <a:lnTo>
                    <a:pt x="916356" y="1432771"/>
                  </a:lnTo>
                  <a:lnTo>
                    <a:pt x="913253" y="1434177"/>
                  </a:lnTo>
                  <a:lnTo>
                    <a:pt x="907735" y="1436676"/>
                  </a:lnTo>
                  <a:lnTo>
                    <a:pt x="905667" y="1437613"/>
                  </a:lnTo>
                  <a:lnTo>
                    <a:pt x="900667" y="1439879"/>
                  </a:lnTo>
                  <a:lnTo>
                    <a:pt x="895839" y="1442067"/>
                  </a:lnTo>
                  <a:lnTo>
                    <a:pt x="893253" y="1443239"/>
                  </a:lnTo>
                  <a:lnTo>
                    <a:pt x="886702" y="1446208"/>
                  </a:lnTo>
                  <a:lnTo>
                    <a:pt x="885839" y="1446599"/>
                  </a:lnTo>
                  <a:lnTo>
                    <a:pt x="862047" y="1457388"/>
                  </a:lnTo>
                  <a:lnTo>
                    <a:pt x="860150" y="1458249"/>
                  </a:lnTo>
                  <a:lnTo>
                    <a:pt x="786014" y="1491916"/>
                  </a:lnTo>
                  <a:lnTo>
                    <a:pt x="783773" y="1492935"/>
                  </a:lnTo>
                  <a:lnTo>
                    <a:pt x="782394" y="1493562"/>
                  </a:lnTo>
                  <a:lnTo>
                    <a:pt x="777394" y="1495835"/>
                  </a:lnTo>
                  <a:lnTo>
                    <a:pt x="773084" y="1497795"/>
                  </a:lnTo>
                  <a:lnTo>
                    <a:pt x="772049" y="1498265"/>
                  </a:lnTo>
                  <a:lnTo>
                    <a:pt x="771877" y="1498344"/>
                  </a:lnTo>
                  <a:lnTo>
                    <a:pt x="771532" y="1498500"/>
                  </a:lnTo>
                  <a:lnTo>
                    <a:pt x="770670" y="1498892"/>
                  </a:lnTo>
                  <a:lnTo>
                    <a:pt x="768429" y="1499912"/>
                  </a:lnTo>
                  <a:lnTo>
                    <a:pt x="767049" y="1500539"/>
                  </a:lnTo>
                  <a:lnTo>
                    <a:pt x="765670" y="1501166"/>
                  </a:lnTo>
                  <a:lnTo>
                    <a:pt x="763429" y="1502186"/>
                  </a:lnTo>
                  <a:lnTo>
                    <a:pt x="763084" y="1502343"/>
                  </a:lnTo>
                  <a:lnTo>
                    <a:pt x="762912" y="1502421"/>
                  </a:lnTo>
                  <a:lnTo>
                    <a:pt x="761187" y="1503205"/>
                  </a:lnTo>
                  <a:lnTo>
                    <a:pt x="760325" y="1503597"/>
                  </a:lnTo>
                  <a:lnTo>
                    <a:pt x="759119" y="1504146"/>
                  </a:lnTo>
                  <a:lnTo>
                    <a:pt x="758429" y="1504460"/>
                  </a:lnTo>
                  <a:lnTo>
                    <a:pt x="758256" y="1504539"/>
                  </a:lnTo>
                  <a:lnTo>
                    <a:pt x="757222" y="1505009"/>
                  </a:lnTo>
                  <a:lnTo>
                    <a:pt x="756877" y="1505166"/>
                  </a:lnTo>
                  <a:lnTo>
                    <a:pt x="756015" y="1505558"/>
                  </a:lnTo>
                  <a:lnTo>
                    <a:pt x="755498" y="1505794"/>
                  </a:lnTo>
                  <a:lnTo>
                    <a:pt x="752912" y="1506970"/>
                  </a:lnTo>
                  <a:lnTo>
                    <a:pt x="752222" y="1507284"/>
                  </a:lnTo>
                  <a:lnTo>
                    <a:pt x="751877" y="1507441"/>
                  </a:lnTo>
                  <a:lnTo>
                    <a:pt x="751015" y="1507833"/>
                  </a:lnTo>
                  <a:lnTo>
                    <a:pt x="750670" y="1507990"/>
                  </a:lnTo>
                  <a:lnTo>
                    <a:pt x="750153" y="1508225"/>
                  </a:lnTo>
                  <a:lnTo>
                    <a:pt x="749291" y="1508618"/>
                  </a:lnTo>
                  <a:lnTo>
                    <a:pt x="748946" y="1508774"/>
                  </a:lnTo>
                  <a:lnTo>
                    <a:pt x="748257" y="1509088"/>
                  </a:lnTo>
                  <a:lnTo>
                    <a:pt x="747739" y="1509324"/>
                  </a:lnTo>
                  <a:lnTo>
                    <a:pt x="747222" y="1509559"/>
                  </a:lnTo>
                  <a:lnTo>
                    <a:pt x="746360" y="1509951"/>
                  </a:lnTo>
                  <a:lnTo>
                    <a:pt x="746188" y="1510030"/>
                  </a:lnTo>
                  <a:lnTo>
                    <a:pt x="744636" y="1510736"/>
                  </a:lnTo>
                  <a:lnTo>
                    <a:pt x="744291" y="1510893"/>
                  </a:lnTo>
                  <a:lnTo>
                    <a:pt x="743946" y="1511050"/>
                  </a:lnTo>
                  <a:lnTo>
                    <a:pt x="740843" y="1512462"/>
                  </a:lnTo>
                  <a:lnTo>
                    <a:pt x="735326" y="1514973"/>
                  </a:lnTo>
                  <a:lnTo>
                    <a:pt x="733257" y="1515915"/>
                  </a:lnTo>
                  <a:lnTo>
                    <a:pt x="728257" y="1518191"/>
                  </a:lnTo>
                  <a:lnTo>
                    <a:pt x="723430" y="1520389"/>
                  </a:lnTo>
                  <a:lnTo>
                    <a:pt x="720844" y="1521567"/>
                  </a:lnTo>
                  <a:lnTo>
                    <a:pt x="714292" y="1524551"/>
                  </a:lnTo>
                  <a:lnTo>
                    <a:pt x="713430" y="1524943"/>
                  </a:lnTo>
                  <a:lnTo>
                    <a:pt x="689637" y="1535783"/>
                  </a:lnTo>
                  <a:lnTo>
                    <a:pt x="687741" y="1536647"/>
                  </a:lnTo>
                  <a:lnTo>
                    <a:pt x="613605" y="1570468"/>
                  </a:lnTo>
                  <a:lnTo>
                    <a:pt x="611364" y="1571491"/>
                  </a:lnTo>
                  <a:lnTo>
                    <a:pt x="609984" y="1572121"/>
                  </a:lnTo>
                  <a:lnTo>
                    <a:pt x="604984" y="1574404"/>
                  </a:lnTo>
                  <a:lnTo>
                    <a:pt x="600674" y="1576373"/>
                  </a:lnTo>
                  <a:lnTo>
                    <a:pt x="599640" y="1576846"/>
                  </a:lnTo>
                  <a:lnTo>
                    <a:pt x="599467" y="1576924"/>
                  </a:lnTo>
                  <a:lnTo>
                    <a:pt x="599122" y="1577082"/>
                  </a:lnTo>
                  <a:lnTo>
                    <a:pt x="598260" y="1577476"/>
                  </a:lnTo>
                  <a:lnTo>
                    <a:pt x="596019" y="1578499"/>
                  </a:lnTo>
                  <a:lnTo>
                    <a:pt x="594640" y="1579129"/>
                  </a:lnTo>
                  <a:lnTo>
                    <a:pt x="593261" y="1579760"/>
                  </a:lnTo>
                  <a:lnTo>
                    <a:pt x="591019" y="1580784"/>
                  </a:lnTo>
                  <a:lnTo>
                    <a:pt x="590674" y="1580941"/>
                  </a:lnTo>
                  <a:lnTo>
                    <a:pt x="590502" y="1581020"/>
                  </a:lnTo>
                  <a:lnTo>
                    <a:pt x="588778" y="1581808"/>
                  </a:lnTo>
                  <a:lnTo>
                    <a:pt x="587916" y="1582201"/>
                  </a:lnTo>
                  <a:lnTo>
                    <a:pt x="586709" y="1582753"/>
                  </a:lnTo>
                  <a:lnTo>
                    <a:pt x="586019" y="1583068"/>
                  </a:lnTo>
                  <a:lnTo>
                    <a:pt x="585847" y="1583147"/>
                  </a:lnTo>
                  <a:lnTo>
                    <a:pt x="584813" y="1583619"/>
                  </a:lnTo>
                  <a:lnTo>
                    <a:pt x="584468" y="1583777"/>
                  </a:lnTo>
                  <a:lnTo>
                    <a:pt x="583606" y="1584171"/>
                  </a:lnTo>
                  <a:lnTo>
                    <a:pt x="583088" y="1584407"/>
                  </a:lnTo>
                  <a:lnTo>
                    <a:pt x="580502" y="1585589"/>
                  </a:lnTo>
                  <a:lnTo>
                    <a:pt x="579813" y="1585904"/>
                  </a:lnTo>
                  <a:lnTo>
                    <a:pt x="579468" y="1586062"/>
                  </a:lnTo>
                  <a:lnTo>
                    <a:pt x="578606" y="1586456"/>
                  </a:lnTo>
                  <a:lnTo>
                    <a:pt x="578261" y="1586613"/>
                  </a:lnTo>
                  <a:lnTo>
                    <a:pt x="577744" y="1586850"/>
                  </a:lnTo>
                  <a:lnTo>
                    <a:pt x="576882" y="1587244"/>
                  </a:lnTo>
                  <a:lnTo>
                    <a:pt x="576537" y="1587401"/>
                  </a:lnTo>
                  <a:lnTo>
                    <a:pt x="575847" y="1587716"/>
                  </a:lnTo>
                  <a:lnTo>
                    <a:pt x="575330" y="1587953"/>
                  </a:lnTo>
                  <a:lnTo>
                    <a:pt x="574813" y="1588189"/>
                  </a:lnTo>
                  <a:lnTo>
                    <a:pt x="573951" y="1588583"/>
                  </a:lnTo>
                  <a:lnTo>
                    <a:pt x="573778" y="1588662"/>
                  </a:lnTo>
                  <a:lnTo>
                    <a:pt x="572227" y="1589371"/>
                  </a:lnTo>
                  <a:lnTo>
                    <a:pt x="571882" y="1589529"/>
                  </a:lnTo>
                  <a:lnTo>
                    <a:pt x="571537" y="1589686"/>
                  </a:lnTo>
                  <a:lnTo>
                    <a:pt x="568434" y="1591105"/>
                  </a:lnTo>
                  <a:lnTo>
                    <a:pt x="562916" y="1593627"/>
                  </a:lnTo>
                  <a:lnTo>
                    <a:pt x="560848" y="1594573"/>
                  </a:lnTo>
                  <a:lnTo>
                    <a:pt x="555848" y="1596859"/>
                  </a:lnTo>
                  <a:lnTo>
                    <a:pt x="551020" y="1599067"/>
                  </a:lnTo>
                  <a:lnTo>
                    <a:pt x="548434" y="1600249"/>
                  </a:lnTo>
                  <a:lnTo>
                    <a:pt x="541883" y="1603246"/>
                  </a:lnTo>
                  <a:lnTo>
                    <a:pt x="541020" y="1603640"/>
                  </a:lnTo>
                  <a:lnTo>
                    <a:pt x="517228" y="1614526"/>
                  </a:lnTo>
                  <a:lnTo>
                    <a:pt x="515331" y="1615394"/>
                  </a:lnTo>
                  <a:lnTo>
                    <a:pt x="441195" y="1649355"/>
                  </a:lnTo>
                  <a:lnTo>
                    <a:pt x="438954" y="1650382"/>
                  </a:lnTo>
                  <a:lnTo>
                    <a:pt x="437575" y="1651015"/>
                  </a:lnTo>
                  <a:lnTo>
                    <a:pt x="432575" y="1653307"/>
                  </a:lnTo>
                  <a:lnTo>
                    <a:pt x="428265" y="1655284"/>
                  </a:lnTo>
                  <a:lnTo>
                    <a:pt x="427230" y="1655758"/>
                  </a:lnTo>
                  <a:lnTo>
                    <a:pt x="427058" y="1655837"/>
                  </a:lnTo>
                  <a:lnTo>
                    <a:pt x="426713" y="1655996"/>
                  </a:lnTo>
                  <a:lnTo>
                    <a:pt x="425851" y="1656391"/>
                  </a:lnTo>
                  <a:lnTo>
                    <a:pt x="423610" y="1657419"/>
                  </a:lnTo>
                  <a:lnTo>
                    <a:pt x="422230" y="1658052"/>
                  </a:lnTo>
                  <a:lnTo>
                    <a:pt x="420851" y="1658684"/>
                  </a:lnTo>
                  <a:lnTo>
                    <a:pt x="418610" y="1659712"/>
                  </a:lnTo>
                  <a:lnTo>
                    <a:pt x="418265" y="1659870"/>
                  </a:lnTo>
                  <a:lnTo>
                    <a:pt x="418093" y="1659949"/>
                  </a:lnTo>
                  <a:lnTo>
                    <a:pt x="416368" y="1660740"/>
                  </a:lnTo>
                  <a:lnTo>
                    <a:pt x="415506" y="1661136"/>
                  </a:lnTo>
                  <a:lnTo>
                    <a:pt x="414300" y="1661689"/>
                  </a:lnTo>
                  <a:lnTo>
                    <a:pt x="413610" y="1662006"/>
                  </a:lnTo>
                  <a:lnTo>
                    <a:pt x="413437" y="1662085"/>
                  </a:lnTo>
                  <a:lnTo>
                    <a:pt x="412403" y="1662559"/>
                  </a:lnTo>
                  <a:lnTo>
                    <a:pt x="412058" y="1662718"/>
                  </a:lnTo>
                  <a:lnTo>
                    <a:pt x="411196" y="1663113"/>
                  </a:lnTo>
                  <a:lnTo>
                    <a:pt x="410679" y="1663350"/>
                  </a:lnTo>
                  <a:lnTo>
                    <a:pt x="408093" y="1664537"/>
                  </a:lnTo>
                  <a:lnTo>
                    <a:pt x="407403" y="1664853"/>
                  </a:lnTo>
                  <a:lnTo>
                    <a:pt x="407058" y="1665012"/>
                  </a:lnTo>
                  <a:lnTo>
                    <a:pt x="406196" y="1665407"/>
                  </a:lnTo>
                  <a:lnTo>
                    <a:pt x="405851" y="1665565"/>
                  </a:lnTo>
                  <a:lnTo>
                    <a:pt x="405334" y="1665803"/>
                  </a:lnTo>
                  <a:lnTo>
                    <a:pt x="404472" y="1666198"/>
                  </a:lnTo>
                  <a:lnTo>
                    <a:pt x="404127" y="1666356"/>
                  </a:lnTo>
                  <a:lnTo>
                    <a:pt x="403438" y="1666673"/>
                  </a:lnTo>
                  <a:lnTo>
                    <a:pt x="402920" y="1666910"/>
                  </a:lnTo>
                  <a:lnTo>
                    <a:pt x="402403" y="1667147"/>
                  </a:lnTo>
                  <a:lnTo>
                    <a:pt x="401541" y="1667543"/>
                  </a:lnTo>
                  <a:lnTo>
                    <a:pt x="401369" y="1667622"/>
                  </a:lnTo>
                  <a:lnTo>
                    <a:pt x="399817" y="1668334"/>
                  </a:lnTo>
                  <a:lnTo>
                    <a:pt x="399472" y="1668492"/>
                  </a:lnTo>
                  <a:lnTo>
                    <a:pt x="399127" y="1668651"/>
                  </a:lnTo>
                  <a:lnTo>
                    <a:pt x="396024" y="1670075"/>
                  </a:lnTo>
                  <a:lnTo>
                    <a:pt x="390507" y="1672607"/>
                  </a:lnTo>
                  <a:lnTo>
                    <a:pt x="388438" y="1673556"/>
                  </a:lnTo>
                  <a:lnTo>
                    <a:pt x="383438" y="1675852"/>
                  </a:lnTo>
                  <a:lnTo>
                    <a:pt x="378611" y="1678068"/>
                  </a:lnTo>
                  <a:lnTo>
                    <a:pt x="376025" y="1679255"/>
                  </a:lnTo>
                  <a:lnTo>
                    <a:pt x="369473" y="1682263"/>
                  </a:lnTo>
                  <a:lnTo>
                    <a:pt x="368611" y="1682659"/>
                  </a:lnTo>
                  <a:lnTo>
                    <a:pt x="344818" y="1693587"/>
                  </a:lnTo>
                  <a:lnTo>
                    <a:pt x="342922" y="1694458"/>
                  </a:lnTo>
                  <a:lnTo>
                    <a:pt x="268786" y="1728546"/>
                  </a:lnTo>
                  <a:lnTo>
                    <a:pt x="266545" y="1729577"/>
                  </a:lnTo>
                  <a:lnTo>
                    <a:pt x="265165" y="1730212"/>
                  </a:lnTo>
                  <a:lnTo>
                    <a:pt x="260165" y="1732513"/>
                  </a:lnTo>
                  <a:lnTo>
                    <a:pt x="255855" y="1734496"/>
                  </a:lnTo>
                  <a:lnTo>
                    <a:pt x="254821" y="1734972"/>
                  </a:lnTo>
                  <a:lnTo>
                    <a:pt x="254648" y="1735052"/>
                  </a:lnTo>
                  <a:lnTo>
                    <a:pt x="254304" y="1735211"/>
                  </a:lnTo>
                  <a:lnTo>
                    <a:pt x="253441" y="1735607"/>
                  </a:lnTo>
                  <a:lnTo>
                    <a:pt x="251200" y="1736639"/>
                  </a:lnTo>
                  <a:lnTo>
                    <a:pt x="249821" y="1737274"/>
                  </a:lnTo>
                  <a:lnTo>
                    <a:pt x="248442" y="1737909"/>
                  </a:lnTo>
                  <a:lnTo>
                    <a:pt x="246200" y="1738941"/>
                  </a:lnTo>
                  <a:lnTo>
                    <a:pt x="245855" y="1739099"/>
                  </a:lnTo>
                  <a:lnTo>
                    <a:pt x="245683" y="1739179"/>
                  </a:lnTo>
                  <a:lnTo>
                    <a:pt x="243959" y="1739972"/>
                  </a:lnTo>
                  <a:lnTo>
                    <a:pt x="243097" y="1740369"/>
                  </a:lnTo>
                  <a:lnTo>
                    <a:pt x="241890" y="1740925"/>
                  </a:lnTo>
                  <a:lnTo>
                    <a:pt x="241200" y="1741242"/>
                  </a:lnTo>
                  <a:lnTo>
                    <a:pt x="241028" y="1741322"/>
                  </a:lnTo>
                  <a:lnTo>
                    <a:pt x="239994" y="1741798"/>
                  </a:lnTo>
                  <a:lnTo>
                    <a:pt x="239649" y="1741957"/>
                  </a:lnTo>
                  <a:lnTo>
                    <a:pt x="238787" y="1742354"/>
                  </a:lnTo>
                  <a:lnTo>
                    <a:pt x="238269" y="1742592"/>
                  </a:lnTo>
                  <a:lnTo>
                    <a:pt x="235683" y="1743782"/>
                  </a:lnTo>
                  <a:lnTo>
                    <a:pt x="234994" y="1744100"/>
                  </a:lnTo>
                  <a:lnTo>
                    <a:pt x="234649" y="1744259"/>
                  </a:lnTo>
                  <a:lnTo>
                    <a:pt x="233787" y="1744656"/>
                  </a:lnTo>
                  <a:lnTo>
                    <a:pt x="233442" y="1744814"/>
                  </a:lnTo>
                  <a:lnTo>
                    <a:pt x="232925" y="1745053"/>
                  </a:lnTo>
                  <a:lnTo>
                    <a:pt x="232063" y="1745450"/>
                  </a:lnTo>
                  <a:lnTo>
                    <a:pt x="231718" y="1745608"/>
                  </a:lnTo>
                  <a:lnTo>
                    <a:pt x="231028" y="1745926"/>
                  </a:lnTo>
                  <a:lnTo>
                    <a:pt x="230511" y="1746164"/>
                  </a:lnTo>
                  <a:lnTo>
                    <a:pt x="229994" y="1746402"/>
                  </a:lnTo>
                  <a:lnTo>
                    <a:pt x="229132" y="1746799"/>
                  </a:lnTo>
                  <a:lnTo>
                    <a:pt x="228959" y="1746879"/>
                  </a:lnTo>
                  <a:lnTo>
                    <a:pt x="227408" y="1747593"/>
                  </a:lnTo>
                  <a:lnTo>
                    <a:pt x="227063" y="1747752"/>
                  </a:lnTo>
                  <a:lnTo>
                    <a:pt x="226718" y="1747911"/>
                  </a:lnTo>
                  <a:lnTo>
                    <a:pt x="223615" y="1749340"/>
                  </a:lnTo>
                  <a:lnTo>
                    <a:pt x="218098" y="1751881"/>
                  </a:lnTo>
                  <a:lnTo>
                    <a:pt x="216029" y="1752834"/>
                  </a:lnTo>
                  <a:lnTo>
                    <a:pt x="211029" y="1755137"/>
                  </a:lnTo>
                  <a:lnTo>
                    <a:pt x="206201" y="1757361"/>
                  </a:lnTo>
                  <a:lnTo>
                    <a:pt x="203615" y="1758552"/>
                  </a:lnTo>
                  <a:lnTo>
                    <a:pt x="197064" y="1761571"/>
                  </a:lnTo>
                  <a:lnTo>
                    <a:pt x="196202" y="1761968"/>
                  </a:lnTo>
                  <a:lnTo>
                    <a:pt x="172409" y="1772934"/>
                  </a:lnTo>
                  <a:lnTo>
                    <a:pt x="170512" y="1773808"/>
                  </a:lnTo>
                  <a:lnTo>
                    <a:pt x="96376" y="1808009"/>
                  </a:lnTo>
                  <a:lnTo>
                    <a:pt x="94135" y="1809044"/>
                  </a:lnTo>
                  <a:lnTo>
                    <a:pt x="92756" y="1809680"/>
                  </a:lnTo>
                  <a:lnTo>
                    <a:pt x="87756" y="1811989"/>
                  </a:lnTo>
                  <a:lnTo>
                    <a:pt x="83446" y="1813979"/>
                  </a:lnTo>
                  <a:lnTo>
                    <a:pt x="82411" y="1814457"/>
                  </a:lnTo>
                  <a:lnTo>
                    <a:pt x="82239" y="1814536"/>
                  </a:lnTo>
                  <a:lnTo>
                    <a:pt x="81894" y="1814695"/>
                  </a:lnTo>
                  <a:lnTo>
                    <a:pt x="81032" y="1815093"/>
                  </a:lnTo>
                  <a:lnTo>
                    <a:pt x="78791" y="1816128"/>
                  </a:lnTo>
                  <a:lnTo>
                    <a:pt x="77411" y="1816765"/>
                  </a:lnTo>
                  <a:lnTo>
                    <a:pt x="76032" y="1817402"/>
                  </a:lnTo>
                  <a:lnTo>
                    <a:pt x="73791" y="1818437"/>
                  </a:lnTo>
                  <a:lnTo>
                    <a:pt x="73446" y="1818597"/>
                  </a:lnTo>
                  <a:lnTo>
                    <a:pt x="73274" y="1818676"/>
                  </a:lnTo>
                  <a:lnTo>
                    <a:pt x="71549" y="1819472"/>
                  </a:lnTo>
                  <a:lnTo>
                    <a:pt x="70687" y="1819871"/>
                  </a:lnTo>
                  <a:lnTo>
                    <a:pt x="69481" y="1820428"/>
                  </a:lnTo>
                  <a:lnTo>
                    <a:pt x="68791" y="1820746"/>
                  </a:lnTo>
                  <a:lnTo>
                    <a:pt x="68618" y="1820826"/>
                  </a:lnTo>
                  <a:lnTo>
                    <a:pt x="67584" y="1821304"/>
                  </a:lnTo>
                  <a:lnTo>
                    <a:pt x="67239" y="1821463"/>
                  </a:lnTo>
                  <a:lnTo>
                    <a:pt x="66377" y="1821861"/>
                  </a:lnTo>
                  <a:lnTo>
                    <a:pt x="65860" y="1822100"/>
                  </a:lnTo>
                  <a:lnTo>
                    <a:pt x="63274" y="1823295"/>
                  </a:lnTo>
                  <a:lnTo>
                    <a:pt x="62584" y="1823613"/>
                  </a:lnTo>
                  <a:lnTo>
                    <a:pt x="62239" y="1823773"/>
                  </a:lnTo>
                  <a:lnTo>
                    <a:pt x="61377" y="1824171"/>
                  </a:lnTo>
                  <a:lnTo>
                    <a:pt x="61032" y="1824330"/>
                  </a:lnTo>
                  <a:lnTo>
                    <a:pt x="60515" y="1824569"/>
                  </a:lnTo>
                  <a:lnTo>
                    <a:pt x="59653" y="1824967"/>
                  </a:lnTo>
                  <a:lnTo>
                    <a:pt x="59308" y="1825126"/>
                  </a:lnTo>
                  <a:lnTo>
                    <a:pt x="58619" y="1825445"/>
                  </a:lnTo>
                  <a:lnTo>
                    <a:pt x="58101" y="1825684"/>
                  </a:lnTo>
                  <a:lnTo>
                    <a:pt x="57584" y="1825923"/>
                  </a:lnTo>
                  <a:lnTo>
                    <a:pt x="56722" y="1826321"/>
                  </a:lnTo>
                  <a:lnTo>
                    <a:pt x="56550" y="1826401"/>
                  </a:lnTo>
                  <a:lnTo>
                    <a:pt x="54998" y="1827117"/>
                  </a:lnTo>
                  <a:lnTo>
                    <a:pt x="54653" y="1827277"/>
                  </a:lnTo>
                  <a:lnTo>
                    <a:pt x="54308" y="1827436"/>
                  </a:lnTo>
                  <a:lnTo>
                    <a:pt x="51205" y="1828870"/>
                  </a:lnTo>
                  <a:lnTo>
                    <a:pt x="45688" y="1831419"/>
                  </a:lnTo>
                  <a:lnTo>
                    <a:pt x="43619" y="1832375"/>
                  </a:lnTo>
                  <a:lnTo>
                    <a:pt x="38619" y="1834685"/>
                  </a:lnTo>
                  <a:lnTo>
                    <a:pt x="33792" y="1836916"/>
                  </a:lnTo>
                  <a:lnTo>
                    <a:pt x="31206" y="1838111"/>
                  </a:lnTo>
                  <a:lnTo>
                    <a:pt x="24654" y="1841139"/>
                  </a:lnTo>
                  <a:lnTo>
                    <a:pt x="23792" y="1841537"/>
                  </a:lnTo>
                  <a:lnTo>
                    <a:pt x="0" y="1852537"/>
                  </a:lnTo>
                  <a:close/>
                </a:path>
              </a:pathLst>
            </a:custGeom>
            <a:solidFill>
              <a:srgbClr val="00BA38">
                <a:alpha val="14901"/>
              </a:srgbClr>
            </a:solidFill>
          </p:spPr>
          <p:txBody>
            <a:bodyPr/>
            <a:lstStyle/>
            <a:p/>
          </p:txBody>
        </p:sp>
        <p:sp>
          <p:nvSpPr>
            <p:cNvPr id="11" name="pl10"/>
            <p:cNvSpPr/>
            <p:nvPr/>
          </p:nvSpPr>
          <p:spPr>
            <a:xfrm>
              <a:off x="3553336" y="2866374"/>
              <a:ext cx="3791112" cy="1702061"/>
            </a:xfrm>
            <a:custGeom>
              <a:avLst/>
              <a:pathLst>
                <a:path w="3791112" h="1702061">
                  <a:moveTo>
                    <a:pt x="0" y="1702061"/>
                  </a:moveTo>
                  <a:lnTo>
                    <a:pt x="23792" y="1691897"/>
                  </a:lnTo>
                  <a:lnTo>
                    <a:pt x="24654" y="1691529"/>
                  </a:lnTo>
                  <a:lnTo>
                    <a:pt x="31206" y="1688730"/>
                  </a:lnTo>
                  <a:lnTo>
                    <a:pt x="33792" y="1687624"/>
                  </a:lnTo>
                  <a:lnTo>
                    <a:pt x="38619" y="1685561"/>
                  </a:lnTo>
                  <a:lnTo>
                    <a:pt x="43619" y="1683424"/>
                  </a:lnTo>
                  <a:lnTo>
                    <a:pt x="45688" y="1682540"/>
                  </a:lnTo>
                  <a:lnTo>
                    <a:pt x="51205" y="1680182"/>
                  </a:lnTo>
                  <a:lnTo>
                    <a:pt x="54308" y="1678855"/>
                  </a:lnTo>
                  <a:lnTo>
                    <a:pt x="54653" y="1678707"/>
                  </a:lnTo>
                  <a:lnTo>
                    <a:pt x="54998" y="1678560"/>
                  </a:lnTo>
                  <a:lnTo>
                    <a:pt x="56550" y="1677897"/>
                  </a:lnTo>
                  <a:lnTo>
                    <a:pt x="56722" y="1677823"/>
                  </a:lnTo>
                  <a:lnTo>
                    <a:pt x="57584" y="1677454"/>
                  </a:lnTo>
                  <a:lnTo>
                    <a:pt x="58101" y="1677233"/>
                  </a:lnTo>
                  <a:lnTo>
                    <a:pt x="58619" y="1677012"/>
                  </a:lnTo>
                  <a:lnTo>
                    <a:pt x="59308" y="1676717"/>
                  </a:lnTo>
                  <a:lnTo>
                    <a:pt x="59653" y="1676570"/>
                  </a:lnTo>
                  <a:lnTo>
                    <a:pt x="60515" y="1676201"/>
                  </a:lnTo>
                  <a:lnTo>
                    <a:pt x="61032" y="1675980"/>
                  </a:lnTo>
                  <a:lnTo>
                    <a:pt x="61377" y="1675833"/>
                  </a:lnTo>
                  <a:lnTo>
                    <a:pt x="62239" y="1675464"/>
                  </a:lnTo>
                  <a:lnTo>
                    <a:pt x="62584" y="1675317"/>
                  </a:lnTo>
                  <a:lnTo>
                    <a:pt x="63274" y="1675022"/>
                  </a:lnTo>
                  <a:lnTo>
                    <a:pt x="65860" y="1673916"/>
                  </a:lnTo>
                  <a:lnTo>
                    <a:pt x="66377" y="1673695"/>
                  </a:lnTo>
                  <a:lnTo>
                    <a:pt x="67239" y="1673326"/>
                  </a:lnTo>
                  <a:lnTo>
                    <a:pt x="67584" y="1673179"/>
                  </a:lnTo>
                  <a:lnTo>
                    <a:pt x="68618" y="1672736"/>
                  </a:lnTo>
                  <a:lnTo>
                    <a:pt x="68791" y="1672663"/>
                  </a:lnTo>
                  <a:lnTo>
                    <a:pt x="69481" y="1672368"/>
                  </a:lnTo>
                  <a:lnTo>
                    <a:pt x="70687" y="1671852"/>
                  </a:lnTo>
                  <a:lnTo>
                    <a:pt x="71549" y="1671483"/>
                  </a:lnTo>
                  <a:lnTo>
                    <a:pt x="73274" y="1670746"/>
                  </a:lnTo>
                  <a:lnTo>
                    <a:pt x="73446" y="1670672"/>
                  </a:lnTo>
                  <a:lnTo>
                    <a:pt x="73791" y="1670524"/>
                  </a:lnTo>
                  <a:lnTo>
                    <a:pt x="76032" y="1669566"/>
                  </a:lnTo>
                  <a:lnTo>
                    <a:pt x="77411" y="1668976"/>
                  </a:lnTo>
                  <a:lnTo>
                    <a:pt x="78791" y="1668386"/>
                  </a:lnTo>
                  <a:lnTo>
                    <a:pt x="81032" y="1667427"/>
                  </a:lnTo>
                  <a:lnTo>
                    <a:pt x="81894" y="1667059"/>
                  </a:lnTo>
                  <a:lnTo>
                    <a:pt x="82239" y="1666911"/>
                  </a:lnTo>
                  <a:lnTo>
                    <a:pt x="82411" y="1666837"/>
                  </a:lnTo>
                  <a:lnTo>
                    <a:pt x="83446" y="1666395"/>
                  </a:lnTo>
                  <a:lnTo>
                    <a:pt x="87756" y="1664551"/>
                  </a:lnTo>
                  <a:lnTo>
                    <a:pt x="92756" y="1662412"/>
                  </a:lnTo>
                  <a:lnTo>
                    <a:pt x="94135" y="1661822"/>
                  </a:lnTo>
                  <a:lnTo>
                    <a:pt x="96376" y="1660863"/>
                  </a:lnTo>
                  <a:lnTo>
                    <a:pt x="170512" y="1629121"/>
                  </a:lnTo>
                  <a:lnTo>
                    <a:pt x="172409" y="1628308"/>
                  </a:lnTo>
                  <a:lnTo>
                    <a:pt x="196202" y="1618111"/>
                  </a:lnTo>
                  <a:lnTo>
                    <a:pt x="197064" y="1617742"/>
                  </a:lnTo>
                  <a:lnTo>
                    <a:pt x="203615" y="1614933"/>
                  </a:lnTo>
                  <a:lnTo>
                    <a:pt x="206201" y="1613824"/>
                  </a:lnTo>
                  <a:lnTo>
                    <a:pt x="211029" y="1611754"/>
                  </a:lnTo>
                  <a:lnTo>
                    <a:pt x="216029" y="1609610"/>
                  </a:lnTo>
                  <a:lnTo>
                    <a:pt x="218098" y="1608722"/>
                  </a:lnTo>
                  <a:lnTo>
                    <a:pt x="223615" y="1606356"/>
                  </a:lnTo>
                  <a:lnTo>
                    <a:pt x="226718" y="1605025"/>
                  </a:lnTo>
                  <a:lnTo>
                    <a:pt x="227063" y="1604877"/>
                  </a:lnTo>
                  <a:lnTo>
                    <a:pt x="227408" y="1604729"/>
                  </a:lnTo>
                  <a:lnTo>
                    <a:pt x="228959" y="1604063"/>
                  </a:lnTo>
                  <a:lnTo>
                    <a:pt x="229132" y="1603989"/>
                  </a:lnTo>
                  <a:lnTo>
                    <a:pt x="229994" y="1603620"/>
                  </a:lnTo>
                  <a:lnTo>
                    <a:pt x="230511" y="1603398"/>
                  </a:lnTo>
                  <a:lnTo>
                    <a:pt x="231028" y="1603176"/>
                  </a:lnTo>
                  <a:lnTo>
                    <a:pt x="231718" y="1602880"/>
                  </a:lnTo>
                  <a:lnTo>
                    <a:pt x="232063" y="1602732"/>
                  </a:lnTo>
                  <a:lnTo>
                    <a:pt x="232925" y="1602362"/>
                  </a:lnTo>
                  <a:lnTo>
                    <a:pt x="233442" y="1602140"/>
                  </a:lnTo>
                  <a:lnTo>
                    <a:pt x="233787" y="1601992"/>
                  </a:lnTo>
                  <a:lnTo>
                    <a:pt x="234649" y="1601622"/>
                  </a:lnTo>
                  <a:lnTo>
                    <a:pt x="234994" y="1601475"/>
                  </a:lnTo>
                  <a:lnTo>
                    <a:pt x="235683" y="1601179"/>
                  </a:lnTo>
                  <a:lnTo>
                    <a:pt x="238269" y="1600069"/>
                  </a:lnTo>
                  <a:lnTo>
                    <a:pt x="238787" y="1599847"/>
                  </a:lnTo>
                  <a:lnTo>
                    <a:pt x="239649" y="1599477"/>
                  </a:lnTo>
                  <a:lnTo>
                    <a:pt x="239994" y="1599329"/>
                  </a:lnTo>
                  <a:lnTo>
                    <a:pt x="241028" y="1598885"/>
                  </a:lnTo>
                  <a:lnTo>
                    <a:pt x="241200" y="1598811"/>
                  </a:lnTo>
                  <a:lnTo>
                    <a:pt x="241890" y="1598515"/>
                  </a:lnTo>
                  <a:lnTo>
                    <a:pt x="243097" y="1597998"/>
                  </a:lnTo>
                  <a:lnTo>
                    <a:pt x="243959" y="1597628"/>
                  </a:lnTo>
                  <a:lnTo>
                    <a:pt x="245683" y="1596888"/>
                  </a:lnTo>
                  <a:lnTo>
                    <a:pt x="245855" y="1596814"/>
                  </a:lnTo>
                  <a:lnTo>
                    <a:pt x="246200" y="1596666"/>
                  </a:lnTo>
                  <a:lnTo>
                    <a:pt x="248442" y="1595704"/>
                  </a:lnTo>
                  <a:lnTo>
                    <a:pt x="249821" y="1595112"/>
                  </a:lnTo>
                  <a:lnTo>
                    <a:pt x="251200" y="1594520"/>
                  </a:lnTo>
                  <a:lnTo>
                    <a:pt x="253441" y="1593558"/>
                  </a:lnTo>
                  <a:lnTo>
                    <a:pt x="254304" y="1593188"/>
                  </a:lnTo>
                  <a:lnTo>
                    <a:pt x="254648" y="1593040"/>
                  </a:lnTo>
                  <a:lnTo>
                    <a:pt x="254821" y="1592966"/>
                  </a:lnTo>
                  <a:lnTo>
                    <a:pt x="255855" y="1592522"/>
                  </a:lnTo>
                  <a:lnTo>
                    <a:pt x="260165" y="1590672"/>
                  </a:lnTo>
                  <a:lnTo>
                    <a:pt x="265165" y="1588526"/>
                  </a:lnTo>
                  <a:lnTo>
                    <a:pt x="266545" y="1587933"/>
                  </a:lnTo>
                  <a:lnTo>
                    <a:pt x="268786" y="1586971"/>
                  </a:lnTo>
                  <a:lnTo>
                    <a:pt x="342922" y="1555116"/>
                  </a:lnTo>
                  <a:lnTo>
                    <a:pt x="344818" y="1554300"/>
                  </a:lnTo>
                  <a:lnTo>
                    <a:pt x="368611" y="1544065"/>
                  </a:lnTo>
                  <a:lnTo>
                    <a:pt x="369473" y="1543694"/>
                  </a:lnTo>
                  <a:lnTo>
                    <a:pt x="376025" y="1540875"/>
                  </a:lnTo>
                  <a:lnTo>
                    <a:pt x="378611" y="1539762"/>
                  </a:lnTo>
                  <a:lnTo>
                    <a:pt x="383438" y="1537684"/>
                  </a:lnTo>
                  <a:lnTo>
                    <a:pt x="388438" y="1535532"/>
                  </a:lnTo>
                  <a:lnTo>
                    <a:pt x="390507" y="1534641"/>
                  </a:lnTo>
                  <a:lnTo>
                    <a:pt x="396024" y="1532266"/>
                  </a:lnTo>
                  <a:lnTo>
                    <a:pt x="399127" y="1530930"/>
                  </a:lnTo>
                  <a:lnTo>
                    <a:pt x="399472" y="1530781"/>
                  </a:lnTo>
                  <a:lnTo>
                    <a:pt x="399817" y="1530633"/>
                  </a:lnTo>
                  <a:lnTo>
                    <a:pt x="401369" y="1529964"/>
                  </a:lnTo>
                  <a:lnTo>
                    <a:pt x="401541" y="1529890"/>
                  </a:lnTo>
                  <a:lnTo>
                    <a:pt x="402403" y="1529519"/>
                  </a:lnTo>
                  <a:lnTo>
                    <a:pt x="402920" y="1529296"/>
                  </a:lnTo>
                  <a:lnTo>
                    <a:pt x="403438" y="1529074"/>
                  </a:lnTo>
                  <a:lnTo>
                    <a:pt x="404127" y="1528777"/>
                  </a:lnTo>
                  <a:lnTo>
                    <a:pt x="404472" y="1528628"/>
                  </a:lnTo>
                  <a:lnTo>
                    <a:pt x="405334" y="1528257"/>
                  </a:lnTo>
                  <a:lnTo>
                    <a:pt x="405851" y="1528034"/>
                  </a:lnTo>
                  <a:lnTo>
                    <a:pt x="406196" y="1527886"/>
                  </a:lnTo>
                  <a:lnTo>
                    <a:pt x="407058" y="1527514"/>
                  </a:lnTo>
                  <a:lnTo>
                    <a:pt x="407403" y="1527366"/>
                  </a:lnTo>
                  <a:lnTo>
                    <a:pt x="408093" y="1527069"/>
                  </a:lnTo>
                  <a:lnTo>
                    <a:pt x="410679" y="1525955"/>
                  </a:lnTo>
                  <a:lnTo>
                    <a:pt x="411196" y="1525732"/>
                  </a:lnTo>
                  <a:lnTo>
                    <a:pt x="412058" y="1525361"/>
                  </a:lnTo>
                  <a:lnTo>
                    <a:pt x="412403" y="1525212"/>
                  </a:lnTo>
                  <a:lnTo>
                    <a:pt x="413437" y="1524767"/>
                  </a:lnTo>
                  <a:lnTo>
                    <a:pt x="413610" y="1524693"/>
                  </a:lnTo>
                  <a:lnTo>
                    <a:pt x="414300" y="1524395"/>
                  </a:lnTo>
                  <a:lnTo>
                    <a:pt x="415506" y="1523876"/>
                  </a:lnTo>
                  <a:lnTo>
                    <a:pt x="416368" y="1523504"/>
                  </a:lnTo>
                  <a:lnTo>
                    <a:pt x="418093" y="1522762"/>
                  </a:lnTo>
                  <a:lnTo>
                    <a:pt x="418265" y="1522687"/>
                  </a:lnTo>
                  <a:lnTo>
                    <a:pt x="418610" y="1522539"/>
                  </a:lnTo>
                  <a:lnTo>
                    <a:pt x="420851" y="1521573"/>
                  </a:lnTo>
                  <a:lnTo>
                    <a:pt x="422230" y="1520979"/>
                  </a:lnTo>
                  <a:lnTo>
                    <a:pt x="423610" y="1520385"/>
                  </a:lnTo>
                  <a:lnTo>
                    <a:pt x="425851" y="1519419"/>
                  </a:lnTo>
                  <a:lnTo>
                    <a:pt x="426713" y="1519048"/>
                  </a:lnTo>
                  <a:lnTo>
                    <a:pt x="427058" y="1518899"/>
                  </a:lnTo>
                  <a:lnTo>
                    <a:pt x="427230" y="1518825"/>
                  </a:lnTo>
                  <a:lnTo>
                    <a:pt x="428265" y="1518379"/>
                  </a:lnTo>
                  <a:lnTo>
                    <a:pt x="432575" y="1516522"/>
                  </a:lnTo>
                  <a:lnTo>
                    <a:pt x="437575" y="1514367"/>
                  </a:lnTo>
                  <a:lnTo>
                    <a:pt x="438954" y="1513773"/>
                  </a:lnTo>
                  <a:lnTo>
                    <a:pt x="441195" y="1512807"/>
                  </a:lnTo>
                  <a:lnTo>
                    <a:pt x="515331" y="1480824"/>
                  </a:lnTo>
                  <a:lnTo>
                    <a:pt x="517228" y="1480005"/>
                  </a:lnTo>
                  <a:lnTo>
                    <a:pt x="541020" y="1469729"/>
                  </a:lnTo>
                  <a:lnTo>
                    <a:pt x="541883" y="1469356"/>
                  </a:lnTo>
                  <a:lnTo>
                    <a:pt x="548434" y="1466525"/>
                  </a:lnTo>
                  <a:lnTo>
                    <a:pt x="551020" y="1465407"/>
                  </a:lnTo>
                  <a:lnTo>
                    <a:pt x="555848" y="1463321"/>
                  </a:lnTo>
                  <a:lnTo>
                    <a:pt x="560848" y="1461160"/>
                  </a:lnTo>
                  <a:lnTo>
                    <a:pt x="562916" y="1460265"/>
                  </a:lnTo>
                  <a:lnTo>
                    <a:pt x="568434" y="1457880"/>
                  </a:lnTo>
                  <a:lnTo>
                    <a:pt x="571537" y="1456538"/>
                  </a:lnTo>
                  <a:lnTo>
                    <a:pt x="571882" y="1456389"/>
                  </a:lnTo>
                  <a:lnTo>
                    <a:pt x="572227" y="1456240"/>
                  </a:lnTo>
                  <a:lnTo>
                    <a:pt x="573778" y="1455569"/>
                  </a:lnTo>
                  <a:lnTo>
                    <a:pt x="573951" y="1455495"/>
                  </a:lnTo>
                  <a:lnTo>
                    <a:pt x="574813" y="1455122"/>
                  </a:lnTo>
                  <a:lnTo>
                    <a:pt x="575330" y="1454898"/>
                  </a:lnTo>
                  <a:lnTo>
                    <a:pt x="575847" y="1454675"/>
                  </a:lnTo>
                  <a:lnTo>
                    <a:pt x="576537" y="1454376"/>
                  </a:lnTo>
                  <a:lnTo>
                    <a:pt x="576882" y="1454227"/>
                  </a:lnTo>
                  <a:lnTo>
                    <a:pt x="577744" y="1453854"/>
                  </a:lnTo>
                  <a:lnTo>
                    <a:pt x="578261" y="1453631"/>
                  </a:lnTo>
                  <a:lnTo>
                    <a:pt x="578606" y="1453482"/>
                  </a:lnTo>
                  <a:lnTo>
                    <a:pt x="579468" y="1453109"/>
                  </a:lnTo>
                  <a:lnTo>
                    <a:pt x="579813" y="1452960"/>
                  </a:lnTo>
                  <a:lnTo>
                    <a:pt x="580502" y="1452661"/>
                  </a:lnTo>
                  <a:lnTo>
                    <a:pt x="583088" y="1451543"/>
                  </a:lnTo>
                  <a:lnTo>
                    <a:pt x="583606" y="1451319"/>
                  </a:lnTo>
                  <a:lnTo>
                    <a:pt x="584468" y="1450946"/>
                  </a:lnTo>
                  <a:lnTo>
                    <a:pt x="584813" y="1450797"/>
                  </a:lnTo>
                  <a:lnTo>
                    <a:pt x="585847" y="1450350"/>
                  </a:lnTo>
                  <a:lnTo>
                    <a:pt x="586019" y="1450275"/>
                  </a:lnTo>
                  <a:lnTo>
                    <a:pt x="586709" y="1449977"/>
                  </a:lnTo>
                  <a:lnTo>
                    <a:pt x="587916" y="1449455"/>
                  </a:lnTo>
                  <a:lnTo>
                    <a:pt x="588778" y="1449082"/>
                  </a:lnTo>
                  <a:lnTo>
                    <a:pt x="590502" y="1448336"/>
                  </a:lnTo>
                  <a:lnTo>
                    <a:pt x="590674" y="1448261"/>
                  </a:lnTo>
                  <a:lnTo>
                    <a:pt x="591019" y="1448112"/>
                  </a:lnTo>
                  <a:lnTo>
                    <a:pt x="593261" y="1447142"/>
                  </a:lnTo>
                  <a:lnTo>
                    <a:pt x="594640" y="1446546"/>
                  </a:lnTo>
                  <a:lnTo>
                    <a:pt x="596019" y="1445949"/>
                  </a:lnTo>
                  <a:lnTo>
                    <a:pt x="598260" y="1444979"/>
                  </a:lnTo>
                  <a:lnTo>
                    <a:pt x="599122" y="1444606"/>
                  </a:lnTo>
                  <a:lnTo>
                    <a:pt x="599467" y="1444457"/>
                  </a:lnTo>
                  <a:lnTo>
                    <a:pt x="599640" y="1444382"/>
                  </a:lnTo>
                  <a:lnTo>
                    <a:pt x="600674" y="1443935"/>
                  </a:lnTo>
                  <a:lnTo>
                    <a:pt x="604984" y="1442070"/>
                  </a:lnTo>
                  <a:lnTo>
                    <a:pt x="609984" y="1439906"/>
                  </a:lnTo>
                  <a:lnTo>
                    <a:pt x="611364" y="1439309"/>
                  </a:lnTo>
                  <a:lnTo>
                    <a:pt x="613605" y="1438338"/>
                  </a:lnTo>
                  <a:lnTo>
                    <a:pt x="687741" y="1406216"/>
                  </a:lnTo>
                  <a:lnTo>
                    <a:pt x="689637" y="1405393"/>
                  </a:lnTo>
                  <a:lnTo>
                    <a:pt x="713430" y="1395070"/>
                  </a:lnTo>
                  <a:lnTo>
                    <a:pt x="714292" y="1394696"/>
                  </a:lnTo>
                  <a:lnTo>
                    <a:pt x="720844" y="1391852"/>
                  </a:lnTo>
                  <a:lnTo>
                    <a:pt x="723430" y="1390729"/>
                  </a:lnTo>
                  <a:lnTo>
                    <a:pt x="728257" y="1388633"/>
                  </a:lnTo>
                  <a:lnTo>
                    <a:pt x="733257" y="1386462"/>
                  </a:lnTo>
                  <a:lnTo>
                    <a:pt x="735326" y="1385564"/>
                  </a:lnTo>
                  <a:lnTo>
                    <a:pt x="740843" y="1383168"/>
                  </a:lnTo>
                  <a:lnTo>
                    <a:pt x="743946" y="1381820"/>
                  </a:lnTo>
                  <a:lnTo>
                    <a:pt x="744291" y="1381670"/>
                  </a:lnTo>
                  <a:lnTo>
                    <a:pt x="744636" y="1381520"/>
                  </a:lnTo>
                  <a:lnTo>
                    <a:pt x="746188" y="1380846"/>
                  </a:lnTo>
                  <a:lnTo>
                    <a:pt x="746360" y="1380771"/>
                  </a:lnTo>
                  <a:lnTo>
                    <a:pt x="747222" y="1380397"/>
                  </a:lnTo>
                  <a:lnTo>
                    <a:pt x="747739" y="1380172"/>
                  </a:lnTo>
                  <a:lnTo>
                    <a:pt x="748257" y="1379947"/>
                  </a:lnTo>
                  <a:lnTo>
                    <a:pt x="748946" y="1379648"/>
                  </a:lnTo>
                  <a:lnTo>
                    <a:pt x="749291" y="1379498"/>
                  </a:lnTo>
                  <a:lnTo>
                    <a:pt x="750153" y="1379123"/>
                  </a:lnTo>
                  <a:lnTo>
                    <a:pt x="750670" y="1378899"/>
                  </a:lnTo>
                  <a:lnTo>
                    <a:pt x="751015" y="1378749"/>
                  </a:lnTo>
                  <a:lnTo>
                    <a:pt x="751877" y="1378374"/>
                  </a:lnTo>
                  <a:lnTo>
                    <a:pt x="752222" y="1378224"/>
                  </a:lnTo>
                  <a:lnTo>
                    <a:pt x="752912" y="1377925"/>
                  </a:lnTo>
                  <a:lnTo>
                    <a:pt x="755498" y="1376801"/>
                  </a:lnTo>
                  <a:lnTo>
                    <a:pt x="756015" y="1376576"/>
                  </a:lnTo>
                  <a:lnTo>
                    <a:pt x="756877" y="1376202"/>
                  </a:lnTo>
                  <a:lnTo>
                    <a:pt x="757222" y="1376052"/>
                  </a:lnTo>
                  <a:lnTo>
                    <a:pt x="758256" y="1375602"/>
                  </a:lnTo>
                  <a:lnTo>
                    <a:pt x="758429" y="1375527"/>
                  </a:lnTo>
                  <a:lnTo>
                    <a:pt x="759119" y="1375228"/>
                  </a:lnTo>
                  <a:lnTo>
                    <a:pt x="760325" y="1374703"/>
                  </a:lnTo>
                  <a:lnTo>
                    <a:pt x="761187" y="1374329"/>
                  </a:lnTo>
                  <a:lnTo>
                    <a:pt x="762912" y="1373579"/>
                  </a:lnTo>
                  <a:lnTo>
                    <a:pt x="763084" y="1373504"/>
                  </a:lnTo>
                  <a:lnTo>
                    <a:pt x="763429" y="1373355"/>
                  </a:lnTo>
                  <a:lnTo>
                    <a:pt x="765670" y="1372380"/>
                  </a:lnTo>
                  <a:lnTo>
                    <a:pt x="767049" y="1371781"/>
                  </a:lnTo>
                  <a:lnTo>
                    <a:pt x="768429" y="1371181"/>
                  </a:lnTo>
                  <a:lnTo>
                    <a:pt x="770670" y="1370207"/>
                  </a:lnTo>
                  <a:lnTo>
                    <a:pt x="771532" y="1369832"/>
                  </a:lnTo>
                  <a:lnTo>
                    <a:pt x="771877" y="1369682"/>
                  </a:lnTo>
                  <a:lnTo>
                    <a:pt x="772049" y="1369607"/>
                  </a:lnTo>
                  <a:lnTo>
                    <a:pt x="773084" y="1369158"/>
                  </a:lnTo>
                  <a:lnTo>
                    <a:pt x="777394" y="1367284"/>
                  </a:lnTo>
                  <a:lnTo>
                    <a:pt x="782394" y="1365110"/>
                  </a:lnTo>
                  <a:lnTo>
                    <a:pt x="783773" y="1364510"/>
                  </a:lnTo>
                  <a:lnTo>
                    <a:pt x="786014" y="1363535"/>
                  </a:lnTo>
                  <a:lnTo>
                    <a:pt x="860150" y="1331259"/>
                  </a:lnTo>
                  <a:lnTo>
                    <a:pt x="862047" y="1330433"/>
                  </a:lnTo>
                  <a:lnTo>
                    <a:pt x="885839" y="1320059"/>
                  </a:lnTo>
                  <a:lnTo>
                    <a:pt x="886702" y="1319683"/>
                  </a:lnTo>
                  <a:lnTo>
                    <a:pt x="893253" y="1316825"/>
                  </a:lnTo>
                  <a:lnTo>
                    <a:pt x="895839" y="1315697"/>
                  </a:lnTo>
                  <a:lnTo>
                    <a:pt x="900667" y="1313591"/>
                  </a:lnTo>
                  <a:lnTo>
                    <a:pt x="905667" y="1311409"/>
                  </a:lnTo>
                  <a:lnTo>
                    <a:pt x="907735" y="1310506"/>
                  </a:lnTo>
                  <a:lnTo>
                    <a:pt x="913253" y="1308098"/>
                  </a:lnTo>
                  <a:lnTo>
                    <a:pt x="916356" y="1306743"/>
                  </a:lnTo>
                  <a:lnTo>
                    <a:pt x="916701" y="1306593"/>
                  </a:lnTo>
                  <a:lnTo>
                    <a:pt x="917046" y="1306442"/>
                  </a:lnTo>
                  <a:lnTo>
                    <a:pt x="918597" y="1305765"/>
                  </a:lnTo>
                  <a:lnTo>
                    <a:pt x="918770" y="1305689"/>
                  </a:lnTo>
                  <a:lnTo>
                    <a:pt x="919632" y="1305313"/>
                  </a:lnTo>
                  <a:lnTo>
                    <a:pt x="920149" y="1305087"/>
                  </a:lnTo>
                  <a:lnTo>
                    <a:pt x="920666" y="1304861"/>
                  </a:lnTo>
                  <a:lnTo>
                    <a:pt x="921356" y="1304560"/>
                  </a:lnTo>
                  <a:lnTo>
                    <a:pt x="921701" y="1304410"/>
                  </a:lnTo>
                  <a:lnTo>
                    <a:pt x="922563" y="1304033"/>
                  </a:lnTo>
                  <a:lnTo>
                    <a:pt x="923080" y="1303807"/>
                  </a:lnTo>
                  <a:lnTo>
                    <a:pt x="923425" y="1303657"/>
                  </a:lnTo>
                  <a:lnTo>
                    <a:pt x="924287" y="1303280"/>
                  </a:lnTo>
                  <a:lnTo>
                    <a:pt x="924632" y="1303130"/>
                  </a:lnTo>
                  <a:lnTo>
                    <a:pt x="925321" y="1302829"/>
                  </a:lnTo>
                  <a:lnTo>
                    <a:pt x="927907" y="1301699"/>
                  </a:lnTo>
                  <a:lnTo>
                    <a:pt x="928425" y="1301474"/>
                  </a:lnTo>
                  <a:lnTo>
                    <a:pt x="929287" y="1301097"/>
                  </a:lnTo>
                  <a:lnTo>
                    <a:pt x="929631" y="1300946"/>
                  </a:lnTo>
                  <a:lnTo>
                    <a:pt x="930666" y="1300495"/>
                  </a:lnTo>
                  <a:lnTo>
                    <a:pt x="930838" y="1300419"/>
                  </a:lnTo>
                  <a:lnTo>
                    <a:pt x="931528" y="1300118"/>
                  </a:lnTo>
                  <a:lnTo>
                    <a:pt x="932735" y="1299591"/>
                  </a:lnTo>
                  <a:lnTo>
                    <a:pt x="933597" y="1299215"/>
                  </a:lnTo>
                  <a:lnTo>
                    <a:pt x="935321" y="1298462"/>
                  </a:lnTo>
                  <a:lnTo>
                    <a:pt x="935493" y="1298386"/>
                  </a:lnTo>
                  <a:lnTo>
                    <a:pt x="935838" y="1298236"/>
                  </a:lnTo>
                  <a:lnTo>
                    <a:pt x="938080" y="1297257"/>
                  </a:lnTo>
                  <a:lnTo>
                    <a:pt x="939459" y="1296654"/>
                  </a:lnTo>
                  <a:lnTo>
                    <a:pt x="940838" y="1296051"/>
                  </a:lnTo>
                  <a:lnTo>
                    <a:pt x="943079" y="1295072"/>
                  </a:lnTo>
                  <a:lnTo>
                    <a:pt x="943941" y="1294696"/>
                  </a:lnTo>
                  <a:lnTo>
                    <a:pt x="944286" y="1294545"/>
                  </a:lnTo>
                  <a:lnTo>
                    <a:pt x="944459" y="1294470"/>
                  </a:lnTo>
                  <a:lnTo>
                    <a:pt x="945493" y="1294018"/>
                  </a:lnTo>
                  <a:lnTo>
                    <a:pt x="949803" y="1292134"/>
                  </a:lnTo>
                  <a:lnTo>
                    <a:pt x="954803" y="1289949"/>
                  </a:lnTo>
                  <a:lnTo>
                    <a:pt x="956183" y="1289346"/>
                  </a:lnTo>
                  <a:lnTo>
                    <a:pt x="958424" y="1288367"/>
                  </a:lnTo>
                  <a:lnTo>
                    <a:pt x="1032560" y="1255925"/>
                  </a:lnTo>
                  <a:lnTo>
                    <a:pt x="1034456" y="1255094"/>
                  </a:lnTo>
                  <a:lnTo>
                    <a:pt x="1058249" y="1244667"/>
                  </a:lnTo>
                  <a:lnTo>
                    <a:pt x="1059111" y="1244289"/>
                  </a:lnTo>
                  <a:lnTo>
                    <a:pt x="1065663" y="1241416"/>
                  </a:lnTo>
                  <a:lnTo>
                    <a:pt x="1068249" y="1240282"/>
                  </a:lnTo>
                  <a:lnTo>
                    <a:pt x="1073076" y="1238164"/>
                  </a:lnTo>
                  <a:lnTo>
                    <a:pt x="1078076" y="1235971"/>
                  </a:lnTo>
                  <a:lnTo>
                    <a:pt x="1080145" y="1235063"/>
                  </a:lnTo>
                  <a:lnTo>
                    <a:pt x="1085662" y="1232642"/>
                  </a:lnTo>
                  <a:lnTo>
                    <a:pt x="1088765" y="1231281"/>
                  </a:lnTo>
                  <a:lnTo>
                    <a:pt x="1089110" y="1231129"/>
                  </a:lnTo>
                  <a:lnTo>
                    <a:pt x="1089455" y="1230978"/>
                  </a:lnTo>
                  <a:lnTo>
                    <a:pt x="1091007" y="1230297"/>
                  </a:lnTo>
                  <a:lnTo>
                    <a:pt x="1091179" y="1230221"/>
                  </a:lnTo>
                  <a:lnTo>
                    <a:pt x="1092041" y="1229843"/>
                  </a:lnTo>
                  <a:lnTo>
                    <a:pt x="1092558" y="1229616"/>
                  </a:lnTo>
                  <a:lnTo>
                    <a:pt x="1093076" y="1229389"/>
                  </a:lnTo>
                  <a:lnTo>
                    <a:pt x="1093765" y="1229086"/>
                  </a:lnTo>
                  <a:lnTo>
                    <a:pt x="1094110" y="1228935"/>
                  </a:lnTo>
                  <a:lnTo>
                    <a:pt x="1094972" y="1228556"/>
                  </a:lnTo>
                  <a:lnTo>
                    <a:pt x="1095489" y="1228329"/>
                  </a:lnTo>
                  <a:lnTo>
                    <a:pt x="1095834" y="1228178"/>
                  </a:lnTo>
                  <a:lnTo>
                    <a:pt x="1096696" y="1227800"/>
                  </a:lnTo>
                  <a:lnTo>
                    <a:pt x="1097041" y="1227648"/>
                  </a:lnTo>
                  <a:lnTo>
                    <a:pt x="1097731" y="1227346"/>
                  </a:lnTo>
                  <a:lnTo>
                    <a:pt x="1100317" y="1226210"/>
                  </a:lnTo>
                  <a:lnTo>
                    <a:pt x="1100834" y="1225983"/>
                  </a:lnTo>
                  <a:lnTo>
                    <a:pt x="1101696" y="1225605"/>
                  </a:lnTo>
                  <a:lnTo>
                    <a:pt x="1102041" y="1225453"/>
                  </a:lnTo>
                  <a:lnTo>
                    <a:pt x="1103075" y="1224999"/>
                  </a:lnTo>
                  <a:lnTo>
                    <a:pt x="1103248" y="1224923"/>
                  </a:lnTo>
                  <a:lnTo>
                    <a:pt x="1103937" y="1224621"/>
                  </a:lnTo>
                  <a:lnTo>
                    <a:pt x="1105144" y="1224091"/>
                  </a:lnTo>
                  <a:lnTo>
                    <a:pt x="1106006" y="1223712"/>
                  </a:lnTo>
                  <a:lnTo>
                    <a:pt x="1107730" y="1222955"/>
                  </a:lnTo>
                  <a:lnTo>
                    <a:pt x="1107903" y="1222879"/>
                  </a:lnTo>
                  <a:lnTo>
                    <a:pt x="1108248" y="1222728"/>
                  </a:lnTo>
                  <a:lnTo>
                    <a:pt x="1110489" y="1221744"/>
                  </a:lnTo>
                  <a:lnTo>
                    <a:pt x="1111868" y="1221138"/>
                  </a:lnTo>
                  <a:lnTo>
                    <a:pt x="1113248" y="1220532"/>
                  </a:lnTo>
                  <a:lnTo>
                    <a:pt x="1115489" y="1219548"/>
                  </a:lnTo>
                  <a:lnTo>
                    <a:pt x="1116351" y="1219169"/>
                  </a:lnTo>
                  <a:lnTo>
                    <a:pt x="1116696" y="1219018"/>
                  </a:lnTo>
                  <a:lnTo>
                    <a:pt x="1116868" y="1218942"/>
                  </a:lnTo>
                  <a:lnTo>
                    <a:pt x="1117903" y="1218488"/>
                  </a:lnTo>
                  <a:lnTo>
                    <a:pt x="1122213" y="1216594"/>
                  </a:lnTo>
                  <a:lnTo>
                    <a:pt x="1127213" y="1214397"/>
                  </a:lnTo>
                  <a:lnTo>
                    <a:pt x="1128592" y="1213791"/>
                  </a:lnTo>
                  <a:lnTo>
                    <a:pt x="1130833" y="1212806"/>
                  </a:lnTo>
                  <a:lnTo>
                    <a:pt x="1204969" y="1180189"/>
                  </a:lnTo>
                  <a:lnTo>
                    <a:pt x="1206866" y="1179354"/>
                  </a:lnTo>
                  <a:lnTo>
                    <a:pt x="1230658" y="1168869"/>
                  </a:lnTo>
                  <a:lnTo>
                    <a:pt x="1231521" y="1168489"/>
                  </a:lnTo>
                  <a:lnTo>
                    <a:pt x="1238072" y="1165600"/>
                  </a:lnTo>
                  <a:lnTo>
                    <a:pt x="1240658" y="1164460"/>
                  </a:lnTo>
                  <a:lnTo>
                    <a:pt x="1245486" y="1162331"/>
                  </a:lnTo>
                  <a:lnTo>
                    <a:pt x="1250486" y="1160125"/>
                  </a:lnTo>
                  <a:lnTo>
                    <a:pt x="1252554" y="1159213"/>
                  </a:lnTo>
                  <a:lnTo>
                    <a:pt x="1258072" y="1156779"/>
                  </a:lnTo>
                  <a:lnTo>
                    <a:pt x="1261175" y="1155409"/>
                  </a:lnTo>
                  <a:lnTo>
                    <a:pt x="1261520" y="1155257"/>
                  </a:lnTo>
                  <a:lnTo>
                    <a:pt x="1261865" y="1155105"/>
                  </a:lnTo>
                  <a:lnTo>
                    <a:pt x="1263416" y="1154420"/>
                  </a:lnTo>
                  <a:lnTo>
                    <a:pt x="1263589" y="1154344"/>
                  </a:lnTo>
                  <a:lnTo>
                    <a:pt x="1264451" y="1153964"/>
                  </a:lnTo>
                  <a:lnTo>
                    <a:pt x="1264968" y="1153735"/>
                  </a:lnTo>
                  <a:lnTo>
                    <a:pt x="1265485" y="1153507"/>
                  </a:lnTo>
                  <a:lnTo>
                    <a:pt x="1266175" y="1153203"/>
                  </a:lnTo>
                  <a:lnTo>
                    <a:pt x="1266520" y="1153050"/>
                  </a:lnTo>
                  <a:lnTo>
                    <a:pt x="1267382" y="1152670"/>
                  </a:lnTo>
                  <a:lnTo>
                    <a:pt x="1267899" y="1152442"/>
                  </a:lnTo>
                  <a:lnTo>
                    <a:pt x="1268244" y="1152290"/>
                  </a:lnTo>
                  <a:lnTo>
                    <a:pt x="1269106" y="1151909"/>
                  </a:lnTo>
                  <a:lnTo>
                    <a:pt x="1269451" y="1151757"/>
                  </a:lnTo>
                  <a:lnTo>
                    <a:pt x="1270140" y="1151452"/>
                  </a:lnTo>
                  <a:lnTo>
                    <a:pt x="1272726" y="1150311"/>
                  </a:lnTo>
                  <a:lnTo>
                    <a:pt x="1273244" y="1150082"/>
                  </a:lnTo>
                  <a:lnTo>
                    <a:pt x="1274106" y="1149702"/>
                  </a:lnTo>
                  <a:lnTo>
                    <a:pt x="1274450" y="1149550"/>
                  </a:lnTo>
                  <a:lnTo>
                    <a:pt x="1275485" y="1149093"/>
                  </a:lnTo>
                  <a:lnTo>
                    <a:pt x="1275657" y="1149017"/>
                  </a:lnTo>
                  <a:lnTo>
                    <a:pt x="1276347" y="1148712"/>
                  </a:lnTo>
                  <a:lnTo>
                    <a:pt x="1277554" y="1148180"/>
                  </a:lnTo>
                  <a:lnTo>
                    <a:pt x="1278416" y="1147799"/>
                  </a:lnTo>
                  <a:lnTo>
                    <a:pt x="1280140" y="1147038"/>
                  </a:lnTo>
                  <a:lnTo>
                    <a:pt x="1280312" y="1146962"/>
                  </a:lnTo>
                  <a:lnTo>
                    <a:pt x="1280657" y="1146809"/>
                  </a:lnTo>
                  <a:lnTo>
                    <a:pt x="1282899" y="1145820"/>
                  </a:lnTo>
                  <a:lnTo>
                    <a:pt x="1284278" y="1145210"/>
                  </a:lnTo>
                  <a:lnTo>
                    <a:pt x="1285657" y="1144601"/>
                  </a:lnTo>
                  <a:lnTo>
                    <a:pt x="1287898" y="1143611"/>
                  </a:lnTo>
                  <a:lnTo>
                    <a:pt x="1288760" y="1143231"/>
                  </a:lnTo>
                  <a:lnTo>
                    <a:pt x="1289105" y="1143078"/>
                  </a:lnTo>
                  <a:lnTo>
                    <a:pt x="1289278" y="1143002"/>
                  </a:lnTo>
                  <a:lnTo>
                    <a:pt x="1290312" y="1142545"/>
                  </a:lnTo>
                  <a:lnTo>
                    <a:pt x="1294622" y="1140641"/>
                  </a:lnTo>
                  <a:lnTo>
                    <a:pt x="1299622" y="1138432"/>
                  </a:lnTo>
                  <a:lnTo>
                    <a:pt x="1301002" y="1137823"/>
                  </a:lnTo>
                  <a:lnTo>
                    <a:pt x="1303243" y="1136833"/>
                  </a:lnTo>
                  <a:lnTo>
                    <a:pt x="1377379" y="1104033"/>
                  </a:lnTo>
                  <a:lnTo>
                    <a:pt x="1379275" y="1103193"/>
                  </a:lnTo>
                  <a:lnTo>
                    <a:pt x="1403068" y="1092649"/>
                  </a:lnTo>
                  <a:lnTo>
                    <a:pt x="1403930" y="1092266"/>
                  </a:lnTo>
                  <a:lnTo>
                    <a:pt x="1410482" y="1089361"/>
                  </a:lnTo>
                  <a:lnTo>
                    <a:pt x="1413068" y="1088215"/>
                  </a:lnTo>
                  <a:lnTo>
                    <a:pt x="1417895" y="1086074"/>
                  </a:lnTo>
                  <a:lnTo>
                    <a:pt x="1422895" y="1083856"/>
                  </a:lnTo>
                  <a:lnTo>
                    <a:pt x="1424964" y="1082938"/>
                  </a:lnTo>
                  <a:lnTo>
                    <a:pt x="1430481" y="1080490"/>
                  </a:lnTo>
                  <a:lnTo>
                    <a:pt x="1433584" y="1079113"/>
                  </a:lnTo>
                  <a:lnTo>
                    <a:pt x="1433929" y="1078960"/>
                  </a:lnTo>
                  <a:lnTo>
                    <a:pt x="1434274" y="1078807"/>
                  </a:lnTo>
                  <a:lnTo>
                    <a:pt x="1435826" y="1078118"/>
                  </a:lnTo>
                  <a:lnTo>
                    <a:pt x="1435998" y="1078041"/>
                  </a:lnTo>
                  <a:lnTo>
                    <a:pt x="1436860" y="1077659"/>
                  </a:lnTo>
                  <a:lnTo>
                    <a:pt x="1437377" y="1077429"/>
                  </a:lnTo>
                  <a:lnTo>
                    <a:pt x="1437895" y="1077200"/>
                  </a:lnTo>
                  <a:lnTo>
                    <a:pt x="1438584" y="1076894"/>
                  </a:lnTo>
                  <a:lnTo>
                    <a:pt x="1438929" y="1076741"/>
                  </a:lnTo>
                  <a:lnTo>
                    <a:pt x="1439791" y="1076358"/>
                  </a:lnTo>
                  <a:lnTo>
                    <a:pt x="1440308" y="1076128"/>
                  </a:lnTo>
                  <a:lnTo>
                    <a:pt x="1440653" y="1075975"/>
                  </a:lnTo>
                  <a:lnTo>
                    <a:pt x="1441515" y="1075593"/>
                  </a:lnTo>
                  <a:lnTo>
                    <a:pt x="1441860" y="1075440"/>
                  </a:lnTo>
                  <a:lnTo>
                    <a:pt x="1442550" y="1075133"/>
                  </a:lnTo>
                  <a:lnTo>
                    <a:pt x="1445136" y="1073985"/>
                  </a:lnTo>
                  <a:lnTo>
                    <a:pt x="1445653" y="1073756"/>
                  </a:lnTo>
                  <a:lnTo>
                    <a:pt x="1446515" y="1073373"/>
                  </a:lnTo>
                  <a:lnTo>
                    <a:pt x="1446860" y="1073220"/>
                  </a:lnTo>
                  <a:lnTo>
                    <a:pt x="1447894" y="1072761"/>
                  </a:lnTo>
                  <a:lnTo>
                    <a:pt x="1448067" y="1072684"/>
                  </a:lnTo>
                  <a:lnTo>
                    <a:pt x="1448756" y="1072378"/>
                  </a:lnTo>
                  <a:lnTo>
                    <a:pt x="1449963" y="1071842"/>
                  </a:lnTo>
                  <a:lnTo>
                    <a:pt x="1450825" y="1071459"/>
                  </a:lnTo>
                  <a:lnTo>
                    <a:pt x="1452549" y="1070694"/>
                  </a:lnTo>
                  <a:lnTo>
                    <a:pt x="1452722" y="1070617"/>
                  </a:lnTo>
                  <a:lnTo>
                    <a:pt x="1453067" y="1070464"/>
                  </a:lnTo>
                  <a:lnTo>
                    <a:pt x="1455308" y="1069469"/>
                  </a:lnTo>
                  <a:lnTo>
                    <a:pt x="1456687" y="1068856"/>
                  </a:lnTo>
                  <a:lnTo>
                    <a:pt x="1458067" y="1068243"/>
                  </a:lnTo>
                  <a:lnTo>
                    <a:pt x="1460308" y="1067248"/>
                  </a:lnTo>
                  <a:lnTo>
                    <a:pt x="1461170" y="1066865"/>
                  </a:lnTo>
                  <a:lnTo>
                    <a:pt x="1461515" y="1066712"/>
                  </a:lnTo>
                  <a:lnTo>
                    <a:pt x="1461687" y="1066635"/>
                  </a:lnTo>
                  <a:lnTo>
                    <a:pt x="1462722" y="1066176"/>
                  </a:lnTo>
                  <a:lnTo>
                    <a:pt x="1467032" y="1064261"/>
                  </a:lnTo>
                  <a:lnTo>
                    <a:pt x="1472032" y="1062040"/>
                  </a:lnTo>
                  <a:lnTo>
                    <a:pt x="1473411" y="1061427"/>
                  </a:lnTo>
                  <a:lnTo>
                    <a:pt x="1475652" y="1060431"/>
                  </a:lnTo>
                  <a:lnTo>
                    <a:pt x="1549788" y="1027444"/>
                  </a:lnTo>
                  <a:lnTo>
                    <a:pt x="1551685" y="1026600"/>
                  </a:lnTo>
                  <a:lnTo>
                    <a:pt x="1575477" y="1015996"/>
                  </a:lnTo>
                  <a:lnTo>
                    <a:pt x="1576339" y="1015611"/>
                  </a:lnTo>
                  <a:lnTo>
                    <a:pt x="1582891" y="1012690"/>
                  </a:lnTo>
                  <a:lnTo>
                    <a:pt x="1585477" y="1011536"/>
                  </a:lnTo>
                  <a:lnTo>
                    <a:pt x="1590305" y="1009383"/>
                  </a:lnTo>
                  <a:lnTo>
                    <a:pt x="1595305" y="1007153"/>
                  </a:lnTo>
                  <a:lnTo>
                    <a:pt x="1597373" y="1006230"/>
                  </a:lnTo>
                  <a:lnTo>
                    <a:pt x="1602891" y="1003768"/>
                  </a:lnTo>
                  <a:lnTo>
                    <a:pt x="1605994" y="1002383"/>
                  </a:lnTo>
                  <a:lnTo>
                    <a:pt x="1606339" y="1002229"/>
                  </a:lnTo>
                  <a:lnTo>
                    <a:pt x="1606684" y="1002075"/>
                  </a:lnTo>
                  <a:lnTo>
                    <a:pt x="1608235" y="1001383"/>
                  </a:lnTo>
                  <a:lnTo>
                    <a:pt x="1608408" y="1001306"/>
                  </a:lnTo>
                  <a:lnTo>
                    <a:pt x="1609270" y="1000921"/>
                  </a:lnTo>
                  <a:lnTo>
                    <a:pt x="1609787" y="1000690"/>
                  </a:lnTo>
                  <a:lnTo>
                    <a:pt x="1610304" y="1000459"/>
                  </a:lnTo>
                  <a:lnTo>
                    <a:pt x="1610994" y="1000151"/>
                  </a:lnTo>
                  <a:lnTo>
                    <a:pt x="1611339" y="999997"/>
                  </a:lnTo>
                  <a:lnTo>
                    <a:pt x="1612201" y="999612"/>
                  </a:lnTo>
                  <a:lnTo>
                    <a:pt x="1612718" y="999382"/>
                  </a:lnTo>
                  <a:lnTo>
                    <a:pt x="1613063" y="999228"/>
                  </a:lnTo>
                  <a:lnTo>
                    <a:pt x="1613925" y="998843"/>
                  </a:lnTo>
                  <a:lnTo>
                    <a:pt x="1614270" y="998689"/>
                  </a:lnTo>
                  <a:lnTo>
                    <a:pt x="1614959" y="998381"/>
                  </a:lnTo>
                  <a:lnTo>
                    <a:pt x="1617545" y="997226"/>
                  </a:lnTo>
                  <a:lnTo>
                    <a:pt x="1618063" y="996996"/>
                  </a:lnTo>
                  <a:lnTo>
                    <a:pt x="1618925" y="996611"/>
                  </a:lnTo>
                  <a:lnTo>
                    <a:pt x="1619269" y="996457"/>
                  </a:lnTo>
                  <a:lnTo>
                    <a:pt x="1620304" y="995995"/>
                  </a:lnTo>
                  <a:lnTo>
                    <a:pt x="1620476" y="995918"/>
                  </a:lnTo>
                  <a:lnTo>
                    <a:pt x="1621166" y="995610"/>
                  </a:lnTo>
                  <a:lnTo>
                    <a:pt x="1622373" y="995071"/>
                  </a:lnTo>
                  <a:lnTo>
                    <a:pt x="1623235" y="994686"/>
                  </a:lnTo>
                  <a:lnTo>
                    <a:pt x="1624959" y="993916"/>
                  </a:lnTo>
                  <a:lnTo>
                    <a:pt x="1625131" y="993839"/>
                  </a:lnTo>
                  <a:lnTo>
                    <a:pt x="1625476" y="993685"/>
                  </a:lnTo>
                  <a:lnTo>
                    <a:pt x="1627718" y="992684"/>
                  </a:lnTo>
                  <a:lnTo>
                    <a:pt x="1629097" y="992068"/>
                  </a:lnTo>
                  <a:lnTo>
                    <a:pt x="1630476" y="991452"/>
                  </a:lnTo>
                  <a:lnTo>
                    <a:pt x="1632717" y="990451"/>
                  </a:lnTo>
                  <a:lnTo>
                    <a:pt x="1633579" y="990066"/>
                  </a:lnTo>
                  <a:lnTo>
                    <a:pt x="1633924" y="989912"/>
                  </a:lnTo>
                  <a:lnTo>
                    <a:pt x="1634097" y="989835"/>
                  </a:lnTo>
                  <a:lnTo>
                    <a:pt x="1635131" y="989373"/>
                  </a:lnTo>
                  <a:lnTo>
                    <a:pt x="1639441" y="987447"/>
                  </a:lnTo>
                  <a:lnTo>
                    <a:pt x="1644441" y="985213"/>
                  </a:lnTo>
                  <a:lnTo>
                    <a:pt x="1645821" y="984597"/>
                  </a:lnTo>
                  <a:lnTo>
                    <a:pt x="1648062" y="983595"/>
                  </a:lnTo>
                  <a:lnTo>
                    <a:pt x="1722198" y="950423"/>
                  </a:lnTo>
                  <a:lnTo>
                    <a:pt x="1724094" y="949573"/>
                  </a:lnTo>
                  <a:lnTo>
                    <a:pt x="1747887" y="938910"/>
                  </a:lnTo>
                  <a:lnTo>
                    <a:pt x="1748749" y="938523"/>
                  </a:lnTo>
                  <a:lnTo>
                    <a:pt x="1755301" y="935585"/>
                  </a:lnTo>
                  <a:lnTo>
                    <a:pt x="1757887" y="934426"/>
                  </a:lnTo>
                  <a:lnTo>
                    <a:pt x="1762714" y="932260"/>
                  </a:lnTo>
                  <a:lnTo>
                    <a:pt x="1767714" y="930017"/>
                  </a:lnTo>
                  <a:lnTo>
                    <a:pt x="1769783" y="929089"/>
                  </a:lnTo>
                  <a:lnTo>
                    <a:pt x="1775300" y="926614"/>
                  </a:lnTo>
                  <a:lnTo>
                    <a:pt x="1778403" y="925221"/>
                  </a:lnTo>
                  <a:lnTo>
                    <a:pt x="1778748" y="925066"/>
                  </a:lnTo>
                  <a:lnTo>
                    <a:pt x="1779093" y="924911"/>
                  </a:lnTo>
                  <a:lnTo>
                    <a:pt x="1780645" y="924215"/>
                  </a:lnTo>
                  <a:lnTo>
                    <a:pt x="1780817" y="924138"/>
                  </a:lnTo>
                  <a:lnTo>
                    <a:pt x="1781679" y="923751"/>
                  </a:lnTo>
                  <a:lnTo>
                    <a:pt x="1782196" y="923519"/>
                  </a:lnTo>
                  <a:lnTo>
                    <a:pt x="1782714" y="923286"/>
                  </a:lnTo>
                  <a:lnTo>
                    <a:pt x="1783403" y="922977"/>
                  </a:lnTo>
                  <a:lnTo>
                    <a:pt x="1783748" y="922822"/>
                  </a:lnTo>
                  <a:lnTo>
                    <a:pt x="1784610" y="922435"/>
                  </a:lnTo>
                  <a:lnTo>
                    <a:pt x="1785127" y="922203"/>
                  </a:lnTo>
                  <a:lnTo>
                    <a:pt x="1785472" y="922048"/>
                  </a:lnTo>
                  <a:lnTo>
                    <a:pt x="1786334" y="921661"/>
                  </a:lnTo>
                  <a:lnTo>
                    <a:pt x="1786679" y="921506"/>
                  </a:lnTo>
                  <a:lnTo>
                    <a:pt x="1787369" y="921197"/>
                  </a:lnTo>
                  <a:lnTo>
                    <a:pt x="1789955" y="920036"/>
                  </a:lnTo>
                  <a:lnTo>
                    <a:pt x="1790472" y="919804"/>
                  </a:lnTo>
                  <a:lnTo>
                    <a:pt x="1791334" y="919417"/>
                  </a:lnTo>
                  <a:lnTo>
                    <a:pt x="1791679" y="919262"/>
                  </a:lnTo>
                  <a:lnTo>
                    <a:pt x="1792713" y="918797"/>
                  </a:lnTo>
                  <a:lnTo>
                    <a:pt x="1792886" y="918720"/>
                  </a:lnTo>
                  <a:lnTo>
                    <a:pt x="1793575" y="918410"/>
                  </a:lnTo>
                  <a:lnTo>
                    <a:pt x="1794782" y="917868"/>
                  </a:lnTo>
                  <a:lnTo>
                    <a:pt x="1795644" y="917481"/>
                  </a:lnTo>
                  <a:lnTo>
                    <a:pt x="1797368" y="916707"/>
                  </a:lnTo>
                  <a:lnTo>
                    <a:pt x="1797541" y="916630"/>
                  </a:lnTo>
                  <a:lnTo>
                    <a:pt x="1797886" y="916475"/>
                  </a:lnTo>
                  <a:lnTo>
                    <a:pt x="1800127" y="915468"/>
                  </a:lnTo>
                  <a:lnTo>
                    <a:pt x="1801506" y="914849"/>
                  </a:lnTo>
                  <a:lnTo>
                    <a:pt x="1802886" y="914229"/>
                  </a:lnTo>
                  <a:lnTo>
                    <a:pt x="1805127" y="913223"/>
                  </a:lnTo>
                  <a:lnTo>
                    <a:pt x="1805989" y="912836"/>
                  </a:lnTo>
                  <a:lnTo>
                    <a:pt x="1806334" y="912681"/>
                  </a:lnTo>
                  <a:lnTo>
                    <a:pt x="1806506" y="912603"/>
                  </a:lnTo>
                  <a:lnTo>
                    <a:pt x="1807541" y="912139"/>
                  </a:lnTo>
                  <a:lnTo>
                    <a:pt x="1811851" y="910202"/>
                  </a:lnTo>
                  <a:lnTo>
                    <a:pt x="1816851" y="907956"/>
                  </a:lnTo>
                  <a:lnTo>
                    <a:pt x="1818230" y="907336"/>
                  </a:lnTo>
                  <a:lnTo>
                    <a:pt x="1820471" y="906329"/>
                  </a:lnTo>
                  <a:lnTo>
                    <a:pt x="1894607" y="872975"/>
                  </a:lnTo>
                  <a:lnTo>
                    <a:pt x="1896504" y="872121"/>
                  </a:lnTo>
                  <a:lnTo>
                    <a:pt x="1920296" y="861399"/>
                  </a:lnTo>
                  <a:lnTo>
                    <a:pt x="1921158" y="861011"/>
                  </a:lnTo>
                  <a:lnTo>
                    <a:pt x="1927710" y="858057"/>
                  </a:lnTo>
                  <a:lnTo>
                    <a:pt x="1930296" y="856891"/>
                  </a:lnTo>
                  <a:lnTo>
                    <a:pt x="1935124" y="854714"/>
                  </a:lnTo>
                  <a:lnTo>
                    <a:pt x="1940124" y="852459"/>
                  </a:lnTo>
                  <a:lnTo>
                    <a:pt x="1942192" y="851526"/>
                  </a:lnTo>
                  <a:lnTo>
                    <a:pt x="1947710" y="849037"/>
                  </a:lnTo>
                  <a:lnTo>
                    <a:pt x="1950813" y="847637"/>
                  </a:lnTo>
                  <a:lnTo>
                    <a:pt x="1951158" y="847481"/>
                  </a:lnTo>
                  <a:lnTo>
                    <a:pt x="1951503" y="847326"/>
                  </a:lnTo>
                  <a:lnTo>
                    <a:pt x="1953054" y="846626"/>
                  </a:lnTo>
                  <a:lnTo>
                    <a:pt x="1953227" y="846548"/>
                  </a:lnTo>
                  <a:lnTo>
                    <a:pt x="1954089" y="846159"/>
                  </a:lnTo>
                  <a:lnTo>
                    <a:pt x="1954606" y="845926"/>
                  </a:lnTo>
                  <a:lnTo>
                    <a:pt x="1955123" y="845692"/>
                  </a:lnTo>
                  <a:lnTo>
                    <a:pt x="1955813" y="845381"/>
                  </a:lnTo>
                  <a:lnTo>
                    <a:pt x="1956158" y="845225"/>
                  </a:lnTo>
                  <a:lnTo>
                    <a:pt x="1957020" y="844836"/>
                  </a:lnTo>
                  <a:lnTo>
                    <a:pt x="1957537" y="844603"/>
                  </a:lnTo>
                  <a:lnTo>
                    <a:pt x="1957882" y="844447"/>
                  </a:lnTo>
                  <a:lnTo>
                    <a:pt x="1958744" y="844058"/>
                  </a:lnTo>
                  <a:lnTo>
                    <a:pt x="1959089" y="843903"/>
                  </a:lnTo>
                  <a:lnTo>
                    <a:pt x="1959778" y="843591"/>
                  </a:lnTo>
                  <a:lnTo>
                    <a:pt x="1962364" y="842424"/>
                  </a:lnTo>
                  <a:lnTo>
                    <a:pt x="1962882" y="842191"/>
                  </a:lnTo>
                  <a:lnTo>
                    <a:pt x="1963744" y="841802"/>
                  </a:lnTo>
                  <a:lnTo>
                    <a:pt x="1964088" y="841646"/>
                  </a:lnTo>
                  <a:lnTo>
                    <a:pt x="1965123" y="841179"/>
                  </a:lnTo>
                  <a:lnTo>
                    <a:pt x="1965295" y="841101"/>
                  </a:lnTo>
                  <a:lnTo>
                    <a:pt x="1965985" y="840790"/>
                  </a:lnTo>
                  <a:lnTo>
                    <a:pt x="1967192" y="840245"/>
                  </a:lnTo>
                  <a:lnTo>
                    <a:pt x="1968054" y="839856"/>
                  </a:lnTo>
                  <a:lnTo>
                    <a:pt x="1969778" y="839078"/>
                  </a:lnTo>
                  <a:lnTo>
                    <a:pt x="1969950" y="839000"/>
                  </a:lnTo>
                  <a:lnTo>
                    <a:pt x="1970295" y="838844"/>
                  </a:lnTo>
                  <a:lnTo>
                    <a:pt x="1972537" y="837832"/>
                  </a:lnTo>
                  <a:lnTo>
                    <a:pt x="1973916" y="837210"/>
                  </a:lnTo>
                  <a:lnTo>
                    <a:pt x="1975295" y="836587"/>
                  </a:lnTo>
                  <a:lnTo>
                    <a:pt x="1977536" y="835575"/>
                  </a:lnTo>
                  <a:lnTo>
                    <a:pt x="1978398" y="835186"/>
                  </a:lnTo>
                  <a:lnTo>
                    <a:pt x="1978743" y="835030"/>
                  </a:lnTo>
                  <a:lnTo>
                    <a:pt x="1978916" y="834952"/>
                  </a:lnTo>
                  <a:lnTo>
                    <a:pt x="1979950" y="834485"/>
                  </a:lnTo>
                  <a:lnTo>
                    <a:pt x="1984260" y="832538"/>
                  </a:lnTo>
                  <a:lnTo>
                    <a:pt x="1989260" y="830280"/>
                  </a:lnTo>
                  <a:lnTo>
                    <a:pt x="1990640" y="829657"/>
                  </a:lnTo>
                  <a:lnTo>
                    <a:pt x="1992881" y="828644"/>
                  </a:lnTo>
                  <a:lnTo>
                    <a:pt x="2067017" y="795116"/>
                  </a:lnTo>
                  <a:lnTo>
                    <a:pt x="2068913" y="794258"/>
                  </a:lnTo>
                  <a:lnTo>
                    <a:pt x="2092706" y="783482"/>
                  </a:lnTo>
                  <a:lnTo>
                    <a:pt x="2093568" y="783091"/>
                  </a:lnTo>
                  <a:lnTo>
                    <a:pt x="2100120" y="780122"/>
                  </a:lnTo>
                  <a:lnTo>
                    <a:pt x="2102706" y="778950"/>
                  </a:lnTo>
                  <a:lnTo>
                    <a:pt x="2107533" y="776762"/>
                  </a:lnTo>
                  <a:lnTo>
                    <a:pt x="2112533" y="774496"/>
                  </a:lnTo>
                  <a:lnTo>
                    <a:pt x="2114602" y="773558"/>
                  </a:lnTo>
                  <a:lnTo>
                    <a:pt x="2120119" y="771056"/>
                  </a:lnTo>
                  <a:lnTo>
                    <a:pt x="2123222" y="769649"/>
                  </a:lnTo>
                  <a:lnTo>
                    <a:pt x="2123567" y="769493"/>
                  </a:lnTo>
                  <a:lnTo>
                    <a:pt x="2123912" y="769337"/>
                  </a:lnTo>
                  <a:lnTo>
                    <a:pt x="2125464" y="768633"/>
                  </a:lnTo>
                  <a:lnTo>
                    <a:pt x="2125636" y="768555"/>
                  </a:lnTo>
                  <a:lnTo>
                    <a:pt x="2126498" y="768164"/>
                  </a:lnTo>
                  <a:lnTo>
                    <a:pt x="2127015" y="767929"/>
                  </a:lnTo>
                  <a:lnTo>
                    <a:pt x="2127533" y="767695"/>
                  </a:lnTo>
                  <a:lnTo>
                    <a:pt x="2128222" y="767382"/>
                  </a:lnTo>
                  <a:lnTo>
                    <a:pt x="2128567" y="767225"/>
                  </a:lnTo>
                  <a:lnTo>
                    <a:pt x="2129429" y="766834"/>
                  </a:lnTo>
                  <a:lnTo>
                    <a:pt x="2129946" y="766600"/>
                  </a:lnTo>
                  <a:lnTo>
                    <a:pt x="2130291" y="766443"/>
                  </a:lnTo>
                  <a:lnTo>
                    <a:pt x="2131153" y="766052"/>
                  </a:lnTo>
                  <a:lnTo>
                    <a:pt x="2131498" y="765896"/>
                  </a:lnTo>
                  <a:lnTo>
                    <a:pt x="2132188" y="765583"/>
                  </a:lnTo>
                  <a:lnTo>
                    <a:pt x="2134774" y="764410"/>
                  </a:lnTo>
                  <a:lnTo>
                    <a:pt x="2135291" y="764176"/>
                  </a:lnTo>
                  <a:lnTo>
                    <a:pt x="2136153" y="763785"/>
                  </a:lnTo>
                  <a:lnTo>
                    <a:pt x="2136498" y="763628"/>
                  </a:lnTo>
                  <a:lnTo>
                    <a:pt x="2137532" y="763159"/>
                  </a:lnTo>
                  <a:lnTo>
                    <a:pt x="2137705" y="763081"/>
                  </a:lnTo>
                  <a:lnTo>
                    <a:pt x="2138394" y="762768"/>
                  </a:lnTo>
                  <a:lnTo>
                    <a:pt x="2139601" y="762220"/>
                  </a:lnTo>
                  <a:lnTo>
                    <a:pt x="2140463" y="761829"/>
                  </a:lnTo>
                  <a:lnTo>
                    <a:pt x="2142187" y="761047"/>
                  </a:lnTo>
                  <a:lnTo>
                    <a:pt x="2142360" y="760969"/>
                  </a:lnTo>
                  <a:lnTo>
                    <a:pt x="2142705" y="760812"/>
                  </a:lnTo>
                  <a:lnTo>
                    <a:pt x="2144946" y="759795"/>
                  </a:lnTo>
                  <a:lnTo>
                    <a:pt x="2146325" y="759169"/>
                  </a:lnTo>
                  <a:lnTo>
                    <a:pt x="2147705" y="758544"/>
                  </a:lnTo>
                  <a:lnTo>
                    <a:pt x="2149946" y="757526"/>
                  </a:lnTo>
                  <a:lnTo>
                    <a:pt x="2150808" y="757135"/>
                  </a:lnTo>
                  <a:lnTo>
                    <a:pt x="2151153" y="756979"/>
                  </a:lnTo>
                  <a:lnTo>
                    <a:pt x="2151325" y="756901"/>
                  </a:lnTo>
                  <a:lnTo>
                    <a:pt x="2152360" y="756431"/>
                  </a:lnTo>
                  <a:lnTo>
                    <a:pt x="2156670" y="754475"/>
                  </a:lnTo>
                  <a:lnTo>
                    <a:pt x="2161670" y="752205"/>
                  </a:lnTo>
                  <a:lnTo>
                    <a:pt x="2163049" y="751579"/>
                  </a:lnTo>
                  <a:lnTo>
                    <a:pt x="2165290" y="750562"/>
                  </a:lnTo>
                  <a:lnTo>
                    <a:pt x="2239426" y="716870"/>
                  </a:lnTo>
                  <a:lnTo>
                    <a:pt x="2241323" y="716007"/>
                  </a:lnTo>
                  <a:lnTo>
                    <a:pt x="2265115" y="705179"/>
                  </a:lnTo>
                  <a:lnTo>
                    <a:pt x="2265977" y="704787"/>
                  </a:lnTo>
                  <a:lnTo>
                    <a:pt x="2272529" y="701804"/>
                  </a:lnTo>
                  <a:lnTo>
                    <a:pt x="2275115" y="700627"/>
                  </a:lnTo>
                  <a:lnTo>
                    <a:pt x="2279943" y="698428"/>
                  </a:lnTo>
                  <a:lnTo>
                    <a:pt x="2284943" y="696151"/>
                  </a:lnTo>
                  <a:lnTo>
                    <a:pt x="2287011" y="695209"/>
                  </a:lnTo>
                  <a:lnTo>
                    <a:pt x="2292529" y="692696"/>
                  </a:lnTo>
                  <a:lnTo>
                    <a:pt x="2295632" y="691282"/>
                  </a:lnTo>
                  <a:lnTo>
                    <a:pt x="2295977" y="691125"/>
                  </a:lnTo>
                  <a:lnTo>
                    <a:pt x="2296322" y="690968"/>
                  </a:lnTo>
                  <a:lnTo>
                    <a:pt x="2297873" y="690261"/>
                  </a:lnTo>
                  <a:lnTo>
                    <a:pt x="2298046" y="690182"/>
                  </a:lnTo>
                  <a:lnTo>
                    <a:pt x="2298908" y="689789"/>
                  </a:lnTo>
                  <a:lnTo>
                    <a:pt x="2299425" y="689554"/>
                  </a:lnTo>
                  <a:lnTo>
                    <a:pt x="2299942" y="689318"/>
                  </a:lnTo>
                  <a:lnTo>
                    <a:pt x="2300632" y="689004"/>
                  </a:lnTo>
                  <a:lnTo>
                    <a:pt x="2300977" y="688847"/>
                  </a:lnTo>
                  <a:lnTo>
                    <a:pt x="2301839" y="688454"/>
                  </a:lnTo>
                  <a:lnTo>
                    <a:pt x="2302356" y="688218"/>
                  </a:lnTo>
                  <a:lnTo>
                    <a:pt x="2302701" y="688061"/>
                  </a:lnTo>
                  <a:lnTo>
                    <a:pt x="2303563" y="687668"/>
                  </a:lnTo>
                  <a:lnTo>
                    <a:pt x="2303908" y="687511"/>
                  </a:lnTo>
                  <a:lnTo>
                    <a:pt x="2304597" y="687197"/>
                  </a:lnTo>
                  <a:lnTo>
                    <a:pt x="2307183" y="686018"/>
                  </a:lnTo>
                  <a:lnTo>
                    <a:pt x="2307701" y="685783"/>
                  </a:lnTo>
                  <a:lnTo>
                    <a:pt x="2308563" y="685390"/>
                  </a:lnTo>
                  <a:lnTo>
                    <a:pt x="2308907" y="685233"/>
                  </a:lnTo>
                  <a:lnTo>
                    <a:pt x="2309942" y="684761"/>
                  </a:lnTo>
                  <a:lnTo>
                    <a:pt x="2310114" y="684683"/>
                  </a:lnTo>
                  <a:lnTo>
                    <a:pt x="2310804" y="684368"/>
                  </a:lnTo>
                  <a:lnTo>
                    <a:pt x="2312011" y="683818"/>
                  </a:lnTo>
                  <a:lnTo>
                    <a:pt x="2312873" y="683425"/>
                  </a:lnTo>
                  <a:lnTo>
                    <a:pt x="2314597" y="682640"/>
                  </a:lnTo>
                  <a:lnTo>
                    <a:pt x="2314769" y="682561"/>
                  </a:lnTo>
                  <a:lnTo>
                    <a:pt x="2315114" y="682404"/>
                  </a:lnTo>
                  <a:lnTo>
                    <a:pt x="2317356" y="681382"/>
                  </a:lnTo>
                  <a:lnTo>
                    <a:pt x="2318735" y="680753"/>
                  </a:lnTo>
                  <a:lnTo>
                    <a:pt x="2320114" y="680125"/>
                  </a:lnTo>
                  <a:lnTo>
                    <a:pt x="2322355" y="679103"/>
                  </a:lnTo>
                  <a:lnTo>
                    <a:pt x="2323217" y="678710"/>
                  </a:lnTo>
                  <a:lnTo>
                    <a:pt x="2323562" y="678553"/>
                  </a:lnTo>
                  <a:lnTo>
                    <a:pt x="2323735" y="678474"/>
                  </a:lnTo>
                  <a:lnTo>
                    <a:pt x="2324769" y="678002"/>
                  </a:lnTo>
                  <a:lnTo>
                    <a:pt x="2329079" y="676037"/>
                  </a:lnTo>
                  <a:lnTo>
                    <a:pt x="2334079" y="673757"/>
                  </a:lnTo>
                  <a:lnTo>
                    <a:pt x="2335458" y="673128"/>
                  </a:lnTo>
                  <a:lnTo>
                    <a:pt x="2337700" y="672106"/>
                  </a:lnTo>
                  <a:lnTo>
                    <a:pt x="2411836" y="638263"/>
                  </a:lnTo>
                  <a:lnTo>
                    <a:pt x="2413732" y="637396"/>
                  </a:lnTo>
                  <a:lnTo>
                    <a:pt x="2437525" y="626521"/>
                  </a:lnTo>
                  <a:lnTo>
                    <a:pt x="2438387" y="626127"/>
                  </a:lnTo>
                  <a:lnTo>
                    <a:pt x="2444939" y="623131"/>
                  </a:lnTo>
                  <a:lnTo>
                    <a:pt x="2447525" y="621949"/>
                  </a:lnTo>
                  <a:lnTo>
                    <a:pt x="2452352" y="619741"/>
                  </a:lnTo>
                  <a:lnTo>
                    <a:pt x="2457352" y="617454"/>
                  </a:lnTo>
                  <a:lnTo>
                    <a:pt x="2459421" y="616508"/>
                  </a:lnTo>
                  <a:lnTo>
                    <a:pt x="2464938" y="613984"/>
                  </a:lnTo>
                  <a:lnTo>
                    <a:pt x="2468041" y="612564"/>
                  </a:lnTo>
                  <a:lnTo>
                    <a:pt x="2468386" y="612406"/>
                  </a:lnTo>
                  <a:lnTo>
                    <a:pt x="2468731" y="612248"/>
                  </a:lnTo>
                  <a:lnTo>
                    <a:pt x="2470283" y="611538"/>
                  </a:lnTo>
                  <a:lnTo>
                    <a:pt x="2470455" y="611459"/>
                  </a:lnTo>
                  <a:lnTo>
                    <a:pt x="2471317" y="611065"/>
                  </a:lnTo>
                  <a:lnTo>
                    <a:pt x="2471834" y="610828"/>
                  </a:lnTo>
                  <a:lnTo>
                    <a:pt x="2472352" y="610592"/>
                  </a:lnTo>
                  <a:lnTo>
                    <a:pt x="2473041" y="610276"/>
                  </a:lnTo>
                  <a:lnTo>
                    <a:pt x="2473386" y="610118"/>
                  </a:lnTo>
                  <a:lnTo>
                    <a:pt x="2474248" y="609724"/>
                  </a:lnTo>
                  <a:lnTo>
                    <a:pt x="2474765" y="609487"/>
                  </a:lnTo>
                  <a:lnTo>
                    <a:pt x="2475110" y="609329"/>
                  </a:lnTo>
                  <a:lnTo>
                    <a:pt x="2475972" y="608935"/>
                  </a:lnTo>
                  <a:lnTo>
                    <a:pt x="2476317" y="608777"/>
                  </a:lnTo>
                  <a:lnTo>
                    <a:pt x="2477007" y="608461"/>
                  </a:lnTo>
                  <a:lnTo>
                    <a:pt x="2479593" y="607278"/>
                  </a:lnTo>
                  <a:lnTo>
                    <a:pt x="2480110" y="607041"/>
                  </a:lnTo>
                  <a:lnTo>
                    <a:pt x="2480972" y="606647"/>
                  </a:lnTo>
                  <a:lnTo>
                    <a:pt x="2481317" y="606489"/>
                  </a:lnTo>
                  <a:lnTo>
                    <a:pt x="2482351" y="606015"/>
                  </a:lnTo>
                  <a:lnTo>
                    <a:pt x="2482524" y="605936"/>
                  </a:lnTo>
                  <a:lnTo>
                    <a:pt x="2483213" y="605621"/>
                  </a:lnTo>
                  <a:lnTo>
                    <a:pt x="2484420" y="605068"/>
                  </a:lnTo>
                  <a:lnTo>
                    <a:pt x="2485282" y="604674"/>
                  </a:lnTo>
                  <a:lnTo>
                    <a:pt x="2487006" y="603885"/>
                  </a:lnTo>
                  <a:lnTo>
                    <a:pt x="2487179" y="603806"/>
                  </a:lnTo>
                  <a:lnTo>
                    <a:pt x="2487524" y="603648"/>
                  </a:lnTo>
                  <a:lnTo>
                    <a:pt x="2489765" y="602622"/>
                  </a:lnTo>
                  <a:lnTo>
                    <a:pt x="2491144" y="601991"/>
                  </a:lnTo>
                  <a:lnTo>
                    <a:pt x="2492524" y="601359"/>
                  </a:lnTo>
                  <a:lnTo>
                    <a:pt x="2494765" y="600333"/>
                  </a:lnTo>
                  <a:lnTo>
                    <a:pt x="2495627" y="599938"/>
                  </a:lnTo>
                  <a:lnTo>
                    <a:pt x="2495972" y="599781"/>
                  </a:lnTo>
                  <a:lnTo>
                    <a:pt x="2496144" y="599702"/>
                  </a:lnTo>
                  <a:lnTo>
                    <a:pt x="2497179" y="599228"/>
                  </a:lnTo>
                  <a:lnTo>
                    <a:pt x="2501489" y="597254"/>
                  </a:lnTo>
                  <a:lnTo>
                    <a:pt x="2506489" y="594965"/>
                  </a:lnTo>
                  <a:lnTo>
                    <a:pt x="2507868" y="594333"/>
                  </a:lnTo>
                  <a:lnTo>
                    <a:pt x="2510109" y="593307"/>
                  </a:lnTo>
                  <a:lnTo>
                    <a:pt x="2584245" y="559325"/>
                  </a:lnTo>
                  <a:lnTo>
                    <a:pt x="2586142" y="558455"/>
                  </a:lnTo>
                  <a:lnTo>
                    <a:pt x="2609934" y="547537"/>
                  </a:lnTo>
                  <a:lnTo>
                    <a:pt x="2610796" y="547142"/>
                  </a:lnTo>
                  <a:lnTo>
                    <a:pt x="2617348" y="544134"/>
                  </a:lnTo>
                  <a:lnTo>
                    <a:pt x="2619934" y="542947"/>
                  </a:lnTo>
                  <a:lnTo>
                    <a:pt x="2624762" y="540731"/>
                  </a:lnTo>
                  <a:lnTo>
                    <a:pt x="2629762" y="538435"/>
                  </a:lnTo>
                  <a:lnTo>
                    <a:pt x="2631830" y="537485"/>
                  </a:lnTo>
                  <a:lnTo>
                    <a:pt x="2637348" y="534951"/>
                  </a:lnTo>
                  <a:lnTo>
                    <a:pt x="2640451" y="533526"/>
                  </a:lnTo>
                  <a:lnTo>
                    <a:pt x="2640796" y="533367"/>
                  </a:lnTo>
                  <a:lnTo>
                    <a:pt x="2641141" y="533209"/>
                  </a:lnTo>
                  <a:lnTo>
                    <a:pt x="2642692" y="532496"/>
                  </a:lnTo>
                  <a:lnTo>
                    <a:pt x="2642865" y="532417"/>
                  </a:lnTo>
                  <a:lnTo>
                    <a:pt x="2643727" y="532021"/>
                  </a:lnTo>
                  <a:lnTo>
                    <a:pt x="2644244" y="531784"/>
                  </a:lnTo>
                  <a:lnTo>
                    <a:pt x="2644761" y="531546"/>
                  </a:lnTo>
                  <a:lnTo>
                    <a:pt x="2645451" y="531229"/>
                  </a:lnTo>
                  <a:lnTo>
                    <a:pt x="2645796" y="531071"/>
                  </a:lnTo>
                  <a:lnTo>
                    <a:pt x="2646658" y="530675"/>
                  </a:lnTo>
                  <a:lnTo>
                    <a:pt x="2647175" y="530437"/>
                  </a:lnTo>
                  <a:lnTo>
                    <a:pt x="2647520" y="530279"/>
                  </a:lnTo>
                  <a:lnTo>
                    <a:pt x="2648382" y="529883"/>
                  </a:lnTo>
                  <a:lnTo>
                    <a:pt x="2648727" y="529724"/>
                  </a:lnTo>
                  <a:lnTo>
                    <a:pt x="2649416" y="529408"/>
                  </a:lnTo>
                  <a:lnTo>
                    <a:pt x="2652002" y="528220"/>
                  </a:lnTo>
                  <a:lnTo>
                    <a:pt x="2652520" y="527982"/>
                  </a:lnTo>
                  <a:lnTo>
                    <a:pt x="2653382" y="527586"/>
                  </a:lnTo>
                  <a:lnTo>
                    <a:pt x="2653726" y="527427"/>
                  </a:lnTo>
                  <a:lnTo>
                    <a:pt x="2654761" y="526952"/>
                  </a:lnTo>
                  <a:lnTo>
                    <a:pt x="2654933" y="526873"/>
                  </a:lnTo>
                  <a:lnTo>
                    <a:pt x="2655623" y="526556"/>
                  </a:lnTo>
                  <a:lnTo>
                    <a:pt x="2656830" y="526002"/>
                  </a:lnTo>
                  <a:lnTo>
                    <a:pt x="2657692" y="525606"/>
                  </a:lnTo>
                  <a:lnTo>
                    <a:pt x="2659416" y="524813"/>
                  </a:lnTo>
                  <a:lnTo>
                    <a:pt x="2659588" y="524734"/>
                  </a:lnTo>
                  <a:lnTo>
                    <a:pt x="2659933" y="524576"/>
                  </a:lnTo>
                  <a:lnTo>
                    <a:pt x="2662174" y="523546"/>
                  </a:lnTo>
                  <a:lnTo>
                    <a:pt x="2663554" y="522912"/>
                  </a:lnTo>
                  <a:lnTo>
                    <a:pt x="2664933" y="522278"/>
                  </a:lnTo>
                  <a:lnTo>
                    <a:pt x="2667174" y="521248"/>
                  </a:lnTo>
                  <a:lnTo>
                    <a:pt x="2668036" y="520852"/>
                  </a:lnTo>
                  <a:lnTo>
                    <a:pt x="2668381" y="520694"/>
                  </a:lnTo>
                  <a:lnTo>
                    <a:pt x="2668554" y="520614"/>
                  </a:lnTo>
                  <a:lnTo>
                    <a:pt x="2669588" y="520139"/>
                  </a:lnTo>
                  <a:lnTo>
                    <a:pt x="2673898" y="518158"/>
                  </a:lnTo>
                  <a:lnTo>
                    <a:pt x="2678898" y="515860"/>
                  </a:lnTo>
                  <a:lnTo>
                    <a:pt x="2680277" y="515226"/>
                  </a:lnTo>
                  <a:lnTo>
                    <a:pt x="2682519" y="514196"/>
                  </a:lnTo>
                  <a:lnTo>
                    <a:pt x="2756655" y="480089"/>
                  </a:lnTo>
                  <a:lnTo>
                    <a:pt x="2758551" y="479216"/>
                  </a:lnTo>
                  <a:lnTo>
                    <a:pt x="2782344" y="468260"/>
                  </a:lnTo>
                  <a:lnTo>
                    <a:pt x="2783206" y="467863"/>
                  </a:lnTo>
                  <a:lnTo>
                    <a:pt x="2789758" y="464845"/>
                  </a:lnTo>
                  <a:lnTo>
                    <a:pt x="2792344" y="463653"/>
                  </a:lnTo>
                  <a:lnTo>
                    <a:pt x="2797171" y="461429"/>
                  </a:lnTo>
                  <a:lnTo>
                    <a:pt x="2802171" y="459125"/>
                  </a:lnTo>
                  <a:lnTo>
                    <a:pt x="2804240" y="458172"/>
                  </a:lnTo>
                  <a:lnTo>
                    <a:pt x="2809757" y="455629"/>
                  </a:lnTo>
                  <a:lnTo>
                    <a:pt x="2812860" y="454199"/>
                  </a:lnTo>
                  <a:lnTo>
                    <a:pt x="2813205" y="454040"/>
                  </a:lnTo>
                  <a:lnTo>
                    <a:pt x="2813550" y="453881"/>
                  </a:lnTo>
                  <a:lnTo>
                    <a:pt x="2815102" y="453166"/>
                  </a:lnTo>
                  <a:lnTo>
                    <a:pt x="2815274" y="453087"/>
                  </a:lnTo>
                  <a:lnTo>
                    <a:pt x="2816136" y="452689"/>
                  </a:lnTo>
                  <a:lnTo>
                    <a:pt x="2816653" y="452451"/>
                  </a:lnTo>
                  <a:lnTo>
                    <a:pt x="2817171" y="452213"/>
                  </a:lnTo>
                  <a:lnTo>
                    <a:pt x="2817860" y="451895"/>
                  </a:lnTo>
                  <a:lnTo>
                    <a:pt x="2818205" y="451736"/>
                  </a:lnTo>
                  <a:lnTo>
                    <a:pt x="2819067" y="451338"/>
                  </a:lnTo>
                  <a:lnTo>
                    <a:pt x="2819584" y="451100"/>
                  </a:lnTo>
                  <a:lnTo>
                    <a:pt x="2819929" y="450941"/>
                  </a:lnTo>
                  <a:lnTo>
                    <a:pt x="2820791" y="450544"/>
                  </a:lnTo>
                  <a:lnTo>
                    <a:pt x="2821136" y="450385"/>
                  </a:lnTo>
                  <a:lnTo>
                    <a:pt x="2821826" y="450067"/>
                  </a:lnTo>
                  <a:lnTo>
                    <a:pt x="2824412" y="448875"/>
                  </a:lnTo>
                  <a:lnTo>
                    <a:pt x="2824929" y="448636"/>
                  </a:lnTo>
                  <a:lnTo>
                    <a:pt x="2825791" y="448239"/>
                  </a:lnTo>
                  <a:lnTo>
                    <a:pt x="2826136" y="448080"/>
                  </a:lnTo>
                  <a:lnTo>
                    <a:pt x="2827170" y="447603"/>
                  </a:lnTo>
                  <a:lnTo>
                    <a:pt x="2827343" y="447524"/>
                  </a:lnTo>
                  <a:lnTo>
                    <a:pt x="2828032" y="447206"/>
                  </a:lnTo>
                  <a:lnTo>
                    <a:pt x="2829239" y="446649"/>
                  </a:lnTo>
                  <a:lnTo>
                    <a:pt x="2830101" y="446252"/>
                  </a:lnTo>
                  <a:lnTo>
                    <a:pt x="2831825" y="445457"/>
                  </a:lnTo>
                  <a:lnTo>
                    <a:pt x="2831998" y="445378"/>
                  </a:lnTo>
                  <a:lnTo>
                    <a:pt x="2832343" y="445219"/>
                  </a:lnTo>
                  <a:lnTo>
                    <a:pt x="2834584" y="444185"/>
                  </a:lnTo>
                  <a:lnTo>
                    <a:pt x="2835963" y="443549"/>
                  </a:lnTo>
                  <a:lnTo>
                    <a:pt x="2837343" y="442913"/>
                  </a:lnTo>
                  <a:lnTo>
                    <a:pt x="2839584" y="441880"/>
                  </a:lnTo>
                  <a:lnTo>
                    <a:pt x="2840446" y="441482"/>
                  </a:lnTo>
                  <a:lnTo>
                    <a:pt x="2840791" y="441323"/>
                  </a:lnTo>
                  <a:lnTo>
                    <a:pt x="2840963" y="441244"/>
                  </a:lnTo>
                  <a:lnTo>
                    <a:pt x="2841998" y="440767"/>
                  </a:lnTo>
                  <a:lnTo>
                    <a:pt x="2846308" y="438779"/>
                  </a:lnTo>
                  <a:lnTo>
                    <a:pt x="2851308" y="436473"/>
                  </a:lnTo>
                  <a:lnTo>
                    <a:pt x="2852687" y="435837"/>
                  </a:lnTo>
                  <a:lnTo>
                    <a:pt x="2854928" y="434803"/>
                  </a:lnTo>
                  <a:lnTo>
                    <a:pt x="2929064" y="400586"/>
                  </a:lnTo>
                  <a:lnTo>
                    <a:pt x="2930961" y="399710"/>
                  </a:lnTo>
                  <a:lnTo>
                    <a:pt x="2954753" y="388719"/>
                  </a:lnTo>
                  <a:lnTo>
                    <a:pt x="2955615" y="388320"/>
                  </a:lnTo>
                  <a:lnTo>
                    <a:pt x="2962167" y="385293"/>
                  </a:lnTo>
                  <a:lnTo>
                    <a:pt x="2964753" y="384098"/>
                  </a:lnTo>
                  <a:lnTo>
                    <a:pt x="2969581" y="381867"/>
                  </a:lnTo>
                  <a:lnTo>
                    <a:pt x="2974580" y="379556"/>
                  </a:lnTo>
                  <a:lnTo>
                    <a:pt x="2976649" y="378600"/>
                  </a:lnTo>
                  <a:lnTo>
                    <a:pt x="2982167" y="376049"/>
                  </a:lnTo>
                  <a:lnTo>
                    <a:pt x="2985270" y="374615"/>
                  </a:lnTo>
                  <a:lnTo>
                    <a:pt x="2985615" y="374455"/>
                  </a:lnTo>
                  <a:lnTo>
                    <a:pt x="2985960" y="374296"/>
                  </a:lnTo>
                  <a:lnTo>
                    <a:pt x="2987511" y="373579"/>
                  </a:lnTo>
                  <a:lnTo>
                    <a:pt x="2987684" y="373499"/>
                  </a:lnTo>
                  <a:lnTo>
                    <a:pt x="2988546" y="373100"/>
                  </a:lnTo>
                  <a:lnTo>
                    <a:pt x="2989063" y="372861"/>
                  </a:lnTo>
                  <a:lnTo>
                    <a:pt x="2989580" y="372622"/>
                  </a:lnTo>
                  <a:lnTo>
                    <a:pt x="2990270" y="372303"/>
                  </a:lnTo>
                  <a:lnTo>
                    <a:pt x="2990615" y="372144"/>
                  </a:lnTo>
                  <a:lnTo>
                    <a:pt x="2991477" y="371745"/>
                  </a:lnTo>
                  <a:lnTo>
                    <a:pt x="2991994" y="371506"/>
                  </a:lnTo>
                  <a:lnTo>
                    <a:pt x="2992339" y="371347"/>
                  </a:lnTo>
                  <a:lnTo>
                    <a:pt x="2993201" y="370948"/>
                  </a:lnTo>
                  <a:lnTo>
                    <a:pt x="2993546" y="370789"/>
                  </a:lnTo>
                  <a:lnTo>
                    <a:pt x="2994235" y="370470"/>
                  </a:lnTo>
                  <a:lnTo>
                    <a:pt x="2996821" y="369274"/>
                  </a:lnTo>
                  <a:lnTo>
                    <a:pt x="2997339" y="369035"/>
                  </a:lnTo>
                  <a:lnTo>
                    <a:pt x="2998201" y="368636"/>
                  </a:lnTo>
                  <a:lnTo>
                    <a:pt x="2998545" y="368477"/>
                  </a:lnTo>
                  <a:lnTo>
                    <a:pt x="2999580" y="367999"/>
                  </a:lnTo>
                  <a:lnTo>
                    <a:pt x="2999752" y="367919"/>
                  </a:lnTo>
                  <a:lnTo>
                    <a:pt x="3000442" y="367600"/>
                  </a:lnTo>
                  <a:lnTo>
                    <a:pt x="3001649" y="367042"/>
                  </a:lnTo>
                  <a:lnTo>
                    <a:pt x="3002511" y="366643"/>
                  </a:lnTo>
                  <a:lnTo>
                    <a:pt x="3004235" y="365846"/>
                  </a:lnTo>
                  <a:lnTo>
                    <a:pt x="3004407" y="365766"/>
                  </a:lnTo>
                  <a:lnTo>
                    <a:pt x="3004752" y="365607"/>
                  </a:lnTo>
                  <a:lnTo>
                    <a:pt x="3006993" y="364570"/>
                  </a:lnTo>
                  <a:lnTo>
                    <a:pt x="3008373" y="363932"/>
                  </a:lnTo>
                  <a:lnTo>
                    <a:pt x="3009752" y="363294"/>
                  </a:lnTo>
                  <a:lnTo>
                    <a:pt x="3011993" y="362258"/>
                  </a:lnTo>
                  <a:lnTo>
                    <a:pt x="3012855" y="361859"/>
                  </a:lnTo>
                  <a:lnTo>
                    <a:pt x="3013200" y="361700"/>
                  </a:lnTo>
                  <a:lnTo>
                    <a:pt x="3013373" y="361620"/>
                  </a:lnTo>
                  <a:lnTo>
                    <a:pt x="3014407" y="361142"/>
                  </a:lnTo>
                  <a:lnTo>
                    <a:pt x="3018717" y="359148"/>
                  </a:lnTo>
                  <a:lnTo>
                    <a:pt x="3023717" y="356835"/>
                  </a:lnTo>
                  <a:lnTo>
                    <a:pt x="3025096" y="356197"/>
                  </a:lnTo>
                  <a:lnTo>
                    <a:pt x="3027338" y="355160"/>
                  </a:lnTo>
                  <a:lnTo>
                    <a:pt x="3101474" y="320844"/>
                  </a:lnTo>
                  <a:lnTo>
                    <a:pt x="3103370" y="319965"/>
                  </a:lnTo>
                  <a:lnTo>
                    <a:pt x="3127163" y="308944"/>
                  </a:lnTo>
                  <a:lnTo>
                    <a:pt x="3128025" y="308544"/>
                  </a:lnTo>
                  <a:lnTo>
                    <a:pt x="3134577" y="305508"/>
                  </a:lnTo>
                  <a:lnTo>
                    <a:pt x="3137163" y="304310"/>
                  </a:lnTo>
                  <a:lnTo>
                    <a:pt x="3141990" y="302073"/>
                  </a:lnTo>
                  <a:lnTo>
                    <a:pt x="3146990" y="299756"/>
                  </a:lnTo>
                  <a:lnTo>
                    <a:pt x="3149059" y="298797"/>
                  </a:lnTo>
                  <a:lnTo>
                    <a:pt x="3154576" y="296240"/>
                  </a:lnTo>
                  <a:lnTo>
                    <a:pt x="3157679" y="294801"/>
                  </a:lnTo>
                  <a:lnTo>
                    <a:pt x="3158024" y="294641"/>
                  </a:lnTo>
                  <a:lnTo>
                    <a:pt x="3158369" y="294481"/>
                  </a:lnTo>
                  <a:lnTo>
                    <a:pt x="3159921" y="293762"/>
                  </a:lnTo>
                  <a:lnTo>
                    <a:pt x="3160093" y="293682"/>
                  </a:lnTo>
                  <a:lnTo>
                    <a:pt x="3160955" y="293283"/>
                  </a:lnTo>
                  <a:lnTo>
                    <a:pt x="3161472" y="293043"/>
                  </a:lnTo>
                  <a:lnTo>
                    <a:pt x="3161990" y="292803"/>
                  </a:lnTo>
                  <a:lnTo>
                    <a:pt x="3162679" y="292483"/>
                  </a:lnTo>
                  <a:lnTo>
                    <a:pt x="3163024" y="292323"/>
                  </a:lnTo>
                  <a:lnTo>
                    <a:pt x="3163886" y="291924"/>
                  </a:lnTo>
                  <a:lnTo>
                    <a:pt x="3164403" y="291684"/>
                  </a:lnTo>
                  <a:lnTo>
                    <a:pt x="3164748" y="291524"/>
                  </a:lnTo>
                  <a:lnTo>
                    <a:pt x="3165610" y="291125"/>
                  </a:lnTo>
                  <a:lnTo>
                    <a:pt x="3165955" y="290965"/>
                  </a:lnTo>
                  <a:lnTo>
                    <a:pt x="3166645" y="290645"/>
                  </a:lnTo>
                  <a:lnTo>
                    <a:pt x="3169231" y="289446"/>
                  </a:lnTo>
                  <a:lnTo>
                    <a:pt x="3169748" y="289206"/>
                  </a:lnTo>
                  <a:lnTo>
                    <a:pt x="3170610" y="288807"/>
                  </a:lnTo>
                  <a:lnTo>
                    <a:pt x="3170955" y="288647"/>
                  </a:lnTo>
                  <a:lnTo>
                    <a:pt x="3171989" y="288167"/>
                  </a:lnTo>
                  <a:lnTo>
                    <a:pt x="3172162" y="288087"/>
                  </a:lnTo>
                  <a:lnTo>
                    <a:pt x="3172851" y="287767"/>
                  </a:lnTo>
                  <a:lnTo>
                    <a:pt x="3174058" y="287208"/>
                  </a:lnTo>
                  <a:lnTo>
                    <a:pt x="3174920" y="286808"/>
                  </a:lnTo>
                  <a:lnTo>
                    <a:pt x="3176644" y="286009"/>
                  </a:lnTo>
                  <a:lnTo>
                    <a:pt x="3176817" y="285929"/>
                  </a:lnTo>
                  <a:lnTo>
                    <a:pt x="3177162" y="285769"/>
                  </a:lnTo>
                  <a:lnTo>
                    <a:pt x="3179403" y="284730"/>
                  </a:lnTo>
                  <a:lnTo>
                    <a:pt x="3180782" y="284090"/>
                  </a:lnTo>
                  <a:lnTo>
                    <a:pt x="3182162" y="283450"/>
                  </a:lnTo>
                  <a:lnTo>
                    <a:pt x="3184403" y="282411"/>
                  </a:lnTo>
                  <a:lnTo>
                    <a:pt x="3185265" y="282011"/>
                  </a:lnTo>
                  <a:lnTo>
                    <a:pt x="3185610" y="281851"/>
                  </a:lnTo>
                  <a:lnTo>
                    <a:pt x="3185782" y="281772"/>
                  </a:lnTo>
                  <a:lnTo>
                    <a:pt x="3186817" y="281292"/>
                  </a:lnTo>
                  <a:lnTo>
                    <a:pt x="3191127" y="279293"/>
                  </a:lnTo>
                  <a:lnTo>
                    <a:pt x="3196127" y="276974"/>
                  </a:lnTo>
                  <a:lnTo>
                    <a:pt x="3197506" y="276334"/>
                  </a:lnTo>
                  <a:lnTo>
                    <a:pt x="3199747" y="275295"/>
                  </a:lnTo>
                  <a:lnTo>
                    <a:pt x="3273883" y="240891"/>
                  </a:lnTo>
                  <a:lnTo>
                    <a:pt x="3275780" y="240010"/>
                  </a:lnTo>
                  <a:lnTo>
                    <a:pt x="3299572" y="228961"/>
                  </a:lnTo>
                  <a:lnTo>
                    <a:pt x="3300434" y="228561"/>
                  </a:lnTo>
                  <a:lnTo>
                    <a:pt x="3306986" y="225518"/>
                  </a:lnTo>
                  <a:lnTo>
                    <a:pt x="3309572" y="224316"/>
                  </a:lnTo>
                  <a:lnTo>
                    <a:pt x="3314400" y="222074"/>
                  </a:lnTo>
                  <a:lnTo>
                    <a:pt x="3319399" y="219751"/>
                  </a:lnTo>
                  <a:lnTo>
                    <a:pt x="3321468" y="218790"/>
                  </a:lnTo>
                  <a:lnTo>
                    <a:pt x="3326985" y="216227"/>
                  </a:lnTo>
                  <a:lnTo>
                    <a:pt x="3330089" y="214785"/>
                  </a:lnTo>
                  <a:lnTo>
                    <a:pt x="3330434" y="214624"/>
                  </a:lnTo>
                  <a:lnTo>
                    <a:pt x="3330779" y="214464"/>
                  </a:lnTo>
                  <a:lnTo>
                    <a:pt x="3332330" y="213743"/>
                  </a:lnTo>
                  <a:lnTo>
                    <a:pt x="3332503" y="213663"/>
                  </a:lnTo>
                  <a:lnTo>
                    <a:pt x="3333365" y="213263"/>
                  </a:lnTo>
                  <a:lnTo>
                    <a:pt x="3333882" y="213022"/>
                  </a:lnTo>
                  <a:lnTo>
                    <a:pt x="3334399" y="212782"/>
                  </a:lnTo>
                  <a:lnTo>
                    <a:pt x="3335089" y="212461"/>
                  </a:lnTo>
                  <a:lnTo>
                    <a:pt x="3335434" y="212301"/>
                  </a:lnTo>
                  <a:lnTo>
                    <a:pt x="3336296" y="211901"/>
                  </a:lnTo>
                  <a:lnTo>
                    <a:pt x="3336813" y="211660"/>
                  </a:lnTo>
                  <a:lnTo>
                    <a:pt x="3337158" y="211500"/>
                  </a:lnTo>
                  <a:lnTo>
                    <a:pt x="3338020" y="211099"/>
                  </a:lnTo>
                  <a:lnTo>
                    <a:pt x="3338365" y="210939"/>
                  </a:lnTo>
                  <a:lnTo>
                    <a:pt x="3339054" y="210619"/>
                  </a:lnTo>
                  <a:lnTo>
                    <a:pt x="3341640" y="209417"/>
                  </a:lnTo>
                  <a:lnTo>
                    <a:pt x="3342158" y="209177"/>
                  </a:lnTo>
                  <a:lnTo>
                    <a:pt x="3343020" y="208776"/>
                  </a:lnTo>
                  <a:lnTo>
                    <a:pt x="3343364" y="208616"/>
                  </a:lnTo>
                  <a:lnTo>
                    <a:pt x="3344399" y="208135"/>
                  </a:lnTo>
                  <a:lnTo>
                    <a:pt x="3344571" y="208055"/>
                  </a:lnTo>
                  <a:lnTo>
                    <a:pt x="3345261" y="207734"/>
                  </a:lnTo>
                  <a:lnTo>
                    <a:pt x="3346468" y="207173"/>
                  </a:lnTo>
                  <a:lnTo>
                    <a:pt x="3347330" y="206773"/>
                  </a:lnTo>
                  <a:lnTo>
                    <a:pt x="3349054" y="205971"/>
                  </a:lnTo>
                  <a:lnTo>
                    <a:pt x="3349226" y="205891"/>
                  </a:lnTo>
                  <a:lnTo>
                    <a:pt x="3349571" y="205731"/>
                  </a:lnTo>
                  <a:lnTo>
                    <a:pt x="3351812" y="204689"/>
                  </a:lnTo>
                  <a:lnTo>
                    <a:pt x="3353192" y="204048"/>
                  </a:lnTo>
                  <a:lnTo>
                    <a:pt x="3354571" y="203407"/>
                  </a:lnTo>
                  <a:lnTo>
                    <a:pt x="3356812" y="202366"/>
                  </a:lnTo>
                  <a:lnTo>
                    <a:pt x="3357674" y="201965"/>
                  </a:lnTo>
                  <a:lnTo>
                    <a:pt x="3358019" y="201805"/>
                  </a:lnTo>
                  <a:lnTo>
                    <a:pt x="3358192" y="201724"/>
                  </a:lnTo>
                  <a:lnTo>
                    <a:pt x="3359226" y="201244"/>
                  </a:lnTo>
                  <a:lnTo>
                    <a:pt x="3363536" y="199240"/>
                  </a:lnTo>
                  <a:lnTo>
                    <a:pt x="3368536" y="196916"/>
                  </a:lnTo>
                  <a:lnTo>
                    <a:pt x="3369915" y="196275"/>
                  </a:lnTo>
                  <a:lnTo>
                    <a:pt x="3372157" y="195233"/>
                  </a:lnTo>
                  <a:lnTo>
                    <a:pt x="3446293" y="160751"/>
                  </a:lnTo>
                  <a:lnTo>
                    <a:pt x="3448189" y="159869"/>
                  </a:lnTo>
                  <a:lnTo>
                    <a:pt x="3471982" y="148796"/>
                  </a:lnTo>
                  <a:lnTo>
                    <a:pt x="3472844" y="148395"/>
                  </a:lnTo>
                  <a:lnTo>
                    <a:pt x="3479395" y="145345"/>
                  </a:lnTo>
                  <a:lnTo>
                    <a:pt x="3481982" y="144141"/>
                  </a:lnTo>
                  <a:lnTo>
                    <a:pt x="3486809" y="141894"/>
                  </a:lnTo>
                  <a:lnTo>
                    <a:pt x="3491809" y="139566"/>
                  </a:lnTo>
                  <a:lnTo>
                    <a:pt x="3493878" y="138603"/>
                  </a:lnTo>
                  <a:lnTo>
                    <a:pt x="3499395" y="136034"/>
                  </a:lnTo>
                  <a:lnTo>
                    <a:pt x="3502498" y="134589"/>
                  </a:lnTo>
                  <a:lnTo>
                    <a:pt x="3502843" y="134429"/>
                  </a:lnTo>
                  <a:lnTo>
                    <a:pt x="3503188" y="134268"/>
                  </a:lnTo>
                  <a:lnTo>
                    <a:pt x="3504740" y="133546"/>
                  </a:lnTo>
                  <a:lnTo>
                    <a:pt x="3504912" y="133465"/>
                  </a:lnTo>
                  <a:lnTo>
                    <a:pt x="3505774" y="133064"/>
                  </a:lnTo>
                  <a:lnTo>
                    <a:pt x="3506291" y="132823"/>
                  </a:lnTo>
                  <a:lnTo>
                    <a:pt x="3506809" y="132582"/>
                  </a:lnTo>
                  <a:lnTo>
                    <a:pt x="3507498" y="132261"/>
                  </a:lnTo>
                  <a:lnTo>
                    <a:pt x="3507843" y="132101"/>
                  </a:lnTo>
                  <a:lnTo>
                    <a:pt x="3508705" y="131699"/>
                  </a:lnTo>
                  <a:lnTo>
                    <a:pt x="3509222" y="131458"/>
                  </a:lnTo>
                  <a:lnTo>
                    <a:pt x="3509567" y="131298"/>
                  </a:lnTo>
                  <a:lnTo>
                    <a:pt x="3510429" y="130896"/>
                  </a:lnTo>
                  <a:lnTo>
                    <a:pt x="3510774" y="130736"/>
                  </a:lnTo>
                  <a:lnTo>
                    <a:pt x="3511464" y="130415"/>
                  </a:lnTo>
                  <a:lnTo>
                    <a:pt x="3514050" y="129210"/>
                  </a:lnTo>
                  <a:lnTo>
                    <a:pt x="3514567" y="128970"/>
                  </a:lnTo>
                  <a:lnTo>
                    <a:pt x="3515429" y="128568"/>
                  </a:lnTo>
                  <a:lnTo>
                    <a:pt x="3515774" y="128408"/>
                  </a:lnTo>
                  <a:lnTo>
                    <a:pt x="3516808" y="127926"/>
                  </a:lnTo>
                  <a:lnTo>
                    <a:pt x="3516981" y="127846"/>
                  </a:lnTo>
                  <a:lnTo>
                    <a:pt x="3517670" y="127524"/>
                  </a:lnTo>
                  <a:lnTo>
                    <a:pt x="3518877" y="126962"/>
                  </a:lnTo>
                  <a:lnTo>
                    <a:pt x="3519739" y="126561"/>
                  </a:lnTo>
                  <a:lnTo>
                    <a:pt x="3521463" y="125758"/>
                  </a:lnTo>
                  <a:lnTo>
                    <a:pt x="3521636" y="125678"/>
                  </a:lnTo>
                  <a:lnTo>
                    <a:pt x="3521981" y="125517"/>
                  </a:lnTo>
                  <a:lnTo>
                    <a:pt x="3524222" y="124473"/>
                  </a:lnTo>
                  <a:lnTo>
                    <a:pt x="3525601" y="123831"/>
                  </a:lnTo>
                  <a:lnTo>
                    <a:pt x="3526981" y="123188"/>
                  </a:lnTo>
                  <a:lnTo>
                    <a:pt x="3529222" y="122145"/>
                  </a:lnTo>
                  <a:lnTo>
                    <a:pt x="3530084" y="121743"/>
                  </a:lnTo>
                  <a:lnTo>
                    <a:pt x="3530429" y="121582"/>
                  </a:lnTo>
                  <a:lnTo>
                    <a:pt x="3530601" y="121502"/>
                  </a:lnTo>
                  <a:lnTo>
                    <a:pt x="3531636" y="121020"/>
                  </a:lnTo>
                  <a:lnTo>
                    <a:pt x="3535946" y="119013"/>
                  </a:lnTo>
                  <a:lnTo>
                    <a:pt x="3540946" y="116684"/>
                  </a:lnTo>
                  <a:lnTo>
                    <a:pt x="3542325" y="116041"/>
                  </a:lnTo>
                  <a:lnTo>
                    <a:pt x="3544566" y="114997"/>
                  </a:lnTo>
                  <a:lnTo>
                    <a:pt x="3618702" y="80448"/>
                  </a:lnTo>
                  <a:lnTo>
                    <a:pt x="3620599" y="79564"/>
                  </a:lnTo>
                  <a:lnTo>
                    <a:pt x="3644391" y="68470"/>
                  </a:lnTo>
                  <a:lnTo>
                    <a:pt x="3645253" y="68068"/>
                  </a:lnTo>
                  <a:lnTo>
                    <a:pt x="3651805" y="65012"/>
                  </a:lnTo>
                  <a:lnTo>
                    <a:pt x="3654391" y="63806"/>
                  </a:lnTo>
                  <a:lnTo>
                    <a:pt x="3659219" y="61555"/>
                  </a:lnTo>
                  <a:lnTo>
                    <a:pt x="3664218" y="59223"/>
                  </a:lnTo>
                  <a:lnTo>
                    <a:pt x="3666287" y="58258"/>
                  </a:lnTo>
                  <a:lnTo>
                    <a:pt x="3671804" y="55684"/>
                  </a:lnTo>
                  <a:lnTo>
                    <a:pt x="3674908" y="54237"/>
                  </a:lnTo>
                  <a:lnTo>
                    <a:pt x="3675253" y="54076"/>
                  </a:lnTo>
                  <a:lnTo>
                    <a:pt x="3675597" y="53915"/>
                  </a:lnTo>
                  <a:lnTo>
                    <a:pt x="3677149" y="53191"/>
                  </a:lnTo>
                  <a:lnTo>
                    <a:pt x="3677322" y="53111"/>
                  </a:lnTo>
                  <a:lnTo>
                    <a:pt x="3678184" y="52709"/>
                  </a:lnTo>
                  <a:lnTo>
                    <a:pt x="3678701" y="52467"/>
                  </a:lnTo>
                  <a:lnTo>
                    <a:pt x="3679218" y="52226"/>
                  </a:lnTo>
                  <a:lnTo>
                    <a:pt x="3679908" y="51904"/>
                  </a:lnTo>
                  <a:lnTo>
                    <a:pt x="3680253" y="51743"/>
                  </a:lnTo>
                  <a:lnTo>
                    <a:pt x="3681115" y="51341"/>
                  </a:lnTo>
                  <a:lnTo>
                    <a:pt x="3681632" y="51100"/>
                  </a:lnTo>
                  <a:lnTo>
                    <a:pt x="3681977" y="50939"/>
                  </a:lnTo>
                  <a:lnTo>
                    <a:pt x="3682839" y="50537"/>
                  </a:lnTo>
                  <a:lnTo>
                    <a:pt x="3683184" y="50376"/>
                  </a:lnTo>
                  <a:lnTo>
                    <a:pt x="3683873" y="50054"/>
                  </a:lnTo>
                  <a:lnTo>
                    <a:pt x="3686459" y="48848"/>
                  </a:lnTo>
                  <a:lnTo>
                    <a:pt x="3686977" y="48607"/>
                  </a:lnTo>
                  <a:lnTo>
                    <a:pt x="3687839" y="48204"/>
                  </a:lnTo>
                  <a:lnTo>
                    <a:pt x="3688183" y="48043"/>
                  </a:lnTo>
                  <a:lnTo>
                    <a:pt x="3689218" y="47561"/>
                  </a:lnTo>
                  <a:lnTo>
                    <a:pt x="3689390" y="47480"/>
                  </a:lnTo>
                  <a:lnTo>
                    <a:pt x="3690080" y="47159"/>
                  </a:lnTo>
                  <a:lnTo>
                    <a:pt x="3691287" y="46596"/>
                  </a:lnTo>
                  <a:lnTo>
                    <a:pt x="3692149" y="46193"/>
                  </a:lnTo>
                  <a:lnTo>
                    <a:pt x="3693873" y="45389"/>
                  </a:lnTo>
                  <a:lnTo>
                    <a:pt x="3694045" y="45309"/>
                  </a:lnTo>
                  <a:lnTo>
                    <a:pt x="3694390" y="45148"/>
                  </a:lnTo>
                  <a:lnTo>
                    <a:pt x="3696631" y="44102"/>
                  </a:lnTo>
                  <a:lnTo>
                    <a:pt x="3698011" y="43458"/>
                  </a:lnTo>
                  <a:lnTo>
                    <a:pt x="3699390" y="42815"/>
                  </a:lnTo>
                  <a:lnTo>
                    <a:pt x="3701631" y="41769"/>
                  </a:lnTo>
                  <a:lnTo>
                    <a:pt x="3702493" y="41367"/>
                  </a:lnTo>
                  <a:lnTo>
                    <a:pt x="3702838" y="41206"/>
                  </a:lnTo>
                  <a:lnTo>
                    <a:pt x="3703011" y="41125"/>
                  </a:lnTo>
                  <a:lnTo>
                    <a:pt x="3704045" y="40643"/>
                  </a:lnTo>
                  <a:lnTo>
                    <a:pt x="3708355" y="38632"/>
                  </a:lnTo>
                  <a:lnTo>
                    <a:pt x="3713355" y="36298"/>
                  </a:lnTo>
                  <a:lnTo>
                    <a:pt x="3714734" y="35655"/>
                  </a:lnTo>
                  <a:lnTo>
                    <a:pt x="3716976" y="34609"/>
                  </a:lnTo>
                  <a:lnTo>
                    <a:pt x="3791112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" name="pl11"/>
            <p:cNvSpPr/>
            <p:nvPr/>
          </p:nvSpPr>
          <p:spPr>
            <a:xfrm>
              <a:off x="3553336" y="3048841"/>
              <a:ext cx="3791112" cy="1670069"/>
            </a:xfrm>
            <a:custGeom>
              <a:avLst/>
              <a:pathLst>
                <a:path w="3791112" h="1670069">
                  <a:moveTo>
                    <a:pt x="3791112" y="0"/>
                  </a:moveTo>
                  <a:lnTo>
                    <a:pt x="3716976" y="31333"/>
                  </a:lnTo>
                  <a:lnTo>
                    <a:pt x="3714734" y="32281"/>
                  </a:lnTo>
                  <a:lnTo>
                    <a:pt x="3713355" y="32864"/>
                  </a:lnTo>
                  <a:lnTo>
                    <a:pt x="3708355" y="34978"/>
                  </a:lnTo>
                  <a:lnTo>
                    <a:pt x="3704045" y="36801"/>
                  </a:lnTo>
                  <a:lnTo>
                    <a:pt x="3703011" y="37238"/>
                  </a:lnTo>
                  <a:lnTo>
                    <a:pt x="3702838" y="37311"/>
                  </a:lnTo>
                  <a:lnTo>
                    <a:pt x="3702493" y="37457"/>
                  </a:lnTo>
                  <a:lnTo>
                    <a:pt x="3701631" y="37821"/>
                  </a:lnTo>
                  <a:lnTo>
                    <a:pt x="3699390" y="38769"/>
                  </a:lnTo>
                  <a:lnTo>
                    <a:pt x="3698011" y="39352"/>
                  </a:lnTo>
                  <a:lnTo>
                    <a:pt x="3696631" y="39936"/>
                  </a:lnTo>
                  <a:lnTo>
                    <a:pt x="3694390" y="40884"/>
                  </a:lnTo>
                  <a:lnTo>
                    <a:pt x="3694045" y="41029"/>
                  </a:lnTo>
                  <a:lnTo>
                    <a:pt x="3693873" y="41102"/>
                  </a:lnTo>
                  <a:lnTo>
                    <a:pt x="3692149" y="41832"/>
                  </a:lnTo>
                  <a:lnTo>
                    <a:pt x="3691287" y="42196"/>
                  </a:lnTo>
                  <a:lnTo>
                    <a:pt x="3690080" y="42707"/>
                  </a:lnTo>
                  <a:lnTo>
                    <a:pt x="3689390" y="42998"/>
                  </a:lnTo>
                  <a:lnTo>
                    <a:pt x="3689218" y="43071"/>
                  </a:lnTo>
                  <a:lnTo>
                    <a:pt x="3688183" y="43509"/>
                  </a:lnTo>
                  <a:lnTo>
                    <a:pt x="3687839" y="43655"/>
                  </a:lnTo>
                  <a:lnTo>
                    <a:pt x="3686977" y="44019"/>
                  </a:lnTo>
                  <a:lnTo>
                    <a:pt x="3686459" y="44238"/>
                  </a:lnTo>
                  <a:lnTo>
                    <a:pt x="3683873" y="45332"/>
                  </a:lnTo>
                  <a:lnTo>
                    <a:pt x="3683184" y="45623"/>
                  </a:lnTo>
                  <a:lnTo>
                    <a:pt x="3682839" y="45769"/>
                  </a:lnTo>
                  <a:lnTo>
                    <a:pt x="3681977" y="46134"/>
                  </a:lnTo>
                  <a:lnTo>
                    <a:pt x="3681632" y="46280"/>
                  </a:lnTo>
                  <a:lnTo>
                    <a:pt x="3681115" y="46498"/>
                  </a:lnTo>
                  <a:lnTo>
                    <a:pt x="3680253" y="46863"/>
                  </a:lnTo>
                  <a:lnTo>
                    <a:pt x="3679908" y="47009"/>
                  </a:lnTo>
                  <a:lnTo>
                    <a:pt x="3679218" y="47301"/>
                  </a:lnTo>
                  <a:lnTo>
                    <a:pt x="3678701" y="47519"/>
                  </a:lnTo>
                  <a:lnTo>
                    <a:pt x="3678184" y="47738"/>
                  </a:lnTo>
                  <a:lnTo>
                    <a:pt x="3677322" y="48103"/>
                  </a:lnTo>
                  <a:lnTo>
                    <a:pt x="3677149" y="48176"/>
                  </a:lnTo>
                  <a:lnTo>
                    <a:pt x="3675597" y="48832"/>
                  </a:lnTo>
                  <a:lnTo>
                    <a:pt x="3675253" y="48978"/>
                  </a:lnTo>
                  <a:lnTo>
                    <a:pt x="3674908" y="49124"/>
                  </a:lnTo>
                  <a:lnTo>
                    <a:pt x="3671804" y="50437"/>
                  </a:lnTo>
                  <a:lnTo>
                    <a:pt x="3666287" y="52771"/>
                  </a:lnTo>
                  <a:lnTo>
                    <a:pt x="3664218" y="53646"/>
                  </a:lnTo>
                  <a:lnTo>
                    <a:pt x="3659219" y="55761"/>
                  </a:lnTo>
                  <a:lnTo>
                    <a:pt x="3654391" y="57804"/>
                  </a:lnTo>
                  <a:lnTo>
                    <a:pt x="3651805" y="58898"/>
                  </a:lnTo>
                  <a:lnTo>
                    <a:pt x="3645253" y="61670"/>
                  </a:lnTo>
                  <a:lnTo>
                    <a:pt x="3644391" y="62035"/>
                  </a:lnTo>
                  <a:lnTo>
                    <a:pt x="3620599" y="72104"/>
                  </a:lnTo>
                  <a:lnTo>
                    <a:pt x="3618702" y="72907"/>
                  </a:lnTo>
                  <a:lnTo>
                    <a:pt x="3544566" y="104300"/>
                  </a:lnTo>
                  <a:lnTo>
                    <a:pt x="3542325" y="105250"/>
                  </a:lnTo>
                  <a:lnTo>
                    <a:pt x="3540946" y="105834"/>
                  </a:lnTo>
                  <a:lnTo>
                    <a:pt x="3535946" y="107952"/>
                  </a:lnTo>
                  <a:lnTo>
                    <a:pt x="3531636" y="109779"/>
                  </a:lnTo>
                  <a:lnTo>
                    <a:pt x="3530601" y="110217"/>
                  </a:lnTo>
                  <a:lnTo>
                    <a:pt x="3530429" y="110290"/>
                  </a:lnTo>
                  <a:lnTo>
                    <a:pt x="3530084" y="110436"/>
                  </a:lnTo>
                  <a:lnTo>
                    <a:pt x="3529222" y="110801"/>
                  </a:lnTo>
                  <a:lnTo>
                    <a:pt x="3526981" y="111751"/>
                  </a:lnTo>
                  <a:lnTo>
                    <a:pt x="3525601" y="112335"/>
                  </a:lnTo>
                  <a:lnTo>
                    <a:pt x="3524222" y="112920"/>
                  </a:lnTo>
                  <a:lnTo>
                    <a:pt x="3521981" y="113870"/>
                  </a:lnTo>
                  <a:lnTo>
                    <a:pt x="3521636" y="114016"/>
                  </a:lnTo>
                  <a:lnTo>
                    <a:pt x="3521463" y="114089"/>
                  </a:lnTo>
                  <a:lnTo>
                    <a:pt x="3519739" y="114819"/>
                  </a:lnTo>
                  <a:lnTo>
                    <a:pt x="3518877" y="115185"/>
                  </a:lnTo>
                  <a:lnTo>
                    <a:pt x="3517670" y="115696"/>
                  </a:lnTo>
                  <a:lnTo>
                    <a:pt x="3516981" y="115988"/>
                  </a:lnTo>
                  <a:lnTo>
                    <a:pt x="3516808" y="116062"/>
                  </a:lnTo>
                  <a:lnTo>
                    <a:pt x="3515774" y="116500"/>
                  </a:lnTo>
                  <a:lnTo>
                    <a:pt x="3515429" y="116646"/>
                  </a:lnTo>
                  <a:lnTo>
                    <a:pt x="3514567" y="117011"/>
                  </a:lnTo>
                  <a:lnTo>
                    <a:pt x="3514050" y="117231"/>
                  </a:lnTo>
                  <a:lnTo>
                    <a:pt x="3511464" y="118327"/>
                  </a:lnTo>
                  <a:lnTo>
                    <a:pt x="3510774" y="118619"/>
                  </a:lnTo>
                  <a:lnTo>
                    <a:pt x="3510429" y="118765"/>
                  </a:lnTo>
                  <a:lnTo>
                    <a:pt x="3509567" y="119130"/>
                  </a:lnTo>
                  <a:lnTo>
                    <a:pt x="3509222" y="119277"/>
                  </a:lnTo>
                  <a:lnTo>
                    <a:pt x="3508705" y="119496"/>
                  </a:lnTo>
                  <a:lnTo>
                    <a:pt x="3507843" y="119861"/>
                  </a:lnTo>
                  <a:lnTo>
                    <a:pt x="3507498" y="120007"/>
                  </a:lnTo>
                  <a:lnTo>
                    <a:pt x="3506809" y="120300"/>
                  </a:lnTo>
                  <a:lnTo>
                    <a:pt x="3506291" y="120519"/>
                  </a:lnTo>
                  <a:lnTo>
                    <a:pt x="3505774" y="120738"/>
                  </a:lnTo>
                  <a:lnTo>
                    <a:pt x="3504912" y="121103"/>
                  </a:lnTo>
                  <a:lnTo>
                    <a:pt x="3504740" y="121176"/>
                  </a:lnTo>
                  <a:lnTo>
                    <a:pt x="3503188" y="121834"/>
                  </a:lnTo>
                  <a:lnTo>
                    <a:pt x="3502843" y="121980"/>
                  </a:lnTo>
                  <a:lnTo>
                    <a:pt x="3502498" y="122126"/>
                  </a:lnTo>
                  <a:lnTo>
                    <a:pt x="3499395" y="123442"/>
                  </a:lnTo>
                  <a:lnTo>
                    <a:pt x="3493878" y="125781"/>
                  </a:lnTo>
                  <a:lnTo>
                    <a:pt x="3491809" y="126658"/>
                  </a:lnTo>
                  <a:lnTo>
                    <a:pt x="3486809" y="128777"/>
                  </a:lnTo>
                  <a:lnTo>
                    <a:pt x="3481982" y="130824"/>
                  </a:lnTo>
                  <a:lnTo>
                    <a:pt x="3479395" y="131920"/>
                  </a:lnTo>
                  <a:lnTo>
                    <a:pt x="3472844" y="134698"/>
                  </a:lnTo>
                  <a:lnTo>
                    <a:pt x="3471982" y="135064"/>
                  </a:lnTo>
                  <a:lnTo>
                    <a:pt x="3448189" y="145154"/>
                  </a:lnTo>
                  <a:lnTo>
                    <a:pt x="3446293" y="145958"/>
                  </a:lnTo>
                  <a:lnTo>
                    <a:pt x="3372157" y="177420"/>
                  </a:lnTo>
                  <a:lnTo>
                    <a:pt x="3369915" y="178372"/>
                  </a:lnTo>
                  <a:lnTo>
                    <a:pt x="3368536" y="178957"/>
                  </a:lnTo>
                  <a:lnTo>
                    <a:pt x="3363536" y="181080"/>
                  </a:lnTo>
                  <a:lnTo>
                    <a:pt x="3359226" y="182911"/>
                  </a:lnTo>
                  <a:lnTo>
                    <a:pt x="3358192" y="183350"/>
                  </a:lnTo>
                  <a:lnTo>
                    <a:pt x="3358019" y="183423"/>
                  </a:lnTo>
                  <a:lnTo>
                    <a:pt x="3357674" y="183570"/>
                  </a:lnTo>
                  <a:lnTo>
                    <a:pt x="3356812" y="183936"/>
                  </a:lnTo>
                  <a:lnTo>
                    <a:pt x="3354571" y="184887"/>
                  </a:lnTo>
                  <a:lnTo>
                    <a:pt x="3353192" y="185473"/>
                  </a:lnTo>
                  <a:lnTo>
                    <a:pt x="3351812" y="186059"/>
                  </a:lnTo>
                  <a:lnTo>
                    <a:pt x="3349571" y="187011"/>
                  </a:lnTo>
                  <a:lnTo>
                    <a:pt x="3349226" y="187157"/>
                  </a:lnTo>
                  <a:lnTo>
                    <a:pt x="3349054" y="187231"/>
                  </a:lnTo>
                  <a:lnTo>
                    <a:pt x="3347330" y="187963"/>
                  </a:lnTo>
                  <a:lnTo>
                    <a:pt x="3346468" y="188329"/>
                  </a:lnTo>
                  <a:lnTo>
                    <a:pt x="3345261" y="188842"/>
                  </a:lnTo>
                  <a:lnTo>
                    <a:pt x="3344571" y="189135"/>
                  </a:lnTo>
                  <a:lnTo>
                    <a:pt x="3344399" y="189208"/>
                  </a:lnTo>
                  <a:lnTo>
                    <a:pt x="3343364" y="189647"/>
                  </a:lnTo>
                  <a:lnTo>
                    <a:pt x="3343020" y="189794"/>
                  </a:lnTo>
                  <a:lnTo>
                    <a:pt x="3342158" y="190160"/>
                  </a:lnTo>
                  <a:lnTo>
                    <a:pt x="3341640" y="190380"/>
                  </a:lnTo>
                  <a:lnTo>
                    <a:pt x="3339054" y="191478"/>
                  </a:lnTo>
                  <a:lnTo>
                    <a:pt x="3338365" y="191771"/>
                  </a:lnTo>
                  <a:lnTo>
                    <a:pt x="3338020" y="191917"/>
                  </a:lnTo>
                  <a:lnTo>
                    <a:pt x="3337158" y="192284"/>
                  </a:lnTo>
                  <a:lnTo>
                    <a:pt x="3336813" y="192430"/>
                  </a:lnTo>
                  <a:lnTo>
                    <a:pt x="3336296" y="192650"/>
                  </a:lnTo>
                  <a:lnTo>
                    <a:pt x="3335434" y="193016"/>
                  </a:lnTo>
                  <a:lnTo>
                    <a:pt x="3335089" y="193163"/>
                  </a:lnTo>
                  <a:lnTo>
                    <a:pt x="3334399" y="193456"/>
                  </a:lnTo>
                  <a:lnTo>
                    <a:pt x="3333882" y="193675"/>
                  </a:lnTo>
                  <a:lnTo>
                    <a:pt x="3333365" y="193895"/>
                  </a:lnTo>
                  <a:lnTo>
                    <a:pt x="3332503" y="194261"/>
                  </a:lnTo>
                  <a:lnTo>
                    <a:pt x="3332330" y="194334"/>
                  </a:lnTo>
                  <a:lnTo>
                    <a:pt x="3330779" y="194994"/>
                  </a:lnTo>
                  <a:lnTo>
                    <a:pt x="3330434" y="195140"/>
                  </a:lnTo>
                  <a:lnTo>
                    <a:pt x="3330089" y="195287"/>
                  </a:lnTo>
                  <a:lnTo>
                    <a:pt x="3326985" y="196605"/>
                  </a:lnTo>
                  <a:lnTo>
                    <a:pt x="3321468" y="198949"/>
                  </a:lnTo>
                  <a:lnTo>
                    <a:pt x="3319399" y="199828"/>
                  </a:lnTo>
                  <a:lnTo>
                    <a:pt x="3314400" y="201953"/>
                  </a:lnTo>
                  <a:lnTo>
                    <a:pt x="3309572" y="204004"/>
                  </a:lnTo>
                  <a:lnTo>
                    <a:pt x="3306986" y="205103"/>
                  </a:lnTo>
                  <a:lnTo>
                    <a:pt x="3300434" y="207888"/>
                  </a:lnTo>
                  <a:lnTo>
                    <a:pt x="3299572" y="208254"/>
                  </a:lnTo>
                  <a:lnTo>
                    <a:pt x="3275780" y="218368"/>
                  </a:lnTo>
                  <a:lnTo>
                    <a:pt x="3273883" y="219174"/>
                  </a:lnTo>
                  <a:lnTo>
                    <a:pt x="3199747" y="250713"/>
                  </a:lnTo>
                  <a:lnTo>
                    <a:pt x="3197506" y="251667"/>
                  </a:lnTo>
                  <a:lnTo>
                    <a:pt x="3196127" y="252254"/>
                  </a:lnTo>
                  <a:lnTo>
                    <a:pt x="3191127" y="254383"/>
                  </a:lnTo>
                  <a:lnTo>
                    <a:pt x="3186817" y="256218"/>
                  </a:lnTo>
                  <a:lnTo>
                    <a:pt x="3185782" y="256658"/>
                  </a:lnTo>
                  <a:lnTo>
                    <a:pt x="3185610" y="256732"/>
                  </a:lnTo>
                  <a:lnTo>
                    <a:pt x="3185265" y="256878"/>
                  </a:lnTo>
                  <a:lnTo>
                    <a:pt x="3184403" y="257245"/>
                  </a:lnTo>
                  <a:lnTo>
                    <a:pt x="3182162" y="258200"/>
                  </a:lnTo>
                  <a:lnTo>
                    <a:pt x="3180782" y="258787"/>
                  </a:lnTo>
                  <a:lnTo>
                    <a:pt x="3179403" y="259374"/>
                  </a:lnTo>
                  <a:lnTo>
                    <a:pt x="3177162" y="260329"/>
                  </a:lnTo>
                  <a:lnTo>
                    <a:pt x="3176817" y="260475"/>
                  </a:lnTo>
                  <a:lnTo>
                    <a:pt x="3176644" y="260549"/>
                  </a:lnTo>
                  <a:lnTo>
                    <a:pt x="3174920" y="261283"/>
                  </a:lnTo>
                  <a:lnTo>
                    <a:pt x="3174058" y="261650"/>
                  </a:lnTo>
                  <a:lnTo>
                    <a:pt x="3172851" y="262164"/>
                  </a:lnTo>
                  <a:lnTo>
                    <a:pt x="3172162" y="262458"/>
                  </a:lnTo>
                  <a:lnTo>
                    <a:pt x="3171989" y="262531"/>
                  </a:lnTo>
                  <a:lnTo>
                    <a:pt x="3170955" y="262972"/>
                  </a:lnTo>
                  <a:lnTo>
                    <a:pt x="3170610" y="263118"/>
                  </a:lnTo>
                  <a:lnTo>
                    <a:pt x="3169748" y="263486"/>
                  </a:lnTo>
                  <a:lnTo>
                    <a:pt x="3169231" y="263706"/>
                  </a:lnTo>
                  <a:lnTo>
                    <a:pt x="3166645" y="264807"/>
                  </a:lnTo>
                  <a:lnTo>
                    <a:pt x="3165955" y="265101"/>
                  </a:lnTo>
                  <a:lnTo>
                    <a:pt x="3165610" y="265248"/>
                  </a:lnTo>
                  <a:lnTo>
                    <a:pt x="3164748" y="265615"/>
                  </a:lnTo>
                  <a:lnTo>
                    <a:pt x="3164403" y="265762"/>
                  </a:lnTo>
                  <a:lnTo>
                    <a:pt x="3163886" y="265982"/>
                  </a:lnTo>
                  <a:lnTo>
                    <a:pt x="3163024" y="266349"/>
                  </a:lnTo>
                  <a:lnTo>
                    <a:pt x="3162679" y="266496"/>
                  </a:lnTo>
                  <a:lnTo>
                    <a:pt x="3161990" y="266790"/>
                  </a:lnTo>
                  <a:lnTo>
                    <a:pt x="3161472" y="267010"/>
                  </a:lnTo>
                  <a:lnTo>
                    <a:pt x="3160955" y="267230"/>
                  </a:lnTo>
                  <a:lnTo>
                    <a:pt x="3160093" y="267597"/>
                  </a:lnTo>
                  <a:lnTo>
                    <a:pt x="3159921" y="267671"/>
                  </a:lnTo>
                  <a:lnTo>
                    <a:pt x="3158369" y="268332"/>
                  </a:lnTo>
                  <a:lnTo>
                    <a:pt x="3158024" y="268479"/>
                  </a:lnTo>
                  <a:lnTo>
                    <a:pt x="3157679" y="268626"/>
                  </a:lnTo>
                  <a:lnTo>
                    <a:pt x="3154576" y="269947"/>
                  </a:lnTo>
                  <a:lnTo>
                    <a:pt x="3149059" y="272298"/>
                  </a:lnTo>
                  <a:lnTo>
                    <a:pt x="3146990" y="273179"/>
                  </a:lnTo>
                  <a:lnTo>
                    <a:pt x="3141990" y="275309"/>
                  </a:lnTo>
                  <a:lnTo>
                    <a:pt x="3137163" y="277366"/>
                  </a:lnTo>
                  <a:lnTo>
                    <a:pt x="3134577" y="278468"/>
                  </a:lnTo>
                  <a:lnTo>
                    <a:pt x="3128025" y="281260"/>
                  </a:lnTo>
                  <a:lnTo>
                    <a:pt x="3127163" y="281627"/>
                  </a:lnTo>
                  <a:lnTo>
                    <a:pt x="3103370" y="291768"/>
                  </a:lnTo>
                  <a:lnTo>
                    <a:pt x="3101474" y="292577"/>
                  </a:lnTo>
                  <a:lnTo>
                    <a:pt x="3027338" y="324203"/>
                  </a:lnTo>
                  <a:lnTo>
                    <a:pt x="3025096" y="325160"/>
                  </a:lnTo>
                  <a:lnTo>
                    <a:pt x="3023717" y="325749"/>
                  </a:lnTo>
                  <a:lnTo>
                    <a:pt x="3018717" y="327883"/>
                  </a:lnTo>
                  <a:lnTo>
                    <a:pt x="3014407" y="329723"/>
                  </a:lnTo>
                  <a:lnTo>
                    <a:pt x="3013373" y="330165"/>
                  </a:lnTo>
                  <a:lnTo>
                    <a:pt x="3013200" y="330239"/>
                  </a:lnTo>
                  <a:lnTo>
                    <a:pt x="3012855" y="330386"/>
                  </a:lnTo>
                  <a:lnTo>
                    <a:pt x="3011993" y="330754"/>
                  </a:lnTo>
                  <a:lnTo>
                    <a:pt x="3009752" y="331711"/>
                  </a:lnTo>
                  <a:lnTo>
                    <a:pt x="3008373" y="332300"/>
                  </a:lnTo>
                  <a:lnTo>
                    <a:pt x="3006993" y="332889"/>
                  </a:lnTo>
                  <a:lnTo>
                    <a:pt x="3004752" y="333846"/>
                  </a:lnTo>
                  <a:lnTo>
                    <a:pt x="3004407" y="333993"/>
                  </a:lnTo>
                  <a:lnTo>
                    <a:pt x="3004235" y="334067"/>
                  </a:lnTo>
                  <a:lnTo>
                    <a:pt x="3002511" y="334803"/>
                  </a:lnTo>
                  <a:lnTo>
                    <a:pt x="3001649" y="335171"/>
                  </a:lnTo>
                  <a:lnTo>
                    <a:pt x="3000442" y="335687"/>
                  </a:lnTo>
                  <a:lnTo>
                    <a:pt x="2999752" y="335981"/>
                  </a:lnTo>
                  <a:lnTo>
                    <a:pt x="2999580" y="336055"/>
                  </a:lnTo>
                  <a:lnTo>
                    <a:pt x="2998545" y="336497"/>
                  </a:lnTo>
                  <a:lnTo>
                    <a:pt x="2998201" y="336644"/>
                  </a:lnTo>
                  <a:lnTo>
                    <a:pt x="2997339" y="337012"/>
                  </a:lnTo>
                  <a:lnTo>
                    <a:pt x="2996821" y="337233"/>
                  </a:lnTo>
                  <a:lnTo>
                    <a:pt x="2994235" y="338338"/>
                  </a:lnTo>
                  <a:lnTo>
                    <a:pt x="2993546" y="338632"/>
                  </a:lnTo>
                  <a:lnTo>
                    <a:pt x="2993201" y="338780"/>
                  </a:lnTo>
                  <a:lnTo>
                    <a:pt x="2992339" y="339148"/>
                  </a:lnTo>
                  <a:lnTo>
                    <a:pt x="2991994" y="339295"/>
                  </a:lnTo>
                  <a:lnTo>
                    <a:pt x="2991477" y="339516"/>
                  </a:lnTo>
                  <a:lnTo>
                    <a:pt x="2990615" y="339884"/>
                  </a:lnTo>
                  <a:lnTo>
                    <a:pt x="2990270" y="340031"/>
                  </a:lnTo>
                  <a:lnTo>
                    <a:pt x="2989580" y="340326"/>
                  </a:lnTo>
                  <a:lnTo>
                    <a:pt x="2989063" y="340547"/>
                  </a:lnTo>
                  <a:lnTo>
                    <a:pt x="2988546" y="340768"/>
                  </a:lnTo>
                  <a:lnTo>
                    <a:pt x="2987684" y="341136"/>
                  </a:lnTo>
                  <a:lnTo>
                    <a:pt x="2987511" y="341210"/>
                  </a:lnTo>
                  <a:lnTo>
                    <a:pt x="2985960" y="341873"/>
                  </a:lnTo>
                  <a:lnTo>
                    <a:pt x="2985615" y="342020"/>
                  </a:lnTo>
                  <a:lnTo>
                    <a:pt x="2985270" y="342167"/>
                  </a:lnTo>
                  <a:lnTo>
                    <a:pt x="2982167" y="343493"/>
                  </a:lnTo>
                  <a:lnTo>
                    <a:pt x="2976649" y="345850"/>
                  </a:lnTo>
                  <a:lnTo>
                    <a:pt x="2974580" y="346734"/>
                  </a:lnTo>
                  <a:lnTo>
                    <a:pt x="2969581" y="348870"/>
                  </a:lnTo>
                  <a:lnTo>
                    <a:pt x="2964753" y="350933"/>
                  </a:lnTo>
                  <a:lnTo>
                    <a:pt x="2962167" y="352039"/>
                  </a:lnTo>
                  <a:lnTo>
                    <a:pt x="2955615" y="354839"/>
                  </a:lnTo>
                  <a:lnTo>
                    <a:pt x="2954753" y="355207"/>
                  </a:lnTo>
                  <a:lnTo>
                    <a:pt x="2930961" y="365379"/>
                  </a:lnTo>
                  <a:lnTo>
                    <a:pt x="2929064" y="366190"/>
                  </a:lnTo>
                  <a:lnTo>
                    <a:pt x="2854928" y="397915"/>
                  </a:lnTo>
                  <a:lnTo>
                    <a:pt x="2852687" y="398875"/>
                  </a:lnTo>
                  <a:lnTo>
                    <a:pt x="2851308" y="399466"/>
                  </a:lnTo>
                  <a:lnTo>
                    <a:pt x="2846308" y="401607"/>
                  </a:lnTo>
                  <a:lnTo>
                    <a:pt x="2841998" y="403454"/>
                  </a:lnTo>
                  <a:lnTo>
                    <a:pt x="2840963" y="403897"/>
                  </a:lnTo>
                  <a:lnTo>
                    <a:pt x="2840791" y="403970"/>
                  </a:lnTo>
                  <a:lnTo>
                    <a:pt x="2840446" y="404118"/>
                  </a:lnTo>
                  <a:lnTo>
                    <a:pt x="2839584" y="404487"/>
                  </a:lnTo>
                  <a:lnTo>
                    <a:pt x="2837343" y="405448"/>
                  </a:lnTo>
                  <a:lnTo>
                    <a:pt x="2835963" y="406038"/>
                  </a:lnTo>
                  <a:lnTo>
                    <a:pt x="2834584" y="406629"/>
                  </a:lnTo>
                  <a:lnTo>
                    <a:pt x="2832343" y="407590"/>
                  </a:lnTo>
                  <a:lnTo>
                    <a:pt x="2831998" y="407737"/>
                  </a:lnTo>
                  <a:lnTo>
                    <a:pt x="2831825" y="407811"/>
                  </a:lnTo>
                  <a:lnTo>
                    <a:pt x="2830101" y="408550"/>
                  </a:lnTo>
                  <a:lnTo>
                    <a:pt x="2829239" y="408919"/>
                  </a:lnTo>
                  <a:lnTo>
                    <a:pt x="2828032" y="409436"/>
                  </a:lnTo>
                  <a:lnTo>
                    <a:pt x="2827343" y="409732"/>
                  </a:lnTo>
                  <a:lnTo>
                    <a:pt x="2827170" y="409806"/>
                  </a:lnTo>
                  <a:lnTo>
                    <a:pt x="2826136" y="410249"/>
                  </a:lnTo>
                  <a:lnTo>
                    <a:pt x="2825791" y="410397"/>
                  </a:lnTo>
                  <a:lnTo>
                    <a:pt x="2824929" y="410766"/>
                  </a:lnTo>
                  <a:lnTo>
                    <a:pt x="2824412" y="410988"/>
                  </a:lnTo>
                  <a:lnTo>
                    <a:pt x="2821826" y="412096"/>
                  </a:lnTo>
                  <a:lnTo>
                    <a:pt x="2821136" y="412391"/>
                  </a:lnTo>
                  <a:lnTo>
                    <a:pt x="2820791" y="412539"/>
                  </a:lnTo>
                  <a:lnTo>
                    <a:pt x="2819929" y="412909"/>
                  </a:lnTo>
                  <a:lnTo>
                    <a:pt x="2819584" y="413056"/>
                  </a:lnTo>
                  <a:lnTo>
                    <a:pt x="2819067" y="413278"/>
                  </a:lnTo>
                  <a:lnTo>
                    <a:pt x="2818205" y="413647"/>
                  </a:lnTo>
                  <a:lnTo>
                    <a:pt x="2817860" y="413795"/>
                  </a:lnTo>
                  <a:lnTo>
                    <a:pt x="2817171" y="414091"/>
                  </a:lnTo>
                  <a:lnTo>
                    <a:pt x="2816653" y="414312"/>
                  </a:lnTo>
                  <a:lnTo>
                    <a:pt x="2816136" y="414534"/>
                  </a:lnTo>
                  <a:lnTo>
                    <a:pt x="2815274" y="414904"/>
                  </a:lnTo>
                  <a:lnTo>
                    <a:pt x="2815102" y="414977"/>
                  </a:lnTo>
                  <a:lnTo>
                    <a:pt x="2813550" y="415643"/>
                  </a:lnTo>
                  <a:lnTo>
                    <a:pt x="2813205" y="415790"/>
                  </a:lnTo>
                  <a:lnTo>
                    <a:pt x="2812860" y="415938"/>
                  </a:lnTo>
                  <a:lnTo>
                    <a:pt x="2809757" y="417268"/>
                  </a:lnTo>
                  <a:lnTo>
                    <a:pt x="2804240" y="419633"/>
                  </a:lnTo>
                  <a:lnTo>
                    <a:pt x="2802171" y="420520"/>
                  </a:lnTo>
                  <a:lnTo>
                    <a:pt x="2797171" y="422664"/>
                  </a:lnTo>
                  <a:lnTo>
                    <a:pt x="2792344" y="424733"/>
                  </a:lnTo>
                  <a:lnTo>
                    <a:pt x="2789758" y="425842"/>
                  </a:lnTo>
                  <a:lnTo>
                    <a:pt x="2783206" y="428652"/>
                  </a:lnTo>
                  <a:lnTo>
                    <a:pt x="2782344" y="429022"/>
                  </a:lnTo>
                  <a:lnTo>
                    <a:pt x="2758551" y="439228"/>
                  </a:lnTo>
                  <a:lnTo>
                    <a:pt x="2756655" y="440042"/>
                  </a:lnTo>
                  <a:lnTo>
                    <a:pt x="2682519" y="471878"/>
                  </a:lnTo>
                  <a:lnTo>
                    <a:pt x="2680277" y="472842"/>
                  </a:lnTo>
                  <a:lnTo>
                    <a:pt x="2678898" y="473435"/>
                  </a:lnTo>
                  <a:lnTo>
                    <a:pt x="2673898" y="475584"/>
                  </a:lnTo>
                  <a:lnTo>
                    <a:pt x="2669588" y="477437"/>
                  </a:lnTo>
                  <a:lnTo>
                    <a:pt x="2668554" y="477881"/>
                  </a:lnTo>
                  <a:lnTo>
                    <a:pt x="2668381" y="477955"/>
                  </a:lnTo>
                  <a:lnTo>
                    <a:pt x="2668036" y="478104"/>
                  </a:lnTo>
                  <a:lnTo>
                    <a:pt x="2667174" y="478474"/>
                  </a:lnTo>
                  <a:lnTo>
                    <a:pt x="2664933" y="479438"/>
                  </a:lnTo>
                  <a:lnTo>
                    <a:pt x="2663554" y="480031"/>
                  </a:lnTo>
                  <a:lnTo>
                    <a:pt x="2662174" y="480624"/>
                  </a:lnTo>
                  <a:lnTo>
                    <a:pt x="2659933" y="481588"/>
                  </a:lnTo>
                  <a:lnTo>
                    <a:pt x="2659588" y="481736"/>
                  </a:lnTo>
                  <a:lnTo>
                    <a:pt x="2659416" y="481810"/>
                  </a:lnTo>
                  <a:lnTo>
                    <a:pt x="2657692" y="482552"/>
                  </a:lnTo>
                  <a:lnTo>
                    <a:pt x="2656830" y="482922"/>
                  </a:lnTo>
                  <a:lnTo>
                    <a:pt x="2655623" y="483441"/>
                  </a:lnTo>
                  <a:lnTo>
                    <a:pt x="2654933" y="483738"/>
                  </a:lnTo>
                  <a:lnTo>
                    <a:pt x="2654761" y="483812"/>
                  </a:lnTo>
                  <a:lnTo>
                    <a:pt x="2653726" y="484257"/>
                  </a:lnTo>
                  <a:lnTo>
                    <a:pt x="2653382" y="484405"/>
                  </a:lnTo>
                  <a:lnTo>
                    <a:pt x="2652520" y="484776"/>
                  </a:lnTo>
                  <a:lnTo>
                    <a:pt x="2652002" y="484998"/>
                  </a:lnTo>
                  <a:lnTo>
                    <a:pt x="2649416" y="486111"/>
                  </a:lnTo>
                  <a:lnTo>
                    <a:pt x="2648727" y="486407"/>
                  </a:lnTo>
                  <a:lnTo>
                    <a:pt x="2648382" y="486555"/>
                  </a:lnTo>
                  <a:lnTo>
                    <a:pt x="2647520" y="486926"/>
                  </a:lnTo>
                  <a:lnTo>
                    <a:pt x="2647175" y="487075"/>
                  </a:lnTo>
                  <a:lnTo>
                    <a:pt x="2646658" y="487297"/>
                  </a:lnTo>
                  <a:lnTo>
                    <a:pt x="2645796" y="487668"/>
                  </a:lnTo>
                  <a:lnTo>
                    <a:pt x="2645451" y="487816"/>
                  </a:lnTo>
                  <a:lnTo>
                    <a:pt x="2644761" y="488113"/>
                  </a:lnTo>
                  <a:lnTo>
                    <a:pt x="2644244" y="488335"/>
                  </a:lnTo>
                  <a:lnTo>
                    <a:pt x="2643727" y="488558"/>
                  </a:lnTo>
                  <a:lnTo>
                    <a:pt x="2642865" y="488929"/>
                  </a:lnTo>
                  <a:lnTo>
                    <a:pt x="2642692" y="489003"/>
                  </a:lnTo>
                  <a:lnTo>
                    <a:pt x="2641141" y="489670"/>
                  </a:lnTo>
                  <a:lnTo>
                    <a:pt x="2640796" y="489819"/>
                  </a:lnTo>
                  <a:lnTo>
                    <a:pt x="2640451" y="489967"/>
                  </a:lnTo>
                  <a:lnTo>
                    <a:pt x="2637348" y="491302"/>
                  </a:lnTo>
                  <a:lnTo>
                    <a:pt x="2631830" y="493676"/>
                  </a:lnTo>
                  <a:lnTo>
                    <a:pt x="2629762" y="494566"/>
                  </a:lnTo>
                  <a:lnTo>
                    <a:pt x="2624762" y="496717"/>
                  </a:lnTo>
                  <a:lnTo>
                    <a:pt x="2619934" y="498795"/>
                  </a:lnTo>
                  <a:lnTo>
                    <a:pt x="2617348" y="499908"/>
                  </a:lnTo>
                  <a:lnTo>
                    <a:pt x="2610796" y="502728"/>
                  </a:lnTo>
                  <a:lnTo>
                    <a:pt x="2609934" y="503099"/>
                  </a:lnTo>
                  <a:lnTo>
                    <a:pt x="2586142" y="513344"/>
                  </a:lnTo>
                  <a:lnTo>
                    <a:pt x="2584245" y="514161"/>
                  </a:lnTo>
                  <a:lnTo>
                    <a:pt x="2510109" y="546122"/>
                  </a:lnTo>
                  <a:lnTo>
                    <a:pt x="2507868" y="547090"/>
                  </a:lnTo>
                  <a:lnTo>
                    <a:pt x="2506489" y="547685"/>
                  </a:lnTo>
                  <a:lnTo>
                    <a:pt x="2501489" y="549843"/>
                  </a:lnTo>
                  <a:lnTo>
                    <a:pt x="2497179" y="551703"/>
                  </a:lnTo>
                  <a:lnTo>
                    <a:pt x="2496144" y="552149"/>
                  </a:lnTo>
                  <a:lnTo>
                    <a:pt x="2495972" y="552224"/>
                  </a:lnTo>
                  <a:lnTo>
                    <a:pt x="2495627" y="552373"/>
                  </a:lnTo>
                  <a:lnTo>
                    <a:pt x="2494765" y="552745"/>
                  </a:lnTo>
                  <a:lnTo>
                    <a:pt x="2492524" y="553712"/>
                  </a:lnTo>
                  <a:lnTo>
                    <a:pt x="2491144" y="554308"/>
                  </a:lnTo>
                  <a:lnTo>
                    <a:pt x="2489765" y="554903"/>
                  </a:lnTo>
                  <a:lnTo>
                    <a:pt x="2487524" y="555871"/>
                  </a:lnTo>
                  <a:lnTo>
                    <a:pt x="2487179" y="556020"/>
                  </a:lnTo>
                  <a:lnTo>
                    <a:pt x="2487006" y="556094"/>
                  </a:lnTo>
                  <a:lnTo>
                    <a:pt x="2485282" y="556839"/>
                  </a:lnTo>
                  <a:lnTo>
                    <a:pt x="2484420" y="557211"/>
                  </a:lnTo>
                  <a:lnTo>
                    <a:pt x="2483213" y="557732"/>
                  </a:lnTo>
                  <a:lnTo>
                    <a:pt x="2482524" y="558030"/>
                  </a:lnTo>
                  <a:lnTo>
                    <a:pt x="2482351" y="558104"/>
                  </a:lnTo>
                  <a:lnTo>
                    <a:pt x="2481317" y="558551"/>
                  </a:lnTo>
                  <a:lnTo>
                    <a:pt x="2480972" y="558700"/>
                  </a:lnTo>
                  <a:lnTo>
                    <a:pt x="2480110" y="559072"/>
                  </a:lnTo>
                  <a:lnTo>
                    <a:pt x="2479593" y="559295"/>
                  </a:lnTo>
                  <a:lnTo>
                    <a:pt x="2477007" y="560412"/>
                  </a:lnTo>
                  <a:lnTo>
                    <a:pt x="2476317" y="560710"/>
                  </a:lnTo>
                  <a:lnTo>
                    <a:pt x="2475972" y="560859"/>
                  </a:lnTo>
                  <a:lnTo>
                    <a:pt x="2475110" y="561231"/>
                  </a:lnTo>
                  <a:lnTo>
                    <a:pt x="2474765" y="561380"/>
                  </a:lnTo>
                  <a:lnTo>
                    <a:pt x="2474248" y="561603"/>
                  </a:lnTo>
                  <a:lnTo>
                    <a:pt x="2473386" y="561976"/>
                  </a:lnTo>
                  <a:lnTo>
                    <a:pt x="2473041" y="562125"/>
                  </a:lnTo>
                  <a:lnTo>
                    <a:pt x="2472352" y="562422"/>
                  </a:lnTo>
                  <a:lnTo>
                    <a:pt x="2471834" y="562646"/>
                  </a:lnTo>
                  <a:lnTo>
                    <a:pt x="2471317" y="562869"/>
                  </a:lnTo>
                  <a:lnTo>
                    <a:pt x="2470455" y="563242"/>
                  </a:lnTo>
                  <a:lnTo>
                    <a:pt x="2470283" y="563316"/>
                  </a:lnTo>
                  <a:lnTo>
                    <a:pt x="2468731" y="563986"/>
                  </a:lnTo>
                  <a:lnTo>
                    <a:pt x="2468386" y="564135"/>
                  </a:lnTo>
                  <a:lnTo>
                    <a:pt x="2468041" y="564284"/>
                  </a:lnTo>
                  <a:lnTo>
                    <a:pt x="2464938" y="565625"/>
                  </a:lnTo>
                  <a:lnTo>
                    <a:pt x="2459421" y="568008"/>
                  </a:lnTo>
                  <a:lnTo>
                    <a:pt x="2457352" y="568902"/>
                  </a:lnTo>
                  <a:lnTo>
                    <a:pt x="2452352" y="571062"/>
                  </a:lnTo>
                  <a:lnTo>
                    <a:pt x="2447525" y="573149"/>
                  </a:lnTo>
                  <a:lnTo>
                    <a:pt x="2444939" y="574266"/>
                  </a:lnTo>
                  <a:lnTo>
                    <a:pt x="2438387" y="577098"/>
                  </a:lnTo>
                  <a:lnTo>
                    <a:pt x="2437525" y="577471"/>
                  </a:lnTo>
                  <a:lnTo>
                    <a:pt x="2413732" y="587759"/>
                  </a:lnTo>
                  <a:lnTo>
                    <a:pt x="2411836" y="588579"/>
                  </a:lnTo>
                  <a:lnTo>
                    <a:pt x="2337700" y="620679"/>
                  </a:lnTo>
                  <a:lnTo>
                    <a:pt x="2335458" y="621650"/>
                  </a:lnTo>
                  <a:lnTo>
                    <a:pt x="2334079" y="622248"/>
                  </a:lnTo>
                  <a:lnTo>
                    <a:pt x="2329079" y="624415"/>
                  </a:lnTo>
                  <a:lnTo>
                    <a:pt x="2324769" y="626284"/>
                  </a:lnTo>
                  <a:lnTo>
                    <a:pt x="2323735" y="626732"/>
                  </a:lnTo>
                  <a:lnTo>
                    <a:pt x="2323562" y="626807"/>
                  </a:lnTo>
                  <a:lnTo>
                    <a:pt x="2323217" y="626957"/>
                  </a:lnTo>
                  <a:lnTo>
                    <a:pt x="2322355" y="627330"/>
                  </a:lnTo>
                  <a:lnTo>
                    <a:pt x="2320114" y="628302"/>
                  </a:lnTo>
                  <a:lnTo>
                    <a:pt x="2318735" y="628900"/>
                  </a:lnTo>
                  <a:lnTo>
                    <a:pt x="2317356" y="629498"/>
                  </a:lnTo>
                  <a:lnTo>
                    <a:pt x="2315114" y="630470"/>
                  </a:lnTo>
                  <a:lnTo>
                    <a:pt x="2314769" y="630620"/>
                  </a:lnTo>
                  <a:lnTo>
                    <a:pt x="2314597" y="630695"/>
                  </a:lnTo>
                  <a:lnTo>
                    <a:pt x="2312873" y="631442"/>
                  </a:lnTo>
                  <a:lnTo>
                    <a:pt x="2312011" y="631816"/>
                  </a:lnTo>
                  <a:lnTo>
                    <a:pt x="2310804" y="632340"/>
                  </a:lnTo>
                  <a:lnTo>
                    <a:pt x="2310114" y="632639"/>
                  </a:lnTo>
                  <a:lnTo>
                    <a:pt x="2309942" y="632714"/>
                  </a:lnTo>
                  <a:lnTo>
                    <a:pt x="2308907" y="633162"/>
                  </a:lnTo>
                  <a:lnTo>
                    <a:pt x="2308563" y="633312"/>
                  </a:lnTo>
                  <a:lnTo>
                    <a:pt x="2307701" y="633686"/>
                  </a:lnTo>
                  <a:lnTo>
                    <a:pt x="2307183" y="633910"/>
                  </a:lnTo>
                  <a:lnTo>
                    <a:pt x="2304597" y="635032"/>
                  </a:lnTo>
                  <a:lnTo>
                    <a:pt x="2303908" y="635331"/>
                  </a:lnTo>
                  <a:lnTo>
                    <a:pt x="2303563" y="635481"/>
                  </a:lnTo>
                  <a:lnTo>
                    <a:pt x="2302701" y="635855"/>
                  </a:lnTo>
                  <a:lnTo>
                    <a:pt x="2302356" y="636004"/>
                  </a:lnTo>
                  <a:lnTo>
                    <a:pt x="2301839" y="636229"/>
                  </a:lnTo>
                  <a:lnTo>
                    <a:pt x="2300977" y="636603"/>
                  </a:lnTo>
                  <a:lnTo>
                    <a:pt x="2300632" y="636752"/>
                  </a:lnTo>
                  <a:lnTo>
                    <a:pt x="2299942" y="637051"/>
                  </a:lnTo>
                  <a:lnTo>
                    <a:pt x="2299425" y="637276"/>
                  </a:lnTo>
                  <a:lnTo>
                    <a:pt x="2298908" y="637500"/>
                  </a:lnTo>
                  <a:lnTo>
                    <a:pt x="2298046" y="637874"/>
                  </a:lnTo>
                  <a:lnTo>
                    <a:pt x="2297873" y="637949"/>
                  </a:lnTo>
                  <a:lnTo>
                    <a:pt x="2296322" y="638622"/>
                  </a:lnTo>
                  <a:lnTo>
                    <a:pt x="2295977" y="638772"/>
                  </a:lnTo>
                  <a:lnTo>
                    <a:pt x="2295632" y="638921"/>
                  </a:lnTo>
                  <a:lnTo>
                    <a:pt x="2292529" y="640268"/>
                  </a:lnTo>
                  <a:lnTo>
                    <a:pt x="2287011" y="642662"/>
                  </a:lnTo>
                  <a:lnTo>
                    <a:pt x="2284943" y="643560"/>
                  </a:lnTo>
                  <a:lnTo>
                    <a:pt x="2279943" y="645730"/>
                  </a:lnTo>
                  <a:lnTo>
                    <a:pt x="2275115" y="647826"/>
                  </a:lnTo>
                  <a:lnTo>
                    <a:pt x="2272529" y="648949"/>
                  </a:lnTo>
                  <a:lnTo>
                    <a:pt x="2265977" y="651794"/>
                  </a:lnTo>
                  <a:lnTo>
                    <a:pt x="2265115" y="652168"/>
                  </a:lnTo>
                  <a:lnTo>
                    <a:pt x="2241323" y="662503"/>
                  </a:lnTo>
                  <a:lnTo>
                    <a:pt x="2239426" y="663328"/>
                  </a:lnTo>
                  <a:lnTo>
                    <a:pt x="2165290" y="695578"/>
                  </a:lnTo>
                  <a:lnTo>
                    <a:pt x="2163049" y="696555"/>
                  </a:lnTo>
                  <a:lnTo>
                    <a:pt x="2161670" y="697155"/>
                  </a:lnTo>
                  <a:lnTo>
                    <a:pt x="2156670" y="699333"/>
                  </a:lnTo>
                  <a:lnTo>
                    <a:pt x="2152360" y="701211"/>
                  </a:lnTo>
                  <a:lnTo>
                    <a:pt x="2151325" y="701661"/>
                  </a:lnTo>
                  <a:lnTo>
                    <a:pt x="2151153" y="701736"/>
                  </a:lnTo>
                  <a:lnTo>
                    <a:pt x="2150808" y="701887"/>
                  </a:lnTo>
                  <a:lnTo>
                    <a:pt x="2149946" y="702262"/>
                  </a:lnTo>
                  <a:lnTo>
                    <a:pt x="2147705" y="703239"/>
                  </a:lnTo>
                  <a:lnTo>
                    <a:pt x="2146325" y="703840"/>
                  </a:lnTo>
                  <a:lnTo>
                    <a:pt x="2144946" y="704441"/>
                  </a:lnTo>
                  <a:lnTo>
                    <a:pt x="2142705" y="705417"/>
                  </a:lnTo>
                  <a:lnTo>
                    <a:pt x="2142360" y="705568"/>
                  </a:lnTo>
                  <a:lnTo>
                    <a:pt x="2142187" y="705643"/>
                  </a:lnTo>
                  <a:lnTo>
                    <a:pt x="2140463" y="706394"/>
                  </a:lnTo>
                  <a:lnTo>
                    <a:pt x="2139601" y="706770"/>
                  </a:lnTo>
                  <a:lnTo>
                    <a:pt x="2138394" y="707296"/>
                  </a:lnTo>
                  <a:lnTo>
                    <a:pt x="2137705" y="707596"/>
                  </a:lnTo>
                  <a:lnTo>
                    <a:pt x="2137532" y="707671"/>
                  </a:lnTo>
                  <a:lnTo>
                    <a:pt x="2136498" y="708122"/>
                  </a:lnTo>
                  <a:lnTo>
                    <a:pt x="2136153" y="708273"/>
                  </a:lnTo>
                  <a:lnTo>
                    <a:pt x="2135291" y="708648"/>
                  </a:lnTo>
                  <a:lnTo>
                    <a:pt x="2134774" y="708874"/>
                  </a:lnTo>
                  <a:lnTo>
                    <a:pt x="2132188" y="710001"/>
                  </a:lnTo>
                  <a:lnTo>
                    <a:pt x="2131498" y="710302"/>
                  </a:lnTo>
                  <a:lnTo>
                    <a:pt x="2131153" y="710452"/>
                  </a:lnTo>
                  <a:lnTo>
                    <a:pt x="2130291" y="710828"/>
                  </a:lnTo>
                  <a:lnTo>
                    <a:pt x="2129946" y="710978"/>
                  </a:lnTo>
                  <a:lnTo>
                    <a:pt x="2129429" y="711203"/>
                  </a:lnTo>
                  <a:lnTo>
                    <a:pt x="2128567" y="711579"/>
                  </a:lnTo>
                  <a:lnTo>
                    <a:pt x="2128222" y="711730"/>
                  </a:lnTo>
                  <a:lnTo>
                    <a:pt x="2127533" y="712030"/>
                  </a:lnTo>
                  <a:lnTo>
                    <a:pt x="2127015" y="712256"/>
                  </a:lnTo>
                  <a:lnTo>
                    <a:pt x="2126498" y="712481"/>
                  </a:lnTo>
                  <a:lnTo>
                    <a:pt x="2125636" y="712857"/>
                  </a:lnTo>
                  <a:lnTo>
                    <a:pt x="2125464" y="712932"/>
                  </a:lnTo>
                  <a:lnTo>
                    <a:pt x="2123912" y="713609"/>
                  </a:lnTo>
                  <a:lnTo>
                    <a:pt x="2123567" y="713759"/>
                  </a:lnTo>
                  <a:lnTo>
                    <a:pt x="2123222" y="713909"/>
                  </a:lnTo>
                  <a:lnTo>
                    <a:pt x="2120119" y="715263"/>
                  </a:lnTo>
                  <a:lnTo>
                    <a:pt x="2114602" y="717669"/>
                  </a:lnTo>
                  <a:lnTo>
                    <a:pt x="2112533" y="718571"/>
                  </a:lnTo>
                  <a:lnTo>
                    <a:pt x="2107533" y="720752"/>
                  </a:lnTo>
                  <a:lnTo>
                    <a:pt x="2102706" y="722858"/>
                  </a:lnTo>
                  <a:lnTo>
                    <a:pt x="2100120" y="723986"/>
                  </a:lnTo>
                  <a:lnTo>
                    <a:pt x="2093568" y="726845"/>
                  </a:lnTo>
                  <a:lnTo>
                    <a:pt x="2092706" y="727221"/>
                  </a:lnTo>
                  <a:lnTo>
                    <a:pt x="2068913" y="737608"/>
                  </a:lnTo>
                  <a:lnTo>
                    <a:pt x="2067017" y="738436"/>
                  </a:lnTo>
                  <a:lnTo>
                    <a:pt x="1992881" y="770851"/>
                  </a:lnTo>
                  <a:lnTo>
                    <a:pt x="1990640" y="771832"/>
                  </a:lnTo>
                  <a:lnTo>
                    <a:pt x="1989260" y="772436"/>
                  </a:lnTo>
                  <a:lnTo>
                    <a:pt x="1984260" y="774625"/>
                  </a:lnTo>
                  <a:lnTo>
                    <a:pt x="1979950" y="776512"/>
                  </a:lnTo>
                  <a:lnTo>
                    <a:pt x="1978916" y="776965"/>
                  </a:lnTo>
                  <a:lnTo>
                    <a:pt x="1978743" y="777041"/>
                  </a:lnTo>
                  <a:lnTo>
                    <a:pt x="1978398" y="777192"/>
                  </a:lnTo>
                  <a:lnTo>
                    <a:pt x="1977536" y="777569"/>
                  </a:lnTo>
                  <a:lnTo>
                    <a:pt x="1975295" y="778551"/>
                  </a:lnTo>
                  <a:lnTo>
                    <a:pt x="1973916" y="779155"/>
                  </a:lnTo>
                  <a:lnTo>
                    <a:pt x="1972537" y="779759"/>
                  </a:lnTo>
                  <a:lnTo>
                    <a:pt x="1970295" y="780741"/>
                  </a:lnTo>
                  <a:lnTo>
                    <a:pt x="1969950" y="780892"/>
                  </a:lnTo>
                  <a:lnTo>
                    <a:pt x="1969778" y="780967"/>
                  </a:lnTo>
                  <a:lnTo>
                    <a:pt x="1968054" y="781722"/>
                  </a:lnTo>
                  <a:lnTo>
                    <a:pt x="1967192" y="782100"/>
                  </a:lnTo>
                  <a:lnTo>
                    <a:pt x="1965985" y="782629"/>
                  </a:lnTo>
                  <a:lnTo>
                    <a:pt x="1965295" y="782931"/>
                  </a:lnTo>
                  <a:lnTo>
                    <a:pt x="1965123" y="783006"/>
                  </a:lnTo>
                  <a:lnTo>
                    <a:pt x="1964088" y="783460"/>
                  </a:lnTo>
                  <a:lnTo>
                    <a:pt x="1963744" y="783611"/>
                  </a:lnTo>
                  <a:lnTo>
                    <a:pt x="1962882" y="783988"/>
                  </a:lnTo>
                  <a:lnTo>
                    <a:pt x="1962364" y="784215"/>
                  </a:lnTo>
                  <a:lnTo>
                    <a:pt x="1959778" y="785348"/>
                  </a:lnTo>
                  <a:lnTo>
                    <a:pt x="1959089" y="785650"/>
                  </a:lnTo>
                  <a:lnTo>
                    <a:pt x="1958744" y="785801"/>
                  </a:lnTo>
                  <a:lnTo>
                    <a:pt x="1957882" y="786179"/>
                  </a:lnTo>
                  <a:lnTo>
                    <a:pt x="1957537" y="786330"/>
                  </a:lnTo>
                  <a:lnTo>
                    <a:pt x="1957020" y="786557"/>
                  </a:lnTo>
                  <a:lnTo>
                    <a:pt x="1956158" y="786935"/>
                  </a:lnTo>
                  <a:lnTo>
                    <a:pt x="1955813" y="787086"/>
                  </a:lnTo>
                  <a:lnTo>
                    <a:pt x="1955123" y="787388"/>
                  </a:lnTo>
                  <a:lnTo>
                    <a:pt x="1954606" y="787615"/>
                  </a:lnTo>
                  <a:lnTo>
                    <a:pt x="1954089" y="787841"/>
                  </a:lnTo>
                  <a:lnTo>
                    <a:pt x="1953227" y="788219"/>
                  </a:lnTo>
                  <a:lnTo>
                    <a:pt x="1953054" y="788295"/>
                  </a:lnTo>
                  <a:lnTo>
                    <a:pt x="1951503" y="788975"/>
                  </a:lnTo>
                  <a:lnTo>
                    <a:pt x="1951158" y="789126"/>
                  </a:lnTo>
                  <a:lnTo>
                    <a:pt x="1950813" y="789277"/>
                  </a:lnTo>
                  <a:lnTo>
                    <a:pt x="1947710" y="790637"/>
                  </a:lnTo>
                  <a:lnTo>
                    <a:pt x="1942192" y="793056"/>
                  </a:lnTo>
                  <a:lnTo>
                    <a:pt x="1940124" y="793963"/>
                  </a:lnTo>
                  <a:lnTo>
                    <a:pt x="1935124" y="796155"/>
                  </a:lnTo>
                  <a:lnTo>
                    <a:pt x="1930296" y="798272"/>
                  </a:lnTo>
                  <a:lnTo>
                    <a:pt x="1927710" y="799407"/>
                  </a:lnTo>
                  <a:lnTo>
                    <a:pt x="1921158" y="802280"/>
                  </a:lnTo>
                  <a:lnTo>
                    <a:pt x="1920296" y="802659"/>
                  </a:lnTo>
                  <a:lnTo>
                    <a:pt x="1896504" y="813100"/>
                  </a:lnTo>
                  <a:lnTo>
                    <a:pt x="1894607" y="813933"/>
                  </a:lnTo>
                  <a:lnTo>
                    <a:pt x="1820471" y="846522"/>
                  </a:lnTo>
                  <a:lnTo>
                    <a:pt x="1818230" y="847508"/>
                  </a:lnTo>
                  <a:lnTo>
                    <a:pt x="1816851" y="848115"/>
                  </a:lnTo>
                  <a:lnTo>
                    <a:pt x="1811851" y="850316"/>
                  </a:lnTo>
                  <a:lnTo>
                    <a:pt x="1807541" y="852214"/>
                  </a:lnTo>
                  <a:lnTo>
                    <a:pt x="1806506" y="852669"/>
                  </a:lnTo>
                  <a:lnTo>
                    <a:pt x="1806334" y="852745"/>
                  </a:lnTo>
                  <a:lnTo>
                    <a:pt x="1805989" y="852897"/>
                  </a:lnTo>
                  <a:lnTo>
                    <a:pt x="1805127" y="853277"/>
                  </a:lnTo>
                  <a:lnTo>
                    <a:pt x="1802886" y="854264"/>
                  </a:lnTo>
                  <a:lnTo>
                    <a:pt x="1801506" y="854871"/>
                  </a:lnTo>
                  <a:lnTo>
                    <a:pt x="1800127" y="855478"/>
                  </a:lnTo>
                  <a:lnTo>
                    <a:pt x="1797886" y="856465"/>
                  </a:lnTo>
                  <a:lnTo>
                    <a:pt x="1797541" y="856617"/>
                  </a:lnTo>
                  <a:lnTo>
                    <a:pt x="1797368" y="856693"/>
                  </a:lnTo>
                  <a:lnTo>
                    <a:pt x="1795644" y="857453"/>
                  </a:lnTo>
                  <a:lnTo>
                    <a:pt x="1794782" y="857832"/>
                  </a:lnTo>
                  <a:lnTo>
                    <a:pt x="1793575" y="858364"/>
                  </a:lnTo>
                  <a:lnTo>
                    <a:pt x="1792886" y="858668"/>
                  </a:lnTo>
                  <a:lnTo>
                    <a:pt x="1792713" y="858744"/>
                  </a:lnTo>
                  <a:lnTo>
                    <a:pt x="1791679" y="859199"/>
                  </a:lnTo>
                  <a:lnTo>
                    <a:pt x="1791334" y="859351"/>
                  </a:lnTo>
                  <a:lnTo>
                    <a:pt x="1790472" y="859731"/>
                  </a:lnTo>
                  <a:lnTo>
                    <a:pt x="1789955" y="859959"/>
                  </a:lnTo>
                  <a:lnTo>
                    <a:pt x="1787369" y="861098"/>
                  </a:lnTo>
                  <a:lnTo>
                    <a:pt x="1786679" y="861402"/>
                  </a:lnTo>
                  <a:lnTo>
                    <a:pt x="1786334" y="861554"/>
                  </a:lnTo>
                  <a:lnTo>
                    <a:pt x="1785472" y="861934"/>
                  </a:lnTo>
                  <a:lnTo>
                    <a:pt x="1785127" y="862086"/>
                  </a:lnTo>
                  <a:lnTo>
                    <a:pt x="1784610" y="862313"/>
                  </a:lnTo>
                  <a:lnTo>
                    <a:pt x="1783748" y="862693"/>
                  </a:lnTo>
                  <a:lnTo>
                    <a:pt x="1783403" y="862845"/>
                  </a:lnTo>
                  <a:lnTo>
                    <a:pt x="1782714" y="863149"/>
                  </a:lnTo>
                  <a:lnTo>
                    <a:pt x="1782196" y="863377"/>
                  </a:lnTo>
                  <a:lnTo>
                    <a:pt x="1781679" y="863605"/>
                  </a:lnTo>
                  <a:lnTo>
                    <a:pt x="1780817" y="863985"/>
                  </a:lnTo>
                  <a:lnTo>
                    <a:pt x="1780645" y="864061"/>
                  </a:lnTo>
                  <a:lnTo>
                    <a:pt x="1779093" y="864745"/>
                  </a:lnTo>
                  <a:lnTo>
                    <a:pt x="1778748" y="864897"/>
                  </a:lnTo>
                  <a:lnTo>
                    <a:pt x="1778403" y="865048"/>
                  </a:lnTo>
                  <a:lnTo>
                    <a:pt x="1775300" y="866416"/>
                  </a:lnTo>
                  <a:lnTo>
                    <a:pt x="1769783" y="868848"/>
                  </a:lnTo>
                  <a:lnTo>
                    <a:pt x="1767714" y="869760"/>
                  </a:lnTo>
                  <a:lnTo>
                    <a:pt x="1762714" y="871964"/>
                  </a:lnTo>
                  <a:lnTo>
                    <a:pt x="1757887" y="874093"/>
                  </a:lnTo>
                  <a:lnTo>
                    <a:pt x="1755301" y="875234"/>
                  </a:lnTo>
                  <a:lnTo>
                    <a:pt x="1748749" y="878123"/>
                  </a:lnTo>
                  <a:lnTo>
                    <a:pt x="1747887" y="878504"/>
                  </a:lnTo>
                  <a:lnTo>
                    <a:pt x="1724094" y="889003"/>
                  </a:lnTo>
                  <a:lnTo>
                    <a:pt x="1722198" y="889841"/>
                  </a:lnTo>
                  <a:lnTo>
                    <a:pt x="1648062" y="922611"/>
                  </a:lnTo>
                  <a:lnTo>
                    <a:pt x="1645821" y="923603"/>
                  </a:lnTo>
                  <a:lnTo>
                    <a:pt x="1644441" y="924214"/>
                  </a:lnTo>
                  <a:lnTo>
                    <a:pt x="1639441" y="926427"/>
                  </a:lnTo>
                  <a:lnTo>
                    <a:pt x="1635131" y="928335"/>
                  </a:lnTo>
                  <a:lnTo>
                    <a:pt x="1634097" y="928793"/>
                  </a:lnTo>
                  <a:lnTo>
                    <a:pt x="1633924" y="928869"/>
                  </a:lnTo>
                  <a:lnTo>
                    <a:pt x="1633579" y="929022"/>
                  </a:lnTo>
                  <a:lnTo>
                    <a:pt x="1632717" y="929404"/>
                  </a:lnTo>
                  <a:lnTo>
                    <a:pt x="1630476" y="930396"/>
                  </a:lnTo>
                  <a:lnTo>
                    <a:pt x="1629097" y="931007"/>
                  </a:lnTo>
                  <a:lnTo>
                    <a:pt x="1627718" y="931618"/>
                  </a:lnTo>
                  <a:lnTo>
                    <a:pt x="1625476" y="932611"/>
                  </a:lnTo>
                  <a:lnTo>
                    <a:pt x="1625131" y="932763"/>
                  </a:lnTo>
                  <a:lnTo>
                    <a:pt x="1624959" y="932840"/>
                  </a:lnTo>
                  <a:lnTo>
                    <a:pt x="1623235" y="933603"/>
                  </a:lnTo>
                  <a:lnTo>
                    <a:pt x="1622373" y="933985"/>
                  </a:lnTo>
                  <a:lnTo>
                    <a:pt x="1621166" y="934520"/>
                  </a:lnTo>
                  <a:lnTo>
                    <a:pt x="1620476" y="934825"/>
                  </a:lnTo>
                  <a:lnTo>
                    <a:pt x="1620304" y="934902"/>
                  </a:lnTo>
                  <a:lnTo>
                    <a:pt x="1619269" y="935360"/>
                  </a:lnTo>
                  <a:lnTo>
                    <a:pt x="1618925" y="935513"/>
                  </a:lnTo>
                  <a:lnTo>
                    <a:pt x="1618063" y="935894"/>
                  </a:lnTo>
                  <a:lnTo>
                    <a:pt x="1617545" y="936124"/>
                  </a:lnTo>
                  <a:lnTo>
                    <a:pt x="1614959" y="937269"/>
                  </a:lnTo>
                  <a:lnTo>
                    <a:pt x="1614270" y="937575"/>
                  </a:lnTo>
                  <a:lnTo>
                    <a:pt x="1613925" y="937728"/>
                  </a:lnTo>
                  <a:lnTo>
                    <a:pt x="1613063" y="938110"/>
                  </a:lnTo>
                  <a:lnTo>
                    <a:pt x="1612718" y="938262"/>
                  </a:lnTo>
                  <a:lnTo>
                    <a:pt x="1612201" y="938492"/>
                  </a:lnTo>
                  <a:lnTo>
                    <a:pt x="1611339" y="938873"/>
                  </a:lnTo>
                  <a:lnTo>
                    <a:pt x="1610994" y="939026"/>
                  </a:lnTo>
                  <a:lnTo>
                    <a:pt x="1610304" y="939332"/>
                  </a:lnTo>
                  <a:lnTo>
                    <a:pt x="1609787" y="939561"/>
                  </a:lnTo>
                  <a:lnTo>
                    <a:pt x="1609270" y="939790"/>
                  </a:lnTo>
                  <a:lnTo>
                    <a:pt x="1608408" y="940172"/>
                  </a:lnTo>
                  <a:lnTo>
                    <a:pt x="1608235" y="940249"/>
                  </a:lnTo>
                  <a:lnTo>
                    <a:pt x="1606684" y="940936"/>
                  </a:lnTo>
                  <a:lnTo>
                    <a:pt x="1606339" y="941089"/>
                  </a:lnTo>
                  <a:lnTo>
                    <a:pt x="1605994" y="941242"/>
                  </a:lnTo>
                  <a:lnTo>
                    <a:pt x="1602891" y="942617"/>
                  </a:lnTo>
                  <a:lnTo>
                    <a:pt x="1597373" y="945063"/>
                  </a:lnTo>
                  <a:lnTo>
                    <a:pt x="1595305" y="945980"/>
                  </a:lnTo>
                  <a:lnTo>
                    <a:pt x="1590305" y="948197"/>
                  </a:lnTo>
                  <a:lnTo>
                    <a:pt x="1585477" y="950338"/>
                  </a:lnTo>
                  <a:lnTo>
                    <a:pt x="1582891" y="951485"/>
                  </a:lnTo>
                  <a:lnTo>
                    <a:pt x="1576339" y="954391"/>
                  </a:lnTo>
                  <a:lnTo>
                    <a:pt x="1575477" y="954773"/>
                  </a:lnTo>
                  <a:lnTo>
                    <a:pt x="1551685" y="965332"/>
                  </a:lnTo>
                  <a:lnTo>
                    <a:pt x="1549788" y="966174"/>
                  </a:lnTo>
                  <a:lnTo>
                    <a:pt x="1475652" y="999131"/>
                  </a:lnTo>
                  <a:lnTo>
                    <a:pt x="1473411" y="1000128"/>
                  </a:lnTo>
                  <a:lnTo>
                    <a:pt x="1472032" y="1000742"/>
                  </a:lnTo>
                  <a:lnTo>
                    <a:pt x="1467032" y="1002968"/>
                  </a:lnTo>
                  <a:lnTo>
                    <a:pt x="1462722" y="1004887"/>
                  </a:lnTo>
                  <a:lnTo>
                    <a:pt x="1461687" y="1005348"/>
                  </a:lnTo>
                  <a:lnTo>
                    <a:pt x="1461515" y="1005425"/>
                  </a:lnTo>
                  <a:lnTo>
                    <a:pt x="1461170" y="1005578"/>
                  </a:lnTo>
                  <a:lnTo>
                    <a:pt x="1460308" y="1005962"/>
                  </a:lnTo>
                  <a:lnTo>
                    <a:pt x="1458067" y="1006960"/>
                  </a:lnTo>
                  <a:lnTo>
                    <a:pt x="1456687" y="1007574"/>
                  </a:lnTo>
                  <a:lnTo>
                    <a:pt x="1455308" y="1008189"/>
                  </a:lnTo>
                  <a:lnTo>
                    <a:pt x="1453067" y="1009187"/>
                  </a:lnTo>
                  <a:lnTo>
                    <a:pt x="1452722" y="1009341"/>
                  </a:lnTo>
                  <a:lnTo>
                    <a:pt x="1452549" y="1009417"/>
                  </a:lnTo>
                  <a:lnTo>
                    <a:pt x="1450825" y="1010185"/>
                  </a:lnTo>
                  <a:lnTo>
                    <a:pt x="1449963" y="1010569"/>
                  </a:lnTo>
                  <a:lnTo>
                    <a:pt x="1448756" y="1011107"/>
                  </a:lnTo>
                  <a:lnTo>
                    <a:pt x="1448067" y="1011414"/>
                  </a:lnTo>
                  <a:lnTo>
                    <a:pt x="1447894" y="1011491"/>
                  </a:lnTo>
                  <a:lnTo>
                    <a:pt x="1446860" y="1011952"/>
                  </a:lnTo>
                  <a:lnTo>
                    <a:pt x="1446515" y="1012106"/>
                  </a:lnTo>
                  <a:lnTo>
                    <a:pt x="1445653" y="1012490"/>
                  </a:lnTo>
                  <a:lnTo>
                    <a:pt x="1445136" y="1012720"/>
                  </a:lnTo>
                  <a:lnTo>
                    <a:pt x="1442550" y="1013872"/>
                  </a:lnTo>
                  <a:lnTo>
                    <a:pt x="1441860" y="1014180"/>
                  </a:lnTo>
                  <a:lnTo>
                    <a:pt x="1441515" y="1014333"/>
                  </a:lnTo>
                  <a:lnTo>
                    <a:pt x="1440653" y="1014717"/>
                  </a:lnTo>
                  <a:lnTo>
                    <a:pt x="1440308" y="1014871"/>
                  </a:lnTo>
                  <a:lnTo>
                    <a:pt x="1439791" y="1015101"/>
                  </a:lnTo>
                  <a:lnTo>
                    <a:pt x="1438929" y="1015486"/>
                  </a:lnTo>
                  <a:lnTo>
                    <a:pt x="1438584" y="1015639"/>
                  </a:lnTo>
                  <a:lnTo>
                    <a:pt x="1437895" y="1015947"/>
                  </a:lnTo>
                  <a:lnTo>
                    <a:pt x="1437377" y="1016177"/>
                  </a:lnTo>
                  <a:lnTo>
                    <a:pt x="1436860" y="1016408"/>
                  </a:lnTo>
                  <a:lnTo>
                    <a:pt x="1435998" y="1016792"/>
                  </a:lnTo>
                  <a:lnTo>
                    <a:pt x="1435826" y="1016869"/>
                  </a:lnTo>
                  <a:lnTo>
                    <a:pt x="1434274" y="1017560"/>
                  </a:lnTo>
                  <a:lnTo>
                    <a:pt x="1433929" y="1017714"/>
                  </a:lnTo>
                  <a:lnTo>
                    <a:pt x="1433584" y="1017868"/>
                  </a:lnTo>
                  <a:lnTo>
                    <a:pt x="1430481" y="1019251"/>
                  </a:lnTo>
                  <a:lnTo>
                    <a:pt x="1424964" y="1021710"/>
                  </a:lnTo>
                  <a:lnTo>
                    <a:pt x="1422895" y="1022633"/>
                  </a:lnTo>
                  <a:lnTo>
                    <a:pt x="1417895" y="1024862"/>
                  </a:lnTo>
                  <a:lnTo>
                    <a:pt x="1413068" y="1027015"/>
                  </a:lnTo>
                  <a:lnTo>
                    <a:pt x="1410482" y="1028168"/>
                  </a:lnTo>
                  <a:lnTo>
                    <a:pt x="1403930" y="1031091"/>
                  </a:lnTo>
                  <a:lnTo>
                    <a:pt x="1403068" y="1031475"/>
                  </a:lnTo>
                  <a:lnTo>
                    <a:pt x="1379275" y="1042095"/>
                  </a:lnTo>
                  <a:lnTo>
                    <a:pt x="1377379" y="1042941"/>
                  </a:lnTo>
                  <a:lnTo>
                    <a:pt x="1303243" y="1076084"/>
                  </a:lnTo>
                  <a:lnTo>
                    <a:pt x="1301002" y="1077088"/>
                  </a:lnTo>
                  <a:lnTo>
                    <a:pt x="1299622" y="1077705"/>
                  </a:lnTo>
                  <a:lnTo>
                    <a:pt x="1294622" y="1079943"/>
                  </a:lnTo>
                  <a:lnTo>
                    <a:pt x="1290312" y="1081873"/>
                  </a:lnTo>
                  <a:lnTo>
                    <a:pt x="1289278" y="1082336"/>
                  </a:lnTo>
                  <a:lnTo>
                    <a:pt x="1289105" y="1082414"/>
                  </a:lnTo>
                  <a:lnTo>
                    <a:pt x="1288760" y="1082568"/>
                  </a:lnTo>
                  <a:lnTo>
                    <a:pt x="1287898" y="1082954"/>
                  </a:lnTo>
                  <a:lnTo>
                    <a:pt x="1285657" y="1083958"/>
                  </a:lnTo>
                  <a:lnTo>
                    <a:pt x="1284278" y="1084575"/>
                  </a:lnTo>
                  <a:lnTo>
                    <a:pt x="1282899" y="1085193"/>
                  </a:lnTo>
                  <a:lnTo>
                    <a:pt x="1280657" y="1086197"/>
                  </a:lnTo>
                  <a:lnTo>
                    <a:pt x="1280312" y="1086352"/>
                  </a:lnTo>
                  <a:lnTo>
                    <a:pt x="1280140" y="1086429"/>
                  </a:lnTo>
                  <a:lnTo>
                    <a:pt x="1278416" y="1087201"/>
                  </a:lnTo>
                  <a:lnTo>
                    <a:pt x="1277554" y="1087587"/>
                  </a:lnTo>
                  <a:lnTo>
                    <a:pt x="1276347" y="1088128"/>
                  </a:lnTo>
                  <a:lnTo>
                    <a:pt x="1275657" y="1088437"/>
                  </a:lnTo>
                  <a:lnTo>
                    <a:pt x="1275485" y="1088514"/>
                  </a:lnTo>
                  <a:lnTo>
                    <a:pt x="1274450" y="1088978"/>
                  </a:lnTo>
                  <a:lnTo>
                    <a:pt x="1274106" y="1089132"/>
                  </a:lnTo>
                  <a:lnTo>
                    <a:pt x="1273244" y="1089518"/>
                  </a:lnTo>
                  <a:lnTo>
                    <a:pt x="1272726" y="1089750"/>
                  </a:lnTo>
                  <a:lnTo>
                    <a:pt x="1270140" y="1090909"/>
                  </a:lnTo>
                  <a:lnTo>
                    <a:pt x="1269451" y="1091218"/>
                  </a:lnTo>
                  <a:lnTo>
                    <a:pt x="1269106" y="1091372"/>
                  </a:lnTo>
                  <a:lnTo>
                    <a:pt x="1268244" y="1091758"/>
                  </a:lnTo>
                  <a:lnTo>
                    <a:pt x="1267899" y="1091913"/>
                  </a:lnTo>
                  <a:lnTo>
                    <a:pt x="1267382" y="1092145"/>
                  </a:lnTo>
                  <a:lnTo>
                    <a:pt x="1266520" y="1092531"/>
                  </a:lnTo>
                  <a:lnTo>
                    <a:pt x="1266175" y="1092686"/>
                  </a:lnTo>
                  <a:lnTo>
                    <a:pt x="1265485" y="1092995"/>
                  </a:lnTo>
                  <a:lnTo>
                    <a:pt x="1264968" y="1093226"/>
                  </a:lnTo>
                  <a:lnTo>
                    <a:pt x="1264451" y="1093458"/>
                  </a:lnTo>
                  <a:lnTo>
                    <a:pt x="1263589" y="1093845"/>
                  </a:lnTo>
                  <a:lnTo>
                    <a:pt x="1263416" y="1093922"/>
                  </a:lnTo>
                  <a:lnTo>
                    <a:pt x="1261865" y="1094617"/>
                  </a:lnTo>
                  <a:lnTo>
                    <a:pt x="1261520" y="1094772"/>
                  </a:lnTo>
                  <a:lnTo>
                    <a:pt x="1261175" y="1094926"/>
                  </a:lnTo>
                  <a:lnTo>
                    <a:pt x="1258072" y="1096317"/>
                  </a:lnTo>
                  <a:lnTo>
                    <a:pt x="1252554" y="1098791"/>
                  </a:lnTo>
                  <a:lnTo>
                    <a:pt x="1250486" y="1099718"/>
                  </a:lnTo>
                  <a:lnTo>
                    <a:pt x="1245486" y="1101960"/>
                  </a:lnTo>
                  <a:lnTo>
                    <a:pt x="1240658" y="1104125"/>
                  </a:lnTo>
                  <a:lnTo>
                    <a:pt x="1238072" y="1105285"/>
                  </a:lnTo>
                  <a:lnTo>
                    <a:pt x="1231521" y="1108224"/>
                  </a:lnTo>
                  <a:lnTo>
                    <a:pt x="1230658" y="1108610"/>
                  </a:lnTo>
                  <a:lnTo>
                    <a:pt x="1206866" y="1119289"/>
                  </a:lnTo>
                  <a:lnTo>
                    <a:pt x="1204969" y="1120140"/>
                  </a:lnTo>
                  <a:lnTo>
                    <a:pt x="1130833" y="1153466"/>
                  </a:lnTo>
                  <a:lnTo>
                    <a:pt x="1128592" y="1154474"/>
                  </a:lnTo>
                  <a:lnTo>
                    <a:pt x="1127213" y="1155095"/>
                  </a:lnTo>
                  <a:lnTo>
                    <a:pt x="1122213" y="1157346"/>
                  </a:lnTo>
                  <a:lnTo>
                    <a:pt x="1117903" y="1159286"/>
                  </a:lnTo>
                  <a:lnTo>
                    <a:pt x="1116868" y="1159752"/>
                  </a:lnTo>
                  <a:lnTo>
                    <a:pt x="1116696" y="1159830"/>
                  </a:lnTo>
                  <a:lnTo>
                    <a:pt x="1116351" y="1159985"/>
                  </a:lnTo>
                  <a:lnTo>
                    <a:pt x="1115489" y="1160373"/>
                  </a:lnTo>
                  <a:lnTo>
                    <a:pt x="1113248" y="1161382"/>
                  </a:lnTo>
                  <a:lnTo>
                    <a:pt x="1111868" y="1162003"/>
                  </a:lnTo>
                  <a:lnTo>
                    <a:pt x="1110489" y="1162624"/>
                  </a:lnTo>
                  <a:lnTo>
                    <a:pt x="1108248" y="1163634"/>
                  </a:lnTo>
                  <a:lnTo>
                    <a:pt x="1107903" y="1163789"/>
                  </a:lnTo>
                  <a:lnTo>
                    <a:pt x="1107730" y="1163867"/>
                  </a:lnTo>
                  <a:lnTo>
                    <a:pt x="1106006" y="1164643"/>
                  </a:lnTo>
                  <a:lnTo>
                    <a:pt x="1105144" y="1165031"/>
                  </a:lnTo>
                  <a:lnTo>
                    <a:pt x="1103937" y="1165575"/>
                  </a:lnTo>
                  <a:lnTo>
                    <a:pt x="1103248" y="1165886"/>
                  </a:lnTo>
                  <a:lnTo>
                    <a:pt x="1103075" y="1165963"/>
                  </a:lnTo>
                  <a:lnTo>
                    <a:pt x="1102041" y="1166429"/>
                  </a:lnTo>
                  <a:lnTo>
                    <a:pt x="1101696" y="1166585"/>
                  </a:lnTo>
                  <a:lnTo>
                    <a:pt x="1100834" y="1166973"/>
                  </a:lnTo>
                  <a:lnTo>
                    <a:pt x="1100317" y="1167206"/>
                  </a:lnTo>
                  <a:lnTo>
                    <a:pt x="1097731" y="1168371"/>
                  </a:lnTo>
                  <a:lnTo>
                    <a:pt x="1097041" y="1168682"/>
                  </a:lnTo>
                  <a:lnTo>
                    <a:pt x="1096696" y="1168837"/>
                  </a:lnTo>
                  <a:lnTo>
                    <a:pt x="1095834" y="1169225"/>
                  </a:lnTo>
                  <a:lnTo>
                    <a:pt x="1095489" y="1169381"/>
                  </a:lnTo>
                  <a:lnTo>
                    <a:pt x="1094972" y="1169614"/>
                  </a:lnTo>
                  <a:lnTo>
                    <a:pt x="1094110" y="1170002"/>
                  </a:lnTo>
                  <a:lnTo>
                    <a:pt x="1093765" y="1170157"/>
                  </a:lnTo>
                  <a:lnTo>
                    <a:pt x="1093076" y="1170468"/>
                  </a:lnTo>
                  <a:lnTo>
                    <a:pt x="1092558" y="1170701"/>
                  </a:lnTo>
                  <a:lnTo>
                    <a:pt x="1092041" y="1170934"/>
                  </a:lnTo>
                  <a:lnTo>
                    <a:pt x="1091179" y="1171323"/>
                  </a:lnTo>
                  <a:lnTo>
                    <a:pt x="1091007" y="1171400"/>
                  </a:lnTo>
                  <a:lnTo>
                    <a:pt x="1089455" y="1172100"/>
                  </a:lnTo>
                  <a:lnTo>
                    <a:pt x="1089110" y="1172255"/>
                  </a:lnTo>
                  <a:lnTo>
                    <a:pt x="1088765" y="1172410"/>
                  </a:lnTo>
                  <a:lnTo>
                    <a:pt x="1085662" y="1173809"/>
                  </a:lnTo>
                  <a:lnTo>
                    <a:pt x="1080145" y="1176295"/>
                  </a:lnTo>
                  <a:lnTo>
                    <a:pt x="1078076" y="1177228"/>
                  </a:lnTo>
                  <a:lnTo>
                    <a:pt x="1073076" y="1179482"/>
                  </a:lnTo>
                  <a:lnTo>
                    <a:pt x="1068249" y="1181659"/>
                  </a:lnTo>
                  <a:lnTo>
                    <a:pt x="1065663" y="1182825"/>
                  </a:lnTo>
                  <a:lnTo>
                    <a:pt x="1059111" y="1185779"/>
                  </a:lnTo>
                  <a:lnTo>
                    <a:pt x="1058249" y="1186168"/>
                  </a:lnTo>
                  <a:lnTo>
                    <a:pt x="1034456" y="1196903"/>
                  </a:lnTo>
                  <a:lnTo>
                    <a:pt x="1032560" y="1197759"/>
                  </a:lnTo>
                  <a:lnTo>
                    <a:pt x="958424" y="1231261"/>
                  </a:lnTo>
                  <a:lnTo>
                    <a:pt x="956183" y="1232275"/>
                  </a:lnTo>
                  <a:lnTo>
                    <a:pt x="954803" y="1232899"/>
                  </a:lnTo>
                  <a:lnTo>
                    <a:pt x="949803" y="1235161"/>
                  </a:lnTo>
                  <a:lnTo>
                    <a:pt x="945493" y="1237112"/>
                  </a:lnTo>
                  <a:lnTo>
                    <a:pt x="944459" y="1237580"/>
                  </a:lnTo>
                  <a:lnTo>
                    <a:pt x="944286" y="1237658"/>
                  </a:lnTo>
                  <a:lnTo>
                    <a:pt x="943941" y="1237814"/>
                  </a:lnTo>
                  <a:lnTo>
                    <a:pt x="943079" y="1238204"/>
                  </a:lnTo>
                  <a:lnTo>
                    <a:pt x="940838" y="1239218"/>
                  </a:lnTo>
                  <a:lnTo>
                    <a:pt x="939459" y="1239843"/>
                  </a:lnTo>
                  <a:lnTo>
                    <a:pt x="938080" y="1240467"/>
                  </a:lnTo>
                  <a:lnTo>
                    <a:pt x="935838" y="1241481"/>
                  </a:lnTo>
                  <a:lnTo>
                    <a:pt x="935493" y="1241638"/>
                  </a:lnTo>
                  <a:lnTo>
                    <a:pt x="935321" y="1241716"/>
                  </a:lnTo>
                  <a:lnTo>
                    <a:pt x="933597" y="1242496"/>
                  </a:lnTo>
                  <a:lnTo>
                    <a:pt x="932735" y="1242886"/>
                  </a:lnTo>
                  <a:lnTo>
                    <a:pt x="931528" y="1243433"/>
                  </a:lnTo>
                  <a:lnTo>
                    <a:pt x="930838" y="1243745"/>
                  </a:lnTo>
                  <a:lnTo>
                    <a:pt x="930666" y="1243823"/>
                  </a:lnTo>
                  <a:lnTo>
                    <a:pt x="929631" y="1244291"/>
                  </a:lnTo>
                  <a:lnTo>
                    <a:pt x="929287" y="1244448"/>
                  </a:lnTo>
                  <a:lnTo>
                    <a:pt x="928425" y="1244838"/>
                  </a:lnTo>
                  <a:lnTo>
                    <a:pt x="927907" y="1245072"/>
                  </a:lnTo>
                  <a:lnTo>
                    <a:pt x="925321" y="1246243"/>
                  </a:lnTo>
                  <a:lnTo>
                    <a:pt x="924632" y="1246555"/>
                  </a:lnTo>
                  <a:lnTo>
                    <a:pt x="924287" y="1246711"/>
                  </a:lnTo>
                  <a:lnTo>
                    <a:pt x="923425" y="1247102"/>
                  </a:lnTo>
                  <a:lnTo>
                    <a:pt x="923080" y="1247258"/>
                  </a:lnTo>
                  <a:lnTo>
                    <a:pt x="922563" y="1247492"/>
                  </a:lnTo>
                  <a:lnTo>
                    <a:pt x="921701" y="1247883"/>
                  </a:lnTo>
                  <a:lnTo>
                    <a:pt x="921356" y="1248039"/>
                  </a:lnTo>
                  <a:lnTo>
                    <a:pt x="920666" y="1248351"/>
                  </a:lnTo>
                  <a:lnTo>
                    <a:pt x="920149" y="1248585"/>
                  </a:lnTo>
                  <a:lnTo>
                    <a:pt x="919632" y="1248820"/>
                  </a:lnTo>
                  <a:lnTo>
                    <a:pt x="918770" y="1249210"/>
                  </a:lnTo>
                  <a:lnTo>
                    <a:pt x="918597" y="1249288"/>
                  </a:lnTo>
                  <a:lnTo>
                    <a:pt x="917046" y="1249991"/>
                  </a:lnTo>
                  <a:lnTo>
                    <a:pt x="916701" y="1250147"/>
                  </a:lnTo>
                  <a:lnTo>
                    <a:pt x="916356" y="1250303"/>
                  </a:lnTo>
                  <a:lnTo>
                    <a:pt x="913253" y="1251709"/>
                  </a:lnTo>
                  <a:lnTo>
                    <a:pt x="907735" y="1254208"/>
                  </a:lnTo>
                  <a:lnTo>
                    <a:pt x="905667" y="1255146"/>
                  </a:lnTo>
                  <a:lnTo>
                    <a:pt x="900667" y="1257411"/>
                  </a:lnTo>
                  <a:lnTo>
                    <a:pt x="895839" y="1259599"/>
                  </a:lnTo>
                  <a:lnTo>
                    <a:pt x="893253" y="1260771"/>
                  </a:lnTo>
                  <a:lnTo>
                    <a:pt x="886702" y="1263740"/>
                  </a:lnTo>
                  <a:lnTo>
                    <a:pt x="885839" y="1264131"/>
                  </a:lnTo>
                  <a:lnTo>
                    <a:pt x="862047" y="1274921"/>
                  </a:lnTo>
                  <a:lnTo>
                    <a:pt x="860150" y="1275781"/>
                  </a:lnTo>
                  <a:lnTo>
                    <a:pt x="786014" y="1309448"/>
                  </a:lnTo>
                  <a:lnTo>
                    <a:pt x="783773" y="1310467"/>
                  </a:lnTo>
                  <a:lnTo>
                    <a:pt x="782394" y="1311094"/>
                  </a:lnTo>
                  <a:lnTo>
                    <a:pt x="777394" y="1313367"/>
                  </a:lnTo>
                  <a:lnTo>
                    <a:pt x="773084" y="1315327"/>
                  </a:lnTo>
                  <a:lnTo>
                    <a:pt x="772049" y="1315797"/>
                  </a:lnTo>
                  <a:lnTo>
                    <a:pt x="771877" y="1315876"/>
                  </a:lnTo>
                  <a:lnTo>
                    <a:pt x="771532" y="1316032"/>
                  </a:lnTo>
                  <a:lnTo>
                    <a:pt x="770670" y="1316425"/>
                  </a:lnTo>
                  <a:lnTo>
                    <a:pt x="768429" y="1317444"/>
                  </a:lnTo>
                  <a:lnTo>
                    <a:pt x="767049" y="1318071"/>
                  </a:lnTo>
                  <a:lnTo>
                    <a:pt x="765670" y="1318698"/>
                  </a:lnTo>
                  <a:lnTo>
                    <a:pt x="763429" y="1319718"/>
                  </a:lnTo>
                  <a:lnTo>
                    <a:pt x="763084" y="1319875"/>
                  </a:lnTo>
                  <a:lnTo>
                    <a:pt x="762912" y="1319953"/>
                  </a:lnTo>
                  <a:lnTo>
                    <a:pt x="761187" y="1320737"/>
                  </a:lnTo>
                  <a:lnTo>
                    <a:pt x="760325" y="1321130"/>
                  </a:lnTo>
                  <a:lnTo>
                    <a:pt x="759119" y="1321679"/>
                  </a:lnTo>
                  <a:lnTo>
                    <a:pt x="758429" y="1321992"/>
                  </a:lnTo>
                  <a:lnTo>
                    <a:pt x="758256" y="1322071"/>
                  </a:lnTo>
                  <a:lnTo>
                    <a:pt x="757222" y="1322541"/>
                  </a:lnTo>
                  <a:lnTo>
                    <a:pt x="756877" y="1322698"/>
                  </a:lnTo>
                  <a:lnTo>
                    <a:pt x="756015" y="1323090"/>
                  </a:lnTo>
                  <a:lnTo>
                    <a:pt x="755498" y="1323326"/>
                  </a:lnTo>
                  <a:lnTo>
                    <a:pt x="752912" y="1324502"/>
                  </a:lnTo>
                  <a:lnTo>
                    <a:pt x="752222" y="1324816"/>
                  </a:lnTo>
                  <a:lnTo>
                    <a:pt x="751877" y="1324973"/>
                  </a:lnTo>
                  <a:lnTo>
                    <a:pt x="751015" y="1325365"/>
                  </a:lnTo>
                  <a:lnTo>
                    <a:pt x="750670" y="1325522"/>
                  </a:lnTo>
                  <a:lnTo>
                    <a:pt x="750153" y="1325757"/>
                  </a:lnTo>
                  <a:lnTo>
                    <a:pt x="749291" y="1326150"/>
                  </a:lnTo>
                  <a:lnTo>
                    <a:pt x="748946" y="1326307"/>
                  </a:lnTo>
                  <a:lnTo>
                    <a:pt x="748257" y="1326620"/>
                  </a:lnTo>
                  <a:lnTo>
                    <a:pt x="747739" y="1326856"/>
                  </a:lnTo>
                  <a:lnTo>
                    <a:pt x="747222" y="1327091"/>
                  </a:lnTo>
                  <a:lnTo>
                    <a:pt x="746360" y="1327483"/>
                  </a:lnTo>
                  <a:lnTo>
                    <a:pt x="746188" y="1327562"/>
                  </a:lnTo>
                  <a:lnTo>
                    <a:pt x="744636" y="1328268"/>
                  </a:lnTo>
                  <a:lnTo>
                    <a:pt x="744291" y="1328425"/>
                  </a:lnTo>
                  <a:lnTo>
                    <a:pt x="743946" y="1328582"/>
                  </a:lnTo>
                  <a:lnTo>
                    <a:pt x="740843" y="1329994"/>
                  </a:lnTo>
                  <a:lnTo>
                    <a:pt x="735326" y="1332505"/>
                  </a:lnTo>
                  <a:lnTo>
                    <a:pt x="733257" y="1333447"/>
                  </a:lnTo>
                  <a:lnTo>
                    <a:pt x="728257" y="1335723"/>
                  </a:lnTo>
                  <a:lnTo>
                    <a:pt x="723430" y="1337921"/>
                  </a:lnTo>
                  <a:lnTo>
                    <a:pt x="720844" y="1339099"/>
                  </a:lnTo>
                  <a:lnTo>
                    <a:pt x="714292" y="1342083"/>
                  </a:lnTo>
                  <a:lnTo>
                    <a:pt x="713430" y="1342475"/>
                  </a:lnTo>
                  <a:lnTo>
                    <a:pt x="689637" y="1353315"/>
                  </a:lnTo>
                  <a:lnTo>
                    <a:pt x="687741" y="1354180"/>
                  </a:lnTo>
                  <a:lnTo>
                    <a:pt x="613605" y="1388000"/>
                  </a:lnTo>
                  <a:lnTo>
                    <a:pt x="611364" y="1389023"/>
                  </a:lnTo>
                  <a:lnTo>
                    <a:pt x="609984" y="1389653"/>
                  </a:lnTo>
                  <a:lnTo>
                    <a:pt x="604984" y="1391937"/>
                  </a:lnTo>
                  <a:lnTo>
                    <a:pt x="600674" y="1393905"/>
                  </a:lnTo>
                  <a:lnTo>
                    <a:pt x="599640" y="1394378"/>
                  </a:lnTo>
                  <a:lnTo>
                    <a:pt x="599467" y="1394456"/>
                  </a:lnTo>
                  <a:lnTo>
                    <a:pt x="599122" y="1394614"/>
                  </a:lnTo>
                  <a:lnTo>
                    <a:pt x="598260" y="1395008"/>
                  </a:lnTo>
                  <a:lnTo>
                    <a:pt x="596019" y="1396032"/>
                  </a:lnTo>
                  <a:lnTo>
                    <a:pt x="594640" y="1396662"/>
                  </a:lnTo>
                  <a:lnTo>
                    <a:pt x="593261" y="1397292"/>
                  </a:lnTo>
                  <a:lnTo>
                    <a:pt x="591019" y="1398316"/>
                  </a:lnTo>
                  <a:lnTo>
                    <a:pt x="590674" y="1398473"/>
                  </a:lnTo>
                  <a:lnTo>
                    <a:pt x="590502" y="1398552"/>
                  </a:lnTo>
                  <a:lnTo>
                    <a:pt x="588778" y="1399340"/>
                  </a:lnTo>
                  <a:lnTo>
                    <a:pt x="587916" y="1399734"/>
                  </a:lnTo>
                  <a:lnTo>
                    <a:pt x="586709" y="1400285"/>
                  </a:lnTo>
                  <a:lnTo>
                    <a:pt x="586019" y="1400600"/>
                  </a:lnTo>
                  <a:lnTo>
                    <a:pt x="585847" y="1400679"/>
                  </a:lnTo>
                  <a:lnTo>
                    <a:pt x="584813" y="1401152"/>
                  </a:lnTo>
                  <a:lnTo>
                    <a:pt x="584468" y="1401309"/>
                  </a:lnTo>
                  <a:lnTo>
                    <a:pt x="583606" y="1401703"/>
                  </a:lnTo>
                  <a:lnTo>
                    <a:pt x="583088" y="1401939"/>
                  </a:lnTo>
                  <a:lnTo>
                    <a:pt x="580502" y="1403121"/>
                  </a:lnTo>
                  <a:lnTo>
                    <a:pt x="579813" y="1403436"/>
                  </a:lnTo>
                  <a:lnTo>
                    <a:pt x="579468" y="1403594"/>
                  </a:lnTo>
                  <a:lnTo>
                    <a:pt x="578606" y="1403988"/>
                  </a:lnTo>
                  <a:lnTo>
                    <a:pt x="578261" y="1404145"/>
                  </a:lnTo>
                  <a:lnTo>
                    <a:pt x="577744" y="1404382"/>
                  </a:lnTo>
                  <a:lnTo>
                    <a:pt x="576882" y="1404776"/>
                  </a:lnTo>
                  <a:lnTo>
                    <a:pt x="576537" y="1404933"/>
                  </a:lnTo>
                  <a:lnTo>
                    <a:pt x="575847" y="1405249"/>
                  </a:lnTo>
                  <a:lnTo>
                    <a:pt x="575330" y="1405485"/>
                  </a:lnTo>
                  <a:lnTo>
                    <a:pt x="574813" y="1405721"/>
                  </a:lnTo>
                  <a:lnTo>
                    <a:pt x="573951" y="1406115"/>
                  </a:lnTo>
                  <a:lnTo>
                    <a:pt x="573778" y="1406194"/>
                  </a:lnTo>
                  <a:lnTo>
                    <a:pt x="572227" y="1406903"/>
                  </a:lnTo>
                  <a:lnTo>
                    <a:pt x="571882" y="1407061"/>
                  </a:lnTo>
                  <a:lnTo>
                    <a:pt x="571537" y="1407219"/>
                  </a:lnTo>
                  <a:lnTo>
                    <a:pt x="568434" y="1408637"/>
                  </a:lnTo>
                  <a:lnTo>
                    <a:pt x="562916" y="1411159"/>
                  </a:lnTo>
                  <a:lnTo>
                    <a:pt x="560848" y="1412105"/>
                  </a:lnTo>
                  <a:lnTo>
                    <a:pt x="555848" y="1414391"/>
                  </a:lnTo>
                  <a:lnTo>
                    <a:pt x="551020" y="1416599"/>
                  </a:lnTo>
                  <a:lnTo>
                    <a:pt x="548434" y="1417781"/>
                  </a:lnTo>
                  <a:lnTo>
                    <a:pt x="541883" y="1420778"/>
                  </a:lnTo>
                  <a:lnTo>
                    <a:pt x="541020" y="1421172"/>
                  </a:lnTo>
                  <a:lnTo>
                    <a:pt x="517228" y="1432058"/>
                  </a:lnTo>
                  <a:lnTo>
                    <a:pt x="515331" y="1432926"/>
                  </a:lnTo>
                  <a:lnTo>
                    <a:pt x="441195" y="1466887"/>
                  </a:lnTo>
                  <a:lnTo>
                    <a:pt x="438954" y="1467915"/>
                  </a:lnTo>
                  <a:lnTo>
                    <a:pt x="437575" y="1468547"/>
                  </a:lnTo>
                  <a:lnTo>
                    <a:pt x="432575" y="1470840"/>
                  </a:lnTo>
                  <a:lnTo>
                    <a:pt x="428265" y="1472816"/>
                  </a:lnTo>
                  <a:lnTo>
                    <a:pt x="427230" y="1473291"/>
                  </a:lnTo>
                  <a:lnTo>
                    <a:pt x="427058" y="1473370"/>
                  </a:lnTo>
                  <a:lnTo>
                    <a:pt x="426713" y="1473528"/>
                  </a:lnTo>
                  <a:lnTo>
                    <a:pt x="425851" y="1473923"/>
                  </a:lnTo>
                  <a:lnTo>
                    <a:pt x="423610" y="1474951"/>
                  </a:lnTo>
                  <a:lnTo>
                    <a:pt x="422230" y="1475584"/>
                  </a:lnTo>
                  <a:lnTo>
                    <a:pt x="420851" y="1476216"/>
                  </a:lnTo>
                  <a:lnTo>
                    <a:pt x="418610" y="1477244"/>
                  </a:lnTo>
                  <a:lnTo>
                    <a:pt x="418265" y="1477403"/>
                  </a:lnTo>
                  <a:lnTo>
                    <a:pt x="418093" y="1477482"/>
                  </a:lnTo>
                  <a:lnTo>
                    <a:pt x="416368" y="1478272"/>
                  </a:lnTo>
                  <a:lnTo>
                    <a:pt x="415506" y="1478668"/>
                  </a:lnTo>
                  <a:lnTo>
                    <a:pt x="414300" y="1479222"/>
                  </a:lnTo>
                  <a:lnTo>
                    <a:pt x="413610" y="1479538"/>
                  </a:lnTo>
                  <a:lnTo>
                    <a:pt x="413437" y="1479617"/>
                  </a:lnTo>
                  <a:lnTo>
                    <a:pt x="412403" y="1480092"/>
                  </a:lnTo>
                  <a:lnTo>
                    <a:pt x="412058" y="1480250"/>
                  </a:lnTo>
                  <a:lnTo>
                    <a:pt x="411196" y="1480645"/>
                  </a:lnTo>
                  <a:lnTo>
                    <a:pt x="410679" y="1480883"/>
                  </a:lnTo>
                  <a:lnTo>
                    <a:pt x="408093" y="1482069"/>
                  </a:lnTo>
                  <a:lnTo>
                    <a:pt x="407403" y="1482385"/>
                  </a:lnTo>
                  <a:lnTo>
                    <a:pt x="407058" y="1482544"/>
                  </a:lnTo>
                  <a:lnTo>
                    <a:pt x="406196" y="1482939"/>
                  </a:lnTo>
                  <a:lnTo>
                    <a:pt x="405851" y="1483097"/>
                  </a:lnTo>
                  <a:lnTo>
                    <a:pt x="405334" y="1483335"/>
                  </a:lnTo>
                  <a:lnTo>
                    <a:pt x="404472" y="1483730"/>
                  </a:lnTo>
                  <a:lnTo>
                    <a:pt x="404127" y="1483888"/>
                  </a:lnTo>
                  <a:lnTo>
                    <a:pt x="403438" y="1484205"/>
                  </a:lnTo>
                  <a:lnTo>
                    <a:pt x="402920" y="1484442"/>
                  </a:lnTo>
                  <a:lnTo>
                    <a:pt x="402403" y="1484680"/>
                  </a:lnTo>
                  <a:lnTo>
                    <a:pt x="401541" y="1485075"/>
                  </a:lnTo>
                  <a:lnTo>
                    <a:pt x="401369" y="1485154"/>
                  </a:lnTo>
                  <a:lnTo>
                    <a:pt x="399817" y="1485866"/>
                  </a:lnTo>
                  <a:lnTo>
                    <a:pt x="399472" y="1486025"/>
                  </a:lnTo>
                  <a:lnTo>
                    <a:pt x="399127" y="1486183"/>
                  </a:lnTo>
                  <a:lnTo>
                    <a:pt x="396024" y="1487607"/>
                  </a:lnTo>
                  <a:lnTo>
                    <a:pt x="390507" y="1490139"/>
                  </a:lnTo>
                  <a:lnTo>
                    <a:pt x="388438" y="1491089"/>
                  </a:lnTo>
                  <a:lnTo>
                    <a:pt x="383438" y="1493384"/>
                  </a:lnTo>
                  <a:lnTo>
                    <a:pt x="378611" y="1495600"/>
                  </a:lnTo>
                  <a:lnTo>
                    <a:pt x="376025" y="1496787"/>
                  </a:lnTo>
                  <a:lnTo>
                    <a:pt x="369473" y="1499795"/>
                  </a:lnTo>
                  <a:lnTo>
                    <a:pt x="368611" y="1500191"/>
                  </a:lnTo>
                  <a:lnTo>
                    <a:pt x="344818" y="1511119"/>
                  </a:lnTo>
                  <a:lnTo>
                    <a:pt x="342922" y="1511991"/>
                  </a:lnTo>
                  <a:lnTo>
                    <a:pt x="268786" y="1546078"/>
                  </a:lnTo>
                  <a:lnTo>
                    <a:pt x="266545" y="1547109"/>
                  </a:lnTo>
                  <a:lnTo>
                    <a:pt x="265165" y="1547744"/>
                  </a:lnTo>
                  <a:lnTo>
                    <a:pt x="260165" y="1550045"/>
                  </a:lnTo>
                  <a:lnTo>
                    <a:pt x="255855" y="1552028"/>
                  </a:lnTo>
                  <a:lnTo>
                    <a:pt x="254821" y="1552505"/>
                  </a:lnTo>
                  <a:lnTo>
                    <a:pt x="254648" y="1552584"/>
                  </a:lnTo>
                  <a:lnTo>
                    <a:pt x="254304" y="1552743"/>
                  </a:lnTo>
                  <a:lnTo>
                    <a:pt x="253441" y="1553139"/>
                  </a:lnTo>
                  <a:lnTo>
                    <a:pt x="251200" y="1554171"/>
                  </a:lnTo>
                  <a:lnTo>
                    <a:pt x="249821" y="1554806"/>
                  </a:lnTo>
                  <a:lnTo>
                    <a:pt x="248442" y="1555441"/>
                  </a:lnTo>
                  <a:lnTo>
                    <a:pt x="246200" y="1556473"/>
                  </a:lnTo>
                  <a:lnTo>
                    <a:pt x="245855" y="1556631"/>
                  </a:lnTo>
                  <a:lnTo>
                    <a:pt x="245683" y="1556711"/>
                  </a:lnTo>
                  <a:lnTo>
                    <a:pt x="243959" y="1557504"/>
                  </a:lnTo>
                  <a:lnTo>
                    <a:pt x="243097" y="1557901"/>
                  </a:lnTo>
                  <a:lnTo>
                    <a:pt x="241890" y="1558457"/>
                  </a:lnTo>
                  <a:lnTo>
                    <a:pt x="241200" y="1558774"/>
                  </a:lnTo>
                  <a:lnTo>
                    <a:pt x="241028" y="1558854"/>
                  </a:lnTo>
                  <a:lnTo>
                    <a:pt x="239994" y="1559330"/>
                  </a:lnTo>
                  <a:lnTo>
                    <a:pt x="239649" y="1559489"/>
                  </a:lnTo>
                  <a:lnTo>
                    <a:pt x="238787" y="1559886"/>
                  </a:lnTo>
                  <a:lnTo>
                    <a:pt x="238269" y="1560124"/>
                  </a:lnTo>
                  <a:lnTo>
                    <a:pt x="235683" y="1561315"/>
                  </a:lnTo>
                  <a:lnTo>
                    <a:pt x="234994" y="1561632"/>
                  </a:lnTo>
                  <a:lnTo>
                    <a:pt x="234649" y="1561791"/>
                  </a:lnTo>
                  <a:lnTo>
                    <a:pt x="233787" y="1562188"/>
                  </a:lnTo>
                  <a:lnTo>
                    <a:pt x="233442" y="1562347"/>
                  </a:lnTo>
                  <a:lnTo>
                    <a:pt x="232925" y="1562585"/>
                  </a:lnTo>
                  <a:lnTo>
                    <a:pt x="232063" y="1562982"/>
                  </a:lnTo>
                  <a:lnTo>
                    <a:pt x="231718" y="1563140"/>
                  </a:lnTo>
                  <a:lnTo>
                    <a:pt x="231028" y="1563458"/>
                  </a:lnTo>
                  <a:lnTo>
                    <a:pt x="230511" y="1563696"/>
                  </a:lnTo>
                  <a:lnTo>
                    <a:pt x="229994" y="1563934"/>
                  </a:lnTo>
                  <a:lnTo>
                    <a:pt x="229132" y="1564331"/>
                  </a:lnTo>
                  <a:lnTo>
                    <a:pt x="228959" y="1564411"/>
                  </a:lnTo>
                  <a:lnTo>
                    <a:pt x="227408" y="1565125"/>
                  </a:lnTo>
                  <a:lnTo>
                    <a:pt x="227063" y="1565284"/>
                  </a:lnTo>
                  <a:lnTo>
                    <a:pt x="226718" y="1565443"/>
                  </a:lnTo>
                  <a:lnTo>
                    <a:pt x="223615" y="1566872"/>
                  </a:lnTo>
                  <a:lnTo>
                    <a:pt x="218098" y="1569413"/>
                  </a:lnTo>
                  <a:lnTo>
                    <a:pt x="216029" y="1570366"/>
                  </a:lnTo>
                  <a:lnTo>
                    <a:pt x="211029" y="1572669"/>
                  </a:lnTo>
                  <a:lnTo>
                    <a:pt x="206201" y="1574893"/>
                  </a:lnTo>
                  <a:lnTo>
                    <a:pt x="203615" y="1576085"/>
                  </a:lnTo>
                  <a:lnTo>
                    <a:pt x="197064" y="1579103"/>
                  </a:lnTo>
                  <a:lnTo>
                    <a:pt x="196202" y="1579500"/>
                  </a:lnTo>
                  <a:lnTo>
                    <a:pt x="172409" y="1590466"/>
                  </a:lnTo>
                  <a:lnTo>
                    <a:pt x="170512" y="1591340"/>
                  </a:lnTo>
                  <a:lnTo>
                    <a:pt x="96376" y="1625541"/>
                  </a:lnTo>
                  <a:lnTo>
                    <a:pt x="94135" y="1626576"/>
                  </a:lnTo>
                  <a:lnTo>
                    <a:pt x="92756" y="1627213"/>
                  </a:lnTo>
                  <a:lnTo>
                    <a:pt x="87756" y="1629521"/>
                  </a:lnTo>
                  <a:lnTo>
                    <a:pt x="83446" y="1631511"/>
                  </a:lnTo>
                  <a:lnTo>
                    <a:pt x="82411" y="1631989"/>
                  </a:lnTo>
                  <a:lnTo>
                    <a:pt x="82239" y="1632068"/>
                  </a:lnTo>
                  <a:lnTo>
                    <a:pt x="81894" y="1632228"/>
                  </a:lnTo>
                  <a:lnTo>
                    <a:pt x="81032" y="1632626"/>
                  </a:lnTo>
                  <a:lnTo>
                    <a:pt x="78791" y="1633661"/>
                  </a:lnTo>
                  <a:lnTo>
                    <a:pt x="77411" y="1634298"/>
                  </a:lnTo>
                  <a:lnTo>
                    <a:pt x="76032" y="1634934"/>
                  </a:lnTo>
                  <a:lnTo>
                    <a:pt x="73791" y="1635970"/>
                  </a:lnTo>
                  <a:lnTo>
                    <a:pt x="73446" y="1636129"/>
                  </a:lnTo>
                  <a:lnTo>
                    <a:pt x="73274" y="1636208"/>
                  </a:lnTo>
                  <a:lnTo>
                    <a:pt x="71549" y="1637005"/>
                  </a:lnTo>
                  <a:lnTo>
                    <a:pt x="70687" y="1637403"/>
                  </a:lnTo>
                  <a:lnTo>
                    <a:pt x="69481" y="1637960"/>
                  </a:lnTo>
                  <a:lnTo>
                    <a:pt x="68791" y="1638279"/>
                  </a:lnTo>
                  <a:lnTo>
                    <a:pt x="68618" y="1638358"/>
                  </a:lnTo>
                  <a:lnTo>
                    <a:pt x="67584" y="1638836"/>
                  </a:lnTo>
                  <a:lnTo>
                    <a:pt x="67239" y="1638995"/>
                  </a:lnTo>
                  <a:lnTo>
                    <a:pt x="66377" y="1639393"/>
                  </a:lnTo>
                  <a:lnTo>
                    <a:pt x="65860" y="1639632"/>
                  </a:lnTo>
                  <a:lnTo>
                    <a:pt x="63274" y="1640827"/>
                  </a:lnTo>
                  <a:lnTo>
                    <a:pt x="62584" y="1641145"/>
                  </a:lnTo>
                  <a:lnTo>
                    <a:pt x="62239" y="1641305"/>
                  </a:lnTo>
                  <a:lnTo>
                    <a:pt x="61377" y="1641703"/>
                  </a:lnTo>
                  <a:lnTo>
                    <a:pt x="61032" y="1641862"/>
                  </a:lnTo>
                  <a:lnTo>
                    <a:pt x="60515" y="1642101"/>
                  </a:lnTo>
                  <a:lnTo>
                    <a:pt x="59653" y="1642499"/>
                  </a:lnTo>
                  <a:lnTo>
                    <a:pt x="59308" y="1642659"/>
                  </a:lnTo>
                  <a:lnTo>
                    <a:pt x="58619" y="1642977"/>
                  </a:lnTo>
                  <a:lnTo>
                    <a:pt x="58101" y="1643216"/>
                  </a:lnTo>
                  <a:lnTo>
                    <a:pt x="57584" y="1643455"/>
                  </a:lnTo>
                  <a:lnTo>
                    <a:pt x="56722" y="1643853"/>
                  </a:lnTo>
                  <a:lnTo>
                    <a:pt x="56550" y="1643933"/>
                  </a:lnTo>
                  <a:lnTo>
                    <a:pt x="54998" y="1644650"/>
                  </a:lnTo>
                  <a:lnTo>
                    <a:pt x="54653" y="1644809"/>
                  </a:lnTo>
                  <a:lnTo>
                    <a:pt x="54308" y="1644968"/>
                  </a:lnTo>
                  <a:lnTo>
                    <a:pt x="51205" y="1646402"/>
                  </a:lnTo>
                  <a:lnTo>
                    <a:pt x="45688" y="1648951"/>
                  </a:lnTo>
                  <a:lnTo>
                    <a:pt x="43619" y="1649907"/>
                  </a:lnTo>
                  <a:lnTo>
                    <a:pt x="38619" y="1652217"/>
                  </a:lnTo>
                  <a:lnTo>
                    <a:pt x="33792" y="1654448"/>
                  </a:lnTo>
                  <a:lnTo>
                    <a:pt x="31206" y="1655643"/>
                  </a:lnTo>
                  <a:lnTo>
                    <a:pt x="24654" y="1658671"/>
                  </a:lnTo>
                  <a:lnTo>
                    <a:pt x="23792" y="1659070"/>
                  </a:lnTo>
                  <a:lnTo>
                    <a:pt x="0" y="167006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" name="pg12"/>
            <p:cNvSpPr/>
            <p:nvPr/>
          </p:nvSpPr>
          <p:spPr>
            <a:xfrm>
              <a:off x="3553336" y="2976844"/>
              <a:ext cx="3791112" cy="1594092"/>
            </a:xfrm>
            <a:custGeom>
              <a:avLst/>
              <a:pathLst>
                <a:path w="3791112" h="1594092">
                  <a:moveTo>
                    <a:pt x="0" y="1452628"/>
                  </a:moveTo>
                  <a:lnTo>
                    <a:pt x="23792" y="1444061"/>
                  </a:lnTo>
                  <a:lnTo>
                    <a:pt x="24654" y="1443750"/>
                  </a:lnTo>
                  <a:lnTo>
                    <a:pt x="31206" y="1441390"/>
                  </a:lnTo>
                  <a:lnTo>
                    <a:pt x="33792" y="1440459"/>
                  </a:lnTo>
                  <a:lnTo>
                    <a:pt x="38619" y="1438719"/>
                  </a:lnTo>
                  <a:lnTo>
                    <a:pt x="43619" y="1436918"/>
                  </a:lnTo>
                  <a:lnTo>
                    <a:pt x="45688" y="1436172"/>
                  </a:lnTo>
                  <a:lnTo>
                    <a:pt x="51205" y="1434184"/>
                  </a:lnTo>
                  <a:lnTo>
                    <a:pt x="54308" y="1433065"/>
                  </a:lnTo>
                  <a:lnTo>
                    <a:pt x="54653" y="1432941"/>
                  </a:lnTo>
                  <a:lnTo>
                    <a:pt x="54998" y="1432817"/>
                  </a:lnTo>
                  <a:lnTo>
                    <a:pt x="56550" y="1432258"/>
                  </a:lnTo>
                  <a:lnTo>
                    <a:pt x="56722" y="1432195"/>
                  </a:lnTo>
                  <a:lnTo>
                    <a:pt x="57584" y="1431885"/>
                  </a:lnTo>
                  <a:lnTo>
                    <a:pt x="58101" y="1431698"/>
                  </a:lnTo>
                  <a:lnTo>
                    <a:pt x="58619" y="1431512"/>
                  </a:lnTo>
                  <a:lnTo>
                    <a:pt x="59308" y="1431263"/>
                  </a:lnTo>
                  <a:lnTo>
                    <a:pt x="59653" y="1431139"/>
                  </a:lnTo>
                  <a:lnTo>
                    <a:pt x="60515" y="1430828"/>
                  </a:lnTo>
                  <a:lnTo>
                    <a:pt x="61032" y="1430642"/>
                  </a:lnTo>
                  <a:lnTo>
                    <a:pt x="61377" y="1430517"/>
                  </a:lnTo>
                  <a:lnTo>
                    <a:pt x="62239" y="1430207"/>
                  </a:lnTo>
                  <a:lnTo>
                    <a:pt x="62584" y="1430082"/>
                  </a:lnTo>
                  <a:lnTo>
                    <a:pt x="63274" y="1429834"/>
                  </a:lnTo>
                  <a:lnTo>
                    <a:pt x="65860" y="1428901"/>
                  </a:lnTo>
                  <a:lnTo>
                    <a:pt x="66377" y="1428715"/>
                  </a:lnTo>
                  <a:lnTo>
                    <a:pt x="67239" y="1428404"/>
                  </a:lnTo>
                  <a:lnTo>
                    <a:pt x="67584" y="1428280"/>
                  </a:lnTo>
                  <a:lnTo>
                    <a:pt x="68618" y="1427907"/>
                  </a:lnTo>
                  <a:lnTo>
                    <a:pt x="68791" y="1427845"/>
                  </a:lnTo>
                  <a:lnTo>
                    <a:pt x="69481" y="1427596"/>
                  </a:lnTo>
                  <a:lnTo>
                    <a:pt x="70687" y="1427161"/>
                  </a:lnTo>
                  <a:lnTo>
                    <a:pt x="71549" y="1426850"/>
                  </a:lnTo>
                  <a:lnTo>
                    <a:pt x="73274" y="1426228"/>
                  </a:lnTo>
                  <a:lnTo>
                    <a:pt x="73446" y="1426166"/>
                  </a:lnTo>
                  <a:lnTo>
                    <a:pt x="73791" y="1426042"/>
                  </a:lnTo>
                  <a:lnTo>
                    <a:pt x="76032" y="1425233"/>
                  </a:lnTo>
                  <a:lnTo>
                    <a:pt x="77411" y="1424736"/>
                  </a:lnTo>
                  <a:lnTo>
                    <a:pt x="78791" y="1424239"/>
                  </a:lnTo>
                  <a:lnTo>
                    <a:pt x="81032" y="1423430"/>
                  </a:lnTo>
                  <a:lnTo>
                    <a:pt x="81894" y="1423119"/>
                  </a:lnTo>
                  <a:lnTo>
                    <a:pt x="82239" y="1422995"/>
                  </a:lnTo>
                  <a:lnTo>
                    <a:pt x="82411" y="1422933"/>
                  </a:lnTo>
                  <a:lnTo>
                    <a:pt x="83446" y="1422560"/>
                  </a:lnTo>
                  <a:lnTo>
                    <a:pt x="87756" y="1421005"/>
                  </a:lnTo>
                  <a:lnTo>
                    <a:pt x="92756" y="1419201"/>
                  </a:lnTo>
                  <a:lnTo>
                    <a:pt x="94135" y="1418703"/>
                  </a:lnTo>
                  <a:lnTo>
                    <a:pt x="96376" y="1417895"/>
                  </a:lnTo>
                  <a:lnTo>
                    <a:pt x="170512" y="1391121"/>
                  </a:lnTo>
                  <a:lnTo>
                    <a:pt x="172409" y="1390435"/>
                  </a:lnTo>
                  <a:lnTo>
                    <a:pt x="196202" y="1381831"/>
                  </a:lnTo>
                  <a:lnTo>
                    <a:pt x="197064" y="1381519"/>
                  </a:lnTo>
                  <a:lnTo>
                    <a:pt x="203615" y="1379149"/>
                  </a:lnTo>
                  <a:lnTo>
                    <a:pt x="206201" y="1378213"/>
                  </a:lnTo>
                  <a:lnTo>
                    <a:pt x="211029" y="1376467"/>
                  </a:lnTo>
                  <a:lnTo>
                    <a:pt x="216029" y="1374657"/>
                  </a:lnTo>
                  <a:lnTo>
                    <a:pt x="218098" y="1373908"/>
                  </a:lnTo>
                  <a:lnTo>
                    <a:pt x="223615" y="1371911"/>
                  </a:lnTo>
                  <a:lnTo>
                    <a:pt x="226718" y="1370788"/>
                  </a:lnTo>
                  <a:lnTo>
                    <a:pt x="227063" y="1370663"/>
                  </a:lnTo>
                  <a:lnTo>
                    <a:pt x="227408" y="1370538"/>
                  </a:lnTo>
                  <a:lnTo>
                    <a:pt x="228959" y="1369976"/>
                  </a:lnTo>
                  <a:lnTo>
                    <a:pt x="229132" y="1369914"/>
                  </a:lnTo>
                  <a:lnTo>
                    <a:pt x="229994" y="1369602"/>
                  </a:lnTo>
                  <a:lnTo>
                    <a:pt x="230511" y="1369414"/>
                  </a:lnTo>
                  <a:lnTo>
                    <a:pt x="231028" y="1369227"/>
                  </a:lnTo>
                  <a:lnTo>
                    <a:pt x="231718" y="1368977"/>
                  </a:lnTo>
                  <a:lnTo>
                    <a:pt x="232063" y="1368853"/>
                  </a:lnTo>
                  <a:lnTo>
                    <a:pt x="232925" y="1368540"/>
                  </a:lnTo>
                  <a:lnTo>
                    <a:pt x="233442" y="1368353"/>
                  </a:lnTo>
                  <a:lnTo>
                    <a:pt x="233787" y="1368228"/>
                  </a:lnTo>
                  <a:lnTo>
                    <a:pt x="234649" y="1367916"/>
                  </a:lnTo>
                  <a:lnTo>
                    <a:pt x="234994" y="1367791"/>
                  </a:lnTo>
                  <a:lnTo>
                    <a:pt x="235683" y="1367542"/>
                  </a:lnTo>
                  <a:lnTo>
                    <a:pt x="238269" y="1366605"/>
                  </a:lnTo>
                  <a:lnTo>
                    <a:pt x="238787" y="1366418"/>
                  </a:lnTo>
                  <a:lnTo>
                    <a:pt x="239649" y="1366105"/>
                  </a:lnTo>
                  <a:lnTo>
                    <a:pt x="239994" y="1365981"/>
                  </a:lnTo>
                  <a:lnTo>
                    <a:pt x="241028" y="1365606"/>
                  </a:lnTo>
                  <a:lnTo>
                    <a:pt x="241200" y="1365544"/>
                  </a:lnTo>
                  <a:lnTo>
                    <a:pt x="241890" y="1365294"/>
                  </a:lnTo>
                  <a:lnTo>
                    <a:pt x="243097" y="1364857"/>
                  </a:lnTo>
                  <a:lnTo>
                    <a:pt x="243959" y="1364544"/>
                  </a:lnTo>
                  <a:lnTo>
                    <a:pt x="245683" y="1363920"/>
                  </a:lnTo>
                  <a:lnTo>
                    <a:pt x="245855" y="1363857"/>
                  </a:lnTo>
                  <a:lnTo>
                    <a:pt x="246200" y="1363733"/>
                  </a:lnTo>
                  <a:lnTo>
                    <a:pt x="248442" y="1362921"/>
                  </a:lnTo>
                  <a:lnTo>
                    <a:pt x="249821" y="1362421"/>
                  </a:lnTo>
                  <a:lnTo>
                    <a:pt x="251200" y="1361921"/>
                  </a:lnTo>
                  <a:lnTo>
                    <a:pt x="253441" y="1361109"/>
                  </a:lnTo>
                  <a:lnTo>
                    <a:pt x="254304" y="1360797"/>
                  </a:lnTo>
                  <a:lnTo>
                    <a:pt x="254648" y="1360672"/>
                  </a:lnTo>
                  <a:lnTo>
                    <a:pt x="254821" y="1360610"/>
                  </a:lnTo>
                  <a:lnTo>
                    <a:pt x="255855" y="1360235"/>
                  </a:lnTo>
                  <a:lnTo>
                    <a:pt x="260165" y="1358673"/>
                  </a:lnTo>
                  <a:lnTo>
                    <a:pt x="265165" y="1356861"/>
                  </a:lnTo>
                  <a:lnTo>
                    <a:pt x="266545" y="1356361"/>
                  </a:lnTo>
                  <a:lnTo>
                    <a:pt x="268786" y="1355549"/>
                  </a:lnTo>
                  <a:lnTo>
                    <a:pt x="342922" y="1328650"/>
                  </a:lnTo>
                  <a:lnTo>
                    <a:pt x="344818" y="1327961"/>
                  </a:lnTo>
                  <a:lnTo>
                    <a:pt x="368611" y="1319315"/>
                  </a:lnTo>
                  <a:lnTo>
                    <a:pt x="369473" y="1319002"/>
                  </a:lnTo>
                  <a:lnTo>
                    <a:pt x="376025" y="1316620"/>
                  </a:lnTo>
                  <a:lnTo>
                    <a:pt x="378611" y="1315680"/>
                  </a:lnTo>
                  <a:lnTo>
                    <a:pt x="383438" y="1313925"/>
                  </a:lnTo>
                  <a:lnTo>
                    <a:pt x="388438" y="1312106"/>
                  </a:lnTo>
                  <a:lnTo>
                    <a:pt x="390507" y="1311354"/>
                  </a:lnTo>
                  <a:lnTo>
                    <a:pt x="396024" y="1309347"/>
                  </a:lnTo>
                  <a:lnTo>
                    <a:pt x="399127" y="1308218"/>
                  </a:lnTo>
                  <a:lnTo>
                    <a:pt x="399472" y="1308092"/>
                  </a:lnTo>
                  <a:lnTo>
                    <a:pt x="399817" y="1307967"/>
                  </a:lnTo>
                  <a:lnTo>
                    <a:pt x="401369" y="1307402"/>
                  </a:lnTo>
                  <a:lnTo>
                    <a:pt x="401541" y="1307339"/>
                  </a:lnTo>
                  <a:lnTo>
                    <a:pt x="402403" y="1307026"/>
                  </a:lnTo>
                  <a:lnTo>
                    <a:pt x="402920" y="1306838"/>
                  </a:lnTo>
                  <a:lnTo>
                    <a:pt x="403438" y="1306649"/>
                  </a:lnTo>
                  <a:lnTo>
                    <a:pt x="404127" y="1306398"/>
                  </a:lnTo>
                  <a:lnTo>
                    <a:pt x="404472" y="1306273"/>
                  </a:lnTo>
                  <a:lnTo>
                    <a:pt x="405334" y="1305959"/>
                  </a:lnTo>
                  <a:lnTo>
                    <a:pt x="405851" y="1305771"/>
                  </a:lnTo>
                  <a:lnTo>
                    <a:pt x="406196" y="1305646"/>
                  </a:lnTo>
                  <a:lnTo>
                    <a:pt x="407058" y="1305332"/>
                  </a:lnTo>
                  <a:lnTo>
                    <a:pt x="407403" y="1305206"/>
                  </a:lnTo>
                  <a:lnTo>
                    <a:pt x="408093" y="1304955"/>
                  </a:lnTo>
                  <a:lnTo>
                    <a:pt x="410679" y="1304014"/>
                  </a:lnTo>
                  <a:lnTo>
                    <a:pt x="411196" y="1303826"/>
                  </a:lnTo>
                  <a:lnTo>
                    <a:pt x="412058" y="1303512"/>
                  </a:lnTo>
                  <a:lnTo>
                    <a:pt x="412403" y="1303387"/>
                  </a:lnTo>
                  <a:lnTo>
                    <a:pt x="413437" y="1303010"/>
                  </a:lnTo>
                  <a:lnTo>
                    <a:pt x="413610" y="1302947"/>
                  </a:lnTo>
                  <a:lnTo>
                    <a:pt x="414300" y="1302696"/>
                  </a:lnTo>
                  <a:lnTo>
                    <a:pt x="415506" y="1302257"/>
                  </a:lnTo>
                  <a:lnTo>
                    <a:pt x="416368" y="1301943"/>
                  </a:lnTo>
                  <a:lnTo>
                    <a:pt x="418093" y="1301316"/>
                  </a:lnTo>
                  <a:lnTo>
                    <a:pt x="418265" y="1301253"/>
                  </a:lnTo>
                  <a:lnTo>
                    <a:pt x="418610" y="1301127"/>
                  </a:lnTo>
                  <a:lnTo>
                    <a:pt x="420851" y="1300311"/>
                  </a:lnTo>
                  <a:lnTo>
                    <a:pt x="422230" y="1299809"/>
                  </a:lnTo>
                  <a:lnTo>
                    <a:pt x="423610" y="1299307"/>
                  </a:lnTo>
                  <a:lnTo>
                    <a:pt x="425851" y="1298491"/>
                  </a:lnTo>
                  <a:lnTo>
                    <a:pt x="426713" y="1298177"/>
                  </a:lnTo>
                  <a:lnTo>
                    <a:pt x="427058" y="1298051"/>
                  </a:lnTo>
                  <a:lnTo>
                    <a:pt x="427230" y="1297989"/>
                  </a:lnTo>
                  <a:lnTo>
                    <a:pt x="428265" y="1297612"/>
                  </a:lnTo>
                  <a:lnTo>
                    <a:pt x="432575" y="1296042"/>
                  </a:lnTo>
                  <a:lnTo>
                    <a:pt x="437575" y="1294221"/>
                  </a:lnTo>
                  <a:lnTo>
                    <a:pt x="438954" y="1293719"/>
                  </a:lnTo>
                  <a:lnTo>
                    <a:pt x="441195" y="1292902"/>
                  </a:lnTo>
                  <a:lnTo>
                    <a:pt x="515331" y="1265863"/>
                  </a:lnTo>
                  <a:lnTo>
                    <a:pt x="517228" y="1265170"/>
                  </a:lnTo>
                  <a:lnTo>
                    <a:pt x="541020" y="1256478"/>
                  </a:lnTo>
                  <a:lnTo>
                    <a:pt x="541883" y="1256163"/>
                  </a:lnTo>
                  <a:lnTo>
                    <a:pt x="548434" y="1253769"/>
                  </a:lnTo>
                  <a:lnTo>
                    <a:pt x="551020" y="1252823"/>
                  </a:lnTo>
                  <a:lnTo>
                    <a:pt x="555848" y="1251058"/>
                  </a:lnTo>
                  <a:lnTo>
                    <a:pt x="560848" y="1249230"/>
                  </a:lnTo>
                  <a:lnTo>
                    <a:pt x="562916" y="1248473"/>
                  </a:lnTo>
                  <a:lnTo>
                    <a:pt x="568434" y="1246455"/>
                  </a:lnTo>
                  <a:lnTo>
                    <a:pt x="571537" y="1245320"/>
                  </a:lnTo>
                  <a:lnTo>
                    <a:pt x="571882" y="1245194"/>
                  </a:lnTo>
                  <a:lnTo>
                    <a:pt x="572227" y="1245068"/>
                  </a:lnTo>
                  <a:lnTo>
                    <a:pt x="573778" y="1244500"/>
                  </a:lnTo>
                  <a:lnTo>
                    <a:pt x="573951" y="1244437"/>
                  </a:lnTo>
                  <a:lnTo>
                    <a:pt x="574813" y="1244122"/>
                  </a:lnTo>
                  <a:lnTo>
                    <a:pt x="575330" y="1243932"/>
                  </a:lnTo>
                  <a:lnTo>
                    <a:pt x="575847" y="1243743"/>
                  </a:lnTo>
                  <a:lnTo>
                    <a:pt x="576537" y="1243491"/>
                  </a:lnTo>
                  <a:lnTo>
                    <a:pt x="576882" y="1243365"/>
                  </a:lnTo>
                  <a:lnTo>
                    <a:pt x="577744" y="1243049"/>
                  </a:lnTo>
                  <a:lnTo>
                    <a:pt x="578261" y="1242860"/>
                  </a:lnTo>
                  <a:lnTo>
                    <a:pt x="578606" y="1242734"/>
                  </a:lnTo>
                  <a:lnTo>
                    <a:pt x="579468" y="1242418"/>
                  </a:lnTo>
                  <a:lnTo>
                    <a:pt x="579813" y="1242292"/>
                  </a:lnTo>
                  <a:lnTo>
                    <a:pt x="580502" y="1242040"/>
                  </a:lnTo>
                  <a:lnTo>
                    <a:pt x="583088" y="1241093"/>
                  </a:lnTo>
                  <a:lnTo>
                    <a:pt x="583606" y="1240904"/>
                  </a:lnTo>
                  <a:lnTo>
                    <a:pt x="584468" y="1240588"/>
                  </a:lnTo>
                  <a:lnTo>
                    <a:pt x="584813" y="1240462"/>
                  </a:lnTo>
                  <a:lnTo>
                    <a:pt x="585847" y="1240084"/>
                  </a:lnTo>
                  <a:lnTo>
                    <a:pt x="586019" y="1240021"/>
                  </a:lnTo>
                  <a:lnTo>
                    <a:pt x="586709" y="1239768"/>
                  </a:lnTo>
                  <a:lnTo>
                    <a:pt x="587916" y="1239326"/>
                  </a:lnTo>
                  <a:lnTo>
                    <a:pt x="588778" y="1239011"/>
                  </a:lnTo>
                  <a:lnTo>
                    <a:pt x="590502" y="1238380"/>
                  </a:lnTo>
                  <a:lnTo>
                    <a:pt x="590674" y="1238317"/>
                  </a:lnTo>
                  <a:lnTo>
                    <a:pt x="591019" y="1238190"/>
                  </a:lnTo>
                  <a:lnTo>
                    <a:pt x="593261" y="1237370"/>
                  </a:lnTo>
                  <a:lnTo>
                    <a:pt x="594640" y="1236865"/>
                  </a:lnTo>
                  <a:lnTo>
                    <a:pt x="596019" y="1236360"/>
                  </a:lnTo>
                  <a:lnTo>
                    <a:pt x="598260" y="1235539"/>
                  </a:lnTo>
                  <a:lnTo>
                    <a:pt x="599122" y="1235224"/>
                  </a:lnTo>
                  <a:lnTo>
                    <a:pt x="599467" y="1235097"/>
                  </a:lnTo>
                  <a:lnTo>
                    <a:pt x="599640" y="1235034"/>
                  </a:lnTo>
                  <a:lnTo>
                    <a:pt x="600674" y="1234655"/>
                  </a:lnTo>
                  <a:lnTo>
                    <a:pt x="604984" y="1233077"/>
                  </a:lnTo>
                  <a:lnTo>
                    <a:pt x="609984" y="1231246"/>
                  </a:lnTo>
                  <a:lnTo>
                    <a:pt x="611364" y="1230740"/>
                  </a:lnTo>
                  <a:lnTo>
                    <a:pt x="613605" y="1229919"/>
                  </a:lnTo>
                  <a:lnTo>
                    <a:pt x="687741" y="1202724"/>
                  </a:lnTo>
                  <a:lnTo>
                    <a:pt x="689637" y="1202028"/>
                  </a:lnTo>
                  <a:lnTo>
                    <a:pt x="713430" y="1193284"/>
                  </a:lnTo>
                  <a:lnTo>
                    <a:pt x="714292" y="1192967"/>
                  </a:lnTo>
                  <a:lnTo>
                    <a:pt x="720844" y="1190558"/>
                  </a:lnTo>
                  <a:lnTo>
                    <a:pt x="723430" y="1189607"/>
                  </a:lnTo>
                  <a:lnTo>
                    <a:pt x="728257" y="1187832"/>
                  </a:lnTo>
                  <a:lnTo>
                    <a:pt x="733257" y="1185992"/>
                  </a:lnTo>
                  <a:lnTo>
                    <a:pt x="735326" y="1185231"/>
                  </a:lnTo>
                  <a:lnTo>
                    <a:pt x="740843" y="1183201"/>
                  </a:lnTo>
                  <a:lnTo>
                    <a:pt x="743946" y="1182059"/>
                  </a:lnTo>
                  <a:lnTo>
                    <a:pt x="744291" y="1181932"/>
                  </a:lnTo>
                  <a:lnTo>
                    <a:pt x="744636" y="1181805"/>
                  </a:lnTo>
                  <a:lnTo>
                    <a:pt x="746188" y="1181234"/>
                  </a:lnTo>
                  <a:lnTo>
                    <a:pt x="746360" y="1181171"/>
                  </a:lnTo>
                  <a:lnTo>
                    <a:pt x="747222" y="1180853"/>
                  </a:lnTo>
                  <a:lnTo>
                    <a:pt x="747739" y="1180663"/>
                  </a:lnTo>
                  <a:lnTo>
                    <a:pt x="748257" y="1180473"/>
                  </a:lnTo>
                  <a:lnTo>
                    <a:pt x="748946" y="1180219"/>
                  </a:lnTo>
                  <a:lnTo>
                    <a:pt x="749291" y="1180092"/>
                  </a:lnTo>
                  <a:lnTo>
                    <a:pt x="750153" y="1179774"/>
                  </a:lnTo>
                  <a:lnTo>
                    <a:pt x="750670" y="1179584"/>
                  </a:lnTo>
                  <a:lnTo>
                    <a:pt x="751015" y="1179457"/>
                  </a:lnTo>
                  <a:lnTo>
                    <a:pt x="751877" y="1179140"/>
                  </a:lnTo>
                  <a:lnTo>
                    <a:pt x="752222" y="1179013"/>
                  </a:lnTo>
                  <a:lnTo>
                    <a:pt x="752912" y="1178759"/>
                  </a:lnTo>
                  <a:lnTo>
                    <a:pt x="755498" y="1177807"/>
                  </a:lnTo>
                  <a:lnTo>
                    <a:pt x="756015" y="1177616"/>
                  </a:lnTo>
                  <a:lnTo>
                    <a:pt x="756877" y="1177299"/>
                  </a:lnTo>
                  <a:lnTo>
                    <a:pt x="757222" y="1177172"/>
                  </a:lnTo>
                  <a:lnTo>
                    <a:pt x="758256" y="1176791"/>
                  </a:lnTo>
                  <a:lnTo>
                    <a:pt x="758429" y="1176728"/>
                  </a:lnTo>
                  <a:lnTo>
                    <a:pt x="759119" y="1176474"/>
                  </a:lnTo>
                  <a:lnTo>
                    <a:pt x="760325" y="1176029"/>
                  </a:lnTo>
                  <a:lnTo>
                    <a:pt x="761187" y="1175712"/>
                  </a:lnTo>
                  <a:lnTo>
                    <a:pt x="762912" y="1175077"/>
                  </a:lnTo>
                  <a:lnTo>
                    <a:pt x="763084" y="1175013"/>
                  </a:lnTo>
                  <a:lnTo>
                    <a:pt x="763429" y="1174886"/>
                  </a:lnTo>
                  <a:lnTo>
                    <a:pt x="765670" y="1174061"/>
                  </a:lnTo>
                  <a:lnTo>
                    <a:pt x="767049" y="1173553"/>
                  </a:lnTo>
                  <a:lnTo>
                    <a:pt x="768429" y="1173045"/>
                  </a:lnTo>
                  <a:lnTo>
                    <a:pt x="770670" y="1172219"/>
                  </a:lnTo>
                  <a:lnTo>
                    <a:pt x="771532" y="1171901"/>
                  </a:lnTo>
                  <a:lnTo>
                    <a:pt x="771877" y="1171774"/>
                  </a:lnTo>
                  <a:lnTo>
                    <a:pt x="772049" y="1171711"/>
                  </a:lnTo>
                  <a:lnTo>
                    <a:pt x="773084" y="1171330"/>
                  </a:lnTo>
                  <a:lnTo>
                    <a:pt x="777394" y="1169741"/>
                  </a:lnTo>
                  <a:lnTo>
                    <a:pt x="782394" y="1167899"/>
                  </a:lnTo>
                  <a:lnTo>
                    <a:pt x="783773" y="1167391"/>
                  </a:lnTo>
                  <a:lnTo>
                    <a:pt x="786014" y="1166564"/>
                  </a:lnTo>
                  <a:lnTo>
                    <a:pt x="860150" y="1139199"/>
                  </a:lnTo>
                  <a:lnTo>
                    <a:pt x="862047" y="1138498"/>
                  </a:lnTo>
                  <a:lnTo>
                    <a:pt x="885839" y="1129699"/>
                  </a:lnTo>
                  <a:lnTo>
                    <a:pt x="886702" y="1129380"/>
                  </a:lnTo>
                  <a:lnTo>
                    <a:pt x="893253" y="1126956"/>
                  </a:lnTo>
                  <a:lnTo>
                    <a:pt x="895839" y="1125998"/>
                  </a:lnTo>
                  <a:lnTo>
                    <a:pt x="900667" y="1124211"/>
                  </a:lnTo>
                  <a:lnTo>
                    <a:pt x="905667" y="1122360"/>
                  </a:lnTo>
                  <a:lnTo>
                    <a:pt x="907735" y="1121594"/>
                  </a:lnTo>
                  <a:lnTo>
                    <a:pt x="913253" y="1119551"/>
                  </a:lnTo>
                  <a:lnTo>
                    <a:pt x="916356" y="1118401"/>
                  </a:lnTo>
                  <a:lnTo>
                    <a:pt x="916701" y="1118274"/>
                  </a:lnTo>
                  <a:lnTo>
                    <a:pt x="917046" y="1118146"/>
                  </a:lnTo>
                  <a:lnTo>
                    <a:pt x="918597" y="1117571"/>
                  </a:lnTo>
                  <a:lnTo>
                    <a:pt x="918770" y="1117507"/>
                  </a:lnTo>
                  <a:lnTo>
                    <a:pt x="919632" y="1117188"/>
                  </a:lnTo>
                  <a:lnTo>
                    <a:pt x="920149" y="1116996"/>
                  </a:lnTo>
                  <a:lnTo>
                    <a:pt x="920666" y="1116805"/>
                  </a:lnTo>
                  <a:lnTo>
                    <a:pt x="921356" y="1116549"/>
                  </a:lnTo>
                  <a:lnTo>
                    <a:pt x="921701" y="1116421"/>
                  </a:lnTo>
                  <a:lnTo>
                    <a:pt x="922563" y="1116102"/>
                  </a:lnTo>
                  <a:lnTo>
                    <a:pt x="923080" y="1115910"/>
                  </a:lnTo>
                  <a:lnTo>
                    <a:pt x="923425" y="1115782"/>
                  </a:lnTo>
                  <a:lnTo>
                    <a:pt x="924287" y="1115463"/>
                  </a:lnTo>
                  <a:lnTo>
                    <a:pt x="924632" y="1115335"/>
                  </a:lnTo>
                  <a:lnTo>
                    <a:pt x="925321" y="1115080"/>
                  </a:lnTo>
                  <a:lnTo>
                    <a:pt x="927907" y="1114121"/>
                  </a:lnTo>
                  <a:lnTo>
                    <a:pt x="928425" y="1113930"/>
                  </a:lnTo>
                  <a:lnTo>
                    <a:pt x="929287" y="1113610"/>
                  </a:lnTo>
                  <a:lnTo>
                    <a:pt x="929631" y="1113482"/>
                  </a:lnTo>
                  <a:lnTo>
                    <a:pt x="930666" y="1113099"/>
                  </a:lnTo>
                  <a:lnTo>
                    <a:pt x="930838" y="1113035"/>
                  </a:lnTo>
                  <a:lnTo>
                    <a:pt x="931528" y="1112779"/>
                  </a:lnTo>
                  <a:lnTo>
                    <a:pt x="932735" y="1112332"/>
                  </a:lnTo>
                  <a:lnTo>
                    <a:pt x="933597" y="1112013"/>
                  </a:lnTo>
                  <a:lnTo>
                    <a:pt x="935321" y="1111373"/>
                  </a:lnTo>
                  <a:lnTo>
                    <a:pt x="935493" y="1111309"/>
                  </a:lnTo>
                  <a:lnTo>
                    <a:pt x="935838" y="1111182"/>
                  </a:lnTo>
                  <a:lnTo>
                    <a:pt x="938080" y="1110351"/>
                  </a:lnTo>
                  <a:lnTo>
                    <a:pt x="939459" y="1109839"/>
                  </a:lnTo>
                  <a:lnTo>
                    <a:pt x="940838" y="1109328"/>
                  </a:lnTo>
                  <a:lnTo>
                    <a:pt x="943079" y="1108497"/>
                  </a:lnTo>
                  <a:lnTo>
                    <a:pt x="943941" y="1108177"/>
                  </a:lnTo>
                  <a:lnTo>
                    <a:pt x="944286" y="1108049"/>
                  </a:lnTo>
                  <a:lnTo>
                    <a:pt x="944459" y="1107985"/>
                  </a:lnTo>
                  <a:lnTo>
                    <a:pt x="945493" y="1107602"/>
                  </a:lnTo>
                  <a:lnTo>
                    <a:pt x="949803" y="1106003"/>
                  </a:lnTo>
                  <a:lnTo>
                    <a:pt x="954803" y="1104148"/>
                  </a:lnTo>
                  <a:lnTo>
                    <a:pt x="956183" y="1103637"/>
                  </a:lnTo>
                  <a:lnTo>
                    <a:pt x="958424" y="1102805"/>
                  </a:lnTo>
                  <a:lnTo>
                    <a:pt x="1032560" y="1075257"/>
                  </a:lnTo>
                  <a:lnTo>
                    <a:pt x="1034456" y="1074551"/>
                  </a:lnTo>
                  <a:lnTo>
                    <a:pt x="1058249" y="1065692"/>
                  </a:lnTo>
                  <a:lnTo>
                    <a:pt x="1059111" y="1065371"/>
                  </a:lnTo>
                  <a:lnTo>
                    <a:pt x="1065663" y="1062930"/>
                  </a:lnTo>
                  <a:lnTo>
                    <a:pt x="1068249" y="1061966"/>
                  </a:lnTo>
                  <a:lnTo>
                    <a:pt x="1073076" y="1060167"/>
                  </a:lnTo>
                  <a:lnTo>
                    <a:pt x="1078076" y="1058303"/>
                  </a:lnTo>
                  <a:lnTo>
                    <a:pt x="1080145" y="1057532"/>
                  </a:lnTo>
                  <a:lnTo>
                    <a:pt x="1085662" y="1055475"/>
                  </a:lnTo>
                  <a:lnTo>
                    <a:pt x="1088765" y="1054317"/>
                  </a:lnTo>
                  <a:lnTo>
                    <a:pt x="1089110" y="1054189"/>
                  </a:lnTo>
                  <a:lnTo>
                    <a:pt x="1089455" y="1054060"/>
                  </a:lnTo>
                  <a:lnTo>
                    <a:pt x="1091007" y="1053481"/>
                  </a:lnTo>
                  <a:lnTo>
                    <a:pt x="1091179" y="1053417"/>
                  </a:lnTo>
                  <a:lnTo>
                    <a:pt x="1092041" y="1053095"/>
                  </a:lnTo>
                  <a:lnTo>
                    <a:pt x="1092558" y="1052903"/>
                  </a:lnTo>
                  <a:lnTo>
                    <a:pt x="1093076" y="1052710"/>
                  </a:lnTo>
                  <a:lnTo>
                    <a:pt x="1093765" y="1052452"/>
                  </a:lnTo>
                  <a:lnTo>
                    <a:pt x="1094110" y="1052324"/>
                  </a:lnTo>
                  <a:lnTo>
                    <a:pt x="1094972" y="1052002"/>
                  </a:lnTo>
                  <a:lnTo>
                    <a:pt x="1095489" y="1051809"/>
                  </a:lnTo>
                  <a:lnTo>
                    <a:pt x="1095834" y="1051680"/>
                  </a:lnTo>
                  <a:lnTo>
                    <a:pt x="1096696" y="1051359"/>
                  </a:lnTo>
                  <a:lnTo>
                    <a:pt x="1097041" y="1051230"/>
                  </a:lnTo>
                  <a:lnTo>
                    <a:pt x="1097731" y="1050973"/>
                  </a:lnTo>
                  <a:lnTo>
                    <a:pt x="1100317" y="1050008"/>
                  </a:lnTo>
                  <a:lnTo>
                    <a:pt x="1100834" y="1049815"/>
                  </a:lnTo>
                  <a:lnTo>
                    <a:pt x="1101696" y="1049493"/>
                  </a:lnTo>
                  <a:lnTo>
                    <a:pt x="1102041" y="1049365"/>
                  </a:lnTo>
                  <a:lnTo>
                    <a:pt x="1103075" y="1048978"/>
                  </a:lnTo>
                  <a:lnTo>
                    <a:pt x="1103248" y="1048914"/>
                  </a:lnTo>
                  <a:lnTo>
                    <a:pt x="1103937" y="1048657"/>
                  </a:lnTo>
                  <a:lnTo>
                    <a:pt x="1105144" y="1048206"/>
                  </a:lnTo>
                  <a:lnTo>
                    <a:pt x="1106006" y="1047885"/>
                  </a:lnTo>
                  <a:lnTo>
                    <a:pt x="1107730" y="1047241"/>
                  </a:lnTo>
                  <a:lnTo>
                    <a:pt x="1107903" y="1047177"/>
                  </a:lnTo>
                  <a:lnTo>
                    <a:pt x="1108248" y="1047048"/>
                  </a:lnTo>
                  <a:lnTo>
                    <a:pt x="1110489" y="1046211"/>
                  </a:lnTo>
                  <a:lnTo>
                    <a:pt x="1111868" y="1045696"/>
                  </a:lnTo>
                  <a:lnTo>
                    <a:pt x="1113248" y="1045181"/>
                  </a:lnTo>
                  <a:lnTo>
                    <a:pt x="1115489" y="1044345"/>
                  </a:lnTo>
                  <a:lnTo>
                    <a:pt x="1116351" y="1044023"/>
                  </a:lnTo>
                  <a:lnTo>
                    <a:pt x="1116696" y="1043894"/>
                  </a:lnTo>
                  <a:lnTo>
                    <a:pt x="1116868" y="1043830"/>
                  </a:lnTo>
                  <a:lnTo>
                    <a:pt x="1117903" y="1043443"/>
                  </a:lnTo>
                  <a:lnTo>
                    <a:pt x="1122213" y="1041834"/>
                  </a:lnTo>
                  <a:lnTo>
                    <a:pt x="1127213" y="1039966"/>
                  </a:lnTo>
                  <a:lnTo>
                    <a:pt x="1128592" y="1039451"/>
                  </a:lnTo>
                  <a:lnTo>
                    <a:pt x="1130833" y="1038613"/>
                  </a:lnTo>
                  <a:lnTo>
                    <a:pt x="1204969" y="1010873"/>
                  </a:lnTo>
                  <a:lnTo>
                    <a:pt x="1206866" y="1010162"/>
                  </a:lnTo>
                  <a:lnTo>
                    <a:pt x="1230658" y="1001241"/>
                  </a:lnTo>
                  <a:lnTo>
                    <a:pt x="1231521" y="1000917"/>
                  </a:lnTo>
                  <a:lnTo>
                    <a:pt x="1238072" y="998459"/>
                  </a:lnTo>
                  <a:lnTo>
                    <a:pt x="1240658" y="997488"/>
                  </a:lnTo>
                  <a:lnTo>
                    <a:pt x="1245486" y="995676"/>
                  </a:lnTo>
                  <a:lnTo>
                    <a:pt x="1250486" y="993799"/>
                  </a:lnTo>
                  <a:lnTo>
                    <a:pt x="1252554" y="993022"/>
                  </a:lnTo>
                  <a:lnTo>
                    <a:pt x="1258072" y="990951"/>
                  </a:lnTo>
                  <a:lnTo>
                    <a:pt x="1261175" y="989785"/>
                  </a:lnTo>
                  <a:lnTo>
                    <a:pt x="1261520" y="989655"/>
                  </a:lnTo>
                  <a:lnTo>
                    <a:pt x="1261865" y="989526"/>
                  </a:lnTo>
                  <a:lnTo>
                    <a:pt x="1263416" y="988943"/>
                  </a:lnTo>
                  <a:lnTo>
                    <a:pt x="1263589" y="988878"/>
                  </a:lnTo>
                  <a:lnTo>
                    <a:pt x="1264451" y="988554"/>
                  </a:lnTo>
                  <a:lnTo>
                    <a:pt x="1264968" y="988360"/>
                  </a:lnTo>
                  <a:lnTo>
                    <a:pt x="1265485" y="988166"/>
                  </a:lnTo>
                  <a:lnTo>
                    <a:pt x="1266175" y="987907"/>
                  </a:lnTo>
                  <a:lnTo>
                    <a:pt x="1266520" y="987777"/>
                  </a:lnTo>
                  <a:lnTo>
                    <a:pt x="1267382" y="987453"/>
                  </a:lnTo>
                  <a:lnTo>
                    <a:pt x="1267899" y="987259"/>
                  </a:lnTo>
                  <a:lnTo>
                    <a:pt x="1268244" y="987129"/>
                  </a:lnTo>
                  <a:lnTo>
                    <a:pt x="1269106" y="986805"/>
                  </a:lnTo>
                  <a:lnTo>
                    <a:pt x="1269451" y="986676"/>
                  </a:lnTo>
                  <a:lnTo>
                    <a:pt x="1270140" y="986417"/>
                  </a:lnTo>
                  <a:lnTo>
                    <a:pt x="1272726" y="985445"/>
                  </a:lnTo>
                  <a:lnTo>
                    <a:pt x="1273244" y="985251"/>
                  </a:lnTo>
                  <a:lnTo>
                    <a:pt x="1274106" y="984927"/>
                  </a:lnTo>
                  <a:lnTo>
                    <a:pt x="1274450" y="984797"/>
                  </a:lnTo>
                  <a:lnTo>
                    <a:pt x="1275485" y="984408"/>
                  </a:lnTo>
                  <a:lnTo>
                    <a:pt x="1275657" y="984343"/>
                  </a:lnTo>
                  <a:lnTo>
                    <a:pt x="1276347" y="984084"/>
                  </a:lnTo>
                  <a:lnTo>
                    <a:pt x="1277554" y="983631"/>
                  </a:lnTo>
                  <a:lnTo>
                    <a:pt x="1278416" y="983306"/>
                  </a:lnTo>
                  <a:lnTo>
                    <a:pt x="1280140" y="982658"/>
                  </a:lnTo>
                  <a:lnTo>
                    <a:pt x="1280312" y="982594"/>
                  </a:lnTo>
                  <a:lnTo>
                    <a:pt x="1280657" y="982464"/>
                  </a:lnTo>
                  <a:lnTo>
                    <a:pt x="1282899" y="981621"/>
                  </a:lnTo>
                  <a:lnTo>
                    <a:pt x="1284278" y="981103"/>
                  </a:lnTo>
                  <a:lnTo>
                    <a:pt x="1285657" y="980584"/>
                  </a:lnTo>
                  <a:lnTo>
                    <a:pt x="1287898" y="979741"/>
                  </a:lnTo>
                  <a:lnTo>
                    <a:pt x="1288760" y="979417"/>
                  </a:lnTo>
                  <a:lnTo>
                    <a:pt x="1289105" y="979288"/>
                  </a:lnTo>
                  <a:lnTo>
                    <a:pt x="1289278" y="979223"/>
                  </a:lnTo>
                  <a:lnTo>
                    <a:pt x="1290312" y="978834"/>
                  </a:lnTo>
                  <a:lnTo>
                    <a:pt x="1294622" y="977212"/>
                  </a:lnTo>
                  <a:lnTo>
                    <a:pt x="1299622" y="975332"/>
                  </a:lnTo>
                  <a:lnTo>
                    <a:pt x="1301002" y="974813"/>
                  </a:lnTo>
                  <a:lnTo>
                    <a:pt x="1303243" y="973969"/>
                  </a:lnTo>
                  <a:lnTo>
                    <a:pt x="1377379" y="946030"/>
                  </a:lnTo>
                  <a:lnTo>
                    <a:pt x="1379275" y="945314"/>
                  </a:lnTo>
                  <a:lnTo>
                    <a:pt x="1403068" y="936329"/>
                  </a:lnTo>
                  <a:lnTo>
                    <a:pt x="1403930" y="936003"/>
                  </a:lnTo>
                  <a:lnTo>
                    <a:pt x="1410482" y="933527"/>
                  </a:lnTo>
                  <a:lnTo>
                    <a:pt x="1413068" y="932550"/>
                  </a:lnTo>
                  <a:lnTo>
                    <a:pt x="1417895" y="930725"/>
                  </a:lnTo>
                  <a:lnTo>
                    <a:pt x="1422895" y="928834"/>
                  </a:lnTo>
                  <a:lnTo>
                    <a:pt x="1424964" y="928052"/>
                  </a:lnTo>
                  <a:lnTo>
                    <a:pt x="1430481" y="925965"/>
                  </a:lnTo>
                  <a:lnTo>
                    <a:pt x="1433584" y="924791"/>
                  </a:lnTo>
                  <a:lnTo>
                    <a:pt x="1433929" y="924661"/>
                  </a:lnTo>
                  <a:lnTo>
                    <a:pt x="1434274" y="924530"/>
                  </a:lnTo>
                  <a:lnTo>
                    <a:pt x="1435826" y="923943"/>
                  </a:lnTo>
                  <a:lnTo>
                    <a:pt x="1435998" y="923878"/>
                  </a:lnTo>
                  <a:lnTo>
                    <a:pt x="1436860" y="923552"/>
                  </a:lnTo>
                  <a:lnTo>
                    <a:pt x="1437377" y="923356"/>
                  </a:lnTo>
                  <a:lnTo>
                    <a:pt x="1437895" y="923160"/>
                  </a:lnTo>
                  <a:lnTo>
                    <a:pt x="1438584" y="922899"/>
                  </a:lnTo>
                  <a:lnTo>
                    <a:pt x="1438929" y="922769"/>
                  </a:lnTo>
                  <a:lnTo>
                    <a:pt x="1439791" y="922443"/>
                  </a:lnTo>
                  <a:lnTo>
                    <a:pt x="1440308" y="922247"/>
                  </a:lnTo>
                  <a:lnTo>
                    <a:pt x="1440653" y="922117"/>
                  </a:lnTo>
                  <a:lnTo>
                    <a:pt x="1441515" y="921790"/>
                  </a:lnTo>
                  <a:lnTo>
                    <a:pt x="1441860" y="921660"/>
                  </a:lnTo>
                  <a:lnTo>
                    <a:pt x="1442550" y="921399"/>
                  </a:lnTo>
                  <a:lnTo>
                    <a:pt x="1445136" y="920420"/>
                  </a:lnTo>
                  <a:lnTo>
                    <a:pt x="1445653" y="920224"/>
                  </a:lnTo>
                  <a:lnTo>
                    <a:pt x="1446515" y="919898"/>
                  </a:lnTo>
                  <a:lnTo>
                    <a:pt x="1446860" y="919767"/>
                  </a:lnTo>
                  <a:lnTo>
                    <a:pt x="1447894" y="919376"/>
                  </a:lnTo>
                  <a:lnTo>
                    <a:pt x="1448067" y="919311"/>
                  </a:lnTo>
                  <a:lnTo>
                    <a:pt x="1448756" y="919050"/>
                  </a:lnTo>
                  <a:lnTo>
                    <a:pt x="1449963" y="918593"/>
                  </a:lnTo>
                  <a:lnTo>
                    <a:pt x="1450825" y="918266"/>
                  </a:lnTo>
                  <a:lnTo>
                    <a:pt x="1452549" y="917614"/>
                  </a:lnTo>
                  <a:lnTo>
                    <a:pt x="1452722" y="917548"/>
                  </a:lnTo>
                  <a:lnTo>
                    <a:pt x="1453067" y="917418"/>
                  </a:lnTo>
                  <a:lnTo>
                    <a:pt x="1455308" y="916569"/>
                  </a:lnTo>
                  <a:lnTo>
                    <a:pt x="1456687" y="916047"/>
                  </a:lnTo>
                  <a:lnTo>
                    <a:pt x="1458067" y="915524"/>
                  </a:lnTo>
                  <a:lnTo>
                    <a:pt x="1460308" y="914676"/>
                  </a:lnTo>
                  <a:lnTo>
                    <a:pt x="1461170" y="914349"/>
                  </a:lnTo>
                  <a:lnTo>
                    <a:pt x="1461515" y="914219"/>
                  </a:lnTo>
                  <a:lnTo>
                    <a:pt x="1461687" y="914153"/>
                  </a:lnTo>
                  <a:lnTo>
                    <a:pt x="1462722" y="913761"/>
                  </a:lnTo>
                  <a:lnTo>
                    <a:pt x="1467032" y="912129"/>
                  </a:lnTo>
                  <a:lnTo>
                    <a:pt x="1472032" y="910234"/>
                  </a:lnTo>
                  <a:lnTo>
                    <a:pt x="1473411" y="909712"/>
                  </a:lnTo>
                  <a:lnTo>
                    <a:pt x="1475652" y="908862"/>
                  </a:lnTo>
                  <a:lnTo>
                    <a:pt x="1549788" y="880724"/>
                  </a:lnTo>
                  <a:lnTo>
                    <a:pt x="1551685" y="880003"/>
                  </a:lnTo>
                  <a:lnTo>
                    <a:pt x="1575477" y="870953"/>
                  </a:lnTo>
                  <a:lnTo>
                    <a:pt x="1576339" y="870625"/>
                  </a:lnTo>
                  <a:lnTo>
                    <a:pt x="1582891" y="868132"/>
                  </a:lnTo>
                  <a:lnTo>
                    <a:pt x="1585477" y="867147"/>
                  </a:lnTo>
                  <a:lnTo>
                    <a:pt x="1590305" y="865310"/>
                  </a:lnTo>
                  <a:lnTo>
                    <a:pt x="1595305" y="863406"/>
                  </a:lnTo>
                  <a:lnTo>
                    <a:pt x="1597373" y="862618"/>
                  </a:lnTo>
                  <a:lnTo>
                    <a:pt x="1602891" y="860516"/>
                  </a:lnTo>
                  <a:lnTo>
                    <a:pt x="1605994" y="859334"/>
                  </a:lnTo>
                  <a:lnTo>
                    <a:pt x="1606339" y="859203"/>
                  </a:lnTo>
                  <a:lnTo>
                    <a:pt x="1606684" y="859071"/>
                  </a:lnTo>
                  <a:lnTo>
                    <a:pt x="1608235" y="858480"/>
                  </a:lnTo>
                  <a:lnTo>
                    <a:pt x="1608408" y="858414"/>
                  </a:lnTo>
                  <a:lnTo>
                    <a:pt x="1609270" y="858086"/>
                  </a:lnTo>
                  <a:lnTo>
                    <a:pt x="1609787" y="857889"/>
                  </a:lnTo>
                  <a:lnTo>
                    <a:pt x="1610304" y="857692"/>
                  </a:lnTo>
                  <a:lnTo>
                    <a:pt x="1610994" y="857429"/>
                  </a:lnTo>
                  <a:lnTo>
                    <a:pt x="1611339" y="857297"/>
                  </a:lnTo>
                  <a:lnTo>
                    <a:pt x="1612201" y="856969"/>
                  </a:lnTo>
                  <a:lnTo>
                    <a:pt x="1612718" y="856772"/>
                  </a:lnTo>
                  <a:lnTo>
                    <a:pt x="1613063" y="856640"/>
                  </a:lnTo>
                  <a:lnTo>
                    <a:pt x="1613925" y="856312"/>
                  </a:lnTo>
                  <a:lnTo>
                    <a:pt x="1614270" y="856180"/>
                  </a:lnTo>
                  <a:lnTo>
                    <a:pt x="1614959" y="855918"/>
                  </a:lnTo>
                  <a:lnTo>
                    <a:pt x="1617545" y="854932"/>
                  </a:lnTo>
                  <a:lnTo>
                    <a:pt x="1618063" y="854735"/>
                  </a:lnTo>
                  <a:lnTo>
                    <a:pt x="1618925" y="854406"/>
                  </a:lnTo>
                  <a:lnTo>
                    <a:pt x="1619269" y="854275"/>
                  </a:lnTo>
                  <a:lnTo>
                    <a:pt x="1620304" y="853880"/>
                  </a:lnTo>
                  <a:lnTo>
                    <a:pt x="1620476" y="853815"/>
                  </a:lnTo>
                  <a:lnTo>
                    <a:pt x="1621166" y="853552"/>
                  </a:lnTo>
                  <a:lnTo>
                    <a:pt x="1622373" y="853092"/>
                  </a:lnTo>
                  <a:lnTo>
                    <a:pt x="1623235" y="852763"/>
                  </a:lnTo>
                  <a:lnTo>
                    <a:pt x="1624959" y="852106"/>
                  </a:lnTo>
                  <a:lnTo>
                    <a:pt x="1625131" y="852040"/>
                  </a:lnTo>
                  <a:lnTo>
                    <a:pt x="1625476" y="851908"/>
                  </a:lnTo>
                  <a:lnTo>
                    <a:pt x="1627718" y="851054"/>
                  </a:lnTo>
                  <a:lnTo>
                    <a:pt x="1629097" y="850528"/>
                  </a:lnTo>
                  <a:lnTo>
                    <a:pt x="1630476" y="850002"/>
                  </a:lnTo>
                  <a:lnTo>
                    <a:pt x="1632717" y="849147"/>
                  </a:lnTo>
                  <a:lnTo>
                    <a:pt x="1633579" y="848818"/>
                  </a:lnTo>
                  <a:lnTo>
                    <a:pt x="1633924" y="848687"/>
                  </a:lnTo>
                  <a:lnTo>
                    <a:pt x="1634097" y="848621"/>
                  </a:lnTo>
                  <a:lnTo>
                    <a:pt x="1635131" y="848226"/>
                  </a:lnTo>
                  <a:lnTo>
                    <a:pt x="1639441" y="846582"/>
                  </a:lnTo>
                  <a:lnTo>
                    <a:pt x="1644441" y="844674"/>
                  </a:lnTo>
                  <a:lnTo>
                    <a:pt x="1645821" y="844148"/>
                  </a:lnTo>
                  <a:lnTo>
                    <a:pt x="1648062" y="843293"/>
                  </a:lnTo>
                  <a:lnTo>
                    <a:pt x="1722198" y="814958"/>
                  </a:lnTo>
                  <a:lnTo>
                    <a:pt x="1724094" y="814232"/>
                  </a:lnTo>
                  <a:lnTo>
                    <a:pt x="1747887" y="805121"/>
                  </a:lnTo>
                  <a:lnTo>
                    <a:pt x="1748749" y="804790"/>
                  </a:lnTo>
                  <a:lnTo>
                    <a:pt x="1755301" y="802280"/>
                  </a:lnTo>
                  <a:lnTo>
                    <a:pt x="1757887" y="801289"/>
                  </a:lnTo>
                  <a:lnTo>
                    <a:pt x="1762714" y="799438"/>
                  </a:lnTo>
                  <a:lnTo>
                    <a:pt x="1767714" y="797521"/>
                  </a:lnTo>
                  <a:lnTo>
                    <a:pt x="1769783" y="796728"/>
                  </a:lnTo>
                  <a:lnTo>
                    <a:pt x="1775300" y="794612"/>
                  </a:lnTo>
                  <a:lnTo>
                    <a:pt x="1778403" y="793422"/>
                  </a:lnTo>
                  <a:lnTo>
                    <a:pt x="1778748" y="793290"/>
                  </a:lnTo>
                  <a:lnTo>
                    <a:pt x="1779093" y="793157"/>
                  </a:lnTo>
                  <a:lnTo>
                    <a:pt x="1780645" y="792562"/>
                  </a:lnTo>
                  <a:lnTo>
                    <a:pt x="1780817" y="792496"/>
                  </a:lnTo>
                  <a:lnTo>
                    <a:pt x="1781679" y="792165"/>
                  </a:lnTo>
                  <a:lnTo>
                    <a:pt x="1782196" y="791967"/>
                  </a:lnTo>
                  <a:lnTo>
                    <a:pt x="1782714" y="791768"/>
                  </a:lnTo>
                  <a:lnTo>
                    <a:pt x="1783403" y="791504"/>
                  </a:lnTo>
                  <a:lnTo>
                    <a:pt x="1783748" y="791372"/>
                  </a:lnTo>
                  <a:lnTo>
                    <a:pt x="1784610" y="791041"/>
                  </a:lnTo>
                  <a:lnTo>
                    <a:pt x="1785127" y="790842"/>
                  </a:lnTo>
                  <a:lnTo>
                    <a:pt x="1785472" y="790710"/>
                  </a:lnTo>
                  <a:lnTo>
                    <a:pt x="1786334" y="790379"/>
                  </a:lnTo>
                  <a:lnTo>
                    <a:pt x="1786679" y="790247"/>
                  </a:lnTo>
                  <a:lnTo>
                    <a:pt x="1787369" y="789982"/>
                  </a:lnTo>
                  <a:lnTo>
                    <a:pt x="1789955" y="788990"/>
                  </a:lnTo>
                  <a:lnTo>
                    <a:pt x="1790472" y="788792"/>
                  </a:lnTo>
                  <a:lnTo>
                    <a:pt x="1791334" y="788461"/>
                  </a:lnTo>
                  <a:lnTo>
                    <a:pt x="1791679" y="788328"/>
                  </a:lnTo>
                  <a:lnTo>
                    <a:pt x="1792713" y="787931"/>
                  </a:lnTo>
                  <a:lnTo>
                    <a:pt x="1792886" y="787865"/>
                  </a:lnTo>
                  <a:lnTo>
                    <a:pt x="1793575" y="787600"/>
                  </a:lnTo>
                  <a:lnTo>
                    <a:pt x="1794782" y="787137"/>
                  </a:lnTo>
                  <a:lnTo>
                    <a:pt x="1795644" y="786806"/>
                  </a:lnTo>
                  <a:lnTo>
                    <a:pt x="1797368" y="786145"/>
                  </a:lnTo>
                  <a:lnTo>
                    <a:pt x="1797541" y="786078"/>
                  </a:lnTo>
                  <a:lnTo>
                    <a:pt x="1797886" y="785946"/>
                  </a:lnTo>
                  <a:lnTo>
                    <a:pt x="1800127" y="785086"/>
                  </a:lnTo>
                  <a:lnTo>
                    <a:pt x="1801506" y="784556"/>
                  </a:lnTo>
                  <a:lnTo>
                    <a:pt x="1802886" y="784027"/>
                  </a:lnTo>
                  <a:lnTo>
                    <a:pt x="1805127" y="783166"/>
                  </a:lnTo>
                  <a:lnTo>
                    <a:pt x="1805989" y="782835"/>
                  </a:lnTo>
                  <a:lnTo>
                    <a:pt x="1806334" y="782703"/>
                  </a:lnTo>
                  <a:lnTo>
                    <a:pt x="1806506" y="782636"/>
                  </a:lnTo>
                  <a:lnTo>
                    <a:pt x="1807541" y="782239"/>
                  </a:lnTo>
                  <a:lnTo>
                    <a:pt x="1811851" y="780584"/>
                  </a:lnTo>
                  <a:lnTo>
                    <a:pt x="1816851" y="778663"/>
                  </a:lnTo>
                  <a:lnTo>
                    <a:pt x="1818230" y="778133"/>
                  </a:lnTo>
                  <a:lnTo>
                    <a:pt x="1820471" y="777272"/>
                  </a:lnTo>
                  <a:lnTo>
                    <a:pt x="1894607" y="748750"/>
                  </a:lnTo>
                  <a:lnTo>
                    <a:pt x="1896504" y="748019"/>
                  </a:lnTo>
                  <a:lnTo>
                    <a:pt x="1920296" y="738848"/>
                  </a:lnTo>
                  <a:lnTo>
                    <a:pt x="1921158" y="738516"/>
                  </a:lnTo>
                  <a:lnTo>
                    <a:pt x="1927710" y="735989"/>
                  </a:lnTo>
                  <a:lnTo>
                    <a:pt x="1930296" y="734992"/>
                  </a:lnTo>
                  <a:lnTo>
                    <a:pt x="1935124" y="733129"/>
                  </a:lnTo>
                  <a:lnTo>
                    <a:pt x="1940124" y="731200"/>
                  </a:lnTo>
                  <a:lnTo>
                    <a:pt x="1942192" y="730401"/>
                  </a:lnTo>
                  <a:lnTo>
                    <a:pt x="1947710" y="728272"/>
                  </a:lnTo>
                  <a:lnTo>
                    <a:pt x="1950813" y="727074"/>
                  </a:lnTo>
                  <a:lnTo>
                    <a:pt x="1951158" y="726941"/>
                  </a:lnTo>
                  <a:lnTo>
                    <a:pt x="1951503" y="726808"/>
                  </a:lnTo>
                  <a:lnTo>
                    <a:pt x="1953054" y="726209"/>
                  </a:lnTo>
                  <a:lnTo>
                    <a:pt x="1953227" y="726142"/>
                  </a:lnTo>
                  <a:lnTo>
                    <a:pt x="1954089" y="725809"/>
                  </a:lnTo>
                  <a:lnTo>
                    <a:pt x="1954606" y="725610"/>
                  </a:lnTo>
                  <a:lnTo>
                    <a:pt x="1955123" y="725410"/>
                  </a:lnTo>
                  <a:lnTo>
                    <a:pt x="1955813" y="725144"/>
                  </a:lnTo>
                  <a:lnTo>
                    <a:pt x="1956158" y="725011"/>
                  </a:lnTo>
                  <a:lnTo>
                    <a:pt x="1957020" y="724678"/>
                  </a:lnTo>
                  <a:lnTo>
                    <a:pt x="1957537" y="724478"/>
                  </a:lnTo>
                  <a:lnTo>
                    <a:pt x="1957882" y="724345"/>
                  </a:lnTo>
                  <a:lnTo>
                    <a:pt x="1958744" y="724012"/>
                  </a:lnTo>
                  <a:lnTo>
                    <a:pt x="1959089" y="723879"/>
                  </a:lnTo>
                  <a:lnTo>
                    <a:pt x="1959778" y="723613"/>
                  </a:lnTo>
                  <a:lnTo>
                    <a:pt x="1962364" y="722614"/>
                  </a:lnTo>
                  <a:lnTo>
                    <a:pt x="1962882" y="722414"/>
                  </a:lnTo>
                  <a:lnTo>
                    <a:pt x="1963744" y="722081"/>
                  </a:lnTo>
                  <a:lnTo>
                    <a:pt x="1964088" y="721948"/>
                  </a:lnTo>
                  <a:lnTo>
                    <a:pt x="1965123" y="721548"/>
                  </a:lnTo>
                  <a:lnTo>
                    <a:pt x="1965295" y="721482"/>
                  </a:lnTo>
                  <a:lnTo>
                    <a:pt x="1965985" y="721215"/>
                  </a:lnTo>
                  <a:lnTo>
                    <a:pt x="1967192" y="720749"/>
                  </a:lnTo>
                  <a:lnTo>
                    <a:pt x="1968054" y="720416"/>
                  </a:lnTo>
                  <a:lnTo>
                    <a:pt x="1969778" y="719750"/>
                  </a:lnTo>
                  <a:lnTo>
                    <a:pt x="1969950" y="719684"/>
                  </a:lnTo>
                  <a:lnTo>
                    <a:pt x="1970295" y="719551"/>
                  </a:lnTo>
                  <a:lnTo>
                    <a:pt x="1972537" y="718685"/>
                  </a:lnTo>
                  <a:lnTo>
                    <a:pt x="1973916" y="718152"/>
                  </a:lnTo>
                  <a:lnTo>
                    <a:pt x="1975295" y="717619"/>
                  </a:lnTo>
                  <a:lnTo>
                    <a:pt x="1977536" y="716753"/>
                  </a:lnTo>
                  <a:lnTo>
                    <a:pt x="1978398" y="716420"/>
                  </a:lnTo>
                  <a:lnTo>
                    <a:pt x="1978743" y="716286"/>
                  </a:lnTo>
                  <a:lnTo>
                    <a:pt x="1978916" y="716220"/>
                  </a:lnTo>
                  <a:lnTo>
                    <a:pt x="1979950" y="715820"/>
                  </a:lnTo>
                  <a:lnTo>
                    <a:pt x="1984260" y="714154"/>
                  </a:lnTo>
                  <a:lnTo>
                    <a:pt x="1989260" y="712222"/>
                  </a:lnTo>
                  <a:lnTo>
                    <a:pt x="1990640" y="711688"/>
                  </a:lnTo>
                  <a:lnTo>
                    <a:pt x="1992881" y="710822"/>
                  </a:lnTo>
                  <a:lnTo>
                    <a:pt x="2067017" y="682123"/>
                  </a:lnTo>
                  <a:lnTo>
                    <a:pt x="2068913" y="681388"/>
                  </a:lnTo>
                  <a:lnTo>
                    <a:pt x="2092706" y="672162"/>
                  </a:lnTo>
                  <a:lnTo>
                    <a:pt x="2093568" y="671827"/>
                  </a:lnTo>
                  <a:lnTo>
                    <a:pt x="2100120" y="669285"/>
                  </a:lnTo>
                  <a:lnTo>
                    <a:pt x="2102706" y="668282"/>
                  </a:lnTo>
                  <a:lnTo>
                    <a:pt x="2107533" y="666408"/>
                  </a:lnTo>
                  <a:lnTo>
                    <a:pt x="2112533" y="664467"/>
                  </a:lnTo>
                  <a:lnTo>
                    <a:pt x="2114602" y="663664"/>
                  </a:lnTo>
                  <a:lnTo>
                    <a:pt x="2120119" y="661522"/>
                  </a:lnTo>
                  <a:lnTo>
                    <a:pt x="2123222" y="660317"/>
                  </a:lnTo>
                  <a:lnTo>
                    <a:pt x="2123567" y="660183"/>
                  </a:lnTo>
                  <a:lnTo>
                    <a:pt x="2123912" y="660049"/>
                  </a:lnTo>
                  <a:lnTo>
                    <a:pt x="2125464" y="659447"/>
                  </a:lnTo>
                  <a:lnTo>
                    <a:pt x="2125636" y="659380"/>
                  </a:lnTo>
                  <a:lnTo>
                    <a:pt x="2126498" y="659045"/>
                  </a:lnTo>
                  <a:lnTo>
                    <a:pt x="2127015" y="658844"/>
                  </a:lnTo>
                  <a:lnTo>
                    <a:pt x="2127533" y="658643"/>
                  </a:lnTo>
                  <a:lnTo>
                    <a:pt x="2128222" y="658376"/>
                  </a:lnTo>
                  <a:lnTo>
                    <a:pt x="2128567" y="658242"/>
                  </a:lnTo>
                  <a:lnTo>
                    <a:pt x="2129429" y="657907"/>
                  </a:lnTo>
                  <a:lnTo>
                    <a:pt x="2129946" y="657706"/>
                  </a:lnTo>
                  <a:lnTo>
                    <a:pt x="2130291" y="657572"/>
                  </a:lnTo>
                  <a:lnTo>
                    <a:pt x="2131153" y="657237"/>
                  </a:lnTo>
                  <a:lnTo>
                    <a:pt x="2131498" y="657103"/>
                  </a:lnTo>
                  <a:lnTo>
                    <a:pt x="2132188" y="656835"/>
                  </a:lnTo>
                  <a:lnTo>
                    <a:pt x="2134774" y="655831"/>
                  </a:lnTo>
                  <a:lnTo>
                    <a:pt x="2135291" y="655630"/>
                  </a:lnTo>
                  <a:lnTo>
                    <a:pt x="2136153" y="655295"/>
                  </a:lnTo>
                  <a:lnTo>
                    <a:pt x="2136498" y="655161"/>
                  </a:lnTo>
                  <a:lnTo>
                    <a:pt x="2137532" y="654759"/>
                  </a:lnTo>
                  <a:lnTo>
                    <a:pt x="2137705" y="654692"/>
                  </a:lnTo>
                  <a:lnTo>
                    <a:pt x="2138394" y="654424"/>
                  </a:lnTo>
                  <a:lnTo>
                    <a:pt x="2139601" y="653955"/>
                  </a:lnTo>
                  <a:lnTo>
                    <a:pt x="2140463" y="653620"/>
                  </a:lnTo>
                  <a:lnTo>
                    <a:pt x="2142187" y="652950"/>
                  </a:lnTo>
                  <a:lnTo>
                    <a:pt x="2142360" y="652883"/>
                  </a:lnTo>
                  <a:lnTo>
                    <a:pt x="2142705" y="652749"/>
                  </a:lnTo>
                  <a:lnTo>
                    <a:pt x="2144946" y="651878"/>
                  </a:lnTo>
                  <a:lnTo>
                    <a:pt x="2146325" y="651342"/>
                  </a:lnTo>
                  <a:lnTo>
                    <a:pt x="2147705" y="650806"/>
                  </a:lnTo>
                  <a:lnTo>
                    <a:pt x="2149946" y="649935"/>
                  </a:lnTo>
                  <a:lnTo>
                    <a:pt x="2150808" y="649600"/>
                  </a:lnTo>
                  <a:lnTo>
                    <a:pt x="2151153" y="649466"/>
                  </a:lnTo>
                  <a:lnTo>
                    <a:pt x="2151325" y="649399"/>
                  </a:lnTo>
                  <a:lnTo>
                    <a:pt x="2152360" y="648997"/>
                  </a:lnTo>
                  <a:lnTo>
                    <a:pt x="2156670" y="647322"/>
                  </a:lnTo>
                  <a:lnTo>
                    <a:pt x="2161670" y="645378"/>
                  </a:lnTo>
                  <a:lnTo>
                    <a:pt x="2163049" y="644842"/>
                  </a:lnTo>
                  <a:lnTo>
                    <a:pt x="2165290" y="643970"/>
                  </a:lnTo>
                  <a:lnTo>
                    <a:pt x="2239426" y="615108"/>
                  </a:lnTo>
                  <a:lnTo>
                    <a:pt x="2241323" y="614369"/>
                  </a:lnTo>
                  <a:lnTo>
                    <a:pt x="2265115" y="605092"/>
                  </a:lnTo>
                  <a:lnTo>
                    <a:pt x="2265977" y="604756"/>
                  </a:lnTo>
                  <a:lnTo>
                    <a:pt x="2272529" y="602200"/>
                  </a:lnTo>
                  <a:lnTo>
                    <a:pt x="2275115" y="601191"/>
                  </a:lnTo>
                  <a:lnTo>
                    <a:pt x="2279943" y="599307"/>
                  </a:lnTo>
                  <a:lnTo>
                    <a:pt x="2284943" y="597356"/>
                  </a:lnTo>
                  <a:lnTo>
                    <a:pt x="2287011" y="596549"/>
                  </a:lnTo>
                  <a:lnTo>
                    <a:pt x="2292529" y="594395"/>
                  </a:lnTo>
                  <a:lnTo>
                    <a:pt x="2295632" y="593184"/>
                  </a:lnTo>
                  <a:lnTo>
                    <a:pt x="2295977" y="593049"/>
                  </a:lnTo>
                  <a:lnTo>
                    <a:pt x="2296322" y="592914"/>
                  </a:lnTo>
                  <a:lnTo>
                    <a:pt x="2297873" y="592309"/>
                  </a:lnTo>
                  <a:lnTo>
                    <a:pt x="2298046" y="592241"/>
                  </a:lnTo>
                  <a:lnTo>
                    <a:pt x="2298908" y="591905"/>
                  </a:lnTo>
                  <a:lnTo>
                    <a:pt x="2299425" y="591703"/>
                  </a:lnTo>
                  <a:lnTo>
                    <a:pt x="2299942" y="591501"/>
                  </a:lnTo>
                  <a:lnTo>
                    <a:pt x="2300632" y="591232"/>
                  </a:lnTo>
                  <a:lnTo>
                    <a:pt x="2300977" y="591097"/>
                  </a:lnTo>
                  <a:lnTo>
                    <a:pt x="2301839" y="590760"/>
                  </a:lnTo>
                  <a:lnTo>
                    <a:pt x="2302356" y="590558"/>
                  </a:lnTo>
                  <a:lnTo>
                    <a:pt x="2302701" y="590424"/>
                  </a:lnTo>
                  <a:lnTo>
                    <a:pt x="2303563" y="590087"/>
                  </a:lnTo>
                  <a:lnTo>
                    <a:pt x="2303908" y="589952"/>
                  </a:lnTo>
                  <a:lnTo>
                    <a:pt x="2304597" y="589683"/>
                  </a:lnTo>
                  <a:lnTo>
                    <a:pt x="2307183" y="588673"/>
                  </a:lnTo>
                  <a:lnTo>
                    <a:pt x="2307701" y="588471"/>
                  </a:lnTo>
                  <a:lnTo>
                    <a:pt x="2308563" y="588134"/>
                  </a:lnTo>
                  <a:lnTo>
                    <a:pt x="2308907" y="588000"/>
                  </a:lnTo>
                  <a:lnTo>
                    <a:pt x="2309942" y="587596"/>
                  </a:lnTo>
                  <a:lnTo>
                    <a:pt x="2310114" y="587528"/>
                  </a:lnTo>
                  <a:lnTo>
                    <a:pt x="2310804" y="587259"/>
                  </a:lnTo>
                  <a:lnTo>
                    <a:pt x="2312011" y="586788"/>
                  </a:lnTo>
                  <a:lnTo>
                    <a:pt x="2312873" y="586451"/>
                  </a:lnTo>
                  <a:lnTo>
                    <a:pt x="2314597" y="585777"/>
                  </a:lnTo>
                  <a:lnTo>
                    <a:pt x="2314769" y="585710"/>
                  </a:lnTo>
                  <a:lnTo>
                    <a:pt x="2315114" y="585575"/>
                  </a:lnTo>
                  <a:lnTo>
                    <a:pt x="2317356" y="584700"/>
                  </a:lnTo>
                  <a:lnTo>
                    <a:pt x="2318735" y="584161"/>
                  </a:lnTo>
                  <a:lnTo>
                    <a:pt x="2320114" y="583622"/>
                  </a:lnTo>
                  <a:lnTo>
                    <a:pt x="2322355" y="582746"/>
                  </a:lnTo>
                  <a:lnTo>
                    <a:pt x="2323217" y="582410"/>
                  </a:lnTo>
                  <a:lnTo>
                    <a:pt x="2323562" y="582275"/>
                  </a:lnTo>
                  <a:lnTo>
                    <a:pt x="2323735" y="582208"/>
                  </a:lnTo>
                  <a:lnTo>
                    <a:pt x="2324769" y="581803"/>
                  </a:lnTo>
                  <a:lnTo>
                    <a:pt x="2329079" y="580119"/>
                  </a:lnTo>
                  <a:lnTo>
                    <a:pt x="2334079" y="578165"/>
                  </a:lnTo>
                  <a:lnTo>
                    <a:pt x="2335458" y="577626"/>
                  </a:lnTo>
                  <a:lnTo>
                    <a:pt x="2337700" y="576750"/>
                  </a:lnTo>
                  <a:lnTo>
                    <a:pt x="2411836" y="547741"/>
                  </a:lnTo>
                  <a:lnTo>
                    <a:pt x="2413732" y="546998"/>
                  </a:lnTo>
                  <a:lnTo>
                    <a:pt x="2437525" y="537675"/>
                  </a:lnTo>
                  <a:lnTo>
                    <a:pt x="2438387" y="537337"/>
                  </a:lnTo>
                  <a:lnTo>
                    <a:pt x="2444939" y="534769"/>
                  </a:lnTo>
                  <a:lnTo>
                    <a:pt x="2447525" y="533755"/>
                  </a:lnTo>
                  <a:lnTo>
                    <a:pt x="2452352" y="531862"/>
                  </a:lnTo>
                  <a:lnTo>
                    <a:pt x="2457352" y="529901"/>
                  </a:lnTo>
                  <a:lnTo>
                    <a:pt x="2459421" y="529090"/>
                  </a:lnTo>
                  <a:lnTo>
                    <a:pt x="2464938" y="526926"/>
                  </a:lnTo>
                  <a:lnTo>
                    <a:pt x="2468041" y="525708"/>
                  </a:lnTo>
                  <a:lnTo>
                    <a:pt x="2468386" y="525573"/>
                  </a:lnTo>
                  <a:lnTo>
                    <a:pt x="2468731" y="525438"/>
                  </a:lnTo>
                  <a:lnTo>
                    <a:pt x="2470283" y="524829"/>
                  </a:lnTo>
                  <a:lnTo>
                    <a:pt x="2470455" y="524762"/>
                  </a:lnTo>
                  <a:lnTo>
                    <a:pt x="2471317" y="524423"/>
                  </a:lnTo>
                  <a:lnTo>
                    <a:pt x="2471834" y="524220"/>
                  </a:lnTo>
                  <a:lnTo>
                    <a:pt x="2472352" y="524017"/>
                  </a:lnTo>
                  <a:lnTo>
                    <a:pt x="2473041" y="523747"/>
                  </a:lnTo>
                  <a:lnTo>
                    <a:pt x="2473386" y="523612"/>
                  </a:lnTo>
                  <a:lnTo>
                    <a:pt x="2474248" y="523273"/>
                  </a:lnTo>
                  <a:lnTo>
                    <a:pt x="2474765" y="523070"/>
                  </a:lnTo>
                  <a:lnTo>
                    <a:pt x="2475110" y="522935"/>
                  </a:lnTo>
                  <a:lnTo>
                    <a:pt x="2475972" y="522597"/>
                  </a:lnTo>
                  <a:lnTo>
                    <a:pt x="2476317" y="522462"/>
                  </a:lnTo>
                  <a:lnTo>
                    <a:pt x="2477007" y="522191"/>
                  </a:lnTo>
                  <a:lnTo>
                    <a:pt x="2479593" y="521176"/>
                  </a:lnTo>
                  <a:lnTo>
                    <a:pt x="2480110" y="520973"/>
                  </a:lnTo>
                  <a:lnTo>
                    <a:pt x="2480972" y="520635"/>
                  </a:lnTo>
                  <a:lnTo>
                    <a:pt x="2481317" y="520500"/>
                  </a:lnTo>
                  <a:lnTo>
                    <a:pt x="2482351" y="520094"/>
                  </a:lnTo>
                  <a:lnTo>
                    <a:pt x="2482524" y="520026"/>
                  </a:lnTo>
                  <a:lnTo>
                    <a:pt x="2483213" y="519755"/>
                  </a:lnTo>
                  <a:lnTo>
                    <a:pt x="2484420" y="519282"/>
                  </a:lnTo>
                  <a:lnTo>
                    <a:pt x="2485282" y="518944"/>
                  </a:lnTo>
                  <a:lnTo>
                    <a:pt x="2487006" y="518267"/>
                  </a:lnTo>
                  <a:lnTo>
                    <a:pt x="2487179" y="518199"/>
                  </a:lnTo>
                  <a:lnTo>
                    <a:pt x="2487524" y="518064"/>
                  </a:lnTo>
                  <a:lnTo>
                    <a:pt x="2489765" y="517184"/>
                  </a:lnTo>
                  <a:lnTo>
                    <a:pt x="2491144" y="516643"/>
                  </a:lnTo>
                  <a:lnTo>
                    <a:pt x="2492524" y="516101"/>
                  </a:lnTo>
                  <a:lnTo>
                    <a:pt x="2494765" y="515221"/>
                  </a:lnTo>
                  <a:lnTo>
                    <a:pt x="2495627" y="514883"/>
                  </a:lnTo>
                  <a:lnTo>
                    <a:pt x="2495972" y="514748"/>
                  </a:lnTo>
                  <a:lnTo>
                    <a:pt x="2496144" y="514680"/>
                  </a:lnTo>
                  <a:lnTo>
                    <a:pt x="2497179" y="514274"/>
                  </a:lnTo>
                  <a:lnTo>
                    <a:pt x="2501489" y="512582"/>
                  </a:lnTo>
                  <a:lnTo>
                    <a:pt x="2506489" y="510618"/>
                  </a:lnTo>
                  <a:lnTo>
                    <a:pt x="2507868" y="510077"/>
                  </a:lnTo>
                  <a:lnTo>
                    <a:pt x="2510109" y="509197"/>
                  </a:lnTo>
                  <a:lnTo>
                    <a:pt x="2584245" y="480055"/>
                  </a:lnTo>
                  <a:lnTo>
                    <a:pt x="2586142" y="479309"/>
                  </a:lnTo>
                  <a:lnTo>
                    <a:pt x="2609934" y="469945"/>
                  </a:lnTo>
                  <a:lnTo>
                    <a:pt x="2610796" y="469606"/>
                  </a:lnTo>
                  <a:lnTo>
                    <a:pt x="2617348" y="467026"/>
                  </a:lnTo>
                  <a:lnTo>
                    <a:pt x="2619934" y="466008"/>
                  </a:lnTo>
                  <a:lnTo>
                    <a:pt x="2624762" y="464107"/>
                  </a:lnTo>
                  <a:lnTo>
                    <a:pt x="2629762" y="462138"/>
                  </a:lnTo>
                  <a:lnTo>
                    <a:pt x="2631830" y="461323"/>
                  </a:lnTo>
                  <a:lnTo>
                    <a:pt x="2637348" y="459150"/>
                  </a:lnTo>
                  <a:lnTo>
                    <a:pt x="2640451" y="457927"/>
                  </a:lnTo>
                  <a:lnTo>
                    <a:pt x="2640796" y="457791"/>
                  </a:lnTo>
                  <a:lnTo>
                    <a:pt x="2641141" y="457656"/>
                  </a:lnTo>
                  <a:lnTo>
                    <a:pt x="2642692" y="457044"/>
                  </a:lnTo>
                  <a:lnTo>
                    <a:pt x="2642865" y="456976"/>
                  </a:lnTo>
                  <a:lnTo>
                    <a:pt x="2643727" y="456637"/>
                  </a:lnTo>
                  <a:lnTo>
                    <a:pt x="2644244" y="456433"/>
                  </a:lnTo>
                  <a:lnTo>
                    <a:pt x="2644761" y="456229"/>
                  </a:lnTo>
                  <a:lnTo>
                    <a:pt x="2645451" y="455957"/>
                  </a:lnTo>
                  <a:lnTo>
                    <a:pt x="2645796" y="455822"/>
                  </a:lnTo>
                  <a:lnTo>
                    <a:pt x="2646658" y="455482"/>
                  </a:lnTo>
                  <a:lnTo>
                    <a:pt x="2647175" y="455278"/>
                  </a:lnTo>
                  <a:lnTo>
                    <a:pt x="2647520" y="455142"/>
                  </a:lnTo>
                  <a:lnTo>
                    <a:pt x="2648382" y="454803"/>
                  </a:lnTo>
                  <a:lnTo>
                    <a:pt x="2648727" y="454667"/>
                  </a:lnTo>
                  <a:lnTo>
                    <a:pt x="2649416" y="454395"/>
                  </a:lnTo>
                  <a:lnTo>
                    <a:pt x="2652002" y="453376"/>
                  </a:lnTo>
                  <a:lnTo>
                    <a:pt x="2652520" y="453172"/>
                  </a:lnTo>
                  <a:lnTo>
                    <a:pt x="2653382" y="452832"/>
                  </a:lnTo>
                  <a:lnTo>
                    <a:pt x="2653726" y="452696"/>
                  </a:lnTo>
                  <a:lnTo>
                    <a:pt x="2654761" y="452289"/>
                  </a:lnTo>
                  <a:lnTo>
                    <a:pt x="2654933" y="452221"/>
                  </a:lnTo>
                  <a:lnTo>
                    <a:pt x="2655623" y="451949"/>
                  </a:lnTo>
                  <a:lnTo>
                    <a:pt x="2656830" y="451473"/>
                  </a:lnTo>
                  <a:lnTo>
                    <a:pt x="2657692" y="451134"/>
                  </a:lnTo>
                  <a:lnTo>
                    <a:pt x="2659416" y="450454"/>
                  </a:lnTo>
                  <a:lnTo>
                    <a:pt x="2659588" y="450386"/>
                  </a:lnTo>
                  <a:lnTo>
                    <a:pt x="2659933" y="450250"/>
                  </a:lnTo>
                  <a:lnTo>
                    <a:pt x="2662174" y="449367"/>
                  </a:lnTo>
                  <a:lnTo>
                    <a:pt x="2663554" y="448823"/>
                  </a:lnTo>
                  <a:lnTo>
                    <a:pt x="2664933" y="448280"/>
                  </a:lnTo>
                  <a:lnTo>
                    <a:pt x="2667174" y="447396"/>
                  </a:lnTo>
                  <a:lnTo>
                    <a:pt x="2668036" y="447056"/>
                  </a:lnTo>
                  <a:lnTo>
                    <a:pt x="2668381" y="446920"/>
                  </a:lnTo>
                  <a:lnTo>
                    <a:pt x="2668554" y="446852"/>
                  </a:lnTo>
                  <a:lnTo>
                    <a:pt x="2669588" y="446444"/>
                  </a:lnTo>
                  <a:lnTo>
                    <a:pt x="2673898" y="444745"/>
                  </a:lnTo>
                  <a:lnTo>
                    <a:pt x="2678898" y="442774"/>
                  </a:lnTo>
                  <a:lnTo>
                    <a:pt x="2680277" y="442230"/>
                  </a:lnTo>
                  <a:lnTo>
                    <a:pt x="2682519" y="441346"/>
                  </a:lnTo>
                  <a:lnTo>
                    <a:pt x="2756655" y="412088"/>
                  </a:lnTo>
                  <a:lnTo>
                    <a:pt x="2758551" y="411338"/>
                  </a:lnTo>
                  <a:lnTo>
                    <a:pt x="2782344" y="401938"/>
                  </a:lnTo>
                  <a:lnTo>
                    <a:pt x="2783206" y="401598"/>
                  </a:lnTo>
                  <a:lnTo>
                    <a:pt x="2789758" y="399008"/>
                  </a:lnTo>
                  <a:lnTo>
                    <a:pt x="2792344" y="397986"/>
                  </a:lnTo>
                  <a:lnTo>
                    <a:pt x="2797171" y="396078"/>
                  </a:lnTo>
                  <a:lnTo>
                    <a:pt x="2802171" y="394101"/>
                  </a:lnTo>
                  <a:lnTo>
                    <a:pt x="2804240" y="393283"/>
                  </a:lnTo>
                  <a:lnTo>
                    <a:pt x="2809757" y="391102"/>
                  </a:lnTo>
                  <a:lnTo>
                    <a:pt x="2812860" y="389875"/>
                  </a:lnTo>
                  <a:lnTo>
                    <a:pt x="2813205" y="389738"/>
                  </a:lnTo>
                  <a:lnTo>
                    <a:pt x="2813550" y="389602"/>
                  </a:lnTo>
                  <a:lnTo>
                    <a:pt x="2815102" y="388988"/>
                  </a:lnTo>
                  <a:lnTo>
                    <a:pt x="2815274" y="388920"/>
                  </a:lnTo>
                  <a:lnTo>
                    <a:pt x="2816136" y="388579"/>
                  </a:lnTo>
                  <a:lnTo>
                    <a:pt x="2816653" y="388375"/>
                  </a:lnTo>
                  <a:lnTo>
                    <a:pt x="2817171" y="388170"/>
                  </a:lnTo>
                  <a:lnTo>
                    <a:pt x="2817860" y="387897"/>
                  </a:lnTo>
                  <a:lnTo>
                    <a:pt x="2818205" y="387761"/>
                  </a:lnTo>
                  <a:lnTo>
                    <a:pt x="2819067" y="387420"/>
                  </a:lnTo>
                  <a:lnTo>
                    <a:pt x="2819584" y="387216"/>
                  </a:lnTo>
                  <a:lnTo>
                    <a:pt x="2819929" y="387079"/>
                  </a:lnTo>
                  <a:lnTo>
                    <a:pt x="2820791" y="386738"/>
                  </a:lnTo>
                  <a:lnTo>
                    <a:pt x="2821136" y="386602"/>
                  </a:lnTo>
                  <a:lnTo>
                    <a:pt x="2821826" y="386329"/>
                  </a:lnTo>
                  <a:lnTo>
                    <a:pt x="2824412" y="385306"/>
                  </a:lnTo>
                  <a:lnTo>
                    <a:pt x="2824929" y="385102"/>
                  </a:lnTo>
                  <a:lnTo>
                    <a:pt x="2825791" y="384761"/>
                  </a:lnTo>
                  <a:lnTo>
                    <a:pt x="2826136" y="384624"/>
                  </a:lnTo>
                  <a:lnTo>
                    <a:pt x="2827170" y="384215"/>
                  </a:lnTo>
                  <a:lnTo>
                    <a:pt x="2827343" y="384147"/>
                  </a:lnTo>
                  <a:lnTo>
                    <a:pt x="2828032" y="383874"/>
                  </a:lnTo>
                  <a:lnTo>
                    <a:pt x="2829239" y="383397"/>
                  </a:lnTo>
                  <a:lnTo>
                    <a:pt x="2830101" y="383056"/>
                  </a:lnTo>
                  <a:lnTo>
                    <a:pt x="2831825" y="382374"/>
                  </a:lnTo>
                  <a:lnTo>
                    <a:pt x="2831998" y="382305"/>
                  </a:lnTo>
                  <a:lnTo>
                    <a:pt x="2832343" y="382169"/>
                  </a:lnTo>
                  <a:lnTo>
                    <a:pt x="2834584" y="381282"/>
                  </a:lnTo>
                  <a:lnTo>
                    <a:pt x="2835963" y="380737"/>
                  </a:lnTo>
                  <a:lnTo>
                    <a:pt x="2837343" y="380191"/>
                  </a:lnTo>
                  <a:lnTo>
                    <a:pt x="2839584" y="379304"/>
                  </a:lnTo>
                  <a:lnTo>
                    <a:pt x="2840446" y="378963"/>
                  </a:lnTo>
                  <a:lnTo>
                    <a:pt x="2840791" y="378827"/>
                  </a:lnTo>
                  <a:lnTo>
                    <a:pt x="2840963" y="378759"/>
                  </a:lnTo>
                  <a:lnTo>
                    <a:pt x="2841998" y="378349"/>
                  </a:lnTo>
                  <a:lnTo>
                    <a:pt x="2846308" y="376644"/>
                  </a:lnTo>
                  <a:lnTo>
                    <a:pt x="2851308" y="374665"/>
                  </a:lnTo>
                  <a:lnTo>
                    <a:pt x="2852687" y="374119"/>
                  </a:lnTo>
                  <a:lnTo>
                    <a:pt x="2854928" y="373232"/>
                  </a:lnTo>
                  <a:lnTo>
                    <a:pt x="2929064" y="343870"/>
                  </a:lnTo>
                  <a:lnTo>
                    <a:pt x="2930961" y="343119"/>
                  </a:lnTo>
                  <a:lnTo>
                    <a:pt x="2954753" y="333687"/>
                  </a:lnTo>
                  <a:lnTo>
                    <a:pt x="2955615" y="333345"/>
                  </a:lnTo>
                  <a:lnTo>
                    <a:pt x="2962167" y="330747"/>
                  </a:lnTo>
                  <a:lnTo>
                    <a:pt x="2964753" y="329721"/>
                  </a:lnTo>
                  <a:lnTo>
                    <a:pt x="2969581" y="327807"/>
                  </a:lnTo>
                  <a:lnTo>
                    <a:pt x="2974580" y="325823"/>
                  </a:lnTo>
                  <a:lnTo>
                    <a:pt x="2976649" y="325003"/>
                  </a:lnTo>
                  <a:lnTo>
                    <a:pt x="2982167" y="322814"/>
                  </a:lnTo>
                  <a:lnTo>
                    <a:pt x="2985270" y="321583"/>
                  </a:lnTo>
                  <a:lnTo>
                    <a:pt x="2985615" y="321446"/>
                  </a:lnTo>
                  <a:lnTo>
                    <a:pt x="2985960" y="321309"/>
                  </a:lnTo>
                  <a:lnTo>
                    <a:pt x="2987511" y="320694"/>
                  </a:lnTo>
                  <a:lnTo>
                    <a:pt x="2987684" y="320625"/>
                  </a:lnTo>
                  <a:lnTo>
                    <a:pt x="2988546" y="320283"/>
                  </a:lnTo>
                  <a:lnTo>
                    <a:pt x="2989063" y="320078"/>
                  </a:lnTo>
                  <a:lnTo>
                    <a:pt x="2989580" y="319873"/>
                  </a:lnTo>
                  <a:lnTo>
                    <a:pt x="2990270" y="319599"/>
                  </a:lnTo>
                  <a:lnTo>
                    <a:pt x="2990615" y="319462"/>
                  </a:lnTo>
                  <a:lnTo>
                    <a:pt x="2991477" y="319120"/>
                  </a:lnTo>
                  <a:lnTo>
                    <a:pt x="2991994" y="318915"/>
                  </a:lnTo>
                  <a:lnTo>
                    <a:pt x="2992339" y="318778"/>
                  </a:lnTo>
                  <a:lnTo>
                    <a:pt x="2993201" y="318436"/>
                  </a:lnTo>
                  <a:lnTo>
                    <a:pt x="2993546" y="318299"/>
                  </a:lnTo>
                  <a:lnTo>
                    <a:pt x="2994235" y="318026"/>
                  </a:lnTo>
                  <a:lnTo>
                    <a:pt x="2996821" y="317000"/>
                  </a:lnTo>
                  <a:lnTo>
                    <a:pt x="2997339" y="316794"/>
                  </a:lnTo>
                  <a:lnTo>
                    <a:pt x="2998201" y="316452"/>
                  </a:lnTo>
                  <a:lnTo>
                    <a:pt x="2998545" y="316315"/>
                  </a:lnTo>
                  <a:lnTo>
                    <a:pt x="2999580" y="315905"/>
                  </a:lnTo>
                  <a:lnTo>
                    <a:pt x="2999752" y="315836"/>
                  </a:lnTo>
                  <a:lnTo>
                    <a:pt x="3000442" y="315563"/>
                  </a:lnTo>
                  <a:lnTo>
                    <a:pt x="3001649" y="315084"/>
                  </a:lnTo>
                  <a:lnTo>
                    <a:pt x="3002511" y="314742"/>
                  </a:lnTo>
                  <a:lnTo>
                    <a:pt x="3004235" y="314058"/>
                  </a:lnTo>
                  <a:lnTo>
                    <a:pt x="3004407" y="313989"/>
                  </a:lnTo>
                  <a:lnTo>
                    <a:pt x="3004752" y="313852"/>
                  </a:lnTo>
                  <a:lnTo>
                    <a:pt x="3006993" y="312963"/>
                  </a:lnTo>
                  <a:lnTo>
                    <a:pt x="3008373" y="312415"/>
                  </a:lnTo>
                  <a:lnTo>
                    <a:pt x="3009752" y="311868"/>
                  </a:lnTo>
                  <a:lnTo>
                    <a:pt x="3011993" y="310978"/>
                  </a:lnTo>
                  <a:lnTo>
                    <a:pt x="3012855" y="310636"/>
                  </a:lnTo>
                  <a:lnTo>
                    <a:pt x="3013200" y="310499"/>
                  </a:lnTo>
                  <a:lnTo>
                    <a:pt x="3013373" y="310431"/>
                  </a:lnTo>
                  <a:lnTo>
                    <a:pt x="3014407" y="310020"/>
                  </a:lnTo>
                  <a:lnTo>
                    <a:pt x="3018717" y="308309"/>
                  </a:lnTo>
                  <a:lnTo>
                    <a:pt x="3023717" y="306324"/>
                  </a:lnTo>
                  <a:lnTo>
                    <a:pt x="3025096" y="305777"/>
                  </a:lnTo>
                  <a:lnTo>
                    <a:pt x="3027338" y="304887"/>
                  </a:lnTo>
                  <a:lnTo>
                    <a:pt x="3101474" y="275434"/>
                  </a:lnTo>
                  <a:lnTo>
                    <a:pt x="3103370" y="274680"/>
                  </a:lnTo>
                  <a:lnTo>
                    <a:pt x="3127163" y="265220"/>
                  </a:lnTo>
                  <a:lnTo>
                    <a:pt x="3128025" y="264877"/>
                  </a:lnTo>
                  <a:lnTo>
                    <a:pt x="3134577" y="262272"/>
                  </a:lnTo>
                  <a:lnTo>
                    <a:pt x="3137163" y="261243"/>
                  </a:lnTo>
                  <a:lnTo>
                    <a:pt x="3141990" y="259323"/>
                  </a:lnTo>
                  <a:lnTo>
                    <a:pt x="3146990" y="257334"/>
                  </a:lnTo>
                  <a:lnTo>
                    <a:pt x="3149059" y="256511"/>
                  </a:lnTo>
                  <a:lnTo>
                    <a:pt x="3154576" y="254316"/>
                  </a:lnTo>
                  <a:lnTo>
                    <a:pt x="3157679" y="253081"/>
                  </a:lnTo>
                  <a:lnTo>
                    <a:pt x="3158024" y="252944"/>
                  </a:lnTo>
                  <a:lnTo>
                    <a:pt x="3158369" y="252807"/>
                  </a:lnTo>
                  <a:lnTo>
                    <a:pt x="3159921" y="252190"/>
                  </a:lnTo>
                  <a:lnTo>
                    <a:pt x="3160093" y="252121"/>
                  </a:lnTo>
                  <a:lnTo>
                    <a:pt x="3160955" y="251778"/>
                  </a:lnTo>
                  <a:lnTo>
                    <a:pt x="3161472" y="251572"/>
                  </a:lnTo>
                  <a:lnTo>
                    <a:pt x="3161990" y="251366"/>
                  </a:lnTo>
                  <a:lnTo>
                    <a:pt x="3162679" y="251092"/>
                  </a:lnTo>
                  <a:lnTo>
                    <a:pt x="3163024" y="250955"/>
                  </a:lnTo>
                  <a:lnTo>
                    <a:pt x="3163886" y="250612"/>
                  </a:lnTo>
                  <a:lnTo>
                    <a:pt x="3164403" y="250406"/>
                  </a:lnTo>
                  <a:lnTo>
                    <a:pt x="3164748" y="250269"/>
                  </a:lnTo>
                  <a:lnTo>
                    <a:pt x="3165610" y="249926"/>
                  </a:lnTo>
                  <a:lnTo>
                    <a:pt x="3165955" y="249789"/>
                  </a:lnTo>
                  <a:lnTo>
                    <a:pt x="3166645" y="249514"/>
                  </a:lnTo>
                  <a:lnTo>
                    <a:pt x="3169231" y="248485"/>
                  </a:lnTo>
                  <a:lnTo>
                    <a:pt x="3169748" y="248279"/>
                  </a:lnTo>
                  <a:lnTo>
                    <a:pt x="3170610" y="247936"/>
                  </a:lnTo>
                  <a:lnTo>
                    <a:pt x="3170955" y="247799"/>
                  </a:lnTo>
                  <a:lnTo>
                    <a:pt x="3171989" y="247387"/>
                  </a:lnTo>
                  <a:lnTo>
                    <a:pt x="3172162" y="247319"/>
                  </a:lnTo>
                  <a:lnTo>
                    <a:pt x="3172851" y="247044"/>
                  </a:lnTo>
                  <a:lnTo>
                    <a:pt x="3174058" y="246564"/>
                  </a:lnTo>
                  <a:lnTo>
                    <a:pt x="3174920" y="246221"/>
                  </a:lnTo>
                  <a:lnTo>
                    <a:pt x="3176644" y="245535"/>
                  </a:lnTo>
                  <a:lnTo>
                    <a:pt x="3176817" y="245466"/>
                  </a:lnTo>
                  <a:lnTo>
                    <a:pt x="3177162" y="245329"/>
                  </a:lnTo>
                  <a:lnTo>
                    <a:pt x="3179403" y="244437"/>
                  </a:lnTo>
                  <a:lnTo>
                    <a:pt x="3180782" y="243888"/>
                  </a:lnTo>
                  <a:lnTo>
                    <a:pt x="3182162" y="243339"/>
                  </a:lnTo>
                  <a:lnTo>
                    <a:pt x="3184403" y="242447"/>
                  </a:lnTo>
                  <a:lnTo>
                    <a:pt x="3185265" y="242104"/>
                  </a:lnTo>
                  <a:lnTo>
                    <a:pt x="3185610" y="241966"/>
                  </a:lnTo>
                  <a:lnTo>
                    <a:pt x="3185782" y="241898"/>
                  </a:lnTo>
                  <a:lnTo>
                    <a:pt x="3186817" y="241486"/>
                  </a:lnTo>
                  <a:lnTo>
                    <a:pt x="3191127" y="239770"/>
                  </a:lnTo>
                  <a:lnTo>
                    <a:pt x="3196127" y="237780"/>
                  </a:lnTo>
                  <a:lnTo>
                    <a:pt x="3197506" y="237231"/>
                  </a:lnTo>
                  <a:lnTo>
                    <a:pt x="3199747" y="236338"/>
                  </a:lnTo>
                  <a:lnTo>
                    <a:pt x="3273883" y="206806"/>
                  </a:lnTo>
                  <a:lnTo>
                    <a:pt x="3275780" y="206051"/>
                  </a:lnTo>
                  <a:lnTo>
                    <a:pt x="3299572" y="196566"/>
                  </a:lnTo>
                  <a:lnTo>
                    <a:pt x="3300434" y="196222"/>
                  </a:lnTo>
                  <a:lnTo>
                    <a:pt x="3306986" y="193610"/>
                  </a:lnTo>
                  <a:lnTo>
                    <a:pt x="3309572" y="192579"/>
                  </a:lnTo>
                  <a:lnTo>
                    <a:pt x="3314400" y="190654"/>
                  </a:lnTo>
                  <a:lnTo>
                    <a:pt x="3319399" y="188660"/>
                  </a:lnTo>
                  <a:lnTo>
                    <a:pt x="3321468" y="187835"/>
                  </a:lnTo>
                  <a:lnTo>
                    <a:pt x="3326985" y="185634"/>
                  </a:lnTo>
                  <a:lnTo>
                    <a:pt x="3330089" y="184396"/>
                  </a:lnTo>
                  <a:lnTo>
                    <a:pt x="3330434" y="184259"/>
                  </a:lnTo>
                  <a:lnTo>
                    <a:pt x="3330779" y="184121"/>
                  </a:lnTo>
                  <a:lnTo>
                    <a:pt x="3332330" y="183502"/>
                  </a:lnTo>
                  <a:lnTo>
                    <a:pt x="3332503" y="183434"/>
                  </a:lnTo>
                  <a:lnTo>
                    <a:pt x="3333365" y="183090"/>
                  </a:lnTo>
                  <a:lnTo>
                    <a:pt x="3333882" y="182884"/>
                  </a:lnTo>
                  <a:lnTo>
                    <a:pt x="3334399" y="182677"/>
                  </a:lnTo>
                  <a:lnTo>
                    <a:pt x="3335089" y="182402"/>
                  </a:lnTo>
                  <a:lnTo>
                    <a:pt x="3335434" y="182265"/>
                  </a:lnTo>
                  <a:lnTo>
                    <a:pt x="3336296" y="181921"/>
                  </a:lnTo>
                  <a:lnTo>
                    <a:pt x="3336813" y="181714"/>
                  </a:lnTo>
                  <a:lnTo>
                    <a:pt x="3337158" y="181577"/>
                  </a:lnTo>
                  <a:lnTo>
                    <a:pt x="3338020" y="181233"/>
                  </a:lnTo>
                  <a:lnTo>
                    <a:pt x="3338365" y="181095"/>
                  </a:lnTo>
                  <a:lnTo>
                    <a:pt x="3339054" y="180820"/>
                  </a:lnTo>
                  <a:lnTo>
                    <a:pt x="3341640" y="179789"/>
                  </a:lnTo>
                  <a:lnTo>
                    <a:pt x="3342158" y="179582"/>
                  </a:lnTo>
                  <a:lnTo>
                    <a:pt x="3343020" y="179238"/>
                  </a:lnTo>
                  <a:lnTo>
                    <a:pt x="3343364" y="179101"/>
                  </a:lnTo>
                  <a:lnTo>
                    <a:pt x="3344399" y="178688"/>
                  </a:lnTo>
                  <a:lnTo>
                    <a:pt x="3344571" y="178619"/>
                  </a:lnTo>
                  <a:lnTo>
                    <a:pt x="3345261" y="178344"/>
                  </a:lnTo>
                  <a:lnTo>
                    <a:pt x="3346468" y="177863"/>
                  </a:lnTo>
                  <a:lnTo>
                    <a:pt x="3347330" y="177519"/>
                  </a:lnTo>
                  <a:lnTo>
                    <a:pt x="3349054" y="176831"/>
                  </a:lnTo>
                  <a:lnTo>
                    <a:pt x="3349226" y="176762"/>
                  </a:lnTo>
                  <a:lnTo>
                    <a:pt x="3349571" y="176625"/>
                  </a:lnTo>
                  <a:lnTo>
                    <a:pt x="3351812" y="175730"/>
                  </a:lnTo>
                  <a:lnTo>
                    <a:pt x="3353192" y="175180"/>
                  </a:lnTo>
                  <a:lnTo>
                    <a:pt x="3354571" y="174630"/>
                  </a:lnTo>
                  <a:lnTo>
                    <a:pt x="3356812" y="173735"/>
                  </a:lnTo>
                  <a:lnTo>
                    <a:pt x="3357674" y="173391"/>
                  </a:lnTo>
                  <a:lnTo>
                    <a:pt x="3358019" y="173254"/>
                  </a:lnTo>
                  <a:lnTo>
                    <a:pt x="3358192" y="173185"/>
                  </a:lnTo>
                  <a:lnTo>
                    <a:pt x="3359226" y="172772"/>
                  </a:lnTo>
                  <a:lnTo>
                    <a:pt x="3363536" y="171052"/>
                  </a:lnTo>
                  <a:lnTo>
                    <a:pt x="3368536" y="169057"/>
                  </a:lnTo>
                  <a:lnTo>
                    <a:pt x="3369915" y="168507"/>
                  </a:lnTo>
                  <a:lnTo>
                    <a:pt x="3372157" y="167612"/>
                  </a:lnTo>
                  <a:lnTo>
                    <a:pt x="3446293" y="138011"/>
                  </a:lnTo>
                  <a:lnTo>
                    <a:pt x="3448189" y="137253"/>
                  </a:lnTo>
                  <a:lnTo>
                    <a:pt x="3471982" y="127748"/>
                  </a:lnTo>
                  <a:lnTo>
                    <a:pt x="3472844" y="127403"/>
                  </a:lnTo>
                  <a:lnTo>
                    <a:pt x="3479395" y="124785"/>
                  </a:lnTo>
                  <a:lnTo>
                    <a:pt x="3481982" y="123752"/>
                  </a:lnTo>
                  <a:lnTo>
                    <a:pt x="3486809" y="121822"/>
                  </a:lnTo>
                  <a:lnTo>
                    <a:pt x="3491809" y="119824"/>
                  </a:lnTo>
                  <a:lnTo>
                    <a:pt x="3493878" y="118997"/>
                  </a:lnTo>
                  <a:lnTo>
                    <a:pt x="3499395" y="116792"/>
                  </a:lnTo>
                  <a:lnTo>
                    <a:pt x="3502498" y="115551"/>
                  </a:lnTo>
                  <a:lnTo>
                    <a:pt x="3502843" y="115413"/>
                  </a:lnTo>
                  <a:lnTo>
                    <a:pt x="3503188" y="115276"/>
                  </a:lnTo>
                  <a:lnTo>
                    <a:pt x="3504740" y="114655"/>
                  </a:lnTo>
                  <a:lnTo>
                    <a:pt x="3504912" y="114586"/>
                  </a:lnTo>
                  <a:lnTo>
                    <a:pt x="3505774" y="114242"/>
                  </a:lnTo>
                  <a:lnTo>
                    <a:pt x="3506291" y="114035"/>
                  </a:lnTo>
                  <a:lnTo>
                    <a:pt x="3506809" y="113828"/>
                  </a:lnTo>
                  <a:lnTo>
                    <a:pt x="3507498" y="113553"/>
                  </a:lnTo>
                  <a:lnTo>
                    <a:pt x="3507843" y="113415"/>
                  </a:lnTo>
                  <a:lnTo>
                    <a:pt x="3508705" y="113070"/>
                  </a:lnTo>
                  <a:lnTo>
                    <a:pt x="3509222" y="112863"/>
                  </a:lnTo>
                  <a:lnTo>
                    <a:pt x="3509567" y="112725"/>
                  </a:lnTo>
                  <a:lnTo>
                    <a:pt x="3510429" y="112381"/>
                  </a:lnTo>
                  <a:lnTo>
                    <a:pt x="3510774" y="112243"/>
                  </a:lnTo>
                  <a:lnTo>
                    <a:pt x="3511464" y="111967"/>
                  </a:lnTo>
                  <a:lnTo>
                    <a:pt x="3514050" y="110933"/>
                  </a:lnTo>
                  <a:lnTo>
                    <a:pt x="3514567" y="110727"/>
                  </a:lnTo>
                  <a:lnTo>
                    <a:pt x="3515429" y="110382"/>
                  </a:lnTo>
                  <a:lnTo>
                    <a:pt x="3515774" y="110244"/>
                  </a:lnTo>
                  <a:lnTo>
                    <a:pt x="3516808" y="109830"/>
                  </a:lnTo>
                  <a:lnTo>
                    <a:pt x="3516981" y="109762"/>
                  </a:lnTo>
                  <a:lnTo>
                    <a:pt x="3517670" y="109486"/>
                  </a:lnTo>
                  <a:lnTo>
                    <a:pt x="3518877" y="109003"/>
                  </a:lnTo>
                  <a:lnTo>
                    <a:pt x="3519739" y="108659"/>
                  </a:lnTo>
                  <a:lnTo>
                    <a:pt x="3521463" y="107969"/>
                  </a:lnTo>
                  <a:lnTo>
                    <a:pt x="3521636" y="107900"/>
                  </a:lnTo>
                  <a:lnTo>
                    <a:pt x="3521981" y="107763"/>
                  </a:lnTo>
                  <a:lnTo>
                    <a:pt x="3524222" y="106866"/>
                  </a:lnTo>
                  <a:lnTo>
                    <a:pt x="3525601" y="106315"/>
                  </a:lnTo>
                  <a:lnTo>
                    <a:pt x="3526981" y="105763"/>
                  </a:lnTo>
                  <a:lnTo>
                    <a:pt x="3529222" y="104867"/>
                  </a:lnTo>
                  <a:lnTo>
                    <a:pt x="3530084" y="104522"/>
                  </a:lnTo>
                  <a:lnTo>
                    <a:pt x="3530429" y="104385"/>
                  </a:lnTo>
                  <a:lnTo>
                    <a:pt x="3530601" y="104316"/>
                  </a:lnTo>
                  <a:lnTo>
                    <a:pt x="3531636" y="103902"/>
                  </a:lnTo>
                  <a:lnTo>
                    <a:pt x="3535946" y="102178"/>
                  </a:lnTo>
                  <a:lnTo>
                    <a:pt x="3540946" y="100179"/>
                  </a:lnTo>
                  <a:lnTo>
                    <a:pt x="3542325" y="99627"/>
                  </a:lnTo>
                  <a:lnTo>
                    <a:pt x="3544566" y="98731"/>
                  </a:lnTo>
                  <a:lnTo>
                    <a:pt x="3618702" y="69069"/>
                  </a:lnTo>
                  <a:lnTo>
                    <a:pt x="3620599" y="68310"/>
                  </a:lnTo>
                  <a:lnTo>
                    <a:pt x="3644391" y="58786"/>
                  </a:lnTo>
                  <a:lnTo>
                    <a:pt x="3645253" y="58440"/>
                  </a:lnTo>
                  <a:lnTo>
                    <a:pt x="3651805" y="55817"/>
                  </a:lnTo>
                  <a:lnTo>
                    <a:pt x="3654391" y="54782"/>
                  </a:lnTo>
                  <a:lnTo>
                    <a:pt x="3659219" y="52849"/>
                  </a:lnTo>
                  <a:lnTo>
                    <a:pt x="3664218" y="50847"/>
                  </a:lnTo>
                  <a:lnTo>
                    <a:pt x="3666287" y="50018"/>
                  </a:lnTo>
                  <a:lnTo>
                    <a:pt x="3671804" y="47809"/>
                  </a:lnTo>
                  <a:lnTo>
                    <a:pt x="3674908" y="46566"/>
                  </a:lnTo>
                  <a:lnTo>
                    <a:pt x="3675253" y="46428"/>
                  </a:lnTo>
                  <a:lnTo>
                    <a:pt x="3675597" y="46290"/>
                  </a:lnTo>
                  <a:lnTo>
                    <a:pt x="3677149" y="45668"/>
                  </a:lnTo>
                  <a:lnTo>
                    <a:pt x="3677322" y="45599"/>
                  </a:lnTo>
                  <a:lnTo>
                    <a:pt x="3678184" y="45254"/>
                  </a:lnTo>
                  <a:lnTo>
                    <a:pt x="3678701" y="45047"/>
                  </a:lnTo>
                  <a:lnTo>
                    <a:pt x="3679218" y="44840"/>
                  </a:lnTo>
                  <a:lnTo>
                    <a:pt x="3679908" y="44563"/>
                  </a:lnTo>
                  <a:lnTo>
                    <a:pt x="3680253" y="44425"/>
                  </a:lnTo>
                  <a:lnTo>
                    <a:pt x="3681115" y="44080"/>
                  </a:lnTo>
                  <a:lnTo>
                    <a:pt x="3681632" y="43873"/>
                  </a:lnTo>
                  <a:lnTo>
                    <a:pt x="3681977" y="43735"/>
                  </a:lnTo>
                  <a:lnTo>
                    <a:pt x="3682839" y="43389"/>
                  </a:lnTo>
                  <a:lnTo>
                    <a:pt x="3683184" y="43251"/>
                  </a:lnTo>
                  <a:lnTo>
                    <a:pt x="3683873" y="42975"/>
                  </a:lnTo>
                  <a:lnTo>
                    <a:pt x="3686459" y="41939"/>
                  </a:lnTo>
                  <a:lnTo>
                    <a:pt x="3686977" y="41732"/>
                  </a:lnTo>
                  <a:lnTo>
                    <a:pt x="3687839" y="41387"/>
                  </a:lnTo>
                  <a:lnTo>
                    <a:pt x="3688183" y="41249"/>
                  </a:lnTo>
                  <a:lnTo>
                    <a:pt x="3689218" y="40834"/>
                  </a:lnTo>
                  <a:lnTo>
                    <a:pt x="3689390" y="40765"/>
                  </a:lnTo>
                  <a:lnTo>
                    <a:pt x="3690080" y="40489"/>
                  </a:lnTo>
                  <a:lnTo>
                    <a:pt x="3691287" y="40006"/>
                  </a:lnTo>
                  <a:lnTo>
                    <a:pt x="3692149" y="39660"/>
                  </a:lnTo>
                  <a:lnTo>
                    <a:pt x="3693873" y="38970"/>
                  </a:lnTo>
                  <a:lnTo>
                    <a:pt x="3694045" y="38901"/>
                  </a:lnTo>
                  <a:lnTo>
                    <a:pt x="3694390" y="38762"/>
                  </a:lnTo>
                  <a:lnTo>
                    <a:pt x="3696631" y="37865"/>
                  </a:lnTo>
                  <a:lnTo>
                    <a:pt x="3698011" y="37312"/>
                  </a:lnTo>
                  <a:lnTo>
                    <a:pt x="3699390" y="36760"/>
                  </a:lnTo>
                  <a:lnTo>
                    <a:pt x="3701631" y="35862"/>
                  </a:lnTo>
                  <a:lnTo>
                    <a:pt x="3702493" y="35516"/>
                  </a:lnTo>
                  <a:lnTo>
                    <a:pt x="3702838" y="35378"/>
                  </a:lnTo>
                  <a:lnTo>
                    <a:pt x="3703011" y="35309"/>
                  </a:lnTo>
                  <a:lnTo>
                    <a:pt x="3704045" y="34895"/>
                  </a:lnTo>
                  <a:lnTo>
                    <a:pt x="3708355" y="33168"/>
                  </a:lnTo>
                  <a:lnTo>
                    <a:pt x="3713355" y="31165"/>
                  </a:lnTo>
                  <a:lnTo>
                    <a:pt x="3714734" y="30612"/>
                  </a:lnTo>
                  <a:lnTo>
                    <a:pt x="3716976" y="29714"/>
                  </a:lnTo>
                  <a:lnTo>
                    <a:pt x="3791112" y="0"/>
                  </a:lnTo>
                  <a:lnTo>
                    <a:pt x="3791112" y="184432"/>
                  </a:lnTo>
                  <a:lnTo>
                    <a:pt x="3716976" y="210690"/>
                  </a:lnTo>
                  <a:lnTo>
                    <a:pt x="3714734" y="211485"/>
                  </a:lnTo>
                  <a:lnTo>
                    <a:pt x="3713355" y="211973"/>
                  </a:lnTo>
                  <a:lnTo>
                    <a:pt x="3708355" y="213745"/>
                  </a:lnTo>
                  <a:lnTo>
                    <a:pt x="3704045" y="215272"/>
                  </a:lnTo>
                  <a:lnTo>
                    <a:pt x="3703011" y="215639"/>
                  </a:lnTo>
                  <a:lnTo>
                    <a:pt x="3702838" y="215700"/>
                  </a:lnTo>
                  <a:lnTo>
                    <a:pt x="3702493" y="215822"/>
                  </a:lnTo>
                  <a:lnTo>
                    <a:pt x="3701631" y="216128"/>
                  </a:lnTo>
                  <a:lnTo>
                    <a:pt x="3699390" y="216922"/>
                  </a:lnTo>
                  <a:lnTo>
                    <a:pt x="3698011" y="217411"/>
                  </a:lnTo>
                  <a:lnTo>
                    <a:pt x="3696631" y="217900"/>
                  </a:lnTo>
                  <a:lnTo>
                    <a:pt x="3694390" y="218694"/>
                  </a:lnTo>
                  <a:lnTo>
                    <a:pt x="3694045" y="218816"/>
                  </a:lnTo>
                  <a:lnTo>
                    <a:pt x="3693873" y="218877"/>
                  </a:lnTo>
                  <a:lnTo>
                    <a:pt x="3692149" y="219489"/>
                  </a:lnTo>
                  <a:lnTo>
                    <a:pt x="3691287" y="219794"/>
                  </a:lnTo>
                  <a:lnTo>
                    <a:pt x="3690080" y="220222"/>
                  </a:lnTo>
                  <a:lnTo>
                    <a:pt x="3689390" y="220466"/>
                  </a:lnTo>
                  <a:lnTo>
                    <a:pt x="3689218" y="220527"/>
                  </a:lnTo>
                  <a:lnTo>
                    <a:pt x="3688183" y="220894"/>
                  </a:lnTo>
                  <a:lnTo>
                    <a:pt x="3687839" y="221016"/>
                  </a:lnTo>
                  <a:lnTo>
                    <a:pt x="3686977" y="221322"/>
                  </a:lnTo>
                  <a:lnTo>
                    <a:pt x="3686459" y="221505"/>
                  </a:lnTo>
                  <a:lnTo>
                    <a:pt x="3683873" y="222422"/>
                  </a:lnTo>
                  <a:lnTo>
                    <a:pt x="3683184" y="222666"/>
                  </a:lnTo>
                  <a:lnTo>
                    <a:pt x="3682839" y="222789"/>
                  </a:lnTo>
                  <a:lnTo>
                    <a:pt x="3681977" y="223094"/>
                  </a:lnTo>
                  <a:lnTo>
                    <a:pt x="3681632" y="223216"/>
                  </a:lnTo>
                  <a:lnTo>
                    <a:pt x="3681115" y="223400"/>
                  </a:lnTo>
                  <a:lnTo>
                    <a:pt x="3680253" y="223705"/>
                  </a:lnTo>
                  <a:lnTo>
                    <a:pt x="3679908" y="223828"/>
                  </a:lnTo>
                  <a:lnTo>
                    <a:pt x="3679218" y="224072"/>
                  </a:lnTo>
                  <a:lnTo>
                    <a:pt x="3678701" y="224255"/>
                  </a:lnTo>
                  <a:lnTo>
                    <a:pt x="3678184" y="224439"/>
                  </a:lnTo>
                  <a:lnTo>
                    <a:pt x="3677322" y="224744"/>
                  </a:lnTo>
                  <a:lnTo>
                    <a:pt x="3677149" y="224805"/>
                  </a:lnTo>
                  <a:lnTo>
                    <a:pt x="3675597" y="225355"/>
                  </a:lnTo>
                  <a:lnTo>
                    <a:pt x="3675253" y="225478"/>
                  </a:lnTo>
                  <a:lnTo>
                    <a:pt x="3674908" y="225600"/>
                  </a:lnTo>
                  <a:lnTo>
                    <a:pt x="3671804" y="226700"/>
                  </a:lnTo>
                  <a:lnTo>
                    <a:pt x="3666287" y="228656"/>
                  </a:lnTo>
                  <a:lnTo>
                    <a:pt x="3664218" y="229390"/>
                  </a:lnTo>
                  <a:lnTo>
                    <a:pt x="3659219" y="231162"/>
                  </a:lnTo>
                  <a:lnTo>
                    <a:pt x="3654391" y="232874"/>
                  </a:lnTo>
                  <a:lnTo>
                    <a:pt x="3651805" y="233791"/>
                  </a:lnTo>
                  <a:lnTo>
                    <a:pt x="3645253" y="236114"/>
                  </a:lnTo>
                  <a:lnTo>
                    <a:pt x="3644391" y="236420"/>
                  </a:lnTo>
                  <a:lnTo>
                    <a:pt x="3620599" y="244859"/>
                  </a:lnTo>
                  <a:lnTo>
                    <a:pt x="3618702" y="245532"/>
                  </a:lnTo>
                  <a:lnTo>
                    <a:pt x="3544566" y="271843"/>
                  </a:lnTo>
                  <a:lnTo>
                    <a:pt x="3542325" y="272638"/>
                  </a:lnTo>
                  <a:lnTo>
                    <a:pt x="3540946" y="273128"/>
                  </a:lnTo>
                  <a:lnTo>
                    <a:pt x="3535946" y="274904"/>
                  </a:lnTo>
                  <a:lnTo>
                    <a:pt x="3531636" y="276434"/>
                  </a:lnTo>
                  <a:lnTo>
                    <a:pt x="3530601" y="276802"/>
                  </a:lnTo>
                  <a:lnTo>
                    <a:pt x="3530429" y="276863"/>
                  </a:lnTo>
                  <a:lnTo>
                    <a:pt x="3530084" y="276985"/>
                  </a:lnTo>
                  <a:lnTo>
                    <a:pt x="3529222" y="277291"/>
                  </a:lnTo>
                  <a:lnTo>
                    <a:pt x="3526981" y="278087"/>
                  </a:lnTo>
                  <a:lnTo>
                    <a:pt x="3525601" y="278577"/>
                  </a:lnTo>
                  <a:lnTo>
                    <a:pt x="3524222" y="279067"/>
                  </a:lnTo>
                  <a:lnTo>
                    <a:pt x="3521981" y="279863"/>
                  </a:lnTo>
                  <a:lnTo>
                    <a:pt x="3521636" y="279986"/>
                  </a:lnTo>
                  <a:lnTo>
                    <a:pt x="3521463" y="280047"/>
                  </a:lnTo>
                  <a:lnTo>
                    <a:pt x="3519739" y="280659"/>
                  </a:lnTo>
                  <a:lnTo>
                    <a:pt x="3518877" y="280965"/>
                  </a:lnTo>
                  <a:lnTo>
                    <a:pt x="3517670" y="281394"/>
                  </a:lnTo>
                  <a:lnTo>
                    <a:pt x="3516981" y="281639"/>
                  </a:lnTo>
                  <a:lnTo>
                    <a:pt x="3516808" y="281700"/>
                  </a:lnTo>
                  <a:lnTo>
                    <a:pt x="3515774" y="282068"/>
                  </a:lnTo>
                  <a:lnTo>
                    <a:pt x="3515429" y="282190"/>
                  </a:lnTo>
                  <a:lnTo>
                    <a:pt x="3514567" y="282496"/>
                  </a:lnTo>
                  <a:lnTo>
                    <a:pt x="3514050" y="282680"/>
                  </a:lnTo>
                  <a:lnTo>
                    <a:pt x="3511464" y="283599"/>
                  </a:lnTo>
                  <a:lnTo>
                    <a:pt x="3510774" y="283844"/>
                  </a:lnTo>
                  <a:lnTo>
                    <a:pt x="3510429" y="283966"/>
                  </a:lnTo>
                  <a:lnTo>
                    <a:pt x="3509567" y="284272"/>
                  </a:lnTo>
                  <a:lnTo>
                    <a:pt x="3509222" y="284395"/>
                  </a:lnTo>
                  <a:lnTo>
                    <a:pt x="3508705" y="284579"/>
                  </a:lnTo>
                  <a:lnTo>
                    <a:pt x="3507843" y="284885"/>
                  </a:lnTo>
                  <a:lnTo>
                    <a:pt x="3507498" y="285007"/>
                  </a:lnTo>
                  <a:lnTo>
                    <a:pt x="3506809" y="285252"/>
                  </a:lnTo>
                  <a:lnTo>
                    <a:pt x="3506291" y="285436"/>
                  </a:lnTo>
                  <a:lnTo>
                    <a:pt x="3505774" y="285620"/>
                  </a:lnTo>
                  <a:lnTo>
                    <a:pt x="3504912" y="285926"/>
                  </a:lnTo>
                  <a:lnTo>
                    <a:pt x="3504740" y="285987"/>
                  </a:lnTo>
                  <a:lnTo>
                    <a:pt x="3503188" y="286539"/>
                  </a:lnTo>
                  <a:lnTo>
                    <a:pt x="3502843" y="286661"/>
                  </a:lnTo>
                  <a:lnTo>
                    <a:pt x="3502498" y="286784"/>
                  </a:lnTo>
                  <a:lnTo>
                    <a:pt x="3499395" y="287886"/>
                  </a:lnTo>
                  <a:lnTo>
                    <a:pt x="3493878" y="289846"/>
                  </a:lnTo>
                  <a:lnTo>
                    <a:pt x="3491809" y="290581"/>
                  </a:lnTo>
                  <a:lnTo>
                    <a:pt x="3486809" y="292358"/>
                  </a:lnTo>
                  <a:lnTo>
                    <a:pt x="3481982" y="294073"/>
                  </a:lnTo>
                  <a:lnTo>
                    <a:pt x="3479395" y="294992"/>
                  </a:lnTo>
                  <a:lnTo>
                    <a:pt x="3472844" y="297321"/>
                  </a:lnTo>
                  <a:lnTo>
                    <a:pt x="3471982" y="297627"/>
                  </a:lnTo>
                  <a:lnTo>
                    <a:pt x="3448189" y="306085"/>
                  </a:lnTo>
                  <a:lnTo>
                    <a:pt x="3446293" y="306759"/>
                  </a:lnTo>
                  <a:lnTo>
                    <a:pt x="3372157" y="333130"/>
                  </a:lnTo>
                  <a:lnTo>
                    <a:pt x="3369915" y="333928"/>
                  </a:lnTo>
                  <a:lnTo>
                    <a:pt x="3368536" y="334419"/>
                  </a:lnTo>
                  <a:lnTo>
                    <a:pt x="3363536" y="336199"/>
                  </a:lnTo>
                  <a:lnTo>
                    <a:pt x="3359226" y="337733"/>
                  </a:lnTo>
                  <a:lnTo>
                    <a:pt x="3358192" y="338101"/>
                  </a:lnTo>
                  <a:lnTo>
                    <a:pt x="3358019" y="338163"/>
                  </a:lnTo>
                  <a:lnTo>
                    <a:pt x="3357674" y="338285"/>
                  </a:lnTo>
                  <a:lnTo>
                    <a:pt x="3356812" y="338592"/>
                  </a:lnTo>
                  <a:lnTo>
                    <a:pt x="3354571" y="339390"/>
                  </a:lnTo>
                  <a:lnTo>
                    <a:pt x="3353192" y="339881"/>
                  </a:lnTo>
                  <a:lnTo>
                    <a:pt x="3351812" y="340372"/>
                  </a:lnTo>
                  <a:lnTo>
                    <a:pt x="3349571" y="341170"/>
                  </a:lnTo>
                  <a:lnTo>
                    <a:pt x="3349226" y="341293"/>
                  </a:lnTo>
                  <a:lnTo>
                    <a:pt x="3349054" y="341354"/>
                  </a:lnTo>
                  <a:lnTo>
                    <a:pt x="3347330" y="341968"/>
                  </a:lnTo>
                  <a:lnTo>
                    <a:pt x="3346468" y="342275"/>
                  </a:lnTo>
                  <a:lnTo>
                    <a:pt x="3345261" y="342705"/>
                  </a:lnTo>
                  <a:lnTo>
                    <a:pt x="3344571" y="342950"/>
                  </a:lnTo>
                  <a:lnTo>
                    <a:pt x="3344399" y="343012"/>
                  </a:lnTo>
                  <a:lnTo>
                    <a:pt x="3343364" y="343380"/>
                  </a:lnTo>
                  <a:lnTo>
                    <a:pt x="3343020" y="343503"/>
                  </a:lnTo>
                  <a:lnTo>
                    <a:pt x="3342158" y="343810"/>
                  </a:lnTo>
                  <a:lnTo>
                    <a:pt x="3341640" y="343994"/>
                  </a:lnTo>
                  <a:lnTo>
                    <a:pt x="3339054" y="344915"/>
                  </a:lnTo>
                  <a:lnTo>
                    <a:pt x="3338365" y="345160"/>
                  </a:lnTo>
                  <a:lnTo>
                    <a:pt x="3338020" y="345283"/>
                  </a:lnTo>
                  <a:lnTo>
                    <a:pt x="3337158" y="345590"/>
                  </a:lnTo>
                  <a:lnTo>
                    <a:pt x="3336813" y="345713"/>
                  </a:lnTo>
                  <a:lnTo>
                    <a:pt x="3336296" y="345897"/>
                  </a:lnTo>
                  <a:lnTo>
                    <a:pt x="3335434" y="346204"/>
                  </a:lnTo>
                  <a:lnTo>
                    <a:pt x="3335089" y="346327"/>
                  </a:lnTo>
                  <a:lnTo>
                    <a:pt x="3334399" y="346572"/>
                  </a:lnTo>
                  <a:lnTo>
                    <a:pt x="3333882" y="346757"/>
                  </a:lnTo>
                  <a:lnTo>
                    <a:pt x="3333365" y="346941"/>
                  </a:lnTo>
                  <a:lnTo>
                    <a:pt x="3332503" y="347248"/>
                  </a:lnTo>
                  <a:lnTo>
                    <a:pt x="3332330" y="347309"/>
                  </a:lnTo>
                  <a:lnTo>
                    <a:pt x="3330779" y="347862"/>
                  </a:lnTo>
                  <a:lnTo>
                    <a:pt x="3330434" y="347985"/>
                  </a:lnTo>
                  <a:lnTo>
                    <a:pt x="3330089" y="348107"/>
                  </a:lnTo>
                  <a:lnTo>
                    <a:pt x="3326985" y="349213"/>
                  </a:lnTo>
                  <a:lnTo>
                    <a:pt x="3321468" y="351178"/>
                  </a:lnTo>
                  <a:lnTo>
                    <a:pt x="3319399" y="351915"/>
                  </a:lnTo>
                  <a:lnTo>
                    <a:pt x="3314400" y="353696"/>
                  </a:lnTo>
                  <a:lnTo>
                    <a:pt x="3309572" y="355415"/>
                  </a:lnTo>
                  <a:lnTo>
                    <a:pt x="3306986" y="356337"/>
                  </a:lnTo>
                  <a:lnTo>
                    <a:pt x="3300434" y="358671"/>
                  </a:lnTo>
                  <a:lnTo>
                    <a:pt x="3299572" y="358978"/>
                  </a:lnTo>
                  <a:lnTo>
                    <a:pt x="3275780" y="367457"/>
                  </a:lnTo>
                  <a:lnTo>
                    <a:pt x="3273883" y="368133"/>
                  </a:lnTo>
                  <a:lnTo>
                    <a:pt x="3199747" y="394573"/>
                  </a:lnTo>
                  <a:lnTo>
                    <a:pt x="3197506" y="395373"/>
                  </a:lnTo>
                  <a:lnTo>
                    <a:pt x="3196127" y="395866"/>
                  </a:lnTo>
                  <a:lnTo>
                    <a:pt x="3191127" y="397650"/>
                  </a:lnTo>
                  <a:lnTo>
                    <a:pt x="3186817" y="399189"/>
                  </a:lnTo>
                  <a:lnTo>
                    <a:pt x="3185782" y="399558"/>
                  </a:lnTo>
                  <a:lnTo>
                    <a:pt x="3185610" y="399619"/>
                  </a:lnTo>
                  <a:lnTo>
                    <a:pt x="3185265" y="399742"/>
                  </a:lnTo>
                  <a:lnTo>
                    <a:pt x="3184403" y="400050"/>
                  </a:lnTo>
                  <a:lnTo>
                    <a:pt x="3182162" y="400850"/>
                  </a:lnTo>
                  <a:lnTo>
                    <a:pt x="3180782" y="401343"/>
                  </a:lnTo>
                  <a:lnTo>
                    <a:pt x="3179403" y="401835"/>
                  </a:lnTo>
                  <a:lnTo>
                    <a:pt x="3177162" y="402635"/>
                  </a:lnTo>
                  <a:lnTo>
                    <a:pt x="3176817" y="402758"/>
                  </a:lnTo>
                  <a:lnTo>
                    <a:pt x="3176644" y="402820"/>
                  </a:lnTo>
                  <a:lnTo>
                    <a:pt x="3174920" y="403435"/>
                  </a:lnTo>
                  <a:lnTo>
                    <a:pt x="3174058" y="403743"/>
                  </a:lnTo>
                  <a:lnTo>
                    <a:pt x="3172851" y="404174"/>
                  </a:lnTo>
                  <a:lnTo>
                    <a:pt x="3172162" y="404420"/>
                  </a:lnTo>
                  <a:lnTo>
                    <a:pt x="3171989" y="404482"/>
                  </a:lnTo>
                  <a:lnTo>
                    <a:pt x="3170955" y="404851"/>
                  </a:lnTo>
                  <a:lnTo>
                    <a:pt x="3170610" y="404974"/>
                  </a:lnTo>
                  <a:lnTo>
                    <a:pt x="3169748" y="405282"/>
                  </a:lnTo>
                  <a:lnTo>
                    <a:pt x="3169231" y="405467"/>
                  </a:lnTo>
                  <a:lnTo>
                    <a:pt x="3166645" y="406390"/>
                  </a:lnTo>
                  <a:lnTo>
                    <a:pt x="3165955" y="406636"/>
                  </a:lnTo>
                  <a:lnTo>
                    <a:pt x="3165610" y="406759"/>
                  </a:lnTo>
                  <a:lnTo>
                    <a:pt x="3164748" y="407067"/>
                  </a:lnTo>
                  <a:lnTo>
                    <a:pt x="3164403" y="407190"/>
                  </a:lnTo>
                  <a:lnTo>
                    <a:pt x="3163886" y="407375"/>
                  </a:lnTo>
                  <a:lnTo>
                    <a:pt x="3163024" y="407683"/>
                  </a:lnTo>
                  <a:lnTo>
                    <a:pt x="3162679" y="407806"/>
                  </a:lnTo>
                  <a:lnTo>
                    <a:pt x="3161990" y="408052"/>
                  </a:lnTo>
                  <a:lnTo>
                    <a:pt x="3161472" y="408237"/>
                  </a:lnTo>
                  <a:lnTo>
                    <a:pt x="3160955" y="408422"/>
                  </a:lnTo>
                  <a:lnTo>
                    <a:pt x="3160093" y="408730"/>
                  </a:lnTo>
                  <a:lnTo>
                    <a:pt x="3159921" y="408791"/>
                  </a:lnTo>
                  <a:lnTo>
                    <a:pt x="3158369" y="409345"/>
                  </a:lnTo>
                  <a:lnTo>
                    <a:pt x="3158024" y="409468"/>
                  </a:lnTo>
                  <a:lnTo>
                    <a:pt x="3157679" y="409592"/>
                  </a:lnTo>
                  <a:lnTo>
                    <a:pt x="3154576" y="410700"/>
                  </a:lnTo>
                  <a:lnTo>
                    <a:pt x="3149059" y="412670"/>
                  </a:lnTo>
                  <a:lnTo>
                    <a:pt x="3146990" y="413409"/>
                  </a:lnTo>
                  <a:lnTo>
                    <a:pt x="3141990" y="415195"/>
                  </a:lnTo>
                  <a:lnTo>
                    <a:pt x="3137163" y="416920"/>
                  </a:lnTo>
                  <a:lnTo>
                    <a:pt x="3134577" y="417844"/>
                  </a:lnTo>
                  <a:lnTo>
                    <a:pt x="3128025" y="420185"/>
                  </a:lnTo>
                  <a:lnTo>
                    <a:pt x="3127163" y="420493"/>
                  </a:lnTo>
                  <a:lnTo>
                    <a:pt x="3103370" y="428996"/>
                  </a:lnTo>
                  <a:lnTo>
                    <a:pt x="3101474" y="429674"/>
                  </a:lnTo>
                  <a:lnTo>
                    <a:pt x="3027338" y="456194"/>
                  </a:lnTo>
                  <a:lnTo>
                    <a:pt x="3025096" y="456996"/>
                  </a:lnTo>
                  <a:lnTo>
                    <a:pt x="3023717" y="457490"/>
                  </a:lnTo>
                  <a:lnTo>
                    <a:pt x="3018717" y="459280"/>
                  </a:lnTo>
                  <a:lnTo>
                    <a:pt x="3014407" y="460823"/>
                  </a:lnTo>
                  <a:lnTo>
                    <a:pt x="3013373" y="461194"/>
                  </a:lnTo>
                  <a:lnTo>
                    <a:pt x="3013200" y="461256"/>
                  </a:lnTo>
                  <a:lnTo>
                    <a:pt x="3012855" y="461379"/>
                  </a:lnTo>
                  <a:lnTo>
                    <a:pt x="3011993" y="461688"/>
                  </a:lnTo>
                  <a:lnTo>
                    <a:pt x="3009752" y="462490"/>
                  </a:lnTo>
                  <a:lnTo>
                    <a:pt x="3008373" y="462984"/>
                  </a:lnTo>
                  <a:lnTo>
                    <a:pt x="3006993" y="463478"/>
                  </a:lnTo>
                  <a:lnTo>
                    <a:pt x="3004752" y="464281"/>
                  </a:lnTo>
                  <a:lnTo>
                    <a:pt x="3004407" y="464404"/>
                  </a:lnTo>
                  <a:lnTo>
                    <a:pt x="3004235" y="464466"/>
                  </a:lnTo>
                  <a:lnTo>
                    <a:pt x="3002511" y="465083"/>
                  </a:lnTo>
                  <a:lnTo>
                    <a:pt x="3001649" y="465392"/>
                  </a:lnTo>
                  <a:lnTo>
                    <a:pt x="3000442" y="465824"/>
                  </a:lnTo>
                  <a:lnTo>
                    <a:pt x="2999752" y="466071"/>
                  </a:lnTo>
                  <a:lnTo>
                    <a:pt x="2999580" y="466133"/>
                  </a:lnTo>
                  <a:lnTo>
                    <a:pt x="2998545" y="466504"/>
                  </a:lnTo>
                  <a:lnTo>
                    <a:pt x="2998201" y="466627"/>
                  </a:lnTo>
                  <a:lnTo>
                    <a:pt x="2997339" y="466936"/>
                  </a:lnTo>
                  <a:lnTo>
                    <a:pt x="2996821" y="467121"/>
                  </a:lnTo>
                  <a:lnTo>
                    <a:pt x="2994235" y="468048"/>
                  </a:lnTo>
                  <a:lnTo>
                    <a:pt x="2993546" y="468295"/>
                  </a:lnTo>
                  <a:lnTo>
                    <a:pt x="2993201" y="468418"/>
                  </a:lnTo>
                  <a:lnTo>
                    <a:pt x="2992339" y="468727"/>
                  </a:lnTo>
                  <a:lnTo>
                    <a:pt x="2991994" y="468850"/>
                  </a:lnTo>
                  <a:lnTo>
                    <a:pt x="2991477" y="469036"/>
                  </a:lnTo>
                  <a:lnTo>
                    <a:pt x="2990615" y="469344"/>
                  </a:lnTo>
                  <a:lnTo>
                    <a:pt x="2990270" y="469468"/>
                  </a:lnTo>
                  <a:lnTo>
                    <a:pt x="2989580" y="469715"/>
                  </a:lnTo>
                  <a:lnTo>
                    <a:pt x="2989063" y="469900"/>
                  </a:lnTo>
                  <a:lnTo>
                    <a:pt x="2988546" y="470086"/>
                  </a:lnTo>
                  <a:lnTo>
                    <a:pt x="2987684" y="470394"/>
                  </a:lnTo>
                  <a:lnTo>
                    <a:pt x="2987511" y="470456"/>
                  </a:lnTo>
                  <a:lnTo>
                    <a:pt x="2985960" y="471012"/>
                  </a:lnTo>
                  <a:lnTo>
                    <a:pt x="2985615" y="471136"/>
                  </a:lnTo>
                  <a:lnTo>
                    <a:pt x="2985270" y="471259"/>
                  </a:lnTo>
                  <a:lnTo>
                    <a:pt x="2982167" y="472371"/>
                  </a:lnTo>
                  <a:lnTo>
                    <a:pt x="2976649" y="474348"/>
                  </a:lnTo>
                  <a:lnTo>
                    <a:pt x="2974580" y="475089"/>
                  </a:lnTo>
                  <a:lnTo>
                    <a:pt x="2969581" y="476881"/>
                  </a:lnTo>
                  <a:lnTo>
                    <a:pt x="2964753" y="478611"/>
                  </a:lnTo>
                  <a:lnTo>
                    <a:pt x="2962167" y="479538"/>
                  </a:lnTo>
                  <a:lnTo>
                    <a:pt x="2955615" y="481886"/>
                  </a:lnTo>
                  <a:lnTo>
                    <a:pt x="2954753" y="482195"/>
                  </a:lnTo>
                  <a:lnTo>
                    <a:pt x="2930961" y="490727"/>
                  </a:lnTo>
                  <a:lnTo>
                    <a:pt x="2929064" y="491407"/>
                  </a:lnTo>
                  <a:lnTo>
                    <a:pt x="2854928" y="518018"/>
                  </a:lnTo>
                  <a:lnTo>
                    <a:pt x="2852687" y="518823"/>
                  </a:lnTo>
                  <a:lnTo>
                    <a:pt x="2851308" y="519318"/>
                  </a:lnTo>
                  <a:lnTo>
                    <a:pt x="2846308" y="521115"/>
                  </a:lnTo>
                  <a:lnTo>
                    <a:pt x="2841998" y="522663"/>
                  </a:lnTo>
                  <a:lnTo>
                    <a:pt x="2840963" y="523035"/>
                  </a:lnTo>
                  <a:lnTo>
                    <a:pt x="2840791" y="523097"/>
                  </a:lnTo>
                  <a:lnTo>
                    <a:pt x="2840446" y="523221"/>
                  </a:lnTo>
                  <a:lnTo>
                    <a:pt x="2839584" y="523531"/>
                  </a:lnTo>
                  <a:lnTo>
                    <a:pt x="2837343" y="524336"/>
                  </a:lnTo>
                  <a:lnTo>
                    <a:pt x="2835963" y="524832"/>
                  </a:lnTo>
                  <a:lnTo>
                    <a:pt x="2834584" y="525327"/>
                  </a:lnTo>
                  <a:lnTo>
                    <a:pt x="2832343" y="526133"/>
                  </a:lnTo>
                  <a:lnTo>
                    <a:pt x="2831998" y="526257"/>
                  </a:lnTo>
                  <a:lnTo>
                    <a:pt x="2831825" y="526319"/>
                  </a:lnTo>
                  <a:lnTo>
                    <a:pt x="2830101" y="526939"/>
                  </a:lnTo>
                  <a:lnTo>
                    <a:pt x="2829239" y="527248"/>
                  </a:lnTo>
                  <a:lnTo>
                    <a:pt x="2828032" y="527682"/>
                  </a:lnTo>
                  <a:lnTo>
                    <a:pt x="2827343" y="527930"/>
                  </a:lnTo>
                  <a:lnTo>
                    <a:pt x="2827170" y="527992"/>
                  </a:lnTo>
                  <a:lnTo>
                    <a:pt x="2826136" y="528364"/>
                  </a:lnTo>
                  <a:lnTo>
                    <a:pt x="2825791" y="528488"/>
                  </a:lnTo>
                  <a:lnTo>
                    <a:pt x="2824929" y="528798"/>
                  </a:lnTo>
                  <a:lnTo>
                    <a:pt x="2824412" y="528984"/>
                  </a:lnTo>
                  <a:lnTo>
                    <a:pt x="2821826" y="529913"/>
                  </a:lnTo>
                  <a:lnTo>
                    <a:pt x="2821136" y="530161"/>
                  </a:lnTo>
                  <a:lnTo>
                    <a:pt x="2820791" y="530285"/>
                  </a:lnTo>
                  <a:lnTo>
                    <a:pt x="2819929" y="530595"/>
                  </a:lnTo>
                  <a:lnTo>
                    <a:pt x="2819584" y="530719"/>
                  </a:lnTo>
                  <a:lnTo>
                    <a:pt x="2819067" y="530905"/>
                  </a:lnTo>
                  <a:lnTo>
                    <a:pt x="2818205" y="531215"/>
                  </a:lnTo>
                  <a:lnTo>
                    <a:pt x="2817860" y="531339"/>
                  </a:lnTo>
                  <a:lnTo>
                    <a:pt x="2817171" y="531587"/>
                  </a:lnTo>
                  <a:lnTo>
                    <a:pt x="2816653" y="531773"/>
                  </a:lnTo>
                  <a:lnTo>
                    <a:pt x="2816136" y="531959"/>
                  </a:lnTo>
                  <a:lnTo>
                    <a:pt x="2815274" y="532269"/>
                  </a:lnTo>
                  <a:lnTo>
                    <a:pt x="2815102" y="532331"/>
                  </a:lnTo>
                  <a:lnTo>
                    <a:pt x="2813550" y="532889"/>
                  </a:lnTo>
                  <a:lnTo>
                    <a:pt x="2813205" y="533013"/>
                  </a:lnTo>
                  <a:lnTo>
                    <a:pt x="2812860" y="533137"/>
                  </a:lnTo>
                  <a:lnTo>
                    <a:pt x="2809757" y="534252"/>
                  </a:lnTo>
                  <a:lnTo>
                    <a:pt x="2804240" y="536236"/>
                  </a:lnTo>
                  <a:lnTo>
                    <a:pt x="2802171" y="536980"/>
                  </a:lnTo>
                  <a:lnTo>
                    <a:pt x="2797171" y="538779"/>
                  </a:lnTo>
                  <a:lnTo>
                    <a:pt x="2792344" y="540515"/>
                  </a:lnTo>
                  <a:lnTo>
                    <a:pt x="2789758" y="541446"/>
                  </a:lnTo>
                  <a:lnTo>
                    <a:pt x="2783206" y="543803"/>
                  </a:lnTo>
                  <a:lnTo>
                    <a:pt x="2782344" y="544113"/>
                  </a:lnTo>
                  <a:lnTo>
                    <a:pt x="2758551" y="552676"/>
                  </a:lnTo>
                  <a:lnTo>
                    <a:pt x="2756655" y="553359"/>
                  </a:lnTo>
                  <a:lnTo>
                    <a:pt x="2682519" y="580073"/>
                  </a:lnTo>
                  <a:lnTo>
                    <a:pt x="2680277" y="580881"/>
                  </a:lnTo>
                  <a:lnTo>
                    <a:pt x="2678898" y="581379"/>
                  </a:lnTo>
                  <a:lnTo>
                    <a:pt x="2673898" y="583182"/>
                  </a:lnTo>
                  <a:lnTo>
                    <a:pt x="2669588" y="584737"/>
                  </a:lnTo>
                  <a:lnTo>
                    <a:pt x="2668554" y="585110"/>
                  </a:lnTo>
                  <a:lnTo>
                    <a:pt x="2668381" y="585173"/>
                  </a:lnTo>
                  <a:lnTo>
                    <a:pt x="2668036" y="585297"/>
                  </a:lnTo>
                  <a:lnTo>
                    <a:pt x="2667174" y="585608"/>
                  </a:lnTo>
                  <a:lnTo>
                    <a:pt x="2664933" y="586417"/>
                  </a:lnTo>
                  <a:lnTo>
                    <a:pt x="2663554" y="586914"/>
                  </a:lnTo>
                  <a:lnTo>
                    <a:pt x="2662174" y="587412"/>
                  </a:lnTo>
                  <a:lnTo>
                    <a:pt x="2659933" y="588221"/>
                  </a:lnTo>
                  <a:lnTo>
                    <a:pt x="2659588" y="588345"/>
                  </a:lnTo>
                  <a:lnTo>
                    <a:pt x="2659416" y="588408"/>
                  </a:lnTo>
                  <a:lnTo>
                    <a:pt x="2657692" y="589030"/>
                  </a:lnTo>
                  <a:lnTo>
                    <a:pt x="2656830" y="589341"/>
                  </a:lnTo>
                  <a:lnTo>
                    <a:pt x="2655623" y="589776"/>
                  </a:lnTo>
                  <a:lnTo>
                    <a:pt x="2654933" y="590025"/>
                  </a:lnTo>
                  <a:lnTo>
                    <a:pt x="2654761" y="590087"/>
                  </a:lnTo>
                  <a:lnTo>
                    <a:pt x="2653726" y="590461"/>
                  </a:lnTo>
                  <a:lnTo>
                    <a:pt x="2653382" y="590585"/>
                  </a:lnTo>
                  <a:lnTo>
                    <a:pt x="2652520" y="590896"/>
                  </a:lnTo>
                  <a:lnTo>
                    <a:pt x="2652002" y="591083"/>
                  </a:lnTo>
                  <a:lnTo>
                    <a:pt x="2649416" y="592017"/>
                  </a:lnTo>
                  <a:lnTo>
                    <a:pt x="2648727" y="592265"/>
                  </a:lnTo>
                  <a:lnTo>
                    <a:pt x="2648382" y="592390"/>
                  </a:lnTo>
                  <a:lnTo>
                    <a:pt x="2647520" y="592701"/>
                  </a:lnTo>
                  <a:lnTo>
                    <a:pt x="2647175" y="592826"/>
                  </a:lnTo>
                  <a:lnTo>
                    <a:pt x="2646658" y="593012"/>
                  </a:lnTo>
                  <a:lnTo>
                    <a:pt x="2645796" y="593323"/>
                  </a:lnTo>
                  <a:lnTo>
                    <a:pt x="2645451" y="593448"/>
                  </a:lnTo>
                  <a:lnTo>
                    <a:pt x="2644761" y="593697"/>
                  </a:lnTo>
                  <a:lnTo>
                    <a:pt x="2644244" y="593884"/>
                  </a:lnTo>
                  <a:lnTo>
                    <a:pt x="2643727" y="594070"/>
                  </a:lnTo>
                  <a:lnTo>
                    <a:pt x="2642865" y="594382"/>
                  </a:lnTo>
                  <a:lnTo>
                    <a:pt x="2642692" y="594444"/>
                  </a:lnTo>
                  <a:lnTo>
                    <a:pt x="2641141" y="595004"/>
                  </a:lnTo>
                  <a:lnTo>
                    <a:pt x="2640796" y="595129"/>
                  </a:lnTo>
                  <a:lnTo>
                    <a:pt x="2640451" y="595253"/>
                  </a:lnTo>
                  <a:lnTo>
                    <a:pt x="2637348" y="596373"/>
                  </a:lnTo>
                  <a:lnTo>
                    <a:pt x="2631830" y="598366"/>
                  </a:lnTo>
                  <a:lnTo>
                    <a:pt x="2629762" y="599113"/>
                  </a:lnTo>
                  <a:lnTo>
                    <a:pt x="2624762" y="600919"/>
                  </a:lnTo>
                  <a:lnTo>
                    <a:pt x="2619934" y="602662"/>
                  </a:lnTo>
                  <a:lnTo>
                    <a:pt x="2617348" y="603597"/>
                  </a:lnTo>
                  <a:lnTo>
                    <a:pt x="2610796" y="605963"/>
                  </a:lnTo>
                  <a:lnTo>
                    <a:pt x="2609934" y="606275"/>
                  </a:lnTo>
                  <a:lnTo>
                    <a:pt x="2586142" y="614874"/>
                  </a:lnTo>
                  <a:lnTo>
                    <a:pt x="2584245" y="615560"/>
                  </a:lnTo>
                  <a:lnTo>
                    <a:pt x="2510109" y="642391"/>
                  </a:lnTo>
                  <a:lnTo>
                    <a:pt x="2507868" y="643203"/>
                  </a:lnTo>
                  <a:lnTo>
                    <a:pt x="2506489" y="643703"/>
                  </a:lnTo>
                  <a:lnTo>
                    <a:pt x="2501489" y="645515"/>
                  </a:lnTo>
                  <a:lnTo>
                    <a:pt x="2497179" y="647077"/>
                  </a:lnTo>
                  <a:lnTo>
                    <a:pt x="2496144" y="647452"/>
                  </a:lnTo>
                  <a:lnTo>
                    <a:pt x="2495972" y="647514"/>
                  </a:lnTo>
                  <a:lnTo>
                    <a:pt x="2495627" y="647639"/>
                  </a:lnTo>
                  <a:lnTo>
                    <a:pt x="2494765" y="647952"/>
                  </a:lnTo>
                  <a:lnTo>
                    <a:pt x="2492524" y="648764"/>
                  </a:lnTo>
                  <a:lnTo>
                    <a:pt x="2491144" y="649264"/>
                  </a:lnTo>
                  <a:lnTo>
                    <a:pt x="2489765" y="649764"/>
                  </a:lnTo>
                  <a:lnTo>
                    <a:pt x="2487524" y="650576"/>
                  </a:lnTo>
                  <a:lnTo>
                    <a:pt x="2487179" y="650701"/>
                  </a:lnTo>
                  <a:lnTo>
                    <a:pt x="2487006" y="650764"/>
                  </a:lnTo>
                  <a:lnTo>
                    <a:pt x="2485282" y="651389"/>
                  </a:lnTo>
                  <a:lnTo>
                    <a:pt x="2484420" y="651701"/>
                  </a:lnTo>
                  <a:lnTo>
                    <a:pt x="2483213" y="652139"/>
                  </a:lnTo>
                  <a:lnTo>
                    <a:pt x="2482524" y="652389"/>
                  </a:lnTo>
                  <a:lnTo>
                    <a:pt x="2482351" y="652452"/>
                  </a:lnTo>
                  <a:lnTo>
                    <a:pt x="2481317" y="652827"/>
                  </a:lnTo>
                  <a:lnTo>
                    <a:pt x="2480972" y="652952"/>
                  </a:lnTo>
                  <a:lnTo>
                    <a:pt x="2480110" y="653264"/>
                  </a:lnTo>
                  <a:lnTo>
                    <a:pt x="2479593" y="653452"/>
                  </a:lnTo>
                  <a:lnTo>
                    <a:pt x="2477007" y="654390"/>
                  </a:lnTo>
                  <a:lnTo>
                    <a:pt x="2476317" y="654640"/>
                  </a:lnTo>
                  <a:lnTo>
                    <a:pt x="2475972" y="654765"/>
                  </a:lnTo>
                  <a:lnTo>
                    <a:pt x="2475110" y="655077"/>
                  </a:lnTo>
                  <a:lnTo>
                    <a:pt x="2474765" y="655202"/>
                  </a:lnTo>
                  <a:lnTo>
                    <a:pt x="2474248" y="655390"/>
                  </a:lnTo>
                  <a:lnTo>
                    <a:pt x="2473386" y="655702"/>
                  </a:lnTo>
                  <a:lnTo>
                    <a:pt x="2473041" y="655828"/>
                  </a:lnTo>
                  <a:lnTo>
                    <a:pt x="2472352" y="656078"/>
                  </a:lnTo>
                  <a:lnTo>
                    <a:pt x="2471834" y="656265"/>
                  </a:lnTo>
                  <a:lnTo>
                    <a:pt x="2471317" y="656453"/>
                  </a:lnTo>
                  <a:lnTo>
                    <a:pt x="2470455" y="656765"/>
                  </a:lnTo>
                  <a:lnTo>
                    <a:pt x="2470283" y="656828"/>
                  </a:lnTo>
                  <a:lnTo>
                    <a:pt x="2468731" y="657391"/>
                  </a:lnTo>
                  <a:lnTo>
                    <a:pt x="2468386" y="657516"/>
                  </a:lnTo>
                  <a:lnTo>
                    <a:pt x="2468041" y="657641"/>
                  </a:lnTo>
                  <a:lnTo>
                    <a:pt x="2464938" y="658767"/>
                  </a:lnTo>
                  <a:lnTo>
                    <a:pt x="2459421" y="660768"/>
                  </a:lnTo>
                  <a:lnTo>
                    <a:pt x="2457352" y="661519"/>
                  </a:lnTo>
                  <a:lnTo>
                    <a:pt x="2452352" y="663333"/>
                  </a:lnTo>
                  <a:lnTo>
                    <a:pt x="2447525" y="665085"/>
                  </a:lnTo>
                  <a:lnTo>
                    <a:pt x="2444939" y="666023"/>
                  </a:lnTo>
                  <a:lnTo>
                    <a:pt x="2438387" y="668401"/>
                  </a:lnTo>
                  <a:lnTo>
                    <a:pt x="2437525" y="668714"/>
                  </a:lnTo>
                  <a:lnTo>
                    <a:pt x="2413732" y="677355"/>
                  </a:lnTo>
                  <a:lnTo>
                    <a:pt x="2411836" y="678044"/>
                  </a:lnTo>
                  <a:lnTo>
                    <a:pt x="2337700" y="705007"/>
                  </a:lnTo>
                  <a:lnTo>
                    <a:pt x="2335458" y="705823"/>
                  </a:lnTo>
                  <a:lnTo>
                    <a:pt x="2334079" y="706326"/>
                  </a:lnTo>
                  <a:lnTo>
                    <a:pt x="2329079" y="708147"/>
                  </a:lnTo>
                  <a:lnTo>
                    <a:pt x="2324769" y="709716"/>
                  </a:lnTo>
                  <a:lnTo>
                    <a:pt x="2323735" y="710093"/>
                  </a:lnTo>
                  <a:lnTo>
                    <a:pt x="2323562" y="710156"/>
                  </a:lnTo>
                  <a:lnTo>
                    <a:pt x="2323217" y="710282"/>
                  </a:lnTo>
                  <a:lnTo>
                    <a:pt x="2322355" y="710596"/>
                  </a:lnTo>
                  <a:lnTo>
                    <a:pt x="2320114" y="711412"/>
                  </a:lnTo>
                  <a:lnTo>
                    <a:pt x="2318735" y="711915"/>
                  </a:lnTo>
                  <a:lnTo>
                    <a:pt x="2317356" y="712417"/>
                  </a:lnTo>
                  <a:lnTo>
                    <a:pt x="2315114" y="713234"/>
                  </a:lnTo>
                  <a:lnTo>
                    <a:pt x="2314769" y="713360"/>
                  </a:lnTo>
                  <a:lnTo>
                    <a:pt x="2314597" y="713422"/>
                  </a:lnTo>
                  <a:lnTo>
                    <a:pt x="2312873" y="714051"/>
                  </a:lnTo>
                  <a:lnTo>
                    <a:pt x="2312011" y="714365"/>
                  </a:lnTo>
                  <a:lnTo>
                    <a:pt x="2310804" y="714805"/>
                  </a:lnTo>
                  <a:lnTo>
                    <a:pt x="2310114" y="715056"/>
                  </a:lnTo>
                  <a:lnTo>
                    <a:pt x="2309942" y="715119"/>
                  </a:lnTo>
                  <a:lnTo>
                    <a:pt x="2308907" y="715496"/>
                  </a:lnTo>
                  <a:lnTo>
                    <a:pt x="2308563" y="715621"/>
                  </a:lnTo>
                  <a:lnTo>
                    <a:pt x="2307701" y="715935"/>
                  </a:lnTo>
                  <a:lnTo>
                    <a:pt x="2307183" y="716124"/>
                  </a:lnTo>
                  <a:lnTo>
                    <a:pt x="2304597" y="717067"/>
                  </a:lnTo>
                  <a:lnTo>
                    <a:pt x="2303908" y="717318"/>
                  </a:lnTo>
                  <a:lnTo>
                    <a:pt x="2303563" y="717444"/>
                  </a:lnTo>
                  <a:lnTo>
                    <a:pt x="2302701" y="717758"/>
                  </a:lnTo>
                  <a:lnTo>
                    <a:pt x="2302356" y="717884"/>
                  </a:lnTo>
                  <a:lnTo>
                    <a:pt x="2301839" y="718072"/>
                  </a:lnTo>
                  <a:lnTo>
                    <a:pt x="2300977" y="718386"/>
                  </a:lnTo>
                  <a:lnTo>
                    <a:pt x="2300632" y="718512"/>
                  </a:lnTo>
                  <a:lnTo>
                    <a:pt x="2299942" y="718763"/>
                  </a:lnTo>
                  <a:lnTo>
                    <a:pt x="2299425" y="718952"/>
                  </a:lnTo>
                  <a:lnTo>
                    <a:pt x="2298908" y="719141"/>
                  </a:lnTo>
                  <a:lnTo>
                    <a:pt x="2298046" y="719455"/>
                  </a:lnTo>
                  <a:lnTo>
                    <a:pt x="2297873" y="719518"/>
                  </a:lnTo>
                  <a:lnTo>
                    <a:pt x="2296322" y="720083"/>
                  </a:lnTo>
                  <a:lnTo>
                    <a:pt x="2295977" y="720209"/>
                  </a:lnTo>
                  <a:lnTo>
                    <a:pt x="2295632" y="720335"/>
                  </a:lnTo>
                  <a:lnTo>
                    <a:pt x="2292529" y="721466"/>
                  </a:lnTo>
                  <a:lnTo>
                    <a:pt x="2287011" y="723478"/>
                  </a:lnTo>
                  <a:lnTo>
                    <a:pt x="2284943" y="724233"/>
                  </a:lnTo>
                  <a:lnTo>
                    <a:pt x="2279943" y="726056"/>
                  </a:lnTo>
                  <a:lnTo>
                    <a:pt x="2275115" y="727817"/>
                  </a:lnTo>
                  <a:lnTo>
                    <a:pt x="2272529" y="728761"/>
                  </a:lnTo>
                  <a:lnTo>
                    <a:pt x="2265977" y="731152"/>
                  </a:lnTo>
                  <a:lnTo>
                    <a:pt x="2265115" y="731466"/>
                  </a:lnTo>
                  <a:lnTo>
                    <a:pt x="2241323" y="740152"/>
                  </a:lnTo>
                  <a:lnTo>
                    <a:pt x="2239426" y="740845"/>
                  </a:lnTo>
                  <a:lnTo>
                    <a:pt x="2165290" y="767956"/>
                  </a:lnTo>
                  <a:lnTo>
                    <a:pt x="2163049" y="768777"/>
                  </a:lnTo>
                  <a:lnTo>
                    <a:pt x="2161670" y="769282"/>
                  </a:lnTo>
                  <a:lnTo>
                    <a:pt x="2156670" y="771113"/>
                  </a:lnTo>
                  <a:lnTo>
                    <a:pt x="2152360" y="772692"/>
                  </a:lnTo>
                  <a:lnTo>
                    <a:pt x="2151325" y="773071"/>
                  </a:lnTo>
                  <a:lnTo>
                    <a:pt x="2151153" y="773134"/>
                  </a:lnTo>
                  <a:lnTo>
                    <a:pt x="2150808" y="773260"/>
                  </a:lnTo>
                  <a:lnTo>
                    <a:pt x="2149946" y="773576"/>
                  </a:lnTo>
                  <a:lnTo>
                    <a:pt x="2147705" y="774397"/>
                  </a:lnTo>
                  <a:lnTo>
                    <a:pt x="2146325" y="774902"/>
                  </a:lnTo>
                  <a:lnTo>
                    <a:pt x="2144946" y="775408"/>
                  </a:lnTo>
                  <a:lnTo>
                    <a:pt x="2142705" y="776229"/>
                  </a:lnTo>
                  <a:lnTo>
                    <a:pt x="2142360" y="776355"/>
                  </a:lnTo>
                  <a:lnTo>
                    <a:pt x="2142187" y="776419"/>
                  </a:lnTo>
                  <a:lnTo>
                    <a:pt x="2140463" y="777050"/>
                  </a:lnTo>
                  <a:lnTo>
                    <a:pt x="2139601" y="777366"/>
                  </a:lnTo>
                  <a:lnTo>
                    <a:pt x="2138394" y="777809"/>
                  </a:lnTo>
                  <a:lnTo>
                    <a:pt x="2137705" y="778061"/>
                  </a:lnTo>
                  <a:lnTo>
                    <a:pt x="2137532" y="778124"/>
                  </a:lnTo>
                  <a:lnTo>
                    <a:pt x="2136498" y="778504"/>
                  </a:lnTo>
                  <a:lnTo>
                    <a:pt x="2136153" y="778630"/>
                  </a:lnTo>
                  <a:lnTo>
                    <a:pt x="2135291" y="778946"/>
                  </a:lnTo>
                  <a:lnTo>
                    <a:pt x="2134774" y="779136"/>
                  </a:lnTo>
                  <a:lnTo>
                    <a:pt x="2132188" y="780083"/>
                  </a:lnTo>
                  <a:lnTo>
                    <a:pt x="2131498" y="780336"/>
                  </a:lnTo>
                  <a:lnTo>
                    <a:pt x="2131153" y="780463"/>
                  </a:lnTo>
                  <a:lnTo>
                    <a:pt x="2130291" y="780779"/>
                  </a:lnTo>
                  <a:lnTo>
                    <a:pt x="2129946" y="780905"/>
                  </a:lnTo>
                  <a:lnTo>
                    <a:pt x="2129429" y="781095"/>
                  </a:lnTo>
                  <a:lnTo>
                    <a:pt x="2128567" y="781411"/>
                  </a:lnTo>
                  <a:lnTo>
                    <a:pt x="2128222" y="781537"/>
                  </a:lnTo>
                  <a:lnTo>
                    <a:pt x="2127533" y="781790"/>
                  </a:lnTo>
                  <a:lnTo>
                    <a:pt x="2127015" y="781980"/>
                  </a:lnTo>
                  <a:lnTo>
                    <a:pt x="2126498" y="782169"/>
                  </a:lnTo>
                  <a:lnTo>
                    <a:pt x="2125636" y="782485"/>
                  </a:lnTo>
                  <a:lnTo>
                    <a:pt x="2125464" y="782548"/>
                  </a:lnTo>
                  <a:lnTo>
                    <a:pt x="2123912" y="783117"/>
                  </a:lnTo>
                  <a:lnTo>
                    <a:pt x="2123567" y="783244"/>
                  </a:lnTo>
                  <a:lnTo>
                    <a:pt x="2123222" y="783370"/>
                  </a:lnTo>
                  <a:lnTo>
                    <a:pt x="2120119" y="784508"/>
                  </a:lnTo>
                  <a:lnTo>
                    <a:pt x="2114602" y="786532"/>
                  </a:lnTo>
                  <a:lnTo>
                    <a:pt x="2112533" y="787291"/>
                  </a:lnTo>
                  <a:lnTo>
                    <a:pt x="2107533" y="789125"/>
                  </a:lnTo>
                  <a:lnTo>
                    <a:pt x="2102706" y="790896"/>
                  </a:lnTo>
                  <a:lnTo>
                    <a:pt x="2100120" y="791845"/>
                  </a:lnTo>
                  <a:lnTo>
                    <a:pt x="2093568" y="794249"/>
                  </a:lnTo>
                  <a:lnTo>
                    <a:pt x="2092706" y="794566"/>
                  </a:lnTo>
                  <a:lnTo>
                    <a:pt x="2068913" y="803303"/>
                  </a:lnTo>
                  <a:lnTo>
                    <a:pt x="2067017" y="804000"/>
                  </a:lnTo>
                  <a:lnTo>
                    <a:pt x="1992881" y="831273"/>
                  </a:lnTo>
                  <a:lnTo>
                    <a:pt x="1990640" y="832099"/>
                  </a:lnTo>
                  <a:lnTo>
                    <a:pt x="1989260" y="832607"/>
                  </a:lnTo>
                  <a:lnTo>
                    <a:pt x="1984260" y="834450"/>
                  </a:lnTo>
                  <a:lnTo>
                    <a:pt x="1979950" y="836038"/>
                  </a:lnTo>
                  <a:lnTo>
                    <a:pt x="1978916" y="836419"/>
                  </a:lnTo>
                  <a:lnTo>
                    <a:pt x="1978743" y="836483"/>
                  </a:lnTo>
                  <a:lnTo>
                    <a:pt x="1978398" y="836610"/>
                  </a:lnTo>
                  <a:lnTo>
                    <a:pt x="1977536" y="836928"/>
                  </a:lnTo>
                  <a:lnTo>
                    <a:pt x="1975295" y="837754"/>
                  </a:lnTo>
                  <a:lnTo>
                    <a:pt x="1973916" y="838262"/>
                  </a:lnTo>
                  <a:lnTo>
                    <a:pt x="1972537" y="838771"/>
                  </a:lnTo>
                  <a:lnTo>
                    <a:pt x="1970295" y="839597"/>
                  </a:lnTo>
                  <a:lnTo>
                    <a:pt x="1969950" y="839724"/>
                  </a:lnTo>
                  <a:lnTo>
                    <a:pt x="1969778" y="839788"/>
                  </a:lnTo>
                  <a:lnTo>
                    <a:pt x="1968054" y="840423"/>
                  </a:lnTo>
                  <a:lnTo>
                    <a:pt x="1967192" y="840741"/>
                  </a:lnTo>
                  <a:lnTo>
                    <a:pt x="1965985" y="841186"/>
                  </a:lnTo>
                  <a:lnTo>
                    <a:pt x="1965295" y="841441"/>
                  </a:lnTo>
                  <a:lnTo>
                    <a:pt x="1965123" y="841504"/>
                  </a:lnTo>
                  <a:lnTo>
                    <a:pt x="1964088" y="841886"/>
                  </a:lnTo>
                  <a:lnTo>
                    <a:pt x="1963744" y="842013"/>
                  </a:lnTo>
                  <a:lnTo>
                    <a:pt x="1962882" y="842331"/>
                  </a:lnTo>
                  <a:lnTo>
                    <a:pt x="1962364" y="842521"/>
                  </a:lnTo>
                  <a:lnTo>
                    <a:pt x="1959778" y="843475"/>
                  </a:lnTo>
                  <a:lnTo>
                    <a:pt x="1959089" y="843730"/>
                  </a:lnTo>
                  <a:lnTo>
                    <a:pt x="1958744" y="843857"/>
                  </a:lnTo>
                  <a:lnTo>
                    <a:pt x="1957882" y="844175"/>
                  </a:lnTo>
                  <a:lnTo>
                    <a:pt x="1957537" y="844302"/>
                  </a:lnTo>
                  <a:lnTo>
                    <a:pt x="1957020" y="844493"/>
                  </a:lnTo>
                  <a:lnTo>
                    <a:pt x="1956158" y="844811"/>
                  </a:lnTo>
                  <a:lnTo>
                    <a:pt x="1955813" y="844938"/>
                  </a:lnTo>
                  <a:lnTo>
                    <a:pt x="1955123" y="845192"/>
                  </a:lnTo>
                  <a:lnTo>
                    <a:pt x="1954606" y="845383"/>
                  </a:lnTo>
                  <a:lnTo>
                    <a:pt x="1954089" y="845574"/>
                  </a:lnTo>
                  <a:lnTo>
                    <a:pt x="1953227" y="845892"/>
                  </a:lnTo>
                  <a:lnTo>
                    <a:pt x="1953054" y="845956"/>
                  </a:lnTo>
                  <a:lnTo>
                    <a:pt x="1951503" y="846528"/>
                  </a:lnTo>
                  <a:lnTo>
                    <a:pt x="1951158" y="846655"/>
                  </a:lnTo>
                  <a:lnTo>
                    <a:pt x="1950813" y="846783"/>
                  </a:lnTo>
                  <a:lnTo>
                    <a:pt x="1947710" y="847928"/>
                  </a:lnTo>
                  <a:lnTo>
                    <a:pt x="1942192" y="849964"/>
                  </a:lnTo>
                  <a:lnTo>
                    <a:pt x="1940124" y="850727"/>
                  </a:lnTo>
                  <a:lnTo>
                    <a:pt x="1935124" y="852573"/>
                  </a:lnTo>
                  <a:lnTo>
                    <a:pt x="1930296" y="854355"/>
                  </a:lnTo>
                  <a:lnTo>
                    <a:pt x="1927710" y="855310"/>
                  </a:lnTo>
                  <a:lnTo>
                    <a:pt x="1921158" y="857730"/>
                  </a:lnTo>
                  <a:lnTo>
                    <a:pt x="1920296" y="858048"/>
                  </a:lnTo>
                  <a:lnTo>
                    <a:pt x="1896504" y="866841"/>
                  </a:lnTo>
                  <a:lnTo>
                    <a:pt x="1894607" y="867542"/>
                  </a:lnTo>
                  <a:lnTo>
                    <a:pt x="1820471" y="894992"/>
                  </a:lnTo>
                  <a:lnTo>
                    <a:pt x="1818230" y="895823"/>
                  </a:lnTo>
                  <a:lnTo>
                    <a:pt x="1816851" y="896335"/>
                  </a:lnTo>
                  <a:lnTo>
                    <a:pt x="1811851" y="898189"/>
                  </a:lnTo>
                  <a:lnTo>
                    <a:pt x="1807541" y="899788"/>
                  </a:lnTo>
                  <a:lnTo>
                    <a:pt x="1806506" y="900172"/>
                  </a:lnTo>
                  <a:lnTo>
                    <a:pt x="1806334" y="900236"/>
                  </a:lnTo>
                  <a:lnTo>
                    <a:pt x="1805989" y="900364"/>
                  </a:lnTo>
                  <a:lnTo>
                    <a:pt x="1805127" y="900684"/>
                  </a:lnTo>
                  <a:lnTo>
                    <a:pt x="1802886" y="901515"/>
                  </a:lnTo>
                  <a:lnTo>
                    <a:pt x="1801506" y="902027"/>
                  </a:lnTo>
                  <a:lnTo>
                    <a:pt x="1800127" y="902539"/>
                  </a:lnTo>
                  <a:lnTo>
                    <a:pt x="1797886" y="903371"/>
                  </a:lnTo>
                  <a:lnTo>
                    <a:pt x="1797541" y="903499"/>
                  </a:lnTo>
                  <a:lnTo>
                    <a:pt x="1797368" y="903563"/>
                  </a:lnTo>
                  <a:lnTo>
                    <a:pt x="1795644" y="904202"/>
                  </a:lnTo>
                  <a:lnTo>
                    <a:pt x="1794782" y="904522"/>
                  </a:lnTo>
                  <a:lnTo>
                    <a:pt x="1793575" y="904970"/>
                  </a:lnTo>
                  <a:lnTo>
                    <a:pt x="1792886" y="905226"/>
                  </a:lnTo>
                  <a:lnTo>
                    <a:pt x="1792713" y="905290"/>
                  </a:lnTo>
                  <a:lnTo>
                    <a:pt x="1791679" y="905674"/>
                  </a:lnTo>
                  <a:lnTo>
                    <a:pt x="1791334" y="905802"/>
                  </a:lnTo>
                  <a:lnTo>
                    <a:pt x="1790472" y="906122"/>
                  </a:lnTo>
                  <a:lnTo>
                    <a:pt x="1789955" y="906314"/>
                  </a:lnTo>
                  <a:lnTo>
                    <a:pt x="1787369" y="907275"/>
                  </a:lnTo>
                  <a:lnTo>
                    <a:pt x="1786679" y="907531"/>
                  </a:lnTo>
                  <a:lnTo>
                    <a:pt x="1786334" y="907659"/>
                  </a:lnTo>
                  <a:lnTo>
                    <a:pt x="1785472" y="907979"/>
                  </a:lnTo>
                  <a:lnTo>
                    <a:pt x="1785127" y="908107"/>
                  </a:lnTo>
                  <a:lnTo>
                    <a:pt x="1784610" y="908299"/>
                  </a:lnTo>
                  <a:lnTo>
                    <a:pt x="1783748" y="908619"/>
                  </a:lnTo>
                  <a:lnTo>
                    <a:pt x="1783403" y="908747"/>
                  </a:lnTo>
                  <a:lnTo>
                    <a:pt x="1782714" y="909003"/>
                  </a:lnTo>
                  <a:lnTo>
                    <a:pt x="1782196" y="909195"/>
                  </a:lnTo>
                  <a:lnTo>
                    <a:pt x="1781679" y="909387"/>
                  </a:lnTo>
                  <a:lnTo>
                    <a:pt x="1780817" y="909707"/>
                  </a:lnTo>
                  <a:lnTo>
                    <a:pt x="1780645" y="909771"/>
                  </a:lnTo>
                  <a:lnTo>
                    <a:pt x="1779093" y="910348"/>
                  </a:lnTo>
                  <a:lnTo>
                    <a:pt x="1778748" y="910476"/>
                  </a:lnTo>
                  <a:lnTo>
                    <a:pt x="1778403" y="910604"/>
                  </a:lnTo>
                  <a:lnTo>
                    <a:pt x="1775300" y="911756"/>
                  </a:lnTo>
                  <a:lnTo>
                    <a:pt x="1769783" y="913806"/>
                  </a:lnTo>
                  <a:lnTo>
                    <a:pt x="1767714" y="914575"/>
                  </a:lnTo>
                  <a:lnTo>
                    <a:pt x="1762714" y="916433"/>
                  </a:lnTo>
                  <a:lnTo>
                    <a:pt x="1757887" y="918227"/>
                  </a:lnTo>
                  <a:lnTo>
                    <a:pt x="1755301" y="919188"/>
                  </a:lnTo>
                  <a:lnTo>
                    <a:pt x="1748749" y="921624"/>
                  </a:lnTo>
                  <a:lnTo>
                    <a:pt x="1747887" y="921945"/>
                  </a:lnTo>
                  <a:lnTo>
                    <a:pt x="1724094" y="930797"/>
                  </a:lnTo>
                  <a:lnTo>
                    <a:pt x="1722198" y="931503"/>
                  </a:lnTo>
                  <a:lnTo>
                    <a:pt x="1648062" y="959141"/>
                  </a:lnTo>
                  <a:lnTo>
                    <a:pt x="1645821" y="959978"/>
                  </a:lnTo>
                  <a:lnTo>
                    <a:pt x="1644441" y="960493"/>
                  </a:lnTo>
                  <a:lnTo>
                    <a:pt x="1639441" y="962360"/>
                  </a:lnTo>
                  <a:lnTo>
                    <a:pt x="1635131" y="963970"/>
                  </a:lnTo>
                  <a:lnTo>
                    <a:pt x="1634097" y="964356"/>
                  </a:lnTo>
                  <a:lnTo>
                    <a:pt x="1633924" y="964421"/>
                  </a:lnTo>
                  <a:lnTo>
                    <a:pt x="1633579" y="964550"/>
                  </a:lnTo>
                  <a:lnTo>
                    <a:pt x="1632717" y="964872"/>
                  </a:lnTo>
                  <a:lnTo>
                    <a:pt x="1630476" y="965709"/>
                  </a:lnTo>
                  <a:lnTo>
                    <a:pt x="1629097" y="966224"/>
                  </a:lnTo>
                  <a:lnTo>
                    <a:pt x="1627718" y="966740"/>
                  </a:lnTo>
                  <a:lnTo>
                    <a:pt x="1625476" y="967577"/>
                  </a:lnTo>
                  <a:lnTo>
                    <a:pt x="1625131" y="967706"/>
                  </a:lnTo>
                  <a:lnTo>
                    <a:pt x="1624959" y="967771"/>
                  </a:lnTo>
                  <a:lnTo>
                    <a:pt x="1623235" y="968415"/>
                  </a:lnTo>
                  <a:lnTo>
                    <a:pt x="1622373" y="968737"/>
                  </a:lnTo>
                  <a:lnTo>
                    <a:pt x="1621166" y="969188"/>
                  </a:lnTo>
                  <a:lnTo>
                    <a:pt x="1620476" y="969446"/>
                  </a:lnTo>
                  <a:lnTo>
                    <a:pt x="1620304" y="969510"/>
                  </a:lnTo>
                  <a:lnTo>
                    <a:pt x="1619269" y="969897"/>
                  </a:lnTo>
                  <a:lnTo>
                    <a:pt x="1618925" y="970026"/>
                  </a:lnTo>
                  <a:lnTo>
                    <a:pt x="1618063" y="970348"/>
                  </a:lnTo>
                  <a:lnTo>
                    <a:pt x="1617545" y="970542"/>
                  </a:lnTo>
                  <a:lnTo>
                    <a:pt x="1614959" y="971508"/>
                  </a:lnTo>
                  <a:lnTo>
                    <a:pt x="1614270" y="971766"/>
                  </a:lnTo>
                  <a:lnTo>
                    <a:pt x="1613925" y="971895"/>
                  </a:lnTo>
                  <a:lnTo>
                    <a:pt x="1613063" y="972217"/>
                  </a:lnTo>
                  <a:lnTo>
                    <a:pt x="1612718" y="972346"/>
                  </a:lnTo>
                  <a:lnTo>
                    <a:pt x="1612201" y="972540"/>
                  </a:lnTo>
                  <a:lnTo>
                    <a:pt x="1611339" y="972862"/>
                  </a:lnTo>
                  <a:lnTo>
                    <a:pt x="1610994" y="972991"/>
                  </a:lnTo>
                  <a:lnTo>
                    <a:pt x="1610304" y="973249"/>
                  </a:lnTo>
                  <a:lnTo>
                    <a:pt x="1609787" y="973442"/>
                  </a:lnTo>
                  <a:lnTo>
                    <a:pt x="1609270" y="973636"/>
                  </a:lnTo>
                  <a:lnTo>
                    <a:pt x="1608408" y="973958"/>
                  </a:lnTo>
                  <a:lnTo>
                    <a:pt x="1608235" y="974023"/>
                  </a:lnTo>
                  <a:lnTo>
                    <a:pt x="1606684" y="974603"/>
                  </a:lnTo>
                  <a:lnTo>
                    <a:pt x="1606339" y="974732"/>
                  </a:lnTo>
                  <a:lnTo>
                    <a:pt x="1605994" y="974861"/>
                  </a:lnTo>
                  <a:lnTo>
                    <a:pt x="1602891" y="976022"/>
                  </a:lnTo>
                  <a:lnTo>
                    <a:pt x="1597373" y="978086"/>
                  </a:lnTo>
                  <a:lnTo>
                    <a:pt x="1595305" y="978860"/>
                  </a:lnTo>
                  <a:lnTo>
                    <a:pt x="1590305" y="980731"/>
                  </a:lnTo>
                  <a:lnTo>
                    <a:pt x="1585477" y="982537"/>
                  </a:lnTo>
                  <a:lnTo>
                    <a:pt x="1582891" y="983506"/>
                  </a:lnTo>
                  <a:lnTo>
                    <a:pt x="1576339" y="985959"/>
                  </a:lnTo>
                  <a:lnTo>
                    <a:pt x="1575477" y="986281"/>
                  </a:lnTo>
                  <a:lnTo>
                    <a:pt x="1551685" y="995195"/>
                  </a:lnTo>
                  <a:lnTo>
                    <a:pt x="1549788" y="995906"/>
                  </a:lnTo>
                  <a:lnTo>
                    <a:pt x="1475652" y="1023740"/>
                  </a:lnTo>
                  <a:lnTo>
                    <a:pt x="1473411" y="1024583"/>
                  </a:lnTo>
                  <a:lnTo>
                    <a:pt x="1472032" y="1025102"/>
                  </a:lnTo>
                  <a:lnTo>
                    <a:pt x="1467032" y="1026982"/>
                  </a:lnTo>
                  <a:lnTo>
                    <a:pt x="1462722" y="1028604"/>
                  </a:lnTo>
                  <a:lnTo>
                    <a:pt x="1461687" y="1028993"/>
                  </a:lnTo>
                  <a:lnTo>
                    <a:pt x="1461515" y="1029058"/>
                  </a:lnTo>
                  <a:lnTo>
                    <a:pt x="1461170" y="1029188"/>
                  </a:lnTo>
                  <a:lnTo>
                    <a:pt x="1460308" y="1029512"/>
                  </a:lnTo>
                  <a:lnTo>
                    <a:pt x="1458067" y="1030355"/>
                  </a:lnTo>
                  <a:lnTo>
                    <a:pt x="1456687" y="1030874"/>
                  </a:lnTo>
                  <a:lnTo>
                    <a:pt x="1455308" y="1031394"/>
                  </a:lnTo>
                  <a:lnTo>
                    <a:pt x="1453067" y="1032237"/>
                  </a:lnTo>
                  <a:lnTo>
                    <a:pt x="1452722" y="1032367"/>
                  </a:lnTo>
                  <a:lnTo>
                    <a:pt x="1452549" y="1032432"/>
                  </a:lnTo>
                  <a:lnTo>
                    <a:pt x="1450825" y="1033081"/>
                  </a:lnTo>
                  <a:lnTo>
                    <a:pt x="1449963" y="1033405"/>
                  </a:lnTo>
                  <a:lnTo>
                    <a:pt x="1448756" y="1033859"/>
                  </a:lnTo>
                  <a:lnTo>
                    <a:pt x="1448067" y="1034119"/>
                  </a:lnTo>
                  <a:lnTo>
                    <a:pt x="1447894" y="1034184"/>
                  </a:lnTo>
                  <a:lnTo>
                    <a:pt x="1446860" y="1034573"/>
                  </a:lnTo>
                  <a:lnTo>
                    <a:pt x="1446515" y="1034703"/>
                  </a:lnTo>
                  <a:lnTo>
                    <a:pt x="1445653" y="1035028"/>
                  </a:lnTo>
                  <a:lnTo>
                    <a:pt x="1445136" y="1035223"/>
                  </a:lnTo>
                  <a:lnTo>
                    <a:pt x="1442550" y="1036196"/>
                  </a:lnTo>
                  <a:lnTo>
                    <a:pt x="1441860" y="1036456"/>
                  </a:lnTo>
                  <a:lnTo>
                    <a:pt x="1441515" y="1036586"/>
                  </a:lnTo>
                  <a:lnTo>
                    <a:pt x="1440653" y="1036910"/>
                  </a:lnTo>
                  <a:lnTo>
                    <a:pt x="1440308" y="1037040"/>
                  </a:lnTo>
                  <a:lnTo>
                    <a:pt x="1439791" y="1037235"/>
                  </a:lnTo>
                  <a:lnTo>
                    <a:pt x="1438929" y="1037560"/>
                  </a:lnTo>
                  <a:lnTo>
                    <a:pt x="1438584" y="1037689"/>
                  </a:lnTo>
                  <a:lnTo>
                    <a:pt x="1437895" y="1037949"/>
                  </a:lnTo>
                  <a:lnTo>
                    <a:pt x="1437377" y="1038144"/>
                  </a:lnTo>
                  <a:lnTo>
                    <a:pt x="1436860" y="1038339"/>
                  </a:lnTo>
                  <a:lnTo>
                    <a:pt x="1435998" y="1038663"/>
                  </a:lnTo>
                  <a:lnTo>
                    <a:pt x="1435826" y="1038728"/>
                  </a:lnTo>
                  <a:lnTo>
                    <a:pt x="1434274" y="1039313"/>
                  </a:lnTo>
                  <a:lnTo>
                    <a:pt x="1433929" y="1039443"/>
                  </a:lnTo>
                  <a:lnTo>
                    <a:pt x="1433584" y="1039573"/>
                  </a:lnTo>
                  <a:lnTo>
                    <a:pt x="1430481" y="1040742"/>
                  </a:lnTo>
                  <a:lnTo>
                    <a:pt x="1424964" y="1042820"/>
                  </a:lnTo>
                  <a:lnTo>
                    <a:pt x="1422895" y="1043600"/>
                  </a:lnTo>
                  <a:lnTo>
                    <a:pt x="1417895" y="1045484"/>
                  </a:lnTo>
                  <a:lnTo>
                    <a:pt x="1413068" y="1047304"/>
                  </a:lnTo>
                  <a:lnTo>
                    <a:pt x="1410482" y="1048279"/>
                  </a:lnTo>
                  <a:lnTo>
                    <a:pt x="1403930" y="1050750"/>
                  </a:lnTo>
                  <a:lnTo>
                    <a:pt x="1403068" y="1051075"/>
                  </a:lnTo>
                  <a:lnTo>
                    <a:pt x="1379275" y="1060053"/>
                  </a:lnTo>
                  <a:lnTo>
                    <a:pt x="1377379" y="1060769"/>
                  </a:lnTo>
                  <a:lnTo>
                    <a:pt x="1303243" y="1088802"/>
                  </a:lnTo>
                  <a:lnTo>
                    <a:pt x="1301002" y="1089651"/>
                  </a:lnTo>
                  <a:lnTo>
                    <a:pt x="1299622" y="1090174"/>
                  </a:lnTo>
                  <a:lnTo>
                    <a:pt x="1294622" y="1092068"/>
                  </a:lnTo>
                  <a:lnTo>
                    <a:pt x="1290312" y="1093701"/>
                  </a:lnTo>
                  <a:lnTo>
                    <a:pt x="1289278" y="1094093"/>
                  </a:lnTo>
                  <a:lnTo>
                    <a:pt x="1289105" y="1094158"/>
                  </a:lnTo>
                  <a:lnTo>
                    <a:pt x="1288760" y="1094289"/>
                  </a:lnTo>
                  <a:lnTo>
                    <a:pt x="1287898" y="1094615"/>
                  </a:lnTo>
                  <a:lnTo>
                    <a:pt x="1285657" y="1095465"/>
                  </a:lnTo>
                  <a:lnTo>
                    <a:pt x="1284278" y="1095988"/>
                  </a:lnTo>
                  <a:lnTo>
                    <a:pt x="1282899" y="1096510"/>
                  </a:lnTo>
                  <a:lnTo>
                    <a:pt x="1280657" y="1097360"/>
                  </a:lnTo>
                  <a:lnTo>
                    <a:pt x="1280312" y="1097491"/>
                  </a:lnTo>
                  <a:lnTo>
                    <a:pt x="1280140" y="1097556"/>
                  </a:lnTo>
                  <a:lnTo>
                    <a:pt x="1278416" y="1098210"/>
                  </a:lnTo>
                  <a:lnTo>
                    <a:pt x="1277554" y="1098536"/>
                  </a:lnTo>
                  <a:lnTo>
                    <a:pt x="1276347" y="1098994"/>
                  </a:lnTo>
                  <a:lnTo>
                    <a:pt x="1275657" y="1099255"/>
                  </a:lnTo>
                  <a:lnTo>
                    <a:pt x="1275485" y="1099321"/>
                  </a:lnTo>
                  <a:lnTo>
                    <a:pt x="1274450" y="1099713"/>
                  </a:lnTo>
                  <a:lnTo>
                    <a:pt x="1274106" y="1099844"/>
                  </a:lnTo>
                  <a:lnTo>
                    <a:pt x="1273244" y="1100171"/>
                  </a:lnTo>
                  <a:lnTo>
                    <a:pt x="1272726" y="1100367"/>
                  </a:lnTo>
                  <a:lnTo>
                    <a:pt x="1270140" y="1101347"/>
                  </a:lnTo>
                  <a:lnTo>
                    <a:pt x="1269451" y="1101609"/>
                  </a:lnTo>
                  <a:lnTo>
                    <a:pt x="1269106" y="1101740"/>
                  </a:lnTo>
                  <a:lnTo>
                    <a:pt x="1268244" y="1102067"/>
                  </a:lnTo>
                  <a:lnTo>
                    <a:pt x="1267899" y="1102197"/>
                  </a:lnTo>
                  <a:lnTo>
                    <a:pt x="1267382" y="1102394"/>
                  </a:lnTo>
                  <a:lnTo>
                    <a:pt x="1266520" y="1102721"/>
                  </a:lnTo>
                  <a:lnTo>
                    <a:pt x="1266175" y="1102851"/>
                  </a:lnTo>
                  <a:lnTo>
                    <a:pt x="1265485" y="1103113"/>
                  </a:lnTo>
                  <a:lnTo>
                    <a:pt x="1264968" y="1103309"/>
                  </a:lnTo>
                  <a:lnTo>
                    <a:pt x="1264451" y="1103505"/>
                  </a:lnTo>
                  <a:lnTo>
                    <a:pt x="1263589" y="1103832"/>
                  </a:lnTo>
                  <a:lnTo>
                    <a:pt x="1263416" y="1103898"/>
                  </a:lnTo>
                  <a:lnTo>
                    <a:pt x="1261865" y="1104486"/>
                  </a:lnTo>
                  <a:lnTo>
                    <a:pt x="1261520" y="1104617"/>
                  </a:lnTo>
                  <a:lnTo>
                    <a:pt x="1261175" y="1104748"/>
                  </a:lnTo>
                  <a:lnTo>
                    <a:pt x="1258072" y="1105925"/>
                  </a:lnTo>
                  <a:lnTo>
                    <a:pt x="1252554" y="1108019"/>
                  </a:lnTo>
                  <a:lnTo>
                    <a:pt x="1250486" y="1108804"/>
                  </a:lnTo>
                  <a:lnTo>
                    <a:pt x="1245486" y="1110702"/>
                  </a:lnTo>
                  <a:lnTo>
                    <a:pt x="1240658" y="1112535"/>
                  </a:lnTo>
                  <a:lnTo>
                    <a:pt x="1238072" y="1113517"/>
                  </a:lnTo>
                  <a:lnTo>
                    <a:pt x="1231521" y="1116005"/>
                  </a:lnTo>
                  <a:lnTo>
                    <a:pt x="1230658" y="1116332"/>
                  </a:lnTo>
                  <a:lnTo>
                    <a:pt x="1206866" y="1125374"/>
                  </a:lnTo>
                  <a:lnTo>
                    <a:pt x="1204969" y="1126095"/>
                  </a:lnTo>
                  <a:lnTo>
                    <a:pt x="1130833" y="1154327"/>
                  </a:lnTo>
                  <a:lnTo>
                    <a:pt x="1128592" y="1155182"/>
                  </a:lnTo>
                  <a:lnTo>
                    <a:pt x="1127213" y="1155708"/>
                  </a:lnTo>
                  <a:lnTo>
                    <a:pt x="1122213" y="1157616"/>
                  </a:lnTo>
                  <a:lnTo>
                    <a:pt x="1117903" y="1159260"/>
                  </a:lnTo>
                  <a:lnTo>
                    <a:pt x="1116868" y="1159655"/>
                  </a:lnTo>
                  <a:lnTo>
                    <a:pt x="1116696" y="1159721"/>
                  </a:lnTo>
                  <a:lnTo>
                    <a:pt x="1116351" y="1159852"/>
                  </a:lnTo>
                  <a:lnTo>
                    <a:pt x="1115489" y="1160181"/>
                  </a:lnTo>
                  <a:lnTo>
                    <a:pt x="1113248" y="1161037"/>
                  </a:lnTo>
                  <a:lnTo>
                    <a:pt x="1111868" y="1161563"/>
                  </a:lnTo>
                  <a:lnTo>
                    <a:pt x="1110489" y="1162089"/>
                  </a:lnTo>
                  <a:lnTo>
                    <a:pt x="1108248" y="1162945"/>
                  </a:lnTo>
                  <a:lnTo>
                    <a:pt x="1107903" y="1163077"/>
                  </a:lnTo>
                  <a:lnTo>
                    <a:pt x="1107730" y="1163142"/>
                  </a:lnTo>
                  <a:lnTo>
                    <a:pt x="1106006" y="1163801"/>
                  </a:lnTo>
                  <a:lnTo>
                    <a:pt x="1105144" y="1164130"/>
                  </a:lnTo>
                  <a:lnTo>
                    <a:pt x="1103937" y="1164590"/>
                  </a:lnTo>
                  <a:lnTo>
                    <a:pt x="1103248" y="1164854"/>
                  </a:lnTo>
                  <a:lnTo>
                    <a:pt x="1103075" y="1164920"/>
                  </a:lnTo>
                  <a:lnTo>
                    <a:pt x="1102041" y="1165315"/>
                  </a:lnTo>
                  <a:lnTo>
                    <a:pt x="1101696" y="1165446"/>
                  </a:lnTo>
                  <a:lnTo>
                    <a:pt x="1100834" y="1165775"/>
                  </a:lnTo>
                  <a:lnTo>
                    <a:pt x="1100317" y="1165973"/>
                  </a:lnTo>
                  <a:lnTo>
                    <a:pt x="1097731" y="1166960"/>
                  </a:lnTo>
                  <a:lnTo>
                    <a:pt x="1097041" y="1167224"/>
                  </a:lnTo>
                  <a:lnTo>
                    <a:pt x="1096696" y="1167355"/>
                  </a:lnTo>
                  <a:lnTo>
                    <a:pt x="1095834" y="1167685"/>
                  </a:lnTo>
                  <a:lnTo>
                    <a:pt x="1095489" y="1167816"/>
                  </a:lnTo>
                  <a:lnTo>
                    <a:pt x="1094972" y="1168014"/>
                  </a:lnTo>
                  <a:lnTo>
                    <a:pt x="1094110" y="1168343"/>
                  </a:lnTo>
                  <a:lnTo>
                    <a:pt x="1093765" y="1168475"/>
                  </a:lnTo>
                  <a:lnTo>
                    <a:pt x="1093076" y="1168738"/>
                  </a:lnTo>
                  <a:lnTo>
                    <a:pt x="1092558" y="1168936"/>
                  </a:lnTo>
                  <a:lnTo>
                    <a:pt x="1092041" y="1169133"/>
                  </a:lnTo>
                  <a:lnTo>
                    <a:pt x="1091179" y="1169463"/>
                  </a:lnTo>
                  <a:lnTo>
                    <a:pt x="1091007" y="1169529"/>
                  </a:lnTo>
                  <a:lnTo>
                    <a:pt x="1089455" y="1170121"/>
                  </a:lnTo>
                  <a:lnTo>
                    <a:pt x="1089110" y="1170253"/>
                  </a:lnTo>
                  <a:lnTo>
                    <a:pt x="1088765" y="1170385"/>
                  </a:lnTo>
                  <a:lnTo>
                    <a:pt x="1085662" y="1171570"/>
                  </a:lnTo>
                  <a:lnTo>
                    <a:pt x="1080145" y="1173678"/>
                  </a:lnTo>
                  <a:lnTo>
                    <a:pt x="1078076" y="1174469"/>
                  </a:lnTo>
                  <a:lnTo>
                    <a:pt x="1073076" y="1176380"/>
                  </a:lnTo>
                  <a:lnTo>
                    <a:pt x="1068249" y="1178226"/>
                  </a:lnTo>
                  <a:lnTo>
                    <a:pt x="1065663" y="1179214"/>
                  </a:lnTo>
                  <a:lnTo>
                    <a:pt x="1059111" y="1181720"/>
                  </a:lnTo>
                  <a:lnTo>
                    <a:pt x="1058249" y="1182050"/>
                  </a:lnTo>
                  <a:lnTo>
                    <a:pt x="1034456" y="1191154"/>
                  </a:lnTo>
                  <a:lnTo>
                    <a:pt x="1032560" y="1191880"/>
                  </a:lnTo>
                  <a:lnTo>
                    <a:pt x="958424" y="1220305"/>
                  </a:lnTo>
                  <a:lnTo>
                    <a:pt x="956183" y="1221165"/>
                  </a:lnTo>
                  <a:lnTo>
                    <a:pt x="954803" y="1221695"/>
                  </a:lnTo>
                  <a:lnTo>
                    <a:pt x="949803" y="1223615"/>
                  </a:lnTo>
                  <a:lnTo>
                    <a:pt x="945493" y="1225271"/>
                  </a:lnTo>
                  <a:lnTo>
                    <a:pt x="944459" y="1225668"/>
                  </a:lnTo>
                  <a:lnTo>
                    <a:pt x="944286" y="1225734"/>
                  </a:lnTo>
                  <a:lnTo>
                    <a:pt x="943941" y="1225867"/>
                  </a:lnTo>
                  <a:lnTo>
                    <a:pt x="943079" y="1226198"/>
                  </a:lnTo>
                  <a:lnTo>
                    <a:pt x="940838" y="1227059"/>
                  </a:lnTo>
                  <a:lnTo>
                    <a:pt x="939459" y="1227589"/>
                  </a:lnTo>
                  <a:lnTo>
                    <a:pt x="938080" y="1228119"/>
                  </a:lnTo>
                  <a:lnTo>
                    <a:pt x="935838" y="1228980"/>
                  </a:lnTo>
                  <a:lnTo>
                    <a:pt x="935493" y="1229113"/>
                  </a:lnTo>
                  <a:lnTo>
                    <a:pt x="935321" y="1229179"/>
                  </a:lnTo>
                  <a:lnTo>
                    <a:pt x="933597" y="1229842"/>
                  </a:lnTo>
                  <a:lnTo>
                    <a:pt x="932735" y="1230173"/>
                  </a:lnTo>
                  <a:lnTo>
                    <a:pt x="931528" y="1230637"/>
                  </a:lnTo>
                  <a:lnTo>
                    <a:pt x="930838" y="1230902"/>
                  </a:lnTo>
                  <a:lnTo>
                    <a:pt x="930666" y="1230968"/>
                  </a:lnTo>
                  <a:lnTo>
                    <a:pt x="929631" y="1231366"/>
                  </a:lnTo>
                  <a:lnTo>
                    <a:pt x="929287" y="1231498"/>
                  </a:lnTo>
                  <a:lnTo>
                    <a:pt x="928425" y="1231830"/>
                  </a:lnTo>
                  <a:lnTo>
                    <a:pt x="927907" y="1232029"/>
                  </a:lnTo>
                  <a:lnTo>
                    <a:pt x="925321" y="1233023"/>
                  </a:lnTo>
                  <a:lnTo>
                    <a:pt x="924632" y="1233288"/>
                  </a:lnTo>
                  <a:lnTo>
                    <a:pt x="924287" y="1233420"/>
                  </a:lnTo>
                  <a:lnTo>
                    <a:pt x="923425" y="1233752"/>
                  </a:lnTo>
                  <a:lnTo>
                    <a:pt x="923080" y="1233884"/>
                  </a:lnTo>
                  <a:lnTo>
                    <a:pt x="922563" y="1234083"/>
                  </a:lnTo>
                  <a:lnTo>
                    <a:pt x="921701" y="1234415"/>
                  </a:lnTo>
                  <a:lnTo>
                    <a:pt x="921356" y="1234547"/>
                  </a:lnTo>
                  <a:lnTo>
                    <a:pt x="920666" y="1234812"/>
                  </a:lnTo>
                  <a:lnTo>
                    <a:pt x="920149" y="1235011"/>
                  </a:lnTo>
                  <a:lnTo>
                    <a:pt x="919632" y="1235210"/>
                  </a:lnTo>
                  <a:lnTo>
                    <a:pt x="918770" y="1235542"/>
                  </a:lnTo>
                  <a:lnTo>
                    <a:pt x="918597" y="1235608"/>
                  </a:lnTo>
                  <a:lnTo>
                    <a:pt x="917046" y="1236205"/>
                  </a:lnTo>
                  <a:lnTo>
                    <a:pt x="916701" y="1236337"/>
                  </a:lnTo>
                  <a:lnTo>
                    <a:pt x="916356" y="1236470"/>
                  </a:lnTo>
                  <a:lnTo>
                    <a:pt x="913253" y="1237663"/>
                  </a:lnTo>
                  <a:lnTo>
                    <a:pt x="907735" y="1239786"/>
                  </a:lnTo>
                  <a:lnTo>
                    <a:pt x="905667" y="1240581"/>
                  </a:lnTo>
                  <a:lnTo>
                    <a:pt x="900667" y="1242505"/>
                  </a:lnTo>
                  <a:lnTo>
                    <a:pt x="895839" y="1244363"/>
                  </a:lnTo>
                  <a:lnTo>
                    <a:pt x="893253" y="1245358"/>
                  </a:lnTo>
                  <a:lnTo>
                    <a:pt x="886702" y="1247880"/>
                  </a:lnTo>
                  <a:lnTo>
                    <a:pt x="885839" y="1248212"/>
                  </a:lnTo>
                  <a:lnTo>
                    <a:pt x="862047" y="1257376"/>
                  </a:lnTo>
                  <a:lnTo>
                    <a:pt x="860150" y="1258107"/>
                  </a:lnTo>
                  <a:lnTo>
                    <a:pt x="786014" y="1286715"/>
                  </a:lnTo>
                  <a:lnTo>
                    <a:pt x="783773" y="1287581"/>
                  </a:lnTo>
                  <a:lnTo>
                    <a:pt x="782394" y="1288114"/>
                  </a:lnTo>
                  <a:lnTo>
                    <a:pt x="777394" y="1290046"/>
                  </a:lnTo>
                  <a:lnTo>
                    <a:pt x="773084" y="1291712"/>
                  </a:lnTo>
                  <a:lnTo>
                    <a:pt x="772049" y="1292112"/>
                  </a:lnTo>
                  <a:lnTo>
                    <a:pt x="771877" y="1292179"/>
                  </a:lnTo>
                  <a:lnTo>
                    <a:pt x="771532" y="1292312"/>
                  </a:lnTo>
                  <a:lnTo>
                    <a:pt x="770670" y="1292645"/>
                  </a:lnTo>
                  <a:lnTo>
                    <a:pt x="768429" y="1293512"/>
                  </a:lnTo>
                  <a:lnTo>
                    <a:pt x="767049" y="1294045"/>
                  </a:lnTo>
                  <a:lnTo>
                    <a:pt x="765670" y="1294578"/>
                  </a:lnTo>
                  <a:lnTo>
                    <a:pt x="763429" y="1295445"/>
                  </a:lnTo>
                  <a:lnTo>
                    <a:pt x="763084" y="1295578"/>
                  </a:lnTo>
                  <a:lnTo>
                    <a:pt x="762912" y="1295645"/>
                  </a:lnTo>
                  <a:lnTo>
                    <a:pt x="761187" y="1296312"/>
                  </a:lnTo>
                  <a:lnTo>
                    <a:pt x="760325" y="1296645"/>
                  </a:lnTo>
                  <a:lnTo>
                    <a:pt x="759119" y="1297112"/>
                  </a:lnTo>
                  <a:lnTo>
                    <a:pt x="758429" y="1297378"/>
                  </a:lnTo>
                  <a:lnTo>
                    <a:pt x="758256" y="1297445"/>
                  </a:lnTo>
                  <a:lnTo>
                    <a:pt x="757222" y="1297845"/>
                  </a:lnTo>
                  <a:lnTo>
                    <a:pt x="756877" y="1297979"/>
                  </a:lnTo>
                  <a:lnTo>
                    <a:pt x="756015" y="1298312"/>
                  </a:lnTo>
                  <a:lnTo>
                    <a:pt x="755498" y="1298512"/>
                  </a:lnTo>
                  <a:lnTo>
                    <a:pt x="752912" y="1299513"/>
                  </a:lnTo>
                  <a:lnTo>
                    <a:pt x="752222" y="1299779"/>
                  </a:lnTo>
                  <a:lnTo>
                    <a:pt x="751877" y="1299913"/>
                  </a:lnTo>
                  <a:lnTo>
                    <a:pt x="751015" y="1300246"/>
                  </a:lnTo>
                  <a:lnTo>
                    <a:pt x="750670" y="1300380"/>
                  </a:lnTo>
                  <a:lnTo>
                    <a:pt x="750153" y="1300580"/>
                  </a:lnTo>
                  <a:lnTo>
                    <a:pt x="749291" y="1300913"/>
                  </a:lnTo>
                  <a:lnTo>
                    <a:pt x="748946" y="1301047"/>
                  </a:lnTo>
                  <a:lnTo>
                    <a:pt x="748257" y="1301313"/>
                  </a:lnTo>
                  <a:lnTo>
                    <a:pt x="747739" y="1301514"/>
                  </a:lnTo>
                  <a:lnTo>
                    <a:pt x="747222" y="1301714"/>
                  </a:lnTo>
                  <a:lnTo>
                    <a:pt x="746360" y="1302047"/>
                  </a:lnTo>
                  <a:lnTo>
                    <a:pt x="746188" y="1302114"/>
                  </a:lnTo>
                  <a:lnTo>
                    <a:pt x="744636" y="1302714"/>
                  </a:lnTo>
                  <a:lnTo>
                    <a:pt x="744291" y="1302848"/>
                  </a:lnTo>
                  <a:lnTo>
                    <a:pt x="743946" y="1302981"/>
                  </a:lnTo>
                  <a:lnTo>
                    <a:pt x="740843" y="1304182"/>
                  </a:lnTo>
                  <a:lnTo>
                    <a:pt x="735326" y="1306317"/>
                  </a:lnTo>
                  <a:lnTo>
                    <a:pt x="733257" y="1307118"/>
                  </a:lnTo>
                  <a:lnTo>
                    <a:pt x="728257" y="1309054"/>
                  </a:lnTo>
                  <a:lnTo>
                    <a:pt x="723430" y="1310923"/>
                  </a:lnTo>
                  <a:lnTo>
                    <a:pt x="720844" y="1311925"/>
                  </a:lnTo>
                  <a:lnTo>
                    <a:pt x="714292" y="1314462"/>
                  </a:lnTo>
                  <a:lnTo>
                    <a:pt x="713430" y="1314796"/>
                  </a:lnTo>
                  <a:lnTo>
                    <a:pt x="689637" y="1324016"/>
                  </a:lnTo>
                  <a:lnTo>
                    <a:pt x="687741" y="1324751"/>
                  </a:lnTo>
                  <a:lnTo>
                    <a:pt x="613605" y="1353529"/>
                  </a:lnTo>
                  <a:lnTo>
                    <a:pt x="611364" y="1354400"/>
                  </a:lnTo>
                  <a:lnTo>
                    <a:pt x="609984" y="1354936"/>
                  </a:lnTo>
                  <a:lnTo>
                    <a:pt x="604984" y="1356880"/>
                  </a:lnTo>
                  <a:lnTo>
                    <a:pt x="600674" y="1358555"/>
                  </a:lnTo>
                  <a:lnTo>
                    <a:pt x="599640" y="1358958"/>
                  </a:lnTo>
                  <a:lnTo>
                    <a:pt x="599467" y="1359025"/>
                  </a:lnTo>
                  <a:lnTo>
                    <a:pt x="599122" y="1359159"/>
                  </a:lnTo>
                  <a:lnTo>
                    <a:pt x="598260" y="1359494"/>
                  </a:lnTo>
                  <a:lnTo>
                    <a:pt x="596019" y="1360365"/>
                  </a:lnTo>
                  <a:lnTo>
                    <a:pt x="594640" y="1360902"/>
                  </a:lnTo>
                  <a:lnTo>
                    <a:pt x="593261" y="1361438"/>
                  </a:lnTo>
                  <a:lnTo>
                    <a:pt x="591019" y="1362310"/>
                  </a:lnTo>
                  <a:lnTo>
                    <a:pt x="590674" y="1362444"/>
                  </a:lnTo>
                  <a:lnTo>
                    <a:pt x="590502" y="1362511"/>
                  </a:lnTo>
                  <a:lnTo>
                    <a:pt x="588778" y="1363182"/>
                  </a:lnTo>
                  <a:lnTo>
                    <a:pt x="587916" y="1363517"/>
                  </a:lnTo>
                  <a:lnTo>
                    <a:pt x="586709" y="1363986"/>
                  </a:lnTo>
                  <a:lnTo>
                    <a:pt x="586019" y="1364255"/>
                  </a:lnTo>
                  <a:lnTo>
                    <a:pt x="585847" y="1364322"/>
                  </a:lnTo>
                  <a:lnTo>
                    <a:pt x="584813" y="1364724"/>
                  </a:lnTo>
                  <a:lnTo>
                    <a:pt x="584468" y="1364858"/>
                  </a:lnTo>
                  <a:lnTo>
                    <a:pt x="583606" y="1365194"/>
                  </a:lnTo>
                  <a:lnTo>
                    <a:pt x="583088" y="1365395"/>
                  </a:lnTo>
                  <a:lnTo>
                    <a:pt x="580502" y="1366401"/>
                  </a:lnTo>
                  <a:lnTo>
                    <a:pt x="579813" y="1366669"/>
                  </a:lnTo>
                  <a:lnTo>
                    <a:pt x="579468" y="1366803"/>
                  </a:lnTo>
                  <a:lnTo>
                    <a:pt x="578606" y="1367139"/>
                  </a:lnTo>
                  <a:lnTo>
                    <a:pt x="578261" y="1367273"/>
                  </a:lnTo>
                  <a:lnTo>
                    <a:pt x="577744" y="1367474"/>
                  </a:lnTo>
                  <a:lnTo>
                    <a:pt x="576882" y="1367810"/>
                  </a:lnTo>
                  <a:lnTo>
                    <a:pt x="576537" y="1367944"/>
                  </a:lnTo>
                  <a:lnTo>
                    <a:pt x="575847" y="1368212"/>
                  </a:lnTo>
                  <a:lnTo>
                    <a:pt x="575330" y="1368413"/>
                  </a:lnTo>
                  <a:lnTo>
                    <a:pt x="574813" y="1368615"/>
                  </a:lnTo>
                  <a:lnTo>
                    <a:pt x="573951" y="1368950"/>
                  </a:lnTo>
                  <a:lnTo>
                    <a:pt x="573778" y="1369017"/>
                  </a:lnTo>
                  <a:lnTo>
                    <a:pt x="572227" y="1369621"/>
                  </a:lnTo>
                  <a:lnTo>
                    <a:pt x="571882" y="1369755"/>
                  </a:lnTo>
                  <a:lnTo>
                    <a:pt x="571537" y="1369889"/>
                  </a:lnTo>
                  <a:lnTo>
                    <a:pt x="568434" y="1371097"/>
                  </a:lnTo>
                  <a:lnTo>
                    <a:pt x="562916" y="1373245"/>
                  </a:lnTo>
                  <a:lnTo>
                    <a:pt x="560848" y="1374050"/>
                  </a:lnTo>
                  <a:lnTo>
                    <a:pt x="555848" y="1375997"/>
                  </a:lnTo>
                  <a:lnTo>
                    <a:pt x="551020" y="1377876"/>
                  </a:lnTo>
                  <a:lnTo>
                    <a:pt x="548434" y="1378883"/>
                  </a:lnTo>
                  <a:lnTo>
                    <a:pt x="541883" y="1381435"/>
                  </a:lnTo>
                  <a:lnTo>
                    <a:pt x="541020" y="1381771"/>
                  </a:lnTo>
                  <a:lnTo>
                    <a:pt x="517228" y="1391042"/>
                  </a:lnTo>
                  <a:lnTo>
                    <a:pt x="515331" y="1391782"/>
                  </a:lnTo>
                  <a:lnTo>
                    <a:pt x="441195" y="1420715"/>
                  </a:lnTo>
                  <a:lnTo>
                    <a:pt x="438954" y="1421591"/>
                  </a:lnTo>
                  <a:lnTo>
                    <a:pt x="437575" y="1422130"/>
                  </a:lnTo>
                  <a:lnTo>
                    <a:pt x="432575" y="1424083"/>
                  </a:lnTo>
                  <a:lnTo>
                    <a:pt x="428265" y="1425768"/>
                  </a:lnTo>
                  <a:lnTo>
                    <a:pt x="427230" y="1426172"/>
                  </a:lnTo>
                  <a:lnTo>
                    <a:pt x="427058" y="1426240"/>
                  </a:lnTo>
                  <a:lnTo>
                    <a:pt x="426713" y="1426374"/>
                  </a:lnTo>
                  <a:lnTo>
                    <a:pt x="425851" y="1426711"/>
                  </a:lnTo>
                  <a:lnTo>
                    <a:pt x="423610" y="1427587"/>
                  </a:lnTo>
                  <a:lnTo>
                    <a:pt x="422230" y="1428127"/>
                  </a:lnTo>
                  <a:lnTo>
                    <a:pt x="420851" y="1428666"/>
                  </a:lnTo>
                  <a:lnTo>
                    <a:pt x="418610" y="1429542"/>
                  </a:lnTo>
                  <a:lnTo>
                    <a:pt x="418265" y="1429677"/>
                  </a:lnTo>
                  <a:lnTo>
                    <a:pt x="418093" y="1429744"/>
                  </a:lnTo>
                  <a:lnTo>
                    <a:pt x="416368" y="1430418"/>
                  </a:lnTo>
                  <a:lnTo>
                    <a:pt x="415506" y="1430755"/>
                  </a:lnTo>
                  <a:lnTo>
                    <a:pt x="414300" y="1431227"/>
                  </a:lnTo>
                  <a:lnTo>
                    <a:pt x="413610" y="1431497"/>
                  </a:lnTo>
                  <a:lnTo>
                    <a:pt x="413437" y="1431564"/>
                  </a:lnTo>
                  <a:lnTo>
                    <a:pt x="412403" y="1431969"/>
                  </a:lnTo>
                  <a:lnTo>
                    <a:pt x="412058" y="1432104"/>
                  </a:lnTo>
                  <a:lnTo>
                    <a:pt x="411196" y="1432441"/>
                  </a:lnTo>
                  <a:lnTo>
                    <a:pt x="410679" y="1432643"/>
                  </a:lnTo>
                  <a:lnTo>
                    <a:pt x="408093" y="1433654"/>
                  </a:lnTo>
                  <a:lnTo>
                    <a:pt x="407403" y="1433924"/>
                  </a:lnTo>
                  <a:lnTo>
                    <a:pt x="407058" y="1434059"/>
                  </a:lnTo>
                  <a:lnTo>
                    <a:pt x="406196" y="1434396"/>
                  </a:lnTo>
                  <a:lnTo>
                    <a:pt x="405851" y="1434531"/>
                  </a:lnTo>
                  <a:lnTo>
                    <a:pt x="405334" y="1434733"/>
                  </a:lnTo>
                  <a:lnTo>
                    <a:pt x="404472" y="1435070"/>
                  </a:lnTo>
                  <a:lnTo>
                    <a:pt x="404127" y="1435205"/>
                  </a:lnTo>
                  <a:lnTo>
                    <a:pt x="403438" y="1435475"/>
                  </a:lnTo>
                  <a:lnTo>
                    <a:pt x="402920" y="1435677"/>
                  </a:lnTo>
                  <a:lnTo>
                    <a:pt x="402403" y="1435879"/>
                  </a:lnTo>
                  <a:lnTo>
                    <a:pt x="401541" y="1436217"/>
                  </a:lnTo>
                  <a:lnTo>
                    <a:pt x="401369" y="1436284"/>
                  </a:lnTo>
                  <a:lnTo>
                    <a:pt x="399817" y="1436891"/>
                  </a:lnTo>
                  <a:lnTo>
                    <a:pt x="399472" y="1437026"/>
                  </a:lnTo>
                  <a:lnTo>
                    <a:pt x="399127" y="1437161"/>
                  </a:lnTo>
                  <a:lnTo>
                    <a:pt x="396024" y="1438375"/>
                  </a:lnTo>
                  <a:lnTo>
                    <a:pt x="390507" y="1440533"/>
                  </a:lnTo>
                  <a:lnTo>
                    <a:pt x="388438" y="1441343"/>
                  </a:lnTo>
                  <a:lnTo>
                    <a:pt x="383438" y="1443299"/>
                  </a:lnTo>
                  <a:lnTo>
                    <a:pt x="378611" y="1445189"/>
                  </a:lnTo>
                  <a:lnTo>
                    <a:pt x="376025" y="1446201"/>
                  </a:lnTo>
                  <a:lnTo>
                    <a:pt x="369473" y="1448765"/>
                  </a:lnTo>
                  <a:lnTo>
                    <a:pt x="368611" y="1449103"/>
                  </a:lnTo>
                  <a:lnTo>
                    <a:pt x="344818" y="1458421"/>
                  </a:lnTo>
                  <a:lnTo>
                    <a:pt x="342922" y="1459164"/>
                  </a:lnTo>
                  <a:lnTo>
                    <a:pt x="268786" y="1488237"/>
                  </a:lnTo>
                  <a:lnTo>
                    <a:pt x="266545" y="1489117"/>
                  </a:lnTo>
                  <a:lnTo>
                    <a:pt x="265165" y="1489659"/>
                  </a:lnTo>
                  <a:lnTo>
                    <a:pt x="260165" y="1491622"/>
                  </a:lnTo>
                  <a:lnTo>
                    <a:pt x="255855" y="1493314"/>
                  </a:lnTo>
                  <a:lnTo>
                    <a:pt x="254821" y="1493720"/>
                  </a:lnTo>
                  <a:lnTo>
                    <a:pt x="254648" y="1493788"/>
                  </a:lnTo>
                  <a:lnTo>
                    <a:pt x="254304" y="1493923"/>
                  </a:lnTo>
                  <a:lnTo>
                    <a:pt x="253441" y="1494262"/>
                  </a:lnTo>
                  <a:lnTo>
                    <a:pt x="251200" y="1495142"/>
                  </a:lnTo>
                  <a:lnTo>
                    <a:pt x="249821" y="1495684"/>
                  </a:lnTo>
                  <a:lnTo>
                    <a:pt x="248442" y="1496226"/>
                  </a:lnTo>
                  <a:lnTo>
                    <a:pt x="246200" y="1497106"/>
                  </a:lnTo>
                  <a:lnTo>
                    <a:pt x="245855" y="1497241"/>
                  </a:lnTo>
                  <a:lnTo>
                    <a:pt x="245683" y="1497309"/>
                  </a:lnTo>
                  <a:lnTo>
                    <a:pt x="243959" y="1497986"/>
                  </a:lnTo>
                  <a:lnTo>
                    <a:pt x="243097" y="1498325"/>
                  </a:lnTo>
                  <a:lnTo>
                    <a:pt x="241890" y="1498799"/>
                  </a:lnTo>
                  <a:lnTo>
                    <a:pt x="241200" y="1499070"/>
                  </a:lnTo>
                  <a:lnTo>
                    <a:pt x="241028" y="1499138"/>
                  </a:lnTo>
                  <a:lnTo>
                    <a:pt x="239994" y="1499544"/>
                  </a:lnTo>
                  <a:lnTo>
                    <a:pt x="239649" y="1499679"/>
                  </a:lnTo>
                  <a:lnTo>
                    <a:pt x="238787" y="1500018"/>
                  </a:lnTo>
                  <a:lnTo>
                    <a:pt x="238269" y="1500221"/>
                  </a:lnTo>
                  <a:lnTo>
                    <a:pt x="235683" y="1501237"/>
                  </a:lnTo>
                  <a:lnTo>
                    <a:pt x="234994" y="1501508"/>
                  </a:lnTo>
                  <a:lnTo>
                    <a:pt x="234649" y="1501644"/>
                  </a:lnTo>
                  <a:lnTo>
                    <a:pt x="233787" y="1501982"/>
                  </a:lnTo>
                  <a:lnTo>
                    <a:pt x="233442" y="1502118"/>
                  </a:lnTo>
                  <a:lnTo>
                    <a:pt x="232925" y="1502321"/>
                  </a:lnTo>
                  <a:lnTo>
                    <a:pt x="232063" y="1502660"/>
                  </a:lnTo>
                  <a:lnTo>
                    <a:pt x="231718" y="1502795"/>
                  </a:lnTo>
                  <a:lnTo>
                    <a:pt x="231028" y="1503066"/>
                  </a:lnTo>
                  <a:lnTo>
                    <a:pt x="230511" y="1503269"/>
                  </a:lnTo>
                  <a:lnTo>
                    <a:pt x="229994" y="1503473"/>
                  </a:lnTo>
                  <a:lnTo>
                    <a:pt x="229132" y="1503811"/>
                  </a:lnTo>
                  <a:lnTo>
                    <a:pt x="228959" y="1503879"/>
                  </a:lnTo>
                  <a:lnTo>
                    <a:pt x="227408" y="1504489"/>
                  </a:lnTo>
                  <a:lnTo>
                    <a:pt x="227063" y="1504624"/>
                  </a:lnTo>
                  <a:lnTo>
                    <a:pt x="226718" y="1504760"/>
                  </a:lnTo>
                  <a:lnTo>
                    <a:pt x="223615" y="1505979"/>
                  </a:lnTo>
                  <a:lnTo>
                    <a:pt x="218098" y="1508148"/>
                  </a:lnTo>
                  <a:lnTo>
                    <a:pt x="216029" y="1508961"/>
                  </a:lnTo>
                  <a:lnTo>
                    <a:pt x="211029" y="1510926"/>
                  </a:lnTo>
                  <a:lnTo>
                    <a:pt x="206201" y="1512824"/>
                  </a:lnTo>
                  <a:lnTo>
                    <a:pt x="203615" y="1513841"/>
                  </a:lnTo>
                  <a:lnTo>
                    <a:pt x="197064" y="1516417"/>
                  </a:lnTo>
                  <a:lnTo>
                    <a:pt x="196202" y="1516756"/>
                  </a:lnTo>
                  <a:lnTo>
                    <a:pt x="172409" y="1526116"/>
                  </a:lnTo>
                  <a:lnTo>
                    <a:pt x="170512" y="1526862"/>
                  </a:lnTo>
                  <a:lnTo>
                    <a:pt x="96376" y="1556061"/>
                  </a:lnTo>
                  <a:lnTo>
                    <a:pt x="94135" y="1556944"/>
                  </a:lnTo>
                  <a:lnTo>
                    <a:pt x="92756" y="1557488"/>
                  </a:lnTo>
                  <a:lnTo>
                    <a:pt x="87756" y="1559459"/>
                  </a:lnTo>
                  <a:lnTo>
                    <a:pt x="83446" y="1561158"/>
                  </a:lnTo>
                  <a:lnTo>
                    <a:pt x="82411" y="1561566"/>
                  </a:lnTo>
                  <a:lnTo>
                    <a:pt x="82239" y="1561634"/>
                  </a:lnTo>
                  <a:lnTo>
                    <a:pt x="81894" y="1561770"/>
                  </a:lnTo>
                  <a:lnTo>
                    <a:pt x="81032" y="1562110"/>
                  </a:lnTo>
                  <a:lnTo>
                    <a:pt x="78791" y="1562994"/>
                  </a:lnTo>
                  <a:lnTo>
                    <a:pt x="77411" y="1563538"/>
                  </a:lnTo>
                  <a:lnTo>
                    <a:pt x="76032" y="1564082"/>
                  </a:lnTo>
                  <a:lnTo>
                    <a:pt x="73791" y="1564966"/>
                  </a:lnTo>
                  <a:lnTo>
                    <a:pt x="73446" y="1565102"/>
                  </a:lnTo>
                  <a:lnTo>
                    <a:pt x="73274" y="1565170"/>
                  </a:lnTo>
                  <a:lnTo>
                    <a:pt x="71549" y="1565850"/>
                  </a:lnTo>
                  <a:lnTo>
                    <a:pt x="70687" y="1566190"/>
                  </a:lnTo>
                  <a:lnTo>
                    <a:pt x="69481" y="1566666"/>
                  </a:lnTo>
                  <a:lnTo>
                    <a:pt x="68791" y="1566938"/>
                  </a:lnTo>
                  <a:lnTo>
                    <a:pt x="68618" y="1567006"/>
                  </a:lnTo>
                  <a:lnTo>
                    <a:pt x="67584" y="1567414"/>
                  </a:lnTo>
                  <a:lnTo>
                    <a:pt x="67239" y="1567550"/>
                  </a:lnTo>
                  <a:lnTo>
                    <a:pt x="66377" y="1567890"/>
                  </a:lnTo>
                  <a:lnTo>
                    <a:pt x="65860" y="1568094"/>
                  </a:lnTo>
                  <a:lnTo>
                    <a:pt x="63274" y="1569114"/>
                  </a:lnTo>
                  <a:lnTo>
                    <a:pt x="62584" y="1569386"/>
                  </a:lnTo>
                  <a:lnTo>
                    <a:pt x="62239" y="1569522"/>
                  </a:lnTo>
                  <a:lnTo>
                    <a:pt x="61377" y="1569862"/>
                  </a:lnTo>
                  <a:lnTo>
                    <a:pt x="61032" y="1569998"/>
                  </a:lnTo>
                  <a:lnTo>
                    <a:pt x="60515" y="1570202"/>
                  </a:lnTo>
                  <a:lnTo>
                    <a:pt x="59653" y="1570542"/>
                  </a:lnTo>
                  <a:lnTo>
                    <a:pt x="59308" y="1570679"/>
                  </a:lnTo>
                  <a:lnTo>
                    <a:pt x="58619" y="1570951"/>
                  </a:lnTo>
                  <a:lnTo>
                    <a:pt x="58101" y="1571155"/>
                  </a:lnTo>
                  <a:lnTo>
                    <a:pt x="57584" y="1571359"/>
                  </a:lnTo>
                  <a:lnTo>
                    <a:pt x="56722" y="1571699"/>
                  </a:lnTo>
                  <a:lnTo>
                    <a:pt x="56550" y="1571767"/>
                  </a:lnTo>
                  <a:lnTo>
                    <a:pt x="54998" y="1572379"/>
                  </a:lnTo>
                  <a:lnTo>
                    <a:pt x="54653" y="1572515"/>
                  </a:lnTo>
                  <a:lnTo>
                    <a:pt x="54308" y="1572651"/>
                  </a:lnTo>
                  <a:lnTo>
                    <a:pt x="51205" y="1573876"/>
                  </a:lnTo>
                  <a:lnTo>
                    <a:pt x="45688" y="1576053"/>
                  </a:lnTo>
                  <a:lnTo>
                    <a:pt x="43619" y="1576869"/>
                  </a:lnTo>
                  <a:lnTo>
                    <a:pt x="38619" y="1578843"/>
                  </a:lnTo>
                  <a:lnTo>
                    <a:pt x="33792" y="1580748"/>
                  </a:lnTo>
                  <a:lnTo>
                    <a:pt x="31206" y="1581769"/>
                  </a:lnTo>
                  <a:lnTo>
                    <a:pt x="24654" y="1584355"/>
                  </a:lnTo>
                  <a:lnTo>
                    <a:pt x="23792" y="1584696"/>
                  </a:lnTo>
                  <a:lnTo>
                    <a:pt x="0" y="1594092"/>
                  </a:lnTo>
                  <a:close/>
                </a:path>
              </a:pathLst>
            </a:custGeom>
            <a:solidFill>
              <a:srgbClr val="619CFF">
                <a:alpha val="14901"/>
              </a:srgbClr>
            </a:solidFill>
          </p:spPr>
          <p:txBody>
            <a:bodyPr/>
            <a:lstStyle/>
            <a:p/>
          </p:txBody>
        </p:sp>
        <p:sp>
          <p:nvSpPr>
            <p:cNvPr id="14" name="pl13"/>
            <p:cNvSpPr/>
            <p:nvPr/>
          </p:nvSpPr>
          <p:spPr>
            <a:xfrm>
              <a:off x="3553336" y="2976844"/>
              <a:ext cx="3791112" cy="1452628"/>
            </a:xfrm>
            <a:custGeom>
              <a:avLst/>
              <a:pathLst>
                <a:path w="3791112" h="1452628">
                  <a:moveTo>
                    <a:pt x="0" y="1452628"/>
                  </a:moveTo>
                  <a:lnTo>
                    <a:pt x="23792" y="1444061"/>
                  </a:lnTo>
                  <a:lnTo>
                    <a:pt x="24654" y="1443750"/>
                  </a:lnTo>
                  <a:lnTo>
                    <a:pt x="31206" y="1441390"/>
                  </a:lnTo>
                  <a:lnTo>
                    <a:pt x="33792" y="1440459"/>
                  </a:lnTo>
                  <a:lnTo>
                    <a:pt x="38619" y="1438719"/>
                  </a:lnTo>
                  <a:lnTo>
                    <a:pt x="43619" y="1436918"/>
                  </a:lnTo>
                  <a:lnTo>
                    <a:pt x="45688" y="1436172"/>
                  </a:lnTo>
                  <a:lnTo>
                    <a:pt x="51205" y="1434184"/>
                  </a:lnTo>
                  <a:lnTo>
                    <a:pt x="54308" y="1433065"/>
                  </a:lnTo>
                  <a:lnTo>
                    <a:pt x="54653" y="1432941"/>
                  </a:lnTo>
                  <a:lnTo>
                    <a:pt x="54998" y="1432817"/>
                  </a:lnTo>
                  <a:lnTo>
                    <a:pt x="56550" y="1432258"/>
                  </a:lnTo>
                  <a:lnTo>
                    <a:pt x="56722" y="1432195"/>
                  </a:lnTo>
                  <a:lnTo>
                    <a:pt x="57584" y="1431885"/>
                  </a:lnTo>
                  <a:lnTo>
                    <a:pt x="58101" y="1431698"/>
                  </a:lnTo>
                  <a:lnTo>
                    <a:pt x="58619" y="1431512"/>
                  </a:lnTo>
                  <a:lnTo>
                    <a:pt x="59308" y="1431263"/>
                  </a:lnTo>
                  <a:lnTo>
                    <a:pt x="59653" y="1431139"/>
                  </a:lnTo>
                  <a:lnTo>
                    <a:pt x="60515" y="1430828"/>
                  </a:lnTo>
                  <a:lnTo>
                    <a:pt x="61032" y="1430642"/>
                  </a:lnTo>
                  <a:lnTo>
                    <a:pt x="61377" y="1430517"/>
                  </a:lnTo>
                  <a:lnTo>
                    <a:pt x="62239" y="1430207"/>
                  </a:lnTo>
                  <a:lnTo>
                    <a:pt x="62584" y="1430082"/>
                  </a:lnTo>
                  <a:lnTo>
                    <a:pt x="63274" y="1429834"/>
                  </a:lnTo>
                  <a:lnTo>
                    <a:pt x="65860" y="1428901"/>
                  </a:lnTo>
                  <a:lnTo>
                    <a:pt x="66377" y="1428715"/>
                  </a:lnTo>
                  <a:lnTo>
                    <a:pt x="67239" y="1428404"/>
                  </a:lnTo>
                  <a:lnTo>
                    <a:pt x="67584" y="1428280"/>
                  </a:lnTo>
                  <a:lnTo>
                    <a:pt x="68618" y="1427907"/>
                  </a:lnTo>
                  <a:lnTo>
                    <a:pt x="68791" y="1427845"/>
                  </a:lnTo>
                  <a:lnTo>
                    <a:pt x="69481" y="1427596"/>
                  </a:lnTo>
                  <a:lnTo>
                    <a:pt x="70687" y="1427161"/>
                  </a:lnTo>
                  <a:lnTo>
                    <a:pt x="71549" y="1426850"/>
                  </a:lnTo>
                  <a:lnTo>
                    <a:pt x="73274" y="1426228"/>
                  </a:lnTo>
                  <a:lnTo>
                    <a:pt x="73446" y="1426166"/>
                  </a:lnTo>
                  <a:lnTo>
                    <a:pt x="73791" y="1426042"/>
                  </a:lnTo>
                  <a:lnTo>
                    <a:pt x="76032" y="1425233"/>
                  </a:lnTo>
                  <a:lnTo>
                    <a:pt x="77411" y="1424736"/>
                  </a:lnTo>
                  <a:lnTo>
                    <a:pt x="78791" y="1424239"/>
                  </a:lnTo>
                  <a:lnTo>
                    <a:pt x="81032" y="1423430"/>
                  </a:lnTo>
                  <a:lnTo>
                    <a:pt x="81894" y="1423119"/>
                  </a:lnTo>
                  <a:lnTo>
                    <a:pt x="82239" y="1422995"/>
                  </a:lnTo>
                  <a:lnTo>
                    <a:pt x="82411" y="1422933"/>
                  </a:lnTo>
                  <a:lnTo>
                    <a:pt x="83446" y="1422560"/>
                  </a:lnTo>
                  <a:lnTo>
                    <a:pt x="87756" y="1421005"/>
                  </a:lnTo>
                  <a:lnTo>
                    <a:pt x="92756" y="1419201"/>
                  </a:lnTo>
                  <a:lnTo>
                    <a:pt x="94135" y="1418703"/>
                  </a:lnTo>
                  <a:lnTo>
                    <a:pt x="96376" y="1417895"/>
                  </a:lnTo>
                  <a:lnTo>
                    <a:pt x="170512" y="1391121"/>
                  </a:lnTo>
                  <a:lnTo>
                    <a:pt x="172409" y="1390435"/>
                  </a:lnTo>
                  <a:lnTo>
                    <a:pt x="196202" y="1381831"/>
                  </a:lnTo>
                  <a:lnTo>
                    <a:pt x="197064" y="1381519"/>
                  </a:lnTo>
                  <a:lnTo>
                    <a:pt x="203615" y="1379149"/>
                  </a:lnTo>
                  <a:lnTo>
                    <a:pt x="206201" y="1378213"/>
                  </a:lnTo>
                  <a:lnTo>
                    <a:pt x="211029" y="1376467"/>
                  </a:lnTo>
                  <a:lnTo>
                    <a:pt x="216029" y="1374657"/>
                  </a:lnTo>
                  <a:lnTo>
                    <a:pt x="218098" y="1373908"/>
                  </a:lnTo>
                  <a:lnTo>
                    <a:pt x="223615" y="1371911"/>
                  </a:lnTo>
                  <a:lnTo>
                    <a:pt x="226718" y="1370788"/>
                  </a:lnTo>
                  <a:lnTo>
                    <a:pt x="227063" y="1370663"/>
                  </a:lnTo>
                  <a:lnTo>
                    <a:pt x="227408" y="1370538"/>
                  </a:lnTo>
                  <a:lnTo>
                    <a:pt x="228959" y="1369976"/>
                  </a:lnTo>
                  <a:lnTo>
                    <a:pt x="229132" y="1369914"/>
                  </a:lnTo>
                  <a:lnTo>
                    <a:pt x="229994" y="1369602"/>
                  </a:lnTo>
                  <a:lnTo>
                    <a:pt x="230511" y="1369414"/>
                  </a:lnTo>
                  <a:lnTo>
                    <a:pt x="231028" y="1369227"/>
                  </a:lnTo>
                  <a:lnTo>
                    <a:pt x="231718" y="1368977"/>
                  </a:lnTo>
                  <a:lnTo>
                    <a:pt x="232063" y="1368853"/>
                  </a:lnTo>
                  <a:lnTo>
                    <a:pt x="232925" y="1368540"/>
                  </a:lnTo>
                  <a:lnTo>
                    <a:pt x="233442" y="1368353"/>
                  </a:lnTo>
                  <a:lnTo>
                    <a:pt x="233787" y="1368228"/>
                  </a:lnTo>
                  <a:lnTo>
                    <a:pt x="234649" y="1367916"/>
                  </a:lnTo>
                  <a:lnTo>
                    <a:pt x="234994" y="1367791"/>
                  </a:lnTo>
                  <a:lnTo>
                    <a:pt x="235683" y="1367542"/>
                  </a:lnTo>
                  <a:lnTo>
                    <a:pt x="238269" y="1366605"/>
                  </a:lnTo>
                  <a:lnTo>
                    <a:pt x="238787" y="1366418"/>
                  </a:lnTo>
                  <a:lnTo>
                    <a:pt x="239649" y="1366105"/>
                  </a:lnTo>
                  <a:lnTo>
                    <a:pt x="239994" y="1365981"/>
                  </a:lnTo>
                  <a:lnTo>
                    <a:pt x="241028" y="1365606"/>
                  </a:lnTo>
                  <a:lnTo>
                    <a:pt x="241200" y="1365544"/>
                  </a:lnTo>
                  <a:lnTo>
                    <a:pt x="241890" y="1365294"/>
                  </a:lnTo>
                  <a:lnTo>
                    <a:pt x="243097" y="1364857"/>
                  </a:lnTo>
                  <a:lnTo>
                    <a:pt x="243959" y="1364544"/>
                  </a:lnTo>
                  <a:lnTo>
                    <a:pt x="245683" y="1363920"/>
                  </a:lnTo>
                  <a:lnTo>
                    <a:pt x="245855" y="1363857"/>
                  </a:lnTo>
                  <a:lnTo>
                    <a:pt x="246200" y="1363733"/>
                  </a:lnTo>
                  <a:lnTo>
                    <a:pt x="248442" y="1362921"/>
                  </a:lnTo>
                  <a:lnTo>
                    <a:pt x="249821" y="1362421"/>
                  </a:lnTo>
                  <a:lnTo>
                    <a:pt x="251200" y="1361921"/>
                  </a:lnTo>
                  <a:lnTo>
                    <a:pt x="253441" y="1361109"/>
                  </a:lnTo>
                  <a:lnTo>
                    <a:pt x="254304" y="1360797"/>
                  </a:lnTo>
                  <a:lnTo>
                    <a:pt x="254648" y="1360672"/>
                  </a:lnTo>
                  <a:lnTo>
                    <a:pt x="254821" y="1360610"/>
                  </a:lnTo>
                  <a:lnTo>
                    <a:pt x="255855" y="1360235"/>
                  </a:lnTo>
                  <a:lnTo>
                    <a:pt x="260165" y="1358673"/>
                  </a:lnTo>
                  <a:lnTo>
                    <a:pt x="265165" y="1356861"/>
                  </a:lnTo>
                  <a:lnTo>
                    <a:pt x="266545" y="1356361"/>
                  </a:lnTo>
                  <a:lnTo>
                    <a:pt x="268786" y="1355549"/>
                  </a:lnTo>
                  <a:lnTo>
                    <a:pt x="342922" y="1328650"/>
                  </a:lnTo>
                  <a:lnTo>
                    <a:pt x="344818" y="1327961"/>
                  </a:lnTo>
                  <a:lnTo>
                    <a:pt x="368611" y="1319315"/>
                  </a:lnTo>
                  <a:lnTo>
                    <a:pt x="369473" y="1319002"/>
                  </a:lnTo>
                  <a:lnTo>
                    <a:pt x="376025" y="1316620"/>
                  </a:lnTo>
                  <a:lnTo>
                    <a:pt x="378611" y="1315680"/>
                  </a:lnTo>
                  <a:lnTo>
                    <a:pt x="383438" y="1313925"/>
                  </a:lnTo>
                  <a:lnTo>
                    <a:pt x="388438" y="1312106"/>
                  </a:lnTo>
                  <a:lnTo>
                    <a:pt x="390507" y="1311354"/>
                  </a:lnTo>
                  <a:lnTo>
                    <a:pt x="396024" y="1309347"/>
                  </a:lnTo>
                  <a:lnTo>
                    <a:pt x="399127" y="1308218"/>
                  </a:lnTo>
                  <a:lnTo>
                    <a:pt x="399472" y="1308092"/>
                  </a:lnTo>
                  <a:lnTo>
                    <a:pt x="399817" y="1307967"/>
                  </a:lnTo>
                  <a:lnTo>
                    <a:pt x="401369" y="1307402"/>
                  </a:lnTo>
                  <a:lnTo>
                    <a:pt x="401541" y="1307339"/>
                  </a:lnTo>
                  <a:lnTo>
                    <a:pt x="402403" y="1307026"/>
                  </a:lnTo>
                  <a:lnTo>
                    <a:pt x="402920" y="1306838"/>
                  </a:lnTo>
                  <a:lnTo>
                    <a:pt x="403438" y="1306649"/>
                  </a:lnTo>
                  <a:lnTo>
                    <a:pt x="404127" y="1306398"/>
                  </a:lnTo>
                  <a:lnTo>
                    <a:pt x="404472" y="1306273"/>
                  </a:lnTo>
                  <a:lnTo>
                    <a:pt x="405334" y="1305959"/>
                  </a:lnTo>
                  <a:lnTo>
                    <a:pt x="405851" y="1305771"/>
                  </a:lnTo>
                  <a:lnTo>
                    <a:pt x="406196" y="1305646"/>
                  </a:lnTo>
                  <a:lnTo>
                    <a:pt x="407058" y="1305332"/>
                  </a:lnTo>
                  <a:lnTo>
                    <a:pt x="407403" y="1305206"/>
                  </a:lnTo>
                  <a:lnTo>
                    <a:pt x="408093" y="1304955"/>
                  </a:lnTo>
                  <a:lnTo>
                    <a:pt x="410679" y="1304014"/>
                  </a:lnTo>
                  <a:lnTo>
                    <a:pt x="411196" y="1303826"/>
                  </a:lnTo>
                  <a:lnTo>
                    <a:pt x="412058" y="1303512"/>
                  </a:lnTo>
                  <a:lnTo>
                    <a:pt x="412403" y="1303387"/>
                  </a:lnTo>
                  <a:lnTo>
                    <a:pt x="413437" y="1303010"/>
                  </a:lnTo>
                  <a:lnTo>
                    <a:pt x="413610" y="1302947"/>
                  </a:lnTo>
                  <a:lnTo>
                    <a:pt x="414300" y="1302696"/>
                  </a:lnTo>
                  <a:lnTo>
                    <a:pt x="415506" y="1302257"/>
                  </a:lnTo>
                  <a:lnTo>
                    <a:pt x="416368" y="1301943"/>
                  </a:lnTo>
                  <a:lnTo>
                    <a:pt x="418093" y="1301316"/>
                  </a:lnTo>
                  <a:lnTo>
                    <a:pt x="418265" y="1301253"/>
                  </a:lnTo>
                  <a:lnTo>
                    <a:pt x="418610" y="1301127"/>
                  </a:lnTo>
                  <a:lnTo>
                    <a:pt x="420851" y="1300311"/>
                  </a:lnTo>
                  <a:lnTo>
                    <a:pt x="422230" y="1299809"/>
                  </a:lnTo>
                  <a:lnTo>
                    <a:pt x="423610" y="1299307"/>
                  </a:lnTo>
                  <a:lnTo>
                    <a:pt x="425851" y="1298491"/>
                  </a:lnTo>
                  <a:lnTo>
                    <a:pt x="426713" y="1298177"/>
                  </a:lnTo>
                  <a:lnTo>
                    <a:pt x="427058" y="1298051"/>
                  </a:lnTo>
                  <a:lnTo>
                    <a:pt x="427230" y="1297989"/>
                  </a:lnTo>
                  <a:lnTo>
                    <a:pt x="428265" y="1297612"/>
                  </a:lnTo>
                  <a:lnTo>
                    <a:pt x="432575" y="1296042"/>
                  </a:lnTo>
                  <a:lnTo>
                    <a:pt x="437575" y="1294221"/>
                  </a:lnTo>
                  <a:lnTo>
                    <a:pt x="438954" y="1293719"/>
                  </a:lnTo>
                  <a:lnTo>
                    <a:pt x="441195" y="1292902"/>
                  </a:lnTo>
                  <a:lnTo>
                    <a:pt x="515331" y="1265863"/>
                  </a:lnTo>
                  <a:lnTo>
                    <a:pt x="517228" y="1265170"/>
                  </a:lnTo>
                  <a:lnTo>
                    <a:pt x="541020" y="1256478"/>
                  </a:lnTo>
                  <a:lnTo>
                    <a:pt x="541883" y="1256163"/>
                  </a:lnTo>
                  <a:lnTo>
                    <a:pt x="548434" y="1253769"/>
                  </a:lnTo>
                  <a:lnTo>
                    <a:pt x="551020" y="1252823"/>
                  </a:lnTo>
                  <a:lnTo>
                    <a:pt x="555848" y="1251058"/>
                  </a:lnTo>
                  <a:lnTo>
                    <a:pt x="560848" y="1249230"/>
                  </a:lnTo>
                  <a:lnTo>
                    <a:pt x="562916" y="1248473"/>
                  </a:lnTo>
                  <a:lnTo>
                    <a:pt x="568434" y="1246455"/>
                  </a:lnTo>
                  <a:lnTo>
                    <a:pt x="571537" y="1245320"/>
                  </a:lnTo>
                  <a:lnTo>
                    <a:pt x="571882" y="1245194"/>
                  </a:lnTo>
                  <a:lnTo>
                    <a:pt x="572227" y="1245068"/>
                  </a:lnTo>
                  <a:lnTo>
                    <a:pt x="573778" y="1244500"/>
                  </a:lnTo>
                  <a:lnTo>
                    <a:pt x="573951" y="1244437"/>
                  </a:lnTo>
                  <a:lnTo>
                    <a:pt x="574813" y="1244122"/>
                  </a:lnTo>
                  <a:lnTo>
                    <a:pt x="575330" y="1243932"/>
                  </a:lnTo>
                  <a:lnTo>
                    <a:pt x="575847" y="1243743"/>
                  </a:lnTo>
                  <a:lnTo>
                    <a:pt x="576537" y="1243491"/>
                  </a:lnTo>
                  <a:lnTo>
                    <a:pt x="576882" y="1243365"/>
                  </a:lnTo>
                  <a:lnTo>
                    <a:pt x="577744" y="1243049"/>
                  </a:lnTo>
                  <a:lnTo>
                    <a:pt x="578261" y="1242860"/>
                  </a:lnTo>
                  <a:lnTo>
                    <a:pt x="578606" y="1242734"/>
                  </a:lnTo>
                  <a:lnTo>
                    <a:pt x="579468" y="1242418"/>
                  </a:lnTo>
                  <a:lnTo>
                    <a:pt x="579813" y="1242292"/>
                  </a:lnTo>
                  <a:lnTo>
                    <a:pt x="580502" y="1242040"/>
                  </a:lnTo>
                  <a:lnTo>
                    <a:pt x="583088" y="1241093"/>
                  </a:lnTo>
                  <a:lnTo>
                    <a:pt x="583606" y="1240904"/>
                  </a:lnTo>
                  <a:lnTo>
                    <a:pt x="584468" y="1240588"/>
                  </a:lnTo>
                  <a:lnTo>
                    <a:pt x="584813" y="1240462"/>
                  </a:lnTo>
                  <a:lnTo>
                    <a:pt x="585847" y="1240084"/>
                  </a:lnTo>
                  <a:lnTo>
                    <a:pt x="586019" y="1240021"/>
                  </a:lnTo>
                  <a:lnTo>
                    <a:pt x="586709" y="1239768"/>
                  </a:lnTo>
                  <a:lnTo>
                    <a:pt x="587916" y="1239326"/>
                  </a:lnTo>
                  <a:lnTo>
                    <a:pt x="588778" y="1239011"/>
                  </a:lnTo>
                  <a:lnTo>
                    <a:pt x="590502" y="1238380"/>
                  </a:lnTo>
                  <a:lnTo>
                    <a:pt x="590674" y="1238317"/>
                  </a:lnTo>
                  <a:lnTo>
                    <a:pt x="591019" y="1238190"/>
                  </a:lnTo>
                  <a:lnTo>
                    <a:pt x="593261" y="1237370"/>
                  </a:lnTo>
                  <a:lnTo>
                    <a:pt x="594640" y="1236865"/>
                  </a:lnTo>
                  <a:lnTo>
                    <a:pt x="596019" y="1236360"/>
                  </a:lnTo>
                  <a:lnTo>
                    <a:pt x="598260" y="1235539"/>
                  </a:lnTo>
                  <a:lnTo>
                    <a:pt x="599122" y="1235224"/>
                  </a:lnTo>
                  <a:lnTo>
                    <a:pt x="599467" y="1235097"/>
                  </a:lnTo>
                  <a:lnTo>
                    <a:pt x="599640" y="1235034"/>
                  </a:lnTo>
                  <a:lnTo>
                    <a:pt x="600674" y="1234655"/>
                  </a:lnTo>
                  <a:lnTo>
                    <a:pt x="604984" y="1233077"/>
                  </a:lnTo>
                  <a:lnTo>
                    <a:pt x="609984" y="1231246"/>
                  </a:lnTo>
                  <a:lnTo>
                    <a:pt x="611364" y="1230740"/>
                  </a:lnTo>
                  <a:lnTo>
                    <a:pt x="613605" y="1229919"/>
                  </a:lnTo>
                  <a:lnTo>
                    <a:pt x="687741" y="1202724"/>
                  </a:lnTo>
                  <a:lnTo>
                    <a:pt x="689637" y="1202028"/>
                  </a:lnTo>
                  <a:lnTo>
                    <a:pt x="713430" y="1193284"/>
                  </a:lnTo>
                  <a:lnTo>
                    <a:pt x="714292" y="1192967"/>
                  </a:lnTo>
                  <a:lnTo>
                    <a:pt x="720844" y="1190558"/>
                  </a:lnTo>
                  <a:lnTo>
                    <a:pt x="723430" y="1189607"/>
                  </a:lnTo>
                  <a:lnTo>
                    <a:pt x="728257" y="1187832"/>
                  </a:lnTo>
                  <a:lnTo>
                    <a:pt x="733257" y="1185992"/>
                  </a:lnTo>
                  <a:lnTo>
                    <a:pt x="735326" y="1185231"/>
                  </a:lnTo>
                  <a:lnTo>
                    <a:pt x="740843" y="1183201"/>
                  </a:lnTo>
                  <a:lnTo>
                    <a:pt x="743946" y="1182059"/>
                  </a:lnTo>
                  <a:lnTo>
                    <a:pt x="744291" y="1181932"/>
                  </a:lnTo>
                  <a:lnTo>
                    <a:pt x="744636" y="1181805"/>
                  </a:lnTo>
                  <a:lnTo>
                    <a:pt x="746188" y="1181234"/>
                  </a:lnTo>
                  <a:lnTo>
                    <a:pt x="746360" y="1181171"/>
                  </a:lnTo>
                  <a:lnTo>
                    <a:pt x="747222" y="1180853"/>
                  </a:lnTo>
                  <a:lnTo>
                    <a:pt x="747739" y="1180663"/>
                  </a:lnTo>
                  <a:lnTo>
                    <a:pt x="748257" y="1180473"/>
                  </a:lnTo>
                  <a:lnTo>
                    <a:pt x="748946" y="1180219"/>
                  </a:lnTo>
                  <a:lnTo>
                    <a:pt x="749291" y="1180092"/>
                  </a:lnTo>
                  <a:lnTo>
                    <a:pt x="750153" y="1179774"/>
                  </a:lnTo>
                  <a:lnTo>
                    <a:pt x="750670" y="1179584"/>
                  </a:lnTo>
                  <a:lnTo>
                    <a:pt x="751015" y="1179457"/>
                  </a:lnTo>
                  <a:lnTo>
                    <a:pt x="751877" y="1179140"/>
                  </a:lnTo>
                  <a:lnTo>
                    <a:pt x="752222" y="1179013"/>
                  </a:lnTo>
                  <a:lnTo>
                    <a:pt x="752912" y="1178759"/>
                  </a:lnTo>
                  <a:lnTo>
                    <a:pt x="755498" y="1177807"/>
                  </a:lnTo>
                  <a:lnTo>
                    <a:pt x="756015" y="1177616"/>
                  </a:lnTo>
                  <a:lnTo>
                    <a:pt x="756877" y="1177299"/>
                  </a:lnTo>
                  <a:lnTo>
                    <a:pt x="757222" y="1177172"/>
                  </a:lnTo>
                  <a:lnTo>
                    <a:pt x="758256" y="1176791"/>
                  </a:lnTo>
                  <a:lnTo>
                    <a:pt x="758429" y="1176728"/>
                  </a:lnTo>
                  <a:lnTo>
                    <a:pt x="759119" y="1176474"/>
                  </a:lnTo>
                  <a:lnTo>
                    <a:pt x="760325" y="1176029"/>
                  </a:lnTo>
                  <a:lnTo>
                    <a:pt x="761187" y="1175712"/>
                  </a:lnTo>
                  <a:lnTo>
                    <a:pt x="762912" y="1175077"/>
                  </a:lnTo>
                  <a:lnTo>
                    <a:pt x="763084" y="1175013"/>
                  </a:lnTo>
                  <a:lnTo>
                    <a:pt x="763429" y="1174886"/>
                  </a:lnTo>
                  <a:lnTo>
                    <a:pt x="765670" y="1174061"/>
                  </a:lnTo>
                  <a:lnTo>
                    <a:pt x="767049" y="1173553"/>
                  </a:lnTo>
                  <a:lnTo>
                    <a:pt x="768429" y="1173045"/>
                  </a:lnTo>
                  <a:lnTo>
                    <a:pt x="770670" y="1172219"/>
                  </a:lnTo>
                  <a:lnTo>
                    <a:pt x="771532" y="1171901"/>
                  </a:lnTo>
                  <a:lnTo>
                    <a:pt x="771877" y="1171774"/>
                  </a:lnTo>
                  <a:lnTo>
                    <a:pt x="772049" y="1171711"/>
                  </a:lnTo>
                  <a:lnTo>
                    <a:pt x="773084" y="1171330"/>
                  </a:lnTo>
                  <a:lnTo>
                    <a:pt x="777394" y="1169741"/>
                  </a:lnTo>
                  <a:lnTo>
                    <a:pt x="782394" y="1167899"/>
                  </a:lnTo>
                  <a:lnTo>
                    <a:pt x="783773" y="1167391"/>
                  </a:lnTo>
                  <a:lnTo>
                    <a:pt x="786014" y="1166564"/>
                  </a:lnTo>
                  <a:lnTo>
                    <a:pt x="860150" y="1139199"/>
                  </a:lnTo>
                  <a:lnTo>
                    <a:pt x="862047" y="1138498"/>
                  </a:lnTo>
                  <a:lnTo>
                    <a:pt x="885839" y="1129699"/>
                  </a:lnTo>
                  <a:lnTo>
                    <a:pt x="886702" y="1129380"/>
                  </a:lnTo>
                  <a:lnTo>
                    <a:pt x="893253" y="1126956"/>
                  </a:lnTo>
                  <a:lnTo>
                    <a:pt x="895839" y="1125998"/>
                  </a:lnTo>
                  <a:lnTo>
                    <a:pt x="900667" y="1124211"/>
                  </a:lnTo>
                  <a:lnTo>
                    <a:pt x="905667" y="1122360"/>
                  </a:lnTo>
                  <a:lnTo>
                    <a:pt x="907735" y="1121594"/>
                  </a:lnTo>
                  <a:lnTo>
                    <a:pt x="913253" y="1119551"/>
                  </a:lnTo>
                  <a:lnTo>
                    <a:pt x="916356" y="1118401"/>
                  </a:lnTo>
                  <a:lnTo>
                    <a:pt x="916701" y="1118274"/>
                  </a:lnTo>
                  <a:lnTo>
                    <a:pt x="917046" y="1118146"/>
                  </a:lnTo>
                  <a:lnTo>
                    <a:pt x="918597" y="1117571"/>
                  </a:lnTo>
                  <a:lnTo>
                    <a:pt x="918770" y="1117507"/>
                  </a:lnTo>
                  <a:lnTo>
                    <a:pt x="919632" y="1117188"/>
                  </a:lnTo>
                  <a:lnTo>
                    <a:pt x="920149" y="1116996"/>
                  </a:lnTo>
                  <a:lnTo>
                    <a:pt x="920666" y="1116805"/>
                  </a:lnTo>
                  <a:lnTo>
                    <a:pt x="921356" y="1116549"/>
                  </a:lnTo>
                  <a:lnTo>
                    <a:pt x="921701" y="1116421"/>
                  </a:lnTo>
                  <a:lnTo>
                    <a:pt x="922563" y="1116102"/>
                  </a:lnTo>
                  <a:lnTo>
                    <a:pt x="923080" y="1115910"/>
                  </a:lnTo>
                  <a:lnTo>
                    <a:pt x="923425" y="1115782"/>
                  </a:lnTo>
                  <a:lnTo>
                    <a:pt x="924287" y="1115463"/>
                  </a:lnTo>
                  <a:lnTo>
                    <a:pt x="924632" y="1115335"/>
                  </a:lnTo>
                  <a:lnTo>
                    <a:pt x="925321" y="1115080"/>
                  </a:lnTo>
                  <a:lnTo>
                    <a:pt x="927907" y="1114121"/>
                  </a:lnTo>
                  <a:lnTo>
                    <a:pt x="928425" y="1113930"/>
                  </a:lnTo>
                  <a:lnTo>
                    <a:pt x="929287" y="1113610"/>
                  </a:lnTo>
                  <a:lnTo>
                    <a:pt x="929631" y="1113482"/>
                  </a:lnTo>
                  <a:lnTo>
                    <a:pt x="930666" y="1113099"/>
                  </a:lnTo>
                  <a:lnTo>
                    <a:pt x="930838" y="1113035"/>
                  </a:lnTo>
                  <a:lnTo>
                    <a:pt x="931528" y="1112779"/>
                  </a:lnTo>
                  <a:lnTo>
                    <a:pt x="932735" y="1112332"/>
                  </a:lnTo>
                  <a:lnTo>
                    <a:pt x="933597" y="1112013"/>
                  </a:lnTo>
                  <a:lnTo>
                    <a:pt x="935321" y="1111373"/>
                  </a:lnTo>
                  <a:lnTo>
                    <a:pt x="935493" y="1111309"/>
                  </a:lnTo>
                  <a:lnTo>
                    <a:pt x="935838" y="1111182"/>
                  </a:lnTo>
                  <a:lnTo>
                    <a:pt x="938080" y="1110351"/>
                  </a:lnTo>
                  <a:lnTo>
                    <a:pt x="939459" y="1109839"/>
                  </a:lnTo>
                  <a:lnTo>
                    <a:pt x="940838" y="1109328"/>
                  </a:lnTo>
                  <a:lnTo>
                    <a:pt x="943079" y="1108497"/>
                  </a:lnTo>
                  <a:lnTo>
                    <a:pt x="943941" y="1108177"/>
                  </a:lnTo>
                  <a:lnTo>
                    <a:pt x="944286" y="1108049"/>
                  </a:lnTo>
                  <a:lnTo>
                    <a:pt x="944459" y="1107985"/>
                  </a:lnTo>
                  <a:lnTo>
                    <a:pt x="945493" y="1107602"/>
                  </a:lnTo>
                  <a:lnTo>
                    <a:pt x="949803" y="1106003"/>
                  </a:lnTo>
                  <a:lnTo>
                    <a:pt x="954803" y="1104148"/>
                  </a:lnTo>
                  <a:lnTo>
                    <a:pt x="956183" y="1103637"/>
                  </a:lnTo>
                  <a:lnTo>
                    <a:pt x="958424" y="1102805"/>
                  </a:lnTo>
                  <a:lnTo>
                    <a:pt x="1032560" y="1075257"/>
                  </a:lnTo>
                  <a:lnTo>
                    <a:pt x="1034456" y="1074551"/>
                  </a:lnTo>
                  <a:lnTo>
                    <a:pt x="1058249" y="1065692"/>
                  </a:lnTo>
                  <a:lnTo>
                    <a:pt x="1059111" y="1065371"/>
                  </a:lnTo>
                  <a:lnTo>
                    <a:pt x="1065663" y="1062930"/>
                  </a:lnTo>
                  <a:lnTo>
                    <a:pt x="1068249" y="1061966"/>
                  </a:lnTo>
                  <a:lnTo>
                    <a:pt x="1073076" y="1060167"/>
                  </a:lnTo>
                  <a:lnTo>
                    <a:pt x="1078076" y="1058303"/>
                  </a:lnTo>
                  <a:lnTo>
                    <a:pt x="1080145" y="1057532"/>
                  </a:lnTo>
                  <a:lnTo>
                    <a:pt x="1085662" y="1055475"/>
                  </a:lnTo>
                  <a:lnTo>
                    <a:pt x="1088765" y="1054317"/>
                  </a:lnTo>
                  <a:lnTo>
                    <a:pt x="1089110" y="1054189"/>
                  </a:lnTo>
                  <a:lnTo>
                    <a:pt x="1089455" y="1054060"/>
                  </a:lnTo>
                  <a:lnTo>
                    <a:pt x="1091007" y="1053481"/>
                  </a:lnTo>
                  <a:lnTo>
                    <a:pt x="1091179" y="1053417"/>
                  </a:lnTo>
                  <a:lnTo>
                    <a:pt x="1092041" y="1053095"/>
                  </a:lnTo>
                  <a:lnTo>
                    <a:pt x="1092558" y="1052903"/>
                  </a:lnTo>
                  <a:lnTo>
                    <a:pt x="1093076" y="1052710"/>
                  </a:lnTo>
                  <a:lnTo>
                    <a:pt x="1093765" y="1052452"/>
                  </a:lnTo>
                  <a:lnTo>
                    <a:pt x="1094110" y="1052324"/>
                  </a:lnTo>
                  <a:lnTo>
                    <a:pt x="1094972" y="1052002"/>
                  </a:lnTo>
                  <a:lnTo>
                    <a:pt x="1095489" y="1051809"/>
                  </a:lnTo>
                  <a:lnTo>
                    <a:pt x="1095834" y="1051680"/>
                  </a:lnTo>
                  <a:lnTo>
                    <a:pt x="1096696" y="1051359"/>
                  </a:lnTo>
                  <a:lnTo>
                    <a:pt x="1097041" y="1051230"/>
                  </a:lnTo>
                  <a:lnTo>
                    <a:pt x="1097731" y="1050973"/>
                  </a:lnTo>
                  <a:lnTo>
                    <a:pt x="1100317" y="1050008"/>
                  </a:lnTo>
                  <a:lnTo>
                    <a:pt x="1100834" y="1049815"/>
                  </a:lnTo>
                  <a:lnTo>
                    <a:pt x="1101696" y="1049493"/>
                  </a:lnTo>
                  <a:lnTo>
                    <a:pt x="1102041" y="1049365"/>
                  </a:lnTo>
                  <a:lnTo>
                    <a:pt x="1103075" y="1048978"/>
                  </a:lnTo>
                  <a:lnTo>
                    <a:pt x="1103248" y="1048914"/>
                  </a:lnTo>
                  <a:lnTo>
                    <a:pt x="1103937" y="1048657"/>
                  </a:lnTo>
                  <a:lnTo>
                    <a:pt x="1105144" y="1048206"/>
                  </a:lnTo>
                  <a:lnTo>
                    <a:pt x="1106006" y="1047885"/>
                  </a:lnTo>
                  <a:lnTo>
                    <a:pt x="1107730" y="1047241"/>
                  </a:lnTo>
                  <a:lnTo>
                    <a:pt x="1107903" y="1047177"/>
                  </a:lnTo>
                  <a:lnTo>
                    <a:pt x="1108248" y="1047048"/>
                  </a:lnTo>
                  <a:lnTo>
                    <a:pt x="1110489" y="1046211"/>
                  </a:lnTo>
                  <a:lnTo>
                    <a:pt x="1111868" y="1045696"/>
                  </a:lnTo>
                  <a:lnTo>
                    <a:pt x="1113248" y="1045181"/>
                  </a:lnTo>
                  <a:lnTo>
                    <a:pt x="1115489" y="1044345"/>
                  </a:lnTo>
                  <a:lnTo>
                    <a:pt x="1116351" y="1044023"/>
                  </a:lnTo>
                  <a:lnTo>
                    <a:pt x="1116696" y="1043894"/>
                  </a:lnTo>
                  <a:lnTo>
                    <a:pt x="1116868" y="1043830"/>
                  </a:lnTo>
                  <a:lnTo>
                    <a:pt x="1117903" y="1043443"/>
                  </a:lnTo>
                  <a:lnTo>
                    <a:pt x="1122213" y="1041834"/>
                  </a:lnTo>
                  <a:lnTo>
                    <a:pt x="1127213" y="1039966"/>
                  </a:lnTo>
                  <a:lnTo>
                    <a:pt x="1128592" y="1039451"/>
                  </a:lnTo>
                  <a:lnTo>
                    <a:pt x="1130833" y="1038613"/>
                  </a:lnTo>
                  <a:lnTo>
                    <a:pt x="1204969" y="1010873"/>
                  </a:lnTo>
                  <a:lnTo>
                    <a:pt x="1206866" y="1010162"/>
                  </a:lnTo>
                  <a:lnTo>
                    <a:pt x="1230658" y="1001241"/>
                  </a:lnTo>
                  <a:lnTo>
                    <a:pt x="1231521" y="1000917"/>
                  </a:lnTo>
                  <a:lnTo>
                    <a:pt x="1238072" y="998459"/>
                  </a:lnTo>
                  <a:lnTo>
                    <a:pt x="1240658" y="997488"/>
                  </a:lnTo>
                  <a:lnTo>
                    <a:pt x="1245486" y="995676"/>
                  </a:lnTo>
                  <a:lnTo>
                    <a:pt x="1250486" y="993799"/>
                  </a:lnTo>
                  <a:lnTo>
                    <a:pt x="1252554" y="993022"/>
                  </a:lnTo>
                  <a:lnTo>
                    <a:pt x="1258072" y="990951"/>
                  </a:lnTo>
                  <a:lnTo>
                    <a:pt x="1261175" y="989785"/>
                  </a:lnTo>
                  <a:lnTo>
                    <a:pt x="1261520" y="989655"/>
                  </a:lnTo>
                  <a:lnTo>
                    <a:pt x="1261865" y="989526"/>
                  </a:lnTo>
                  <a:lnTo>
                    <a:pt x="1263416" y="988943"/>
                  </a:lnTo>
                  <a:lnTo>
                    <a:pt x="1263589" y="988878"/>
                  </a:lnTo>
                  <a:lnTo>
                    <a:pt x="1264451" y="988554"/>
                  </a:lnTo>
                  <a:lnTo>
                    <a:pt x="1264968" y="988360"/>
                  </a:lnTo>
                  <a:lnTo>
                    <a:pt x="1265485" y="988166"/>
                  </a:lnTo>
                  <a:lnTo>
                    <a:pt x="1266175" y="987907"/>
                  </a:lnTo>
                  <a:lnTo>
                    <a:pt x="1266520" y="987777"/>
                  </a:lnTo>
                  <a:lnTo>
                    <a:pt x="1267382" y="987453"/>
                  </a:lnTo>
                  <a:lnTo>
                    <a:pt x="1267899" y="987259"/>
                  </a:lnTo>
                  <a:lnTo>
                    <a:pt x="1268244" y="987129"/>
                  </a:lnTo>
                  <a:lnTo>
                    <a:pt x="1269106" y="986805"/>
                  </a:lnTo>
                  <a:lnTo>
                    <a:pt x="1269451" y="986676"/>
                  </a:lnTo>
                  <a:lnTo>
                    <a:pt x="1270140" y="986417"/>
                  </a:lnTo>
                  <a:lnTo>
                    <a:pt x="1272726" y="985445"/>
                  </a:lnTo>
                  <a:lnTo>
                    <a:pt x="1273244" y="985251"/>
                  </a:lnTo>
                  <a:lnTo>
                    <a:pt x="1274106" y="984927"/>
                  </a:lnTo>
                  <a:lnTo>
                    <a:pt x="1274450" y="984797"/>
                  </a:lnTo>
                  <a:lnTo>
                    <a:pt x="1275485" y="984408"/>
                  </a:lnTo>
                  <a:lnTo>
                    <a:pt x="1275657" y="984343"/>
                  </a:lnTo>
                  <a:lnTo>
                    <a:pt x="1276347" y="984084"/>
                  </a:lnTo>
                  <a:lnTo>
                    <a:pt x="1277554" y="983631"/>
                  </a:lnTo>
                  <a:lnTo>
                    <a:pt x="1278416" y="983306"/>
                  </a:lnTo>
                  <a:lnTo>
                    <a:pt x="1280140" y="982658"/>
                  </a:lnTo>
                  <a:lnTo>
                    <a:pt x="1280312" y="982594"/>
                  </a:lnTo>
                  <a:lnTo>
                    <a:pt x="1280657" y="982464"/>
                  </a:lnTo>
                  <a:lnTo>
                    <a:pt x="1282899" y="981621"/>
                  </a:lnTo>
                  <a:lnTo>
                    <a:pt x="1284278" y="981103"/>
                  </a:lnTo>
                  <a:lnTo>
                    <a:pt x="1285657" y="980584"/>
                  </a:lnTo>
                  <a:lnTo>
                    <a:pt x="1287898" y="979741"/>
                  </a:lnTo>
                  <a:lnTo>
                    <a:pt x="1288760" y="979417"/>
                  </a:lnTo>
                  <a:lnTo>
                    <a:pt x="1289105" y="979288"/>
                  </a:lnTo>
                  <a:lnTo>
                    <a:pt x="1289278" y="979223"/>
                  </a:lnTo>
                  <a:lnTo>
                    <a:pt x="1290312" y="978834"/>
                  </a:lnTo>
                  <a:lnTo>
                    <a:pt x="1294622" y="977212"/>
                  </a:lnTo>
                  <a:lnTo>
                    <a:pt x="1299622" y="975332"/>
                  </a:lnTo>
                  <a:lnTo>
                    <a:pt x="1301002" y="974813"/>
                  </a:lnTo>
                  <a:lnTo>
                    <a:pt x="1303243" y="973969"/>
                  </a:lnTo>
                  <a:lnTo>
                    <a:pt x="1377379" y="946030"/>
                  </a:lnTo>
                  <a:lnTo>
                    <a:pt x="1379275" y="945314"/>
                  </a:lnTo>
                  <a:lnTo>
                    <a:pt x="1403068" y="936329"/>
                  </a:lnTo>
                  <a:lnTo>
                    <a:pt x="1403930" y="936003"/>
                  </a:lnTo>
                  <a:lnTo>
                    <a:pt x="1410482" y="933527"/>
                  </a:lnTo>
                  <a:lnTo>
                    <a:pt x="1413068" y="932550"/>
                  </a:lnTo>
                  <a:lnTo>
                    <a:pt x="1417895" y="930725"/>
                  </a:lnTo>
                  <a:lnTo>
                    <a:pt x="1422895" y="928834"/>
                  </a:lnTo>
                  <a:lnTo>
                    <a:pt x="1424964" y="928052"/>
                  </a:lnTo>
                  <a:lnTo>
                    <a:pt x="1430481" y="925965"/>
                  </a:lnTo>
                  <a:lnTo>
                    <a:pt x="1433584" y="924791"/>
                  </a:lnTo>
                  <a:lnTo>
                    <a:pt x="1433929" y="924661"/>
                  </a:lnTo>
                  <a:lnTo>
                    <a:pt x="1434274" y="924530"/>
                  </a:lnTo>
                  <a:lnTo>
                    <a:pt x="1435826" y="923943"/>
                  </a:lnTo>
                  <a:lnTo>
                    <a:pt x="1435998" y="923878"/>
                  </a:lnTo>
                  <a:lnTo>
                    <a:pt x="1436860" y="923552"/>
                  </a:lnTo>
                  <a:lnTo>
                    <a:pt x="1437377" y="923356"/>
                  </a:lnTo>
                  <a:lnTo>
                    <a:pt x="1437895" y="923160"/>
                  </a:lnTo>
                  <a:lnTo>
                    <a:pt x="1438584" y="922899"/>
                  </a:lnTo>
                  <a:lnTo>
                    <a:pt x="1438929" y="922769"/>
                  </a:lnTo>
                  <a:lnTo>
                    <a:pt x="1439791" y="922443"/>
                  </a:lnTo>
                  <a:lnTo>
                    <a:pt x="1440308" y="922247"/>
                  </a:lnTo>
                  <a:lnTo>
                    <a:pt x="1440653" y="922117"/>
                  </a:lnTo>
                  <a:lnTo>
                    <a:pt x="1441515" y="921790"/>
                  </a:lnTo>
                  <a:lnTo>
                    <a:pt x="1441860" y="921660"/>
                  </a:lnTo>
                  <a:lnTo>
                    <a:pt x="1442550" y="921399"/>
                  </a:lnTo>
                  <a:lnTo>
                    <a:pt x="1445136" y="920420"/>
                  </a:lnTo>
                  <a:lnTo>
                    <a:pt x="1445653" y="920224"/>
                  </a:lnTo>
                  <a:lnTo>
                    <a:pt x="1446515" y="919898"/>
                  </a:lnTo>
                  <a:lnTo>
                    <a:pt x="1446860" y="919767"/>
                  </a:lnTo>
                  <a:lnTo>
                    <a:pt x="1447894" y="919376"/>
                  </a:lnTo>
                  <a:lnTo>
                    <a:pt x="1448067" y="919311"/>
                  </a:lnTo>
                  <a:lnTo>
                    <a:pt x="1448756" y="919050"/>
                  </a:lnTo>
                  <a:lnTo>
                    <a:pt x="1449963" y="918593"/>
                  </a:lnTo>
                  <a:lnTo>
                    <a:pt x="1450825" y="918266"/>
                  </a:lnTo>
                  <a:lnTo>
                    <a:pt x="1452549" y="917614"/>
                  </a:lnTo>
                  <a:lnTo>
                    <a:pt x="1452722" y="917548"/>
                  </a:lnTo>
                  <a:lnTo>
                    <a:pt x="1453067" y="917418"/>
                  </a:lnTo>
                  <a:lnTo>
                    <a:pt x="1455308" y="916569"/>
                  </a:lnTo>
                  <a:lnTo>
                    <a:pt x="1456687" y="916047"/>
                  </a:lnTo>
                  <a:lnTo>
                    <a:pt x="1458067" y="915524"/>
                  </a:lnTo>
                  <a:lnTo>
                    <a:pt x="1460308" y="914676"/>
                  </a:lnTo>
                  <a:lnTo>
                    <a:pt x="1461170" y="914349"/>
                  </a:lnTo>
                  <a:lnTo>
                    <a:pt x="1461515" y="914219"/>
                  </a:lnTo>
                  <a:lnTo>
                    <a:pt x="1461687" y="914153"/>
                  </a:lnTo>
                  <a:lnTo>
                    <a:pt x="1462722" y="913761"/>
                  </a:lnTo>
                  <a:lnTo>
                    <a:pt x="1467032" y="912129"/>
                  </a:lnTo>
                  <a:lnTo>
                    <a:pt x="1472032" y="910234"/>
                  </a:lnTo>
                  <a:lnTo>
                    <a:pt x="1473411" y="909712"/>
                  </a:lnTo>
                  <a:lnTo>
                    <a:pt x="1475652" y="908862"/>
                  </a:lnTo>
                  <a:lnTo>
                    <a:pt x="1549788" y="880724"/>
                  </a:lnTo>
                  <a:lnTo>
                    <a:pt x="1551685" y="880003"/>
                  </a:lnTo>
                  <a:lnTo>
                    <a:pt x="1575477" y="870953"/>
                  </a:lnTo>
                  <a:lnTo>
                    <a:pt x="1576339" y="870625"/>
                  </a:lnTo>
                  <a:lnTo>
                    <a:pt x="1582891" y="868132"/>
                  </a:lnTo>
                  <a:lnTo>
                    <a:pt x="1585477" y="867147"/>
                  </a:lnTo>
                  <a:lnTo>
                    <a:pt x="1590305" y="865310"/>
                  </a:lnTo>
                  <a:lnTo>
                    <a:pt x="1595305" y="863406"/>
                  </a:lnTo>
                  <a:lnTo>
                    <a:pt x="1597373" y="862618"/>
                  </a:lnTo>
                  <a:lnTo>
                    <a:pt x="1602891" y="860516"/>
                  </a:lnTo>
                  <a:lnTo>
                    <a:pt x="1605994" y="859334"/>
                  </a:lnTo>
                  <a:lnTo>
                    <a:pt x="1606339" y="859203"/>
                  </a:lnTo>
                  <a:lnTo>
                    <a:pt x="1606684" y="859071"/>
                  </a:lnTo>
                  <a:lnTo>
                    <a:pt x="1608235" y="858480"/>
                  </a:lnTo>
                  <a:lnTo>
                    <a:pt x="1608408" y="858414"/>
                  </a:lnTo>
                  <a:lnTo>
                    <a:pt x="1609270" y="858086"/>
                  </a:lnTo>
                  <a:lnTo>
                    <a:pt x="1609787" y="857889"/>
                  </a:lnTo>
                  <a:lnTo>
                    <a:pt x="1610304" y="857692"/>
                  </a:lnTo>
                  <a:lnTo>
                    <a:pt x="1610994" y="857429"/>
                  </a:lnTo>
                  <a:lnTo>
                    <a:pt x="1611339" y="857297"/>
                  </a:lnTo>
                  <a:lnTo>
                    <a:pt x="1612201" y="856969"/>
                  </a:lnTo>
                  <a:lnTo>
                    <a:pt x="1612718" y="856772"/>
                  </a:lnTo>
                  <a:lnTo>
                    <a:pt x="1613063" y="856640"/>
                  </a:lnTo>
                  <a:lnTo>
                    <a:pt x="1613925" y="856312"/>
                  </a:lnTo>
                  <a:lnTo>
                    <a:pt x="1614270" y="856180"/>
                  </a:lnTo>
                  <a:lnTo>
                    <a:pt x="1614959" y="855918"/>
                  </a:lnTo>
                  <a:lnTo>
                    <a:pt x="1617545" y="854932"/>
                  </a:lnTo>
                  <a:lnTo>
                    <a:pt x="1618063" y="854735"/>
                  </a:lnTo>
                  <a:lnTo>
                    <a:pt x="1618925" y="854406"/>
                  </a:lnTo>
                  <a:lnTo>
                    <a:pt x="1619269" y="854275"/>
                  </a:lnTo>
                  <a:lnTo>
                    <a:pt x="1620304" y="853880"/>
                  </a:lnTo>
                  <a:lnTo>
                    <a:pt x="1620476" y="853815"/>
                  </a:lnTo>
                  <a:lnTo>
                    <a:pt x="1621166" y="853552"/>
                  </a:lnTo>
                  <a:lnTo>
                    <a:pt x="1622373" y="853092"/>
                  </a:lnTo>
                  <a:lnTo>
                    <a:pt x="1623235" y="852763"/>
                  </a:lnTo>
                  <a:lnTo>
                    <a:pt x="1624959" y="852106"/>
                  </a:lnTo>
                  <a:lnTo>
                    <a:pt x="1625131" y="852040"/>
                  </a:lnTo>
                  <a:lnTo>
                    <a:pt x="1625476" y="851908"/>
                  </a:lnTo>
                  <a:lnTo>
                    <a:pt x="1627718" y="851054"/>
                  </a:lnTo>
                  <a:lnTo>
                    <a:pt x="1629097" y="850528"/>
                  </a:lnTo>
                  <a:lnTo>
                    <a:pt x="1630476" y="850002"/>
                  </a:lnTo>
                  <a:lnTo>
                    <a:pt x="1632717" y="849147"/>
                  </a:lnTo>
                  <a:lnTo>
                    <a:pt x="1633579" y="848818"/>
                  </a:lnTo>
                  <a:lnTo>
                    <a:pt x="1633924" y="848687"/>
                  </a:lnTo>
                  <a:lnTo>
                    <a:pt x="1634097" y="848621"/>
                  </a:lnTo>
                  <a:lnTo>
                    <a:pt x="1635131" y="848226"/>
                  </a:lnTo>
                  <a:lnTo>
                    <a:pt x="1639441" y="846582"/>
                  </a:lnTo>
                  <a:lnTo>
                    <a:pt x="1644441" y="844674"/>
                  </a:lnTo>
                  <a:lnTo>
                    <a:pt x="1645821" y="844148"/>
                  </a:lnTo>
                  <a:lnTo>
                    <a:pt x="1648062" y="843293"/>
                  </a:lnTo>
                  <a:lnTo>
                    <a:pt x="1722198" y="814958"/>
                  </a:lnTo>
                  <a:lnTo>
                    <a:pt x="1724094" y="814232"/>
                  </a:lnTo>
                  <a:lnTo>
                    <a:pt x="1747887" y="805121"/>
                  </a:lnTo>
                  <a:lnTo>
                    <a:pt x="1748749" y="804790"/>
                  </a:lnTo>
                  <a:lnTo>
                    <a:pt x="1755301" y="802280"/>
                  </a:lnTo>
                  <a:lnTo>
                    <a:pt x="1757887" y="801289"/>
                  </a:lnTo>
                  <a:lnTo>
                    <a:pt x="1762714" y="799438"/>
                  </a:lnTo>
                  <a:lnTo>
                    <a:pt x="1767714" y="797521"/>
                  </a:lnTo>
                  <a:lnTo>
                    <a:pt x="1769783" y="796728"/>
                  </a:lnTo>
                  <a:lnTo>
                    <a:pt x="1775300" y="794612"/>
                  </a:lnTo>
                  <a:lnTo>
                    <a:pt x="1778403" y="793422"/>
                  </a:lnTo>
                  <a:lnTo>
                    <a:pt x="1778748" y="793290"/>
                  </a:lnTo>
                  <a:lnTo>
                    <a:pt x="1779093" y="793157"/>
                  </a:lnTo>
                  <a:lnTo>
                    <a:pt x="1780645" y="792562"/>
                  </a:lnTo>
                  <a:lnTo>
                    <a:pt x="1780817" y="792496"/>
                  </a:lnTo>
                  <a:lnTo>
                    <a:pt x="1781679" y="792165"/>
                  </a:lnTo>
                  <a:lnTo>
                    <a:pt x="1782196" y="791967"/>
                  </a:lnTo>
                  <a:lnTo>
                    <a:pt x="1782714" y="791768"/>
                  </a:lnTo>
                  <a:lnTo>
                    <a:pt x="1783403" y="791504"/>
                  </a:lnTo>
                  <a:lnTo>
                    <a:pt x="1783748" y="791372"/>
                  </a:lnTo>
                  <a:lnTo>
                    <a:pt x="1784610" y="791041"/>
                  </a:lnTo>
                  <a:lnTo>
                    <a:pt x="1785127" y="790842"/>
                  </a:lnTo>
                  <a:lnTo>
                    <a:pt x="1785472" y="790710"/>
                  </a:lnTo>
                  <a:lnTo>
                    <a:pt x="1786334" y="790379"/>
                  </a:lnTo>
                  <a:lnTo>
                    <a:pt x="1786679" y="790247"/>
                  </a:lnTo>
                  <a:lnTo>
                    <a:pt x="1787369" y="789982"/>
                  </a:lnTo>
                  <a:lnTo>
                    <a:pt x="1789955" y="788990"/>
                  </a:lnTo>
                  <a:lnTo>
                    <a:pt x="1790472" y="788792"/>
                  </a:lnTo>
                  <a:lnTo>
                    <a:pt x="1791334" y="788461"/>
                  </a:lnTo>
                  <a:lnTo>
                    <a:pt x="1791679" y="788328"/>
                  </a:lnTo>
                  <a:lnTo>
                    <a:pt x="1792713" y="787931"/>
                  </a:lnTo>
                  <a:lnTo>
                    <a:pt x="1792886" y="787865"/>
                  </a:lnTo>
                  <a:lnTo>
                    <a:pt x="1793575" y="787600"/>
                  </a:lnTo>
                  <a:lnTo>
                    <a:pt x="1794782" y="787137"/>
                  </a:lnTo>
                  <a:lnTo>
                    <a:pt x="1795644" y="786806"/>
                  </a:lnTo>
                  <a:lnTo>
                    <a:pt x="1797368" y="786145"/>
                  </a:lnTo>
                  <a:lnTo>
                    <a:pt x="1797541" y="786078"/>
                  </a:lnTo>
                  <a:lnTo>
                    <a:pt x="1797886" y="785946"/>
                  </a:lnTo>
                  <a:lnTo>
                    <a:pt x="1800127" y="785086"/>
                  </a:lnTo>
                  <a:lnTo>
                    <a:pt x="1801506" y="784556"/>
                  </a:lnTo>
                  <a:lnTo>
                    <a:pt x="1802886" y="784027"/>
                  </a:lnTo>
                  <a:lnTo>
                    <a:pt x="1805127" y="783166"/>
                  </a:lnTo>
                  <a:lnTo>
                    <a:pt x="1805989" y="782835"/>
                  </a:lnTo>
                  <a:lnTo>
                    <a:pt x="1806334" y="782703"/>
                  </a:lnTo>
                  <a:lnTo>
                    <a:pt x="1806506" y="782636"/>
                  </a:lnTo>
                  <a:lnTo>
                    <a:pt x="1807541" y="782239"/>
                  </a:lnTo>
                  <a:lnTo>
                    <a:pt x="1811851" y="780584"/>
                  </a:lnTo>
                  <a:lnTo>
                    <a:pt x="1816851" y="778663"/>
                  </a:lnTo>
                  <a:lnTo>
                    <a:pt x="1818230" y="778133"/>
                  </a:lnTo>
                  <a:lnTo>
                    <a:pt x="1820471" y="777272"/>
                  </a:lnTo>
                  <a:lnTo>
                    <a:pt x="1894607" y="748750"/>
                  </a:lnTo>
                  <a:lnTo>
                    <a:pt x="1896504" y="748019"/>
                  </a:lnTo>
                  <a:lnTo>
                    <a:pt x="1920296" y="738848"/>
                  </a:lnTo>
                  <a:lnTo>
                    <a:pt x="1921158" y="738516"/>
                  </a:lnTo>
                  <a:lnTo>
                    <a:pt x="1927710" y="735989"/>
                  </a:lnTo>
                  <a:lnTo>
                    <a:pt x="1930296" y="734992"/>
                  </a:lnTo>
                  <a:lnTo>
                    <a:pt x="1935124" y="733129"/>
                  </a:lnTo>
                  <a:lnTo>
                    <a:pt x="1940124" y="731200"/>
                  </a:lnTo>
                  <a:lnTo>
                    <a:pt x="1942192" y="730401"/>
                  </a:lnTo>
                  <a:lnTo>
                    <a:pt x="1947710" y="728272"/>
                  </a:lnTo>
                  <a:lnTo>
                    <a:pt x="1950813" y="727074"/>
                  </a:lnTo>
                  <a:lnTo>
                    <a:pt x="1951158" y="726941"/>
                  </a:lnTo>
                  <a:lnTo>
                    <a:pt x="1951503" y="726808"/>
                  </a:lnTo>
                  <a:lnTo>
                    <a:pt x="1953054" y="726209"/>
                  </a:lnTo>
                  <a:lnTo>
                    <a:pt x="1953227" y="726142"/>
                  </a:lnTo>
                  <a:lnTo>
                    <a:pt x="1954089" y="725809"/>
                  </a:lnTo>
                  <a:lnTo>
                    <a:pt x="1954606" y="725610"/>
                  </a:lnTo>
                  <a:lnTo>
                    <a:pt x="1955123" y="725410"/>
                  </a:lnTo>
                  <a:lnTo>
                    <a:pt x="1955813" y="725144"/>
                  </a:lnTo>
                  <a:lnTo>
                    <a:pt x="1956158" y="725011"/>
                  </a:lnTo>
                  <a:lnTo>
                    <a:pt x="1957020" y="724678"/>
                  </a:lnTo>
                  <a:lnTo>
                    <a:pt x="1957537" y="724478"/>
                  </a:lnTo>
                  <a:lnTo>
                    <a:pt x="1957882" y="724345"/>
                  </a:lnTo>
                  <a:lnTo>
                    <a:pt x="1958744" y="724012"/>
                  </a:lnTo>
                  <a:lnTo>
                    <a:pt x="1959089" y="723879"/>
                  </a:lnTo>
                  <a:lnTo>
                    <a:pt x="1959778" y="723613"/>
                  </a:lnTo>
                  <a:lnTo>
                    <a:pt x="1962364" y="722614"/>
                  </a:lnTo>
                  <a:lnTo>
                    <a:pt x="1962882" y="722414"/>
                  </a:lnTo>
                  <a:lnTo>
                    <a:pt x="1963744" y="722081"/>
                  </a:lnTo>
                  <a:lnTo>
                    <a:pt x="1964088" y="721948"/>
                  </a:lnTo>
                  <a:lnTo>
                    <a:pt x="1965123" y="721548"/>
                  </a:lnTo>
                  <a:lnTo>
                    <a:pt x="1965295" y="721482"/>
                  </a:lnTo>
                  <a:lnTo>
                    <a:pt x="1965985" y="721215"/>
                  </a:lnTo>
                  <a:lnTo>
                    <a:pt x="1967192" y="720749"/>
                  </a:lnTo>
                  <a:lnTo>
                    <a:pt x="1968054" y="720416"/>
                  </a:lnTo>
                  <a:lnTo>
                    <a:pt x="1969778" y="719750"/>
                  </a:lnTo>
                  <a:lnTo>
                    <a:pt x="1969950" y="719684"/>
                  </a:lnTo>
                  <a:lnTo>
                    <a:pt x="1970295" y="719551"/>
                  </a:lnTo>
                  <a:lnTo>
                    <a:pt x="1972537" y="718685"/>
                  </a:lnTo>
                  <a:lnTo>
                    <a:pt x="1973916" y="718152"/>
                  </a:lnTo>
                  <a:lnTo>
                    <a:pt x="1975295" y="717619"/>
                  </a:lnTo>
                  <a:lnTo>
                    <a:pt x="1977536" y="716753"/>
                  </a:lnTo>
                  <a:lnTo>
                    <a:pt x="1978398" y="716420"/>
                  </a:lnTo>
                  <a:lnTo>
                    <a:pt x="1978743" y="716286"/>
                  </a:lnTo>
                  <a:lnTo>
                    <a:pt x="1978916" y="716220"/>
                  </a:lnTo>
                  <a:lnTo>
                    <a:pt x="1979950" y="715820"/>
                  </a:lnTo>
                  <a:lnTo>
                    <a:pt x="1984260" y="714154"/>
                  </a:lnTo>
                  <a:lnTo>
                    <a:pt x="1989260" y="712222"/>
                  </a:lnTo>
                  <a:lnTo>
                    <a:pt x="1990640" y="711688"/>
                  </a:lnTo>
                  <a:lnTo>
                    <a:pt x="1992881" y="710822"/>
                  </a:lnTo>
                  <a:lnTo>
                    <a:pt x="2067017" y="682123"/>
                  </a:lnTo>
                  <a:lnTo>
                    <a:pt x="2068913" y="681388"/>
                  </a:lnTo>
                  <a:lnTo>
                    <a:pt x="2092706" y="672162"/>
                  </a:lnTo>
                  <a:lnTo>
                    <a:pt x="2093568" y="671827"/>
                  </a:lnTo>
                  <a:lnTo>
                    <a:pt x="2100120" y="669285"/>
                  </a:lnTo>
                  <a:lnTo>
                    <a:pt x="2102706" y="668282"/>
                  </a:lnTo>
                  <a:lnTo>
                    <a:pt x="2107533" y="666408"/>
                  </a:lnTo>
                  <a:lnTo>
                    <a:pt x="2112533" y="664467"/>
                  </a:lnTo>
                  <a:lnTo>
                    <a:pt x="2114602" y="663664"/>
                  </a:lnTo>
                  <a:lnTo>
                    <a:pt x="2120119" y="661522"/>
                  </a:lnTo>
                  <a:lnTo>
                    <a:pt x="2123222" y="660317"/>
                  </a:lnTo>
                  <a:lnTo>
                    <a:pt x="2123567" y="660183"/>
                  </a:lnTo>
                  <a:lnTo>
                    <a:pt x="2123912" y="660049"/>
                  </a:lnTo>
                  <a:lnTo>
                    <a:pt x="2125464" y="659447"/>
                  </a:lnTo>
                  <a:lnTo>
                    <a:pt x="2125636" y="659380"/>
                  </a:lnTo>
                  <a:lnTo>
                    <a:pt x="2126498" y="659045"/>
                  </a:lnTo>
                  <a:lnTo>
                    <a:pt x="2127015" y="658844"/>
                  </a:lnTo>
                  <a:lnTo>
                    <a:pt x="2127533" y="658643"/>
                  </a:lnTo>
                  <a:lnTo>
                    <a:pt x="2128222" y="658376"/>
                  </a:lnTo>
                  <a:lnTo>
                    <a:pt x="2128567" y="658242"/>
                  </a:lnTo>
                  <a:lnTo>
                    <a:pt x="2129429" y="657907"/>
                  </a:lnTo>
                  <a:lnTo>
                    <a:pt x="2129946" y="657706"/>
                  </a:lnTo>
                  <a:lnTo>
                    <a:pt x="2130291" y="657572"/>
                  </a:lnTo>
                  <a:lnTo>
                    <a:pt x="2131153" y="657237"/>
                  </a:lnTo>
                  <a:lnTo>
                    <a:pt x="2131498" y="657103"/>
                  </a:lnTo>
                  <a:lnTo>
                    <a:pt x="2132188" y="656835"/>
                  </a:lnTo>
                  <a:lnTo>
                    <a:pt x="2134774" y="655831"/>
                  </a:lnTo>
                  <a:lnTo>
                    <a:pt x="2135291" y="655630"/>
                  </a:lnTo>
                  <a:lnTo>
                    <a:pt x="2136153" y="655295"/>
                  </a:lnTo>
                  <a:lnTo>
                    <a:pt x="2136498" y="655161"/>
                  </a:lnTo>
                  <a:lnTo>
                    <a:pt x="2137532" y="654759"/>
                  </a:lnTo>
                  <a:lnTo>
                    <a:pt x="2137705" y="654692"/>
                  </a:lnTo>
                  <a:lnTo>
                    <a:pt x="2138394" y="654424"/>
                  </a:lnTo>
                  <a:lnTo>
                    <a:pt x="2139601" y="653955"/>
                  </a:lnTo>
                  <a:lnTo>
                    <a:pt x="2140463" y="653620"/>
                  </a:lnTo>
                  <a:lnTo>
                    <a:pt x="2142187" y="652950"/>
                  </a:lnTo>
                  <a:lnTo>
                    <a:pt x="2142360" y="652883"/>
                  </a:lnTo>
                  <a:lnTo>
                    <a:pt x="2142705" y="652749"/>
                  </a:lnTo>
                  <a:lnTo>
                    <a:pt x="2144946" y="651878"/>
                  </a:lnTo>
                  <a:lnTo>
                    <a:pt x="2146325" y="651342"/>
                  </a:lnTo>
                  <a:lnTo>
                    <a:pt x="2147705" y="650806"/>
                  </a:lnTo>
                  <a:lnTo>
                    <a:pt x="2149946" y="649935"/>
                  </a:lnTo>
                  <a:lnTo>
                    <a:pt x="2150808" y="649600"/>
                  </a:lnTo>
                  <a:lnTo>
                    <a:pt x="2151153" y="649466"/>
                  </a:lnTo>
                  <a:lnTo>
                    <a:pt x="2151325" y="649399"/>
                  </a:lnTo>
                  <a:lnTo>
                    <a:pt x="2152360" y="648997"/>
                  </a:lnTo>
                  <a:lnTo>
                    <a:pt x="2156670" y="647322"/>
                  </a:lnTo>
                  <a:lnTo>
                    <a:pt x="2161670" y="645378"/>
                  </a:lnTo>
                  <a:lnTo>
                    <a:pt x="2163049" y="644842"/>
                  </a:lnTo>
                  <a:lnTo>
                    <a:pt x="2165290" y="643970"/>
                  </a:lnTo>
                  <a:lnTo>
                    <a:pt x="2239426" y="615108"/>
                  </a:lnTo>
                  <a:lnTo>
                    <a:pt x="2241323" y="614369"/>
                  </a:lnTo>
                  <a:lnTo>
                    <a:pt x="2265115" y="605092"/>
                  </a:lnTo>
                  <a:lnTo>
                    <a:pt x="2265977" y="604756"/>
                  </a:lnTo>
                  <a:lnTo>
                    <a:pt x="2272529" y="602200"/>
                  </a:lnTo>
                  <a:lnTo>
                    <a:pt x="2275115" y="601191"/>
                  </a:lnTo>
                  <a:lnTo>
                    <a:pt x="2279943" y="599307"/>
                  </a:lnTo>
                  <a:lnTo>
                    <a:pt x="2284943" y="597356"/>
                  </a:lnTo>
                  <a:lnTo>
                    <a:pt x="2287011" y="596549"/>
                  </a:lnTo>
                  <a:lnTo>
                    <a:pt x="2292529" y="594395"/>
                  </a:lnTo>
                  <a:lnTo>
                    <a:pt x="2295632" y="593184"/>
                  </a:lnTo>
                  <a:lnTo>
                    <a:pt x="2295977" y="593049"/>
                  </a:lnTo>
                  <a:lnTo>
                    <a:pt x="2296322" y="592914"/>
                  </a:lnTo>
                  <a:lnTo>
                    <a:pt x="2297873" y="592309"/>
                  </a:lnTo>
                  <a:lnTo>
                    <a:pt x="2298046" y="592241"/>
                  </a:lnTo>
                  <a:lnTo>
                    <a:pt x="2298908" y="591905"/>
                  </a:lnTo>
                  <a:lnTo>
                    <a:pt x="2299425" y="591703"/>
                  </a:lnTo>
                  <a:lnTo>
                    <a:pt x="2299942" y="591501"/>
                  </a:lnTo>
                  <a:lnTo>
                    <a:pt x="2300632" y="591232"/>
                  </a:lnTo>
                  <a:lnTo>
                    <a:pt x="2300977" y="591097"/>
                  </a:lnTo>
                  <a:lnTo>
                    <a:pt x="2301839" y="590760"/>
                  </a:lnTo>
                  <a:lnTo>
                    <a:pt x="2302356" y="590558"/>
                  </a:lnTo>
                  <a:lnTo>
                    <a:pt x="2302701" y="590424"/>
                  </a:lnTo>
                  <a:lnTo>
                    <a:pt x="2303563" y="590087"/>
                  </a:lnTo>
                  <a:lnTo>
                    <a:pt x="2303908" y="589952"/>
                  </a:lnTo>
                  <a:lnTo>
                    <a:pt x="2304597" y="589683"/>
                  </a:lnTo>
                  <a:lnTo>
                    <a:pt x="2307183" y="588673"/>
                  </a:lnTo>
                  <a:lnTo>
                    <a:pt x="2307701" y="588471"/>
                  </a:lnTo>
                  <a:lnTo>
                    <a:pt x="2308563" y="588134"/>
                  </a:lnTo>
                  <a:lnTo>
                    <a:pt x="2308907" y="588000"/>
                  </a:lnTo>
                  <a:lnTo>
                    <a:pt x="2309942" y="587596"/>
                  </a:lnTo>
                  <a:lnTo>
                    <a:pt x="2310114" y="587528"/>
                  </a:lnTo>
                  <a:lnTo>
                    <a:pt x="2310804" y="587259"/>
                  </a:lnTo>
                  <a:lnTo>
                    <a:pt x="2312011" y="586788"/>
                  </a:lnTo>
                  <a:lnTo>
                    <a:pt x="2312873" y="586451"/>
                  </a:lnTo>
                  <a:lnTo>
                    <a:pt x="2314597" y="585777"/>
                  </a:lnTo>
                  <a:lnTo>
                    <a:pt x="2314769" y="585710"/>
                  </a:lnTo>
                  <a:lnTo>
                    <a:pt x="2315114" y="585575"/>
                  </a:lnTo>
                  <a:lnTo>
                    <a:pt x="2317356" y="584700"/>
                  </a:lnTo>
                  <a:lnTo>
                    <a:pt x="2318735" y="584161"/>
                  </a:lnTo>
                  <a:lnTo>
                    <a:pt x="2320114" y="583622"/>
                  </a:lnTo>
                  <a:lnTo>
                    <a:pt x="2322355" y="582746"/>
                  </a:lnTo>
                  <a:lnTo>
                    <a:pt x="2323217" y="582410"/>
                  </a:lnTo>
                  <a:lnTo>
                    <a:pt x="2323562" y="582275"/>
                  </a:lnTo>
                  <a:lnTo>
                    <a:pt x="2323735" y="582208"/>
                  </a:lnTo>
                  <a:lnTo>
                    <a:pt x="2324769" y="581803"/>
                  </a:lnTo>
                  <a:lnTo>
                    <a:pt x="2329079" y="580119"/>
                  </a:lnTo>
                  <a:lnTo>
                    <a:pt x="2334079" y="578165"/>
                  </a:lnTo>
                  <a:lnTo>
                    <a:pt x="2335458" y="577626"/>
                  </a:lnTo>
                  <a:lnTo>
                    <a:pt x="2337700" y="576750"/>
                  </a:lnTo>
                  <a:lnTo>
                    <a:pt x="2411836" y="547741"/>
                  </a:lnTo>
                  <a:lnTo>
                    <a:pt x="2413732" y="546998"/>
                  </a:lnTo>
                  <a:lnTo>
                    <a:pt x="2437525" y="537675"/>
                  </a:lnTo>
                  <a:lnTo>
                    <a:pt x="2438387" y="537337"/>
                  </a:lnTo>
                  <a:lnTo>
                    <a:pt x="2444939" y="534769"/>
                  </a:lnTo>
                  <a:lnTo>
                    <a:pt x="2447525" y="533755"/>
                  </a:lnTo>
                  <a:lnTo>
                    <a:pt x="2452352" y="531862"/>
                  </a:lnTo>
                  <a:lnTo>
                    <a:pt x="2457352" y="529901"/>
                  </a:lnTo>
                  <a:lnTo>
                    <a:pt x="2459421" y="529090"/>
                  </a:lnTo>
                  <a:lnTo>
                    <a:pt x="2464938" y="526926"/>
                  </a:lnTo>
                  <a:lnTo>
                    <a:pt x="2468041" y="525708"/>
                  </a:lnTo>
                  <a:lnTo>
                    <a:pt x="2468386" y="525573"/>
                  </a:lnTo>
                  <a:lnTo>
                    <a:pt x="2468731" y="525438"/>
                  </a:lnTo>
                  <a:lnTo>
                    <a:pt x="2470283" y="524829"/>
                  </a:lnTo>
                  <a:lnTo>
                    <a:pt x="2470455" y="524762"/>
                  </a:lnTo>
                  <a:lnTo>
                    <a:pt x="2471317" y="524423"/>
                  </a:lnTo>
                  <a:lnTo>
                    <a:pt x="2471834" y="524220"/>
                  </a:lnTo>
                  <a:lnTo>
                    <a:pt x="2472352" y="524017"/>
                  </a:lnTo>
                  <a:lnTo>
                    <a:pt x="2473041" y="523747"/>
                  </a:lnTo>
                  <a:lnTo>
                    <a:pt x="2473386" y="523612"/>
                  </a:lnTo>
                  <a:lnTo>
                    <a:pt x="2474248" y="523273"/>
                  </a:lnTo>
                  <a:lnTo>
                    <a:pt x="2474765" y="523070"/>
                  </a:lnTo>
                  <a:lnTo>
                    <a:pt x="2475110" y="522935"/>
                  </a:lnTo>
                  <a:lnTo>
                    <a:pt x="2475972" y="522597"/>
                  </a:lnTo>
                  <a:lnTo>
                    <a:pt x="2476317" y="522462"/>
                  </a:lnTo>
                  <a:lnTo>
                    <a:pt x="2477007" y="522191"/>
                  </a:lnTo>
                  <a:lnTo>
                    <a:pt x="2479593" y="521176"/>
                  </a:lnTo>
                  <a:lnTo>
                    <a:pt x="2480110" y="520973"/>
                  </a:lnTo>
                  <a:lnTo>
                    <a:pt x="2480972" y="520635"/>
                  </a:lnTo>
                  <a:lnTo>
                    <a:pt x="2481317" y="520500"/>
                  </a:lnTo>
                  <a:lnTo>
                    <a:pt x="2482351" y="520094"/>
                  </a:lnTo>
                  <a:lnTo>
                    <a:pt x="2482524" y="520026"/>
                  </a:lnTo>
                  <a:lnTo>
                    <a:pt x="2483213" y="519755"/>
                  </a:lnTo>
                  <a:lnTo>
                    <a:pt x="2484420" y="519282"/>
                  </a:lnTo>
                  <a:lnTo>
                    <a:pt x="2485282" y="518944"/>
                  </a:lnTo>
                  <a:lnTo>
                    <a:pt x="2487006" y="518267"/>
                  </a:lnTo>
                  <a:lnTo>
                    <a:pt x="2487179" y="518199"/>
                  </a:lnTo>
                  <a:lnTo>
                    <a:pt x="2487524" y="518064"/>
                  </a:lnTo>
                  <a:lnTo>
                    <a:pt x="2489765" y="517184"/>
                  </a:lnTo>
                  <a:lnTo>
                    <a:pt x="2491144" y="516643"/>
                  </a:lnTo>
                  <a:lnTo>
                    <a:pt x="2492524" y="516101"/>
                  </a:lnTo>
                  <a:lnTo>
                    <a:pt x="2494765" y="515221"/>
                  </a:lnTo>
                  <a:lnTo>
                    <a:pt x="2495627" y="514883"/>
                  </a:lnTo>
                  <a:lnTo>
                    <a:pt x="2495972" y="514748"/>
                  </a:lnTo>
                  <a:lnTo>
                    <a:pt x="2496144" y="514680"/>
                  </a:lnTo>
                  <a:lnTo>
                    <a:pt x="2497179" y="514274"/>
                  </a:lnTo>
                  <a:lnTo>
                    <a:pt x="2501489" y="512582"/>
                  </a:lnTo>
                  <a:lnTo>
                    <a:pt x="2506489" y="510618"/>
                  </a:lnTo>
                  <a:lnTo>
                    <a:pt x="2507868" y="510077"/>
                  </a:lnTo>
                  <a:lnTo>
                    <a:pt x="2510109" y="509197"/>
                  </a:lnTo>
                  <a:lnTo>
                    <a:pt x="2584245" y="480055"/>
                  </a:lnTo>
                  <a:lnTo>
                    <a:pt x="2586142" y="479309"/>
                  </a:lnTo>
                  <a:lnTo>
                    <a:pt x="2609934" y="469945"/>
                  </a:lnTo>
                  <a:lnTo>
                    <a:pt x="2610796" y="469606"/>
                  </a:lnTo>
                  <a:lnTo>
                    <a:pt x="2617348" y="467026"/>
                  </a:lnTo>
                  <a:lnTo>
                    <a:pt x="2619934" y="466008"/>
                  </a:lnTo>
                  <a:lnTo>
                    <a:pt x="2624762" y="464107"/>
                  </a:lnTo>
                  <a:lnTo>
                    <a:pt x="2629762" y="462138"/>
                  </a:lnTo>
                  <a:lnTo>
                    <a:pt x="2631830" y="461323"/>
                  </a:lnTo>
                  <a:lnTo>
                    <a:pt x="2637348" y="459150"/>
                  </a:lnTo>
                  <a:lnTo>
                    <a:pt x="2640451" y="457927"/>
                  </a:lnTo>
                  <a:lnTo>
                    <a:pt x="2640796" y="457791"/>
                  </a:lnTo>
                  <a:lnTo>
                    <a:pt x="2641141" y="457656"/>
                  </a:lnTo>
                  <a:lnTo>
                    <a:pt x="2642692" y="457044"/>
                  </a:lnTo>
                  <a:lnTo>
                    <a:pt x="2642865" y="456976"/>
                  </a:lnTo>
                  <a:lnTo>
                    <a:pt x="2643727" y="456637"/>
                  </a:lnTo>
                  <a:lnTo>
                    <a:pt x="2644244" y="456433"/>
                  </a:lnTo>
                  <a:lnTo>
                    <a:pt x="2644761" y="456229"/>
                  </a:lnTo>
                  <a:lnTo>
                    <a:pt x="2645451" y="455957"/>
                  </a:lnTo>
                  <a:lnTo>
                    <a:pt x="2645796" y="455822"/>
                  </a:lnTo>
                  <a:lnTo>
                    <a:pt x="2646658" y="455482"/>
                  </a:lnTo>
                  <a:lnTo>
                    <a:pt x="2647175" y="455278"/>
                  </a:lnTo>
                  <a:lnTo>
                    <a:pt x="2647520" y="455142"/>
                  </a:lnTo>
                  <a:lnTo>
                    <a:pt x="2648382" y="454803"/>
                  </a:lnTo>
                  <a:lnTo>
                    <a:pt x="2648727" y="454667"/>
                  </a:lnTo>
                  <a:lnTo>
                    <a:pt x="2649416" y="454395"/>
                  </a:lnTo>
                  <a:lnTo>
                    <a:pt x="2652002" y="453376"/>
                  </a:lnTo>
                  <a:lnTo>
                    <a:pt x="2652520" y="453172"/>
                  </a:lnTo>
                  <a:lnTo>
                    <a:pt x="2653382" y="452832"/>
                  </a:lnTo>
                  <a:lnTo>
                    <a:pt x="2653726" y="452696"/>
                  </a:lnTo>
                  <a:lnTo>
                    <a:pt x="2654761" y="452289"/>
                  </a:lnTo>
                  <a:lnTo>
                    <a:pt x="2654933" y="452221"/>
                  </a:lnTo>
                  <a:lnTo>
                    <a:pt x="2655623" y="451949"/>
                  </a:lnTo>
                  <a:lnTo>
                    <a:pt x="2656830" y="451473"/>
                  </a:lnTo>
                  <a:lnTo>
                    <a:pt x="2657692" y="451134"/>
                  </a:lnTo>
                  <a:lnTo>
                    <a:pt x="2659416" y="450454"/>
                  </a:lnTo>
                  <a:lnTo>
                    <a:pt x="2659588" y="450386"/>
                  </a:lnTo>
                  <a:lnTo>
                    <a:pt x="2659933" y="450250"/>
                  </a:lnTo>
                  <a:lnTo>
                    <a:pt x="2662174" y="449367"/>
                  </a:lnTo>
                  <a:lnTo>
                    <a:pt x="2663554" y="448823"/>
                  </a:lnTo>
                  <a:lnTo>
                    <a:pt x="2664933" y="448280"/>
                  </a:lnTo>
                  <a:lnTo>
                    <a:pt x="2667174" y="447396"/>
                  </a:lnTo>
                  <a:lnTo>
                    <a:pt x="2668036" y="447056"/>
                  </a:lnTo>
                  <a:lnTo>
                    <a:pt x="2668381" y="446920"/>
                  </a:lnTo>
                  <a:lnTo>
                    <a:pt x="2668554" y="446852"/>
                  </a:lnTo>
                  <a:lnTo>
                    <a:pt x="2669588" y="446444"/>
                  </a:lnTo>
                  <a:lnTo>
                    <a:pt x="2673898" y="444745"/>
                  </a:lnTo>
                  <a:lnTo>
                    <a:pt x="2678898" y="442774"/>
                  </a:lnTo>
                  <a:lnTo>
                    <a:pt x="2680277" y="442230"/>
                  </a:lnTo>
                  <a:lnTo>
                    <a:pt x="2682519" y="441346"/>
                  </a:lnTo>
                  <a:lnTo>
                    <a:pt x="2756655" y="412088"/>
                  </a:lnTo>
                  <a:lnTo>
                    <a:pt x="2758551" y="411338"/>
                  </a:lnTo>
                  <a:lnTo>
                    <a:pt x="2782344" y="401938"/>
                  </a:lnTo>
                  <a:lnTo>
                    <a:pt x="2783206" y="401598"/>
                  </a:lnTo>
                  <a:lnTo>
                    <a:pt x="2789758" y="399008"/>
                  </a:lnTo>
                  <a:lnTo>
                    <a:pt x="2792344" y="397986"/>
                  </a:lnTo>
                  <a:lnTo>
                    <a:pt x="2797171" y="396078"/>
                  </a:lnTo>
                  <a:lnTo>
                    <a:pt x="2802171" y="394101"/>
                  </a:lnTo>
                  <a:lnTo>
                    <a:pt x="2804240" y="393283"/>
                  </a:lnTo>
                  <a:lnTo>
                    <a:pt x="2809757" y="391102"/>
                  </a:lnTo>
                  <a:lnTo>
                    <a:pt x="2812860" y="389875"/>
                  </a:lnTo>
                  <a:lnTo>
                    <a:pt x="2813205" y="389738"/>
                  </a:lnTo>
                  <a:lnTo>
                    <a:pt x="2813550" y="389602"/>
                  </a:lnTo>
                  <a:lnTo>
                    <a:pt x="2815102" y="388988"/>
                  </a:lnTo>
                  <a:lnTo>
                    <a:pt x="2815274" y="388920"/>
                  </a:lnTo>
                  <a:lnTo>
                    <a:pt x="2816136" y="388579"/>
                  </a:lnTo>
                  <a:lnTo>
                    <a:pt x="2816653" y="388375"/>
                  </a:lnTo>
                  <a:lnTo>
                    <a:pt x="2817171" y="388170"/>
                  </a:lnTo>
                  <a:lnTo>
                    <a:pt x="2817860" y="387897"/>
                  </a:lnTo>
                  <a:lnTo>
                    <a:pt x="2818205" y="387761"/>
                  </a:lnTo>
                  <a:lnTo>
                    <a:pt x="2819067" y="387420"/>
                  </a:lnTo>
                  <a:lnTo>
                    <a:pt x="2819584" y="387216"/>
                  </a:lnTo>
                  <a:lnTo>
                    <a:pt x="2819929" y="387079"/>
                  </a:lnTo>
                  <a:lnTo>
                    <a:pt x="2820791" y="386738"/>
                  </a:lnTo>
                  <a:lnTo>
                    <a:pt x="2821136" y="386602"/>
                  </a:lnTo>
                  <a:lnTo>
                    <a:pt x="2821826" y="386329"/>
                  </a:lnTo>
                  <a:lnTo>
                    <a:pt x="2824412" y="385306"/>
                  </a:lnTo>
                  <a:lnTo>
                    <a:pt x="2824929" y="385102"/>
                  </a:lnTo>
                  <a:lnTo>
                    <a:pt x="2825791" y="384761"/>
                  </a:lnTo>
                  <a:lnTo>
                    <a:pt x="2826136" y="384624"/>
                  </a:lnTo>
                  <a:lnTo>
                    <a:pt x="2827170" y="384215"/>
                  </a:lnTo>
                  <a:lnTo>
                    <a:pt x="2827343" y="384147"/>
                  </a:lnTo>
                  <a:lnTo>
                    <a:pt x="2828032" y="383874"/>
                  </a:lnTo>
                  <a:lnTo>
                    <a:pt x="2829239" y="383397"/>
                  </a:lnTo>
                  <a:lnTo>
                    <a:pt x="2830101" y="383056"/>
                  </a:lnTo>
                  <a:lnTo>
                    <a:pt x="2831825" y="382374"/>
                  </a:lnTo>
                  <a:lnTo>
                    <a:pt x="2831998" y="382305"/>
                  </a:lnTo>
                  <a:lnTo>
                    <a:pt x="2832343" y="382169"/>
                  </a:lnTo>
                  <a:lnTo>
                    <a:pt x="2834584" y="381282"/>
                  </a:lnTo>
                  <a:lnTo>
                    <a:pt x="2835963" y="380737"/>
                  </a:lnTo>
                  <a:lnTo>
                    <a:pt x="2837343" y="380191"/>
                  </a:lnTo>
                  <a:lnTo>
                    <a:pt x="2839584" y="379304"/>
                  </a:lnTo>
                  <a:lnTo>
                    <a:pt x="2840446" y="378963"/>
                  </a:lnTo>
                  <a:lnTo>
                    <a:pt x="2840791" y="378827"/>
                  </a:lnTo>
                  <a:lnTo>
                    <a:pt x="2840963" y="378759"/>
                  </a:lnTo>
                  <a:lnTo>
                    <a:pt x="2841998" y="378349"/>
                  </a:lnTo>
                  <a:lnTo>
                    <a:pt x="2846308" y="376644"/>
                  </a:lnTo>
                  <a:lnTo>
                    <a:pt x="2851308" y="374665"/>
                  </a:lnTo>
                  <a:lnTo>
                    <a:pt x="2852687" y="374119"/>
                  </a:lnTo>
                  <a:lnTo>
                    <a:pt x="2854928" y="373232"/>
                  </a:lnTo>
                  <a:lnTo>
                    <a:pt x="2929064" y="343870"/>
                  </a:lnTo>
                  <a:lnTo>
                    <a:pt x="2930961" y="343119"/>
                  </a:lnTo>
                  <a:lnTo>
                    <a:pt x="2954753" y="333687"/>
                  </a:lnTo>
                  <a:lnTo>
                    <a:pt x="2955615" y="333345"/>
                  </a:lnTo>
                  <a:lnTo>
                    <a:pt x="2962167" y="330747"/>
                  </a:lnTo>
                  <a:lnTo>
                    <a:pt x="2964753" y="329721"/>
                  </a:lnTo>
                  <a:lnTo>
                    <a:pt x="2969581" y="327807"/>
                  </a:lnTo>
                  <a:lnTo>
                    <a:pt x="2974580" y="325823"/>
                  </a:lnTo>
                  <a:lnTo>
                    <a:pt x="2976649" y="325003"/>
                  </a:lnTo>
                  <a:lnTo>
                    <a:pt x="2982167" y="322814"/>
                  </a:lnTo>
                  <a:lnTo>
                    <a:pt x="2985270" y="321583"/>
                  </a:lnTo>
                  <a:lnTo>
                    <a:pt x="2985615" y="321446"/>
                  </a:lnTo>
                  <a:lnTo>
                    <a:pt x="2985960" y="321309"/>
                  </a:lnTo>
                  <a:lnTo>
                    <a:pt x="2987511" y="320694"/>
                  </a:lnTo>
                  <a:lnTo>
                    <a:pt x="2987684" y="320625"/>
                  </a:lnTo>
                  <a:lnTo>
                    <a:pt x="2988546" y="320283"/>
                  </a:lnTo>
                  <a:lnTo>
                    <a:pt x="2989063" y="320078"/>
                  </a:lnTo>
                  <a:lnTo>
                    <a:pt x="2989580" y="319873"/>
                  </a:lnTo>
                  <a:lnTo>
                    <a:pt x="2990270" y="319599"/>
                  </a:lnTo>
                  <a:lnTo>
                    <a:pt x="2990615" y="319462"/>
                  </a:lnTo>
                  <a:lnTo>
                    <a:pt x="2991477" y="319120"/>
                  </a:lnTo>
                  <a:lnTo>
                    <a:pt x="2991994" y="318915"/>
                  </a:lnTo>
                  <a:lnTo>
                    <a:pt x="2992339" y="318778"/>
                  </a:lnTo>
                  <a:lnTo>
                    <a:pt x="2993201" y="318436"/>
                  </a:lnTo>
                  <a:lnTo>
                    <a:pt x="2993546" y="318299"/>
                  </a:lnTo>
                  <a:lnTo>
                    <a:pt x="2994235" y="318026"/>
                  </a:lnTo>
                  <a:lnTo>
                    <a:pt x="2996821" y="317000"/>
                  </a:lnTo>
                  <a:lnTo>
                    <a:pt x="2997339" y="316794"/>
                  </a:lnTo>
                  <a:lnTo>
                    <a:pt x="2998201" y="316452"/>
                  </a:lnTo>
                  <a:lnTo>
                    <a:pt x="2998545" y="316315"/>
                  </a:lnTo>
                  <a:lnTo>
                    <a:pt x="2999580" y="315905"/>
                  </a:lnTo>
                  <a:lnTo>
                    <a:pt x="2999752" y="315836"/>
                  </a:lnTo>
                  <a:lnTo>
                    <a:pt x="3000442" y="315563"/>
                  </a:lnTo>
                  <a:lnTo>
                    <a:pt x="3001649" y="315084"/>
                  </a:lnTo>
                  <a:lnTo>
                    <a:pt x="3002511" y="314742"/>
                  </a:lnTo>
                  <a:lnTo>
                    <a:pt x="3004235" y="314058"/>
                  </a:lnTo>
                  <a:lnTo>
                    <a:pt x="3004407" y="313989"/>
                  </a:lnTo>
                  <a:lnTo>
                    <a:pt x="3004752" y="313852"/>
                  </a:lnTo>
                  <a:lnTo>
                    <a:pt x="3006993" y="312963"/>
                  </a:lnTo>
                  <a:lnTo>
                    <a:pt x="3008373" y="312415"/>
                  </a:lnTo>
                  <a:lnTo>
                    <a:pt x="3009752" y="311868"/>
                  </a:lnTo>
                  <a:lnTo>
                    <a:pt x="3011993" y="310978"/>
                  </a:lnTo>
                  <a:lnTo>
                    <a:pt x="3012855" y="310636"/>
                  </a:lnTo>
                  <a:lnTo>
                    <a:pt x="3013200" y="310499"/>
                  </a:lnTo>
                  <a:lnTo>
                    <a:pt x="3013373" y="310431"/>
                  </a:lnTo>
                  <a:lnTo>
                    <a:pt x="3014407" y="310020"/>
                  </a:lnTo>
                  <a:lnTo>
                    <a:pt x="3018717" y="308309"/>
                  </a:lnTo>
                  <a:lnTo>
                    <a:pt x="3023717" y="306324"/>
                  </a:lnTo>
                  <a:lnTo>
                    <a:pt x="3025096" y="305777"/>
                  </a:lnTo>
                  <a:lnTo>
                    <a:pt x="3027338" y="304887"/>
                  </a:lnTo>
                  <a:lnTo>
                    <a:pt x="3101474" y="275434"/>
                  </a:lnTo>
                  <a:lnTo>
                    <a:pt x="3103370" y="274680"/>
                  </a:lnTo>
                  <a:lnTo>
                    <a:pt x="3127163" y="265220"/>
                  </a:lnTo>
                  <a:lnTo>
                    <a:pt x="3128025" y="264877"/>
                  </a:lnTo>
                  <a:lnTo>
                    <a:pt x="3134577" y="262272"/>
                  </a:lnTo>
                  <a:lnTo>
                    <a:pt x="3137163" y="261243"/>
                  </a:lnTo>
                  <a:lnTo>
                    <a:pt x="3141990" y="259323"/>
                  </a:lnTo>
                  <a:lnTo>
                    <a:pt x="3146990" y="257334"/>
                  </a:lnTo>
                  <a:lnTo>
                    <a:pt x="3149059" y="256511"/>
                  </a:lnTo>
                  <a:lnTo>
                    <a:pt x="3154576" y="254316"/>
                  </a:lnTo>
                  <a:lnTo>
                    <a:pt x="3157679" y="253081"/>
                  </a:lnTo>
                  <a:lnTo>
                    <a:pt x="3158024" y="252944"/>
                  </a:lnTo>
                  <a:lnTo>
                    <a:pt x="3158369" y="252807"/>
                  </a:lnTo>
                  <a:lnTo>
                    <a:pt x="3159921" y="252190"/>
                  </a:lnTo>
                  <a:lnTo>
                    <a:pt x="3160093" y="252121"/>
                  </a:lnTo>
                  <a:lnTo>
                    <a:pt x="3160955" y="251778"/>
                  </a:lnTo>
                  <a:lnTo>
                    <a:pt x="3161472" y="251572"/>
                  </a:lnTo>
                  <a:lnTo>
                    <a:pt x="3161990" y="251366"/>
                  </a:lnTo>
                  <a:lnTo>
                    <a:pt x="3162679" y="251092"/>
                  </a:lnTo>
                  <a:lnTo>
                    <a:pt x="3163024" y="250955"/>
                  </a:lnTo>
                  <a:lnTo>
                    <a:pt x="3163886" y="250612"/>
                  </a:lnTo>
                  <a:lnTo>
                    <a:pt x="3164403" y="250406"/>
                  </a:lnTo>
                  <a:lnTo>
                    <a:pt x="3164748" y="250269"/>
                  </a:lnTo>
                  <a:lnTo>
                    <a:pt x="3165610" y="249926"/>
                  </a:lnTo>
                  <a:lnTo>
                    <a:pt x="3165955" y="249789"/>
                  </a:lnTo>
                  <a:lnTo>
                    <a:pt x="3166645" y="249514"/>
                  </a:lnTo>
                  <a:lnTo>
                    <a:pt x="3169231" y="248485"/>
                  </a:lnTo>
                  <a:lnTo>
                    <a:pt x="3169748" y="248279"/>
                  </a:lnTo>
                  <a:lnTo>
                    <a:pt x="3170610" y="247936"/>
                  </a:lnTo>
                  <a:lnTo>
                    <a:pt x="3170955" y="247799"/>
                  </a:lnTo>
                  <a:lnTo>
                    <a:pt x="3171989" y="247387"/>
                  </a:lnTo>
                  <a:lnTo>
                    <a:pt x="3172162" y="247319"/>
                  </a:lnTo>
                  <a:lnTo>
                    <a:pt x="3172851" y="247044"/>
                  </a:lnTo>
                  <a:lnTo>
                    <a:pt x="3174058" y="246564"/>
                  </a:lnTo>
                  <a:lnTo>
                    <a:pt x="3174920" y="246221"/>
                  </a:lnTo>
                  <a:lnTo>
                    <a:pt x="3176644" y="245535"/>
                  </a:lnTo>
                  <a:lnTo>
                    <a:pt x="3176817" y="245466"/>
                  </a:lnTo>
                  <a:lnTo>
                    <a:pt x="3177162" y="245329"/>
                  </a:lnTo>
                  <a:lnTo>
                    <a:pt x="3179403" y="244437"/>
                  </a:lnTo>
                  <a:lnTo>
                    <a:pt x="3180782" y="243888"/>
                  </a:lnTo>
                  <a:lnTo>
                    <a:pt x="3182162" y="243339"/>
                  </a:lnTo>
                  <a:lnTo>
                    <a:pt x="3184403" y="242447"/>
                  </a:lnTo>
                  <a:lnTo>
                    <a:pt x="3185265" y="242104"/>
                  </a:lnTo>
                  <a:lnTo>
                    <a:pt x="3185610" y="241966"/>
                  </a:lnTo>
                  <a:lnTo>
                    <a:pt x="3185782" y="241898"/>
                  </a:lnTo>
                  <a:lnTo>
                    <a:pt x="3186817" y="241486"/>
                  </a:lnTo>
                  <a:lnTo>
                    <a:pt x="3191127" y="239770"/>
                  </a:lnTo>
                  <a:lnTo>
                    <a:pt x="3196127" y="237780"/>
                  </a:lnTo>
                  <a:lnTo>
                    <a:pt x="3197506" y="237231"/>
                  </a:lnTo>
                  <a:lnTo>
                    <a:pt x="3199747" y="236338"/>
                  </a:lnTo>
                  <a:lnTo>
                    <a:pt x="3273883" y="206806"/>
                  </a:lnTo>
                  <a:lnTo>
                    <a:pt x="3275780" y="206051"/>
                  </a:lnTo>
                  <a:lnTo>
                    <a:pt x="3299572" y="196566"/>
                  </a:lnTo>
                  <a:lnTo>
                    <a:pt x="3300434" y="196222"/>
                  </a:lnTo>
                  <a:lnTo>
                    <a:pt x="3306986" y="193610"/>
                  </a:lnTo>
                  <a:lnTo>
                    <a:pt x="3309572" y="192579"/>
                  </a:lnTo>
                  <a:lnTo>
                    <a:pt x="3314400" y="190654"/>
                  </a:lnTo>
                  <a:lnTo>
                    <a:pt x="3319399" y="188660"/>
                  </a:lnTo>
                  <a:lnTo>
                    <a:pt x="3321468" y="187835"/>
                  </a:lnTo>
                  <a:lnTo>
                    <a:pt x="3326985" y="185634"/>
                  </a:lnTo>
                  <a:lnTo>
                    <a:pt x="3330089" y="184396"/>
                  </a:lnTo>
                  <a:lnTo>
                    <a:pt x="3330434" y="184259"/>
                  </a:lnTo>
                  <a:lnTo>
                    <a:pt x="3330779" y="184121"/>
                  </a:lnTo>
                  <a:lnTo>
                    <a:pt x="3332330" y="183502"/>
                  </a:lnTo>
                  <a:lnTo>
                    <a:pt x="3332503" y="183434"/>
                  </a:lnTo>
                  <a:lnTo>
                    <a:pt x="3333365" y="183090"/>
                  </a:lnTo>
                  <a:lnTo>
                    <a:pt x="3333882" y="182884"/>
                  </a:lnTo>
                  <a:lnTo>
                    <a:pt x="3334399" y="182677"/>
                  </a:lnTo>
                  <a:lnTo>
                    <a:pt x="3335089" y="182402"/>
                  </a:lnTo>
                  <a:lnTo>
                    <a:pt x="3335434" y="182265"/>
                  </a:lnTo>
                  <a:lnTo>
                    <a:pt x="3336296" y="181921"/>
                  </a:lnTo>
                  <a:lnTo>
                    <a:pt x="3336813" y="181714"/>
                  </a:lnTo>
                  <a:lnTo>
                    <a:pt x="3337158" y="181577"/>
                  </a:lnTo>
                  <a:lnTo>
                    <a:pt x="3338020" y="181233"/>
                  </a:lnTo>
                  <a:lnTo>
                    <a:pt x="3338365" y="181095"/>
                  </a:lnTo>
                  <a:lnTo>
                    <a:pt x="3339054" y="180820"/>
                  </a:lnTo>
                  <a:lnTo>
                    <a:pt x="3341640" y="179789"/>
                  </a:lnTo>
                  <a:lnTo>
                    <a:pt x="3342158" y="179582"/>
                  </a:lnTo>
                  <a:lnTo>
                    <a:pt x="3343020" y="179238"/>
                  </a:lnTo>
                  <a:lnTo>
                    <a:pt x="3343364" y="179101"/>
                  </a:lnTo>
                  <a:lnTo>
                    <a:pt x="3344399" y="178688"/>
                  </a:lnTo>
                  <a:lnTo>
                    <a:pt x="3344571" y="178619"/>
                  </a:lnTo>
                  <a:lnTo>
                    <a:pt x="3345261" y="178344"/>
                  </a:lnTo>
                  <a:lnTo>
                    <a:pt x="3346468" y="177863"/>
                  </a:lnTo>
                  <a:lnTo>
                    <a:pt x="3347330" y="177519"/>
                  </a:lnTo>
                  <a:lnTo>
                    <a:pt x="3349054" y="176831"/>
                  </a:lnTo>
                  <a:lnTo>
                    <a:pt x="3349226" y="176762"/>
                  </a:lnTo>
                  <a:lnTo>
                    <a:pt x="3349571" y="176625"/>
                  </a:lnTo>
                  <a:lnTo>
                    <a:pt x="3351812" y="175730"/>
                  </a:lnTo>
                  <a:lnTo>
                    <a:pt x="3353192" y="175180"/>
                  </a:lnTo>
                  <a:lnTo>
                    <a:pt x="3354571" y="174630"/>
                  </a:lnTo>
                  <a:lnTo>
                    <a:pt x="3356812" y="173735"/>
                  </a:lnTo>
                  <a:lnTo>
                    <a:pt x="3357674" y="173391"/>
                  </a:lnTo>
                  <a:lnTo>
                    <a:pt x="3358019" y="173254"/>
                  </a:lnTo>
                  <a:lnTo>
                    <a:pt x="3358192" y="173185"/>
                  </a:lnTo>
                  <a:lnTo>
                    <a:pt x="3359226" y="172772"/>
                  </a:lnTo>
                  <a:lnTo>
                    <a:pt x="3363536" y="171052"/>
                  </a:lnTo>
                  <a:lnTo>
                    <a:pt x="3368536" y="169057"/>
                  </a:lnTo>
                  <a:lnTo>
                    <a:pt x="3369915" y="168507"/>
                  </a:lnTo>
                  <a:lnTo>
                    <a:pt x="3372157" y="167612"/>
                  </a:lnTo>
                  <a:lnTo>
                    <a:pt x="3446293" y="138011"/>
                  </a:lnTo>
                  <a:lnTo>
                    <a:pt x="3448189" y="137253"/>
                  </a:lnTo>
                  <a:lnTo>
                    <a:pt x="3471982" y="127748"/>
                  </a:lnTo>
                  <a:lnTo>
                    <a:pt x="3472844" y="127403"/>
                  </a:lnTo>
                  <a:lnTo>
                    <a:pt x="3479395" y="124785"/>
                  </a:lnTo>
                  <a:lnTo>
                    <a:pt x="3481982" y="123752"/>
                  </a:lnTo>
                  <a:lnTo>
                    <a:pt x="3486809" y="121822"/>
                  </a:lnTo>
                  <a:lnTo>
                    <a:pt x="3491809" y="119824"/>
                  </a:lnTo>
                  <a:lnTo>
                    <a:pt x="3493878" y="118997"/>
                  </a:lnTo>
                  <a:lnTo>
                    <a:pt x="3499395" y="116792"/>
                  </a:lnTo>
                  <a:lnTo>
                    <a:pt x="3502498" y="115551"/>
                  </a:lnTo>
                  <a:lnTo>
                    <a:pt x="3502843" y="115413"/>
                  </a:lnTo>
                  <a:lnTo>
                    <a:pt x="3503188" y="115276"/>
                  </a:lnTo>
                  <a:lnTo>
                    <a:pt x="3504740" y="114655"/>
                  </a:lnTo>
                  <a:lnTo>
                    <a:pt x="3504912" y="114586"/>
                  </a:lnTo>
                  <a:lnTo>
                    <a:pt x="3505774" y="114242"/>
                  </a:lnTo>
                  <a:lnTo>
                    <a:pt x="3506291" y="114035"/>
                  </a:lnTo>
                  <a:lnTo>
                    <a:pt x="3506809" y="113828"/>
                  </a:lnTo>
                  <a:lnTo>
                    <a:pt x="3507498" y="113553"/>
                  </a:lnTo>
                  <a:lnTo>
                    <a:pt x="3507843" y="113415"/>
                  </a:lnTo>
                  <a:lnTo>
                    <a:pt x="3508705" y="113070"/>
                  </a:lnTo>
                  <a:lnTo>
                    <a:pt x="3509222" y="112863"/>
                  </a:lnTo>
                  <a:lnTo>
                    <a:pt x="3509567" y="112725"/>
                  </a:lnTo>
                  <a:lnTo>
                    <a:pt x="3510429" y="112381"/>
                  </a:lnTo>
                  <a:lnTo>
                    <a:pt x="3510774" y="112243"/>
                  </a:lnTo>
                  <a:lnTo>
                    <a:pt x="3511464" y="111967"/>
                  </a:lnTo>
                  <a:lnTo>
                    <a:pt x="3514050" y="110933"/>
                  </a:lnTo>
                  <a:lnTo>
                    <a:pt x="3514567" y="110727"/>
                  </a:lnTo>
                  <a:lnTo>
                    <a:pt x="3515429" y="110382"/>
                  </a:lnTo>
                  <a:lnTo>
                    <a:pt x="3515774" y="110244"/>
                  </a:lnTo>
                  <a:lnTo>
                    <a:pt x="3516808" y="109830"/>
                  </a:lnTo>
                  <a:lnTo>
                    <a:pt x="3516981" y="109762"/>
                  </a:lnTo>
                  <a:lnTo>
                    <a:pt x="3517670" y="109486"/>
                  </a:lnTo>
                  <a:lnTo>
                    <a:pt x="3518877" y="109003"/>
                  </a:lnTo>
                  <a:lnTo>
                    <a:pt x="3519739" y="108659"/>
                  </a:lnTo>
                  <a:lnTo>
                    <a:pt x="3521463" y="107969"/>
                  </a:lnTo>
                  <a:lnTo>
                    <a:pt x="3521636" y="107900"/>
                  </a:lnTo>
                  <a:lnTo>
                    <a:pt x="3521981" y="107763"/>
                  </a:lnTo>
                  <a:lnTo>
                    <a:pt x="3524222" y="106866"/>
                  </a:lnTo>
                  <a:lnTo>
                    <a:pt x="3525601" y="106315"/>
                  </a:lnTo>
                  <a:lnTo>
                    <a:pt x="3526981" y="105763"/>
                  </a:lnTo>
                  <a:lnTo>
                    <a:pt x="3529222" y="104867"/>
                  </a:lnTo>
                  <a:lnTo>
                    <a:pt x="3530084" y="104522"/>
                  </a:lnTo>
                  <a:lnTo>
                    <a:pt x="3530429" y="104385"/>
                  </a:lnTo>
                  <a:lnTo>
                    <a:pt x="3530601" y="104316"/>
                  </a:lnTo>
                  <a:lnTo>
                    <a:pt x="3531636" y="103902"/>
                  </a:lnTo>
                  <a:lnTo>
                    <a:pt x="3535946" y="102178"/>
                  </a:lnTo>
                  <a:lnTo>
                    <a:pt x="3540946" y="100179"/>
                  </a:lnTo>
                  <a:lnTo>
                    <a:pt x="3542325" y="99627"/>
                  </a:lnTo>
                  <a:lnTo>
                    <a:pt x="3544566" y="98731"/>
                  </a:lnTo>
                  <a:lnTo>
                    <a:pt x="3618702" y="69069"/>
                  </a:lnTo>
                  <a:lnTo>
                    <a:pt x="3620599" y="68310"/>
                  </a:lnTo>
                  <a:lnTo>
                    <a:pt x="3644391" y="58786"/>
                  </a:lnTo>
                  <a:lnTo>
                    <a:pt x="3645253" y="58440"/>
                  </a:lnTo>
                  <a:lnTo>
                    <a:pt x="3651805" y="55817"/>
                  </a:lnTo>
                  <a:lnTo>
                    <a:pt x="3654391" y="54782"/>
                  </a:lnTo>
                  <a:lnTo>
                    <a:pt x="3659219" y="52849"/>
                  </a:lnTo>
                  <a:lnTo>
                    <a:pt x="3664218" y="50847"/>
                  </a:lnTo>
                  <a:lnTo>
                    <a:pt x="3666287" y="50018"/>
                  </a:lnTo>
                  <a:lnTo>
                    <a:pt x="3671804" y="47809"/>
                  </a:lnTo>
                  <a:lnTo>
                    <a:pt x="3674908" y="46566"/>
                  </a:lnTo>
                  <a:lnTo>
                    <a:pt x="3675253" y="46428"/>
                  </a:lnTo>
                  <a:lnTo>
                    <a:pt x="3675597" y="46290"/>
                  </a:lnTo>
                  <a:lnTo>
                    <a:pt x="3677149" y="45668"/>
                  </a:lnTo>
                  <a:lnTo>
                    <a:pt x="3677322" y="45599"/>
                  </a:lnTo>
                  <a:lnTo>
                    <a:pt x="3678184" y="45254"/>
                  </a:lnTo>
                  <a:lnTo>
                    <a:pt x="3678701" y="45047"/>
                  </a:lnTo>
                  <a:lnTo>
                    <a:pt x="3679218" y="44840"/>
                  </a:lnTo>
                  <a:lnTo>
                    <a:pt x="3679908" y="44563"/>
                  </a:lnTo>
                  <a:lnTo>
                    <a:pt x="3680253" y="44425"/>
                  </a:lnTo>
                  <a:lnTo>
                    <a:pt x="3681115" y="44080"/>
                  </a:lnTo>
                  <a:lnTo>
                    <a:pt x="3681632" y="43873"/>
                  </a:lnTo>
                  <a:lnTo>
                    <a:pt x="3681977" y="43735"/>
                  </a:lnTo>
                  <a:lnTo>
                    <a:pt x="3682839" y="43389"/>
                  </a:lnTo>
                  <a:lnTo>
                    <a:pt x="3683184" y="43251"/>
                  </a:lnTo>
                  <a:lnTo>
                    <a:pt x="3683873" y="42975"/>
                  </a:lnTo>
                  <a:lnTo>
                    <a:pt x="3686459" y="41939"/>
                  </a:lnTo>
                  <a:lnTo>
                    <a:pt x="3686977" y="41732"/>
                  </a:lnTo>
                  <a:lnTo>
                    <a:pt x="3687839" y="41387"/>
                  </a:lnTo>
                  <a:lnTo>
                    <a:pt x="3688183" y="41249"/>
                  </a:lnTo>
                  <a:lnTo>
                    <a:pt x="3689218" y="40834"/>
                  </a:lnTo>
                  <a:lnTo>
                    <a:pt x="3689390" y="40765"/>
                  </a:lnTo>
                  <a:lnTo>
                    <a:pt x="3690080" y="40489"/>
                  </a:lnTo>
                  <a:lnTo>
                    <a:pt x="3691287" y="40006"/>
                  </a:lnTo>
                  <a:lnTo>
                    <a:pt x="3692149" y="39660"/>
                  </a:lnTo>
                  <a:lnTo>
                    <a:pt x="3693873" y="38970"/>
                  </a:lnTo>
                  <a:lnTo>
                    <a:pt x="3694045" y="38901"/>
                  </a:lnTo>
                  <a:lnTo>
                    <a:pt x="3694390" y="38762"/>
                  </a:lnTo>
                  <a:lnTo>
                    <a:pt x="3696631" y="37865"/>
                  </a:lnTo>
                  <a:lnTo>
                    <a:pt x="3698011" y="37312"/>
                  </a:lnTo>
                  <a:lnTo>
                    <a:pt x="3699390" y="36760"/>
                  </a:lnTo>
                  <a:lnTo>
                    <a:pt x="3701631" y="35862"/>
                  </a:lnTo>
                  <a:lnTo>
                    <a:pt x="3702493" y="35516"/>
                  </a:lnTo>
                  <a:lnTo>
                    <a:pt x="3702838" y="35378"/>
                  </a:lnTo>
                  <a:lnTo>
                    <a:pt x="3703011" y="35309"/>
                  </a:lnTo>
                  <a:lnTo>
                    <a:pt x="3704045" y="34895"/>
                  </a:lnTo>
                  <a:lnTo>
                    <a:pt x="3708355" y="33168"/>
                  </a:lnTo>
                  <a:lnTo>
                    <a:pt x="3713355" y="31165"/>
                  </a:lnTo>
                  <a:lnTo>
                    <a:pt x="3714734" y="30612"/>
                  </a:lnTo>
                  <a:lnTo>
                    <a:pt x="3716976" y="29714"/>
                  </a:lnTo>
                  <a:lnTo>
                    <a:pt x="3791112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" name="pl14"/>
            <p:cNvSpPr/>
            <p:nvPr/>
          </p:nvSpPr>
          <p:spPr>
            <a:xfrm>
              <a:off x="3553336" y="3161276"/>
              <a:ext cx="3791112" cy="1409659"/>
            </a:xfrm>
            <a:custGeom>
              <a:avLst/>
              <a:pathLst>
                <a:path w="3791112" h="1409659">
                  <a:moveTo>
                    <a:pt x="3791112" y="0"/>
                  </a:moveTo>
                  <a:lnTo>
                    <a:pt x="3716976" y="26258"/>
                  </a:lnTo>
                  <a:lnTo>
                    <a:pt x="3714734" y="27052"/>
                  </a:lnTo>
                  <a:lnTo>
                    <a:pt x="3713355" y="27540"/>
                  </a:lnTo>
                  <a:lnTo>
                    <a:pt x="3708355" y="29312"/>
                  </a:lnTo>
                  <a:lnTo>
                    <a:pt x="3704045" y="30840"/>
                  </a:lnTo>
                  <a:lnTo>
                    <a:pt x="3703011" y="31206"/>
                  </a:lnTo>
                  <a:lnTo>
                    <a:pt x="3702838" y="31267"/>
                  </a:lnTo>
                  <a:lnTo>
                    <a:pt x="3702493" y="31390"/>
                  </a:lnTo>
                  <a:lnTo>
                    <a:pt x="3701631" y="31695"/>
                  </a:lnTo>
                  <a:lnTo>
                    <a:pt x="3699390" y="32489"/>
                  </a:lnTo>
                  <a:lnTo>
                    <a:pt x="3698011" y="32978"/>
                  </a:lnTo>
                  <a:lnTo>
                    <a:pt x="3696631" y="33467"/>
                  </a:lnTo>
                  <a:lnTo>
                    <a:pt x="3694390" y="34261"/>
                  </a:lnTo>
                  <a:lnTo>
                    <a:pt x="3694045" y="34384"/>
                  </a:lnTo>
                  <a:lnTo>
                    <a:pt x="3693873" y="34445"/>
                  </a:lnTo>
                  <a:lnTo>
                    <a:pt x="3692149" y="35056"/>
                  </a:lnTo>
                  <a:lnTo>
                    <a:pt x="3691287" y="35361"/>
                  </a:lnTo>
                  <a:lnTo>
                    <a:pt x="3690080" y="35789"/>
                  </a:lnTo>
                  <a:lnTo>
                    <a:pt x="3689390" y="36034"/>
                  </a:lnTo>
                  <a:lnTo>
                    <a:pt x="3689218" y="36095"/>
                  </a:lnTo>
                  <a:lnTo>
                    <a:pt x="3688183" y="36461"/>
                  </a:lnTo>
                  <a:lnTo>
                    <a:pt x="3687839" y="36584"/>
                  </a:lnTo>
                  <a:lnTo>
                    <a:pt x="3686977" y="36889"/>
                  </a:lnTo>
                  <a:lnTo>
                    <a:pt x="3686459" y="37072"/>
                  </a:lnTo>
                  <a:lnTo>
                    <a:pt x="3683873" y="37989"/>
                  </a:lnTo>
                  <a:lnTo>
                    <a:pt x="3683184" y="38234"/>
                  </a:lnTo>
                  <a:lnTo>
                    <a:pt x="3682839" y="38356"/>
                  </a:lnTo>
                  <a:lnTo>
                    <a:pt x="3681977" y="38661"/>
                  </a:lnTo>
                  <a:lnTo>
                    <a:pt x="3681632" y="38784"/>
                  </a:lnTo>
                  <a:lnTo>
                    <a:pt x="3681115" y="38967"/>
                  </a:lnTo>
                  <a:lnTo>
                    <a:pt x="3680253" y="39273"/>
                  </a:lnTo>
                  <a:lnTo>
                    <a:pt x="3679908" y="39395"/>
                  </a:lnTo>
                  <a:lnTo>
                    <a:pt x="3679218" y="39639"/>
                  </a:lnTo>
                  <a:lnTo>
                    <a:pt x="3678701" y="39823"/>
                  </a:lnTo>
                  <a:lnTo>
                    <a:pt x="3678184" y="40006"/>
                  </a:lnTo>
                  <a:lnTo>
                    <a:pt x="3677322" y="40312"/>
                  </a:lnTo>
                  <a:lnTo>
                    <a:pt x="3677149" y="40373"/>
                  </a:lnTo>
                  <a:lnTo>
                    <a:pt x="3675597" y="40923"/>
                  </a:lnTo>
                  <a:lnTo>
                    <a:pt x="3675253" y="41045"/>
                  </a:lnTo>
                  <a:lnTo>
                    <a:pt x="3674908" y="41167"/>
                  </a:lnTo>
                  <a:lnTo>
                    <a:pt x="3671804" y="42267"/>
                  </a:lnTo>
                  <a:lnTo>
                    <a:pt x="3666287" y="44223"/>
                  </a:lnTo>
                  <a:lnTo>
                    <a:pt x="3664218" y="44957"/>
                  </a:lnTo>
                  <a:lnTo>
                    <a:pt x="3659219" y="46730"/>
                  </a:lnTo>
                  <a:lnTo>
                    <a:pt x="3654391" y="48441"/>
                  </a:lnTo>
                  <a:lnTo>
                    <a:pt x="3651805" y="49358"/>
                  </a:lnTo>
                  <a:lnTo>
                    <a:pt x="3645253" y="51682"/>
                  </a:lnTo>
                  <a:lnTo>
                    <a:pt x="3644391" y="51987"/>
                  </a:lnTo>
                  <a:lnTo>
                    <a:pt x="3620599" y="60426"/>
                  </a:lnTo>
                  <a:lnTo>
                    <a:pt x="3618702" y="61099"/>
                  </a:lnTo>
                  <a:lnTo>
                    <a:pt x="3544566" y="87410"/>
                  </a:lnTo>
                  <a:lnTo>
                    <a:pt x="3542325" y="88206"/>
                  </a:lnTo>
                  <a:lnTo>
                    <a:pt x="3540946" y="88695"/>
                  </a:lnTo>
                  <a:lnTo>
                    <a:pt x="3535946" y="90471"/>
                  </a:lnTo>
                  <a:lnTo>
                    <a:pt x="3531636" y="92001"/>
                  </a:lnTo>
                  <a:lnTo>
                    <a:pt x="3530601" y="92369"/>
                  </a:lnTo>
                  <a:lnTo>
                    <a:pt x="3530429" y="92430"/>
                  </a:lnTo>
                  <a:lnTo>
                    <a:pt x="3530084" y="92553"/>
                  </a:lnTo>
                  <a:lnTo>
                    <a:pt x="3529222" y="92859"/>
                  </a:lnTo>
                  <a:lnTo>
                    <a:pt x="3526981" y="93655"/>
                  </a:lnTo>
                  <a:lnTo>
                    <a:pt x="3525601" y="94145"/>
                  </a:lnTo>
                  <a:lnTo>
                    <a:pt x="3524222" y="94634"/>
                  </a:lnTo>
                  <a:lnTo>
                    <a:pt x="3521981" y="95430"/>
                  </a:lnTo>
                  <a:lnTo>
                    <a:pt x="3521636" y="95553"/>
                  </a:lnTo>
                  <a:lnTo>
                    <a:pt x="3521463" y="95614"/>
                  </a:lnTo>
                  <a:lnTo>
                    <a:pt x="3519739" y="96226"/>
                  </a:lnTo>
                  <a:lnTo>
                    <a:pt x="3518877" y="96533"/>
                  </a:lnTo>
                  <a:lnTo>
                    <a:pt x="3517670" y="96961"/>
                  </a:lnTo>
                  <a:lnTo>
                    <a:pt x="3516981" y="97206"/>
                  </a:lnTo>
                  <a:lnTo>
                    <a:pt x="3516808" y="97268"/>
                  </a:lnTo>
                  <a:lnTo>
                    <a:pt x="3515774" y="97635"/>
                  </a:lnTo>
                  <a:lnTo>
                    <a:pt x="3515429" y="97757"/>
                  </a:lnTo>
                  <a:lnTo>
                    <a:pt x="3514567" y="98064"/>
                  </a:lnTo>
                  <a:lnTo>
                    <a:pt x="3514050" y="98247"/>
                  </a:lnTo>
                  <a:lnTo>
                    <a:pt x="3511464" y="99166"/>
                  </a:lnTo>
                  <a:lnTo>
                    <a:pt x="3510774" y="99411"/>
                  </a:lnTo>
                  <a:lnTo>
                    <a:pt x="3510429" y="99533"/>
                  </a:lnTo>
                  <a:lnTo>
                    <a:pt x="3509567" y="99840"/>
                  </a:lnTo>
                  <a:lnTo>
                    <a:pt x="3509222" y="99962"/>
                  </a:lnTo>
                  <a:lnTo>
                    <a:pt x="3508705" y="100146"/>
                  </a:lnTo>
                  <a:lnTo>
                    <a:pt x="3507843" y="100452"/>
                  </a:lnTo>
                  <a:lnTo>
                    <a:pt x="3507498" y="100575"/>
                  </a:lnTo>
                  <a:lnTo>
                    <a:pt x="3506809" y="100820"/>
                  </a:lnTo>
                  <a:lnTo>
                    <a:pt x="3506291" y="101003"/>
                  </a:lnTo>
                  <a:lnTo>
                    <a:pt x="3505774" y="101187"/>
                  </a:lnTo>
                  <a:lnTo>
                    <a:pt x="3504912" y="101493"/>
                  </a:lnTo>
                  <a:lnTo>
                    <a:pt x="3504740" y="101555"/>
                  </a:lnTo>
                  <a:lnTo>
                    <a:pt x="3503188" y="102106"/>
                  </a:lnTo>
                  <a:lnTo>
                    <a:pt x="3502843" y="102228"/>
                  </a:lnTo>
                  <a:lnTo>
                    <a:pt x="3502498" y="102351"/>
                  </a:lnTo>
                  <a:lnTo>
                    <a:pt x="3499395" y="103453"/>
                  </a:lnTo>
                  <a:lnTo>
                    <a:pt x="3493878" y="105414"/>
                  </a:lnTo>
                  <a:lnTo>
                    <a:pt x="3491809" y="106149"/>
                  </a:lnTo>
                  <a:lnTo>
                    <a:pt x="3486809" y="107925"/>
                  </a:lnTo>
                  <a:lnTo>
                    <a:pt x="3481982" y="109641"/>
                  </a:lnTo>
                  <a:lnTo>
                    <a:pt x="3479395" y="110560"/>
                  </a:lnTo>
                  <a:lnTo>
                    <a:pt x="3472844" y="112888"/>
                  </a:lnTo>
                  <a:lnTo>
                    <a:pt x="3471982" y="113194"/>
                  </a:lnTo>
                  <a:lnTo>
                    <a:pt x="3448189" y="121652"/>
                  </a:lnTo>
                  <a:lnTo>
                    <a:pt x="3446293" y="122326"/>
                  </a:lnTo>
                  <a:lnTo>
                    <a:pt x="3372157" y="148698"/>
                  </a:lnTo>
                  <a:lnTo>
                    <a:pt x="3369915" y="149495"/>
                  </a:lnTo>
                  <a:lnTo>
                    <a:pt x="3368536" y="149986"/>
                  </a:lnTo>
                  <a:lnTo>
                    <a:pt x="3363536" y="151766"/>
                  </a:lnTo>
                  <a:lnTo>
                    <a:pt x="3359226" y="153300"/>
                  </a:lnTo>
                  <a:lnTo>
                    <a:pt x="3358192" y="153669"/>
                  </a:lnTo>
                  <a:lnTo>
                    <a:pt x="3358019" y="153730"/>
                  </a:lnTo>
                  <a:lnTo>
                    <a:pt x="3357674" y="153853"/>
                  </a:lnTo>
                  <a:lnTo>
                    <a:pt x="3356812" y="154160"/>
                  </a:lnTo>
                  <a:lnTo>
                    <a:pt x="3354571" y="154957"/>
                  </a:lnTo>
                  <a:lnTo>
                    <a:pt x="3353192" y="155448"/>
                  </a:lnTo>
                  <a:lnTo>
                    <a:pt x="3351812" y="155939"/>
                  </a:lnTo>
                  <a:lnTo>
                    <a:pt x="3349571" y="156737"/>
                  </a:lnTo>
                  <a:lnTo>
                    <a:pt x="3349226" y="156860"/>
                  </a:lnTo>
                  <a:lnTo>
                    <a:pt x="3349054" y="156922"/>
                  </a:lnTo>
                  <a:lnTo>
                    <a:pt x="3347330" y="157535"/>
                  </a:lnTo>
                  <a:lnTo>
                    <a:pt x="3346468" y="157842"/>
                  </a:lnTo>
                  <a:lnTo>
                    <a:pt x="3345261" y="158272"/>
                  </a:lnTo>
                  <a:lnTo>
                    <a:pt x="3344571" y="158518"/>
                  </a:lnTo>
                  <a:lnTo>
                    <a:pt x="3344399" y="158579"/>
                  </a:lnTo>
                  <a:lnTo>
                    <a:pt x="3343364" y="158947"/>
                  </a:lnTo>
                  <a:lnTo>
                    <a:pt x="3343020" y="159070"/>
                  </a:lnTo>
                  <a:lnTo>
                    <a:pt x="3342158" y="159377"/>
                  </a:lnTo>
                  <a:lnTo>
                    <a:pt x="3341640" y="159561"/>
                  </a:lnTo>
                  <a:lnTo>
                    <a:pt x="3339054" y="160482"/>
                  </a:lnTo>
                  <a:lnTo>
                    <a:pt x="3338365" y="160728"/>
                  </a:lnTo>
                  <a:lnTo>
                    <a:pt x="3338020" y="160850"/>
                  </a:lnTo>
                  <a:lnTo>
                    <a:pt x="3337158" y="161157"/>
                  </a:lnTo>
                  <a:lnTo>
                    <a:pt x="3336813" y="161280"/>
                  </a:lnTo>
                  <a:lnTo>
                    <a:pt x="3336296" y="161464"/>
                  </a:lnTo>
                  <a:lnTo>
                    <a:pt x="3335434" y="161771"/>
                  </a:lnTo>
                  <a:lnTo>
                    <a:pt x="3335089" y="161894"/>
                  </a:lnTo>
                  <a:lnTo>
                    <a:pt x="3334399" y="162140"/>
                  </a:lnTo>
                  <a:lnTo>
                    <a:pt x="3333882" y="162324"/>
                  </a:lnTo>
                  <a:lnTo>
                    <a:pt x="3333365" y="162508"/>
                  </a:lnTo>
                  <a:lnTo>
                    <a:pt x="3332503" y="162815"/>
                  </a:lnTo>
                  <a:lnTo>
                    <a:pt x="3332330" y="162876"/>
                  </a:lnTo>
                  <a:lnTo>
                    <a:pt x="3330779" y="163429"/>
                  </a:lnTo>
                  <a:lnTo>
                    <a:pt x="3330434" y="163552"/>
                  </a:lnTo>
                  <a:lnTo>
                    <a:pt x="3330089" y="163675"/>
                  </a:lnTo>
                  <a:lnTo>
                    <a:pt x="3326985" y="164780"/>
                  </a:lnTo>
                  <a:lnTo>
                    <a:pt x="3321468" y="166745"/>
                  </a:lnTo>
                  <a:lnTo>
                    <a:pt x="3319399" y="167482"/>
                  </a:lnTo>
                  <a:lnTo>
                    <a:pt x="3314400" y="169263"/>
                  </a:lnTo>
                  <a:lnTo>
                    <a:pt x="3309572" y="170982"/>
                  </a:lnTo>
                  <a:lnTo>
                    <a:pt x="3306986" y="171904"/>
                  </a:lnTo>
                  <a:lnTo>
                    <a:pt x="3300434" y="174238"/>
                  </a:lnTo>
                  <a:lnTo>
                    <a:pt x="3299572" y="174545"/>
                  </a:lnTo>
                  <a:lnTo>
                    <a:pt x="3275780" y="183024"/>
                  </a:lnTo>
                  <a:lnTo>
                    <a:pt x="3273883" y="183700"/>
                  </a:lnTo>
                  <a:lnTo>
                    <a:pt x="3199747" y="210141"/>
                  </a:lnTo>
                  <a:lnTo>
                    <a:pt x="3197506" y="210941"/>
                  </a:lnTo>
                  <a:lnTo>
                    <a:pt x="3196127" y="211433"/>
                  </a:lnTo>
                  <a:lnTo>
                    <a:pt x="3191127" y="213217"/>
                  </a:lnTo>
                  <a:lnTo>
                    <a:pt x="3186817" y="214756"/>
                  </a:lnTo>
                  <a:lnTo>
                    <a:pt x="3185782" y="215125"/>
                  </a:lnTo>
                  <a:lnTo>
                    <a:pt x="3185610" y="215187"/>
                  </a:lnTo>
                  <a:lnTo>
                    <a:pt x="3185265" y="215310"/>
                  </a:lnTo>
                  <a:lnTo>
                    <a:pt x="3184403" y="215617"/>
                  </a:lnTo>
                  <a:lnTo>
                    <a:pt x="3182162" y="216417"/>
                  </a:lnTo>
                  <a:lnTo>
                    <a:pt x="3180782" y="216910"/>
                  </a:lnTo>
                  <a:lnTo>
                    <a:pt x="3179403" y="217402"/>
                  </a:lnTo>
                  <a:lnTo>
                    <a:pt x="3177162" y="218202"/>
                  </a:lnTo>
                  <a:lnTo>
                    <a:pt x="3176817" y="218325"/>
                  </a:lnTo>
                  <a:lnTo>
                    <a:pt x="3176644" y="218387"/>
                  </a:lnTo>
                  <a:lnTo>
                    <a:pt x="3174920" y="219003"/>
                  </a:lnTo>
                  <a:lnTo>
                    <a:pt x="3174058" y="219310"/>
                  </a:lnTo>
                  <a:lnTo>
                    <a:pt x="3172851" y="219741"/>
                  </a:lnTo>
                  <a:lnTo>
                    <a:pt x="3172162" y="219987"/>
                  </a:lnTo>
                  <a:lnTo>
                    <a:pt x="3171989" y="220049"/>
                  </a:lnTo>
                  <a:lnTo>
                    <a:pt x="3170955" y="220418"/>
                  </a:lnTo>
                  <a:lnTo>
                    <a:pt x="3170610" y="220541"/>
                  </a:lnTo>
                  <a:lnTo>
                    <a:pt x="3169748" y="220849"/>
                  </a:lnTo>
                  <a:lnTo>
                    <a:pt x="3169231" y="221034"/>
                  </a:lnTo>
                  <a:lnTo>
                    <a:pt x="3166645" y="221957"/>
                  </a:lnTo>
                  <a:lnTo>
                    <a:pt x="3165955" y="222204"/>
                  </a:lnTo>
                  <a:lnTo>
                    <a:pt x="3165610" y="222327"/>
                  </a:lnTo>
                  <a:lnTo>
                    <a:pt x="3164748" y="222635"/>
                  </a:lnTo>
                  <a:lnTo>
                    <a:pt x="3164403" y="222758"/>
                  </a:lnTo>
                  <a:lnTo>
                    <a:pt x="3163886" y="222942"/>
                  </a:lnTo>
                  <a:lnTo>
                    <a:pt x="3163024" y="223250"/>
                  </a:lnTo>
                  <a:lnTo>
                    <a:pt x="3162679" y="223373"/>
                  </a:lnTo>
                  <a:lnTo>
                    <a:pt x="3161990" y="223620"/>
                  </a:lnTo>
                  <a:lnTo>
                    <a:pt x="3161472" y="223804"/>
                  </a:lnTo>
                  <a:lnTo>
                    <a:pt x="3160955" y="223989"/>
                  </a:lnTo>
                  <a:lnTo>
                    <a:pt x="3160093" y="224297"/>
                  </a:lnTo>
                  <a:lnTo>
                    <a:pt x="3159921" y="224358"/>
                  </a:lnTo>
                  <a:lnTo>
                    <a:pt x="3158369" y="224913"/>
                  </a:lnTo>
                  <a:lnTo>
                    <a:pt x="3158024" y="225036"/>
                  </a:lnTo>
                  <a:lnTo>
                    <a:pt x="3157679" y="225159"/>
                  </a:lnTo>
                  <a:lnTo>
                    <a:pt x="3154576" y="226267"/>
                  </a:lnTo>
                  <a:lnTo>
                    <a:pt x="3149059" y="228238"/>
                  </a:lnTo>
                  <a:lnTo>
                    <a:pt x="3146990" y="228977"/>
                  </a:lnTo>
                  <a:lnTo>
                    <a:pt x="3141990" y="230763"/>
                  </a:lnTo>
                  <a:lnTo>
                    <a:pt x="3137163" y="232487"/>
                  </a:lnTo>
                  <a:lnTo>
                    <a:pt x="3134577" y="233411"/>
                  </a:lnTo>
                  <a:lnTo>
                    <a:pt x="3128025" y="235752"/>
                  </a:lnTo>
                  <a:lnTo>
                    <a:pt x="3127163" y="236060"/>
                  </a:lnTo>
                  <a:lnTo>
                    <a:pt x="3103370" y="244563"/>
                  </a:lnTo>
                  <a:lnTo>
                    <a:pt x="3101474" y="245241"/>
                  </a:lnTo>
                  <a:lnTo>
                    <a:pt x="3027338" y="271761"/>
                  </a:lnTo>
                  <a:lnTo>
                    <a:pt x="3025096" y="272564"/>
                  </a:lnTo>
                  <a:lnTo>
                    <a:pt x="3023717" y="273057"/>
                  </a:lnTo>
                  <a:lnTo>
                    <a:pt x="3018717" y="274847"/>
                  </a:lnTo>
                  <a:lnTo>
                    <a:pt x="3014407" y="276391"/>
                  </a:lnTo>
                  <a:lnTo>
                    <a:pt x="3013373" y="276761"/>
                  </a:lnTo>
                  <a:lnTo>
                    <a:pt x="3013200" y="276823"/>
                  </a:lnTo>
                  <a:lnTo>
                    <a:pt x="3012855" y="276946"/>
                  </a:lnTo>
                  <a:lnTo>
                    <a:pt x="3011993" y="277255"/>
                  </a:lnTo>
                  <a:lnTo>
                    <a:pt x="3009752" y="278057"/>
                  </a:lnTo>
                  <a:lnTo>
                    <a:pt x="3008373" y="278551"/>
                  </a:lnTo>
                  <a:lnTo>
                    <a:pt x="3006993" y="279045"/>
                  </a:lnTo>
                  <a:lnTo>
                    <a:pt x="3004752" y="279848"/>
                  </a:lnTo>
                  <a:lnTo>
                    <a:pt x="3004407" y="279971"/>
                  </a:lnTo>
                  <a:lnTo>
                    <a:pt x="3004235" y="280033"/>
                  </a:lnTo>
                  <a:lnTo>
                    <a:pt x="3002511" y="280651"/>
                  </a:lnTo>
                  <a:lnTo>
                    <a:pt x="3001649" y="280959"/>
                  </a:lnTo>
                  <a:lnTo>
                    <a:pt x="3000442" y="281392"/>
                  </a:lnTo>
                  <a:lnTo>
                    <a:pt x="2999752" y="281639"/>
                  </a:lnTo>
                  <a:lnTo>
                    <a:pt x="2999580" y="281700"/>
                  </a:lnTo>
                  <a:lnTo>
                    <a:pt x="2998545" y="282071"/>
                  </a:lnTo>
                  <a:lnTo>
                    <a:pt x="2998201" y="282194"/>
                  </a:lnTo>
                  <a:lnTo>
                    <a:pt x="2997339" y="282503"/>
                  </a:lnTo>
                  <a:lnTo>
                    <a:pt x="2996821" y="282688"/>
                  </a:lnTo>
                  <a:lnTo>
                    <a:pt x="2994235" y="283615"/>
                  </a:lnTo>
                  <a:lnTo>
                    <a:pt x="2993546" y="283862"/>
                  </a:lnTo>
                  <a:lnTo>
                    <a:pt x="2993201" y="283985"/>
                  </a:lnTo>
                  <a:lnTo>
                    <a:pt x="2992339" y="284294"/>
                  </a:lnTo>
                  <a:lnTo>
                    <a:pt x="2991994" y="284418"/>
                  </a:lnTo>
                  <a:lnTo>
                    <a:pt x="2991477" y="284603"/>
                  </a:lnTo>
                  <a:lnTo>
                    <a:pt x="2990615" y="284912"/>
                  </a:lnTo>
                  <a:lnTo>
                    <a:pt x="2990270" y="285035"/>
                  </a:lnTo>
                  <a:lnTo>
                    <a:pt x="2989580" y="285282"/>
                  </a:lnTo>
                  <a:lnTo>
                    <a:pt x="2989063" y="285468"/>
                  </a:lnTo>
                  <a:lnTo>
                    <a:pt x="2988546" y="285653"/>
                  </a:lnTo>
                  <a:lnTo>
                    <a:pt x="2987684" y="285962"/>
                  </a:lnTo>
                  <a:lnTo>
                    <a:pt x="2987511" y="286023"/>
                  </a:lnTo>
                  <a:lnTo>
                    <a:pt x="2985960" y="286579"/>
                  </a:lnTo>
                  <a:lnTo>
                    <a:pt x="2985615" y="286703"/>
                  </a:lnTo>
                  <a:lnTo>
                    <a:pt x="2985270" y="286826"/>
                  </a:lnTo>
                  <a:lnTo>
                    <a:pt x="2982167" y="287938"/>
                  </a:lnTo>
                  <a:lnTo>
                    <a:pt x="2976649" y="289915"/>
                  </a:lnTo>
                  <a:lnTo>
                    <a:pt x="2974580" y="290656"/>
                  </a:lnTo>
                  <a:lnTo>
                    <a:pt x="2969581" y="292448"/>
                  </a:lnTo>
                  <a:lnTo>
                    <a:pt x="2964753" y="294178"/>
                  </a:lnTo>
                  <a:lnTo>
                    <a:pt x="2962167" y="295105"/>
                  </a:lnTo>
                  <a:lnTo>
                    <a:pt x="2955615" y="297454"/>
                  </a:lnTo>
                  <a:lnTo>
                    <a:pt x="2954753" y="297763"/>
                  </a:lnTo>
                  <a:lnTo>
                    <a:pt x="2930961" y="306294"/>
                  </a:lnTo>
                  <a:lnTo>
                    <a:pt x="2929064" y="306974"/>
                  </a:lnTo>
                  <a:lnTo>
                    <a:pt x="2854928" y="333585"/>
                  </a:lnTo>
                  <a:lnTo>
                    <a:pt x="2852687" y="334390"/>
                  </a:lnTo>
                  <a:lnTo>
                    <a:pt x="2851308" y="334885"/>
                  </a:lnTo>
                  <a:lnTo>
                    <a:pt x="2846308" y="336682"/>
                  </a:lnTo>
                  <a:lnTo>
                    <a:pt x="2841998" y="338231"/>
                  </a:lnTo>
                  <a:lnTo>
                    <a:pt x="2840963" y="338602"/>
                  </a:lnTo>
                  <a:lnTo>
                    <a:pt x="2840791" y="338664"/>
                  </a:lnTo>
                  <a:lnTo>
                    <a:pt x="2840446" y="338788"/>
                  </a:lnTo>
                  <a:lnTo>
                    <a:pt x="2839584" y="339098"/>
                  </a:lnTo>
                  <a:lnTo>
                    <a:pt x="2837343" y="339903"/>
                  </a:lnTo>
                  <a:lnTo>
                    <a:pt x="2835963" y="340399"/>
                  </a:lnTo>
                  <a:lnTo>
                    <a:pt x="2834584" y="340895"/>
                  </a:lnTo>
                  <a:lnTo>
                    <a:pt x="2832343" y="341700"/>
                  </a:lnTo>
                  <a:lnTo>
                    <a:pt x="2831998" y="341824"/>
                  </a:lnTo>
                  <a:lnTo>
                    <a:pt x="2831825" y="341886"/>
                  </a:lnTo>
                  <a:lnTo>
                    <a:pt x="2830101" y="342506"/>
                  </a:lnTo>
                  <a:lnTo>
                    <a:pt x="2829239" y="342816"/>
                  </a:lnTo>
                  <a:lnTo>
                    <a:pt x="2828032" y="343249"/>
                  </a:lnTo>
                  <a:lnTo>
                    <a:pt x="2827343" y="343497"/>
                  </a:lnTo>
                  <a:lnTo>
                    <a:pt x="2827170" y="343559"/>
                  </a:lnTo>
                  <a:lnTo>
                    <a:pt x="2826136" y="343931"/>
                  </a:lnTo>
                  <a:lnTo>
                    <a:pt x="2825791" y="344055"/>
                  </a:lnTo>
                  <a:lnTo>
                    <a:pt x="2824929" y="344365"/>
                  </a:lnTo>
                  <a:lnTo>
                    <a:pt x="2824412" y="344551"/>
                  </a:lnTo>
                  <a:lnTo>
                    <a:pt x="2821826" y="345481"/>
                  </a:lnTo>
                  <a:lnTo>
                    <a:pt x="2821136" y="345728"/>
                  </a:lnTo>
                  <a:lnTo>
                    <a:pt x="2820791" y="345852"/>
                  </a:lnTo>
                  <a:lnTo>
                    <a:pt x="2819929" y="346162"/>
                  </a:lnTo>
                  <a:lnTo>
                    <a:pt x="2819584" y="346286"/>
                  </a:lnTo>
                  <a:lnTo>
                    <a:pt x="2819067" y="346472"/>
                  </a:lnTo>
                  <a:lnTo>
                    <a:pt x="2818205" y="346782"/>
                  </a:lnTo>
                  <a:lnTo>
                    <a:pt x="2817860" y="346906"/>
                  </a:lnTo>
                  <a:lnTo>
                    <a:pt x="2817171" y="347154"/>
                  </a:lnTo>
                  <a:lnTo>
                    <a:pt x="2816653" y="347340"/>
                  </a:lnTo>
                  <a:lnTo>
                    <a:pt x="2816136" y="347526"/>
                  </a:lnTo>
                  <a:lnTo>
                    <a:pt x="2815274" y="347836"/>
                  </a:lnTo>
                  <a:lnTo>
                    <a:pt x="2815102" y="347898"/>
                  </a:lnTo>
                  <a:lnTo>
                    <a:pt x="2813550" y="348456"/>
                  </a:lnTo>
                  <a:lnTo>
                    <a:pt x="2813205" y="348580"/>
                  </a:lnTo>
                  <a:lnTo>
                    <a:pt x="2812860" y="348704"/>
                  </a:lnTo>
                  <a:lnTo>
                    <a:pt x="2809757" y="349820"/>
                  </a:lnTo>
                  <a:lnTo>
                    <a:pt x="2804240" y="351804"/>
                  </a:lnTo>
                  <a:lnTo>
                    <a:pt x="2802171" y="352548"/>
                  </a:lnTo>
                  <a:lnTo>
                    <a:pt x="2797171" y="354346"/>
                  </a:lnTo>
                  <a:lnTo>
                    <a:pt x="2792344" y="356082"/>
                  </a:lnTo>
                  <a:lnTo>
                    <a:pt x="2789758" y="357013"/>
                  </a:lnTo>
                  <a:lnTo>
                    <a:pt x="2783206" y="359370"/>
                  </a:lnTo>
                  <a:lnTo>
                    <a:pt x="2782344" y="359680"/>
                  </a:lnTo>
                  <a:lnTo>
                    <a:pt x="2758551" y="368243"/>
                  </a:lnTo>
                  <a:lnTo>
                    <a:pt x="2756655" y="368926"/>
                  </a:lnTo>
                  <a:lnTo>
                    <a:pt x="2682519" y="395640"/>
                  </a:lnTo>
                  <a:lnTo>
                    <a:pt x="2680277" y="396448"/>
                  </a:lnTo>
                  <a:lnTo>
                    <a:pt x="2678898" y="396946"/>
                  </a:lnTo>
                  <a:lnTo>
                    <a:pt x="2673898" y="398749"/>
                  </a:lnTo>
                  <a:lnTo>
                    <a:pt x="2669588" y="400304"/>
                  </a:lnTo>
                  <a:lnTo>
                    <a:pt x="2668554" y="400678"/>
                  </a:lnTo>
                  <a:lnTo>
                    <a:pt x="2668381" y="400740"/>
                  </a:lnTo>
                  <a:lnTo>
                    <a:pt x="2668036" y="400864"/>
                  </a:lnTo>
                  <a:lnTo>
                    <a:pt x="2667174" y="401175"/>
                  </a:lnTo>
                  <a:lnTo>
                    <a:pt x="2664933" y="401984"/>
                  </a:lnTo>
                  <a:lnTo>
                    <a:pt x="2663554" y="402482"/>
                  </a:lnTo>
                  <a:lnTo>
                    <a:pt x="2662174" y="402979"/>
                  </a:lnTo>
                  <a:lnTo>
                    <a:pt x="2659933" y="403788"/>
                  </a:lnTo>
                  <a:lnTo>
                    <a:pt x="2659588" y="403913"/>
                  </a:lnTo>
                  <a:lnTo>
                    <a:pt x="2659416" y="403975"/>
                  </a:lnTo>
                  <a:lnTo>
                    <a:pt x="2657692" y="404597"/>
                  </a:lnTo>
                  <a:lnTo>
                    <a:pt x="2656830" y="404908"/>
                  </a:lnTo>
                  <a:lnTo>
                    <a:pt x="2655623" y="405344"/>
                  </a:lnTo>
                  <a:lnTo>
                    <a:pt x="2654933" y="405592"/>
                  </a:lnTo>
                  <a:lnTo>
                    <a:pt x="2654761" y="405655"/>
                  </a:lnTo>
                  <a:lnTo>
                    <a:pt x="2653726" y="406028"/>
                  </a:lnTo>
                  <a:lnTo>
                    <a:pt x="2653382" y="406153"/>
                  </a:lnTo>
                  <a:lnTo>
                    <a:pt x="2652520" y="406464"/>
                  </a:lnTo>
                  <a:lnTo>
                    <a:pt x="2652002" y="406650"/>
                  </a:lnTo>
                  <a:lnTo>
                    <a:pt x="2649416" y="407584"/>
                  </a:lnTo>
                  <a:lnTo>
                    <a:pt x="2648727" y="407833"/>
                  </a:lnTo>
                  <a:lnTo>
                    <a:pt x="2648382" y="407957"/>
                  </a:lnTo>
                  <a:lnTo>
                    <a:pt x="2647520" y="408268"/>
                  </a:lnTo>
                  <a:lnTo>
                    <a:pt x="2647175" y="408393"/>
                  </a:lnTo>
                  <a:lnTo>
                    <a:pt x="2646658" y="408580"/>
                  </a:lnTo>
                  <a:lnTo>
                    <a:pt x="2645796" y="408891"/>
                  </a:lnTo>
                  <a:lnTo>
                    <a:pt x="2645451" y="409015"/>
                  </a:lnTo>
                  <a:lnTo>
                    <a:pt x="2644761" y="409264"/>
                  </a:lnTo>
                  <a:lnTo>
                    <a:pt x="2644244" y="409451"/>
                  </a:lnTo>
                  <a:lnTo>
                    <a:pt x="2643727" y="409638"/>
                  </a:lnTo>
                  <a:lnTo>
                    <a:pt x="2642865" y="409949"/>
                  </a:lnTo>
                  <a:lnTo>
                    <a:pt x="2642692" y="410011"/>
                  </a:lnTo>
                  <a:lnTo>
                    <a:pt x="2641141" y="410571"/>
                  </a:lnTo>
                  <a:lnTo>
                    <a:pt x="2640796" y="410696"/>
                  </a:lnTo>
                  <a:lnTo>
                    <a:pt x="2640451" y="410820"/>
                  </a:lnTo>
                  <a:lnTo>
                    <a:pt x="2637348" y="411941"/>
                  </a:lnTo>
                  <a:lnTo>
                    <a:pt x="2631830" y="413933"/>
                  </a:lnTo>
                  <a:lnTo>
                    <a:pt x="2629762" y="414680"/>
                  </a:lnTo>
                  <a:lnTo>
                    <a:pt x="2624762" y="416486"/>
                  </a:lnTo>
                  <a:lnTo>
                    <a:pt x="2619934" y="418230"/>
                  </a:lnTo>
                  <a:lnTo>
                    <a:pt x="2617348" y="419164"/>
                  </a:lnTo>
                  <a:lnTo>
                    <a:pt x="2610796" y="421531"/>
                  </a:lnTo>
                  <a:lnTo>
                    <a:pt x="2609934" y="421842"/>
                  </a:lnTo>
                  <a:lnTo>
                    <a:pt x="2586142" y="430442"/>
                  </a:lnTo>
                  <a:lnTo>
                    <a:pt x="2584245" y="431127"/>
                  </a:lnTo>
                  <a:lnTo>
                    <a:pt x="2510109" y="457959"/>
                  </a:lnTo>
                  <a:lnTo>
                    <a:pt x="2507868" y="458771"/>
                  </a:lnTo>
                  <a:lnTo>
                    <a:pt x="2506489" y="459270"/>
                  </a:lnTo>
                  <a:lnTo>
                    <a:pt x="2501489" y="461082"/>
                  </a:lnTo>
                  <a:lnTo>
                    <a:pt x="2497179" y="462644"/>
                  </a:lnTo>
                  <a:lnTo>
                    <a:pt x="2496144" y="463019"/>
                  </a:lnTo>
                  <a:lnTo>
                    <a:pt x="2495972" y="463081"/>
                  </a:lnTo>
                  <a:lnTo>
                    <a:pt x="2495627" y="463206"/>
                  </a:lnTo>
                  <a:lnTo>
                    <a:pt x="2494765" y="463519"/>
                  </a:lnTo>
                  <a:lnTo>
                    <a:pt x="2492524" y="464331"/>
                  </a:lnTo>
                  <a:lnTo>
                    <a:pt x="2491144" y="464831"/>
                  </a:lnTo>
                  <a:lnTo>
                    <a:pt x="2489765" y="465331"/>
                  </a:lnTo>
                  <a:lnTo>
                    <a:pt x="2487524" y="466144"/>
                  </a:lnTo>
                  <a:lnTo>
                    <a:pt x="2487179" y="466269"/>
                  </a:lnTo>
                  <a:lnTo>
                    <a:pt x="2487006" y="466331"/>
                  </a:lnTo>
                  <a:lnTo>
                    <a:pt x="2485282" y="466956"/>
                  </a:lnTo>
                  <a:lnTo>
                    <a:pt x="2484420" y="467269"/>
                  </a:lnTo>
                  <a:lnTo>
                    <a:pt x="2483213" y="467706"/>
                  </a:lnTo>
                  <a:lnTo>
                    <a:pt x="2482524" y="467956"/>
                  </a:lnTo>
                  <a:lnTo>
                    <a:pt x="2482351" y="468019"/>
                  </a:lnTo>
                  <a:lnTo>
                    <a:pt x="2481317" y="468394"/>
                  </a:lnTo>
                  <a:lnTo>
                    <a:pt x="2480972" y="468519"/>
                  </a:lnTo>
                  <a:lnTo>
                    <a:pt x="2480110" y="468831"/>
                  </a:lnTo>
                  <a:lnTo>
                    <a:pt x="2479593" y="469019"/>
                  </a:lnTo>
                  <a:lnTo>
                    <a:pt x="2477007" y="469957"/>
                  </a:lnTo>
                  <a:lnTo>
                    <a:pt x="2476317" y="470207"/>
                  </a:lnTo>
                  <a:lnTo>
                    <a:pt x="2475972" y="470332"/>
                  </a:lnTo>
                  <a:lnTo>
                    <a:pt x="2475110" y="470644"/>
                  </a:lnTo>
                  <a:lnTo>
                    <a:pt x="2474765" y="470770"/>
                  </a:lnTo>
                  <a:lnTo>
                    <a:pt x="2474248" y="470957"/>
                  </a:lnTo>
                  <a:lnTo>
                    <a:pt x="2473386" y="471270"/>
                  </a:lnTo>
                  <a:lnTo>
                    <a:pt x="2473041" y="471395"/>
                  </a:lnTo>
                  <a:lnTo>
                    <a:pt x="2472352" y="471645"/>
                  </a:lnTo>
                  <a:lnTo>
                    <a:pt x="2471834" y="471832"/>
                  </a:lnTo>
                  <a:lnTo>
                    <a:pt x="2471317" y="472020"/>
                  </a:lnTo>
                  <a:lnTo>
                    <a:pt x="2470455" y="472333"/>
                  </a:lnTo>
                  <a:lnTo>
                    <a:pt x="2470283" y="472395"/>
                  </a:lnTo>
                  <a:lnTo>
                    <a:pt x="2468731" y="472958"/>
                  </a:lnTo>
                  <a:lnTo>
                    <a:pt x="2468386" y="473083"/>
                  </a:lnTo>
                  <a:lnTo>
                    <a:pt x="2468041" y="473208"/>
                  </a:lnTo>
                  <a:lnTo>
                    <a:pt x="2464938" y="474334"/>
                  </a:lnTo>
                  <a:lnTo>
                    <a:pt x="2459421" y="476335"/>
                  </a:lnTo>
                  <a:lnTo>
                    <a:pt x="2457352" y="477086"/>
                  </a:lnTo>
                  <a:lnTo>
                    <a:pt x="2452352" y="478900"/>
                  </a:lnTo>
                  <a:lnTo>
                    <a:pt x="2447525" y="480652"/>
                  </a:lnTo>
                  <a:lnTo>
                    <a:pt x="2444939" y="481591"/>
                  </a:lnTo>
                  <a:lnTo>
                    <a:pt x="2438387" y="483969"/>
                  </a:lnTo>
                  <a:lnTo>
                    <a:pt x="2437525" y="484282"/>
                  </a:lnTo>
                  <a:lnTo>
                    <a:pt x="2413732" y="492922"/>
                  </a:lnTo>
                  <a:lnTo>
                    <a:pt x="2411836" y="493611"/>
                  </a:lnTo>
                  <a:lnTo>
                    <a:pt x="2337700" y="520575"/>
                  </a:lnTo>
                  <a:lnTo>
                    <a:pt x="2335458" y="521391"/>
                  </a:lnTo>
                  <a:lnTo>
                    <a:pt x="2334079" y="521893"/>
                  </a:lnTo>
                  <a:lnTo>
                    <a:pt x="2329079" y="523714"/>
                  </a:lnTo>
                  <a:lnTo>
                    <a:pt x="2324769" y="525284"/>
                  </a:lnTo>
                  <a:lnTo>
                    <a:pt x="2323735" y="525661"/>
                  </a:lnTo>
                  <a:lnTo>
                    <a:pt x="2323562" y="525723"/>
                  </a:lnTo>
                  <a:lnTo>
                    <a:pt x="2323217" y="525849"/>
                  </a:lnTo>
                  <a:lnTo>
                    <a:pt x="2322355" y="526163"/>
                  </a:lnTo>
                  <a:lnTo>
                    <a:pt x="2320114" y="526980"/>
                  </a:lnTo>
                  <a:lnTo>
                    <a:pt x="2318735" y="527482"/>
                  </a:lnTo>
                  <a:lnTo>
                    <a:pt x="2317356" y="527985"/>
                  </a:lnTo>
                  <a:lnTo>
                    <a:pt x="2315114" y="528801"/>
                  </a:lnTo>
                  <a:lnTo>
                    <a:pt x="2314769" y="528927"/>
                  </a:lnTo>
                  <a:lnTo>
                    <a:pt x="2314597" y="528990"/>
                  </a:lnTo>
                  <a:lnTo>
                    <a:pt x="2312873" y="529618"/>
                  </a:lnTo>
                  <a:lnTo>
                    <a:pt x="2312011" y="529932"/>
                  </a:lnTo>
                  <a:lnTo>
                    <a:pt x="2310804" y="530372"/>
                  </a:lnTo>
                  <a:lnTo>
                    <a:pt x="2310114" y="530623"/>
                  </a:lnTo>
                  <a:lnTo>
                    <a:pt x="2309942" y="530686"/>
                  </a:lnTo>
                  <a:lnTo>
                    <a:pt x="2308907" y="531063"/>
                  </a:lnTo>
                  <a:lnTo>
                    <a:pt x="2308563" y="531189"/>
                  </a:lnTo>
                  <a:lnTo>
                    <a:pt x="2307701" y="531503"/>
                  </a:lnTo>
                  <a:lnTo>
                    <a:pt x="2307183" y="531691"/>
                  </a:lnTo>
                  <a:lnTo>
                    <a:pt x="2304597" y="532634"/>
                  </a:lnTo>
                  <a:lnTo>
                    <a:pt x="2303908" y="532885"/>
                  </a:lnTo>
                  <a:lnTo>
                    <a:pt x="2303563" y="533011"/>
                  </a:lnTo>
                  <a:lnTo>
                    <a:pt x="2302701" y="533325"/>
                  </a:lnTo>
                  <a:lnTo>
                    <a:pt x="2302356" y="533451"/>
                  </a:lnTo>
                  <a:lnTo>
                    <a:pt x="2301839" y="533639"/>
                  </a:lnTo>
                  <a:lnTo>
                    <a:pt x="2300977" y="533954"/>
                  </a:lnTo>
                  <a:lnTo>
                    <a:pt x="2300632" y="534079"/>
                  </a:lnTo>
                  <a:lnTo>
                    <a:pt x="2299942" y="534331"/>
                  </a:lnTo>
                  <a:lnTo>
                    <a:pt x="2299425" y="534519"/>
                  </a:lnTo>
                  <a:lnTo>
                    <a:pt x="2298908" y="534708"/>
                  </a:lnTo>
                  <a:lnTo>
                    <a:pt x="2298046" y="535022"/>
                  </a:lnTo>
                  <a:lnTo>
                    <a:pt x="2297873" y="535085"/>
                  </a:lnTo>
                  <a:lnTo>
                    <a:pt x="2296322" y="535651"/>
                  </a:lnTo>
                  <a:lnTo>
                    <a:pt x="2295977" y="535776"/>
                  </a:lnTo>
                  <a:lnTo>
                    <a:pt x="2295632" y="535902"/>
                  </a:lnTo>
                  <a:lnTo>
                    <a:pt x="2292529" y="537034"/>
                  </a:lnTo>
                  <a:lnTo>
                    <a:pt x="2287011" y="539045"/>
                  </a:lnTo>
                  <a:lnTo>
                    <a:pt x="2284943" y="539800"/>
                  </a:lnTo>
                  <a:lnTo>
                    <a:pt x="2279943" y="541624"/>
                  </a:lnTo>
                  <a:lnTo>
                    <a:pt x="2275115" y="543385"/>
                  </a:lnTo>
                  <a:lnTo>
                    <a:pt x="2272529" y="544328"/>
                  </a:lnTo>
                  <a:lnTo>
                    <a:pt x="2265977" y="546719"/>
                  </a:lnTo>
                  <a:lnTo>
                    <a:pt x="2265115" y="547033"/>
                  </a:lnTo>
                  <a:lnTo>
                    <a:pt x="2241323" y="555720"/>
                  </a:lnTo>
                  <a:lnTo>
                    <a:pt x="2239426" y="556412"/>
                  </a:lnTo>
                  <a:lnTo>
                    <a:pt x="2165290" y="583523"/>
                  </a:lnTo>
                  <a:lnTo>
                    <a:pt x="2163049" y="584344"/>
                  </a:lnTo>
                  <a:lnTo>
                    <a:pt x="2161670" y="584849"/>
                  </a:lnTo>
                  <a:lnTo>
                    <a:pt x="2156670" y="586680"/>
                  </a:lnTo>
                  <a:lnTo>
                    <a:pt x="2152360" y="588259"/>
                  </a:lnTo>
                  <a:lnTo>
                    <a:pt x="2151325" y="588638"/>
                  </a:lnTo>
                  <a:lnTo>
                    <a:pt x="2151153" y="588701"/>
                  </a:lnTo>
                  <a:lnTo>
                    <a:pt x="2150808" y="588827"/>
                  </a:lnTo>
                  <a:lnTo>
                    <a:pt x="2149946" y="589143"/>
                  </a:lnTo>
                  <a:lnTo>
                    <a:pt x="2147705" y="589964"/>
                  </a:lnTo>
                  <a:lnTo>
                    <a:pt x="2146325" y="590470"/>
                  </a:lnTo>
                  <a:lnTo>
                    <a:pt x="2144946" y="590975"/>
                  </a:lnTo>
                  <a:lnTo>
                    <a:pt x="2142705" y="591796"/>
                  </a:lnTo>
                  <a:lnTo>
                    <a:pt x="2142360" y="591923"/>
                  </a:lnTo>
                  <a:lnTo>
                    <a:pt x="2142187" y="591986"/>
                  </a:lnTo>
                  <a:lnTo>
                    <a:pt x="2140463" y="592618"/>
                  </a:lnTo>
                  <a:lnTo>
                    <a:pt x="2139601" y="592933"/>
                  </a:lnTo>
                  <a:lnTo>
                    <a:pt x="2138394" y="593376"/>
                  </a:lnTo>
                  <a:lnTo>
                    <a:pt x="2137705" y="593629"/>
                  </a:lnTo>
                  <a:lnTo>
                    <a:pt x="2137532" y="593692"/>
                  </a:lnTo>
                  <a:lnTo>
                    <a:pt x="2136498" y="594071"/>
                  </a:lnTo>
                  <a:lnTo>
                    <a:pt x="2136153" y="594197"/>
                  </a:lnTo>
                  <a:lnTo>
                    <a:pt x="2135291" y="594513"/>
                  </a:lnTo>
                  <a:lnTo>
                    <a:pt x="2134774" y="594703"/>
                  </a:lnTo>
                  <a:lnTo>
                    <a:pt x="2132188" y="595651"/>
                  </a:lnTo>
                  <a:lnTo>
                    <a:pt x="2131498" y="595903"/>
                  </a:lnTo>
                  <a:lnTo>
                    <a:pt x="2131153" y="596030"/>
                  </a:lnTo>
                  <a:lnTo>
                    <a:pt x="2130291" y="596346"/>
                  </a:lnTo>
                  <a:lnTo>
                    <a:pt x="2129946" y="596472"/>
                  </a:lnTo>
                  <a:lnTo>
                    <a:pt x="2129429" y="596662"/>
                  </a:lnTo>
                  <a:lnTo>
                    <a:pt x="2128567" y="596978"/>
                  </a:lnTo>
                  <a:lnTo>
                    <a:pt x="2128222" y="597104"/>
                  </a:lnTo>
                  <a:lnTo>
                    <a:pt x="2127533" y="597357"/>
                  </a:lnTo>
                  <a:lnTo>
                    <a:pt x="2127015" y="597547"/>
                  </a:lnTo>
                  <a:lnTo>
                    <a:pt x="2126498" y="597736"/>
                  </a:lnTo>
                  <a:lnTo>
                    <a:pt x="2125636" y="598053"/>
                  </a:lnTo>
                  <a:lnTo>
                    <a:pt x="2125464" y="598116"/>
                  </a:lnTo>
                  <a:lnTo>
                    <a:pt x="2123912" y="598685"/>
                  </a:lnTo>
                  <a:lnTo>
                    <a:pt x="2123567" y="598811"/>
                  </a:lnTo>
                  <a:lnTo>
                    <a:pt x="2123222" y="598938"/>
                  </a:lnTo>
                  <a:lnTo>
                    <a:pt x="2120119" y="600076"/>
                  </a:lnTo>
                  <a:lnTo>
                    <a:pt x="2114602" y="602099"/>
                  </a:lnTo>
                  <a:lnTo>
                    <a:pt x="2112533" y="602858"/>
                  </a:lnTo>
                  <a:lnTo>
                    <a:pt x="2107533" y="604692"/>
                  </a:lnTo>
                  <a:lnTo>
                    <a:pt x="2102706" y="606463"/>
                  </a:lnTo>
                  <a:lnTo>
                    <a:pt x="2100120" y="607412"/>
                  </a:lnTo>
                  <a:lnTo>
                    <a:pt x="2093568" y="609817"/>
                  </a:lnTo>
                  <a:lnTo>
                    <a:pt x="2092706" y="610133"/>
                  </a:lnTo>
                  <a:lnTo>
                    <a:pt x="2068913" y="618870"/>
                  </a:lnTo>
                  <a:lnTo>
                    <a:pt x="2067017" y="619567"/>
                  </a:lnTo>
                  <a:lnTo>
                    <a:pt x="1992881" y="646841"/>
                  </a:lnTo>
                  <a:lnTo>
                    <a:pt x="1990640" y="647666"/>
                  </a:lnTo>
                  <a:lnTo>
                    <a:pt x="1989260" y="648174"/>
                  </a:lnTo>
                  <a:lnTo>
                    <a:pt x="1984260" y="650017"/>
                  </a:lnTo>
                  <a:lnTo>
                    <a:pt x="1979950" y="651605"/>
                  </a:lnTo>
                  <a:lnTo>
                    <a:pt x="1978916" y="651986"/>
                  </a:lnTo>
                  <a:lnTo>
                    <a:pt x="1978743" y="652050"/>
                  </a:lnTo>
                  <a:lnTo>
                    <a:pt x="1978398" y="652177"/>
                  </a:lnTo>
                  <a:lnTo>
                    <a:pt x="1977536" y="652495"/>
                  </a:lnTo>
                  <a:lnTo>
                    <a:pt x="1975295" y="653321"/>
                  </a:lnTo>
                  <a:lnTo>
                    <a:pt x="1973916" y="653829"/>
                  </a:lnTo>
                  <a:lnTo>
                    <a:pt x="1972537" y="654338"/>
                  </a:lnTo>
                  <a:lnTo>
                    <a:pt x="1970295" y="655164"/>
                  </a:lnTo>
                  <a:lnTo>
                    <a:pt x="1969950" y="655291"/>
                  </a:lnTo>
                  <a:lnTo>
                    <a:pt x="1969778" y="655355"/>
                  </a:lnTo>
                  <a:lnTo>
                    <a:pt x="1968054" y="655991"/>
                  </a:lnTo>
                  <a:lnTo>
                    <a:pt x="1967192" y="656308"/>
                  </a:lnTo>
                  <a:lnTo>
                    <a:pt x="1965985" y="656754"/>
                  </a:lnTo>
                  <a:lnTo>
                    <a:pt x="1965295" y="657008"/>
                  </a:lnTo>
                  <a:lnTo>
                    <a:pt x="1965123" y="657071"/>
                  </a:lnTo>
                  <a:lnTo>
                    <a:pt x="1964088" y="657453"/>
                  </a:lnTo>
                  <a:lnTo>
                    <a:pt x="1963744" y="657580"/>
                  </a:lnTo>
                  <a:lnTo>
                    <a:pt x="1962882" y="657898"/>
                  </a:lnTo>
                  <a:lnTo>
                    <a:pt x="1962364" y="658089"/>
                  </a:lnTo>
                  <a:lnTo>
                    <a:pt x="1959778" y="659043"/>
                  </a:lnTo>
                  <a:lnTo>
                    <a:pt x="1959089" y="659297"/>
                  </a:lnTo>
                  <a:lnTo>
                    <a:pt x="1958744" y="659424"/>
                  </a:lnTo>
                  <a:lnTo>
                    <a:pt x="1957882" y="659742"/>
                  </a:lnTo>
                  <a:lnTo>
                    <a:pt x="1957537" y="659869"/>
                  </a:lnTo>
                  <a:lnTo>
                    <a:pt x="1957020" y="660060"/>
                  </a:lnTo>
                  <a:lnTo>
                    <a:pt x="1956158" y="660378"/>
                  </a:lnTo>
                  <a:lnTo>
                    <a:pt x="1955813" y="660505"/>
                  </a:lnTo>
                  <a:lnTo>
                    <a:pt x="1955123" y="660760"/>
                  </a:lnTo>
                  <a:lnTo>
                    <a:pt x="1954606" y="660950"/>
                  </a:lnTo>
                  <a:lnTo>
                    <a:pt x="1954089" y="661141"/>
                  </a:lnTo>
                  <a:lnTo>
                    <a:pt x="1953227" y="661459"/>
                  </a:lnTo>
                  <a:lnTo>
                    <a:pt x="1953054" y="661523"/>
                  </a:lnTo>
                  <a:lnTo>
                    <a:pt x="1951503" y="662095"/>
                  </a:lnTo>
                  <a:lnTo>
                    <a:pt x="1951158" y="662223"/>
                  </a:lnTo>
                  <a:lnTo>
                    <a:pt x="1950813" y="662350"/>
                  </a:lnTo>
                  <a:lnTo>
                    <a:pt x="1947710" y="663495"/>
                  </a:lnTo>
                  <a:lnTo>
                    <a:pt x="1942192" y="665531"/>
                  </a:lnTo>
                  <a:lnTo>
                    <a:pt x="1940124" y="666294"/>
                  </a:lnTo>
                  <a:lnTo>
                    <a:pt x="1935124" y="668140"/>
                  </a:lnTo>
                  <a:lnTo>
                    <a:pt x="1930296" y="669922"/>
                  </a:lnTo>
                  <a:lnTo>
                    <a:pt x="1927710" y="670877"/>
                  </a:lnTo>
                  <a:lnTo>
                    <a:pt x="1921158" y="673297"/>
                  </a:lnTo>
                  <a:lnTo>
                    <a:pt x="1920296" y="673615"/>
                  </a:lnTo>
                  <a:lnTo>
                    <a:pt x="1896504" y="682408"/>
                  </a:lnTo>
                  <a:lnTo>
                    <a:pt x="1894607" y="683109"/>
                  </a:lnTo>
                  <a:lnTo>
                    <a:pt x="1820471" y="710559"/>
                  </a:lnTo>
                  <a:lnTo>
                    <a:pt x="1818230" y="711390"/>
                  </a:lnTo>
                  <a:lnTo>
                    <a:pt x="1816851" y="711902"/>
                  </a:lnTo>
                  <a:lnTo>
                    <a:pt x="1811851" y="713756"/>
                  </a:lnTo>
                  <a:lnTo>
                    <a:pt x="1807541" y="715355"/>
                  </a:lnTo>
                  <a:lnTo>
                    <a:pt x="1806506" y="715739"/>
                  </a:lnTo>
                  <a:lnTo>
                    <a:pt x="1806334" y="715803"/>
                  </a:lnTo>
                  <a:lnTo>
                    <a:pt x="1805989" y="715931"/>
                  </a:lnTo>
                  <a:lnTo>
                    <a:pt x="1805127" y="716251"/>
                  </a:lnTo>
                  <a:lnTo>
                    <a:pt x="1802886" y="717082"/>
                  </a:lnTo>
                  <a:lnTo>
                    <a:pt x="1801506" y="717594"/>
                  </a:lnTo>
                  <a:lnTo>
                    <a:pt x="1800127" y="718106"/>
                  </a:lnTo>
                  <a:lnTo>
                    <a:pt x="1797886" y="718938"/>
                  </a:lnTo>
                  <a:lnTo>
                    <a:pt x="1797541" y="719066"/>
                  </a:lnTo>
                  <a:lnTo>
                    <a:pt x="1797368" y="719130"/>
                  </a:lnTo>
                  <a:lnTo>
                    <a:pt x="1795644" y="719770"/>
                  </a:lnTo>
                  <a:lnTo>
                    <a:pt x="1794782" y="720090"/>
                  </a:lnTo>
                  <a:lnTo>
                    <a:pt x="1793575" y="720538"/>
                  </a:lnTo>
                  <a:lnTo>
                    <a:pt x="1792886" y="720794"/>
                  </a:lnTo>
                  <a:lnTo>
                    <a:pt x="1792713" y="720858"/>
                  </a:lnTo>
                  <a:lnTo>
                    <a:pt x="1791679" y="721242"/>
                  </a:lnTo>
                  <a:lnTo>
                    <a:pt x="1791334" y="721370"/>
                  </a:lnTo>
                  <a:lnTo>
                    <a:pt x="1790472" y="721690"/>
                  </a:lnTo>
                  <a:lnTo>
                    <a:pt x="1789955" y="721882"/>
                  </a:lnTo>
                  <a:lnTo>
                    <a:pt x="1787369" y="722842"/>
                  </a:lnTo>
                  <a:lnTo>
                    <a:pt x="1786679" y="723098"/>
                  </a:lnTo>
                  <a:lnTo>
                    <a:pt x="1786334" y="723226"/>
                  </a:lnTo>
                  <a:lnTo>
                    <a:pt x="1785472" y="723546"/>
                  </a:lnTo>
                  <a:lnTo>
                    <a:pt x="1785127" y="723674"/>
                  </a:lnTo>
                  <a:lnTo>
                    <a:pt x="1784610" y="723866"/>
                  </a:lnTo>
                  <a:lnTo>
                    <a:pt x="1783748" y="724186"/>
                  </a:lnTo>
                  <a:lnTo>
                    <a:pt x="1783403" y="724314"/>
                  </a:lnTo>
                  <a:lnTo>
                    <a:pt x="1782714" y="724570"/>
                  </a:lnTo>
                  <a:lnTo>
                    <a:pt x="1782196" y="724762"/>
                  </a:lnTo>
                  <a:lnTo>
                    <a:pt x="1781679" y="724954"/>
                  </a:lnTo>
                  <a:lnTo>
                    <a:pt x="1780817" y="725275"/>
                  </a:lnTo>
                  <a:lnTo>
                    <a:pt x="1780645" y="725339"/>
                  </a:lnTo>
                  <a:lnTo>
                    <a:pt x="1779093" y="725915"/>
                  </a:lnTo>
                  <a:lnTo>
                    <a:pt x="1778748" y="726043"/>
                  </a:lnTo>
                  <a:lnTo>
                    <a:pt x="1778403" y="726171"/>
                  </a:lnTo>
                  <a:lnTo>
                    <a:pt x="1775300" y="727324"/>
                  </a:lnTo>
                  <a:lnTo>
                    <a:pt x="1769783" y="729373"/>
                  </a:lnTo>
                  <a:lnTo>
                    <a:pt x="1767714" y="730142"/>
                  </a:lnTo>
                  <a:lnTo>
                    <a:pt x="1762714" y="732000"/>
                  </a:lnTo>
                  <a:lnTo>
                    <a:pt x="1757887" y="733794"/>
                  </a:lnTo>
                  <a:lnTo>
                    <a:pt x="1755301" y="734756"/>
                  </a:lnTo>
                  <a:lnTo>
                    <a:pt x="1748749" y="737192"/>
                  </a:lnTo>
                  <a:lnTo>
                    <a:pt x="1747887" y="737512"/>
                  </a:lnTo>
                  <a:lnTo>
                    <a:pt x="1724094" y="746364"/>
                  </a:lnTo>
                  <a:lnTo>
                    <a:pt x="1722198" y="747070"/>
                  </a:lnTo>
                  <a:lnTo>
                    <a:pt x="1648062" y="774708"/>
                  </a:lnTo>
                  <a:lnTo>
                    <a:pt x="1645821" y="775545"/>
                  </a:lnTo>
                  <a:lnTo>
                    <a:pt x="1644441" y="776060"/>
                  </a:lnTo>
                  <a:lnTo>
                    <a:pt x="1639441" y="777927"/>
                  </a:lnTo>
                  <a:lnTo>
                    <a:pt x="1635131" y="779537"/>
                  </a:lnTo>
                  <a:lnTo>
                    <a:pt x="1634097" y="779924"/>
                  </a:lnTo>
                  <a:lnTo>
                    <a:pt x="1633924" y="779988"/>
                  </a:lnTo>
                  <a:lnTo>
                    <a:pt x="1633579" y="780117"/>
                  </a:lnTo>
                  <a:lnTo>
                    <a:pt x="1632717" y="780439"/>
                  </a:lnTo>
                  <a:lnTo>
                    <a:pt x="1630476" y="781276"/>
                  </a:lnTo>
                  <a:lnTo>
                    <a:pt x="1629097" y="781792"/>
                  </a:lnTo>
                  <a:lnTo>
                    <a:pt x="1627718" y="782307"/>
                  </a:lnTo>
                  <a:lnTo>
                    <a:pt x="1625476" y="783145"/>
                  </a:lnTo>
                  <a:lnTo>
                    <a:pt x="1625131" y="783273"/>
                  </a:lnTo>
                  <a:lnTo>
                    <a:pt x="1624959" y="783338"/>
                  </a:lnTo>
                  <a:lnTo>
                    <a:pt x="1623235" y="783982"/>
                  </a:lnTo>
                  <a:lnTo>
                    <a:pt x="1622373" y="784304"/>
                  </a:lnTo>
                  <a:lnTo>
                    <a:pt x="1621166" y="784755"/>
                  </a:lnTo>
                  <a:lnTo>
                    <a:pt x="1620476" y="785013"/>
                  </a:lnTo>
                  <a:lnTo>
                    <a:pt x="1620304" y="785078"/>
                  </a:lnTo>
                  <a:lnTo>
                    <a:pt x="1619269" y="785464"/>
                  </a:lnTo>
                  <a:lnTo>
                    <a:pt x="1618925" y="785593"/>
                  </a:lnTo>
                  <a:lnTo>
                    <a:pt x="1618063" y="785915"/>
                  </a:lnTo>
                  <a:lnTo>
                    <a:pt x="1617545" y="786109"/>
                  </a:lnTo>
                  <a:lnTo>
                    <a:pt x="1614959" y="787076"/>
                  </a:lnTo>
                  <a:lnTo>
                    <a:pt x="1614270" y="787333"/>
                  </a:lnTo>
                  <a:lnTo>
                    <a:pt x="1613925" y="787462"/>
                  </a:lnTo>
                  <a:lnTo>
                    <a:pt x="1613063" y="787785"/>
                  </a:lnTo>
                  <a:lnTo>
                    <a:pt x="1612718" y="787914"/>
                  </a:lnTo>
                  <a:lnTo>
                    <a:pt x="1612201" y="788107"/>
                  </a:lnTo>
                  <a:lnTo>
                    <a:pt x="1611339" y="788429"/>
                  </a:lnTo>
                  <a:lnTo>
                    <a:pt x="1610994" y="788558"/>
                  </a:lnTo>
                  <a:lnTo>
                    <a:pt x="1610304" y="788816"/>
                  </a:lnTo>
                  <a:lnTo>
                    <a:pt x="1609787" y="789010"/>
                  </a:lnTo>
                  <a:lnTo>
                    <a:pt x="1609270" y="789203"/>
                  </a:lnTo>
                  <a:lnTo>
                    <a:pt x="1608408" y="789525"/>
                  </a:lnTo>
                  <a:lnTo>
                    <a:pt x="1608235" y="789590"/>
                  </a:lnTo>
                  <a:lnTo>
                    <a:pt x="1606684" y="790170"/>
                  </a:lnTo>
                  <a:lnTo>
                    <a:pt x="1606339" y="790299"/>
                  </a:lnTo>
                  <a:lnTo>
                    <a:pt x="1605994" y="790428"/>
                  </a:lnTo>
                  <a:lnTo>
                    <a:pt x="1602891" y="791589"/>
                  </a:lnTo>
                  <a:lnTo>
                    <a:pt x="1597373" y="793653"/>
                  </a:lnTo>
                  <a:lnTo>
                    <a:pt x="1595305" y="794427"/>
                  </a:lnTo>
                  <a:lnTo>
                    <a:pt x="1590305" y="796298"/>
                  </a:lnTo>
                  <a:lnTo>
                    <a:pt x="1585477" y="798105"/>
                  </a:lnTo>
                  <a:lnTo>
                    <a:pt x="1582891" y="799073"/>
                  </a:lnTo>
                  <a:lnTo>
                    <a:pt x="1576339" y="801526"/>
                  </a:lnTo>
                  <a:lnTo>
                    <a:pt x="1575477" y="801849"/>
                  </a:lnTo>
                  <a:lnTo>
                    <a:pt x="1551685" y="810763"/>
                  </a:lnTo>
                  <a:lnTo>
                    <a:pt x="1549788" y="811474"/>
                  </a:lnTo>
                  <a:lnTo>
                    <a:pt x="1475652" y="839308"/>
                  </a:lnTo>
                  <a:lnTo>
                    <a:pt x="1473411" y="840150"/>
                  </a:lnTo>
                  <a:lnTo>
                    <a:pt x="1472032" y="840669"/>
                  </a:lnTo>
                  <a:lnTo>
                    <a:pt x="1467032" y="842550"/>
                  </a:lnTo>
                  <a:lnTo>
                    <a:pt x="1462722" y="844171"/>
                  </a:lnTo>
                  <a:lnTo>
                    <a:pt x="1461687" y="844560"/>
                  </a:lnTo>
                  <a:lnTo>
                    <a:pt x="1461515" y="844625"/>
                  </a:lnTo>
                  <a:lnTo>
                    <a:pt x="1461170" y="844755"/>
                  </a:lnTo>
                  <a:lnTo>
                    <a:pt x="1460308" y="845079"/>
                  </a:lnTo>
                  <a:lnTo>
                    <a:pt x="1458067" y="845923"/>
                  </a:lnTo>
                  <a:lnTo>
                    <a:pt x="1456687" y="846442"/>
                  </a:lnTo>
                  <a:lnTo>
                    <a:pt x="1455308" y="846961"/>
                  </a:lnTo>
                  <a:lnTo>
                    <a:pt x="1453067" y="847804"/>
                  </a:lnTo>
                  <a:lnTo>
                    <a:pt x="1452722" y="847934"/>
                  </a:lnTo>
                  <a:lnTo>
                    <a:pt x="1452549" y="847999"/>
                  </a:lnTo>
                  <a:lnTo>
                    <a:pt x="1450825" y="848648"/>
                  </a:lnTo>
                  <a:lnTo>
                    <a:pt x="1449963" y="848972"/>
                  </a:lnTo>
                  <a:lnTo>
                    <a:pt x="1448756" y="849427"/>
                  </a:lnTo>
                  <a:lnTo>
                    <a:pt x="1448067" y="849686"/>
                  </a:lnTo>
                  <a:lnTo>
                    <a:pt x="1447894" y="849751"/>
                  </a:lnTo>
                  <a:lnTo>
                    <a:pt x="1446860" y="850141"/>
                  </a:lnTo>
                  <a:lnTo>
                    <a:pt x="1446515" y="850270"/>
                  </a:lnTo>
                  <a:lnTo>
                    <a:pt x="1445653" y="850595"/>
                  </a:lnTo>
                  <a:lnTo>
                    <a:pt x="1445136" y="850790"/>
                  </a:lnTo>
                  <a:lnTo>
                    <a:pt x="1442550" y="851763"/>
                  </a:lnTo>
                  <a:lnTo>
                    <a:pt x="1441860" y="852023"/>
                  </a:lnTo>
                  <a:lnTo>
                    <a:pt x="1441515" y="852153"/>
                  </a:lnTo>
                  <a:lnTo>
                    <a:pt x="1440653" y="852478"/>
                  </a:lnTo>
                  <a:lnTo>
                    <a:pt x="1440308" y="852607"/>
                  </a:lnTo>
                  <a:lnTo>
                    <a:pt x="1439791" y="852802"/>
                  </a:lnTo>
                  <a:lnTo>
                    <a:pt x="1438929" y="853127"/>
                  </a:lnTo>
                  <a:lnTo>
                    <a:pt x="1438584" y="853257"/>
                  </a:lnTo>
                  <a:lnTo>
                    <a:pt x="1437895" y="853516"/>
                  </a:lnTo>
                  <a:lnTo>
                    <a:pt x="1437377" y="853711"/>
                  </a:lnTo>
                  <a:lnTo>
                    <a:pt x="1436860" y="853906"/>
                  </a:lnTo>
                  <a:lnTo>
                    <a:pt x="1435998" y="854231"/>
                  </a:lnTo>
                  <a:lnTo>
                    <a:pt x="1435826" y="854296"/>
                  </a:lnTo>
                  <a:lnTo>
                    <a:pt x="1434274" y="854880"/>
                  </a:lnTo>
                  <a:lnTo>
                    <a:pt x="1433929" y="855010"/>
                  </a:lnTo>
                  <a:lnTo>
                    <a:pt x="1433584" y="855140"/>
                  </a:lnTo>
                  <a:lnTo>
                    <a:pt x="1430481" y="856309"/>
                  </a:lnTo>
                  <a:lnTo>
                    <a:pt x="1424964" y="858388"/>
                  </a:lnTo>
                  <a:lnTo>
                    <a:pt x="1422895" y="859167"/>
                  </a:lnTo>
                  <a:lnTo>
                    <a:pt x="1417895" y="861052"/>
                  </a:lnTo>
                  <a:lnTo>
                    <a:pt x="1413068" y="862871"/>
                  </a:lnTo>
                  <a:lnTo>
                    <a:pt x="1410482" y="863846"/>
                  </a:lnTo>
                  <a:lnTo>
                    <a:pt x="1403930" y="866317"/>
                  </a:lnTo>
                  <a:lnTo>
                    <a:pt x="1403068" y="866642"/>
                  </a:lnTo>
                  <a:lnTo>
                    <a:pt x="1379275" y="875620"/>
                  </a:lnTo>
                  <a:lnTo>
                    <a:pt x="1377379" y="876336"/>
                  </a:lnTo>
                  <a:lnTo>
                    <a:pt x="1303243" y="904370"/>
                  </a:lnTo>
                  <a:lnTo>
                    <a:pt x="1301002" y="905219"/>
                  </a:lnTo>
                  <a:lnTo>
                    <a:pt x="1299622" y="905741"/>
                  </a:lnTo>
                  <a:lnTo>
                    <a:pt x="1294622" y="907635"/>
                  </a:lnTo>
                  <a:lnTo>
                    <a:pt x="1290312" y="909268"/>
                  </a:lnTo>
                  <a:lnTo>
                    <a:pt x="1289278" y="909660"/>
                  </a:lnTo>
                  <a:lnTo>
                    <a:pt x="1289105" y="909725"/>
                  </a:lnTo>
                  <a:lnTo>
                    <a:pt x="1288760" y="909856"/>
                  </a:lnTo>
                  <a:lnTo>
                    <a:pt x="1287898" y="910183"/>
                  </a:lnTo>
                  <a:lnTo>
                    <a:pt x="1285657" y="911032"/>
                  </a:lnTo>
                  <a:lnTo>
                    <a:pt x="1284278" y="911555"/>
                  </a:lnTo>
                  <a:lnTo>
                    <a:pt x="1282899" y="912078"/>
                  </a:lnTo>
                  <a:lnTo>
                    <a:pt x="1280657" y="912927"/>
                  </a:lnTo>
                  <a:lnTo>
                    <a:pt x="1280312" y="913058"/>
                  </a:lnTo>
                  <a:lnTo>
                    <a:pt x="1280140" y="913123"/>
                  </a:lnTo>
                  <a:lnTo>
                    <a:pt x="1278416" y="913777"/>
                  </a:lnTo>
                  <a:lnTo>
                    <a:pt x="1277554" y="914104"/>
                  </a:lnTo>
                  <a:lnTo>
                    <a:pt x="1276347" y="914561"/>
                  </a:lnTo>
                  <a:lnTo>
                    <a:pt x="1275657" y="914823"/>
                  </a:lnTo>
                  <a:lnTo>
                    <a:pt x="1275485" y="914888"/>
                  </a:lnTo>
                  <a:lnTo>
                    <a:pt x="1274450" y="915280"/>
                  </a:lnTo>
                  <a:lnTo>
                    <a:pt x="1274106" y="915411"/>
                  </a:lnTo>
                  <a:lnTo>
                    <a:pt x="1273244" y="915738"/>
                  </a:lnTo>
                  <a:lnTo>
                    <a:pt x="1272726" y="915934"/>
                  </a:lnTo>
                  <a:lnTo>
                    <a:pt x="1270140" y="916915"/>
                  </a:lnTo>
                  <a:lnTo>
                    <a:pt x="1269451" y="917176"/>
                  </a:lnTo>
                  <a:lnTo>
                    <a:pt x="1269106" y="917307"/>
                  </a:lnTo>
                  <a:lnTo>
                    <a:pt x="1268244" y="917634"/>
                  </a:lnTo>
                  <a:lnTo>
                    <a:pt x="1267899" y="917765"/>
                  </a:lnTo>
                  <a:lnTo>
                    <a:pt x="1267382" y="917961"/>
                  </a:lnTo>
                  <a:lnTo>
                    <a:pt x="1266520" y="918288"/>
                  </a:lnTo>
                  <a:lnTo>
                    <a:pt x="1266175" y="918419"/>
                  </a:lnTo>
                  <a:lnTo>
                    <a:pt x="1265485" y="918680"/>
                  </a:lnTo>
                  <a:lnTo>
                    <a:pt x="1264968" y="918876"/>
                  </a:lnTo>
                  <a:lnTo>
                    <a:pt x="1264451" y="919073"/>
                  </a:lnTo>
                  <a:lnTo>
                    <a:pt x="1263589" y="919400"/>
                  </a:lnTo>
                  <a:lnTo>
                    <a:pt x="1263416" y="919465"/>
                  </a:lnTo>
                  <a:lnTo>
                    <a:pt x="1261865" y="920054"/>
                  </a:lnTo>
                  <a:lnTo>
                    <a:pt x="1261520" y="920184"/>
                  </a:lnTo>
                  <a:lnTo>
                    <a:pt x="1261175" y="920315"/>
                  </a:lnTo>
                  <a:lnTo>
                    <a:pt x="1258072" y="921493"/>
                  </a:lnTo>
                  <a:lnTo>
                    <a:pt x="1252554" y="923586"/>
                  </a:lnTo>
                  <a:lnTo>
                    <a:pt x="1250486" y="924371"/>
                  </a:lnTo>
                  <a:lnTo>
                    <a:pt x="1245486" y="926269"/>
                  </a:lnTo>
                  <a:lnTo>
                    <a:pt x="1240658" y="928102"/>
                  </a:lnTo>
                  <a:lnTo>
                    <a:pt x="1238072" y="929084"/>
                  </a:lnTo>
                  <a:lnTo>
                    <a:pt x="1231521" y="931572"/>
                  </a:lnTo>
                  <a:lnTo>
                    <a:pt x="1230658" y="931900"/>
                  </a:lnTo>
                  <a:lnTo>
                    <a:pt x="1206866" y="940941"/>
                  </a:lnTo>
                  <a:lnTo>
                    <a:pt x="1204969" y="941663"/>
                  </a:lnTo>
                  <a:lnTo>
                    <a:pt x="1130833" y="969895"/>
                  </a:lnTo>
                  <a:lnTo>
                    <a:pt x="1128592" y="970749"/>
                  </a:lnTo>
                  <a:lnTo>
                    <a:pt x="1127213" y="971276"/>
                  </a:lnTo>
                  <a:lnTo>
                    <a:pt x="1122213" y="973183"/>
                  </a:lnTo>
                  <a:lnTo>
                    <a:pt x="1117903" y="974827"/>
                  </a:lnTo>
                  <a:lnTo>
                    <a:pt x="1116868" y="975222"/>
                  </a:lnTo>
                  <a:lnTo>
                    <a:pt x="1116696" y="975288"/>
                  </a:lnTo>
                  <a:lnTo>
                    <a:pt x="1116351" y="975419"/>
                  </a:lnTo>
                  <a:lnTo>
                    <a:pt x="1115489" y="975748"/>
                  </a:lnTo>
                  <a:lnTo>
                    <a:pt x="1113248" y="976604"/>
                  </a:lnTo>
                  <a:lnTo>
                    <a:pt x="1111868" y="977130"/>
                  </a:lnTo>
                  <a:lnTo>
                    <a:pt x="1110489" y="977657"/>
                  </a:lnTo>
                  <a:lnTo>
                    <a:pt x="1108248" y="978512"/>
                  </a:lnTo>
                  <a:lnTo>
                    <a:pt x="1107903" y="978644"/>
                  </a:lnTo>
                  <a:lnTo>
                    <a:pt x="1107730" y="978710"/>
                  </a:lnTo>
                  <a:lnTo>
                    <a:pt x="1106006" y="979368"/>
                  </a:lnTo>
                  <a:lnTo>
                    <a:pt x="1105144" y="979697"/>
                  </a:lnTo>
                  <a:lnTo>
                    <a:pt x="1103937" y="980158"/>
                  </a:lnTo>
                  <a:lnTo>
                    <a:pt x="1103248" y="980421"/>
                  </a:lnTo>
                  <a:lnTo>
                    <a:pt x="1103075" y="980487"/>
                  </a:lnTo>
                  <a:lnTo>
                    <a:pt x="1102041" y="980882"/>
                  </a:lnTo>
                  <a:lnTo>
                    <a:pt x="1101696" y="981013"/>
                  </a:lnTo>
                  <a:lnTo>
                    <a:pt x="1100834" y="981343"/>
                  </a:lnTo>
                  <a:lnTo>
                    <a:pt x="1100317" y="981540"/>
                  </a:lnTo>
                  <a:lnTo>
                    <a:pt x="1097731" y="982528"/>
                  </a:lnTo>
                  <a:lnTo>
                    <a:pt x="1097041" y="982791"/>
                  </a:lnTo>
                  <a:lnTo>
                    <a:pt x="1096696" y="982923"/>
                  </a:lnTo>
                  <a:lnTo>
                    <a:pt x="1095834" y="983252"/>
                  </a:lnTo>
                  <a:lnTo>
                    <a:pt x="1095489" y="983384"/>
                  </a:lnTo>
                  <a:lnTo>
                    <a:pt x="1094972" y="983581"/>
                  </a:lnTo>
                  <a:lnTo>
                    <a:pt x="1094110" y="983910"/>
                  </a:lnTo>
                  <a:lnTo>
                    <a:pt x="1093765" y="984042"/>
                  </a:lnTo>
                  <a:lnTo>
                    <a:pt x="1093076" y="984305"/>
                  </a:lnTo>
                  <a:lnTo>
                    <a:pt x="1092558" y="984503"/>
                  </a:lnTo>
                  <a:lnTo>
                    <a:pt x="1092041" y="984701"/>
                  </a:lnTo>
                  <a:lnTo>
                    <a:pt x="1091179" y="985030"/>
                  </a:lnTo>
                  <a:lnTo>
                    <a:pt x="1091007" y="985096"/>
                  </a:lnTo>
                  <a:lnTo>
                    <a:pt x="1089455" y="985689"/>
                  </a:lnTo>
                  <a:lnTo>
                    <a:pt x="1089110" y="985820"/>
                  </a:lnTo>
                  <a:lnTo>
                    <a:pt x="1088765" y="985952"/>
                  </a:lnTo>
                  <a:lnTo>
                    <a:pt x="1085662" y="987138"/>
                  </a:lnTo>
                  <a:lnTo>
                    <a:pt x="1080145" y="989246"/>
                  </a:lnTo>
                  <a:lnTo>
                    <a:pt x="1078076" y="990036"/>
                  </a:lnTo>
                  <a:lnTo>
                    <a:pt x="1073076" y="991947"/>
                  </a:lnTo>
                  <a:lnTo>
                    <a:pt x="1068249" y="993793"/>
                  </a:lnTo>
                  <a:lnTo>
                    <a:pt x="1065663" y="994782"/>
                  </a:lnTo>
                  <a:lnTo>
                    <a:pt x="1059111" y="997287"/>
                  </a:lnTo>
                  <a:lnTo>
                    <a:pt x="1058249" y="997617"/>
                  </a:lnTo>
                  <a:lnTo>
                    <a:pt x="1034456" y="1006721"/>
                  </a:lnTo>
                  <a:lnTo>
                    <a:pt x="1032560" y="1007447"/>
                  </a:lnTo>
                  <a:lnTo>
                    <a:pt x="958424" y="1035872"/>
                  </a:lnTo>
                  <a:lnTo>
                    <a:pt x="956183" y="1036733"/>
                  </a:lnTo>
                  <a:lnTo>
                    <a:pt x="954803" y="1037262"/>
                  </a:lnTo>
                  <a:lnTo>
                    <a:pt x="949803" y="1039182"/>
                  </a:lnTo>
                  <a:lnTo>
                    <a:pt x="945493" y="1040838"/>
                  </a:lnTo>
                  <a:lnTo>
                    <a:pt x="944459" y="1041235"/>
                  </a:lnTo>
                  <a:lnTo>
                    <a:pt x="944286" y="1041302"/>
                  </a:lnTo>
                  <a:lnTo>
                    <a:pt x="943941" y="1041434"/>
                  </a:lnTo>
                  <a:lnTo>
                    <a:pt x="943079" y="1041765"/>
                  </a:lnTo>
                  <a:lnTo>
                    <a:pt x="940838" y="1042626"/>
                  </a:lnTo>
                  <a:lnTo>
                    <a:pt x="939459" y="1043156"/>
                  </a:lnTo>
                  <a:lnTo>
                    <a:pt x="938080" y="1043686"/>
                  </a:lnTo>
                  <a:lnTo>
                    <a:pt x="935838" y="1044548"/>
                  </a:lnTo>
                  <a:lnTo>
                    <a:pt x="935493" y="1044680"/>
                  </a:lnTo>
                  <a:lnTo>
                    <a:pt x="935321" y="1044746"/>
                  </a:lnTo>
                  <a:lnTo>
                    <a:pt x="933597" y="1045409"/>
                  </a:lnTo>
                  <a:lnTo>
                    <a:pt x="932735" y="1045740"/>
                  </a:lnTo>
                  <a:lnTo>
                    <a:pt x="931528" y="1046204"/>
                  </a:lnTo>
                  <a:lnTo>
                    <a:pt x="930838" y="1046469"/>
                  </a:lnTo>
                  <a:lnTo>
                    <a:pt x="930666" y="1046535"/>
                  </a:lnTo>
                  <a:lnTo>
                    <a:pt x="929631" y="1046933"/>
                  </a:lnTo>
                  <a:lnTo>
                    <a:pt x="929287" y="1047066"/>
                  </a:lnTo>
                  <a:lnTo>
                    <a:pt x="928425" y="1047397"/>
                  </a:lnTo>
                  <a:lnTo>
                    <a:pt x="927907" y="1047596"/>
                  </a:lnTo>
                  <a:lnTo>
                    <a:pt x="925321" y="1048590"/>
                  </a:lnTo>
                  <a:lnTo>
                    <a:pt x="924632" y="1048855"/>
                  </a:lnTo>
                  <a:lnTo>
                    <a:pt x="924287" y="1048988"/>
                  </a:lnTo>
                  <a:lnTo>
                    <a:pt x="923425" y="1049319"/>
                  </a:lnTo>
                  <a:lnTo>
                    <a:pt x="923080" y="1049452"/>
                  </a:lnTo>
                  <a:lnTo>
                    <a:pt x="922563" y="1049650"/>
                  </a:lnTo>
                  <a:lnTo>
                    <a:pt x="921701" y="1049982"/>
                  </a:lnTo>
                  <a:lnTo>
                    <a:pt x="921356" y="1050115"/>
                  </a:lnTo>
                  <a:lnTo>
                    <a:pt x="920666" y="1050380"/>
                  </a:lnTo>
                  <a:lnTo>
                    <a:pt x="920149" y="1050579"/>
                  </a:lnTo>
                  <a:lnTo>
                    <a:pt x="919632" y="1050777"/>
                  </a:lnTo>
                  <a:lnTo>
                    <a:pt x="918770" y="1051109"/>
                  </a:lnTo>
                  <a:lnTo>
                    <a:pt x="918597" y="1051175"/>
                  </a:lnTo>
                  <a:lnTo>
                    <a:pt x="917046" y="1051772"/>
                  </a:lnTo>
                  <a:lnTo>
                    <a:pt x="916701" y="1051904"/>
                  </a:lnTo>
                  <a:lnTo>
                    <a:pt x="916356" y="1052037"/>
                  </a:lnTo>
                  <a:lnTo>
                    <a:pt x="913253" y="1053231"/>
                  </a:lnTo>
                  <a:lnTo>
                    <a:pt x="907735" y="1055353"/>
                  </a:lnTo>
                  <a:lnTo>
                    <a:pt x="905667" y="1056149"/>
                  </a:lnTo>
                  <a:lnTo>
                    <a:pt x="900667" y="1058072"/>
                  </a:lnTo>
                  <a:lnTo>
                    <a:pt x="895839" y="1059930"/>
                  </a:lnTo>
                  <a:lnTo>
                    <a:pt x="893253" y="1060925"/>
                  </a:lnTo>
                  <a:lnTo>
                    <a:pt x="886702" y="1063447"/>
                  </a:lnTo>
                  <a:lnTo>
                    <a:pt x="885839" y="1063779"/>
                  </a:lnTo>
                  <a:lnTo>
                    <a:pt x="862047" y="1072943"/>
                  </a:lnTo>
                  <a:lnTo>
                    <a:pt x="860150" y="1073674"/>
                  </a:lnTo>
                  <a:lnTo>
                    <a:pt x="786014" y="1102282"/>
                  </a:lnTo>
                  <a:lnTo>
                    <a:pt x="783773" y="1103148"/>
                  </a:lnTo>
                  <a:lnTo>
                    <a:pt x="782394" y="1103681"/>
                  </a:lnTo>
                  <a:lnTo>
                    <a:pt x="777394" y="1105613"/>
                  </a:lnTo>
                  <a:lnTo>
                    <a:pt x="773084" y="1107279"/>
                  </a:lnTo>
                  <a:lnTo>
                    <a:pt x="772049" y="1107679"/>
                  </a:lnTo>
                  <a:lnTo>
                    <a:pt x="771877" y="1107746"/>
                  </a:lnTo>
                  <a:lnTo>
                    <a:pt x="771532" y="1107879"/>
                  </a:lnTo>
                  <a:lnTo>
                    <a:pt x="770670" y="1108212"/>
                  </a:lnTo>
                  <a:lnTo>
                    <a:pt x="768429" y="1109079"/>
                  </a:lnTo>
                  <a:lnTo>
                    <a:pt x="767049" y="1109612"/>
                  </a:lnTo>
                  <a:lnTo>
                    <a:pt x="765670" y="1110145"/>
                  </a:lnTo>
                  <a:lnTo>
                    <a:pt x="763429" y="1111012"/>
                  </a:lnTo>
                  <a:lnTo>
                    <a:pt x="763084" y="1111145"/>
                  </a:lnTo>
                  <a:lnTo>
                    <a:pt x="762912" y="1111212"/>
                  </a:lnTo>
                  <a:lnTo>
                    <a:pt x="761187" y="1111879"/>
                  </a:lnTo>
                  <a:lnTo>
                    <a:pt x="760325" y="1112212"/>
                  </a:lnTo>
                  <a:lnTo>
                    <a:pt x="759119" y="1112679"/>
                  </a:lnTo>
                  <a:lnTo>
                    <a:pt x="758429" y="1112946"/>
                  </a:lnTo>
                  <a:lnTo>
                    <a:pt x="758256" y="1113012"/>
                  </a:lnTo>
                  <a:lnTo>
                    <a:pt x="757222" y="1113413"/>
                  </a:lnTo>
                  <a:lnTo>
                    <a:pt x="756877" y="1113546"/>
                  </a:lnTo>
                  <a:lnTo>
                    <a:pt x="756015" y="1113879"/>
                  </a:lnTo>
                  <a:lnTo>
                    <a:pt x="755498" y="1114079"/>
                  </a:lnTo>
                  <a:lnTo>
                    <a:pt x="752912" y="1115080"/>
                  </a:lnTo>
                  <a:lnTo>
                    <a:pt x="752222" y="1115347"/>
                  </a:lnTo>
                  <a:lnTo>
                    <a:pt x="751877" y="1115480"/>
                  </a:lnTo>
                  <a:lnTo>
                    <a:pt x="751015" y="1115813"/>
                  </a:lnTo>
                  <a:lnTo>
                    <a:pt x="750670" y="1115947"/>
                  </a:lnTo>
                  <a:lnTo>
                    <a:pt x="750153" y="1116147"/>
                  </a:lnTo>
                  <a:lnTo>
                    <a:pt x="749291" y="1116480"/>
                  </a:lnTo>
                  <a:lnTo>
                    <a:pt x="748946" y="1116614"/>
                  </a:lnTo>
                  <a:lnTo>
                    <a:pt x="748257" y="1116881"/>
                  </a:lnTo>
                  <a:lnTo>
                    <a:pt x="747739" y="1117081"/>
                  </a:lnTo>
                  <a:lnTo>
                    <a:pt x="747222" y="1117281"/>
                  </a:lnTo>
                  <a:lnTo>
                    <a:pt x="746360" y="1117614"/>
                  </a:lnTo>
                  <a:lnTo>
                    <a:pt x="746188" y="1117681"/>
                  </a:lnTo>
                  <a:lnTo>
                    <a:pt x="744636" y="1118282"/>
                  </a:lnTo>
                  <a:lnTo>
                    <a:pt x="744291" y="1118415"/>
                  </a:lnTo>
                  <a:lnTo>
                    <a:pt x="743946" y="1118548"/>
                  </a:lnTo>
                  <a:lnTo>
                    <a:pt x="740843" y="1119749"/>
                  </a:lnTo>
                  <a:lnTo>
                    <a:pt x="735326" y="1121885"/>
                  </a:lnTo>
                  <a:lnTo>
                    <a:pt x="733257" y="1122686"/>
                  </a:lnTo>
                  <a:lnTo>
                    <a:pt x="728257" y="1124621"/>
                  </a:lnTo>
                  <a:lnTo>
                    <a:pt x="723430" y="1126490"/>
                  </a:lnTo>
                  <a:lnTo>
                    <a:pt x="720844" y="1127492"/>
                  </a:lnTo>
                  <a:lnTo>
                    <a:pt x="714292" y="1130029"/>
                  </a:lnTo>
                  <a:lnTo>
                    <a:pt x="713430" y="1130363"/>
                  </a:lnTo>
                  <a:lnTo>
                    <a:pt x="689637" y="1139583"/>
                  </a:lnTo>
                  <a:lnTo>
                    <a:pt x="687741" y="1140318"/>
                  </a:lnTo>
                  <a:lnTo>
                    <a:pt x="613605" y="1169096"/>
                  </a:lnTo>
                  <a:lnTo>
                    <a:pt x="611364" y="1169967"/>
                  </a:lnTo>
                  <a:lnTo>
                    <a:pt x="609984" y="1170503"/>
                  </a:lnTo>
                  <a:lnTo>
                    <a:pt x="604984" y="1172447"/>
                  </a:lnTo>
                  <a:lnTo>
                    <a:pt x="600674" y="1174123"/>
                  </a:lnTo>
                  <a:lnTo>
                    <a:pt x="599640" y="1174525"/>
                  </a:lnTo>
                  <a:lnTo>
                    <a:pt x="599467" y="1174592"/>
                  </a:lnTo>
                  <a:lnTo>
                    <a:pt x="599122" y="1174726"/>
                  </a:lnTo>
                  <a:lnTo>
                    <a:pt x="598260" y="1175061"/>
                  </a:lnTo>
                  <a:lnTo>
                    <a:pt x="596019" y="1175933"/>
                  </a:lnTo>
                  <a:lnTo>
                    <a:pt x="594640" y="1176469"/>
                  </a:lnTo>
                  <a:lnTo>
                    <a:pt x="593261" y="1177005"/>
                  </a:lnTo>
                  <a:lnTo>
                    <a:pt x="591019" y="1177877"/>
                  </a:lnTo>
                  <a:lnTo>
                    <a:pt x="590674" y="1178011"/>
                  </a:lnTo>
                  <a:lnTo>
                    <a:pt x="590502" y="1178078"/>
                  </a:lnTo>
                  <a:lnTo>
                    <a:pt x="588778" y="1178749"/>
                  </a:lnTo>
                  <a:lnTo>
                    <a:pt x="587916" y="1179084"/>
                  </a:lnTo>
                  <a:lnTo>
                    <a:pt x="586709" y="1179554"/>
                  </a:lnTo>
                  <a:lnTo>
                    <a:pt x="586019" y="1179822"/>
                  </a:lnTo>
                  <a:lnTo>
                    <a:pt x="585847" y="1179889"/>
                  </a:lnTo>
                  <a:lnTo>
                    <a:pt x="584813" y="1180291"/>
                  </a:lnTo>
                  <a:lnTo>
                    <a:pt x="584468" y="1180425"/>
                  </a:lnTo>
                  <a:lnTo>
                    <a:pt x="583606" y="1180761"/>
                  </a:lnTo>
                  <a:lnTo>
                    <a:pt x="583088" y="1180962"/>
                  </a:lnTo>
                  <a:lnTo>
                    <a:pt x="580502" y="1181968"/>
                  </a:lnTo>
                  <a:lnTo>
                    <a:pt x="579813" y="1182236"/>
                  </a:lnTo>
                  <a:lnTo>
                    <a:pt x="579468" y="1182371"/>
                  </a:lnTo>
                  <a:lnTo>
                    <a:pt x="578606" y="1182706"/>
                  </a:lnTo>
                  <a:lnTo>
                    <a:pt x="578261" y="1182840"/>
                  </a:lnTo>
                  <a:lnTo>
                    <a:pt x="577744" y="1183041"/>
                  </a:lnTo>
                  <a:lnTo>
                    <a:pt x="576882" y="1183377"/>
                  </a:lnTo>
                  <a:lnTo>
                    <a:pt x="576537" y="1183511"/>
                  </a:lnTo>
                  <a:lnTo>
                    <a:pt x="575847" y="1183779"/>
                  </a:lnTo>
                  <a:lnTo>
                    <a:pt x="575330" y="1183981"/>
                  </a:lnTo>
                  <a:lnTo>
                    <a:pt x="574813" y="1184182"/>
                  </a:lnTo>
                  <a:lnTo>
                    <a:pt x="573951" y="1184517"/>
                  </a:lnTo>
                  <a:lnTo>
                    <a:pt x="573778" y="1184584"/>
                  </a:lnTo>
                  <a:lnTo>
                    <a:pt x="572227" y="1185188"/>
                  </a:lnTo>
                  <a:lnTo>
                    <a:pt x="571882" y="1185322"/>
                  </a:lnTo>
                  <a:lnTo>
                    <a:pt x="571537" y="1185457"/>
                  </a:lnTo>
                  <a:lnTo>
                    <a:pt x="568434" y="1186664"/>
                  </a:lnTo>
                  <a:lnTo>
                    <a:pt x="562916" y="1188812"/>
                  </a:lnTo>
                  <a:lnTo>
                    <a:pt x="560848" y="1189617"/>
                  </a:lnTo>
                  <a:lnTo>
                    <a:pt x="555848" y="1191564"/>
                  </a:lnTo>
                  <a:lnTo>
                    <a:pt x="551020" y="1193444"/>
                  </a:lnTo>
                  <a:lnTo>
                    <a:pt x="548434" y="1194451"/>
                  </a:lnTo>
                  <a:lnTo>
                    <a:pt x="541883" y="1197002"/>
                  </a:lnTo>
                  <a:lnTo>
                    <a:pt x="541020" y="1197338"/>
                  </a:lnTo>
                  <a:lnTo>
                    <a:pt x="517228" y="1206610"/>
                  </a:lnTo>
                  <a:lnTo>
                    <a:pt x="515331" y="1207349"/>
                  </a:lnTo>
                  <a:lnTo>
                    <a:pt x="441195" y="1236282"/>
                  </a:lnTo>
                  <a:lnTo>
                    <a:pt x="438954" y="1237158"/>
                  </a:lnTo>
                  <a:lnTo>
                    <a:pt x="437575" y="1237697"/>
                  </a:lnTo>
                  <a:lnTo>
                    <a:pt x="432575" y="1239651"/>
                  </a:lnTo>
                  <a:lnTo>
                    <a:pt x="428265" y="1241335"/>
                  </a:lnTo>
                  <a:lnTo>
                    <a:pt x="427230" y="1241739"/>
                  </a:lnTo>
                  <a:lnTo>
                    <a:pt x="427058" y="1241807"/>
                  </a:lnTo>
                  <a:lnTo>
                    <a:pt x="426713" y="1241942"/>
                  </a:lnTo>
                  <a:lnTo>
                    <a:pt x="425851" y="1242279"/>
                  </a:lnTo>
                  <a:lnTo>
                    <a:pt x="423610" y="1243155"/>
                  </a:lnTo>
                  <a:lnTo>
                    <a:pt x="422230" y="1243694"/>
                  </a:lnTo>
                  <a:lnTo>
                    <a:pt x="420851" y="1244233"/>
                  </a:lnTo>
                  <a:lnTo>
                    <a:pt x="418610" y="1245109"/>
                  </a:lnTo>
                  <a:lnTo>
                    <a:pt x="418265" y="1245244"/>
                  </a:lnTo>
                  <a:lnTo>
                    <a:pt x="418093" y="1245311"/>
                  </a:lnTo>
                  <a:lnTo>
                    <a:pt x="416368" y="1245986"/>
                  </a:lnTo>
                  <a:lnTo>
                    <a:pt x="415506" y="1246323"/>
                  </a:lnTo>
                  <a:lnTo>
                    <a:pt x="414300" y="1246794"/>
                  </a:lnTo>
                  <a:lnTo>
                    <a:pt x="413610" y="1247064"/>
                  </a:lnTo>
                  <a:lnTo>
                    <a:pt x="413437" y="1247132"/>
                  </a:lnTo>
                  <a:lnTo>
                    <a:pt x="412403" y="1247536"/>
                  </a:lnTo>
                  <a:lnTo>
                    <a:pt x="412058" y="1247671"/>
                  </a:lnTo>
                  <a:lnTo>
                    <a:pt x="411196" y="1248008"/>
                  </a:lnTo>
                  <a:lnTo>
                    <a:pt x="410679" y="1248210"/>
                  </a:lnTo>
                  <a:lnTo>
                    <a:pt x="408093" y="1249222"/>
                  </a:lnTo>
                  <a:lnTo>
                    <a:pt x="407403" y="1249491"/>
                  </a:lnTo>
                  <a:lnTo>
                    <a:pt x="407058" y="1249626"/>
                  </a:lnTo>
                  <a:lnTo>
                    <a:pt x="406196" y="1249963"/>
                  </a:lnTo>
                  <a:lnTo>
                    <a:pt x="405851" y="1250098"/>
                  </a:lnTo>
                  <a:lnTo>
                    <a:pt x="405334" y="1250300"/>
                  </a:lnTo>
                  <a:lnTo>
                    <a:pt x="404472" y="1250637"/>
                  </a:lnTo>
                  <a:lnTo>
                    <a:pt x="404127" y="1250772"/>
                  </a:lnTo>
                  <a:lnTo>
                    <a:pt x="403438" y="1251042"/>
                  </a:lnTo>
                  <a:lnTo>
                    <a:pt x="402920" y="1251244"/>
                  </a:lnTo>
                  <a:lnTo>
                    <a:pt x="402403" y="1251447"/>
                  </a:lnTo>
                  <a:lnTo>
                    <a:pt x="401541" y="1251784"/>
                  </a:lnTo>
                  <a:lnTo>
                    <a:pt x="401369" y="1251851"/>
                  </a:lnTo>
                  <a:lnTo>
                    <a:pt x="399817" y="1252458"/>
                  </a:lnTo>
                  <a:lnTo>
                    <a:pt x="399472" y="1252593"/>
                  </a:lnTo>
                  <a:lnTo>
                    <a:pt x="399127" y="1252728"/>
                  </a:lnTo>
                  <a:lnTo>
                    <a:pt x="396024" y="1253942"/>
                  </a:lnTo>
                  <a:lnTo>
                    <a:pt x="390507" y="1256100"/>
                  </a:lnTo>
                  <a:lnTo>
                    <a:pt x="388438" y="1256910"/>
                  </a:lnTo>
                  <a:lnTo>
                    <a:pt x="383438" y="1258867"/>
                  </a:lnTo>
                  <a:lnTo>
                    <a:pt x="378611" y="1260756"/>
                  </a:lnTo>
                  <a:lnTo>
                    <a:pt x="376025" y="1261768"/>
                  </a:lnTo>
                  <a:lnTo>
                    <a:pt x="369473" y="1264333"/>
                  </a:lnTo>
                  <a:lnTo>
                    <a:pt x="368611" y="1264670"/>
                  </a:lnTo>
                  <a:lnTo>
                    <a:pt x="344818" y="1273988"/>
                  </a:lnTo>
                  <a:lnTo>
                    <a:pt x="342922" y="1274731"/>
                  </a:lnTo>
                  <a:lnTo>
                    <a:pt x="268786" y="1303805"/>
                  </a:lnTo>
                  <a:lnTo>
                    <a:pt x="266545" y="1304684"/>
                  </a:lnTo>
                  <a:lnTo>
                    <a:pt x="265165" y="1305226"/>
                  </a:lnTo>
                  <a:lnTo>
                    <a:pt x="260165" y="1307189"/>
                  </a:lnTo>
                  <a:lnTo>
                    <a:pt x="255855" y="1308881"/>
                  </a:lnTo>
                  <a:lnTo>
                    <a:pt x="254821" y="1309288"/>
                  </a:lnTo>
                  <a:lnTo>
                    <a:pt x="254648" y="1309355"/>
                  </a:lnTo>
                  <a:lnTo>
                    <a:pt x="254304" y="1309491"/>
                  </a:lnTo>
                  <a:lnTo>
                    <a:pt x="253441" y="1309829"/>
                  </a:lnTo>
                  <a:lnTo>
                    <a:pt x="251200" y="1310709"/>
                  </a:lnTo>
                  <a:lnTo>
                    <a:pt x="249821" y="1311251"/>
                  </a:lnTo>
                  <a:lnTo>
                    <a:pt x="248442" y="1311793"/>
                  </a:lnTo>
                  <a:lnTo>
                    <a:pt x="246200" y="1312673"/>
                  </a:lnTo>
                  <a:lnTo>
                    <a:pt x="245855" y="1312809"/>
                  </a:lnTo>
                  <a:lnTo>
                    <a:pt x="245683" y="1312876"/>
                  </a:lnTo>
                  <a:lnTo>
                    <a:pt x="243959" y="1313553"/>
                  </a:lnTo>
                  <a:lnTo>
                    <a:pt x="243097" y="1313892"/>
                  </a:lnTo>
                  <a:lnTo>
                    <a:pt x="241890" y="1314366"/>
                  </a:lnTo>
                  <a:lnTo>
                    <a:pt x="241200" y="1314637"/>
                  </a:lnTo>
                  <a:lnTo>
                    <a:pt x="241028" y="1314705"/>
                  </a:lnTo>
                  <a:lnTo>
                    <a:pt x="239994" y="1315111"/>
                  </a:lnTo>
                  <a:lnTo>
                    <a:pt x="239649" y="1315247"/>
                  </a:lnTo>
                  <a:lnTo>
                    <a:pt x="238787" y="1315585"/>
                  </a:lnTo>
                  <a:lnTo>
                    <a:pt x="238269" y="1315788"/>
                  </a:lnTo>
                  <a:lnTo>
                    <a:pt x="235683" y="1316804"/>
                  </a:lnTo>
                  <a:lnTo>
                    <a:pt x="234994" y="1317075"/>
                  </a:lnTo>
                  <a:lnTo>
                    <a:pt x="234649" y="1317211"/>
                  </a:lnTo>
                  <a:lnTo>
                    <a:pt x="233787" y="1317550"/>
                  </a:lnTo>
                  <a:lnTo>
                    <a:pt x="233442" y="1317685"/>
                  </a:lnTo>
                  <a:lnTo>
                    <a:pt x="232925" y="1317888"/>
                  </a:lnTo>
                  <a:lnTo>
                    <a:pt x="232063" y="1318227"/>
                  </a:lnTo>
                  <a:lnTo>
                    <a:pt x="231718" y="1318362"/>
                  </a:lnTo>
                  <a:lnTo>
                    <a:pt x="231028" y="1318633"/>
                  </a:lnTo>
                  <a:lnTo>
                    <a:pt x="230511" y="1318837"/>
                  </a:lnTo>
                  <a:lnTo>
                    <a:pt x="229994" y="1319040"/>
                  </a:lnTo>
                  <a:lnTo>
                    <a:pt x="229132" y="1319379"/>
                  </a:lnTo>
                  <a:lnTo>
                    <a:pt x="228959" y="1319446"/>
                  </a:lnTo>
                  <a:lnTo>
                    <a:pt x="227408" y="1320056"/>
                  </a:lnTo>
                  <a:lnTo>
                    <a:pt x="227063" y="1320192"/>
                  </a:lnTo>
                  <a:lnTo>
                    <a:pt x="226718" y="1320327"/>
                  </a:lnTo>
                  <a:lnTo>
                    <a:pt x="223615" y="1321547"/>
                  </a:lnTo>
                  <a:lnTo>
                    <a:pt x="218098" y="1323715"/>
                  </a:lnTo>
                  <a:lnTo>
                    <a:pt x="216029" y="1324528"/>
                  </a:lnTo>
                  <a:lnTo>
                    <a:pt x="211029" y="1326494"/>
                  </a:lnTo>
                  <a:lnTo>
                    <a:pt x="206201" y="1328392"/>
                  </a:lnTo>
                  <a:lnTo>
                    <a:pt x="203615" y="1329408"/>
                  </a:lnTo>
                  <a:lnTo>
                    <a:pt x="197064" y="1331985"/>
                  </a:lnTo>
                  <a:lnTo>
                    <a:pt x="196202" y="1332324"/>
                  </a:lnTo>
                  <a:lnTo>
                    <a:pt x="172409" y="1341683"/>
                  </a:lnTo>
                  <a:lnTo>
                    <a:pt x="170512" y="1342429"/>
                  </a:lnTo>
                  <a:lnTo>
                    <a:pt x="96376" y="1371628"/>
                  </a:lnTo>
                  <a:lnTo>
                    <a:pt x="94135" y="1372511"/>
                  </a:lnTo>
                  <a:lnTo>
                    <a:pt x="92756" y="1373055"/>
                  </a:lnTo>
                  <a:lnTo>
                    <a:pt x="87756" y="1375026"/>
                  </a:lnTo>
                  <a:lnTo>
                    <a:pt x="83446" y="1376726"/>
                  </a:lnTo>
                  <a:lnTo>
                    <a:pt x="82411" y="1377134"/>
                  </a:lnTo>
                  <a:lnTo>
                    <a:pt x="82239" y="1377202"/>
                  </a:lnTo>
                  <a:lnTo>
                    <a:pt x="81894" y="1377338"/>
                  </a:lnTo>
                  <a:lnTo>
                    <a:pt x="81032" y="1377677"/>
                  </a:lnTo>
                  <a:lnTo>
                    <a:pt x="78791" y="1378561"/>
                  </a:lnTo>
                  <a:lnTo>
                    <a:pt x="77411" y="1379105"/>
                  </a:lnTo>
                  <a:lnTo>
                    <a:pt x="76032" y="1379649"/>
                  </a:lnTo>
                  <a:lnTo>
                    <a:pt x="73791" y="1380533"/>
                  </a:lnTo>
                  <a:lnTo>
                    <a:pt x="73446" y="1380669"/>
                  </a:lnTo>
                  <a:lnTo>
                    <a:pt x="73274" y="1380737"/>
                  </a:lnTo>
                  <a:lnTo>
                    <a:pt x="71549" y="1381417"/>
                  </a:lnTo>
                  <a:lnTo>
                    <a:pt x="70687" y="1381757"/>
                  </a:lnTo>
                  <a:lnTo>
                    <a:pt x="69481" y="1382233"/>
                  </a:lnTo>
                  <a:lnTo>
                    <a:pt x="68791" y="1382505"/>
                  </a:lnTo>
                  <a:lnTo>
                    <a:pt x="68618" y="1382573"/>
                  </a:lnTo>
                  <a:lnTo>
                    <a:pt x="67584" y="1382981"/>
                  </a:lnTo>
                  <a:lnTo>
                    <a:pt x="67239" y="1383117"/>
                  </a:lnTo>
                  <a:lnTo>
                    <a:pt x="66377" y="1383457"/>
                  </a:lnTo>
                  <a:lnTo>
                    <a:pt x="65860" y="1383661"/>
                  </a:lnTo>
                  <a:lnTo>
                    <a:pt x="63274" y="1384681"/>
                  </a:lnTo>
                  <a:lnTo>
                    <a:pt x="62584" y="1384953"/>
                  </a:lnTo>
                  <a:lnTo>
                    <a:pt x="62239" y="1385089"/>
                  </a:lnTo>
                  <a:lnTo>
                    <a:pt x="61377" y="1385430"/>
                  </a:lnTo>
                  <a:lnTo>
                    <a:pt x="61032" y="1385566"/>
                  </a:lnTo>
                  <a:lnTo>
                    <a:pt x="60515" y="1385770"/>
                  </a:lnTo>
                  <a:lnTo>
                    <a:pt x="59653" y="1386110"/>
                  </a:lnTo>
                  <a:lnTo>
                    <a:pt x="59308" y="1386246"/>
                  </a:lnTo>
                  <a:lnTo>
                    <a:pt x="58619" y="1386518"/>
                  </a:lnTo>
                  <a:lnTo>
                    <a:pt x="58101" y="1386722"/>
                  </a:lnTo>
                  <a:lnTo>
                    <a:pt x="57584" y="1386926"/>
                  </a:lnTo>
                  <a:lnTo>
                    <a:pt x="56722" y="1387266"/>
                  </a:lnTo>
                  <a:lnTo>
                    <a:pt x="56550" y="1387334"/>
                  </a:lnTo>
                  <a:lnTo>
                    <a:pt x="54998" y="1387946"/>
                  </a:lnTo>
                  <a:lnTo>
                    <a:pt x="54653" y="1388082"/>
                  </a:lnTo>
                  <a:lnTo>
                    <a:pt x="54308" y="1388218"/>
                  </a:lnTo>
                  <a:lnTo>
                    <a:pt x="51205" y="1389443"/>
                  </a:lnTo>
                  <a:lnTo>
                    <a:pt x="45688" y="1391620"/>
                  </a:lnTo>
                  <a:lnTo>
                    <a:pt x="43619" y="1392437"/>
                  </a:lnTo>
                  <a:lnTo>
                    <a:pt x="38619" y="1394410"/>
                  </a:lnTo>
                  <a:lnTo>
                    <a:pt x="33792" y="1396315"/>
                  </a:lnTo>
                  <a:lnTo>
                    <a:pt x="31206" y="1397336"/>
                  </a:lnTo>
                  <a:lnTo>
                    <a:pt x="24654" y="1399923"/>
                  </a:lnTo>
                  <a:lnTo>
                    <a:pt x="23792" y="1400263"/>
                  </a:lnTo>
                  <a:lnTo>
                    <a:pt x="0" y="140965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" name="pl15"/>
            <p:cNvSpPr/>
            <p:nvPr/>
          </p:nvSpPr>
          <p:spPr>
            <a:xfrm>
              <a:off x="3553336" y="2852103"/>
              <a:ext cx="3791112" cy="1974836"/>
            </a:xfrm>
            <a:custGeom>
              <a:avLst/>
              <a:pathLst>
                <a:path w="3791112" h="1974836">
                  <a:moveTo>
                    <a:pt x="0" y="1974836"/>
                  </a:moveTo>
                  <a:lnTo>
                    <a:pt x="23792" y="1962442"/>
                  </a:lnTo>
                  <a:lnTo>
                    <a:pt x="24654" y="1961993"/>
                  </a:lnTo>
                  <a:lnTo>
                    <a:pt x="31206" y="1958580"/>
                  </a:lnTo>
                  <a:lnTo>
                    <a:pt x="33792" y="1957233"/>
                  </a:lnTo>
                  <a:lnTo>
                    <a:pt x="38619" y="1954719"/>
                  </a:lnTo>
                  <a:lnTo>
                    <a:pt x="43619" y="1952114"/>
                  </a:lnTo>
                  <a:lnTo>
                    <a:pt x="45688" y="1951036"/>
                  </a:lnTo>
                  <a:lnTo>
                    <a:pt x="51205" y="1948162"/>
                  </a:lnTo>
                  <a:lnTo>
                    <a:pt x="54308" y="1946546"/>
                  </a:lnTo>
                  <a:lnTo>
                    <a:pt x="54653" y="1946366"/>
                  </a:lnTo>
                  <a:lnTo>
                    <a:pt x="54998" y="1946187"/>
                  </a:lnTo>
                  <a:lnTo>
                    <a:pt x="56550" y="1945378"/>
                  </a:lnTo>
                  <a:lnTo>
                    <a:pt x="56722" y="1945288"/>
                  </a:lnTo>
                  <a:lnTo>
                    <a:pt x="57584" y="1944839"/>
                  </a:lnTo>
                  <a:lnTo>
                    <a:pt x="58101" y="1944570"/>
                  </a:lnTo>
                  <a:lnTo>
                    <a:pt x="58619" y="1944301"/>
                  </a:lnTo>
                  <a:lnTo>
                    <a:pt x="59308" y="1943941"/>
                  </a:lnTo>
                  <a:lnTo>
                    <a:pt x="59653" y="1943762"/>
                  </a:lnTo>
                  <a:lnTo>
                    <a:pt x="60515" y="1943313"/>
                  </a:lnTo>
                  <a:lnTo>
                    <a:pt x="61032" y="1943043"/>
                  </a:lnTo>
                  <a:lnTo>
                    <a:pt x="61377" y="1942864"/>
                  </a:lnTo>
                  <a:lnTo>
                    <a:pt x="62239" y="1942415"/>
                  </a:lnTo>
                  <a:lnTo>
                    <a:pt x="62584" y="1942235"/>
                  </a:lnTo>
                  <a:lnTo>
                    <a:pt x="63274" y="1941876"/>
                  </a:lnTo>
                  <a:lnTo>
                    <a:pt x="65860" y="1940529"/>
                  </a:lnTo>
                  <a:lnTo>
                    <a:pt x="66377" y="1940259"/>
                  </a:lnTo>
                  <a:lnTo>
                    <a:pt x="67239" y="1939810"/>
                  </a:lnTo>
                  <a:lnTo>
                    <a:pt x="67584" y="1939630"/>
                  </a:lnTo>
                  <a:lnTo>
                    <a:pt x="68618" y="1939092"/>
                  </a:lnTo>
                  <a:lnTo>
                    <a:pt x="68791" y="1939002"/>
                  </a:lnTo>
                  <a:lnTo>
                    <a:pt x="69481" y="1938643"/>
                  </a:lnTo>
                  <a:lnTo>
                    <a:pt x="70687" y="1938014"/>
                  </a:lnTo>
                  <a:lnTo>
                    <a:pt x="71549" y="1937565"/>
                  </a:lnTo>
                  <a:lnTo>
                    <a:pt x="73274" y="1936667"/>
                  </a:lnTo>
                  <a:lnTo>
                    <a:pt x="73446" y="1936577"/>
                  </a:lnTo>
                  <a:lnTo>
                    <a:pt x="73791" y="1936397"/>
                  </a:lnTo>
                  <a:lnTo>
                    <a:pt x="76032" y="1935230"/>
                  </a:lnTo>
                  <a:lnTo>
                    <a:pt x="77411" y="1934511"/>
                  </a:lnTo>
                  <a:lnTo>
                    <a:pt x="78791" y="1933793"/>
                  </a:lnTo>
                  <a:lnTo>
                    <a:pt x="81032" y="1932625"/>
                  </a:lnTo>
                  <a:lnTo>
                    <a:pt x="81894" y="1932176"/>
                  </a:lnTo>
                  <a:lnTo>
                    <a:pt x="82239" y="1931997"/>
                  </a:lnTo>
                  <a:lnTo>
                    <a:pt x="82411" y="1931907"/>
                  </a:lnTo>
                  <a:lnTo>
                    <a:pt x="83446" y="1931368"/>
                  </a:lnTo>
                  <a:lnTo>
                    <a:pt x="87756" y="1929123"/>
                  </a:lnTo>
                  <a:lnTo>
                    <a:pt x="92756" y="1926518"/>
                  </a:lnTo>
                  <a:lnTo>
                    <a:pt x="94135" y="1925800"/>
                  </a:lnTo>
                  <a:lnTo>
                    <a:pt x="96376" y="1924632"/>
                  </a:lnTo>
                  <a:lnTo>
                    <a:pt x="170512" y="1886014"/>
                  </a:lnTo>
                  <a:lnTo>
                    <a:pt x="172409" y="1885026"/>
                  </a:lnTo>
                  <a:lnTo>
                    <a:pt x="196202" y="1872632"/>
                  </a:lnTo>
                  <a:lnTo>
                    <a:pt x="197064" y="1872183"/>
                  </a:lnTo>
                  <a:lnTo>
                    <a:pt x="203615" y="1868770"/>
                  </a:lnTo>
                  <a:lnTo>
                    <a:pt x="206201" y="1867423"/>
                  </a:lnTo>
                  <a:lnTo>
                    <a:pt x="211029" y="1864908"/>
                  </a:lnTo>
                  <a:lnTo>
                    <a:pt x="216029" y="1862304"/>
                  </a:lnTo>
                  <a:lnTo>
                    <a:pt x="218098" y="1861226"/>
                  </a:lnTo>
                  <a:lnTo>
                    <a:pt x="223615" y="1858352"/>
                  </a:lnTo>
                  <a:lnTo>
                    <a:pt x="226718" y="1856736"/>
                  </a:lnTo>
                  <a:lnTo>
                    <a:pt x="227063" y="1856556"/>
                  </a:lnTo>
                  <a:lnTo>
                    <a:pt x="227408" y="1856376"/>
                  </a:lnTo>
                  <a:lnTo>
                    <a:pt x="228959" y="1855568"/>
                  </a:lnTo>
                  <a:lnTo>
                    <a:pt x="229132" y="1855478"/>
                  </a:lnTo>
                  <a:lnTo>
                    <a:pt x="229994" y="1855029"/>
                  </a:lnTo>
                  <a:lnTo>
                    <a:pt x="230511" y="1854760"/>
                  </a:lnTo>
                  <a:lnTo>
                    <a:pt x="231028" y="1854490"/>
                  </a:lnTo>
                  <a:lnTo>
                    <a:pt x="231718" y="1854131"/>
                  </a:lnTo>
                  <a:lnTo>
                    <a:pt x="232063" y="1853952"/>
                  </a:lnTo>
                  <a:lnTo>
                    <a:pt x="232925" y="1853502"/>
                  </a:lnTo>
                  <a:lnTo>
                    <a:pt x="233442" y="1853233"/>
                  </a:lnTo>
                  <a:lnTo>
                    <a:pt x="233787" y="1853053"/>
                  </a:lnTo>
                  <a:lnTo>
                    <a:pt x="234649" y="1852604"/>
                  </a:lnTo>
                  <a:lnTo>
                    <a:pt x="234994" y="1852425"/>
                  </a:lnTo>
                  <a:lnTo>
                    <a:pt x="235683" y="1852065"/>
                  </a:lnTo>
                  <a:lnTo>
                    <a:pt x="238269" y="1850718"/>
                  </a:lnTo>
                  <a:lnTo>
                    <a:pt x="238787" y="1850449"/>
                  </a:lnTo>
                  <a:lnTo>
                    <a:pt x="239649" y="1850000"/>
                  </a:lnTo>
                  <a:lnTo>
                    <a:pt x="239994" y="1849820"/>
                  </a:lnTo>
                  <a:lnTo>
                    <a:pt x="241028" y="1849281"/>
                  </a:lnTo>
                  <a:lnTo>
                    <a:pt x="241200" y="1849192"/>
                  </a:lnTo>
                  <a:lnTo>
                    <a:pt x="241890" y="1848832"/>
                  </a:lnTo>
                  <a:lnTo>
                    <a:pt x="243097" y="1848204"/>
                  </a:lnTo>
                  <a:lnTo>
                    <a:pt x="243959" y="1847755"/>
                  </a:lnTo>
                  <a:lnTo>
                    <a:pt x="245683" y="1846857"/>
                  </a:lnTo>
                  <a:lnTo>
                    <a:pt x="245855" y="1846767"/>
                  </a:lnTo>
                  <a:lnTo>
                    <a:pt x="246200" y="1846587"/>
                  </a:lnTo>
                  <a:lnTo>
                    <a:pt x="248442" y="1845420"/>
                  </a:lnTo>
                  <a:lnTo>
                    <a:pt x="249821" y="1844701"/>
                  </a:lnTo>
                  <a:lnTo>
                    <a:pt x="251200" y="1843983"/>
                  </a:lnTo>
                  <a:lnTo>
                    <a:pt x="253441" y="1842815"/>
                  </a:lnTo>
                  <a:lnTo>
                    <a:pt x="254304" y="1842366"/>
                  </a:lnTo>
                  <a:lnTo>
                    <a:pt x="254648" y="1842186"/>
                  </a:lnTo>
                  <a:lnTo>
                    <a:pt x="254821" y="1842097"/>
                  </a:lnTo>
                  <a:lnTo>
                    <a:pt x="255855" y="1841558"/>
                  </a:lnTo>
                  <a:lnTo>
                    <a:pt x="260165" y="1839312"/>
                  </a:lnTo>
                  <a:lnTo>
                    <a:pt x="265165" y="1836708"/>
                  </a:lnTo>
                  <a:lnTo>
                    <a:pt x="266545" y="1835989"/>
                  </a:lnTo>
                  <a:lnTo>
                    <a:pt x="268786" y="1834822"/>
                  </a:lnTo>
                  <a:lnTo>
                    <a:pt x="342922" y="1796204"/>
                  </a:lnTo>
                  <a:lnTo>
                    <a:pt x="344818" y="1795216"/>
                  </a:lnTo>
                  <a:lnTo>
                    <a:pt x="368611" y="1782822"/>
                  </a:lnTo>
                  <a:lnTo>
                    <a:pt x="369473" y="1782373"/>
                  </a:lnTo>
                  <a:lnTo>
                    <a:pt x="376025" y="1778960"/>
                  </a:lnTo>
                  <a:lnTo>
                    <a:pt x="378611" y="1777613"/>
                  </a:lnTo>
                  <a:lnTo>
                    <a:pt x="383438" y="1775098"/>
                  </a:lnTo>
                  <a:lnTo>
                    <a:pt x="388438" y="1772494"/>
                  </a:lnTo>
                  <a:lnTo>
                    <a:pt x="390507" y="1771416"/>
                  </a:lnTo>
                  <a:lnTo>
                    <a:pt x="396024" y="1768542"/>
                  </a:lnTo>
                  <a:lnTo>
                    <a:pt x="399127" y="1766925"/>
                  </a:lnTo>
                  <a:lnTo>
                    <a:pt x="399472" y="1766746"/>
                  </a:lnTo>
                  <a:lnTo>
                    <a:pt x="399817" y="1766566"/>
                  </a:lnTo>
                  <a:lnTo>
                    <a:pt x="401369" y="1765758"/>
                  </a:lnTo>
                  <a:lnTo>
                    <a:pt x="401541" y="1765668"/>
                  </a:lnTo>
                  <a:lnTo>
                    <a:pt x="402403" y="1765219"/>
                  </a:lnTo>
                  <a:lnTo>
                    <a:pt x="402920" y="1764950"/>
                  </a:lnTo>
                  <a:lnTo>
                    <a:pt x="403438" y="1764680"/>
                  </a:lnTo>
                  <a:lnTo>
                    <a:pt x="404127" y="1764321"/>
                  </a:lnTo>
                  <a:lnTo>
                    <a:pt x="404472" y="1764141"/>
                  </a:lnTo>
                  <a:lnTo>
                    <a:pt x="405334" y="1763692"/>
                  </a:lnTo>
                  <a:lnTo>
                    <a:pt x="405851" y="1763423"/>
                  </a:lnTo>
                  <a:lnTo>
                    <a:pt x="406196" y="1763243"/>
                  </a:lnTo>
                  <a:lnTo>
                    <a:pt x="407058" y="1762794"/>
                  </a:lnTo>
                  <a:lnTo>
                    <a:pt x="407403" y="1762615"/>
                  </a:lnTo>
                  <a:lnTo>
                    <a:pt x="408093" y="1762255"/>
                  </a:lnTo>
                  <a:lnTo>
                    <a:pt x="410679" y="1760908"/>
                  </a:lnTo>
                  <a:lnTo>
                    <a:pt x="411196" y="1760639"/>
                  </a:lnTo>
                  <a:lnTo>
                    <a:pt x="412058" y="1760190"/>
                  </a:lnTo>
                  <a:lnTo>
                    <a:pt x="412403" y="1760010"/>
                  </a:lnTo>
                  <a:lnTo>
                    <a:pt x="413437" y="1759471"/>
                  </a:lnTo>
                  <a:lnTo>
                    <a:pt x="413610" y="1759381"/>
                  </a:lnTo>
                  <a:lnTo>
                    <a:pt x="414300" y="1759022"/>
                  </a:lnTo>
                  <a:lnTo>
                    <a:pt x="415506" y="1758393"/>
                  </a:lnTo>
                  <a:lnTo>
                    <a:pt x="416368" y="1757944"/>
                  </a:lnTo>
                  <a:lnTo>
                    <a:pt x="418093" y="1757046"/>
                  </a:lnTo>
                  <a:lnTo>
                    <a:pt x="418265" y="1756956"/>
                  </a:lnTo>
                  <a:lnTo>
                    <a:pt x="418610" y="1756777"/>
                  </a:lnTo>
                  <a:lnTo>
                    <a:pt x="420851" y="1755609"/>
                  </a:lnTo>
                  <a:lnTo>
                    <a:pt x="422230" y="1754891"/>
                  </a:lnTo>
                  <a:lnTo>
                    <a:pt x="423610" y="1754172"/>
                  </a:lnTo>
                  <a:lnTo>
                    <a:pt x="425851" y="1753005"/>
                  </a:lnTo>
                  <a:lnTo>
                    <a:pt x="426713" y="1752556"/>
                  </a:lnTo>
                  <a:lnTo>
                    <a:pt x="427058" y="1752376"/>
                  </a:lnTo>
                  <a:lnTo>
                    <a:pt x="427230" y="1752286"/>
                  </a:lnTo>
                  <a:lnTo>
                    <a:pt x="428265" y="1751747"/>
                  </a:lnTo>
                  <a:lnTo>
                    <a:pt x="432575" y="1749502"/>
                  </a:lnTo>
                  <a:lnTo>
                    <a:pt x="437575" y="1746898"/>
                  </a:lnTo>
                  <a:lnTo>
                    <a:pt x="438954" y="1746179"/>
                  </a:lnTo>
                  <a:lnTo>
                    <a:pt x="441195" y="1745012"/>
                  </a:lnTo>
                  <a:lnTo>
                    <a:pt x="515331" y="1706393"/>
                  </a:lnTo>
                  <a:lnTo>
                    <a:pt x="517228" y="1705405"/>
                  </a:lnTo>
                  <a:lnTo>
                    <a:pt x="541020" y="1693012"/>
                  </a:lnTo>
                  <a:lnTo>
                    <a:pt x="541883" y="1692563"/>
                  </a:lnTo>
                  <a:lnTo>
                    <a:pt x="548434" y="1689150"/>
                  </a:lnTo>
                  <a:lnTo>
                    <a:pt x="551020" y="1687803"/>
                  </a:lnTo>
                  <a:lnTo>
                    <a:pt x="555848" y="1685288"/>
                  </a:lnTo>
                  <a:lnTo>
                    <a:pt x="560848" y="1682683"/>
                  </a:lnTo>
                  <a:lnTo>
                    <a:pt x="562916" y="1681606"/>
                  </a:lnTo>
                  <a:lnTo>
                    <a:pt x="568434" y="1678732"/>
                  </a:lnTo>
                  <a:lnTo>
                    <a:pt x="571537" y="1677115"/>
                  </a:lnTo>
                  <a:lnTo>
                    <a:pt x="571882" y="1676936"/>
                  </a:lnTo>
                  <a:lnTo>
                    <a:pt x="572227" y="1676756"/>
                  </a:lnTo>
                  <a:lnTo>
                    <a:pt x="573778" y="1675948"/>
                  </a:lnTo>
                  <a:lnTo>
                    <a:pt x="573951" y="1675858"/>
                  </a:lnTo>
                  <a:lnTo>
                    <a:pt x="574813" y="1675409"/>
                  </a:lnTo>
                  <a:lnTo>
                    <a:pt x="575330" y="1675139"/>
                  </a:lnTo>
                  <a:lnTo>
                    <a:pt x="575847" y="1674870"/>
                  </a:lnTo>
                  <a:lnTo>
                    <a:pt x="576537" y="1674511"/>
                  </a:lnTo>
                  <a:lnTo>
                    <a:pt x="576882" y="1674331"/>
                  </a:lnTo>
                  <a:lnTo>
                    <a:pt x="577744" y="1673882"/>
                  </a:lnTo>
                  <a:lnTo>
                    <a:pt x="578261" y="1673613"/>
                  </a:lnTo>
                  <a:lnTo>
                    <a:pt x="578606" y="1673433"/>
                  </a:lnTo>
                  <a:lnTo>
                    <a:pt x="579468" y="1672984"/>
                  </a:lnTo>
                  <a:lnTo>
                    <a:pt x="579813" y="1672804"/>
                  </a:lnTo>
                  <a:lnTo>
                    <a:pt x="580502" y="1672445"/>
                  </a:lnTo>
                  <a:lnTo>
                    <a:pt x="583088" y="1671098"/>
                  </a:lnTo>
                  <a:lnTo>
                    <a:pt x="583606" y="1670829"/>
                  </a:lnTo>
                  <a:lnTo>
                    <a:pt x="584468" y="1670379"/>
                  </a:lnTo>
                  <a:lnTo>
                    <a:pt x="584813" y="1670200"/>
                  </a:lnTo>
                  <a:lnTo>
                    <a:pt x="585847" y="1669661"/>
                  </a:lnTo>
                  <a:lnTo>
                    <a:pt x="586019" y="1669571"/>
                  </a:lnTo>
                  <a:lnTo>
                    <a:pt x="586709" y="1669212"/>
                  </a:lnTo>
                  <a:lnTo>
                    <a:pt x="587916" y="1668583"/>
                  </a:lnTo>
                  <a:lnTo>
                    <a:pt x="588778" y="1668134"/>
                  </a:lnTo>
                  <a:lnTo>
                    <a:pt x="590502" y="1667236"/>
                  </a:lnTo>
                  <a:lnTo>
                    <a:pt x="590674" y="1667146"/>
                  </a:lnTo>
                  <a:lnTo>
                    <a:pt x="591019" y="1666967"/>
                  </a:lnTo>
                  <a:lnTo>
                    <a:pt x="593261" y="1665799"/>
                  </a:lnTo>
                  <a:lnTo>
                    <a:pt x="594640" y="1665081"/>
                  </a:lnTo>
                  <a:lnTo>
                    <a:pt x="596019" y="1664362"/>
                  </a:lnTo>
                  <a:lnTo>
                    <a:pt x="598260" y="1663195"/>
                  </a:lnTo>
                  <a:lnTo>
                    <a:pt x="599122" y="1662746"/>
                  </a:lnTo>
                  <a:lnTo>
                    <a:pt x="599467" y="1662566"/>
                  </a:lnTo>
                  <a:lnTo>
                    <a:pt x="599640" y="1662476"/>
                  </a:lnTo>
                  <a:lnTo>
                    <a:pt x="600674" y="1661937"/>
                  </a:lnTo>
                  <a:lnTo>
                    <a:pt x="604984" y="1659692"/>
                  </a:lnTo>
                  <a:lnTo>
                    <a:pt x="609984" y="1657088"/>
                  </a:lnTo>
                  <a:lnTo>
                    <a:pt x="611364" y="1656369"/>
                  </a:lnTo>
                  <a:lnTo>
                    <a:pt x="613605" y="1655202"/>
                  </a:lnTo>
                  <a:lnTo>
                    <a:pt x="687741" y="1616583"/>
                  </a:lnTo>
                  <a:lnTo>
                    <a:pt x="689637" y="1615595"/>
                  </a:lnTo>
                  <a:lnTo>
                    <a:pt x="713430" y="1603201"/>
                  </a:lnTo>
                  <a:lnTo>
                    <a:pt x="714292" y="1602752"/>
                  </a:lnTo>
                  <a:lnTo>
                    <a:pt x="720844" y="1599340"/>
                  </a:lnTo>
                  <a:lnTo>
                    <a:pt x="723430" y="1597992"/>
                  </a:lnTo>
                  <a:lnTo>
                    <a:pt x="728257" y="1595478"/>
                  </a:lnTo>
                  <a:lnTo>
                    <a:pt x="733257" y="1592873"/>
                  </a:lnTo>
                  <a:lnTo>
                    <a:pt x="735326" y="1591796"/>
                  </a:lnTo>
                  <a:lnTo>
                    <a:pt x="740843" y="1588922"/>
                  </a:lnTo>
                  <a:lnTo>
                    <a:pt x="743946" y="1587305"/>
                  </a:lnTo>
                  <a:lnTo>
                    <a:pt x="744291" y="1587125"/>
                  </a:lnTo>
                  <a:lnTo>
                    <a:pt x="744636" y="1586946"/>
                  </a:lnTo>
                  <a:lnTo>
                    <a:pt x="746188" y="1586137"/>
                  </a:lnTo>
                  <a:lnTo>
                    <a:pt x="746360" y="1586048"/>
                  </a:lnTo>
                  <a:lnTo>
                    <a:pt x="747222" y="1585599"/>
                  </a:lnTo>
                  <a:lnTo>
                    <a:pt x="747739" y="1585329"/>
                  </a:lnTo>
                  <a:lnTo>
                    <a:pt x="748257" y="1585060"/>
                  </a:lnTo>
                  <a:lnTo>
                    <a:pt x="748946" y="1584701"/>
                  </a:lnTo>
                  <a:lnTo>
                    <a:pt x="749291" y="1584521"/>
                  </a:lnTo>
                  <a:lnTo>
                    <a:pt x="750153" y="1584072"/>
                  </a:lnTo>
                  <a:lnTo>
                    <a:pt x="750670" y="1583802"/>
                  </a:lnTo>
                  <a:lnTo>
                    <a:pt x="751015" y="1583623"/>
                  </a:lnTo>
                  <a:lnTo>
                    <a:pt x="751877" y="1583174"/>
                  </a:lnTo>
                  <a:lnTo>
                    <a:pt x="752222" y="1582994"/>
                  </a:lnTo>
                  <a:lnTo>
                    <a:pt x="752912" y="1582635"/>
                  </a:lnTo>
                  <a:lnTo>
                    <a:pt x="755498" y="1581288"/>
                  </a:lnTo>
                  <a:lnTo>
                    <a:pt x="756015" y="1581018"/>
                  </a:lnTo>
                  <a:lnTo>
                    <a:pt x="756877" y="1580569"/>
                  </a:lnTo>
                  <a:lnTo>
                    <a:pt x="757222" y="1580390"/>
                  </a:lnTo>
                  <a:lnTo>
                    <a:pt x="758256" y="1579851"/>
                  </a:lnTo>
                  <a:lnTo>
                    <a:pt x="758429" y="1579761"/>
                  </a:lnTo>
                  <a:lnTo>
                    <a:pt x="759119" y="1579402"/>
                  </a:lnTo>
                  <a:lnTo>
                    <a:pt x="760325" y="1578773"/>
                  </a:lnTo>
                  <a:lnTo>
                    <a:pt x="761187" y="1578324"/>
                  </a:lnTo>
                  <a:lnTo>
                    <a:pt x="762912" y="1577426"/>
                  </a:lnTo>
                  <a:lnTo>
                    <a:pt x="763084" y="1577336"/>
                  </a:lnTo>
                  <a:lnTo>
                    <a:pt x="763429" y="1577156"/>
                  </a:lnTo>
                  <a:lnTo>
                    <a:pt x="765670" y="1575989"/>
                  </a:lnTo>
                  <a:lnTo>
                    <a:pt x="767049" y="1575270"/>
                  </a:lnTo>
                  <a:lnTo>
                    <a:pt x="768429" y="1574552"/>
                  </a:lnTo>
                  <a:lnTo>
                    <a:pt x="770670" y="1573384"/>
                  </a:lnTo>
                  <a:lnTo>
                    <a:pt x="771532" y="1572935"/>
                  </a:lnTo>
                  <a:lnTo>
                    <a:pt x="771877" y="1572756"/>
                  </a:lnTo>
                  <a:lnTo>
                    <a:pt x="772049" y="1572666"/>
                  </a:lnTo>
                  <a:lnTo>
                    <a:pt x="773084" y="1572127"/>
                  </a:lnTo>
                  <a:lnTo>
                    <a:pt x="777394" y="1569882"/>
                  </a:lnTo>
                  <a:lnTo>
                    <a:pt x="782394" y="1567277"/>
                  </a:lnTo>
                  <a:lnTo>
                    <a:pt x="783773" y="1566559"/>
                  </a:lnTo>
                  <a:lnTo>
                    <a:pt x="786014" y="1565391"/>
                  </a:lnTo>
                  <a:lnTo>
                    <a:pt x="860150" y="1526773"/>
                  </a:lnTo>
                  <a:lnTo>
                    <a:pt x="862047" y="1525785"/>
                  </a:lnTo>
                  <a:lnTo>
                    <a:pt x="885839" y="1513391"/>
                  </a:lnTo>
                  <a:lnTo>
                    <a:pt x="886702" y="1512942"/>
                  </a:lnTo>
                  <a:lnTo>
                    <a:pt x="893253" y="1509529"/>
                  </a:lnTo>
                  <a:lnTo>
                    <a:pt x="895839" y="1508182"/>
                  </a:lnTo>
                  <a:lnTo>
                    <a:pt x="900667" y="1505668"/>
                  </a:lnTo>
                  <a:lnTo>
                    <a:pt x="905667" y="1503063"/>
                  </a:lnTo>
                  <a:lnTo>
                    <a:pt x="907735" y="1501985"/>
                  </a:lnTo>
                  <a:lnTo>
                    <a:pt x="913253" y="1499111"/>
                  </a:lnTo>
                  <a:lnTo>
                    <a:pt x="916356" y="1497495"/>
                  </a:lnTo>
                  <a:lnTo>
                    <a:pt x="916701" y="1497315"/>
                  </a:lnTo>
                  <a:lnTo>
                    <a:pt x="917046" y="1497136"/>
                  </a:lnTo>
                  <a:lnTo>
                    <a:pt x="918597" y="1496327"/>
                  </a:lnTo>
                  <a:lnTo>
                    <a:pt x="918770" y="1496237"/>
                  </a:lnTo>
                  <a:lnTo>
                    <a:pt x="919632" y="1495788"/>
                  </a:lnTo>
                  <a:lnTo>
                    <a:pt x="920149" y="1495519"/>
                  </a:lnTo>
                  <a:lnTo>
                    <a:pt x="920666" y="1495250"/>
                  </a:lnTo>
                  <a:lnTo>
                    <a:pt x="921356" y="1494890"/>
                  </a:lnTo>
                  <a:lnTo>
                    <a:pt x="921701" y="1494711"/>
                  </a:lnTo>
                  <a:lnTo>
                    <a:pt x="922563" y="1494262"/>
                  </a:lnTo>
                  <a:lnTo>
                    <a:pt x="923080" y="1493992"/>
                  </a:lnTo>
                  <a:lnTo>
                    <a:pt x="923425" y="1493813"/>
                  </a:lnTo>
                  <a:lnTo>
                    <a:pt x="924287" y="1493364"/>
                  </a:lnTo>
                  <a:lnTo>
                    <a:pt x="924632" y="1493184"/>
                  </a:lnTo>
                  <a:lnTo>
                    <a:pt x="925321" y="1492825"/>
                  </a:lnTo>
                  <a:lnTo>
                    <a:pt x="927907" y="1491478"/>
                  </a:lnTo>
                  <a:lnTo>
                    <a:pt x="928425" y="1491208"/>
                  </a:lnTo>
                  <a:lnTo>
                    <a:pt x="929287" y="1490759"/>
                  </a:lnTo>
                  <a:lnTo>
                    <a:pt x="929631" y="1490579"/>
                  </a:lnTo>
                  <a:lnTo>
                    <a:pt x="930666" y="1490041"/>
                  </a:lnTo>
                  <a:lnTo>
                    <a:pt x="930838" y="1489951"/>
                  </a:lnTo>
                  <a:lnTo>
                    <a:pt x="931528" y="1489592"/>
                  </a:lnTo>
                  <a:lnTo>
                    <a:pt x="932735" y="1488963"/>
                  </a:lnTo>
                  <a:lnTo>
                    <a:pt x="933597" y="1488514"/>
                  </a:lnTo>
                  <a:lnTo>
                    <a:pt x="935321" y="1487616"/>
                  </a:lnTo>
                  <a:lnTo>
                    <a:pt x="935493" y="1487526"/>
                  </a:lnTo>
                  <a:lnTo>
                    <a:pt x="935838" y="1487346"/>
                  </a:lnTo>
                  <a:lnTo>
                    <a:pt x="938080" y="1486179"/>
                  </a:lnTo>
                  <a:lnTo>
                    <a:pt x="939459" y="1485460"/>
                  </a:lnTo>
                  <a:lnTo>
                    <a:pt x="940838" y="1484742"/>
                  </a:lnTo>
                  <a:lnTo>
                    <a:pt x="943079" y="1483574"/>
                  </a:lnTo>
                  <a:lnTo>
                    <a:pt x="943941" y="1483125"/>
                  </a:lnTo>
                  <a:lnTo>
                    <a:pt x="944286" y="1482946"/>
                  </a:lnTo>
                  <a:lnTo>
                    <a:pt x="944459" y="1482856"/>
                  </a:lnTo>
                  <a:lnTo>
                    <a:pt x="945493" y="1482317"/>
                  </a:lnTo>
                  <a:lnTo>
                    <a:pt x="949803" y="1480072"/>
                  </a:lnTo>
                  <a:lnTo>
                    <a:pt x="954803" y="1477467"/>
                  </a:lnTo>
                  <a:lnTo>
                    <a:pt x="956183" y="1476749"/>
                  </a:lnTo>
                  <a:lnTo>
                    <a:pt x="958424" y="1475581"/>
                  </a:lnTo>
                  <a:lnTo>
                    <a:pt x="1032560" y="1436963"/>
                  </a:lnTo>
                  <a:lnTo>
                    <a:pt x="1034456" y="1435975"/>
                  </a:lnTo>
                  <a:lnTo>
                    <a:pt x="1058249" y="1423581"/>
                  </a:lnTo>
                  <a:lnTo>
                    <a:pt x="1059111" y="1423132"/>
                  </a:lnTo>
                  <a:lnTo>
                    <a:pt x="1065663" y="1419719"/>
                  </a:lnTo>
                  <a:lnTo>
                    <a:pt x="1068249" y="1418372"/>
                  </a:lnTo>
                  <a:lnTo>
                    <a:pt x="1073076" y="1415857"/>
                  </a:lnTo>
                  <a:lnTo>
                    <a:pt x="1078076" y="1413253"/>
                  </a:lnTo>
                  <a:lnTo>
                    <a:pt x="1080145" y="1412175"/>
                  </a:lnTo>
                  <a:lnTo>
                    <a:pt x="1085662" y="1409301"/>
                  </a:lnTo>
                  <a:lnTo>
                    <a:pt x="1088765" y="1407685"/>
                  </a:lnTo>
                  <a:lnTo>
                    <a:pt x="1089110" y="1407505"/>
                  </a:lnTo>
                  <a:lnTo>
                    <a:pt x="1089455" y="1407325"/>
                  </a:lnTo>
                  <a:lnTo>
                    <a:pt x="1091007" y="1406517"/>
                  </a:lnTo>
                  <a:lnTo>
                    <a:pt x="1091179" y="1406427"/>
                  </a:lnTo>
                  <a:lnTo>
                    <a:pt x="1092041" y="1405978"/>
                  </a:lnTo>
                  <a:lnTo>
                    <a:pt x="1092558" y="1405709"/>
                  </a:lnTo>
                  <a:lnTo>
                    <a:pt x="1093076" y="1405439"/>
                  </a:lnTo>
                  <a:lnTo>
                    <a:pt x="1093765" y="1405080"/>
                  </a:lnTo>
                  <a:lnTo>
                    <a:pt x="1094110" y="1404900"/>
                  </a:lnTo>
                  <a:lnTo>
                    <a:pt x="1094972" y="1404451"/>
                  </a:lnTo>
                  <a:lnTo>
                    <a:pt x="1095489" y="1404182"/>
                  </a:lnTo>
                  <a:lnTo>
                    <a:pt x="1095834" y="1404002"/>
                  </a:lnTo>
                  <a:lnTo>
                    <a:pt x="1096696" y="1403553"/>
                  </a:lnTo>
                  <a:lnTo>
                    <a:pt x="1097041" y="1403374"/>
                  </a:lnTo>
                  <a:lnTo>
                    <a:pt x="1097731" y="1403014"/>
                  </a:lnTo>
                  <a:lnTo>
                    <a:pt x="1100317" y="1401667"/>
                  </a:lnTo>
                  <a:lnTo>
                    <a:pt x="1100834" y="1401398"/>
                  </a:lnTo>
                  <a:lnTo>
                    <a:pt x="1101696" y="1400949"/>
                  </a:lnTo>
                  <a:lnTo>
                    <a:pt x="1102041" y="1400769"/>
                  </a:lnTo>
                  <a:lnTo>
                    <a:pt x="1103075" y="1400230"/>
                  </a:lnTo>
                  <a:lnTo>
                    <a:pt x="1103248" y="1400141"/>
                  </a:lnTo>
                  <a:lnTo>
                    <a:pt x="1103937" y="1399781"/>
                  </a:lnTo>
                  <a:lnTo>
                    <a:pt x="1105144" y="1399153"/>
                  </a:lnTo>
                  <a:lnTo>
                    <a:pt x="1106006" y="1398704"/>
                  </a:lnTo>
                  <a:lnTo>
                    <a:pt x="1107730" y="1397805"/>
                  </a:lnTo>
                  <a:lnTo>
                    <a:pt x="1107903" y="1397716"/>
                  </a:lnTo>
                  <a:lnTo>
                    <a:pt x="1108248" y="1397536"/>
                  </a:lnTo>
                  <a:lnTo>
                    <a:pt x="1110489" y="1396369"/>
                  </a:lnTo>
                  <a:lnTo>
                    <a:pt x="1111868" y="1395650"/>
                  </a:lnTo>
                  <a:lnTo>
                    <a:pt x="1113248" y="1394932"/>
                  </a:lnTo>
                  <a:lnTo>
                    <a:pt x="1115489" y="1393764"/>
                  </a:lnTo>
                  <a:lnTo>
                    <a:pt x="1116351" y="1393315"/>
                  </a:lnTo>
                  <a:lnTo>
                    <a:pt x="1116696" y="1393135"/>
                  </a:lnTo>
                  <a:lnTo>
                    <a:pt x="1116868" y="1393046"/>
                  </a:lnTo>
                  <a:lnTo>
                    <a:pt x="1117903" y="1392507"/>
                  </a:lnTo>
                  <a:lnTo>
                    <a:pt x="1122213" y="1390261"/>
                  </a:lnTo>
                  <a:lnTo>
                    <a:pt x="1127213" y="1387657"/>
                  </a:lnTo>
                  <a:lnTo>
                    <a:pt x="1128592" y="1386938"/>
                  </a:lnTo>
                  <a:lnTo>
                    <a:pt x="1130833" y="1385771"/>
                  </a:lnTo>
                  <a:lnTo>
                    <a:pt x="1204969" y="1347153"/>
                  </a:lnTo>
                  <a:lnTo>
                    <a:pt x="1206866" y="1346165"/>
                  </a:lnTo>
                  <a:lnTo>
                    <a:pt x="1230658" y="1333771"/>
                  </a:lnTo>
                  <a:lnTo>
                    <a:pt x="1231521" y="1333322"/>
                  </a:lnTo>
                  <a:lnTo>
                    <a:pt x="1238072" y="1329909"/>
                  </a:lnTo>
                  <a:lnTo>
                    <a:pt x="1240658" y="1328562"/>
                  </a:lnTo>
                  <a:lnTo>
                    <a:pt x="1245486" y="1326047"/>
                  </a:lnTo>
                  <a:lnTo>
                    <a:pt x="1250486" y="1323443"/>
                  </a:lnTo>
                  <a:lnTo>
                    <a:pt x="1252554" y="1322365"/>
                  </a:lnTo>
                  <a:lnTo>
                    <a:pt x="1258072" y="1319491"/>
                  </a:lnTo>
                  <a:lnTo>
                    <a:pt x="1261175" y="1317874"/>
                  </a:lnTo>
                  <a:lnTo>
                    <a:pt x="1261520" y="1317695"/>
                  </a:lnTo>
                  <a:lnTo>
                    <a:pt x="1261865" y="1317515"/>
                  </a:lnTo>
                  <a:lnTo>
                    <a:pt x="1263416" y="1316707"/>
                  </a:lnTo>
                  <a:lnTo>
                    <a:pt x="1263589" y="1316617"/>
                  </a:lnTo>
                  <a:lnTo>
                    <a:pt x="1264451" y="1316168"/>
                  </a:lnTo>
                  <a:lnTo>
                    <a:pt x="1264968" y="1315899"/>
                  </a:lnTo>
                  <a:lnTo>
                    <a:pt x="1265485" y="1315629"/>
                  </a:lnTo>
                  <a:lnTo>
                    <a:pt x="1266175" y="1315270"/>
                  </a:lnTo>
                  <a:lnTo>
                    <a:pt x="1266520" y="1315090"/>
                  </a:lnTo>
                  <a:lnTo>
                    <a:pt x="1267382" y="1314641"/>
                  </a:lnTo>
                  <a:lnTo>
                    <a:pt x="1267899" y="1314372"/>
                  </a:lnTo>
                  <a:lnTo>
                    <a:pt x="1268244" y="1314192"/>
                  </a:lnTo>
                  <a:lnTo>
                    <a:pt x="1269106" y="1313743"/>
                  </a:lnTo>
                  <a:lnTo>
                    <a:pt x="1269451" y="1313564"/>
                  </a:lnTo>
                  <a:lnTo>
                    <a:pt x="1270140" y="1313204"/>
                  </a:lnTo>
                  <a:lnTo>
                    <a:pt x="1272726" y="1311857"/>
                  </a:lnTo>
                  <a:lnTo>
                    <a:pt x="1273244" y="1311588"/>
                  </a:lnTo>
                  <a:lnTo>
                    <a:pt x="1274106" y="1311139"/>
                  </a:lnTo>
                  <a:lnTo>
                    <a:pt x="1274450" y="1310959"/>
                  </a:lnTo>
                  <a:lnTo>
                    <a:pt x="1275485" y="1310420"/>
                  </a:lnTo>
                  <a:lnTo>
                    <a:pt x="1275657" y="1310330"/>
                  </a:lnTo>
                  <a:lnTo>
                    <a:pt x="1276347" y="1309971"/>
                  </a:lnTo>
                  <a:lnTo>
                    <a:pt x="1277554" y="1309342"/>
                  </a:lnTo>
                  <a:lnTo>
                    <a:pt x="1278416" y="1308893"/>
                  </a:lnTo>
                  <a:lnTo>
                    <a:pt x="1280140" y="1307995"/>
                  </a:lnTo>
                  <a:lnTo>
                    <a:pt x="1280312" y="1307905"/>
                  </a:lnTo>
                  <a:lnTo>
                    <a:pt x="1280657" y="1307726"/>
                  </a:lnTo>
                  <a:lnTo>
                    <a:pt x="1282899" y="1306558"/>
                  </a:lnTo>
                  <a:lnTo>
                    <a:pt x="1284278" y="1305840"/>
                  </a:lnTo>
                  <a:lnTo>
                    <a:pt x="1285657" y="1305121"/>
                  </a:lnTo>
                  <a:lnTo>
                    <a:pt x="1287898" y="1303954"/>
                  </a:lnTo>
                  <a:lnTo>
                    <a:pt x="1288760" y="1303505"/>
                  </a:lnTo>
                  <a:lnTo>
                    <a:pt x="1289105" y="1303325"/>
                  </a:lnTo>
                  <a:lnTo>
                    <a:pt x="1289278" y="1303235"/>
                  </a:lnTo>
                  <a:lnTo>
                    <a:pt x="1290312" y="1302696"/>
                  </a:lnTo>
                  <a:lnTo>
                    <a:pt x="1294622" y="1300451"/>
                  </a:lnTo>
                  <a:lnTo>
                    <a:pt x="1299622" y="1297847"/>
                  </a:lnTo>
                  <a:lnTo>
                    <a:pt x="1301002" y="1297128"/>
                  </a:lnTo>
                  <a:lnTo>
                    <a:pt x="1303243" y="1295961"/>
                  </a:lnTo>
                  <a:lnTo>
                    <a:pt x="1377379" y="1257342"/>
                  </a:lnTo>
                  <a:lnTo>
                    <a:pt x="1379275" y="1256354"/>
                  </a:lnTo>
                  <a:lnTo>
                    <a:pt x="1403068" y="1243961"/>
                  </a:lnTo>
                  <a:lnTo>
                    <a:pt x="1403930" y="1243512"/>
                  </a:lnTo>
                  <a:lnTo>
                    <a:pt x="1410482" y="1240099"/>
                  </a:lnTo>
                  <a:lnTo>
                    <a:pt x="1413068" y="1238752"/>
                  </a:lnTo>
                  <a:lnTo>
                    <a:pt x="1417895" y="1236237"/>
                  </a:lnTo>
                  <a:lnTo>
                    <a:pt x="1422895" y="1233632"/>
                  </a:lnTo>
                  <a:lnTo>
                    <a:pt x="1424964" y="1232555"/>
                  </a:lnTo>
                  <a:lnTo>
                    <a:pt x="1430481" y="1229681"/>
                  </a:lnTo>
                  <a:lnTo>
                    <a:pt x="1433584" y="1228064"/>
                  </a:lnTo>
                  <a:lnTo>
                    <a:pt x="1433929" y="1227885"/>
                  </a:lnTo>
                  <a:lnTo>
                    <a:pt x="1434274" y="1227705"/>
                  </a:lnTo>
                  <a:lnTo>
                    <a:pt x="1435826" y="1226897"/>
                  </a:lnTo>
                  <a:lnTo>
                    <a:pt x="1435998" y="1226807"/>
                  </a:lnTo>
                  <a:lnTo>
                    <a:pt x="1436860" y="1226358"/>
                  </a:lnTo>
                  <a:lnTo>
                    <a:pt x="1437377" y="1226088"/>
                  </a:lnTo>
                  <a:lnTo>
                    <a:pt x="1437895" y="1225819"/>
                  </a:lnTo>
                  <a:lnTo>
                    <a:pt x="1438584" y="1225460"/>
                  </a:lnTo>
                  <a:lnTo>
                    <a:pt x="1438929" y="1225280"/>
                  </a:lnTo>
                  <a:lnTo>
                    <a:pt x="1439791" y="1224831"/>
                  </a:lnTo>
                  <a:lnTo>
                    <a:pt x="1440308" y="1224562"/>
                  </a:lnTo>
                  <a:lnTo>
                    <a:pt x="1440653" y="1224382"/>
                  </a:lnTo>
                  <a:lnTo>
                    <a:pt x="1441515" y="1223933"/>
                  </a:lnTo>
                  <a:lnTo>
                    <a:pt x="1441860" y="1223753"/>
                  </a:lnTo>
                  <a:lnTo>
                    <a:pt x="1442550" y="1223394"/>
                  </a:lnTo>
                  <a:lnTo>
                    <a:pt x="1445136" y="1222047"/>
                  </a:lnTo>
                  <a:lnTo>
                    <a:pt x="1445653" y="1221777"/>
                  </a:lnTo>
                  <a:lnTo>
                    <a:pt x="1446515" y="1221328"/>
                  </a:lnTo>
                  <a:lnTo>
                    <a:pt x="1446860" y="1221149"/>
                  </a:lnTo>
                  <a:lnTo>
                    <a:pt x="1447894" y="1220610"/>
                  </a:lnTo>
                  <a:lnTo>
                    <a:pt x="1448067" y="1220520"/>
                  </a:lnTo>
                  <a:lnTo>
                    <a:pt x="1448756" y="1220161"/>
                  </a:lnTo>
                  <a:lnTo>
                    <a:pt x="1449963" y="1219532"/>
                  </a:lnTo>
                  <a:lnTo>
                    <a:pt x="1450825" y="1219083"/>
                  </a:lnTo>
                  <a:lnTo>
                    <a:pt x="1452549" y="1218185"/>
                  </a:lnTo>
                  <a:lnTo>
                    <a:pt x="1452722" y="1218095"/>
                  </a:lnTo>
                  <a:lnTo>
                    <a:pt x="1453067" y="1217916"/>
                  </a:lnTo>
                  <a:lnTo>
                    <a:pt x="1455308" y="1216748"/>
                  </a:lnTo>
                  <a:lnTo>
                    <a:pt x="1456687" y="1216030"/>
                  </a:lnTo>
                  <a:lnTo>
                    <a:pt x="1458067" y="1215311"/>
                  </a:lnTo>
                  <a:lnTo>
                    <a:pt x="1460308" y="1214144"/>
                  </a:lnTo>
                  <a:lnTo>
                    <a:pt x="1461170" y="1213695"/>
                  </a:lnTo>
                  <a:lnTo>
                    <a:pt x="1461515" y="1213515"/>
                  </a:lnTo>
                  <a:lnTo>
                    <a:pt x="1461687" y="1213425"/>
                  </a:lnTo>
                  <a:lnTo>
                    <a:pt x="1462722" y="1212886"/>
                  </a:lnTo>
                  <a:lnTo>
                    <a:pt x="1467032" y="1210641"/>
                  </a:lnTo>
                  <a:lnTo>
                    <a:pt x="1472032" y="1208037"/>
                  </a:lnTo>
                  <a:lnTo>
                    <a:pt x="1473411" y="1207318"/>
                  </a:lnTo>
                  <a:lnTo>
                    <a:pt x="1475652" y="1206151"/>
                  </a:lnTo>
                  <a:lnTo>
                    <a:pt x="1549788" y="1167532"/>
                  </a:lnTo>
                  <a:lnTo>
                    <a:pt x="1551685" y="1166544"/>
                  </a:lnTo>
                  <a:lnTo>
                    <a:pt x="1575477" y="1154150"/>
                  </a:lnTo>
                  <a:lnTo>
                    <a:pt x="1576339" y="1153701"/>
                  </a:lnTo>
                  <a:lnTo>
                    <a:pt x="1582891" y="1150289"/>
                  </a:lnTo>
                  <a:lnTo>
                    <a:pt x="1585477" y="1148941"/>
                  </a:lnTo>
                  <a:lnTo>
                    <a:pt x="1590305" y="1146427"/>
                  </a:lnTo>
                  <a:lnTo>
                    <a:pt x="1595305" y="1143822"/>
                  </a:lnTo>
                  <a:lnTo>
                    <a:pt x="1597373" y="1142745"/>
                  </a:lnTo>
                  <a:lnTo>
                    <a:pt x="1602891" y="1139871"/>
                  </a:lnTo>
                  <a:lnTo>
                    <a:pt x="1605994" y="1138254"/>
                  </a:lnTo>
                  <a:lnTo>
                    <a:pt x="1606339" y="1138074"/>
                  </a:lnTo>
                  <a:lnTo>
                    <a:pt x="1606684" y="1137895"/>
                  </a:lnTo>
                  <a:lnTo>
                    <a:pt x="1608235" y="1137086"/>
                  </a:lnTo>
                  <a:lnTo>
                    <a:pt x="1608408" y="1136997"/>
                  </a:lnTo>
                  <a:lnTo>
                    <a:pt x="1609270" y="1136548"/>
                  </a:lnTo>
                  <a:lnTo>
                    <a:pt x="1609787" y="1136278"/>
                  </a:lnTo>
                  <a:lnTo>
                    <a:pt x="1610304" y="1136009"/>
                  </a:lnTo>
                  <a:lnTo>
                    <a:pt x="1610994" y="1135650"/>
                  </a:lnTo>
                  <a:lnTo>
                    <a:pt x="1611339" y="1135470"/>
                  </a:lnTo>
                  <a:lnTo>
                    <a:pt x="1612201" y="1135021"/>
                  </a:lnTo>
                  <a:lnTo>
                    <a:pt x="1612718" y="1134751"/>
                  </a:lnTo>
                  <a:lnTo>
                    <a:pt x="1613063" y="1134572"/>
                  </a:lnTo>
                  <a:lnTo>
                    <a:pt x="1613925" y="1134123"/>
                  </a:lnTo>
                  <a:lnTo>
                    <a:pt x="1614270" y="1133943"/>
                  </a:lnTo>
                  <a:lnTo>
                    <a:pt x="1614959" y="1133584"/>
                  </a:lnTo>
                  <a:lnTo>
                    <a:pt x="1617545" y="1132237"/>
                  </a:lnTo>
                  <a:lnTo>
                    <a:pt x="1618063" y="1131967"/>
                  </a:lnTo>
                  <a:lnTo>
                    <a:pt x="1618925" y="1131518"/>
                  </a:lnTo>
                  <a:lnTo>
                    <a:pt x="1619269" y="1131339"/>
                  </a:lnTo>
                  <a:lnTo>
                    <a:pt x="1620304" y="1130800"/>
                  </a:lnTo>
                  <a:lnTo>
                    <a:pt x="1620476" y="1130710"/>
                  </a:lnTo>
                  <a:lnTo>
                    <a:pt x="1621166" y="1130351"/>
                  </a:lnTo>
                  <a:lnTo>
                    <a:pt x="1622373" y="1129722"/>
                  </a:lnTo>
                  <a:lnTo>
                    <a:pt x="1623235" y="1129273"/>
                  </a:lnTo>
                  <a:lnTo>
                    <a:pt x="1624959" y="1128375"/>
                  </a:lnTo>
                  <a:lnTo>
                    <a:pt x="1625131" y="1128285"/>
                  </a:lnTo>
                  <a:lnTo>
                    <a:pt x="1625476" y="1128105"/>
                  </a:lnTo>
                  <a:lnTo>
                    <a:pt x="1627718" y="1126938"/>
                  </a:lnTo>
                  <a:lnTo>
                    <a:pt x="1629097" y="1126219"/>
                  </a:lnTo>
                  <a:lnTo>
                    <a:pt x="1630476" y="1125501"/>
                  </a:lnTo>
                  <a:lnTo>
                    <a:pt x="1632717" y="1124333"/>
                  </a:lnTo>
                  <a:lnTo>
                    <a:pt x="1633579" y="1123884"/>
                  </a:lnTo>
                  <a:lnTo>
                    <a:pt x="1633924" y="1123705"/>
                  </a:lnTo>
                  <a:lnTo>
                    <a:pt x="1634097" y="1123615"/>
                  </a:lnTo>
                  <a:lnTo>
                    <a:pt x="1635131" y="1123076"/>
                  </a:lnTo>
                  <a:lnTo>
                    <a:pt x="1639441" y="1120831"/>
                  </a:lnTo>
                  <a:lnTo>
                    <a:pt x="1644441" y="1118226"/>
                  </a:lnTo>
                  <a:lnTo>
                    <a:pt x="1645821" y="1117508"/>
                  </a:lnTo>
                  <a:lnTo>
                    <a:pt x="1648062" y="1116340"/>
                  </a:lnTo>
                  <a:lnTo>
                    <a:pt x="1722198" y="1077722"/>
                  </a:lnTo>
                  <a:lnTo>
                    <a:pt x="1724094" y="1076734"/>
                  </a:lnTo>
                  <a:lnTo>
                    <a:pt x="1747887" y="1064340"/>
                  </a:lnTo>
                  <a:lnTo>
                    <a:pt x="1748749" y="1063891"/>
                  </a:lnTo>
                  <a:lnTo>
                    <a:pt x="1755301" y="1060478"/>
                  </a:lnTo>
                  <a:lnTo>
                    <a:pt x="1757887" y="1059131"/>
                  </a:lnTo>
                  <a:lnTo>
                    <a:pt x="1762714" y="1056617"/>
                  </a:lnTo>
                  <a:lnTo>
                    <a:pt x="1767714" y="1054012"/>
                  </a:lnTo>
                  <a:lnTo>
                    <a:pt x="1769783" y="1052934"/>
                  </a:lnTo>
                  <a:lnTo>
                    <a:pt x="1775300" y="1050060"/>
                  </a:lnTo>
                  <a:lnTo>
                    <a:pt x="1778403" y="1048444"/>
                  </a:lnTo>
                  <a:lnTo>
                    <a:pt x="1778748" y="1048264"/>
                  </a:lnTo>
                  <a:lnTo>
                    <a:pt x="1779093" y="1048085"/>
                  </a:lnTo>
                  <a:lnTo>
                    <a:pt x="1780645" y="1047276"/>
                  </a:lnTo>
                  <a:lnTo>
                    <a:pt x="1780817" y="1047186"/>
                  </a:lnTo>
                  <a:lnTo>
                    <a:pt x="1781679" y="1046737"/>
                  </a:lnTo>
                  <a:lnTo>
                    <a:pt x="1782196" y="1046468"/>
                  </a:lnTo>
                  <a:lnTo>
                    <a:pt x="1782714" y="1046199"/>
                  </a:lnTo>
                  <a:lnTo>
                    <a:pt x="1783403" y="1045839"/>
                  </a:lnTo>
                  <a:lnTo>
                    <a:pt x="1783748" y="1045660"/>
                  </a:lnTo>
                  <a:lnTo>
                    <a:pt x="1784610" y="1045211"/>
                  </a:lnTo>
                  <a:lnTo>
                    <a:pt x="1785127" y="1044941"/>
                  </a:lnTo>
                  <a:lnTo>
                    <a:pt x="1785472" y="1044762"/>
                  </a:lnTo>
                  <a:lnTo>
                    <a:pt x="1786334" y="1044313"/>
                  </a:lnTo>
                  <a:lnTo>
                    <a:pt x="1786679" y="1044133"/>
                  </a:lnTo>
                  <a:lnTo>
                    <a:pt x="1787369" y="1043774"/>
                  </a:lnTo>
                  <a:lnTo>
                    <a:pt x="1789955" y="1042427"/>
                  </a:lnTo>
                  <a:lnTo>
                    <a:pt x="1790472" y="1042157"/>
                  </a:lnTo>
                  <a:lnTo>
                    <a:pt x="1791334" y="1041708"/>
                  </a:lnTo>
                  <a:lnTo>
                    <a:pt x="1791679" y="1041528"/>
                  </a:lnTo>
                  <a:lnTo>
                    <a:pt x="1792713" y="1040990"/>
                  </a:lnTo>
                  <a:lnTo>
                    <a:pt x="1792886" y="1040900"/>
                  </a:lnTo>
                  <a:lnTo>
                    <a:pt x="1793575" y="1040541"/>
                  </a:lnTo>
                  <a:lnTo>
                    <a:pt x="1794782" y="1039912"/>
                  </a:lnTo>
                  <a:lnTo>
                    <a:pt x="1795644" y="1039463"/>
                  </a:lnTo>
                  <a:lnTo>
                    <a:pt x="1797368" y="1038565"/>
                  </a:lnTo>
                  <a:lnTo>
                    <a:pt x="1797541" y="1038475"/>
                  </a:lnTo>
                  <a:lnTo>
                    <a:pt x="1797886" y="1038295"/>
                  </a:lnTo>
                  <a:lnTo>
                    <a:pt x="1800127" y="1037128"/>
                  </a:lnTo>
                  <a:lnTo>
                    <a:pt x="1801506" y="1036409"/>
                  </a:lnTo>
                  <a:lnTo>
                    <a:pt x="1802886" y="1035691"/>
                  </a:lnTo>
                  <a:lnTo>
                    <a:pt x="1805127" y="1034523"/>
                  </a:lnTo>
                  <a:lnTo>
                    <a:pt x="1805989" y="1034074"/>
                  </a:lnTo>
                  <a:lnTo>
                    <a:pt x="1806334" y="1033895"/>
                  </a:lnTo>
                  <a:lnTo>
                    <a:pt x="1806506" y="1033805"/>
                  </a:lnTo>
                  <a:lnTo>
                    <a:pt x="1807541" y="1033266"/>
                  </a:lnTo>
                  <a:lnTo>
                    <a:pt x="1811851" y="1031021"/>
                  </a:lnTo>
                  <a:lnTo>
                    <a:pt x="1816851" y="1028416"/>
                  </a:lnTo>
                  <a:lnTo>
                    <a:pt x="1818230" y="1027698"/>
                  </a:lnTo>
                  <a:lnTo>
                    <a:pt x="1820471" y="1026530"/>
                  </a:lnTo>
                  <a:lnTo>
                    <a:pt x="1894607" y="987912"/>
                  </a:lnTo>
                  <a:lnTo>
                    <a:pt x="1896504" y="986924"/>
                  </a:lnTo>
                  <a:lnTo>
                    <a:pt x="1920296" y="974530"/>
                  </a:lnTo>
                  <a:lnTo>
                    <a:pt x="1921158" y="974081"/>
                  </a:lnTo>
                  <a:lnTo>
                    <a:pt x="1927710" y="970668"/>
                  </a:lnTo>
                  <a:lnTo>
                    <a:pt x="1930296" y="969321"/>
                  </a:lnTo>
                  <a:lnTo>
                    <a:pt x="1935124" y="966806"/>
                  </a:lnTo>
                  <a:lnTo>
                    <a:pt x="1940124" y="964202"/>
                  </a:lnTo>
                  <a:lnTo>
                    <a:pt x="1942192" y="963124"/>
                  </a:lnTo>
                  <a:lnTo>
                    <a:pt x="1947710" y="960250"/>
                  </a:lnTo>
                  <a:lnTo>
                    <a:pt x="1950813" y="958634"/>
                  </a:lnTo>
                  <a:lnTo>
                    <a:pt x="1951158" y="958454"/>
                  </a:lnTo>
                  <a:lnTo>
                    <a:pt x="1951503" y="958274"/>
                  </a:lnTo>
                  <a:lnTo>
                    <a:pt x="1953054" y="957466"/>
                  </a:lnTo>
                  <a:lnTo>
                    <a:pt x="1953227" y="957376"/>
                  </a:lnTo>
                  <a:lnTo>
                    <a:pt x="1954089" y="956927"/>
                  </a:lnTo>
                  <a:lnTo>
                    <a:pt x="1954606" y="956658"/>
                  </a:lnTo>
                  <a:lnTo>
                    <a:pt x="1955123" y="956388"/>
                  </a:lnTo>
                  <a:lnTo>
                    <a:pt x="1955813" y="956029"/>
                  </a:lnTo>
                  <a:lnTo>
                    <a:pt x="1956158" y="955849"/>
                  </a:lnTo>
                  <a:lnTo>
                    <a:pt x="1957020" y="955400"/>
                  </a:lnTo>
                  <a:lnTo>
                    <a:pt x="1957537" y="955131"/>
                  </a:lnTo>
                  <a:lnTo>
                    <a:pt x="1957882" y="954951"/>
                  </a:lnTo>
                  <a:lnTo>
                    <a:pt x="1958744" y="954502"/>
                  </a:lnTo>
                  <a:lnTo>
                    <a:pt x="1959089" y="954323"/>
                  </a:lnTo>
                  <a:lnTo>
                    <a:pt x="1959778" y="953963"/>
                  </a:lnTo>
                  <a:lnTo>
                    <a:pt x="1962364" y="952616"/>
                  </a:lnTo>
                  <a:lnTo>
                    <a:pt x="1962882" y="952347"/>
                  </a:lnTo>
                  <a:lnTo>
                    <a:pt x="1963744" y="951898"/>
                  </a:lnTo>
                  <a:lnTo>
                    <a:pt x="1964088" y="951718"/>
                  </a:lnTo>
                  <a:lnTo>
                    <a:pt x="1965123" y="951179"/>
                  </a:lnTo>
                  <a:lnTo>
                    <a:pt x="1965295" y="951090"/>
                  </a:lnTo>
                  <a:lnTo>
                    <a:pt x="1965985" y="950730"/>
                  </a:lnTo>
                  <a:lnTo>
                    <a:pt x="1967192" y="950102"/>
                  </a:lnTo>
                  <a:lnTo>
                    <a:pt x="1968054" y="949653"/>
                  </a:lnTo>
                  <a:lnTo>
                    <a:pt x="1969778" y="948754"/>
                  </a:lnTo>
                  <a:lnTo>
                    <a:pt x="1969950" y="948665"/>
                  </a:lnTo>
                  <a:lnTo>
                    <a:pt x="1970295" y="948485"/>
                  </a:lnTo>
                  <a:lnTo>
                    <a:pt x="1972537" y="947318"/>
                  </a:lnTo>
                  <a:lnTo>
                    <a:pt x="1973916" y="946599"/>
                  </a:lnTo>
                  <a:lnTo>
                    <a:pt x="1975295" y="945881"/>
                  </a:lnTo>
                  <a:lnTo>
                    <a:pt x="1977536" y="944713"/>
                  </a:lnTo>
                  <a:lnTo>
                    <a:pt x="1978398" y="944264"/>
                  </a:lnTo>
                  <a:lnTo>
                    <a:pt x="1978743" y="944084"/>
                  </a:lnTo>
                  <a:lnTo>
                    <a:pt x="1978916" y="943995"/>
                  </a:lnTo>
                  <a:lnTo>
                    <a:pt x="1979950" y="943456"/>
                  </a:lnTo>
                  <a:lnTo>
                    <a:pt x="1984260" y="941210"/>
                  </a:lnTo>
                  <a:lnTo>
                    <a:pt x="1989260" y="938606"/>
                  </a:lnTo>
                  <a:lnTo>
                    <a:pt x="1990640" y="937887"/>
                  </a:lnTo>
                  <a:lnTo>
                    <a:pt x="1992881" y="936720"/>
                  </a:lnTo>
                  <a:lnTo>
                    <a:pt x="2067017" y="898102"/>
                  </a:lnTo>
                  <a:lnTo>
                    <a:pt x="2068913" y="897114"/>
                  </a:lnTo>
                  <a:lnTo>
                    <a:pt x="2092706" y="884720"/>
                  </a:lnTo>
                  <a:lnTo>
                    <a:pt x="2093568" y="884271"/>
                  </a:lnTo>
                  <a:lnTo>
                    <a:pt x="2100120" y="880858"/>
                  </a:lnTo>
                  <a:lnTo>
                    <a:pt x="2102706" y="879511"/>
                  </a:lnTo>
                  <a:lnTo>
                    <a:pt x="2107533" y="876996"/>
                  </a:lnTo>
                  <a:lnTo>
                    <a:pt x="2112533" y="874392"/>
                  </a:lnTo>
                  <a:lnTo>
                    <a:pt x="2114602" y="873314"/>
                  </a:lnTo>
                  <a:lnTo>
                    <a:pt x="2120119" y="870440"/>
                  </a:lnTo>
                  <a:lnTo>
                    <a:pt x="2123222" y="868823"/>
                  </a:lnTo>
                  <a:lnTo>
                    <a:pt x="2123567" y="868644"/>
                  </a:lnTo>
                  <a:lnTo>
                    <a:pt x="2123912" y="868464"/>
                  </a:lnTo>
                  <a:lnTo>
                    <a:pt x="2125464" y="867656"/>
                  </a:lnTo>
                  <a:lnTo>
                    <a:pt x="2125636" y="867566"/>
                  </a:lnTo>
                  <a:lnTo>
                    <a:pt x="2126498" y="867117"/>
                  </a:lnTo>
                  <a:lnTo>
                    <a:pt x="2127015" y="866848"/>
                  </a:lnTo>
                  <a:lnTo>
                    <a:pt x="2127533" y="866578"/>
                  </a:lnTo>
                  <a:lnTo>
                    <a:pt x="2128222" y="866219"/>
                  </a:lnTo>
                  <a:lnTo>
                    <a:pt x="2128567" y="866039"/>
                  </a:lnTo>
                  <a:lnTo>
                    <a:pt x="2129429" y="865590"/>
                  </a:lnTo>
                  <a:lnTo>
                    <a:pt x="2129946" y="865321"/>
                  </a:lnTo>
                  <a:lnTo>
                    <a:pt x="2130291" y="865141"/>
                  </a:lnTo>
                  <a:lnTo>
                    <a:pt x="2131153" y="864692"/>
                  </a:lnTo>
                  <a:lnTo>
                    <a:pt x="2131498" y="864513"/>
                  </a:lnTo>
                  <a:lnTo>
                    <a:pt x="2132188" y="864153"/>
                  </a:lnTo>
                  <a:lnTo>
                    <a:pt x="2134774" y="862806"/>
                  </a:lnTo>
                  <a:lnTo>
                    <a:pt x="2135291" y="862537"/>
                  </a:lnTo>
                  <a:lnTo>
                    <a:pt x="2136153" y="862088"/>
                  </a:lnTo>
                  <a:lnTo>
                    <a:pt x="2136498" y="861908"/>
                  </a:lnTo>
                  <a:lnTo>
                    <a:pt x="2137532" y="861369"/>
                  </a:lnTo>
                  <a:lnTo>
                    <a:pt x="2137705" y="861279"/>
                  </a:lnTo>
                  <a:lnTo>
                    <a:pt x="2138394" y="860920"/>
                  </a:lnTo>
                  <a:lnTo>
                    <a:pt x="2139601" y="860291"/>
                  </a:lnTo>
                  <a:lnTo>
                    <a:pt x="2140463" y="859842"/>
                  </a:lnTo>
                  <a:lnTo>
                    <a:pt x="2142187" y="858944"/>
                  </a:lnTo>
                  <a:lnTo>
                    <a:pt x="2142360" y="858854"/>
                  </a:lnTo>
                  <a:lnTo>
                    <a:pt x="2142705" y="858675"/>
                  </a:lnTo>
                  <a:lnTo>
                    <a:pt x="2144946" y="857507"/>
                  </a:lnTo>
                  <a:lnTo>
                    <a:pt x="2146325" y="856789"/>
                  </a:lnTo>
                  <a:lnTo>
                    <a:pt x="2147705" y="856070"/>
                  </a:lnTo>
                  <a:lnTo>
                    <a:pt x="2149946" y="854903"/>
                  </a:lnTo>
                  <a:lnTo>
                    <a:pt x="2150808" y="854454"/>
                  </a:lnTo>
                  <a:lnTo>
                    <a:pt x="2151153" y="854274"/>
                  </a:lnTo>
                  <a:lnTo>
                    <a:pt x="2151325" y="854184"/>
                  </a:lnTo>
                  <a:lnTo>
                    <a:pt x="2152360" y="853645"/>
                  </a:lnTo>
                  <a:lnTo>
                    <a:pt x="2156670" y="851400"/>
                  </a:lnTo>
                  <a:lnTo>
                    <a:pt x="2161670" y="848796"/>
                  </a:lnTo>
                  <a:lnTo>
                    <a:pt x="2163049" y="848077"/>
                  </a:lnTo>
                  <a:lnTo>
                    <a:pt x="2165290" y="846910"/>
                  </a:lnTo>
                  <a:lnTo>
                    <a:pt x="2239426" y="808291"/>
                  </a:lnTo>
                  <a:lnTo>
                    <a:pt x="2241323" y="807303"/>
                  </a:lnTo>
                  <a:lnTo>
                    <a:pt x="2265115" y="794910"/>
                  </a:lnTo>
                  <a:lnTo>
                    <a:pt x="2265977" y="794461"/>
                  </a:lnTo>
                  <a:lnTo>
                    <a:pt x="2272529" y="791048"/>
                  </a:lnTo>
                  <a:lnTo>
                    <a:pt x="2275115" y="789701"/>
                  </a:lnTo>
                  <a:lnTo>
                    <a:pt x="2279943" y="787186"/>
                  </a:lnTo>
                  <a:lnTo>
                    <a:pt x="2284943" y="784581"/>
                  </a:lnTo>
                  <a:lnTo>
                    <a:pt x="2287011" y="783504"/>
                  </a:lnTo>
                  <a:lnTo>
                    <a:pt x="2292529" y="780630"/>
                  </a:lnTo>
                  <a:lnTo>
                    <a:pt x="2295632" y="779013"/>
                  </a:lnTo>
                  <a:lnTo>
                    <a:pt x="2295977" y="778834"/>
                  </a:lnTo>
                  <a:lnTo>
                    <a:pt x="2296322" y="778654"/>
                  </a:lnTo>
                  <a:lnTo>
                    <a:pt x="2297873" y="777846"/>
                  </a:lnTo>
                  <a:lnTo>
                    <a:pt x="2298046" y="777756"/>
                  </a:lnTo>
                  <a:lnTo>
                    <a:pt x="2298908" y="777307"/>
                  </a:lnTo>
                  <a:lnTo>
                    <a:pt x="2299425" y="777037"/>
                  </a:lnTo>
                  <a:lnTo>
                    <a:pt x="2299942" y="776768"/>
                  </a:lnTo>
                  <a:lnTo>
                    <a:pt x="2300632" y="776409"/>
                  </a:lnTo>
                  <a:lnTo>
                    <a:pt x="2300977" y="776229"/>
                  </a:lnTo>
                  <a:lnTo>
                    <a:pt x="2301839" y="775780"/>
                  </a:lnTo>
                  <a:lnTo>
                    <a:pt x="2302356" y="775511"/>
                  </a:lnTo>
                  <a:lnTo>
                    <a:pt x="2302701" y="775331"/>
                  </a:lnTo>
                  <a:lnTo>
                    <a:pt x="2303563" y="774882"/>
                  </a:lnTo>
                  <a:lnTo>
                    <a:pt x="2303908" y="774702"/>
                  </a:lnTo>
                  <a:lnTo>
                    <a:pt x="2304597" y="774343"/>
                  </a:lnTo>
                  <a:lnTo>
                    <a:pt x="2307183" y="772996"/>
                  </a:lnTo>
                  <a:lnTo>
                    <a:pt x="2307701" y="772726"/>
                  </a:lnTo>
                  <a:lnTo>
                    <a:pt x="2308563" y="772277"/>
                  </a:lnTo>
                  <a:lnTo>
                    <a:pt x="2308907" y="772098"/>
                  </a:lnTo>
                  <a:lnTo>
                    <a:pt x="2309942" y="771559"/>
                  </a:lnTo>
                  <a:lnTo>
                    <a:pt x="2310114" y="771469"/>
                  </a:lnTo>
                  <a:lnTo>
                    <a:pt x="2310804" y="771110"/>
                  </a:lnTo>
                  <a:lnTo>
                    <a:pt x="2312011" y="770481"/>
                  </a:lnTo>
                  <a:lnTo>
                    <a:pt x="2312873" y="770032"/>
                  </a:lnTo>
                  <a:lnTo>
                    <a:pt x="2314597" y="769134"/>
                  </a:lnTo>
                  <a:lnTo>
                    <a:pt x="2314769" y="769044"/>
                  </a:lnTo>
                  <a:lnTo>
                    <a:pt x="2315114" y="768865"/>
                  </a:lnTo>
                  <a:lnTo>
                    <a:pt x="2317356" y="767697"/>
                  </a:lnTo>
                  <a:lnTo>
                    <a:pt x="2318735" y="766979"/>
                  </a:lnTo>
                  <a:lnTo>
                    <a:pt x="2320114" y="766260"/>
                  </a:lnTo>
                  <a:lnTo>
                    <a:pt x="2322355" y="765093"/>
                  </a:lnTo>
                  <a:lnTo>
                    <a:pt x="2323217" y="764644"/>
                  </a:lnTo>
                  <a:lnTo>
                    <a:pt x="2323562" y="764464"/>
                  </a:lnTo>
                  <a:lnTo>
                    <a:pt x="2323735" y="764374"/>
                  </a:lnTo>
                  <a:lnTo>
                    <a:pt x="2324769" y="763835"/>
                  </a:lnTo>
                  <a:lnTo>
                    <a:pt x="2329079" y="761590"/>
                  </a:lnTo>
                  <a:lnTo>
                    <a:pt x="2334079" y="758986"/>
                  </a:lnTo>
                  <a:lnTo>
                    <a:pt x="2335458" y="758267"/>
                  </a:lnTo>
                  <a:lnTo>
                    <a:pt x="2337700" y="757100"/>
                  </a:lnTo>
                  <a:lnTo>
                    <a:pt x="2411836" y="718481"/>
                  </a:lnTo>
                  <a:lnTo>
                    <a:pt x="2413732" y="717493"/>
                  </a:lnTo>
                  <a:lnTo>
                    <a:pt x="2437525" y="705099"/>
                  </a:lnTo>
                  <a:lnTo>
                    <a:pt x="2438387" y="704650"/>
                  </a:lnTo>
                  <a:lnTo>
                    <a:pt x="2444939" y="701238"/>
                  </a:lnTo>
                  <a:lnTo>
                    <a:pt x="2447525" y="699890"/>
                  </a:lnTo>
                  <a:lnTo>
                    <a:pt x="2452352" y="697376"/>
                  </a:lnTo>
                  <a:lnTo>
                    <a:pt x="2457352" y="694771"/>
                  </a:lnTo>
                  <a:lnTo>
                    <a:pt x="2459421" y="693694"/>
                  </a:lnTo>
                  <a:lnTo>
                    <a:pt x="2464938" y="690820"/>
                  </a:lnTo>
                  <a:lnTo>
                    <a:pt x="2468041" y="689203"/>
                  </a:lnTo>
                  <a:lnTo>
                    <a:pt x="2468386" y="689023"/>
                  </a:lnTo>
                  <a:lnTo>
                    <a:pt x="2468731" y="688844"/>
                  </a:lnTo>
                  <a:lnTo>
                    <a:pt x="2470283" y="688035"/>
                  </a:lnTo>
                  <a:lnTo>
                    <a:pt x="2470455" y="687946"/>
                  </a:lnTo>
                  <a:lnTo>
                    <a:pt x="2471317" y="687497"/>
                  </a:lnTo>
                  <a:lnTo>
                    <a:pt x="2471834" y="687227"/>
                  </a:lnTo>
                  <a:lnTo>
                    <a:pt x="2472352" y="686958"/>
                  </a:lnTo>
                  <a:lnTo>
                    <a:pt x="2473041" y="686598"/>
                  </a:lnTo>
                  <a:lnTo>
                    <a:pt x="2473386" y="686419"/>
                  </a:lnTo>
                  <a:lnTo>
                    <a:pt x="2474248" y="685970"/>
                  </a:lnTo>
                  <a:lnTo>
                    <a:pt x="2474765" y="685700"/>
                  </a:lnTo>
                  <a:lnTo>
                    <a:pt x="2475110" y="685521"/>
                  </a:lnTo>
                  <a:lnTo>
                    <a:pt x="2475972" y="685072"/>
                  </a:lnTo>
                  <a:lnTo>
                    <a:pt x="2476317" y="684892"/>
                  </a:lnTo>
                  <a:lnTo>
                    <a:pt x="2477007" y="684533"/>
                  </a:lnTo>
                  <a:lnTo>
                    <a:pt x="2479593" y="683186"/>
                  </a:lnTo>
                  <a:lnTo>
                    <a:pt x="2480110" y="682916"/>
                  </a:lnTo>
                  <a:lnTo>
                    <a:pt x="2480972" y="682467"/>
                  </a:lnTo>
                  <a:lnTo>
                    <a:pt x="2481317" y="682288"/>
                  </a:lnTo>
                  <a:lnTo>
                    <a:pt x="2482351" y="681749"/>
                  </a:lnTo>
                  <a:lnTo>
                    <a:pt x="2482524" y="681659"/>
                  </a:lnTo>
                  <a:lnTo>
                    <a:pt x="2483213" y="681300"/>
                  </a:lnTo>
                  <a:lnTo>
                    <a:pt x="2484420" y="680671"/>
                  </a:lnTo>
                  <a:lnTo>
                    <a:pt x="2485282" y="680222"/>
                  </a:lnTo>
                  <a:lnTo>
                    <a:pt x="2487006" y="679324"/>
                  </a:lnTo>
                  <a:lnTo>
                    <a:pt x="2487179" y="679234"/>
                  </a:lnTo>
                  <a:lnTo>
                    <a:pt x="2487524" y="679054"/>
                  </a:lnTo>
                  <a:lnTo>
                    <a:pt x="2489765" y="677887"/>
                  </a:lnTo>
                  <a:lnTo>
                    <a:pt x="2491144" y="677168"/>
                  </a:lnTo>
                  <a:lnTo>
                    <a:pt x="2492524" y="676450"/>
                  </a:lnTo>
                  <a:lnTo>
                    <a:pt x="2494765" y="675282"/>
                  </a:lnTo>
                  <a:lnTo>
                    <a:pt x="2495627" y="674833"/>
                  </a:lnTo>
                  <a:lnTo>
                    <a:pt x="2495972" y="674654"/>
                  </a:lnTo>
                  <a:lnTo>
                    <a:pt x="2496144" y="674564"/>
                  </a:lnTo>
                  <a:lnTo>
                    <a:pt x="2497179" y="674025"/>
                  </a:lnTo>
                  <a:lnTo>
                    <a:pt x="2501489" y="671780"/>
                  </a:lnTo>
                  <a:lnTo>
                    <a:pt x="2506489" y="669175"/>
                  </a:lnTo>
                  <a:lnTo>
                    <a:pt x="2507868" y="668457"/>
                  </a:lnTo>
                  <a:lnTo>
                    <a:pt x="2510109" y="667289"/>
                  </a:lnTo>
                  <a:lnTo>
                    <a:pt x="2584245" y="628671"/>
                  </a:lnTo>
                  <a:lnTo>
                    <a:pt x="2586142" y="627683"/>
                  </a:lnTo>
                  <a:lnTo>
                    <a:pt x="2609934" y="615289"/>
                  </a:lnTo>
                  <a:lnTo>
                    <a:pt x="2610796" y="614840"/>
                  </a:lnTo>
                  <a:lnTo>
                    <a:pt x="2617348" y="611427"/>
                  </a:lnTo>
                  <a:lnTo>
                    <a:pt x="2619934" y="610080"/>
                  </a:lnTo>
                  <a:lnTo>
                    <a:pt x="2624762" y="607566"/>
                  </a:lnTo>
                  <a:lnTo>
                    <a:pt x="2629762" y="604961"/>
                  </a:lnTo>
                  <a:lnTo>
                    <a:pt x="2631830" y="603883"/>
                  </a:lnTo>
                  <a:lnTo>
                    <a:pt x="2637348" y="601009"/>
                  </a:lnTo>
                  <a:lnTo>
                    <a:pt x="2640451" y="599393"/>
                  </a:lnTo>
                  <a:lnTo>
                    <a:pt x="2640796" y="599213"/>
                  </a:lnTo>
                  <a:lnTo>
                    <a:pt x="2641141" y="599034"/>
                  </a:lnTo>
                  <a:lnTo>
                    <a:pt x="2642692" y="598225"/>
                  </a:lnTo>
                  <a:lnTo>
                    <a:pt x="2642865" y="598135"/>
                  </a:lnTo>
                  <a:lnTo>
                    <a:pt x="2643727" y="597686"/>
                  </a:lnTo>
                  <a:lnTo>
                    <a:pt x="2644244" y="597417"/>
                  </a:lnTo>
                  <a:lnTo>
                    <a:pt x="2644761" y="597148"/>
                  </a:lnTo>
                  <a:lnTo>
                    <a:pt x="2645451" y="596788"/>
                  </a:lnTo>
                  <a:lnTo>
                    <a:pt x="2645796" y="596609"/>
                  </a:lnTo>
                  <a:lnTo>
                    <a:pt x="2646658" y="596160"/>
                  </a:lnTo>
                  <a:lnTo>
                    <a:pt x="2647175" y="595890"/>
                  </a:lnTo>
                  <a:lnTo>
                    <a:pt x="2647520" y="595711"/>
                  </a:lnTo>
                  <a:lnTo>
                    <a:pt x="2648382" y="595262"/>
                  </a:lnTo>
                  <a:lnTo>
                    <a:pt x="2648727" y="595082"/>
                  </a:lnTo>
                  <a:lnTo>
                    <a:pt x="2649416" y="594723"/>
                  </a:lnTo>
                  <a:lnTo>
                    <a:pt x="2652002" y="593376"/>
                  </a:lnTo>
                  <a:lnTo>
                    <a:pt x="2652520" y="593106"/>
                  </a:lnTo>
                  <a:lnTo>
                    <a:pt x="2653382" y="592657"/>
                  </a:lnTo>
                  <a:lnTo>
                    <a:pt x="2653726" y="592477"/>
                  </a:lnTo>
                  <a:lnTo>
                    <a:pt x="2654761" y="591939"/>
                  </a:lnTo>
                  <a:lnTo>
                    <a:pt x="2654933" y="591849"/>
                  </a:lnTo>
                  <a:lnTo>
                    <a:pt x="2655623" y="591489"/>
                  </a:lnTo>
                  <a:lnTo>
                    <a:pt x="2656830" y="590861"/>
                  </a:lnTo>
                  <a:lnTo>
                    <a:pt x="2657692" y="590412"/>
                  </a:lnTo>
                  <a:lnTo>
                    <a:pt x="2659416" y="589514"/>
                  </a:lnTo>
                  <a:lnTo>
                    <a:pt x="2659588" y="589424"/>
                  </a:lnTo>
                  <a:lnTo>
                    <a:pt x="2659933" y="589244"/>
                  </a:lnTo>
                  <a:lnTo>
                    <a:pt x="2662174" y="588077"/>
                  </a:lnTo>
                  <a:lnTo>
                    <a:pt x="2663554" y="587358"/>
                  </a:lnTo>
                  <a:lnTo>
                    <a:pt x="2664933" y="586640"/>
                  </a:lnTo>
                  <a:lnTo>
                    <a:pt x="2667174" y="585472"/>
                  </a:lnTo>
                  <a:lnTo>
                    <a:pt x="2668036" y="585023"/>
                  </a:lnTo>
                  <a:lnTo>
                    <a:pt x="2668381" y="584844"/>
                  </a:lnTo>
                  <a:lnTo>
                    <a:pt x="2668554" y="584754"/>
                  </a:lnTo>
                  <a:lnTo>
                    <a:pt x="2669588" y="584215"/>
                  </a:lnTo>
                  <a:lnTo>
                    <a:pt x="2673898" y="581970"/>
                  </a:lnTo>
                  <a:lnTo>
                    <a:pt x="2678898" y="579365"/>
                  </a:lnTo>
                  <a:lnTo>
                    <a:pt x="2680277" y="578647"/>
                  </a:lnTo>
                  <a:lnTo>
                    <a:pt x="2682519" y="577479"/>
                  </a:lnTo>
                  <a:lnTo>
                    <a:pt x="2756655" y="538861"/>
                  </a:lnTo>
                  <a:lnTo>
                    <a:pt x="2758551" y="537873"/>
                  </a:lnTo>
                  <a:lnTo>
                    <a:pt x="2782344" y="525479"/>
                  </a:lnTo>
                  <a:lnTo>
                    <a:pt x="2783206" y="525030"/>
                  </a:lnTo>
                  <a:lnTo>
                    <a:pt x="2789758" y="521617"/>
                  </a:lnTo>
                  <a:lnTo>
                    <a:pt x="2792344" y="520270"/>
                  </a:lnTo>
                  <a:lnTo>
                    <a:pt x="2797171" y="517755"/>
                  </a:lnTo>
                  <a:lnTo>
                    <a:pt x="2802171" y="515151"/>
                  </a:lnTo>
                  <a:lnTo>
                    <a:pt x="2804240" y="514073"/>
                  </a:lnTo>
                  <a:lnTo>
                    <a:pt x="2809757" y="511199"/>
                  </a:lnTo>
                  <a:lnTo>
                    <a:pt x="2812860" y="509583"/>
                  </a:lnTo>
                  <a:lnTo>
                    <a:pt x="2813205" y="509403"/>
                  </a:lnTo>
                  <a:lnTo>
                    <a:pt x="2813550" y="509223"/>
                  </a:lnTo>
                  <a:lnTo>
                    <a:pt x="2815102" y="508415"/>
                  </a:lnTo>
                  <a:lnTo>
                    <a:pt x="2815274" y="508325"/>
                  </a:lnTo>
                  <a:lnTo>
                    <a:pt x="2816136" y="507876"/>
                  </a:lnTo>
                  <a:lnTo>
                    <a:pt x="2816653" y="507607"/>
                  </a:lnTo>
                  <a:lnTo>
                    <a:pt x="2817171" y="507337"/>
                  </a:lnTo>
                  <a:lnTo>
                    <a:pt x="2817860" y="506978"/>
                  </a:lnTo>
                  <a:lnTo>
                    <a:pt x="2818205" y="506798"/>
                  </a:lnTo>
                  <a:lnTo>
                    <a:pt x="2819067" y="506349"/>
                  </a:lnTo>
                  <a:lnTo>
                    <a:pt x="2819584" y="506080"/>
                  </a:lnTo>
                  <a:lnTo>
                    <a:pt x="2819929" y="505900"/>
                  </a:lnTo>
                  <a:lnTo>
                    <a:pt x="2820791" y="505451"/>
                  </a:lnTo>
                  <a:lnTo>
                    <a:pt x="2821136" y="505272"/>
                  </a:lnTo>
                  <a:lnTo>
                    <a:pt x="2821826" y="504912"/>
                  </a:lnTo>
                  <a:lnTo>
                    <a:pt x="2824412" y="503565"/>
                  </a:lnTo>
                  <a:lnTo>
                    <a:pt x="2824929" y="503296"/>
                  </a:lnTo>
                  <a:lnTo>
                    <a:pt x="2825791" y="502847"/>
                  </a:lnTo>
                  <a:lnTo>
                    <a:pt x="2826136" y="502667"/>
                  </a:lnTo>
                  <a:lnTo>
                    <a:pt x="2827170" y="502128"/>
                  </a:lnTo>
                  <a:lnTo>
                    <a:pt x="2827343" y="502039"/>
                  </a:lnTo>
                  <a:lnTo>
                    <a:pt x="2828032" y="501679"/>
                  </a:lnTo>
                  <a:lnTo>
                    <a:pt x="2829239" y="501051"/>
                  </a:lnTo>
                  <a:lnTo>
                    <a:pt x="2830101" y="500602"/>
                  </a:lnTo>
                  <a:lnTo>
                    <a:pt x="2831825" y="499703"/>
                  </a:lnTo>
                  <a:lnTo>
                    <a:pt x="2831998" y="499614"/>
                  </a:lnTo>
                  <a:lnTo>
                    <a:pt x="2832343" y="499434"/>
                  </a:lnTo>
                  <a:lnTo>
                    <a:pt x="2834584" y="498267"/>
                  </a:lnTo>
                  <a:lnTo>
                    <a:pt x="2835963" y="497548"/>
                  </a:lnTo>
                  <a:lnTo>
                    <a:pt x="2837343" y="496830"/>
                  </a:lnTo>
                  <a:lnTo>
                    <a:pt x="2839584" y="495662"/>
                  </a:lnTo>
                  <a:lnTo>
                    <a:pt x="2840446" y="495213"/>
                  </a:lnTo>
                  <a:lnTo>
                    <a:pt x="2840791" y="495033"/>
                  </a:lnTo>
                  <a:lnTo>
                    <a:pt x="2840963" y="494944"/>
                  </a:lnTo>
                  <a:lnTo>
                    <a:pt x="2841998" y="494405"/>
                  </a:lnTo>
                  <a:lnTo>
                    <a:pt x="2846308" y="492159"/>
                  </a:lnTo>
                  <a:lnTo>
                    <a:pt x="2851308" y="489555"/>
                  </a:lnTo>
                  <a:lnTo>
                    <a:pt x="2852687" y="488836"/>
                  </a:lnTo>
                  <a:lnTo>
                    <a:pt x="2854928" y="487669"/>
                  </a:lnTo>
                  <a:lnTo>
                    <a:pt x="2929064" y="449051"/>
                  </a:lnTo>
                  <a:lnTo>
                    <a:pt x="2930961" y="448063"/>
                  </a:lnTo>
                  <a:lnTo>
                    <a:pt x="2954753" y="435669"/>
                  </a:lnTo>
                  <a:lnTo>
                    <a:pt x="2955615" y="435220"/>
                  </a:lnTo>
                  <a:lnTo>
                    <a:pt x="2962167" y="431807"/>
                  </a:lnTo>
                  <a:lnTo>
                    <a:pt x="2964753" y="430460"/>
                  </a:lnTo>
                  <a:lnTo>
                    <a:pt x="2969581" y="427945"/>
                  </a:lnTo>
                  <a:lnTo>
                    <a:pt x="2974580" y="425341"/>
                  </a:lnTo>
                  <a:lnTo>
                    <a:pt x="2976649" y="424263"/>
                  </a:lnTo>
                  <a:lnTo>
                    <a:pt x="2982167" y="421389"/>
                  </a:lnTo>
                  <a:lnTo>
                    <a:pt x="2985270" y="419772"/>
                  </a:lnTo>
                  <a:lnTo>
                    <a:pt x="2985615" y="419593"/>
                  </a:lnTo>
                  <a:lnTo>
                    <a:pt x="2985960" y="419413"/>
                  </a:lnTo>
                  <a:lnTo>
                    <a:pt x="2987511" y="418605"/>
                  </a:lnTo>
                  <a:lnTo>
                    <a:pt x="2987684" y="418515"/>
                  </a:lnTo>
                  <a:lnTo>
                    <a:pt x="2988546" y="418066"/>
                  </a:lnTo>
                  <a:lnTo>
                    <a:pt x="2989063" y="417797"/>
                  </a:lnTo>
                  <a:lnTo>
                    <a:pt x="2989580" y="417527"/>
                  </a:lnTo>
                  <a:lnTo>
                    <a:pt x="2990270" y="417168"/>
                  </a:lnTo>
                  <a:lnTo>
                    <a:pt x="2990615" y="416988"/>
                  </a:lnTo>
                  <a:lnTo>
                    <a:pt x="2991477" y="416539"/>
                  </a:lnTo>
                  <a:lnTo>
                    <a:pt x="2991994" y="416270"/>
                  </a:lnTo>
                  <a:lnTo>
                    <a:pt x="2992339" y="416090"/>
                  </a:lnTo>
                  <a:lnTo>
                    <a:pt x="2993201" y="415641"/>
                  </a:lnTo>
                  <a:lnTo>
                    <a:pt x="2993546" y="415461"/>
                  </a:lnTo>
                  <a:lnTo>
                    <a:pt x="2994235" y="415102"/>
                  </a:lnTo>
                  <a:lnTo>
                    <a:pt x="2996821" y="413755"/>
                  </a:lnTo>
                  <a:lnTo>
                    <a:pt x="2997339" y="413486"/>
                  </a:lnTo>
                  <a:lnTo>
                    <a:pt x="2998201" y="413037"/>
                  </a:lnTo>
                  <a:lnTo>
                    <a:pt x="2998545" y="412857"/>
                  </a:lnTo>
                  <a:lnTo>
                    <a:pt x="2999580" y="412318"/>
                  </a:lnTo>
                  <a:lnTo>
                    <a:pt x="2999752" y="412228"/>
                  </a:lnTo>
                  <a:lnTo>
                    <a:pt x="3000442" y="411869"/>
                  </a:lnTo>
                  <a:lnTo>
                    <a:pt x="3001649" y="411240"/>
                  </a:lnTo>
                  <a:lnTo>
                    <a:pt x="3002511" y="410791"/>
                  </a:lnTo>
                  <a:lnTo>
                    <a:pt x="3004235" y="409893"/>
                  </a:lnTo>
                  <a:lnTo>
                    <a:pt x="3004407" y="409803"/>
                  </a:lnTo>
                  <a:lnTo>
                    <a:pt x="3004752" y="409624"/>
                  </a:lnTo>
                  <a:lnTo>
                    <a:pt x="3006993" y="408456"/>
                  </a:lnTo>
                  <a:lnTo>
                    <a:pt x="3008373" y="407738"/>
                  </a:lnTo>
                  <a:lnTo>
                    <a:pt x="3009752" y="407019"/>
                  </a:lnTo>
                  <a:lnTo>
                    <a:pt x="3011993" y="405852"/>
                  </a:lnTo>
                  <a:lnTo>
                    <a:pt x="3012855" y="405403"/>
                  </a:lnTo>
                  <a:lnTo>
                    <a:pt x="3013200" y="405223"/>
                  </a:lnTo>
                  <a:lnTo>
                    <a:pt x="3013373" y="405133"/>
                  </a:lnTo>
                  <a:lnTo>
                    <a:pt x="3014407" y="404594"/>
                  </a:lnTo>
                  <a:lnTo>
                    <a:pt x="3018717" y="402349"/>
                  </a:lnTo>
                  <a:lnTo>
                    <a:pt x="3023717" y="399745"/>
                  </a:lnTo>
                  <a:lnTo>
                    <a:pt x="3025096" y="399026"/>
                  </a:lnTo>
                  <a:lnTo>
                    <a:pt x="3027338" y="397859"/>
                  </a:lnTo>
                  <a:lnTo>
                    <a:pt x="3101474" y="359240"/>
                  </a:lnTo>
                  <a:lnTo>
                    <a:pt x="3103370" y="358252"/>
                  </a:lnTo>
                  <a:lnTo>
                    <a:pt x="3127163" y="345859"/>
                  </a:lnTo>
                  <a:lnTo>
                    <a:pt x="3128025" y="345410"/>
                  </a:lnTo>
                  <a:lnTo>
                    <a:pt x="3134577" y="341997"/>
                  </a:lnTo>
                  <a:lnTo>
                    <a:pt x="3137163" y="340650"/>
                  </a:lnTo>
                  <a:lnTo>
                    <a:pt x="3141990" y="338135"/>
                  </a:lnTo>
                  <a:lnTo>
                    <a:pt x="3146990" y="335530"/>
                  </a:lnTo>
                  <a:lnTo>
                    <a:pt x="3149059" y="334453"/>
                  </a:lnTo>
                  <a:lnTo>
                    <a:pt x="3154576" y="331579"/>
                  </a:lnTo>
                  <a:lnTo>
                    <a:pt x="3157679" y="329962"/>
                  </a:lnTo>
                  <a:lnTo>
                    <a:pt x="3158024" y="329783"/>
                  </a:lnTo>
                  <a:lnTo>
                    <a:pt x="3158369" y="329603"/>
                  </a:lnTo>
                  <a:lnTo>
                    <a:pt x="3159921" y="328795"/>
                  </a:lnTo>
                  <a:lnTo>
                    <a:pt x="3160093" y="328705"/>
                  </a:lnTo>
                  <a:lnTo>
                    <a:pt x="3160955" y="328256"/>
                  </a:lnTo>
                  <a:lnTo>
                    <a:pt x="3161472" y="327986"/>
                  </a:lnTo>
                  <a:lnTo>
                    <a:pt x="3161990" y="327717"/>
                  </a:lnTo>
                  <a:lnTo>
                    <a:pt x="3162679" y="327358"/>
                  </a:lnTo>
                  <a:lnTo>
                    <a:pt x="3163024" y="327178"/>
                  </a:lnTo>
                  <a:lnTo>
                    <a:pt x="3163886" y="326729"/>
                  </a:lnTo>
                  <a:lnTo>
                    <a:pt x="3164403" y="326460"/>
                  </a:lnTo>
                  <a:lnTo>
                    <a:pt x="3164748" y="326280"/>
                  </a:lnTo>
                  <a:lnTo>
                    <a:pt x="3165610" y="325831"/>
                  </a:lnTo>
                  <a:lnTo>
                    <a:pt x="3165955" y="325651"/>
                  </a:lnTo>
                  <a:lnTo>
                    <a:pt x="3166645" y="325292"/>
                  </a:lnTo>
                  <a:lnTo>
                    <a:pt x="3169231" y="323945"/>
                  </a:lnTo>
                  <a:lnTo>
                    <a:pt x="3169748" y="323675"/>
                  </a:lnTo>
                  <a:lnTo>
                    <a:pt x="3170610" y="323226"/>
                  </a:lnTo>
                  <a:lnTo>
                    <a:pt x="3170955" y="323047"/>
                  </a:lnTo>
                  <a:lnTo>
                    <a:pt x="3171989" y="322508"/>
                  </a:lnTo>
                  <a:lnTo>
                    <a:pt x="3172162" y="322418"/>
                  </a:lnTo>
                  <a:lnTo>
                    <a:pt x="3172851" y="322059"/>
                  </a:lnTo>
                  <a:lnTo>
                    <a:pt x="3174058" y="321430"/>
                  </a:lnTo>
                  <a:lnTo>
                    <a:pt x="3174920" y="320981"/>
                  </a:lnTo>
                  <a:lnTo>
                    <a:pt x="3176644" y="320083"/>
                  </a:lnTo>
                  <a:lnTo>
                    <a:pt x="3176817" y="319993"/>
                  </a:lnTo>
                  <a:lnTo>
                    <a:pt x="3177162" y="319814"/>
                  </a:lnTo>
                  <a:lnTo>
                    <a:pt x="3179403" y="318646"/>
                  </a:lnTo>
                  <a:lnTo>
                    <a:pt x="3180782" y="317928"/>
                  </a:lnTo>
                  <a:lnTo>
                    <a:pt x="3182162" y="317209"/>
                  </a:lnTo>
                  <a:lnTo>
                    <a:pt x="3184403" y="316042"/>
                  </a:lnTo>
                  <a:lnTo>
                    <a:pt x="3185265" y="315593"/>
                  </a:lnTo>
                  <a:lnTo>
                    <a:pt x="3185610" y="315413"/>
                  </a:lnTo>
                  <a:lnTo>
                    <a:pt x="3185782" y="315323"/>
                  </a:lnTo>
                  <a:lnTo>
                    <a:pt x="3186817" y="314784"/>
                  </a:lnTo>
                  <a:lnTo>
                    <a:pt x="3191127" y="312539"/>
                  </a:lnTo>
                  <a:lnTo>
                    <a:pt x="3196127" y="309935"/>
                  </a:lnTo>
                  <a:lnTo>
                    <a:pt x="3197506" y="309216"/>
                  </a:lnTo>
                  <a:lnTo>
                    <a:pt x="3199747" y="308048"/>
                  </a:lnTo>
                  <a:lnTo>
                    <a:pt x="3273883" y="269430"/>
                  </a:lnTo>
                  <a:lnTo>
                    <a:pt x="3275780" y="268442"/>
                  </a:lnTo>
                  <a:lnTo>
                    <a:pt x="3299572" y="256048"/>
                  </a:lnTo>
                  <a:lnTo>
                    <a:pt x="3300434" y="255599"/>
                  </a:lnTo>
                  <a:lnTo>
                    <a:pt x="3306986" y="252187"/>
                  </a:lnTo>
                  <a:lnTo>
                    <a:pt x="3309572" y="250839"/>
                  </a:lnTo>
                  <a:lnTo>
                    <a:pt x="3314400" y="248325"/>
                  </a:lnTo>
                  <a:lnTo>
                    <a:pt x="3319399" y="245720"/>
                  </a:lnTo>
                  <a:lnTo>
                    <a:pt x="3321468" y="244642"/>
                  </a:lnTo>
                  <a:lnTo>
                    <a:pt x="3326985" y="241769"/>
                  </a:lnTo>
                  <a:lnTo>
                    <a:pt x="3330089" y="240152"/>
                  </a:lnTo>
                  <a:lnTo>
                    <a:pt x="3330434" y="239972"/>
                  </a:lnTo>
                  <a:lnTo>
                    <a:pt x="3330779" y="239793"/>
                  </a:lnTo>
                  <a:lnTo>
                    <a:pt x="3332330" y="238984"/>
                  </a:lnTo>
                  <a:lnTo>
                    <a:pt x="3332503" y="238895"/>
                  </a:lnTo>
                  <a:lnTo>
                    <a:pt x="3333365" y="238446"/>
                  </a:lnTo>
                  <a:lnTo>
                    <a:pt x="3333882" y="238176"/>
                  </a:lnTo>
                  <a:lnTo>
                    <a:pt x="3334399" y="237907"/>
                  </a:lnTo>
                  <a:lnTo>
                    <a:pt x="3335089" y="237547"/>
                  </a:lnTo>
                  <a:lnTo>
                    <a:pt x="3335434" y="237368"/>
                  </a:lnTo>
                  <a:lnTo>
                    <a:pt x="3336296" y="236919"/>
                  </a:lnTo>
                  <a:lnTo>
                    <a:pt x="3336813" y="236649"/>
                  </a:lnTo>
                  <a:lnTo>
                    <a:pt x="3337158" y="236470"/>
                  </a:lnTo>
                  <a:lnTo>
                    <a:pt x="3338020" y="236021"/>
                  </a:lnTo>
                  <a:lnTo>
                    <a:pt x="3338365" y="235841"/>
                  </a:lnTo>
                  <a:lnTo>
                    <a:pt x="3339054" y="235482"/>
                  </a:lnTo>
                  <a:lnTo>
                    <a:pt x="3341640" y="234135"/>
                  </a:lnTo>
                  <a:lnTo>
                    <a:pt x="3342158" y="233865"/>
                  </a:lnTo>
                  <a:lnTo>
                    <a:pt x="3343020" y="233416"/>
                  </a:lnTo>
                  <a:lnTo>
                    <a:pt x="3343364" y="233237"/>
                  </a:lnTo>
                  <a:lnTo>
                    <a:pt x="3344399" y="232698"/>
                  </a:lnTo>
                  <a:lnTo>
                    <a:pt x="3344571" y="232608"/>
                  </a:lnTo>
                  <a:lnTo>
                    <a:pt x="3345261" y="232249"/>
                  </a:lnTo>
                  <a:lnTo>
                    <a:pt x="3346468" y="231620"/>
                  </a:lnTo>
                  <a:lnTo>
                    <a:pt x="3347330" y="231171"/>
                  </a:lnTo>
                  <a:lnTo>
                    <a:pt x="3349054" y="230273"/>
                  </a:lnTo>
                  <a:lnTo>
                    <a:pt x="3349226" y="230183"/>
                  </a:lnTo>
                  <a:lnTo>
                    <a:pt x="3349571" y="230003"/>
                  </a:lnTo>
                  <a:lnTo>
                    <a:pt x="3351812" y="228836"/>
                  </a:lnTo>
                  <a:lnTo>
                    <a:pt x="3353192" y="228117"/>
                  </a:lnTo>
                  <a:lnTo>
                    <a:pt x="3354571" y="227399"/>
                  </a:lnTo>
                  <a:lnTo>
                    <a:pt x="3356812" y="226231"/>
                  </a:lnTo>
                  <a:lnTo>
                    <a:pt x="3357674" y="225782"/>
                  </a:lnTo>
                  <a:lnTo>
                    <a:pt x="3358019" y="225603"/>
                  </a:lnTo>
                  <a:lnTo>
                    <a:pt x="3358192" y="225513"/>
                  </a:lnTo>
                  <a:lnTo>
                    <a:pt x="3359226" y="224974"/>
                  </a:lnTo>
                  <a:lnTo>
                    <a:pt x="3363536" y="222729"/>
                  </a:lnTo>
                  <a:lnTo>
                    <a:pt x="3368536" y="220124"/>
                  </a:lnTo>
                  <a:lnTo>
                    <a:pt x="3369915" y="219406"/>
                  </a:lnTo>
                  <a:lnTo>
                    <a:pt x="3372157" y="218238"/>
                  </a:lnTo>
                  <a:lnTo>
                    <a:pt x="3446293" y="179620"/>
                  </a:lnTo>
                  <a:lnTo>
                    <a:pt x="3448189" y="178632"/>
                  </a:lnTo>
                  <a:lnTo>
                    <a:pt x="3471982" y="166238"/>
                  </a:lnTo>
                  <a:lnTo>
                    <a:pt x="3472844" y="165789"/>
                  </a:lnTo>
                  <a:lnTo>
                    <a:pt x="3479395" y="162376"/>
                  </a:lnTo>
                  <a:lnTo>
                    <a:pt x="3481982" y="161029"/>
                  </a:lnTo>
                  <a:lnTo>
                    <a:pt x="3486809" y="158515"/>
                  </a:lnTo>
                  <a:lnTo>
                    <a:pt x="3491809" y="155910"/>
                  </a:lnTo>
                  <a:lnTo>
                    <a:pt x="3493878" y="154832"/>
                  </a:lnTo>
                  <a:lnTo>
                    <a:pt x="3499395" y="151958"/>
                  </a:lnTo>
                  <a:lnTo>
                    <a:pt x="3502498" y="150342"/>
                  </a:lnTo>
                  <a:lnTo>
                    <a:pt x="3502843" y="150162"/>
                  </a:lnTo>
                  <a:lnTo>
                    <a:pt x="3503188" y="149983"/>
                  </a:lnTo>
                  <a:lnTo>
                    <a:pt x="3504740" y="149174"/>
                  </a:lnTo>
                  <a:lnTo>
                    <a:pt x="3504912" y="149084"/>
                  </a:lnTo>
                  <a:lnTo>
                    <a:pt x="3505774" y="148635"/>
                  </a:lnTo>
                  <a:lnTo>
                    <a:pt x="3506291" y="148366"/>
                  </a:lnTo>
                  <a:lnTo>
                    <a:pt x="3506809" y="148097"/>
                  </a:lnTo>
                  <a:lnTo>
                    <a:pt x="3507498" y="147737"/>
                  </a:lnTo>
                  <a:lnTo>
                    <a:pt x="3507843" y="147558"/>
                  </a:lnTo>
                  <a:lnTo>
                    <a:pt x="3508705" y="147109"/>
                  </a:lnTo>
                  <a:lnTo>
                    <a:pt x="3509222" y="146839"/>
                  </a:lnTo>
                  <a:lnTo>
                    <a:pt x="3509567" y="146660"/>
                  </a:lnTo>
                  <a:lnTo>
                    <a:pt x="3510429" y="146211"/>
                  </a:lnTo>
                  <a:lnTo>
                    <a:pt x="3510774" y="146031"/>
                  </a:lnTo>
                  <a:lnTo>
                    <a:pt x="3511464" y="145672"/>
                  </a:lnTo>
                  <a:lnTo>
                    <a:pt x="3514050" y="144324"/>
                  </a:lnTo>
                  <a:lnTo>
                    <a:pt x="3514567" y="144055"/>
                  </a:lnTo>
                  <a:lnTo>
                    <a:pt x="3515429" y="143606"/>
                  </a:lnTo>
                  <a:lnTo>
                    <a:pt x="3515774" y="143426"/>
                  </a:lnTo>
                  <a:lnTo>
                    <a:pt x="3516808" y="142888"/>
                  </a:lnTo>
                  <a:lnTo>
                    <a:pt x="3516981" y="142798"/>
                  </a:lnTo>
                  <a:lnTo>
                    <a:pt x="3517670" y="142438"/>
                  </a:lnTo>
                  <a:lnTo>
                    <a:pt x="3518877" y="141810"/>
                  </a:lnTo>
                  <a:lnTo>
                    <a:pt x="3519739" y="141361"/>
                  </a:lnTo>
                  <a:lnTo>
                    <a:pt x="3521463" y="140463"/>
                  </a:lnTo>
                  <a:lnTo>
                    <a:pt x="3521636" y="140373"/>
                  </a:lnTo>
                  <a:lnTo>
                    <a:pt x="3521981" y="140193"/>
                  </a:lnTo>
                  <a:lnTo>
                    <a:pt x="3524222" y="139026"/>
                  </a:lnTo>
                  <a:lnTo>
                    <a:pt x="3525601" y="138307"/>
                  </a:lnTo>
                  <a:lnTo>
                    <a:pt x="3526981" y="137589"/>
                  </a:lnTo>
                  <a:lnTo>
                    <a:pt x="3529222" y="136421"/>
                  </a:lnTo>
                  <a:lnTo>
                    <a:pt x="3530084" y="135972"/>
                  </a:lnTo>
                  <a:lnTo>
                    <a:pt x="3530429" y="135793"/>
                  </a:lnTo>
                  <a:lnTo>
                    <a:pt x="3530601" y="135703"/>
                  </a:lnTo>
                  <a:lnTo>
                    <a:pt x="3531636" y="135164"/>
                  </a:lnTo>
                  <a:lnTo>
                    <a:pt x="3535946" y="132919"/>
                  </a:lnTo>
                  <a:lnTo>
                    <a:pt x="3540946" y="130314"/>
                  </a:lnTo>
                  <a:lnTo>
                    <a:pt x="3542325" y="129596"/>
                  </a:lnTo>
                  <a:lnTo>
                    <a:pt x="3544566" y="128428"/>
                  </a:lnTo>
                  <a:lnTo>
                    <a:pt x="3618702" y="89810"/>
                  </a:lnTo>
                  <a:lnTo>
                    <a:pt x="3620599" y="88822"/>
                  </a:lnTo>
                  <a:lnTo>
                    <a:pt x="3644391" y="76428"/>
                  </a:lnTo>
                  <a:lnTo>
                    <a:pt x="3645253" y="75979"/>
                  </a:lnTo>
                  <a:lnTo>
                    <a:pt x="3651805" y="72566"/>
                  </a:lnTo>
                  <a:lnTo>
                    <a:pt x="3654391" y="71219"/>
                  </a:lnTo>
                  <a:lnTo>
                    <a:pt x="3659219" y="68704"/>
                  </a:lnTo>
                  <a:lnTo>
                    <a:pt x="3664218" y="66100"/>
                  </a:lnTo>
                  <a:lnTo>
                    <a:pt x="3666287" y="65022"/>
                  </a:lnTo>
                  <a:lnTo>
                    <a:pt x="3671804" y="62148"/>
                  </a:lnTo>
                  <a:lnTo>
                    <a:pt x="3674908" y="60532"/>
                  </a:lnTo>
                  <a:lnTo>
                    <a:pt x="3675253" y="60352"/>
                  </a:lnTo>
                  <a:lnTo>
                    <a:pt x="3675597" y="60172"/>
                  </a:lnTo>
                  <a:lnTo>
                    <a:pt x="3677149" y="59364"/>
                  </a:lnTo>
                  <a:lnTo>
                    <a:pt x="3677322" y="59274"/>
                  </a:lnTo>
                  <a:lnTo>
                    <a:pt x="3678184" y="58825"/>
                  </a:lnTo>
                  <a:lnTo>
                    <a:pt x="3678701" y="58556"/>
                  </a:lnTo>
                  <a:lnTo>
                    <a:pt x="3679218" y="58286"/>
                  </a:lnTo>
                  <a:lnTo>
                    <a:pt x="3679908" y="57927"/>
                  </a:lnTo>
                  <a:lnTo>
                    <a:pt x="3680253" y="57747"/>
                  </a:lnTo>
                  <a:lnTo>
                    <a:pt x="3681115" y="57298"/>
                  </a:lnTo>
                  <a:lnTo>
                    <a:pt x="3681632" y="57029"/>
                  </a:lnTo>
                  <a:lnTo>
                    <a:pt x="3681977" y="56849"/>
                  </a:lnTo>
                  <a:lnTo>
                    <a:pt x="3682839" y="56400"/>
                  </a:lnTo>
                  <a:lnTo>
                    <a:pt x="3683184" y="56221"/>
                  </a:lnTo>
                  <a:lnTo>
                    <a:pt x="3683873" y="55861"/>
                  </a:lnTo>
                  <a:lnTo>
                    <a:pt x="3686459" y="54514"/>
                  </a:lnTo>
                  <a:lnTo>
                    <a:pt x="3686977" y="54245"/>
                  </a:lnTo>
                  <a:lnTo>
                    <a:pt x="3687839" y="53796"/>
                  </a:lnTo>
                  <a:lnTo>
                    <a:pt x="3688183" y="53616"/>
                  </a:lnTo>
                  <a:lnTo>
                    <a:pt x="3689218" y="53077"/>
                  </a:lnTo>
                  <a:lnTo>
                    <a:pt x="3689390" y="52988"/>
                  </a:lnTo>
                  <a:lnTo>
                    <a:pt x="3690080" y="52628"/>
                  </a:lnTo>
                  <a:lnTo>
                    <a:pt x="3691287" y="52000"/>
                  </a:lnTo>
                  <a:lnTo>
                    <a:pt x="3692149" y="51551"/>
                  </a:lnTo>
                  <a:lnTo>
                    <a:pt x="3693873" y="50652"/>
                  </a:lnTo>
                  <a:lnTo>
                    <a:pt x="3694045" y="50563"/>
                  </a:lnTo>
                  <a:lnTo>
                    <a:pt x="3694390" y="50383"/>
                  </a:lnTo>
                  <a:lnTo>
                    <a:pt x="3696631" y="49215"/>
                  </a:lnTo>
                  <a:lnTo>
                    <a:pt x="3698011" y="48497"/>
                  </a:lnTo>
                  <a:lnTo>
                    <a:pt x="3699390" y="47779"/>
                  </a:lnTo>
                  <a:lnTo>
                    <a:pt x="3701631" y="46611"/>
                  </a:lnTo>
                  <a:lnTo>
                    <a:pt x="3702493" y="46162"/>
                  </a:lnTo>
                  <a:lnTo>
                    <a:pt x="3702838" y="45982"/>
                  </a:lnTo>
                  <a:lnTo>
                    <a:pt x="3703011" y="45893"/>
                  </a:lnTo>
                  <a:lnTo>
                    <a:pt x="3704045" y="45354"/>
                  </a:lnTo>
                  <a:lnTo>
                    <a:pt x="3708355" y="43108"/>
                  </a:lnTo>
                  <a:lnTo>
                    <a:pt x="3713355" y="40504"/>
                  </a:lnTo>
                  <a:lnTo>
                    <a:pt x="3714734" y="39785"/>
                  </a:lnTo>
                  <a:lnTo>
                    <a:pt x="3716976" y="38618"/>
                  </a:lnTo>
                  <a:lnTo>
                    <a:pt x="3791112" y="0"/>
                  </a:lnTo>
                </a:path>
              </a:pathLst>
            </a:custGeom>
            <a:ln w="32521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6"/>
            <p:cNvSpPr/>
            <p:nvPr/>
          </p:nvSpPr>
          <p:spPr>
            <a:xfrm>
              <a:off x="3553336" y="2957608"/>
              <a:ext cx="3791112" cy="1686065"/>
            </a:xfrm>
            <a:custGeom>
              <a:avLst/>
              <a:pathLst>
                <a:path w="3791112" h="1686065">
                  <a:moveTo>
                    <a:pt x="0" y="1686065"/>
                  </a:moveTo>
                  <a:lnTo>
                    <a:pt x="23792" y="1675483"/>
                  </a:lnTo>
                  <a:lnTo>
                    <a:pt x="24654" y="1675100"/>
                  </a:lnTo>
                  <a:lnTo>
                    <a:pt x="31206" y="1672186"/>
                  </a:lnTo>
                  <a:lnTo>
                    <a:pt x="33792" y="1671036"/>
                  </a:lnTo>
                  <a:lnTo>
                    <a:pt x="38619" y="1668889"/>
                  </a:lnTo>
                  <a:lnTo>
                    <a:pt x="43619" y="1666666"/>
                  </a:lnTo>
                  <a:lnTo>
                    <a:pt x="45688" y="1665745"/>
                  </a:lnTo>
                  <a:lnTo>
                    <a:pt x="51205" y="1663292"/>
                  </a:lnTo>
                  <a:lnTo>
                    <a:pt x="54308" y="1661912"/>
                  </a:lnTo>
                  <a:lnTo>
                    <a:pt x="54653" y="1661758"/>
                  </a:lnTo>
                  <a:lnTo>
                    <a:pt x="54998" y="1661605"/>
                  </a:lnTo>
                  <a:lnTo>
                    <a:pt x="56550" y="1660915"/>
                  </a:lnTo>
                  <a:lnTo>
                    <a:pt x="56722" y="1660838"/>
                  </a:lnTo>
                  <a:lnTo>
                    <a:pt x="57584" y="1660455"/>
                  </a:lnTo>
                  <a:lnTo>
                    <a:pt x="58101" y="1660225"/>
                  </a:lnTo>
                  <a:lnTo>
                    <a:pt x="58619" y="1659995"/>
                  </a:lnTo>
                  <a:lnTo>
                    <a:pt x="59308" y="1659688"/>
                  </a:lnTo>
                  <a:lnTo>
                    <a:pt x="59653" y="1659535"/>
                  </a:lnTo>
                  <a:lnTo>
                    <a:pt x="60515" y="1659151"/>
                  </a:lnTo>
                  <a:lnTo>
                    <a:pt x="61032" y="1658921"/>
                  </a:lnTo>
                  <a:lnTo>
                    <a:pt x="61377" y="1658768"/>
                  </a:lnTo>
                  <a:lnTo>
                    <a:pt x="62239" y="1658384"/>
                  </a:lnTo>
                  <a:lnTo>
                    <a:pt x="62584" y="1658231"/>
                  </a:lnTo>
                  <a:lnTo>
                    <a:pt x="63274" y="1657924"/>
                  </a:lnTo>
                  <a:lnTo>
                    <a:pt x="65860" y="1656774"/>
                  </a:lnTo>
                  <a:lnTo>
                    <a:pt x="66377" y="1656544"/>
                  </a:lnTo>
                  <a:lnTo>
                    <a:pt x="67239" y="1656161"/>
                  </a:lnTo>
                  <a:lnTo>
                    <a:pt x="67584" y="1656007"/>
                  </a:lnTo>
                  <a:lnTo>
                    <a:pt x="68618" y="1655547"/>
                  </a:lnTo>
                  <a:lnTo>
                    <a:pt x="68791" y="1655471"/>
                  </a:lnTo>
                  <a:lnTo>
                    <a:pt x="69481" y="1655164"/>
                  </a:lnTo>
                  <a:lnTo>
                    <a:pt x="70687" y="1654627"/>
                  </a:lnTo>
                  <a:lnTo>
                    <a:pt x="71549" y="1654244"/>
                  </a:lnTo>
                  <a:lnTo>
                    <a:pt x="73274" y="1653477"/>
                  </a:lnTo>
                  <a:lnTo>
                    <a:pt x="73446" y="1653400"/>
                  </a:lnTo>
                  <a:lnTo>
                    <a:pt x="73791" y="1653247"/>
                  </a:lnTo>
                  <a:lnTo>
                    <a:pt x="76032" y="1652250"/>
                  </a:lnTo>
                  <a:lnTo>
                    <a:pt x="77411" y="1651637"/>
                  </a:lnTo>
                  <a:lnTo>
                    <a:pt x="78791" y="1651023"/>
                  </a:lnTo>
                  <a:lnTo>
                    <a:pt x="81032" y="1650026"/>
                  </a:lnTo>
                  <a:lnTo>
                    <a:pt x="81894" y="1649643"/>
                  </a:lnTo>
                  <a:lnTo>
                    <a:pt x="82239" y="1649490"/>
                  </a:lnTo>
                  <a:lnTo>
                    <a:pt x="82411" y="1649413"/>
                  </a:lnTo>
                  <a:lnTo>
                    <a:pt x="83446" y="1648953"/>
                  </a:lnTo>
                  <a:lnTo>
                    <a:pt x="87756" y="1647036"/>
                  </a:lnTo>
                  <a:lnTo>
                    <a:pt x="92756" y="1644812"/>
                  </a:lnTo>
                  <a:lnTo>
                    <a:pt x="94135" y="1644199"/>
                  </a:lnTo>
                  <a:lnTo>
                    <a:pt x="96376" y="1643202"/>
                  </a:lnTo>
                  <a:lnTo>
                    <a:pt x="170512" y="1610231"/>
                  </a:lnTo>
                  <a:lnTo>
                    <a:pt x="172409" y="1609387"/>
                  </a:lnTo>
                  <a:lnTo>
                    <a:pt x="196202" y="1598806"/>
                  </a:lnTo>
                  <a:lnTo>
                    <a:pt x="197064" y="1598422"/>
                  </a:lnTo>
                  <a:lnTo>
                    <a:pt x="203615" y="1595509"/>
                  </a:lnTo>
                  <a:lnTo>
                    <a:pt x="206201" y="1594358"/>
                  </a:lnTo>
                  <a:lnTo>
                    <a:pt x="211029" y="1592212"/>
                  </a:lnTo>
                  <a:lnTo>
                    <a:pt x="216029" y="1589988"/>
                  </a:lnTo>
                  <a:lnTo>
                    <a:pt x="218098" y="1589068"/>
                  </a:lnTo>
                  <a:lnTo>
                    <a:pt x="223615" y="1586614"/>
                  </a:lnTo>
                  <a:lnTo>
                    <a:pt x="226718" y="1585234"/>
                  </a:lnTo>
                  <a:lnTo>
                    <a:pt x="227063" y="1585080"/>
                  </a:lnTo>
                  <a:lnTo>
                    <a:pt x="227408" y="1584927"/>
                  </a:lnTo>
                  <a:lnTo>
                    <a:pt x="228959" y="1584237"/>
                  </a:lnTo>
                  <a:lnTo>
                    <a:pt x="229132" y="1584160"/>
                  </a:lnTo>
                  <a:lnTo>
                    <a:pt x="229994" y="1583777"/>
                  </a:lnTo>
                  <a:lnTo>
                    <a:pt x="230511" y="1583547"/>
                  </a:lnTo>
                  <a:lnTo>
                    <a:pt x="231028" y="1583317"/>
                  </a:lnTo>
                  <a:lnTo>
                    <a:pt x="231718" y="1583010"/>
                  </a:lnTo>
                  <a:lnTo>
                    <a:pt x="232063" y="1582857"/>
                  </a:lnTo>
                  <a:lnTo>
                    <a:pt x="232925" y="1582473"/>
                  </a:lnTo>
                  <a:lnTo>
                    <a:pt x="233442" y="1582243"/>
                  </a:lnTo>
                  <a:lnTo>
                    <a:pt x="233787" y="1582090"/>
                  </a:lnTo>
                  <a:lnTo>
                    <a:pt x="234649" y="1581707"/>
                  </a:lnTo>
                  <a:lnTo>
                    <a:pt x="234994" y="1581553"/>
                  </a:lnTo>
                  <a:lnTo>
                    <a:pt x="235683" y="1581247"/>
                  </a:lnTo>
                  <a:lnTo>
                    <a:pt x="238269" y="1580096"/>
                  </a:lnTo>
                  <a:lnTo>
                    <a:pt x="238787" y="1579866"/>
                  </a:lnTo>
                  <a:lnTo>
                    <a:pt x="239649" y="1579483"/>
                  </a:lnTo>
                  <a:lnTo>
                    <a:pt x="239994" y="1579330"/>
                  </a:lnTo>
                  <a:lnTo>
                    <a:pt x="241028" y="1578870"/>
                  </a:lnTo>
                  <a:lnTo>
                    <a:pt x="241200" y="1578793"/>
                  </a:lnTo>
                  <a:lnTo>
                    <a:pt x="241890" y="1578486"/>
                  </a:lnTo>
                  <a:lnTo>
                    <a:pt x="243097" y="1577949"/>
                  </a:lnTo>
                  <a:lnTo>
                    <a:pt x="243959" y="1577566"/>
                  </a:lnTo>
                  <a:lnTo>
                    <a:pt x="245683" y="1576799"/>
                  </a:lnTo>
                  <a:lnTo>
                    <a:pt x="245855" y="1576723"/>
                  </a:lnTo>
                  <a:lnTo>
                    <a:pt x="246200" y="1576569"/>
                  </a:lnTo>
                  <a:lnTo>
                    <a:pt x="248442" y="1575572"/>
                  </a:lnTo>
                  <a:lnTo>
                    <a:pt x="249821" y="1574959"/>
                  </a:lnTo>
                  <a:lnTo>
                    <a:pt x="251200" y="1574346"/>
                  </a:lnTo>
                  <a:lnTo>
                    <a:pt x="253441" y="1573349"/>
                  </a:lnTo>
                  <a:lnTo>
                    <a:pt x="254304" y="1572965"/>
                  </a:lnTo>
                  <a:lnTo>
                    <a:pt x="254648" y="1572812"/>
                  </a:lnTo>
                  <a:lnTo>
                    <a:pt x="254821" y="1572735"/>
                  </a:lnTo>
                  <a:lnTo>
                    <a:pt x="255855" y="1572275"/>
                  </a:lnTo>
                  <a:lnTo>
                    <a:pt x="260165" y="1570358"/>
                  </a:lnTo>
                  <a:lnTo>
                    <a:pt x="265165" y="1568135"/>
                  </a:lnTo>
                  <a:lnTo>
                    <a:pt x="266545" y="1567521"/>
                  </a:lnTo>
                  <a:lnTo>
                    <a:pt x="268786" y="1566524"/>
                  </a:lnTo>
                  <a:lnTo>
                    <a:pt x="342922" y="1533553"/>
                  </a:lnTo>
                  <a:lnTo>
                    <a:pt x="344818" y="1532710"/>
                  </a:lnTo>
                  <a:lnTo>
                    <a:pt x="368611" y="1522128"/>
                  </a:lnTo>
                  <a:lnTo>
                    <a:pt x="369473" y="1521745"/>
                  </a:lnTo>
                  <a:lnTo>
                    <a:pt x="376025" y="1518831"/>
                  </a:lnTo>
                  <a:lnTo>
                    <a:pt x="378611" y="1517681"/>
                  </a:lnTo>
                  <a:lnTo>
                    <a:pt x="383438" y="1515534"/>
                  </a:lnTo>
                  <a:lnTo>
                    <a:pt x="388438" y="1513310"/>
                  </a:lnTo>
                  <a:lnTo>
                    <a:pt x="390507" y="1512390"/>
                  </a:lnTo>
                  <a:lnTo>
                    <a:pt x="396024" y="1509936"/>
                  </a:lnTo>
                  <a:lnTo>
                    <a:pt x="399127" y="1508556"/>
                  </a:lnTo>
                  <a:lnTo>
                    <a:pt x="399472" y="1508403"/>
                  </a:lnTo>
                  <a:lnTo>
                    <a:pt x="399817" y="1508249"/>
                  </a:lnTo>
                  <a:lnTo>
                    <a:pt x="401369" y="1507559"/>
                  </a:lnTo>
                  <a:lnTo>
                    <a:pt x="401541" y="1507483"/>
                  </a:lnTo>
                  <a:lnTo>
                    <a:pt x="402403" y="1507099"/>
                  </a:lnTo>
                  <a:lnTo>
                    <a:pt x="402920" y="1506869"/>
                  </a:lnTo>
                  <a:lnTo>
                    <a:pt x="403438" y="1506639"/>
                  </a:lnTo>
                  <a:lnTo>
                    <a:pt x="404127" y="1506333"/>
                  </a:lnTo>
                  <a:lnTo>
                    <a:pt x="404472" y="1506179"/>
                  </a:lnTo>
                  <a:lnTo>
                    <a:pt x="405334" y="1505796"/>
                  </a:lnTo>
                  <a:lnTo>
                    <a:pt x="405851" y="1505566"/>
                  </a:lnTo>
                  <a:lnTo>
                    <a:pt x="406196" y="1505412"/>
                  </a:lnTo>
                  <a:lnTo>
                    <a:pt x="407058" y="1505029"/>
                  </a:lnTo>
                  <a:lnTo>
                    <a:pt x="407403" y="1504876"/>
                  </a:lnTo>
                  <a:lnTo>
                    <a:pt x="408093" y="1504569"/>
                  </a:lnTo>
                  <a:lnTo>
                    <a:pt x="410679" y="1503419"/>
                  </a:lnTo>
                  <a:lnTo>
                    <a:pt x="411196" y="1503189"/>
                  </a:lnTo>
                  <a:lnTo>
                    <a:pt x="412058" y="1502805"/>
                  </a:lnTo>
                  <a:lnTo>
                    <a:pt x="412403" y="1502652"/>
                  </a:lnTo>
                  <a:lnTo>
                    <a:pt x="413437" y="1502192"/>
                  </a:lnTo>
                  <a:lnTo>
                    <a:pt x="413610" y="1502115"/>
                  </a:lnTo>
                  <a:lnTo>
                    <a:pt x="414300" y="1501809"/>
                  </a:lnTo>
                  <a:lnTo>
                    <a:pt x="415506" y="1501272"/>
                  </a:lnTo>
                  <a:lnTo>
                    <a:pt x="416368" y="1500888"/>
                  </a:lnTo>
                  <a:lnTo>
                    <a:pt x="418093" y="1500122"/>
                  </a:lnTo>
                  <a:lnTo>
                    <a:pt x="418265" y="1500045"/>
                  </a:lnTo>
                  <a:lnTo>
                    <a:pt x="418610" y="1499892"/>
                  </a:lnTo>
                  <a:lnTo>
                    <a:pt x="420851" y="1498895"/>
                  </a:lnTo>
                  <a:lnTo>
                    <a:pt x="422230" y="1498281"/>
                  </a:lnTo>
                  <a:lnTo>
                    <a:pt x="423610" y="1497668"/>
                  </a:lnTo>
                  <a:lnTo>
                    <a:pt x="425851" y="1496671"/>
                  </a:lnTo>
                  <a:lnTo>
                    <a:pt x="426713" y="1496288"/>
                  </a:lnTo>
                  <a:lnTo>
                    <a:pt x="427058" y="1496134"/>
                  </a:lnTo>
                  <a:lnTo>
                    <a:pt x="427230" y="1496058"/>
                  </a:lnTo>
                  <a:lnTo>
                    <a:pt x="428265" y="1495598"/>
                  </a:lnTo>
                  <a:lnTo>
                    <a:pt x="432575" y="1493681"/>
                  </a:lnTo>
                  <a:lnTo>
                    <a:pt x="437575" y="1491457"/>
                  </a:lnTo>
                  <a:lnTo>
                    <a:pt x="438954" y="1490844"/>
                  </a:lnTo>
                  <a:lnTo>
                    <a:pt x="441195" y="1489847"/>
                  </a:lnTo>
                  <a:lnTo>
                    <a:pt x="515331" y="1456875"/>
                  </a:lnTo>
                  <a:lnTo>
                    <a:pt x="517228" y="1456032"/>
                  </a:lnTo>
                  <a:lnTo>
                    <a:pt x="541020" y="1445450"/>
                  </a:lnTo>
                  <a:lnTo>
                    <a:pt x="541883" y="1445067"/>
                  </a:lnTo>
                  <a:lnTo>
                    <a:pt x="548434" y="1442153"/>
                  </a:lnTo>
                  <a:lnTo>
                    <a:pt x="551020" y="1441003"/>
                  </a:lnTo>
                  <a:lnTo>
                    <a:pt x="555848" y="1438856"/>
                  </a:lnTo>
                  <a:lnTo>
                    <a:pt x="560848" y="1436632"/>
                  </a:lnTo>
                  <a:lnTo>
                    <a:pt x="562916" y="1435712"/>
                  </a:lnTo>
                  <a:lnTo>
                    <a:pt x="568434" y="1433259"/>
                  </a:lnTo>
                  <a:lnTo>
                    <a:pt x="571537" y="1431878"/>
                  </a:lnTo>
                  <a:lnTo>
                    <a:pt x="571882" y="1431725"/>
                  </a:lnTo>
                  <a:lnTo>
                    <a:pt x="572227" y="1431572"/>
                  </a:lnTo>
                  <a:lnTo>
                    <a:pt x="573778" y="1430882"/>
                  </a:lnTo>
                  <a:lnTo>
                    <a:pt x="573951" y="1430805"/>
                  </a:lnTo>
                  <a:lnTo>
                    <a:pt x="574813" y="1430422"/>
                  </a:lnTo>
                  <a:lnTo>
                    <a:pt x="575330" y="1430192"/>
                  </a:lnTo>
                  <a:lnTo>
                    <a:pt x="575847" y="1429962"/>
                  </a:lnTo>
                  <a:lnTo>
                    <a:pt x="576537" y="1429655"/>
                  </a:lnTo>
                  <a:lnTo>
                    <a:pt x="576882" y="1429501"/>
                  </a:lnTo>
                  <a:lnTo>
                    <a:pt x="577744" y="1429118"/>
                  </a:lnTo>
                  <a:lnTo>
                    <a:pt x="578261" y="1428888"/>
                  </a:lnTo>
                  <a:lnTo>
                    <a:pt x="578606" y="1428735"/>
                  </a:lnTo>
                  <a:lnTo>
                    <a:pt x="579468" y="1428351"/>
                  </a:lnTo>
                  <a:lnTo>
                    <a:pt x="579813" y="1428198"/>
                  </a:lnTo>
                  <a:lnTo>
                    <a:pt x="580502" y="1427891"/>
                  </a:lnTo>
                  <a:lnTo>
                    <a:pt x="583088" y="1426741"/>
                  </a:lnTo>
                  <a:lnTo>
                    <a:pt x="583606" y="1426511"/>
                  </a:lnTo>
                  <a:lnTo>
                    <a:pt x="584468" y="1426128"/>
                  </a:lnTo>
                  <a:lnTo>
                    <a:pt x="584813" y="1425974"/>
                  </a:lnTo>
                  <a:lnTo>
                    <a:pt x="585847" y="1425514"/>
                  </a:lnTo>
                  <a:lnTo>
                    <a:pt x="586019" y="1425438"/>
                  </a:lnTo>
                  <a:lnTo>
                    <a:pt x="586709" y="1425131"/>
                  </a:lnTo>
                  <a:lnTo>
                    <a:pt x="587916" y="1424594"/>
                  </a:lnTo>
                  <a:lnTo>
                    <a:pt x="588778" y="1424211"/>
                  </a:lnTo>
                  <a:lnTo>
                    <a:pt x="590502" y="1423444"/>
                  </a:lnTo>
                  <a:lnTo>
                    <a:pt x="590674" y="1423367"/>
                  </a:lnTo>
                  <a:lnTo>
                    <a:pt x="591019" y="1423214"/>
                  </a:lnTo>
                  <a:lnTo>
                    <a:pt x="593261" y="1422217"/>
                  </a:lnTo>
                  <a:lnTo>
                    <a:pt x="594640" y="1421604"/>
                  </a:lnTo>
                  <a:lnTo>
                    <a:pt x="596019" y="1420990"/>
                  </a:lnTo>
                  <a:lnTo>
                    <a:pt x="598260" y="1419993"/>
                  </a:lnTo>
                  <a:lnTo>
                    <a:pt x="599122" y="1419610"/>
                  </a:lnTo>
                  <a:lnTo>
                    <a:pt x="599467" y="1419457"/>
                  </a:lnTo>
                  <a:lnTo>
                    <a:pt x="599640" y="1419380"/>
                  </a:lnTo>
                  <a:lnTo>
                    <a:pt x="600674" y="1418920"/>
                  </a:lnTo>
                  <a:lnTo>
                    <a:pt x="604984" y="1417003"/>
                  </a:lnTo>
                  <a:lnTo>
                    <a:pt x="609984" y="1414779"/>
                  </a:lnTo>
                  <a:lnTo>
                    <a:pt x="611364" y="1414166"/>
                  </a:lnTo>
                  <a:lnTo>
                    <a:pt x="613605" y="1413169"/>
                  </a:lnTo>
                  <a:lnTo>
                    <a:pt x="687741" y="1380198"/>
                  </a:lnTo>
                  <a:lnTo>
                    <a:pt x="689637" y="1379354"/>
                  </a:lnTo>
                  <a:lnTo>
                    <a:pt x="713430" y="1368773"/>
                  </a:lnTo>
                  <a:lnTo>
                    <a:pt x="714292" y="1368389"/>
                  </a:lnTo>
                  <a:lnTo>
                    <a:pt x="720844" y="1365476"/>
                  </a:lnTo>
                  <a:lnTo>
                    <a:pt x="723430" y="1364325"/>
                  </a:lnTo>
                  <a:lnTo>
                    <a:pt x="728257" y="1362178"/>
                  </a:lnTo>
                  <a:lnTo>
                    <a:pt x="733257" y="1359955"/>
                  </a:lnTo>
                  <a:lnTo>
                    <a:pt x="735326" y="1359035"/>
                  </a:lnTo>
                  <a:lnTo>
                    <a:pt x="740843" y="1356581"/>
                  </a:lnTo>
                  <a:lnTo>
                    <a:pt x="743946" y="1355201"/>
                  </a:lnTo>
                  <a:lnTo>
                    <a:pt x="744291" y="1355047"/>
                  </a:lnTo>
                  <a:lnTo>
                    <a:pt x="744636" y="1354894"/>
                  </a:lnTo>
                  <a:lnTo>
                    <a:pt x="746188" y="1354204"/>
                  </a:lnTo>
                  <a:lnTo>
                    <a:pt x="746360" y="1354127"/>
                  </a:lnTo>
                  <a:lnTo>
                    <a:pt x="747222" y="1353744"/>
                  </a:lnTo>
                  <a:lnTo>
                    <a:pt x="747739" y="1353514"/>
                  </a:lnTo>
                  <a:lnTo>
                    <a:pt x="748257" y="1353284"/>
                  </a:lnTo>
                  <a:lnTo>
                    <a:pt x="748946" y="1352977"/>
                  </a:lnTo>
                  <a:lnTo>
                    <a:pt x="749291" y="1352824"/>
                  </a:lnTo>
                  <a:lnTo>
                    <a:pt x="750153" y="1352440"/>
                  </a:lnTo>
                  <a:lnTo>
                    <a:pt x="750670" y="1352210"/>
                  </a:lnTo>
                  <a:lnTo>
                    <a:pt x="751015" y="1352057"/>
                  </a:lnTo>
                  <a:lnTo>
                    <a:pt x="751877" y="1351674"/>
                  </a:lnTo>
                  <a:lnTo>
                    <a:pt x="752222" y="1351520"/>
                  </a:lnTo>
                  <a:lnTo>
                    <a:pt x="752912" y="1351214"/>
                  </a:lnTo>
                  <a:lnTo>
                    <a:pt x="755498" y="1350063"/>
                  </a:lnTo>
                  <a:lnTo>
                    <a:pt x="756015" y="1349833"/>
                  </a:lnTo>
                  <a:lnTo>
                    <a:pt x="756877" y="1349450"/>
                  </a:lnTo>
                  <a:lnTo>
                    <a:pt x="757222" y="1349297"/>
                  </a:lnTo>
                  <a:lnTo>
                    <a:pt x="758256" y="1348837"/>
                  </a:lnTo>
                  <a:lnTo>
                    <a:pt x="758429" y="1348760"/>
                  </a:lnTo>
                  <a:lnTo>
                    <a:pt x="759119" y="1348453"/>
                  </a:lnTo>
                  <a:lnTo>
                    <a:pt x="760325" y="1347916"/>
                  </a:lnTo>
                  <a:lnTo>
                    <a:pt x="761187" y="1347533"/>
                  </a:lnTo>
                  <a:lnTo>
                    <a:pt x="762912" y="1346766"/>
                  </a:lnTo>
                  <a:lnTo>
                    <a:pt x="763084" y="1346690"/>
                  </a:lnTo>
                  <a:lnTo>
                    <a:pt x="763429" y="1346536"/>
                  </a:lnTo>
                  <a:lnTo>
                    <a:pt x="765670" y="1345539"/>
                  </a:lnTo>
                  <a:lnTo>
                    <a:pt x="767049" y="1344926"/>
                  </a:lnTo>
                  <a:lnTo>
                    <a:pt x="768429" y="1344313"/>
                  </a:lnTo>
                  <a:lnTo>
                    <a:pt x="770670" y="1343316"/>
                  </a:lnTo>
                  <a:lnTo>
                    <a:pt x="771532" y="1342932"/>
                  </a:lnTo>
                  <a:lnTo>
                    <a:pt x="771877" y="1342779"/>
                  </a:lnTo>
                  <a:lnTo>
                    <a:pt x="772049" y="1342702"/>
                  </a:lnTo>
                  <a:lnTo>
                    <a:pt x="773084" y="1342242"/>
                  </a:lnTo>
                  <a:lnTo>
                    <a:pt x="777394" y="1340325"/>
                  </a:lnTo>
                  <a:lnTo>
                    <a:pt x="782394" y="1338102"/>
                  </a:lnTo>
                  <a:lnTo>
                    <a:pt x="783773" y="1337488"/>
                  </a:lnTo>
                  <a:lnTo>
                    <a:pt x="786014" y="1336491"/>
                  </a:lnTo>
                  <a:lnTo>
                    <a:pt x="860150" y="1303520"/>
                  </a:lnTo>
                  <a:lnTo>
                    <a:pt x="862047" y="1302677"/>
                  </a:lnTo>
                  <a:lnTo>
                    <a:pt x="885839" y="1292095"/>
                  </a:lnTo>
                  <a:lnTo>
                    <a:pt x="886702" y="1291712"/>
                  </a:lnTo>
                  <a:lnTo>
                    <a:pt x="893253" y="1288798"/>
                  </a:lnTo>
                  <a:lnTo>
                    <a:pt x="895839" y="1287648"/>
                  </a:lnTo>
                  <a:lnTo>
                    <a:pt x="900667" y="1285501"/>
                  </a:lnTo>
                  <a:lnTo>
                    <a:pt x="905667" y="1283277"/>
                  </a:lnTo>
                  <a:lnTo>
                    <a:pt x="907735" y="1282357"/>
                  </a:lnTo>
                  <a:lnTo>
                    <a:pt x="913253" y="1279903"/>
                  </a:lnTo>
                  <a:lnTo>
                    <a:pt x="916356" y="1278523"/>
                  </a:lnTo>
                  <a:lnTo>
                    <a:pt x="916701" y="1278370"/>
                  </a:lnTo>
                  <a:lnTo>
                    <a:pt x="917046" y="1278216"/>
                  </a:lnTo>
                  <a:lnTo>
                    <a:pt x="918597" y="1277526"/>
                  </a:lnTo>
                  <a:lnTo>
                    <a:pt x="918770" y="1277450"/>
                  </a:lnTo>
                  <a:lnTo>
                    <a:pt x="919632" y="1277066"/>
                  </a:lnTo>
                  <a:lnTo>
                    <a:pt x="920149" y="1276836"/>
                  </a:lnTo>
                  <a:lnTo>
                    <a:pt x="920666" y="1276606"/>
                  </a:lnTo>
                  <a:lnTo>
                    <a:pt x="921356" y="1276299"/>
                  </a:lnTo>
                  <a:lnTo>
                    <a:pt x="921701" y="1276146"/>
                  </a:lnTo>
                  <a:lnTo>
                    <a:pt x="922563" y="1275763"/>
                  </a:lnTo>
                  <a:lnTo>
                    <a:pt x="923080" y="1275533"/>
                  </a:lnTo>
                  <a:lnTo>
                    <a:pt x="923425" y="1275379"/>
                  </a:lnTo>
                  <a:lnTo>
                    <a:pt x="924287" y="1274996"/>
                  </a:lnTo>
                  <a:lnTo>
                    <a:pt x="924632" y="1274843"/>
                  </a:lnTo>
                  <a:lnTo>
                    <a:pt x="925321" y="1274536"/>
                  </a:lnTo>
                  <a:lnTo>
                    <a:pt x="927907" y="1273386"/>
                  </a:lnTo>
                  <a:lnTo>
                    <a:pt x="928425" y="1273156"/>
                  </a:lnTo>
                  <a:lnTo>
                    <a:pt x="929287" y="1272772"/>
                  </a:lnTo>
                  <a:lnTo>
                    <a:pt x="929631" y="1272619"/>
                  </a:lnTo>
                  <a:lnTo>
                    <a:pt x="930666" y="1272159"/>
                  </a:lnTo>
                  <a:lnTo>
                    <a:pt x="930838" y="1272082"/>
                  </a:lnTo>
                  <a:lnTo>
                    <a:pt x="931528" y="1271775"/>
                  </a:lnTo>
                  <a:lnTo>
                    <a:pt x="932735" y="1271239"/>
                  </a:lnTo>
                  <a:lnTo>
                    <a:pt x="933597" y="1270855"/>
                  </a:lnTo>
                  <a:lnTo>
                    <a:pt x="935321" y="1270089"/>
                  </a:lnTo>
                  <a:lnTo>
                    <a:pt x="935493" y="1270012"/>
                  </a:lnTo>
                  <a:lnTo>
                    <a:pt x="935838" y="1269859"/>
                  </a:lnTo>
                  <a:lnTo>
                    <a:pt x="938080" y="1268862"/>
                  </a:lnTo>
                  <a:lnTo>
                    <a:pt x="939459" y="1268248"/>
                  </a:lnTo>
                  <a:lnTo>
                    <a:pt x="940838" y="1267635"/>
                  </a:lnTo>
                  <a:lnTo>
                    <a:pt x="943079" y="1266638"/>
                  </a:lnTo>
                  <a:lnTo>
                    <a:pt x="943941" y="1266255"/>
                  </a:lnTo>
                  <a:lnTo>
                    <a:pt x="944286" y="1266101"/>
                  </a:lnTo>
                  <a:lnTo>
                    <a:pt x="944459" y="1266025"/>
                  </a:lnTo>
                  <a:lnTo>
                    <a:pt x="945493" y="1265565"/>
                  </a:lnTo>
                  <a:lnTo>
                    <a:pt x="949803" y="1263648"/>
                  </a:lnTo>
                  <a:lnTo>
                    <a:pt x="954803" y="1261424"/>
                  </a:lnTo>
                  <a:lnTo>
                    <a:pt x="956183" y="1260811"/>
                  </a:lnTo>
                  <a:lnTo>
                    <a:pt x="958424" y="1259814"/>
                  </a:lnTo>
                  <a:lnTo>
                    <a:pt x="1032560" y="1226842"/>
                  </a:lnTo>
                  <a:lnTo>
                    <a:pt x="1034456" y="1225999"/>
                  </a:lnTo>
                  <a:lnTo>
                    <a:pt x="1058249" y="1215417"/>
                  </a:lnTo>
                  <a:lnTo>
                    <a:pt x="1059111" y="1215034"/>
                  </a:lnTo>
                  <a:lnTo>
                    <a:pt x="1065663" y="1212120"/>
                  </a:lnTo>
                  <a:lnTo>
                    <a:pt x="1068249" y="1210970"/>
                  </a:lnTo>
                  <a:lnTo>
                    <a:pt x="1073076" y="1208823"/>
                  </a:lnTo>
                  <a:lnTo>
                    <a:pt x="1078076" y="1206599"/>
                  </a:lnTo>
                  <a:lnTo>
                    <a:pt x="1080145" y="1205679"/>
                  </a:lnTo>
                  <a:lnTo>
                    <a:pt x="1085662" y="1203226"/>
                  </a:lnTo>
                  <a:lnTo>
                    <a:pt x="1088765" y="1201845"/>
                  </a:lnTo>
                  <a:lnTo>
                    <a:pt x="1089110" y="1201692"/>
                  </a:lnTo>
                  <a:lnTo>
                    <a:pt x="1089455" y="1201539"/>
                  </a:lnTo>
                  <a:lnTo>
                    <a:pt x="1091007" y="1200849"/>
                  </a:lnTo>
                  <a:lnTo>
                    <a:pt x="1091179" y="1200772"/>
                  </a:lnTo>
                  <a:lnTo>
                    <a:pt x="1092041" y="1200389"/>
                  </a:lnTo>
                  <a:lnTo>
                    <a:pt x="1092558" y="1200159"/>
                  </a:lnTo>
                  <a:lnTo>
                    <a:pt x="1093076" y="1199929"/>
                  </a:lnTo>
                  <a:lnTo>
                    <a:pt x="1093765" y="1199622"/>
                  </a:lnTo>
                  <a:lnTo>
                    <a:pt x="1094110" y="1199468"/>
                  </a:lnTo>
                  <a:lnTo>
                    <a:pt x="1094972" y="1199085"/>
                  </a:lnTo>
                  <a:lnTo>
                    <a:pt x="1095489" y="1198855"/>
                  </a:lnTo>
                  <a:lnTo>
                    <a:pt x="1095834" y="1198702"/>
                  </a:lnTo>
                  <a:lnTo>
                    <a:pt x="1096696" y="1198318"/>
                  </a:lnTo>
                  <a:lnTo>
                    <a:pt x="1097041" y="1198165"/>
                  </a:lnTo>
                  <a:lnTo>
                    <a:pt x="1097731" y="1197858"/>
                  </a:lnTo>
                  <a:lnTo>
                    <a:pt x="1100317" y="1196708"/>
                  </a:lnTo>
                  <a:lnTo>
                    <a:pt x="1100834" y="1196478"/>
                  </a:lnTo>
                  <a:lnTo>
                    <a:pt x="1101696" y="1196095"/>
                  </a:lnTo>
                  <a:lnTo>
                    <a:pt x="1102041" y="1195941"/>
                  </a:lnTo>
                  <a:lnTo>
                    <a:pt x="1103075" y="1195481"/>
                  </a:lnTo>
                  <a:lnTo>
                    <a:pt x="1103248" y="1195405"/>
                  </a:lnTo>
                  <a:lnTo>
                    <a:pt x="1103937" y="1195098"/>
                  </a:lnTo>
                  <a:lnTo>
                    <a:pt x="1105144" y="1194561"/>
                  </a:lnTo>
                  <a:lnTo>
                    <a:pt x="1106006" y="1194178"/>
                  </a:lnTo>
                  <a:lnTo>
                    <a:pt x="1107730" y="1193411"/>
                  </a:lnTo>
                  <a:lnTo>
                    <a:pt x="1107903" y="1193334"/>
                  </a:lnTo>
                  <a:lnTo>
                    <a:pt x="1108248" y="1193181"/>
                  </a:lnTo>
                  <a:lnTo>
                    <a:pt x="1110489" y="1192184"/>
                  </a:lnTo>
                  <a:lnTo>
                    <a:pt x="1111868" y="1191571"/>
                  </a:lnTo>
                  <a:lnTo>
                    <a:pt x="1113248" y="1190957"/>
                  </a:lnTo>
                  <a:lnTo>
                    <a:pt x="1115489" y="1189960"/>
                  </a:lnTo>
                  <a:lnTo>
                    <a:pt x="1116351" y="1189577"/>
                  </a:lnTo>
                  <a:lnTo>
                    <a:pt x="1116696" y="1189424"/>
                  </a:lnTo>
                  <a:lnTo>
                    <a:pt x="1116868" y="1189347"/>
                  </a:lnTo>
                  <a:lnTo>
                    <a:pt x="1117903" y="1188887"/>
                  </a:lnTo>
                  <a:lnTo>
                    <a:pt x="1122213" y="1186970"/>
                  </a:lnTo>
                  <a:lnTo>
                    <a:pt x="1127213" y="1184746"/>
                  </a:lnTo>
                  <a:lnTo>
                    <a:pt x="1128592" y="1184133"/>
                  </a:lnTo>
                  <a:lnTo>
                    <a:pt x="1130833" y="1183136"/>
                  </a:lnTo>
                  <a:lnTo>
                    <a:pt x="1204969" y="1150165"/>
                  </a:lnTo>
                  <a:lnTo>
                    <a:pt x="1206866" y="1149321"/>
                  </a:lnTo>
                  <a:lnTo>
                    <a:pt x="1230658" y="1138740"/>
                  </a:lnTo>
                  <a:lnTo>
                    <a:pt x="1231521" y="1138356"/>
                  </a:lnTo>
                  <a:lnTo>
                    <a:pt x="1238072" y="1135443"/>
                  </a:lnTo>
                  <a:lnTo>
                    <a:pt x="1240658" y="1134292"/>
                  </a:lnTo>
                  <a:lnTo>
                    <a:pt x="1245486" y="1132145"/>
                  </a:lnTo>
                  <a:lnTo>
                    <a:pt x="1250486" y="1129922"/>
                  </a:lnTo>
                  <a:lnTo>
                    <a:pt x="1252554" y="1129002"/>
                  </a:lnTo>
                  <a:lnTo>
                    <a:pt x="1258072" y="1126548"/>
                  </a:lnTo>
                  <a:lnTo>
                    <a:pt x="1261175" y="1125168"/>
                  </a:lnTo>
                  <a:lnTo>
                    <a:pt x="1261520" y="1125014"/>
                  </a:lnTo>
                  <a:lnTo>
                    <a:pt x="1261865" y="1124861"/>
                  </a:lnTo>
                  <a:lnTo>
                    <a:pt x="1263416" y="1124171"/>
                  </a:lnTo>
                  <a:lnTo>
                    <a:pt x="1263589" y="1124094"/>
                  </a:lnTo>
                  <a:lnTo>
                    <a:pt x="1264451" y="1123711"/>
                  </a:lnTo>
                  <a:lnTo>
                    <a:pt x="1264968" y="1123481"/>
                  </a:lnTo>
                  <a:lnTo>
                    <a:pt x="1265485" y="1123251"/>
                  </a:lnTo>
                  <a:lnTo>
                    <a:pt x="1266175" y="1122944"/>
                  </a:lnTo>
                  <a:lnTo>
                    <a:pt x="1266520" y="1122791"/>
                  </a:lnTo>
                  <a:lnTo>
                    <a:pt x="1267382" y="1122407"/>
                  </a:lnTo>
                  <a:lnTo>
                    <a:pt x="1267899" y="1122177"/>
                  </a:lnTo>
                  <a:lnTo>
                    <a:pt x="1268244" y="1122024"/>
                  </a:lnTo>
                  <a:lnTo>
                    <a:pt x="1269106" y="1121641"/>
                  </a:lnTo>
                  <a:lnTo>
                    <a:pt x="1269451" y="1121487"/>
                  </a:lnTo>
                  <a:lnTo>
                    <a:pt x="1270140" y="1121181"/>
                  </a:lnTo>
                  <a:lnTo>
                    <a:pt x="1272726" y="1120030"/>
                  </a:lnTo>
                  <a:lnTo>
                    <a:pt x="1273244" y="1119800"/>
                  </a:lnTo>
                  <a:lnTo>
                    <a:pt x="1274106" y="1119417"/>
                  </a:lnTo>
                  <a:lnTo>
                    <a:pt x="1274450" y="1119264"/>
                  </a:lnTo>
                  <a:lnTo>
                    <a:pt x="1275485" y="1118804"/>
                  </a:lnTo>
                  <a:lnTo>
                    <a:pt x="1275657" y="1118727"/>
                  </a:lnTo>
                  <a:lnTo>
                    <a:pt x="1276347" y="1118420"/>
                  </a:lnTo>
                  <a:lnTo>
                    <a:pt x="1277554" y="1117883"/>
                  </a:lnTo>
                  <a:lnTo>
                    <a:pt x="1278416" y="1117500"/>
                  </a:lnTo>
                  <a:lnTo>
                    <a:pt x="1280140" y="1116733"/>
                  </a:lnTo>
                  <a:lnTo>
                    <a:pt x="1280312" y="1116657"/>
                  </a:lnTo>
                  <a:lnTo>
                    <a:pt x="1280657" y="1116503"/>
                  </a:lnTo>
                  <a:lnTo>
                    <a:pt x="1282899" y="1115506"/>
                  </a:lnTo>
                  <a:lnTo>
                    <a:pt x="1284278" y="1114893"/>
                  </a:lnTo>
                  <a:lnTo>
                    <a:pt x="1285657" y="1114280"/>
                  </a:lnTo>
                  <a:lnTo>
                    <a:pt x="1287898" y="1113283"/>
                  </a:lnTo>
                  <a:lnTo>
                    <a:pt x="1288760" y="1112899"/>
                  </a:lnTo>
                  <a:lnTo>
                    <a:pt x="1289105" y="1112746"/>
                  </a:lnTo>
                  <a:lnTo>
                    <a:pt x="1289278" y="1112669"/>
                  </a:lnTo>
                  <a:lnTo>
                    <a:pt x="1290312" y="1112209"/>
                  </a:lnTo>
                  <a:lnTo>
                    <a:pt x="1294622" y="1110292"/>
                  </a:lnTo>
                  <a:lnTo>
                    <a:pt x="1299622" y="1108069"/>
                  </a:lnTo>
                  <a:lnTo>
                    <a:pt x="1301002" y="1107455"/>
                  </a:lnTo>
                  <a:lnTo>
                    <a:pt x="1303243" y="1106458"/>
                  </a:lnTo>
                  <a:lnTo>
                    <a:pt x="1377379" y="1073487"/>
                  </a:lnTo>
                  <a:lnTo>
                    <a:pt x="1379275" y="1072644"/>
                  </a:lnTo>
                  <a:lnTo>
                    <a:pt x="1403068" y="1062062"/>
                  </a:lnTo>
                  <a:lnTo>
                    <a:pt x="1403930" y="1061679"/>
                  </a:lnTo>
                  <a:lnTo>
                    <a:pt x="1410482" y="1058765"/>
                  </a:lnTo>
                  <a:lnTo>
                    <a:pt x="1413068" y="1057615"/>
                  </a:lnTo>
                  <a:lnTo>
                    <a:pt x="1417895" y="1055468"/>
                  </a:lnTo>
                  <a:lnTo>
                    <a:pt x="1422895" y="1053244"/>
                  </a:lnTo>
                  <a:lnTo>
                    <a:pt x="1424964" y="1052324"/>
                  </a:lnTo>
                  <a:lnTo>
                    <a:pt x="1430481" y="1049870"/>
                  </a:lnTo>
                  <a:lnTo>
                    <a:pt x="1433584" y="1048490"/>
                  </a:lnTo>
                  <a:lnTo>
                    <a:pt x="1433929" y="1048337"/>
                  </a:lnTo>
                  <a:lnTo>
                    <a:pt x="1434274" y="1048183"/>
                  </a:lnTo>
                  <a:lnTo>
                    <a:pt x="1435826" y="1047493"/>
                  </a:lnTo>
                  <a:lnTo>
                    <a:pt x="1435998" y="1047417"/>
                  </a:lnTo>
                  <a:lnTo>
                    <a:pt x="1436860" y="1047033"/>
                  </a:lnTo>
                  <a:lnTo>
                    <a:pt x="1437377" y="1046803"/>
                  </a:lnTo>
                  <a:lnTo>
                    <a:pt x="1437895" y="1046573"/>
                  </a:lnTo>
                  <a:lnTo>
                    <a:pt x="1438584" y="1046266"/>
                  </a:lnTo>
                  <a:lnTo>
                    <a:pt x="1438929" y="1046113"/>
                  </a:lnTo>
                  <a:lnTo>
                    <a:pt x="1439791" y="1045730"/>
                  </a:lnTo>
                  <a:lnTo>
                    <a:pt x="1440308" y="1045500"/>
                  </a:lnTo>
                  <a:lnTo>
                    <a:pt x="1440653" y="1045346"/>
                  </a:lnTo>
                  <a:lnTo>
                    <a:pt x="1441515" y="1044963"/>
                  </a:lnTo>
                  <a:lnTo>
                    <a:pt x="1441860" y="1044810"/>
                  </a:lnTo>
                  <a:lnTo>
                    <a:pt x="1442550" y="1044503"/>
                  </a:lnTo>
                  <a:lnTo>
                    <a:pt x="1445136" y="1043353"/>
                  </a:lnTo>
                  <a:lnTo>
                    <a:pt x="1445653" y="1043123"/>
                  </a:lnTo>
                  <a:lnTo>
                    <a:pt x="1446515" y="1042739"/>
                  </a:lnTo>
                  <a:lnTo>
                    <a:pt x="1446860" y="1042586"/>
                  </a:lnTo>
                  <a:lnTo>
                    <a:pt x="1447894" y="1042126"/>
                  </a:lnTo>
                  <a:lnTo>
                    <a:pt x="1448067" y="1042049"/>
                  </a:lnTo>
                  <a:lnTo>
                    <a:pt x="1448756" y="1041742"/>
                  </a:lnTo>
                  <a:lnTo>
                    <a:pt x="1449963" y="1041206"/>
                  </a:lnTo>
                  <a:lnTo>
                    <a:pt x="1450825" y="1040822"/>
                  </a:lnTo>
                  <a:lnTo>
                    <a:pt x="1452549" y="1040056"/>
                  </a:lnTo>
                  <a:lnTo>
                    <a:pt x="1452722" y="1039979"/>
                  </a:lnTo>
                  <a:lnTo>
                    <a:pt x="1453067" y="1039826"/>
                  </a:lnTo>
                  <a:lnTo>
                    <a:pt x="1455308" y="1038829"/>
                  </a:lnTo>
                  <a:lnTo>
                    <a:pt x="1456687" y="1038215"/>
                  </a:lnTo>
                  <a:lnTo>
                    <a:pt x="1458067" y="1037602"/>
                  </a:lnTo>
                  <a:lnTo>
                    <a:pt x="1460308" y="1036605"/>
                  </a:lnTo>
                  <a:lnTo>
                    <a:pt x="1461170" y="1036222"/>
                  </a:lnTo>
                  <a:lnTo>
                    <a:pt x="1461515" y="1036068"/>
                  </a:lnTo>
                  <a:lnTo>
                    <a:pt x="1461687" y="1035992"/>
                  </a:lnTo>
                  <a:lnTo>
                    <a:pt x="1462722" y="1035532"/>
                  </a:lnTo>
                  <a:lnTo>
                    <a:pt x="1467032" y="1033615"/>
                  </a:lnTo>
                  <a:lnTo>
                    <a:pt x="1472032" y="1031391"/>
                  </a:lnTo>
                  <a:lnTo>
                    <a:pt x="1473411" y="1030778"/>
                  </a:lnTo>
                  <a:lnTo>
                    <a:pt x="1475652" y="1029781"/>
                  </a:lnTo>
                  <a:lnTo>
                    <a:pt x="1549788" y="996809"/>
                  </a:lnTo>
                  <a:lnTo>
                    <a:pt x="1551685" y="995966"/>
                  </a:lnTo>
                  <a:lnTo>
                    <a:pt x="1575477" y="985384"/>
                  </a:lnTo>
                  <a:lnTo>
                    <a:pt x="1576339" y="985001"/>
                  </a:lnTo>
                  <a:lnTo>
                    <a:pt x="1582891" y="982087"/>
                  </a:lnTo>
                  <a:lnTo>
                    <a:pt x="1585477" y="980937"/>
                  </a:lnTo>
                  <a:lnTo>
                    <a:pt x="1590305" y="978790"/>
                  </a:lnTo>
                  <a:lnTo>
                    <a:pt x="1595305" y="976566"/>
                  </a:lnTo>
                  <a:lnTo>
                    <a:pt x="1597373" y="975646"/>
                  </a:lnTo>
                  <a:lnTo>
                    <a:pt x="1602891" y="973193"/>
                  </a:lnTo>
                  <a:lnTo>
                    <a:pt x="1605994" y="971812"/>
                  </a:lnTo>
                  <a:lnTo>
                    <a:pt x="1606339" y="971659"/>
                  </a:lnTo>
                  <a:lnTo>
                    <a:pt x="1606684" y="971506"/>
                  </a:lnTo>
                  <a:lnTo>
                    <a:pt x="1608235" y="970816"/>
                  </a:lnTo>
                  <a:lnTo>
                    <a:pt x="1608408" y="970739"/>
                  </a:lnTo>
                  <a:lnTo>
                    <a:pt x="1609270" y="970356"/>
                  </a:lnTo>
                  <a:lnTo>
                    <a:pt x="1609787" y="970125"/>
                  </a:lnTo>
                  <a:lnTo>
                    <a:pt x="1610304" y="969895"/>
                  </a:lnTo>
                  <a:lnTo>
                    <a:pt x="1610994" y="969589"/>
                  </a:lnTo>
                  <a:lnTo>
                    <a:pt x="1611339" y="969435"/>
                  </a:lnTo>
                  <a:lnTo>
                    <a:pt x="1612201" y="969052"/>
                  </a:lnTo>
                  <a:lnTo>
                    <a:pt x="1612718" y="968822"/>
                  </a:lnTo>
                  <a:lnTo>
                    <a:pt x="1613063" y="968669"/>
                  </a:lnTo>
                  <a:lnTo>
                    <a:pt x="1613925" y="968285"/>
                  </a:lnTo>
                  <a:lnTo>
                    <a:pt x="1614270" y="968132"/>
                  </a:lnTo>
                  <a:lnTo>
                    <a:pt x="1614959" y="967825"/>
                  </a:lnTo>
                  <a:lnTo>
                    <a:pt x="1617545" y="966675"/>
                  </a:lnTo>
                  <a:lnTo>
                    <a:pt x="1618063" y="966445"/>
                  </a:lnTo>
                  <a:lnTo>
                    <a:pt x="1618925" y="966062"/>
                  </a:lnTo>
                  <a:lnTo>
                    <a:pt x="1619269" y="965908"/>
                  </a:lnTo>
                  <a:lnTo>
                    <a:pt x="1620304" y="965448"/>
                  </a:lnTo>
                  <a:lnTo>
                    <a:pt x="1620476" y="965371"/>
                  </a:lnTo>
                  <a:lnTo>
                    <a:pt x="1621166" y="965065"/>
                  </a:lnTo>
                  <a:lnTo>
                    <a:pt x="1622373" y="964528"/>
                  </a:lnTo>
                  <a:lnTo>
                    <a:pt x="1623235" y="964145"/>
                  </a:lnTo>
                  <a:lnTo>
                    <a:pt x="1624959" y="963378"/>
                  </a:lnTo>
                  <a:lnTo>
                    <a:pt x="1625131" y="963301"/>
                  </a:lnTo>
                  <a:lnTo>
                    <a:pt x="1625476" y="963148"/>
                  </a:lnTo>
                  <a:lnTo>
                    <a:pt x="1627718" y="962151"/>
                  </a:lnTo>
                  <a:lnTo>
                    <a:pt x="1629097" y="961538"/>
                  </a:lnTo>
                  <a:lnTo>
                    <a:pt x="1630476" y="960924"/>
                  </a:lnTo>
                  <a:lnTo>
                    <a:pt x="1632717" y="959927"/>
                  </a:lnTo>
                  <a:lnTo>
                    <a:pt x="1633579" y="959544"/>
                  </a:lnTo>
                  <a:lnTo>
                    <a:pt x="1633924" y="959391"/>
                  </a:lnTo>
                  <a:lnTo>
                    <a:pt x="1634097" y="959314"/>
                  </a:lnTo>
                  <a:lnTo>
                    <a:pt x="1635131" y="958854"/>
                  </a:lnTo>
                  <a:lnTo>
                    <a:pt x="1639441" y="956937"/>
                  </a:lnTo>
                  <a:lnTo>
                    <a:pt x="1644441" y="954713"/>
                  </a:lnTo>
                  <a:lnTo>
                    <a:pt x="1645821" y="954100"/>
                  </a:lnTo>
                  <a:lnTo>
                    <a:pt x="1648062" y="953103"/>
                  </a:lnTo>
                  <a:lnTo>
                    <a:pt x="1722198" y="920132"/>
                  </a:lnTo>
                  <a:lnTo>
                    <a:pt x="1724094" y="919288"/>
                  </a:lnTo>
                  <a:lnTo>
                    <a:pt x="1747887" y="908707"/>
                  </a:lnTo>
                  <a:lnTo>
                    <a:pt x="1748749" y="908323"/>
                  </a:lnTo>
                  <a:lnTo>
                    <a:pt x="1755301" y="905410"/>
                  </a:lnTo>
                  <a:lnTo>
                    <a:pt x="1757887" y="904259"/>
                  </a:lnTo>
                  <a:lnTo>
                    <a:pt x="1762714" y="902112"/>
                  </a:lnTo>
                  <a:lnTo>
                    <a:pt x="1767714" y="899889"/>
                  </a:lnTo>
                  <a:lnTo>
                    <a:pt x="1769783" y="898969"/>
                  </a:lnTo>
                  <a:lnTo>
                    <a:pt x="1775300" y="896515"/>
                  </a:lnTo>
                  <a:lnTo>
                    <a:pt x="1778403" y="895135"/>
                  </a:lnTo>
                  <a:lnTo>
                    <a:pt x="1778748" y="894981"/>
                  </a:lnTo>
                  <a:lnTo>
                    <a:pt x="1779093" y="894828"/>
                  </a:lnTo>
                  <a:lnTo>
                    <a:pt x="1780645" y="894138"/>
                  </a:lnTo>
                  <a:lnTo>
                    <a:pt x="1780817" y="894061"/>
                  </a:lnTo>
                  <a:lnTo>
                    <a:pt x="1781679" y="893678"/>
                  </a:lnTo>
                  <a:lnTo>
                    <a:pt x="1782196" y="893448"/>
                  </a:lnTo>
                  <a:lnTo>
                    <a:pt x="1782714" y="893218"/>
                  </a:lnTo>
                  <a:lnTo>
                    <a:pt x="1783403" y="892911"/>
                  </a:lnTo>
                  <a:lnTo>
                    <a:pt x="1783748" y="892758"/>
                  </a:lnTo>
                  <a:lnTo>
                    <a:pt x="1784610" y="892374"/>
                  </a:lnTo>
                  <a:lnTo>
                    <a:pt x="1785127" y="892144"/>
                  </a:lnTo>
                  <a:lnTo>
                    <a:pt x="1785472" y="891991"/>
                  </a:lnTo>
                  <a:lnTo>
                    <a:pt x="1786334" y="891608"/>
                  </a:lnTo>
                  <a:lnTo>
                    <a:pt x="1786679" y="891454"/>
                  </a:lnTo>
                  <a:lnTo>
                    <a:pt x="1787369" y="891147"/>
                  </a:lnTo>
                  <a:lnTo>
                    <a:pt x="1789955" y="889997"/>
                  </a:lnTo>
                  <a:lnTo>
                    <a:pt x="1790472" y="889767"/>
                  </a:lnTo>
                  <a:lnTo>
                    <a:pt x="1791334" y="889384"/>
                  </a:lnTo>
                  <a:lnTo>
                    <a:pt x="1791679" y="889231"/>
                  </a:lnTo>
                  <a:lnTo>
                    <a:pt x="1792713" y="888770"/>
                  </a:lnTo>
                  <a:lnTo>
                    <a:pt x="1792886" y="888694"/>
                  </a:lnTo>
                  <a:lnTo>
                    <a:pt x="1793575" y="888387"/>
                  </a:lnTo>
                  <a:lnTo>
                    <a:pt x="1794782" y="887850"/>
                  </a:lnTo>
                  <a:lnTo>
                    <a:pt x="1795644" y="887467"/>
                  </a:lnTo>
                  <a:lnTo>
                    <a:pt x="1797368" y="886700"/>
                  </a:lnTo>
                  <a:lnTo>
                    <a:pt x="1797541" y="886624"/>
                  </a:lnTo>
                  <a:lnTo>
                    <a:pt x="1797886" y="886470"/>
                  </a:lnTo>
                  <a:lnTo>
                    <a:pt x="1800127" y="885473"/>
                  </a:lnTo>
                  <a:lnTo>
                    <a:pt x="1801506" y="884860"/>
                  </a:lnTo>
                  <a:lnTo>
                    <a:pt x="1802886" y="884246"/>
                  </a:lnTo>
                  <a:lnTo>
                    <a:pt x="1805127" y="883250"/>
                  </a:lnTo>
                  <a:lnTo>
                    <a:pt x="1805989" y="882866"/>
                  </a:lnTo>
                  <a:lnTo>
                    <a:pt x="1806334" y="882713"/>
                  </a:lnTo>
                  <a:lnTo>
                    <a:pt x="1806506" y="882636"/>
                  </a:lnTo>
                  <a:lnTo>
                    <a:pt x="1807541" y="882176"/>
                  </a:lnTo>
                  <a:lnTo>
                    <a:pt x="1811851" y="880259"/>
                  </a:lnTo>
                  <a:lnTo>
                    <a:pt x="1816851" y="878036"/>
                  </a:lnTo>
                  <a:lnTo>
                    <a:pt x="1818230" y="877422"/>
                  </a:lnTo>
                  <a:lnTo>
                    <a:pt x="1820471" y="876425"/>
                  </a:lnTo>
                  <a:lnTo>
                    <a:pt x="1894607" y="843454"/>
                  </a:lnTo>
                  <a:lnTo>
                    <a:pt x="1896504" y="842611"/>
                  </a:lnTo>
                  <a:lnTo>
                    <a:pt x="1920296" y="832029"/>
                  </a:lnTo>
                  <a:lnTo>
                    <a:pt x="1921158" y="831646"/>
                  </a:lnTo>
                  <a:lnTo>
                    <a:pt x="1927710" y="828732"/>
                  </a:lnTo>
                  <a:lnTo>
                    <a:pt x="1930296" y="827582"/>
                  </a:lnTo>
                  <a:lnTo>
                    <a:pt x="1935124" y="825435"/>
                  </a:lnTo>
                  <a:lnTo>
                    <a:pt x="1940124" y="823211"/>
                  </a:lnTo>
                  <a:lnTo>
                    <a:pt x="1942192" y="822291"/>
                  </a:lnTo>
                  <a:lnTo>
                    <a:pt x="1947710" y="819837"/>
                  </a:lnTo>
                  <a:lnTo>
                    <a:pt x="1950813" y="818457"/>
                  </a:lnTo>
                  <a:lnTo>
                    <a:pt x="1951158" y="818304"/>
                  </a:lnTo>
                  <a:lnTo>
                    <a:pt x="1951503" y="818150"/>
                  </a:lnTo>
                  <a:lnTo>
                    <a:pt x="1953054" y="817460"/>
                  </a:lnTo>
                  <a:lnTo>
                    <a:pt x="1953227" y="817384"/>
                  </a:lnTo>
                  <a:lnTo>
                    <a:pt x="1954089" y="817000"/>
                  </a:lnTo>
                  <a:lnTo>
                    <a:pt x="1954606" y="816770"/>
                  </a:lnTo>
                  <a:lnTo>
                    <a:pt x="1955123" y="816540"/>
                  </a:lnTo>
                  <a:lnTo>
                    <a:pt x="1955813" y="816233"/>
                  </a:lnTo>
                  <a:lnTo>
                    <a:pt x="1956158" y="816080"/>
                  </a:lnTo>
                  <a:lnTo>
                    <a:pt x="1957020" y="815697"/>
                  </a:lnTo>
                  <a:lnTo>
                    <a:pt x="1957537" y="815467"/>
                  </a:lnTo>
                  <a:lnTo>
                    <a:pt x="1957882" y="815313"/>
                  </a:lnTo>
                  <a:lnTo>
                    <a:pt x="1958744" y="814930"/>
                  </a:lnTo>
                  <a:lnTo>
                    <a:pt x="1959089" y="814777"/>
                  </a:lnTo>
                  <a:lnTo>
                    <a:pt x="1959778" y="814470"/>
                  </a:lnTo>
                  <a:lnTo>
                    <a:pt x="1962364" y="813320"/>
                  </a:lnTo>
                  <a:lnTo>
                    <a:pt x="1962882" y="813090"/>
                  </a:lnTo>
                  <a:lnTo>
                    <a:pt x="1963744" y="812706"/>
                  </a:lnTo>
                  <a:lnTo>
                    <a:pt x="1964088" y="812553"/>
                  </a:lnTo>
                  <a:lnTo>
                    <a:pt x="1965123" y="812093"/>
                  </a:lnTo>
                  <a:lnTo>
                    <a:pt x="1965295" y="812016"/>
                  </a:lnTo>
                  <a:lnTo>
                    <a:pt x="1965985" y="811709"/>
                  </a:lnTo>
                  <a:lnTo>
                    <a:pt x="1967192" y="811173"/>
                  </a:lnTo>
                  <a:lnTo>
                    <a:pt x="1968054" y="810789"/>
                  </a:lnTo>
                  <a:lnTo>
                    <a:pt x="1969778" y="810023"/>
                  </a:lnTo>
                  <a:lnTo>
                    <a:pt x="1969950" y="809946"/>
                  </a:lnTo>
                  <a:lnTo>
                    <a:pt x="1970295" y="809792"/>
                  </a:lnTo>
                  <a:lnTo>
                    <a:pt x="1972537" y="808796"/>
                  </a:lnTo>
                  <a:lnTo>
                    <a:pt x="1973916" y="808182"/>
                  </a:lnTo>
                  <a:lnTo>
                    <a:pt x="1975295" y="807569"/>
                  </a:lnTo>
                  <a:lnTo>
                    <a:pt x="1977536" y="806572"/>
                  </a:lnTo>
                  <a:lnTo>
                    <a:pt x="1978398" y="806189"/>
                  </a:lnTo>
                  <a:lnTo>
                    <a:pt x="1978743" y="806035"/>
                  </a:lnTo>
                  <a:lnTo>
                    <a:pt x="1978916" y="805959"/>
                  </a:lnTo>
                  <a:lnTo>
                    <a:pt x="1979950" y="805499"/>
                  </a:lnTo>
                  <a:lnTo>
                    <a:pt x="1984260" y="803582"/>
                  </a:lnTo>
                  <a:lnTo>
                    <a:pt x="1989260" y="801358"/>
                  </a:lnTo>
                  <a:lnTo>
                    <a:pt x="1990640" y="800745"/>
                  </a:lnTo>
                  <a:lnTo>
                    <a:pt x="1992881" y="799748"/>
                  </a:lnTo>
                  <a:lnTo>
                    <a:pt x="2067017" y="766776"/>
                  </a:lnTo>
                  <a:lnTo>
                    <a:pt x="2068913" y="765933"/>
                  </a:lnTo>
                  <a:lnTo>
                    <a:pt x="2092706" y="755351"/>
                  </a:lnTo>
                  <a:lnTo>
                    <a:pt x="2093568" y="754968"/>
                  </a:lnTo>
                  <a:lnTo>
                    <a:pt x="2100120" y="752054"/>
                  </a:lnTo>
                  <a:lnTo>
                    <a:pt x="2102706" y="750904"/>
                  </a:lnTo>
                  <a:lnTo>
                    <a:pt x="2107533" y="748757"/>
                  </a:lnTo>
                  <a:lnTo>
                    <a:pt x="2112533" y="746533"/>
                  </a:lnTo>
                  <a:lnTo>
                    <a:pt x="2114602" y="745613"/>
                  </a:lnTo>
                  <a:lnTo>
                    <a:pt x="2120119" y="743160"/>
                  </a:lnTo>
                  <a:lnTo>
                    <a:pt x="2123222" y="741779"/>
                  </a:lnTo>
                  <a:lnTo>
                    <a:pt x="2123567" y="741626"/>
                  </a:lnTo>
                  <a:lnTo>
                    <a:pt x="2123912" y="741473"/>
                  </a:lnTo>
                  <a:lnTo>
                    <a:pt x="2125464" y="740783"/>
                  </a:lnTo>
                  <a:lnTo>
                    <a:pt x="2125636" y="740706"/>
                  </a:lnTo>
                  <a:lnTo>
                    <a:pt x="2126498" y="740322"/>
                  </a:lnTo>
                  <a:lnTo>
                    <a:pt x="2127015" y="740092"/>
                  </a:lnTo>
                  <a:lnTo>
                    <a:pt x="2127533" y="739862"/>
                  </a:lnTo>
                  <a:lnTo>
                    <a:pt x="2128222" y="739556"/>
                  </a:lnTo>
                  <a:lnTo>
                    <a:pt x="2128567" y="739402"/>
                  </a:lnTo>
                  <a:lnTo>
                    <a:pt x="2129429" y="739019"/>
                  </a:lnTo>
                  <a:lnTo>
                    <a:pt x="2129946" y="738789"/>
                  </a:lnTo>
                  <a:lnTo>
                    <a:pt x="2130291" y="738636"/>
                  </a:lnTo>
                  <a:lnTo>
                    <a:pt x="2131153" y="738252"/>
                  </a:lnTo>
                  <a:lnTo>
                    <a:pt x="2131498" y="738099"/>
                  </a:lnTo>
                  <a:lnTo>
                    <a:pt x="2132188" y="737792"/>
                  </a:lnTo>
                  <a:lnTo>
                    <a:pt x="2134774" y="736642"/>
                  </a:lnTo>
                  <a:lnTo>
                    <a:pt x="2135291" y="736412"/>
                  </a:lnTo>
                  <a:lnTo>
                    <a:pt x="2136153" y="736029"/>
                  </a:lnTo>
                  <a:lnTo>
                    <a:pt x="2136498" y="735875"/>
                  </a:lnTo>
                  <a:lnTo>
                    <a:pt x="2137532" y="735415"/>
                  </a:lnTo>
                  <a:lnTo>
                    <a:pt x="2137705" y="735338"/>
                  </a:lnTo>
                  <a:lnTo>
                    <a:pt x="2138394" y="735032"/>
                  </a:lnTo>
                  <a:lnTo>
                    <a:pt x="2139601" y="734495"/>
                  </a:lnTo>
                  <a:lnTo>
                    <a:pt x="2140463" y="734112"/>
                  </a:lnTo>
                  <a:lnTo>
                    <a:pt x="2142187" y="733345"/>
                  </a:lnTo>
                  <a:lnTo>
                    <a:pt x="2142360" y="733268"/>
                  </a:lnTo>
                  <a:lnTo>
                    <a:pt x="2142705" y="733115"/>
                  </a:lnTo>
                  <a:lnTo>
                    <a:pt x="2144946" y="732118"/>
                  </a:lnTo>
                  <a:lnTo>
                    <a:pt x="2146325" y="731505"/>
                  </a:lnTo>
                  <a:lnTo>
                    <a:pt x="2147705" y="730891"/>
                  </a:lnTo>
                  <a:lnTo>
                    <a:pt x="2149946" y="729894"/>
                  </a:lnTo>
                  <a:lnTo>
                    <a:pt x="2150808" y="729511"/>
                  </a:lnTo>
                  <a:lnTo>
                    <a:pt x="2151153" y="729358"/>
                  </a:lnTo>
                  <a:lnTo>
                    <a:pt x="2151325" y="729281"/>
                  </a:lnTo>
                  <a:lnTo>
                    <a:pt x="2152360" y="728821"/>
                  </a:lnTo>
                  <a:lnTo>
                    <a:pt x="2156670" y="726904"/>
                  </a:lnTo>
                  <a:lnTo>
                    <a:pt x="2161670" y="724680"/>
                  </a:lnTo>
                  <a:lnTo>
                    <a:pt x="2163049" y="724067"/>
                  </a:lnTo>
                  <a:lnTo>
                    <a:pt x="2165290" y="723070"/>
                  </a:lnTo>
                  <a:lnTo>
                    <a:pt x="2239426" y="690099"/>
                  </a:lnTo>
                  <a:lnTo>
                    <a:pt x="2241323" y="689255"/>
                  </a:lnTo>
                  <a:lnTo>
                    <a:pt x="2265115" y="678674"/>
                  </a:lnTo>
                  <a:lnTo>
                    <a:pt x="2265977" y="678290"/>
                  </a:lnTo>
                  <a:lnTo>
                    <a:pt x="2272529" y="675376"/>
                  </a:lnTo>
                  <a:lnTo>
                    <a:pt x="2275115" y="674226"/>
                  </a:lnTo>
                  <a:lnTo>
                    <a:pt x="2279943" y="672079"/>
                  </a:lnTo>
                  <a:lnTo>
                    <a:pt x="2284943" y="669856"/>
                  </a:lnTo>
                  <a:lnTo>
                    <a:pt x="2287011" y="668936"/>
                  </a:lnTo>
                  <a:lnTo>
                    <a:pt x="2292529" y="666482"/>
                  </a:lnTo>
                  <a:lnTo>
                    <a:pt x="2295632" y="665102"/>
                  </a:lnTo>
                  <a:lnTo>
                    <a:pt x="2295977" y="664948"/>
                  </a:lnTo>
                  <a:lnTo>
                    <a:pt x="2296322" y="664795"/>
                  </a:lnTo>
                  <a:lnTo>
                    <a:pt x="2297873" y="664105"/>
                  </a:lnTo>
                  <a:lnTo>
                    <a:pt x="2298046" y="664028"/>
                  </a:lnTo>
                  <a:lnTo>
                    <a:pt x="2298908" y="663645"/>
                  </a:lnTo>
                  <a:lnTo>
                    <a:pt x="2299425" y="663415"/>
                  </a:lnTo>
                  <a:lnTo>
                    <a:pt x="2299942" y="663185"/>
                  </a:lnTo>
                  <a:lnTo>
                    <a:pt x="2300632" y="662878"/>
                  </a:lnTo>
                  <a:lnTo>
                    <a:pt x="2300977" y="662725"/>
                  </a:lnTo>
                  <a:lnTo>
                    <a:pt x="2301839" y="662341"/>
                  </a:lnTo>
                  <a:lnTo>
                    <a:pt x="2302356" y="662111"/>
                  </a:lnTo>
                  <a:lnTo>
                    <a:pt x="2302701" y="661958"/>
                  </a:lnTo>
                  <a:lnTo>
                    <a:pt x="2303563" y="661575"/>
                  </a:lnTo>
                  <a:lnTo>
                    <a:pt x="2303908" y="661421"/>
                  </a:lnTo>
                  <a:lnTo>
                    <a:pt x="2304597" y="661114"/>
                  </a:lnTo>
                  <a:lnTo>
                    <a:pt x="2307183" y="659964"/>
                  </a:lnTo>
                  <a:lnTo>
                    <a:pt x="2307701" y="659734"/>
                  </a:lnTo>
                  <a:lnTo>
                    <a:pt x="2308563" y="659351"/>
                  </a:lnTo>
                  <a:lnTo>
                    <a:pt x="2308907" y="659198"/>
                  </a:lnTo>
                  <a:lnTo>
                    <a:pt x="2309942" y="658737"/>
                  </a:lnTo>
                  <a:lnTo>
                    <a:pt x="2310114" y="658661"/>
                  </a:lnTo>
                  <a:lnTo>
                    <a:pt x="2310804" y="658354"/>
                  </a:lnTo>
                  <a:lnTo>
                    <a:pt x="2312011" y="657817"/>
                  </a:lnTo>
                  <a:lnTo>
                    <a:pt x="2312873" y="657434"/>
                  </a:lnTo>
                  <a:lnTo>
                    <a:pt x="2314597" y="656667"/>
                  </a:lnTo>
                  <a:lnTo>
                    <a:pt x="2314769" y="656590"/>
                  </a:lnTo>
                  <a:lnTo>
                    <a:pt x="2315114" y="656437"/>
                  </a:lnTo>
                  <a:lnTo>
                    <a:pt x="2317356" y="655440"/>
                  </a:lnTo>
                  <a:lnTo>
                    <a:pt x="2318735" y="654827"/>
                  </a:lnTo>
                  <a:lnTo>
                    <a:pt x="2320114" y="654213"/>
                  </a:lnTo>
                  <a:lnTo>
                    <a:pt x="2322355" y="653217"/>
                  </a:lnTo>
                  <a:lnTo>
                    <a:pt x="2323217" y="652833"/>
                  </a:lnTo>
                  <a:lnTo>
                    <a:pt x="2323562" y="652680"/>
                  </a:lnTo>
                  <a:lnTo>
                    <a:pt x="2323735" y="652603"/>
                  </a:lnTo>
                  <a:lnTo>
                    <a:pt x="2324769" y="652143"/>
                  </a:lnTo>
                  <a:lnTo>
                    <a:pt x="2329079" y="650226"/>
                  </a:lnTo>
                  <a:lnTo>
                    <a:pt x="2334079" y="648003"/>
                  </a:lnTo>
                  <a:lnTo>
                    <a:pt x="2335458" y="647389"/>
                  </a:lnTo>
                  <a:lnTo>
                    <a:pt x="2337700" y="646392"/>
                  </a:lnTo>
                  <a:lnTo>
                    <a:pt x="2411836" y="613421"/>
                  </a:lnTo>
                  <a:lnTo>
                    <a:pt x="2413732" y="612577"/>
                  </a:lnTo>
                  <a:lnTo>
                    <a:pt x="2437525" y="601996"/>
                  </a:lnTo>
                  <a:lnTo>
                    <a:pt x="2438387" y="601613"/>
                  </a:lnTo>
                  <a:lnTo>
                    <a:pt x="2444939" y="598699"/>
                  </a:lnTo>
                  <a:lnTo>
                    <a:pt x="2447525" y="597549"/>
                  </a:lnTo>
                  <a:lnTo>
                    <a:pt x="2452352" y="595402"/>
                  </a:lnTo>
                  <a:lnTo>
                    <a:pt x="2457352" y="593178"/>
                  </a:lnTo>
                  <a:lnTo>
                    <a:pt x="2459421" y="592258"/>
                  </a:lnTo>
                  <a:lnTo>
                    <a:pt x="2464938" y="589804"/>
                  </a:lnTo>
                  <a:lnTo>
                    <a:pt x="2468041" y="588424"/>
                  </a:lnTo>
                  <a:lnTo>
                    <a:pt x="2468386" y="588271"/>
                  </a:lnTo>
                  <a:lnTo>
                    <a:pt x="2468731" y="588117"/>
                  </a:lnTo>
                  <a:lnTo>
                    <a:pt x="2470283" y="587427"/>
                  </a:lnTo>
                  <a:lnTo>
                    <a:pt x="2470455" y="587351"/>
                  </a:lnTo>
                  <a:lnTo>
                    <a:pt x="2471317" y="586967"/>
                  </a:lnTo>
                  <a:lnTo>
                    <a:pt x="2471834" y="586737"/>
                  </a:lnTo>
                  <a:lnTo>
                    <a:pt x="2472352" y="586507"/>
                  </a:lnTo>
                  <a:lnTo>
                    <a:pt x="2473041" y="586200"/>
                  </a:lnTo>
                  <a:lnTo>
                    <a:pt x="2473386" y="586047"/>
                  </a:lnTo>
                  <a:lnTo>
                    <a:pt x="2474248" y="585664"/>
                  </a:lnTo>
                  <a:lnTo>
                    <a:pt x="2474765" y="585434"/>
                  </a:lnTo>
                  <a:lnTo>
                    <a:pt x="2475110" y="585280"/>
                  </a:lnTo>
                  <a:lnTo>
                    <a:pt x="2475972" y="584897"/>
                  </a:lnTo>
                  <a:lnTo>
                    <a:pt x="2476317" y="584743"/>
                  </a:lnTo>
                  <a:lnTo>
                    <a:pt x="2477007" y="584437"/>
                  </a:lnTo>
                  <a:lnTo>
                    <a:pt x="2479593" y="583287"/>
                  </a:lnTo>
                  <a:lnTo>
                    <a:pt x="2480110" y="583057"/>
                  </a:lnTo>
                  <a:lnTo>
                    <a:pt x="2480972" y="582673"/>
                  </a:lnTo>
                  <a:lnTo>
                    <a:pt x="2481317" y="582520"/>
                  </a:lnTo>
                  <a:lnTo>
                    <a:pt x="2482351" y="582060"/>
                  </a:lnTo>
                  <a:lnTo>
                    <a:pt x="2482524" y="581983"/>
                  </a:lnTo>
                  <a:lnTo>
                    <a:pt x="2483213" y="581676"/>
                  </a:lnTo>
                  <a:lnTo>
                    <a:pt x="2484420" y="581140"/>
                  </a:lnTo>
                  <a:lnTo>
                    <a:pt x="2485282" y="580756"/>
                  </a:lnTo>
                  <a:lnTo>
                    <a:pt x="2487006" y="579989"/>
                  </a:lnTo>
                  <a:lnTo>
                    <a:pt x="2487179" y="579913"/>
                  </a:lnTo>
                  <a:lnTo>
                    <a:pt x="2487524" y="579759"/>
                  </a:lnTo>
                  <a:lnTo>
                    <a:pt x="2489765" y="578763"/>
                  </a:lnTo>
                  <a:lnTo>
                    <a:pt x="2491144" y="578149"/>
                  </a:lnTo>
                  <a:lnTo>
                    <a:pt x="2492524" y="577536"/>
                  </a:lnTo>
                  <a:lnTo>
                    <a:pt x="2494765" y="576539"/>
                  </a:lnTo>
                  <a:lnTo>
                    <a:pt x="2495627" y="576156"/>
                  </a:lnTo>
                  <a:lnTo>
                    <a:pt x="2495972" y="576002"/>
                  </a:lnTo>
                  <a:lnTo>
                    <a:pt x="2496144" y="575926"/>
                  </a:lnTo>
                  <a:lnTo>
                    <a:pt x="2497179" y="575465"/>
                  </a:lnTo>
                  <a:lnTo>
                    <a:pt x="2501489" y="573549"/>
                  </a:lnTo>
                  <a:lnTo>
                    <a:pt x="2506489" y="571325"/>
                  </a:lnTo>
                  <a:lnTo>
                    <a:pt x="2507868" y="570711"/>
                  </a:lnTo>
                  <a:lnTo>
                    <a:pt x="2510109" y="569715"/>
                  </a:lnTo>
                  <a:lnTo>
                    <a:pt x="2584245" y="536743"/>
                  </a:lnTo>
                  <a:lnTo>
                    <a:pt x="2586142" y="535900"/>
                  </a:lnTo>
                  <a:lnTo>
                    <a:pt x="2609934" y="525318"/>
                  </a:lnTo>
                  <a:lnTo>
                    <a:pt x="2610796" y="524935"/>
                  </a:lnTo>
                  <a:lnTo>
                    <a:pt x="2617348" y="522021"/>
                  </a:lnTo>
                  <a:lnTo>
                    <a:pt x="2619934" y="520871"/>
                  </a:lnTo>
                  <a:lnTo>
                    <a:pt x="2624762" y="518724"/>
                  </a:lnTo>
                  <a:lnTo>
                    <a:pt x="2629762" y="516500"/>
                  </a:lnTo>
                  <a:lnTo>
                    <a:pt x="2631830" y="515580"/>
                  </a:lnTo>
                  <a:lnTo>
                    <a:pt x="2637348" y="513127"/>
                  </a:lnTo>
                  <a:lnTo>
                    <a:pt x="2640451" y="511746"/>
                  </a:lnTo>
                  <a:lnTo>
                    <a:pt x="2640796" y="511593"/>
                  </a:lnTo>
                  <a:lnTo>
                    <a:pt x="2641141" y="511440"/>
                  </a:lnTo>
                  <a:lnTo>
                    <a:pt x="2642692" y="510750"/>
                  </a:lnTo>
                  <a:lnTo>
                    <a:pt x="2642865" y="510673"/>
                  </a:lnTo>
                  <a:lnTo>
                    <a:pt x="2643727" y="510289"/>
                  </a:lnTo>
                  <a:lnTo>
                    <a:pt x="2644244" y="510059"/>
                  </a:lnTo>
                  <a:lnTo>
                    <a:pt x="2644761" y="509829"/>
                  </a:lnTo>
                  <a:lnTo>
                    <a:pt x="2645451" y="509523"/>
                  </a:lnTo>
                  <a:lnTo>
                    <a:pt x="2645796" y="509369"/>
                  </a:lnTo>
                  <a:lnTo>
                    <a:pt x="2646658" y="508986"/>
                  </a:lnTo>
                  <a:lnTo>
                    <a:pt x="2647175" y="508756"/>
                  </a:lnTo>
                  <a:lnTo>
                    <a:pt x="2647520" y="508603"/>
                  </a:lnTo>
                  <a:lnTo>
                    <a:pt x="2648382" y="508219"/>
                  </a:lnTo>
                  <a:lnTo>
                    <a:pt x="2648727" y="508066"/>
                  </a:lnTo>
                  <a:lnTo>
                    <a:pt x="2649416" y="507759"/>
                  </a:lnTo>
                  <a:lnTo>
                    <a:pt x="2652002" y="506609"/>
                  </a:lnTo>
                  <a:lnTo>
                    <a:pt x="2652520" y="506379"/>
                  </a:lnTo>
                  <a:lnTo>
                    <a:pt x="2653382" y="505996"/>
                  </a:lnTo>
                  <a:lnTo>
                    <a:pt x="2653726" y="505842"/>
                  </a:lnTo>
                  <a:lnTo>
                    <a:pt x="2654761" y="505382"/>
                  </a:lnTo>
                  <a:lnTo>
                    <a:pt x="2654933" y="505305"/>
                  </a:lnTo>
                  <a:lnTo>
                    <a:pt x="2655623" y="504999"/>
                  </a:lnTo>
                  <a:lnTo>
                    <a:pt x="2656830" y="504462"/>
                  </a:lnTo>
                  <a:lnTo>
                    <a:pt x="2657692" y="504079"/>
                  </a:lnTo>
                  <a:lnTo>
                    <a:pt x="2659416" y="503312"/>
                  </a:lnTo>
                  <a:lnTo>
                    <a:pt x="2659588" y="503235"/>
                  </a:lnTo>
                  <a:lnTo>
                    <a:pt x="2659933" y="503082"/>
                  </a:lnTo>
                  <a:lnTo>
                    <a:pt x="2662174" y="502085"/>
                  </a:lnTo>
                  <a:lnTo>
                    <a:pt x="2663554" y="501472"/>
                  </a:lnTo>
                  <a:lnTo>
                    <a:pt x="2664933" y="500858"/>
                  </a:lnTo>
                  <a:lnTo>
                    <a:pt x="2667174" y="499861"/>
                  </a:lnTo>
                  <a:lnTo>
                    <a:pt x="2668036" y="499478"/>
                  </a:lnTo>
                  <a:lnTo>
                    <a:pt x="2668381" y="499325"/>
                  </a:lnTo>
                  <a:lnTo>
                    <a:pt x="2668554" y="499248"/>
                  </a:lnTo>
                  <a:lnTo>
                    <a:pt x="2669588" y="498788"/>
                  </a:lnTo>
                  <a:lnTo>
                    <a:pt x="2673898" y="496871"/>
                  </a:lnTo>
                  <a:lnTo>
                    <a:pt x="2678898" y="494647"/>
                  </a:lnTo>
                  <a:lnTo>
                    <a:pt x="2680277" y="494034"/>
                  </a:lnTo>
                  <a:lnTo>
                    <a:pt x="2682519" y="493037"/>
                  </a:lnTo>
                  <a:lnTo>
                    <a:pt x="2756655" y="460066"/>
                  </a:lnTo>
                  <a:lnTo>
                    <a:pt x="2758551" y="459222"/>
                  </a:lnTo>
                  <a:lnTo>
                    <a:pt x="2782344" y="448641"/>
                  </a:lnTo>
                  <a:lnTo>
                    <a:pt x="2783206" y="448257"/>
                  </a:lnTo>
                  <a:lnTo>
                    <a:pt x="2789758" y="445343"/>
                  </a:lnTo>
                  <a:lnTo>
                    <a:pt x="2792344" y="444193"/>
                  </a:lnTo>
                  <a:lnTo>
                    <a:pt x="2797171" y="442046"/>
                  </a:lnTo>
                  <a:lnTo>
                    <a:pt x="2802171" y="439823"/>
                  </a:lnTo>
                  <a:lnTo>
                    <a:pt x="2804240" y="438903"/>
                  </a:lnTo>
                  <a:lnTo>
                    <a:pt x="2809757" y="436449"/>
                  </a:lnTo>
                  <a:lnTo>
                    <a:pt x="2812860" y="435069"/>
                  </a:lnTo>
                  <a:lnTo>
                    <a:pt x="2813205" y="434915"/>
                  </a:lnTo>
                  <a:lnTo>
                    <a:pt x="2813550" y="434762"/>
                  </a:lnTo>
                  <a:lnTo>
                    <a:pt x="2815102" y="434072"/>
                  </a:lnTo>
                  <a:lnTo>
                    <a:pt x="2815274" y="433995"/>
                  </a:lnTo>
                  <a:lnTo>
                    <a:pt x="2816136" y="433612"/>
                  </a:lnTo>
                  <a:lnTo>
                    <a:pt x="2816653" y="433382"/>
                  </a:lnTo>
                  <a:lnTo>
                    <a:pt x="2817171" y="433152"/>
                  </a:lnTo>
                  <a:lnTo>
                    <a:pt x="2817860" y="432845"/>
                  </a:lnTo>
                  <a:lnTo>
                    <a:pt x="2818205" y="432692"/>
                  </a:lnTo>
                  <a:lnTo>
                    <a:pt x="2819067" y="432308"/>
                  </a:lnTo>
                  <a:lnTo>
                    <a:pt x="2819584" y="432078"/>
                  </a:lnTo>
                  <a:lnTo>
                    <a:pt x="2819929" y="431925"/>
                  </a:lnTo>
                  <a:lnTo>
                    <a:pt x="2820791" y="431541"/>
                  </a:lnTo>
                  <a:lnTo>
                    <a:pt x="2821136" y="431388"/>
                  </a:lnTo>
                  <a:lnTo>
                    <a:pt x="2821826" y="431081"/>
                  </a:lnTo>
                  <a:lnTo>
                    <a:pt x="2824412" y="429931"/>
                  </a:lnTo>
                  <a:lnTo>
                    <a:pt x="2824929" y="429701"/>
                  </a:lnTo>
                  <a:lnTo>
                    <a:pt x="2825791" y="429318"/>
                  </a:lnTo>
                  <a:lnTo>
                    <a:pt x="2826136" y="429164"/>
                  </a:lnTo>
                  <a:lnTo>
                    <a:pt x="2827170" y="428704"/>
                  </a:lnTo>
                  <a:lnTo>
                    <a:pt x="2827343" y="428628"/>
                  </a:lnTo>
                  <a:lnTo>
                    <a:pt x="2828032" y="428321"/>
                  </a:lnTo>
                  <a:lnTo>
                    <a:pt x="2829239" y="427784"/>
                  </a:lnTo>
                  <a:lnTo>
                    <a:pt x="2830101" y="427401"/>
                  </a:lnTo>
                  <a:lnTo>
                    <a:pt x="2831825" y="426634"/>
                  </a:lnTo>
                  <a:lnTo>
                    <a:pt x="2831998" y="426557"/>
                  </a:lnTo>
                  <a:lnTo>
                    <a:pt x="2832343" y="426404"/>
                  </a:lnTo>
                  <a:lnTo>
                    <a:pt x="2834584" y="425407"/>
                  </a:lnTo>
                  <a:lnTo>
                    <a:pt x="2835963" y="424794"/>
                  </a:lnTo>
                  <a:lnTo>
                    <a:pt x="2837343" y="424180"/>
                  </a:lnTo>
                  <a:lnTo>
                    <a:pt x="2839584" y="423184"/>
                  </a:lnTo>
                  <a:lnTo>
                    <a:pt x="2840446" y="422800"/>
                  </a:lnTo>
                  <a:lnTo>
                    <a:pt x="2840791" y="422647"/>
                  </a:lnTo>
                  <a:lnTo>
                    <a:pt x="2840963" y="422570"/>
                  </a:lnTo>
                  <a:lnTo>
                    <a:pt x="2841998" y="422110"/>
                  </a:lnTo>
                  <a:lnTo>
                    <a:pt x="2846308" y="420193"/>
                  </a:lnTo>
                  <a:lnTo>
                    <a:pt x="2851308" y="417970"/>
                  </a:lnTo>
                  <a:lnTo>
                    <a:pt x="2852687" y="417356"/>
                  </a:lnTo>
                  <a:lnTo>
                    <a:pt x="2854928" y="416359"/>
                  </a:lnTo>
                  <a:lnTo>
                    <a:pt x="2929064" y="383388"/>
                  </a:lnTo>
                  <a:lnTo>
                    <a:pt x="2930961" y="382544"/>
                  </a:lnTo>
                  <a:lnTo>
                    <a:pt x="2954753" y="371963"/>
                  </a:lnTo>
                  <a:lnTo>
                    <a:pt x="2955615" y="371580"/>
                  </a:lnTo>
                  <a:lnTo>
                    <a:pt x="2962167" y="368666"/>
                  </a:lnTo>
                  <a:lnTo>
                    <a:pt x="2964753" y="367516"/>
                  </a:lnTo>
                  <a:lnTo>
                    <a:pt x="2969581" y="365369"/>
                  </a:lnTo>
                  <a:lnTo>
                    <a:pt x="2974580" y="363145"/>
                  </a:lnTo>
                  <a:lnTo>
                    <a:pt x="2976649" y="362225"/>
                  </a:lnTo>
                  <a:lnTo>
                    <a:pt x="2982167" y="359771"/>
                  </a:lnTo>
                  <a:lnTo>
                    <a:pt x="2985270" y="358391"/>
                  </a:lnTo>
                  <a:lnTo>
                    <a:pt x="2985615" y="358238"/>
                  </a:lnTo>
                  <a:lnTo>
                    <a:pt x="2985960" y="358084"/>
                  </a:lnTo>
                  <a:lnTo>
                    <a:pt x="2987511" y="357394"/>
                  </a:lnTo>
                  <a:lnTo>
                    <a:pt x="2987684" y="357317"/>
                  </a:lnTo>
                  <a:lnTo>
                    <a:pt x="2988546" y="356934"/>
                  </a:lnTo>
                  <a:lnTo>
                    <a:pt x="2989063" y="356704"/>
                  </a:lnTo>
                  <a:lnTo>
                    <a:pt x="2989580" y="356474"/>
                  </a:lnTo>
                  <a:lnTo>
                    <a:pt x="2990270" y="356167"/>
                  </a:lnTo>
                  <a:lnTo>
                    <a:pt x="2990615" y="356014"/>
                  </a:lnTo>
                  <a:lnTo>
                    <a:pt x="2991477" y="355631"/>
                  </a:lnTo>
                  <a:lnTo>
                    <a:pt x="2991994" y="355401"/>
                  </a:lnTo>
                  <a:lnTo>
                    <a:pt x="2992339" y="355247"/>
                  </a:lnTo>
                  <a:lnTo>
                    <a:pt x="2993201" y="354864"/>
                  </a:lnTo>
                  <a:lnTo>
                    <a:pt x="2993546" y="354710"/>
                  </a:lnTo>
                  <a:lnTo>
                    <a:pt x="2994235" y="354404"/>
                  </a:lnTo>
                  <a:lnTo>
                    <a:pt x="2996821" y="353254"/>
                  </a:lnTo>
                  <a:lnTo>
                    <a:pt x="2997339" y="353024"/>
                  </a:lnTo>
                  <a:lnTo>
                    <a:pt x="2998201" y="352640"/>
                  </a:lnTo>
                  <a:lnTo>
                    <a:pt x="2998545" y="352487"/>
                  </a:lnTo>
                  <a:lnTo>
                    <a:pt x="2999580" y="352027"/>
                  </a:lnTo>
                  <a:lnTo>
                    <a:pt x="2999752" y="351950"/>
                  </a:lnTo>
                  <a:lnTo>
                    <a:pt x="3000442" y="351643"/>
                  </a:lnTo>
                  <a:lnTo>
                    <a:pt x="3001649" y="351107"/>
                  </a:lnTo>
                  <a:lnTo>
                    <a:pt x="3002511" y="350723"/>
                  </a:lnTo>
                  <a:lnTo>
                    <a:pt x="3004235" y="349956"/>
                  </a:lnTo>
                  <a:lnTo>
                    <a:pt x="3004407" y="349880"/>
                  </a:lnTo>
                  <a:lnTo>
                    <a:pt x="3004752" y="349726"/>
                  </a:lnTo>
                  <a:lnTo>
                    <a:pt x="3006993" y="348730"/>
                  </a:lnTo>
                  <a:lnTo>
                    <a:pt x="3008373" y="348116"/>
                  </a:lnTo>
                  <a:lnTo>
                    <a:pt x="3009752" y="347503"/>
                  </a:lnTo>
                  <a:lnTo>
                    <a:pt x="3011993" y="346506"/>
                  </a:lnTo>
                  <a:lnTo>
                    <a:pt x="3012855" y="346123"/>
                  </a:lnTo>
                  <a:lnTo>
                    <a:pt x="3013200" y="345969"/>
                  </a:lnTo>
                  <a:lnTo>
                    <a:pt x="3013373" y="345893"/>
                  </a:lnTo>
                  <a:lnTo>
                    <a:pt x="3014407" y="345432"/>
                  </a:lnTo>
                  <a:lnTo>
                    <a:pt x="3018717" y="343516"/>
                  </a:lnTo>
                  <a:lnTo>
                    <a:pt x="3023717" y="341292"/>
                  </a:lnTo>
                  <a:lnTo>
                    <a:pt x="3025096" y="340678"/>
                  </a:lnTo>
                  <a:lnTo>
                    <a:pt x="3027338" y="339682"/>
                  </a:lnTo>
                  <a:lnTo>
                    <a:pt x="3101474" y="306710"/>
                  </a:lnTo>
                  <a:lnTo>
                    <a:pt x="3103370" y="305867"/>
                  </a:lnTo>
                  <a:lnTo>
                    <a:pt x="3127163" y="295285"/>
                  </a:lnTo>
                  <a:lnTo>
                    <a:pt x="3128025" y="294902"/>
                  </a:lnTo>
                  <a:lnTo>
                    <a:pt x="3134577" y="291988"/>
                  </a:lnTo>
                  <a:lnTo>
                    <a:pt x="3137163" y="290838"/>
                  </a:lnTo>
                  <a:lnTo>
                    <a:pt x="3141990" y="288691"/>
                  </a:lnTo>
                  <a:lnTo>
                    <a:pt x="3146990" y="286467"/>
                  </a:lnTo>
                  <a:lnTo>
                    <a:pt x="3149059" y="285547"/>
                  </a:lnTo>
                  <a:lnTo>
                    <a:pt x="3154576" y="283093"/>
                  </a:lnTo>
                  <a:lnTo>
                    <a:pt x="3157679" y="281713"/>
                  </a:lnTo>
                  <a:lnTo>
                    <a:pt x="3158024" y="281560"/>
                  </a:lnTo>
                  <a:lnTo>
                    <a:pt x="3158369" y="281407"/>
                  </a:lnTo>
                  <a:lnTo>
                    <a:pt x="3159921" y="280716"/>
                  </a:lnTo>
                  <a:lnTo>
                    <a:pt x="3160093" y="280640"/>
                  </a:lnTo>
                  <a:lnTo>
                    <a:pt x="3160955" y="280256"/>
                  </a:lnTo>
                  <a:lnTo>
                    <a:pt x="3161472" y="280026"/>
                  </a:lnTo>
                  <a:lnTo>
                    <a:pt x="3161990" y="279796"/>
                  </a:lnTo>
                  <a:lnTo>
                    <a:pt x="3162679" y="279490"/>
                  </a:lnTo>
                  <a:lnTo>
                    <a:pt x="3163024" y="279336"/>
                  </a:lnTo>
                  <a:lnTo>
                    <a:pt x="3163886" y="278953"/>
                  </a:lnTo>
                  <a:lnTo>
                    <a:pt x="3164403" y="278723"/>
                  </a:lnTo>
                  <a:lnTo>
                    <a:pt x="3164748" y="278570"/>
                  </a:lnTo>
                  <a:lnTo>
                    <a:pt x="3165610" y="278186"/>
                  </a:lnTo>
                  <a:lnTo>
                    <a:pt x="3165955" y="278033"/>
                  </a:lnTo>
                  <a:lnTo>
                    <a:pt x="3166645" y="277726"/>
                  </a:lnTo>
                  <a:lnTo>
                    <a:pt x="3169231" y="276576"/>
                  </a:lnTo>
                  <a:lnTo>
                    <a:pt x="3169748" y="276346"/>
                  </a:lnTo>
                  <a:lnTo>
                    <a:pt x="3170610" y="275962"/>
                  </a:lnTo>
                  <a:lnTo>
                    <a:pt x="3170955" y="275809"/>
                  </a:lnTo>
                  <a:lnTo>
                    <a:pt x="3171989" y="275349"/>
                  </a:lnTo>
                  <a:lnTo>
                    <a:pt x="3172162" y="275272"/>
                  </a:lnTo>
                  <a:lnTo>
                    <a:pt x="3172851" y="274966"/>
                  </a:lnTo>
                  <a:lnTo>
                    <a:pt x="3174058" y="274429"/>
                  </a:lnTo>
                  <a:lnTo>
                    <a:pt x="3174920" y="274046"/>
                  </a:lnTo>
                  <a:lnTo>
                    <a:pt x="3176644" y="273279"/>
                  </a:lnTo>
                  <a:lnTo>
                    <a:pt x="3176817" y="273202"/>
                  </a:lnTo>
                  <a:lnTo>
                    <a:pt x="3177162" y="273049"/>
                  </a:lnTo>
                  <a:lnTo>
                    <a:pt x="3179403" y="272052"/>
                  </a:lnTo>
                  <a:lnTo>
                    <a:pt x="3180782" y="271438"/>
                  </a:lnTo>
                  <a:lnTo>
                    <a:pt x="3182162" y="270825"/>
                  </a:lnTo>
                  <a:lnTo>
                    <a:pt x="3184403" y="269828"/>
                  </a:lnTo>
                  <a:lnTo>
                    <a:pt x="3185265" y="269445"/>
                  </a:lnTo>
                  <a:lnTo>
                    <a:pt x="3185610" y="269292"/>
                  </a:lnTo>
                  <a:lnTo>
                    <a:pt x="3185782" y="269215"/>
                  </a:lnTo>
                  <a:lnTo>
                    <a:pt x="3186817" y="268755"/>
                  </a:lnTo>
                  <a:lnTo>
                    <a:pt x="3191127" y="266838"/>
                  </a:lnTo>
                  <a:lnTo>
                    <a:pt x="3196127" y="264614"/>
                  </a:lnTo>
                  <a:lnTo>
                    <a:pt x="3197506" y="264001"/>
                  </a:lnTo>
                  <a:lnTo>
                    <a:pt x="3199747" y="263004"/>
                  </a:lnTo>
                  <a:lnTo>
                    <a:pt x="3273883" y="230033"/>
                  </a:lnTo>
                  <a:lnTo>
                    <a:pt x="3275780" y="229189"/>
                  </a:lnTo>
                  <a:lnTo>
                    <a:pt x="3299572" y="218608"/>
                  </a:lnTo>
                  <a:lnTo>
                    <a:pt x="3300434" y="218224"/>
                  </a:lnTo>
                  <a:lnTo>
                    <a:pt x="3306986" y="215310"/>
                  </a:lnTo>
                  <a:lnTo>
                    <a:pt x="3309572" y="214160"/>
                  </a:lnTo>
                  <a:lnTo>
                    <a:pt x="3314400" y="212013"/>
                  </a:lnTo>
                  <a:lnTo>
                    <a:pt x="3319399" y="209790"/>
                  </a:lnTo>
                  <a:lnTo>
                    <a:pt x="3321468" y="208869"/>
                  </a:lnTo>
                  <a:lnTo>
                    <a:pt x="3326985" y="206416"/>
                  </a:lnTo>
                  <a:lnTo>
                    <a:pt x="3330089" y="205036"/>
                  </a:lnTo>
                  <a:lnTo>
                    <a:pt x="3330434" y="204882"/>
                  </a:lnTo>
                  <a:lnTo>
                    <a:pt x="3330779" y="204729"/>
                  </a:lnTo>
                  <a:lnTo>
                    <a:pt x="3332330" y="204039"/>
                  </a:lnTo>
                  <a:lnTo>
                    <a:pt x="3332503" y="203962"/>
                  </a:lnTo>
                  <a:lnTo>
                    <a:pt x="3333365" y="203579"/>
                  </a:lnTo>
                  <a:lnTo>
                    <a:pt x="3333882" y="203349"/>
                  </a:lnTo>
                  <a:lnTo>
                    <a:pt x="3334399" y="203119"/>
                  </a:lnTo>
                  <a:lnTo>
                    <a:pt x="3335089" y="202812"/>
                  </a:lnTo>
                  <a:lnTo>
                    <a:pt x="3335434" y="202659"/>
                  </a:lnTo>
                  <a:lnTo>
                    <a:pt x="3336296" y="202275"/>
                  </a:lnTo>
                  <a:lnTo>
                    <a:pt x="3336813" y="202045"/>
                  </a:lnTo>
                  <a:lnTo>
                    <a:pt x="3337158" y="201892"/>
                  </a:lnTo>
                  <a:lnTo>
                    <a:pt x="3338020" y="201508"/>
                  </a:lnTo>
                  <a:lnTo>
                    <a:pt x="3338365" y="201355"/>
                  </a:lnTo>
                  <a:lnTo>
                    <a:pt x="3339054" y="201048"/>
                  </a:lnTo>
                  <a:lnTo>
                    <a:pt x="3341640" y="199898"/>
                  </a:lnTo>
                  <a:lnTo>
                    <a:pt x="3342158" y="199668"/>
                  </a:lnTo>
                  <a:lnTo>
                    <a:pt x="3343020" y="199285"/>
                  </a:lnTo>
                  <a:lnTo>
                    <a:pt x="3343364" y="199131"/>
                  </a:lnTo>
                  <a:lnTo>
                    <a:pt x="3344399" y="198671"/>
                  </a:lnTo>
                  <a:lnTo>
                    <a:pt x="3344571" y="198595"/>
                  </a:lnTo>
                  <a:lnTo>
                    <a:pt x="3345261" y="198288"/>
                  </a:lnTo>
                  <a:lnTo>
                    <a:pt x="3346468" y="197751"/>
                  </a:lnTo>
                  <a:lnTo>
                    <a:pt x="3347330" y="197368"/>
                  </a:lnTo>
                  <a:lnTo>
                    <a:pt x="3349054" y="196601"/>
                  </a:lnTo>
                  <a:lnTo>
                    <a:pt x="3349226" y="196524"/>
                  </a:lnTo>
                  <a:lnTo>
                    <a:pt x="3349571" y="196371"/>
                  </a:lnTo>
                  <a:lnTo>
                    <a:pt x="3351812" y="195374"/>
                  </a:lnTo>
                  <a:lnTo>
                    <a:pt x="3353192" y="194761"/>
                  </a:lnTo>
                  <a:lnTo>
                    <a:pt x="3354571" y="194147"/>
                  </a:lnTo>
                  <a:lnTo>
                    <a:pt x="3356812" y="193151"/>
                  </a:lnTo>
                  <a:lnTo>
                    <a:pt x="3357674" y="192767"/>
                  </a:lnTo>
                  <a:lnTo>
                    <a:pt x="3358019" y="192614"/>
                  </a:lnTo>
                  <a:lnTo>
                    <a:pt x="3358192" y="192537"/>
                  </a:lnTo>
                  <a:lnTo>
                    <a:pt x="3359226" y="192077"/>
                  </a:lnTo>
                  <a:lnTo>
                    <a:pt x="3363536" y="190160"/>
                  </a:lnTo>
                  <a:lnTo>
                    <a:pt x="3368536" y="187936"/>
                  </a:lnTo>
                  <a:lnTo>
                    <a:pt x="3369915" y="187323"/>
                  </a:lnTo>
                  <a:lnTo>
                    <a:pt x="3372157" y="186326"/>
                  </a:lnTo>
                  <a:lnTo>
                    <a:pt x="3446293" y="153355"/>
                  </a:lnTo>
                  <a:lnTo>
                    <a:pt x="3448189" y="152511"/>
                  </a:lnTo>
                  <a:lnTo>
                    <a:pt x="3471982" y="141930"/>
                  </a:lnTo>
                  <a:lnTo>
                    <a:pt x="3472844" y="141546"/>
                  </a:lnTo>
                  <a:lnTo>
                    <a:pt x="3479395" y="138633"/>
                  </a:lnTo>
                  <a:lnTo>
                    <a:pt x="3481982" y="137483"/>
                  </a:lnTo>
                  <a:lnTo>
                    <a:pt x="3486809" y="135336"/>
                  </a:lnTo>
                  <a:lnTo>
                    <a:pt x="3491809" y="133112"/>
                  </a:lnTo>
                  <a:lnTo>
                    <a:pt x="3493878" y="132192"/>
                  </a:lnTo>
                  <a:lnTo>
                    <a:pt x="3499395" y="129738"/>
                  </a:lnTo>
                  <a:lnTo>
                    <a:pt x="3502498" y="128358"/>
                  </a:lnTo>
                  <a:lnTo>
                    <a:pt x="3502843" y="128205"/>
                  </a:lnTo>
                  <a:lnTo>
                    <a:pt x="3503188" y="128051"/>
                  </a:lnTo>
                  <a:lnTo>
                    <a:pt x="3504740" y="127361"/>
                  </a:lnTo>
                  <a:lnTo>
                    <a:pt x="3504912" y="127284"/>
                  </a:lnTo>
                  <a:lnTo>
                    <a:pt x="3505774" y="126901"/>
                  </a:lnTo>
                  <a:lnTo>
                    <a:pt x="3506291" y="126671"/>
                  </a:lnTo>
                  <a:lnTo>
                    <a:pt x="3506809" y="126441"/>
                  </a:lnTo>
                  <a:lnTo>
                    <a:pt x="3507498" y="126134"/>
                  </a:lnTo>
                  <a:lnTo>
                    <a:pt x="3507843" y="125981"/>
                  </a:lnTo>
                  <a:lnTo>
                    <a:pt x="3508705" y="125598"/>
                  </a:lnTo>
                  <a:lnTo>
                    <a:pt x="3509222" y="125368"/>
                  </a:lnTo>
                  <a:lnTo>
                    <a:pt x="3509567" y="125214"/>
                  </a:lnTo>
                  <a:lnTo>
                    <a:pt x="3510429" y="124831"/>
                  </a:lnTo>
                  <a:lnTo>
                    <a:pt x="3510774" y="124677"/>
                  </a:lnTo>
                  <a:lnTo>
                    <a:pt x="3511464" y="124371"/>
                  </a:lnTo>
                  <a:lnTo>
                    <a:pt x="3514050" y="123221"/>
                  </a:lnTo>
                  <a:lnTo>
                    <a:pt x="3514567" y="122990"/>
                  </a:lnTo>
                  <a:lnTo>
                    <a:pt x="3515429" y="122607"/>
                  </a:lnTo>
                  <a:lnTo>
                    <a:pt x="3515774" y="122454"/>
                  </a:lnTo>
                  <a:lnTo>
                    <a:pt x="3516808" y="121994"/>
                  </a:lnTo>
                  <a:lnTo>
                    <a:pt x="3516981" y="121917"/>
                  </a:lnTo>
                  <a:lnTo>
                    <a:pt x="3517670" y="121610"/>
                  </a:lnTo>
                  <a:lnTo>
                    <a:pt x="3518877" y="121074"/>
                  </a:lnTo>
                  <a:lnTo>
                    <a:pt x="3519739" y="120690"/>
                  </a:lnTo>
                  <a:lnTo>
                    <a:pt x="3521463" y="119923"/>
                  </a:lnTo>
                  <a:lnTo>
                    <a:pt x="3521636" y="119847"/>
                  </a:lnTo>
                  <a:lnTo>
                    <a:pt x="3521981" y="119693"/>
                  </a:lnTo>
                  <a:lnTo>
                    <a:pt x="3524222" y="118697"/>
                  </a:lnTo>
                  <a:lnTo>
                    <a:pt x="3525601" y="118083"/>
                  </a:lnTo>
                  <a:lnTo>
                    <a:pt x="3526981" y="117470"/>
                  </a:lnTo>
                  <a:lnTo>
                    <a:pt x="3529222" y="116473"/>
                  </a:lnTo>
                  <a:lnTo>
                    <a:pt x="3530084" y="116090"/>
                  </a:lnTo>
                  <a:lnTo>
                    <a:pt x="3530429" y="115936"/>
                  </a:lnTo>
                  <a:lnTo>
                    <a:pt x="3530601" y="115859"/>
                  </a:lnTo>
                  <a:lnTo>
                    <a:pt x="3531636" y="115399"/>
                  </a:lnTo>
                  <a:lnTo>
                    <a:pt x="3535946" y="113482"/>
                  </a:lnTo>
                  <a:lnTo>
                    <a:pt x="3540946" y="111259"/>
                  </a:lnTo>
                  <a:lnTo>
                    <a:pt x="3542325" y="110645"/>
                  </a:lnTo>
                  <a:lnTo>
                    <a:pt x="3544566" y="109649"/>
                  </a:lnTo>
                  <a:lnTo>
                    <a:pt x="3618702" y="76677"/>
                  </a:lnTo>
                  <a:lnTo>
                    <a:pt x="3620599" y="75834"/>
                  </a:lnTo>
                  <a:lnTo>
                    <a:pt x="3644391" y="65252"/>
                  </a:lnTo>
                  <a:lnTo>
                    <a:pt x="3645253" y="64869"/>
                  </a:lnTo>
                  <a:lnTo>
                    <a:pt x="3651805" y="61955"/>
                  </a:lnTo>
                  <a:lnTo>
                    <a:pt x="3654391" y="60805"/>
                  </a:lnTo>
                  <a:lnTo>
                    <a:pt x="3659219" y="58658"/>
                  </a:lnTo>
                  <a:lnTo>
                    <a:pt x="3664218" y="56434"/>
                  </a:lnTo>
                  <a:lnTo>
                    <a:pt x="3666287" y="55514"/>
                  </a:lnTo>
                  <a:lnTo>
                    <a:pt x="3671804" y="53060"/>
                  </a:lnTo>
                  <a:lnTo>
                    <a:pt x="3674908" y="51680"/>
                  </a:lnTo>
                  <a:lnTo>
                    <a:pt x="3675253" y="51527"/>
                  </a:lnTo>
                  <a:lnTo>
                    <a:pt x="3675597" y="51374"/>
                  </a:lnTo>
                  <a:lnTo>
                    <a:pt x="3677149" y="50683"/>
                  </a:lnTo>
                  <a:lnTo>
                    <a:pt x="3677322" y="50607"/>
                  </a:lnTo>
                  <a:lnTo>
                    <a:pt x="3678184" y="50223"/>
                  </a:lnTo>
                  <a:lnTo>
                    <a:pt x="3678701" y="49993"/>
                  </a:lnTo>
                  <a:lnTo>
                    <a:pt x="3679218" y="49763"/>
                  </a:lnTo>
                  <a:lnTo>
                    <a:pt x="3679908" y="49457"/>
                  </a:lnTo>
                  <a:lnTo>
                    <a:pt x="3680253" y="49303"/>
                  </a:lnTo>
                  <a:lnTo>
                    <a:pt x="3681115" y="48920"/>
                  </a:lnTo>
                  <a:lnTo>
                    <a:pt x="3681632" y="48690"/>
                  </a:lnTo>
                  <a:lnTo>
                    <a:pt x="3681977" y="48536"/>
                  </a:lnTo>
                  <a:lnTo>
                    <a:pt x="3682839" y="48153"/>
                  </a:lnTo>
                  <a:lnTo>
                    <a:pt x="3683184" y="48000"/>
                  </a:lnTo>
                  <a:lnTo>
                    <a:pt x="3683873" y="47693"/>
                  </a:lnTo>
                  <a:lnTo>
                    <a:pt x="3686459" y="46543"/>
                  </a:lnTo>
                  <a:lnTo>
                    <a:pt x="3686977" y="46313"/>
                  </a:lnTo>
                  <a:lnTo>
                    <a:pt x="3687839" y="45929"/>
                  </a:lnTo>
                  <a:lnTo>
                    <a:pt x="3688183" y="45776"/>
                  </a:lnTo>
                  <a:lnTo>
                    <a:pt x="3689218" y="45316"/>
                  </a:lnTo>
                  <a:lnTo>
                    <a:pt x="3689390" y="45239"/>
                  </a:lnTo>
                  <a:lnTo>
                    <a:pt x="3690080" y="44933"/>
                  </a:lnTo>
                  <a:lnTo>
                    <a:pt x="3691287" y="44396"/>
                  </a:lnTo>
                  <a:lnTo>
                    <a:pt x="3692149" y="44012"/>
                  </a:lnTo>
                  <a:lnTo>
                    <a:pt x="3693873" y="43246"/>
                  </a:lnTo>
                  <a:lnTo>
                    <a:pt x="3694045" y="43169"/>
                  </a:lnTo>
                  <a:lnTo>
                    <a:pt x="3694390" y="43016"/>
                  </a:lnTo>
                  <a:lnTo>
                    <a:pt x="3696631" y="42019"/>
                  </a:lnTo>
                  <a:lnTo>
                    <a:pt x="3698011" y="41405"/>
                  </a:lnTo>
                  <a:lnTo>
                    <a:pt x="3699390" y="40792"/>
                  </a:lnTo>
                  <a:lnTo>
                    <a:pt x="3701631" y="39795"/>
                  </a:lnTo>
                  <a:lnTo>
                    <a:pt x="3702493" y="39412"/>
                  </a:lnTo>
                  <a:lnTo>
                    <a:pt x="3702838" y="39258"/>
                  </a:lnTo>
                  <a:lnTo>
                    <a:pt x="3703011" y="39182"/>
                  </a:lnTo>
                  <a:lnTo>
                    <a:pt x="3704045" y="38722"/>
                  </a:lnTo>
                  <a:lnTo>
                    <a:pt x="3708355" y="36805"/>
                  </a:lnTo>
                  <a:lnTo>
                    <a:pt x="3713355" y="34581"/>
                  </a:lnTo>
                  <a:lnTo>
                    <a:pt x="3714734" y="33968"/>
                  </a:lnTo>
                  <a:lnTo>
                    <a:pt x="3716976" y="32971"/>
                  </a:lnTo>
                  <a:lnTo>
                    <a:pt x="3791112" y="0"/>
                  </a:lnTo>
                </a:path>
              </a:pathLst>
            </a:custGeom>
            <a:ln w="32521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7"/>
            <p:cNvSpPr/>
            <p:nvPr/>
          </p:nvSpPr>
          <p:spPr>
            <a:xfrm>
              <a:off x="3553336" y="3069060"/>
              <a:ext cx="3791112" cy="1431144"/>
            </a:xfrm>
            <a:custGeom>
              <a:avLst/>
              <a:pathLst>
                <a:path w="3791112" h="1431144">
                  <a:moveTo>
                    <a:pt x="0" y="1431144"/>
                  </a:moveTo>
                  <a:lnTo>
                    <a:pt x="23792" y="1422162"/>
                  </a:lnTo>
                  <a:lnTo>
                    <a:pt x="24654" y="1421836"/>
                  </a:lnTo>
                  <a:lnTo>
                    <a:pt x="31206" y="1419363"/>
                  </a:lnTo>
                  <a:lnTo>
                    <a:pt x="33792" y="1418387"/>
                  </a:lnTo>
                  <a:lnTo>
                    <a:pt x="38619" y="1416565"/>
                  </a:lnTo>
                  <a:lnTo>
                    <a:pt x="43619" y="1414677"/>
                  </a:lnTo>
                  <a:lnTo>
                    <a:pt x="45688" y="1413896"/>
                  </a:lnTo>
                  <a:lnTo>
                    <a:pt x="51205" y="1411813"/>
                  </a:lnTo>
                  <a:lnTo>
                    <a:pt x="54308" y="1410642"/>
                  </a:lnTo>
                  <a:lnTo>
                    <a:pt x="54653" y="1410512"/>
                  </a:lnTo>
                  <a:lnTo>
                    <a:pt x="54998" y="1410382"/>
                  </a:lnTo>
                  <a:lnTo>
                    <a:pt x="56550" y="1409796"/>
                  </a:lnTo>
                  <a:lnTo>
                    <a:pt x="56722" y="1409731"/>
                  </a:lnTo>
                  <a:lnTo>
                    <a:pt x="57584" y="1409405"/>
                  </a:lnTo>
                  <a:lnTo>
                    <a:pt x="58101" y="1409210"/>
                  </a:lnTo>
                  <a:lnTo>
                    <a:pt x="58619" y="1409015"/>
                  </a:lnTo>
                  <a:lnTo>
                    <a:pt x="59308" y="1408754"/>
                  </a:lnTo>
                  <a:lnTo>
                    <a:pt x="59653" y="1408624"/>
                  </a:lnTo>
                  <a:lnTo>
                    <a:pt x="60515" y="1408299"/>
                  </a:lnTo>
                  <a:lnTo>
                    <a:pt x="61032" y="1408104"/>
                  </a:lnTo>
                  <a:lnTo>
                    <a:pt x="61377" y="1407973"/>
                  </a:lnTo>
                  <a:lnTo>
                    <a:pt x="62239" y="1407648"/>
                  </a:lnTo>
                  <a:lnTo>
                    <a:pt x="62584" y="1407518"/>
                  </a:lnTo>
                  <a:lnTo>
                    <a:pt x="63274" y="1407258"/>
                  </a:lnTo>
                  <a:lnTo>
                    <a:pt x="65860" y="1406281"/>
                  </a:lnTo>
                  <a:lnTo>
                    <a:pt x="66377" y="1406086"/>
                  </a:lnTo>
                  <a:lnTo>
                    <a:pt x="67239" y="1405761"/>
                  </a:lnTo>
                  <a:lnTo>
                    <a:pt x="67584" y="1405630"/>
                  </a:lnTo>
                  <a:lnTo>
                    <a:pt x="68618" y="1405240"/>
                  </a:lnTo>
                  <a:lnTo>
                    <a:pt x="68791" y="1405175"/>
                  </a:lnTo>
                  <a:lnTo>
                    <a:pt x="69481" y="1404914"/>
                  </a:lnTo>
                  <a:lnTo>
                    <a:pt x="70687" y="1404459"/>
                  </a:lnTo>
                  <a:lnTo>
                    <a:pt x="71549" y="1404133"/>
                  </a:lnTo>
                  <a:lnTo>
                    <a:pt x="73274" y="1403483"/>
                  </a:lnTo>
                  <a:lnTo>
                    <a:pt x="73446" y="1403418"/>
                  </a:lnTo>
                  <a:lnTo>
                    <a:pt x="73791" y="1403287"/>
                  </a:lnTo>
                  <a:lnTo>
                    <a:pt x="76032" y="1402441"/>
                  </a:lnTo>
                  <a:lnTo>
                    <a:pt x="77411" y="1401921"/>
                  </a:lnTo>
                  <a:lnTo>
                    <a:pt x="78791" y="1401400"/>
                  </a:lnTo>
                  <a:lnTo>
                    <a:pt x="81032" y="1400554"/>
                  </a:lnTo>
                  <a:lnTo>
                    <a:pt x="81894" y="1400228"/>
                  </a:lnTo>
                  <a:lnTo>
                    <a:pt x="82239" y="1400098"/>
                  </a:lnTo>
                  <a:lnTo>
                    <a:pt x="82411" y="1400033"/>
                  </a:lnTo>
                  <a:lnTo>
                    <a:pt x="83446" y="1399643"/>
                  </a:lnTo>
                  <a:lnTo>
                    <a:pt x="87756" y="1398016"/>
                  </a:lnTo>
                  <a:lnTo>
                    <a:pt x="92756" y="1396128"/>
                  </a:lnTo>
                  <a:lnTo>
                    <a:pt x="94135" y="1395607"/>
                  </a:lnTo>
                  <a:lnTo>
                    <a:pt x="96376" y="1394761"/>
                  </a:lnTo>
                  <a:lnTo>
                    <a:pt x="170512" y="1366775"/>
                  </a:lnTo>
                  <a:lnTo>
                    <a:pt x="172409" y="1366059"/>
                  </a:lnTo>
                  <a:lnTo>
                    <a:pt x="196202" y="1357077"/>
                  </a:lnTo>
                  <a:lnTo>
                    <a:pt x="197064" y="1356752"/>
                  </a:lnTo>
                  <a:lnTo>
                    <a:pt x="203615" y="1354279"/>
                  </a:lnTo>
                  <a:lnTo>
                    <a:pt x="206201" y="1353302"/>
                  </a:lnTo>
                  <a:lnTo>
                    <a:pt x="211029" y="1351480"/>
                  </a:lnTo>
                  <a:lnTo>
                    <a:pt x="216029" y="1349593"/>
                  </a:lnTo>
                  <a:lnTo>
                    <a:pt x="218098" y="1348812"/>
                  </a:lnTo>
                  <a:lnTo>
                    <a:pt x="223615" y="1346729"/>
                  </a:lnTo>
                  <a:lnTo>
                    <a:pt x="226718" y="1345557"/>
                  </a:lnTo>
                  <a:lnTo>
                    <a:pt x="227063" y="1345427"/>
                  </a:lnTo>
                  <a:lnTo>
                    <a:pt x="227408" y="1345297"/>
                  </a:lnTo>
                  <a:lnTo>
                    <a:pt x="228959" y="1344711"/>
                  </a:lnTo>
                  <a:lnTo>
                    <a:pt x="229132" y="1344646"/>
                  </a:lnTo>
                  <a:lnTo>
                    <a:pt x="229994" y="1344321"/>
                  </a:lnTo>
                  <a:lnTo>
                    <a:pt x="230511" y="1344126"/>
                  </a:lnTo>
                  <a:lnTo>
                    <a:pt x="231028" y="1343930"/>
                  </a:lnTo>
                  <a:lnTo>
                    <a:pt x="231718" y="1343670"/>
                  </a:lnTo>
                  <a:lnTo>
                    <a:pt x="232063" y="1343540"/>
                  </a:lnTo>
                  <a:lnTo>
                    <a:pt x="232925" y="1343214"/>
                  </a:lnTo>
                  <a:lnTo>
                    <a:pt x="233442" y="1343019"/>
                  </a:lnTo>
                  <a:lnTo>
                    <a:pt x="233787" y="1342889"/>
                  </a:lnTo>
                  <a:lnTo>
                    <a:pt x="234649" y="1342563"/>
                  </a:lnTo>
                  <a:lnTo>
                    <a:pt x="234994" y="1342433"/>
                  </a:lnTo>
                  <a:lnTo>
                    <a:pt x="235683" y="1342173"/>
                  </a:lnTo>
                  <a:lnTo>
                    <a:pt x="238269" y="1341197"/>
                  </a:lnTo>
                  <a:lnTo>
                    <a:pt x="238787" y="1341001"/>
                  </a:lnTo>
                  <a:lnTo>
                    <a:pt x="239649" y="1340676"/>
                  </a:lnTo>
                  <a:lnTo>
                    <a:pt x="239994" y="1340546"/>
                  </a:lnTo>
                  <a:lnTo>
                    <a:pt x="241028" y="1340155"/>
                  </a:lnTo>
                  <a:lnTo>
                    <a:pt x="241200" y="1340090"/>
                  </a:lnTo>
                  <a:lnTo>
                    <a:pt x="241890" y="1339830"/>
                  </a:lnTo>
                  <a:lnTo>
                    <a:pt x="243097" y="1339374"/>
                  </a:lnTo>
                  <a:lnTo>
                    <a:pt x="243959" y="1339049"/>
                  </a:lnTo>
                  <a:lnTo>
                    <a:pt x="245683" y="1338398"/>
                  </a:lnTo>
                  <a:lnTo>
                    <a:pt x="245855" y="1338333"/>
                  </a:lnTo>
                  <a:lnTo>
                    <a:pt x="246200" y="1338203"/>
                  </a:lnTo>
                  <a:lnTo>
                    <a:pt x="248442" y="1337357"/>
                  </a:lnTo>
                  <a:lnTo>
                    <a:pt x="249821" y="1336836"/>
                  </a:lnTo>
                  <a:lnTo>
                    <a:pt x="251200" y="1336315"/>
                  </a:lnTo>
                  <a:lnTo>
                    <a:pt x="253441" y="1335469"/>
                  </a:lnTo>
                  <a:lnTo>
                    <a:pt x="254304" y="1335144"/>
                  </a:lnTo>
                  <a:lnTo>
                    <a:pt x="254648" y="1335014"/>
                  </a:lnTo>
                  <a:lnTo>
                    <a:pt x="254821" y="1334949"/>
                  </a:lnTo>
                  <a:lnTo>
                    <a:pt x="255855" y="1334558"/>
                  </a:lnTo>
                  <a:lnTo>
                    <a:pt x="260165" y="1332931"/>
                  </a:lnTo>
                  <a:lnTo>
                    <a:pt x="265165" y="1331044"/>
                  </a:lnTo>
                  <a:lnTo>
                    <a:pt x="266545" y="1330523"/>
                  </a:lnTo>
                  <a:lnTo>
                    <a:pt x="268786" y="1329677"/>
                  </a:lnTo>
                  <a:lnTo>
                    <a:pt x="342922" y="1301690"/>
                  </a:lnTo>
                  <a:lnTo>
                    <a:pt x="344818" y="1300974"/>
                  </a:lnTo>
                  <a:lnTo>
                    <a:pt x="368611" y="1291993"/>
                  </a:lnTo>
                  <a:lnTo>
                    <a:pt x="369473" y="1291667"/>
                  </a:lnTo>
                  <a:lnTo>
                    <a:pt x="376025" y="1289194"/>
                  </a:lnTo>
                  <a:lnTo>
                    <a:pt x="378611" y="1288218"/>
                  </a:lnTo>
                  <a:lnTo>
                    <a:pt x="383438" y="1286396"/>
                  </a:lnTo>
                  <a:lnTo>
                    <a:pt x="388438" y="1284508"/>
                  </a:lnTo>
                  <a:lnTo>
                    <a:pt x="390507" y="1283727"/>
                  </a:lnTo>
                  <a:lnTo>
                    <a:pt x="396024" y="1281644"/>
                  </a:lnTo>
                  <a:lnTo>
                    <a:pt x="399127" y="1280473"/>
                  </a:lnTo>
                  <a:lnTo>
                    <a:pt x="399472" y="1280343"/>
                  </a:lnTo>
                  <a:lnTo>
                    <a:pt x="399817" y="1280212"/>
                  </a:lnTo>
                  <a:lnTo>
                    <a:pt x="401369" y="1279627"/>
                  </a:lnTo>
                  <a:lnTo>
                    <a:pt x="401541" y="1279562"/>
                  </a:lnTo>
                  <a:lnTo>
                    <a:pt x="402403" y="1279236"/>
                  </a:lnTo>
                  <a:lnTo>
                    <a:pt x="402920" y="1279041"/>
                  </a:lnTo>
                  <a:lnTo>
                    <a:pt x="403438" y="1278846"/>
                  </a:lnTo>
                  <a:lnTo>
                    <a:pt x="404127" y="1278585"/>
                  </a:lnTo>
                  <a:lnTo>
                    <a:pt x="404472" y="1278455"/>
                  </a:lnTo>
                  <a:lnTo>
                    <a:pt x="405334" y="1278130"/>
                  </a:lnTo>
                  <a:lnTo>
                    <a:pt x="405851" y="1277935"/>
                  </a:lnTo>
                  <a:lnTo>
                    <a:pt x="406196" y="1277804"/>
                  </a:lnTo>
                  <a:lnTo>
                    <a:pt x="407058" y="1277479"/>
                  </a:lnTo>
                  <a:lnTo>
                    <a:pt x="407403" y="1277349"/>
                  </a:lnTo>
                  <a:lnTo>
                    <a:pt x="408093" y="1277088"/>
                  </a:lnTo>
                  <a:lnTo>
                    <a:pt x="410679" y="1276112"/>
                  </a:lnTo>
                  <a:lnTo>
                    <a:pt x="411196" y="1275917"/>
                  </a:lnTo>
                  <a:lnTo>
                    <a:pt x="412058" y="1275591"/>
                  </a:lnTo>
                  <a:lnTo>
                    <a:pt x="412403" y="1275461"/>
                  </a:lnTo>
                  <a:lnTo>
                    <a:pt x="413437" y="1275071"/>
                  </a:lnTo>
                  <a:lnTo>
                    <a:pt x="413610" y="1275006"/>
                  </a:lnTo>
                  <a:lnTo>
                    <a:pt x="414300" y="1274745"/>
                  </a:lnTo>
                  <a:lnTo>
                    <a:pt x="415506" y="1274290"/>
                  </a:lnTo>
                  <a:lnTo>
                    <a:pt x="416368" y="1273964"/>
                  </a:lnTo>
                  <a:lnTo>
                    <a:pt x="418093" y="1273314"/>
                  </a:lnTo>
                  <a:lnTo>
                    <a:pt x="418265" y="1273248"/>
                  </a:lnTo>
                  <a:lnTo>
                    <a:pt x="418610" y="1273118"/>
                  </a:lnTo>
                  <a:lnTo>
                    <a:pt x="420851" y="1272272"/>
                  </a:lnTo>
                  <a:lnTo>
                    <a:pt x="422230" y="1271752"/>
                  </a:lnTo>
                  <a:lnTo>
                    <a:pt x="423610" y="1271231"/>
                  </a:lnTo>
                  <a:lnTo>
                    <a:pt x="425851" y="1270385"/>
                  </a:lnTo>
                  <a:lnTo>
                    <a:pt x="426713" y="1270059"/>
                  </a:lnTo>
                  <a:lnTo>
                    <a:pt x="427058" y="1269929"/>
                  </a:lnTo>
                  <a:lnTo>
                    <a:pt x="427230" y="1269864"/>
                  </a:lnTo>
                  <a:lnTo>
                    <a:pt x="428265" y="1269474"/>
                  </a:lnTo>
                  <a:lnTo>
                    <a:pt x="432575" y="1267846"/>
                  </a:lnTo>
                  <a:lnTo>
                    <a:pt x="437575" y="1265959"/>
                  </a:lnTo>
                  <a:lnTo>
                    <a:pt x="438954" y="1265438"/>
                  </a:lnTo>
                  <a:lnTo>
                    <a:pt x="441195" y="1264592"/>
                  </a:lnTo>
                  <a:lnTo>
                    <a:pt x="515331" y="1236606"/>
                  </a:lnTo>
                  <a:lnTo>
                    <a:pt x="517228" y="1235890"/>
                  </a:lnTo>
                  <a:lnTo>
                    <a:pt x="541020" y="1226908"/>
                  </a:lnTo>
                  <a:lnTo>
                    <a:pt x="541883" y="1226583"/>
                  </a:lnTo>
                  <a:lnTo>
                    <a:pt x="548434" y="1224110"/>
                  </a:lnTo>
                  <a:lnTo>
                    <a:pt x="551020" y="1223133"/>
                  </a:lnTo>
                  <a:lnTo>
                    <a:pt x="555848" y="1221311"/>
                  </a:lnTo>
                  <a:lnTo>
                    <a:pt x="560848" y="1219424"/>
                  </a:lnTo>
                  <a:lnTo>
                    <a:pt x="562916" y="1218643"/>
                  </a:lnTo>
                  <a:lnTo>
                    <a:pt x="568434" y="1216560"/>
                  </a:lnTo>
                  <a:lnTo>
                    <a:pt x="571537" y="1215388"/>
                  </a:lnTo>
                  <a:lnTo>
                    <a:pt x="571882" y="1215258"/>
                  </a:lnTo>
                  <a:lnTo>
                    <a:pt x="572227" y="1215128"/>
                  </a:lnTo>
                  <a:lnTo>
                    <a:pt x="573778" y="1214542"/>
                  </a:lnTo>
                  <a:lnTo>
                    <a:pt x="573951" y="1214477"/>
                  </a:lnTo>
                  <a:lnTo>
                    <a:pt x="574813" y="1214152"/>
                  </a:lnTo>
                  <a:lnTo>
                    <a:pt x="575330" y="1213956"/>
                  </a:lnTo>
                  <a:lnTo>
                    <a:pt x="575847" y="1213761"/>
                  </a:lnTo>
                  <a:lnTo>
                    <a:pt x="576537" y="1213501"/>
                  </a:lnTo>
                  <a:lnTo>
                    <a:pt x="576882" y="1213371"/>
                  </a:lnTo>
                  <a:lnTo>
                    <a:pt x="577744" y="1213045"/>
                  </a:lnTo>
                  <a:lnTo>
                    <a:pt x="578261" y="1212850"/>
                  </a:lnTo>
                  <a:lnTo>
                    <a:pt x="578606" y="1212720"/>
                  </a:lnTo>
                  <a:lnTo>
                    <a:pt x="579468" y="1212394"/>
                  </a:lnTo>
                  <a:lnTo>
                    <a:pt x="579813" y="1212264"/>
                  </a:lnTo>
                  <a:lnTo>
                    <a:pt x="580502" y="1212004"/>
                  </a:lnTo>
                  <a:lnTo>
                    <a:pt x="583088" y="1211028"/>
                  </a:lnTo>
                  <a:lnTo>
                    <a:pt x="583606" y="1210832"/>
                  </a:lnTo>
                  <a:lnTo>
                    <a:pt x="584468" y="1210507"/>
                  </a:lnTo>
                  <a:lnTo>
                    <a:pt x="584813" y="1210377"/>
                  </a:lnTo>
                  <a:lnTo>
                    <a:pt x="585847" y="1209986"/>
                  </a:lnTo>
                  <a:lnTo>
                    <a:pt x="586019" y="1209921"/>
                  </a:lnTo>
                  <a:lnTo>
                    <a:pt x="586709" y="1209661"/>
                  </a:lnTo>
                  <a:lnTo>
                    <a:pt x="587916" y="1209205"/>
                  </a:lnTo>
                  <a:lnTo>
                    <a:pt x="588778" y="1208880"/>
                  </a:lnTo>
                  <a:lnTo>
                    <a:pt x="590502" y="1208229"/>
                  </a:lnTo>
                  <a:lnTo>
                    <a:pt x="590674" y="1208164"/>
                  </a:lnTo>
                  <a:lnTo>
                    <a:pt x="591019" y="1208034"/>
                  </a:lnTo>
                  <a:lnTo>
                    <a:pt x="593261" y="1207188"/>
                  </a:lnTo>
                  <a:lnTo>
                    <a:pt x="594640" y="1206667"/>
                  </a:lnTo>
                  <a:lnTo>
                    <a:pt x="596019" y="1206146"/>
                  </a:lnTo>
                  <a:lnTo>
                    <a:pt x="598260" y="1205300"/>
                  </a:lnTo>
                  <a:lnTo>
                    <a:pt x="599122" y="1204975"/>
                  </a:lnTo>
                  <a:lnTo>
                    <a:pt x="599467" y="1204845"/>
                  </a:lnTo>
                  <a:lnTo>
                    <a:pt x="599640" y="1204780"/>
                  </a:lnTo>
                  <a:lnTo>
                    <a:pt x="600674" y="1204389"/>
                  </a:lnTo>
                  <a:lnTo>
                    <a:pt x="604984" y="1202762"/>
                  </a:lnTo>
                  <a:lnTo>
                    <a:pt x="609984" y="1200874"/>
                  </a:lnTo>
                  <a:lnTo>
                    <a:pt x="611364" y="1200354"/>
                  </a:lnTo>
                  <a:lnTo>
                    <a:pt x="613605" y="1199508"/>
                  </a:lnTo>
                  <a:lnTo>
                    <a:pt x="687741" y="1171521"/>
                  </a:lnTo>
                  <a:lnTo>
                    <a:pt x="689637" y="1170805"/>
                  </a:lnTo>
                  <a:lnTo>
                    <a:pt x="713430" y="1161824"/>
                  </a:lnTo>
                  <a:lnTo>
                    <a:pt x="714292" y="1161498"/>
                  </a:lnTo>
                  <a:lnTo>
                    <a:pt x="720844" y="1159025"/>
                  </a:lnTo>
                  <a:lnTo>
                    <a:pt x="723430" y="1158049"/>
                  </a:lnTo>
                  <a:lnTo>
                    <a:pt x="728257" y="1156226"/>
                  </a:lnTo>
                  <a:lnTo>
                    <a:pt x="733257" y="1154339"/>
                  </a:lnTo>
                  <a:lnTo>
                    <a:pt x="735326" y="1153558"/>
                  </a:lnTo>
                  <a:lnTo>
                    <a:pt x="740843" y="1151475"/>
                  </a:lnTo>
                  <a:lnTo>
                    <a:pt x="743946" y="1150304"/>
                  </a:lnTo>
                  <a:lnTo>
                    <a:pt x="744291" y="1150174"/>
                  </a:lnTo>
                  <a:lnTo>
                    <a:pt x="744636" y="1150043"/>
                  </a:lnTo>
                  <a:lnTo>
                    <a:pt x="746188" y="1149458"/>
                  </a:lnTo>
                  <a:lnTo>
                    <a:pt x="746360" y="1149393"/>
                  </a:lnTo>
                  <a:lnTo>
                    <a:pt x="747222" y="1149067"/>
                  </a:lnTo>
                  <a:lnTo>
                    <a:pt x="747739" y="1148872"/>
                  </a:lnTo>
                  <a:lnTo>
                    <a:pt x="748257" y="1148677"/>
                  </a:lnTo>
                  <a:lnTo>
                    <a:pt x="748946" y="1148416"/>
                  </a:lnTo>
                  <a:lnTo>
                    <a:pt x="749291" y="1148286"/>
                  </a:lnTo>
                  <a:lnTo>
                    <a:pt x="750153" y="1147961"/>
                  </a:lnTo>
                  <a:lnTo>
                    <a:pt x="750670" y="1147765"/>
                  </a:lnTo>
                  <a:lnTo>
                    <a:pt x="751015" y="1147635"/>
                  </a:lnTo>
                  <a:lnTo>
                    <a:pt x="751877" y="1147310"/>
                  </a:lnTo>
                  <a:lnTo>
                    <a:pt x="752222" y="1147180"/>
                  </a:lnTo>
                  <a:lnTo>
                    <a:pt x="752912" y="1146919"/>
                  </a:lnTo>
                  <a:lnTo>
                    <a:pt x="755498" y="1145943"/>
                  </a:lnTo>
                  <a:lnTo>
                    <a:pt x="756015" y="1145748"/>
                  </a:lnTo>
                  <a:lnTo>
                    <a:pt x="756877" y="1145422"/>
                  </a:lnTo>
                  <a:lnTo>
                    <a:pt x="757222" y="1145292"/>
                  </a:lnTo>
                  <a:lnTo>
                    <a:pt x="758256" y="1144902"/>
                  </a:lnTo>
                  <a:lnTo>
                    <a:pt x="758429" y="1144837"/>
                  </a:lnTo>
                  <a:lnTo>
                    <a:pt x="759119" y="1144576"/>
                  </a:lnTo>
                  <a:lnTo>
                    <a:pt x="760325" y="1144121"/>
                  </a:lnTo>
                  <a:lnTo>
                    <a:pt x="761187" y="1143795"/>
                  </a:lnTo>
                  <a:lnTo>
                    <a:pt x="762912" y="1143144"/>
                  </a:lnTo>
                  <a:lnTo>
                    <a:pt x="763084" y="1143079"/>
                  </a:lnTo>
                  <a:lnTo>
                    <a:pt x="763429" y="1142949"/>
                  </a:lnTo>
                  <a:lnTo>
                    <a:pt x="765670" y="1142103"/>
                  </a:lnTo>
                  <a:lnTo>
                    <a:pt x="767049" y="1141582"/>
                  </a:lnTo>
                  <a:lnTo>
                    <a:pt x="768429" y="1141062"/>
                  </a:lnTo>
                  <a:lnTo>
                    <a:pt x="770670" y="1140216"/>
                  </a:lnTo>
                  <a:lnTo>
                    <a:pt x="771532" y="1139890"/>
                  </a:lnTo>
                  <a:lnTo>
                    <a:pt x="771877" y="1139760"/>
                  </a:lnTo>
                  <a:lnTo>
                    <a:pt x="772049" y="1139695"/>
                  </a:lnTo>
                  <a:lnTo>
                    <a:pt x="773084" y="1139304"/>
                  </a:lnTo>
                  <a:lnTo>
                    <a:pt x="777394" y="1137677"/>
                  </a:lnTo>
                  <a:lnTo>
                    <a:pt x="782394" y="1135790"/>
                  </a:lnTo>
                  <a:lnTo>
                    <a:pt x="783773" y="1135269"/>
                  </a:lnTo>
                  <a:lnTo>
                    <a:pt x="786014" y="1134423"/>
                  </a:lnTo>
                  <a:lnTo>
                    <a:pt x="860150" y="1106437"/>
                  </a:lnTo>
                  <a:lnTo>
                    <a:pt x="862047" y="1105721"/>
                  </a:lnTo>
                  <a:lnTo>
                    <a:pt x="885839" y="1096739"/>
                  </a:lnTo>
                  <a:lnTo>
                    <a:pt x="886702" y="1096414"/>
                  </a:lnTo>
                  <a:lnTo>
                    <a:pt x="893253" y="1093941"/>
                  </a:lnTo>
                  <a:lnTo>
                    <a:pt x="895839" y="1092964"/>
                  </a:lnTo>
                  <a:lnTo>
                    <a:pt x="900667" y="1091142"/>
                  </a:lnTo>
                  <a:lnTo>
                    <a:pt x="905667" y="1089254"/>
                  </a:lnTo>
                  <a:lnTo>
                    <a:pt x="907735" y="1088473"/>
                  </a:lnTo>
                  <a:lnTo>
                    <a:pt x="913253" y="1086391"/>
                  </a:lnTo>
                  <a:lnTo>
                    <a:pt x="916356" y="1085219"/>
                  </a:lnTo>
                  <a:lnTo>
                    <a:pt x="916701" y="1085089"/>
                  </a:lnTo>
                  <a:lnTo>
                    <a:pt x="917046" y="1084959"/>
                  </a:lnTo>
                  <a:lnTo>
                    <a:pt x="918597" y="1084373"/>
                  </a:lnTo>
                  <a:lnTo>
                    <a:pt x="918770" y="1084308"/>
                  </a:lnTo>
                  <a:lnTo>
                    <a:pt x="919632" y="1083983"/>
                  </a:lnTo>
                  <a:lnTo>
                    <a:pt x="920149" y="1083787"/>
                  </a:lnTo>
                  <a:lnTo>
                    <a:pt x="920666" y="1083592"/>
                  </a:lnTo>
                  <a:lnTo>
                    <a:pt x="921356" y="1083332"/>
                  </a:lnTo>
                  <a:lnTo>
                    <a:pt x="921701" y="1083202"/>
                  </a:lnTo>
                  <a:lnTo>
                    <a:pt x="922563" y="1082876"/>
                  </a:lnTo>
                  <a:lnTo>
                    <a:pt x="923080" y="1082681"/>
                  </a:lnTo>
                  <a:lnTo>
                    <a:pt x="923425" y="1082551"/>
                  </a:lnTo>
                  <a:lnTo>
                    <a:pt x="924287" y="1082225"/>
                  </a:lnTo>
                  <a:lnTo>
                    <a:pt x="924632" y="1082095"/>
                  </a:lnTo>
                  <a:lnTo>
                    <a:pt x="925321" y="1081835"/>
                  </a:lnTo>
                  <a:lnTo>
                    <a:pt x="927907" y="1080859"/>
                  </a:lnTo>
                  <a:lnTo>
                    <a:pt x="928425" y="1080663"/>
                  </a:lnTo>
                  <a:lnTo>
                    <a:pt x="929287" y="1080338"/>
                  </a:lnTo>
                  <a:lnTo>
                    <a:pt x="929631" y="1080208"/>
                  </a:lnTo>
                  <a:lnTo>
                    <a:pt x="930666" y="1079817"/>
                  </a:lnTo>
                  <a:lnTo>
                    <a:pt x="930838" y="1079752"/>
                  </a:lnTo>
                  <a:lnTo>
                    <a:pt x="931528" y="1079492"/>
                  </a:lnTo>
                  <a:lnTo>
                    <a:pt x="932735" y="1079036"/>
                  </a:lnTo>
                  <a:lnTo>
                    <a:pt x="933597" y="1078711"/>
                  </a:lnTo>
                  <a:lnTo>
                    <a:pt x="935321" y="1078060"/>
                  </a:lnTo>
                  <a:lnTo>
                    <a:pt x="935493" y="1077995"/>
                  </a:lnTo>
                  <a:lnTo>
                    <a:pt x="935838" y="1077865"/>
                  </a:lnTo>
                  <a:lnTo>
                    <a:pt x="938080" y="1077019"/>
                  </a:lnTo>
                  <a:lnTo>
                    <a:pt x="939459" y="1076498"/>
                  </a:lnTo>
                  <a:lnTo>
                    <a:pt x="940838" y="1075977"/>
                  </a:lnTo>
                  <a:lnTo>
                    <a:pt x="943079" y="1075131"/>
                  </a:lnTo>
                  <a:lnTo>
                    <a:pt x="943941" y="1074806"/>
                  </a:lnTo>
                  <a:lnTo>
                    <a:pt x="944286" y="1074676"/>
                  </a:lnTo>
                  <a:lnTo>
                    <a:pt x="944459" y="1074610"/>
                  </a:lnTo>
                  <a:lnTo>
                    <a:pt x="945493" y="1074220"/>
                  </a:lnTo>
                  <a:lnTo>
                    <a:pt x="949803" y="1072593"/>
                  </a:lnTo>
                  <a:lnTo>
                    <a:pt x="954803" y="1070705"/>
                  </a:lnTo>
                  <a:lnTo>
                    <a:pt x="956183" y="1070185"/>
                  </a:lnTo>
                  <a:lnTo>
                    <a:pt x="958424" y="1069339"/>
                  </a:lnTo>
                  <a:lnTo>
                    <a:pt x="1032560" y="1041352"/>
                  </a:lnTo>
                  <a:lnTo>
                    <a:pt x="1034456" y="1040636"/>
                  </a:lnTo>
                  <a:lnTo>
                    <a:pt x="1058249" y="1031655"/>
                  </a:lnTo>
                  <a:lnTo>
                    <a:pt x="1059111" y="1031329"/>
                  </a:lnTo>
                  <a:lnTo>
                    <a:pt x="1065663" y="1028856"/>
                  </a:lnTo>
                  <a:lnTo>
                    <a:pt x="1068249" y="1027880"/>
                  </a:lnTo>
                  <a:lnTo>
                    <a:pt x="1073076" y="1026057"/>
                  </a:lnTo>
                  <a:lnTo>
                    <a:pt x="1078076" y="1024170"/>
                  </a:lnTo>
                  <a:lnTo>
                    <a:pt x="1080145" y="1023389"/>
                  </a:lnTo>
                  <a:lnTo>
                    <a:pt x="1085662" y="1021306"/>
                  </a:lnTo>
                  <a:lnTo>
                    <a:pt x="1088765" y="1020135"/>
                  </a:lnTo>
                  <a:lnTo>
                    <a:pt x="1089110" y="1020004"/>
                  </a:lnTo>
                  <a:lnTo>
                    <a:pt x="1089455" y="1019874"/>
                  </a:lnTo>
                  <a:lnTo>
                    <a:pt x="1091007" y="1019289"/>
                  </a:lnTo>
                  <a:lnTo>
                    <a:pt x="1091179" y="1019223"/>
                  </a:lnTo>
                  <a:lnTo>
                    <a:pt x="1092041" y="1018898"/>
                  </a:lnTo>
                  <a:lnTo>
                    <a:pt x="1092558" y="1018703"/>
                  </a:lnTo>
                  <a:lnTo>
                    <a:pt x="1093076" y="1018508"/>
                  </a:lnTo>
                  <a:lnTo>
                    <a:pt x="1093765" y="1018247"/>
                  </a:lnTo>
                  <a:lnTo>
                    <a:pt x="1094110" y="1018117"/>
                  </a:lnTo>
                  <a:lnTo>
                    <a:pt x="1094972" y="1017792"/>
                  </a:lnTo>
                  <a:lnTo>
                    <a:pt x="1095489" y="1017596"/>
                  </a:lnTo>
                  <a:lnTo>
                    <a:pt x="1095834" y="1017466"/>
                  </a:lnTo>
                  <a:lnTo>
                    <a:pt x="1096696" y="1017141"/>
                  </a:lnTo>
                  <a:lnTo>
                    <a:pt x="1097041" y="1017011"/>
                  </a:lnTo>
                  <a:lnTo>
                    <a:pt x="1097731" y="1016750"/>
                  </a:lnTo>
                  <a:lnTo>
                    <a:pt x="1100317" y="1015774"/>
                  </a:lnTo>
                  <a:lnTo>
                    <a:pt x="1100834" y="1015579"/>
                  </a:lnTo>
                  <a:lnTo>
                    <a:pt x="1101696" y="1015253"/>
                  </a:lnTo>
                  <a:lnTo>
                    <a:pt x="1102041" y="1015123"/>
                  </a:lnTo>
                  <a:lnTo>
                    <a:pt x="1103075" y="1014733"/>
                  </a:lnTo>
                  <a:lnTo>
                    <a:pt x="1103248" y="1014668"/>
                  </a:lnTo>
                  <a:lnTo>
                    <a:pt x="1103937" y="1014407"/>
                  </a:lnTo>
                  <a:lnTo>
                    <a:pt x="1105144" y="1013952"/>
                  </a:lnTo>
                  <a:lnTo>
                    <a:pt x="1106006" y="1013626"/>
                  </a:lnTo>
                  <a:lnTo>
                    <a:pt x="1107730" y="1012975"/>
                  </a:lnTo>
                  <a:lnTo>
                    <a:pt x="1107903" y="1012910"/>
                  </a:lnTo>
                  <a:lnTo>
                    <a:pt x="1108248" y="1012780"/>
                  </a:lnTo>
                  <a:lnTo>
                    <a:pt x="1110489" y="1011934"/>
                  </a:lnTo>
                  <a:lnTo>
                    <a:pt x="1111868" y="1011413"/>
                  </a:lnTo>
                  <a:lnTo>
                    <a:pt x="1113248" y="1010893"/>
                  </a:lnTo>
                  <a:lnTo>
                    <a:pt x="1115489" y="1010047"/>
                  </a:lnTo>
                  <a:lnTo>
                    <a:pt x="1116351" y="1009721"/>
                  </a:lnTo>
                  <a:lnTo>
                    <a:pt x="1116696" y="1009591"/>
                  </a:lnTo>
                  <a:lnTo>
                    <a:pt x="1116868" y="1009526"/>
                  </a:lnTo>
                  <a:lnTo>
                    <a:pt x="1117903" y="1009135"/>
                  </a:lnTo>
                  <a:lnTo>
                    <a:pt x="1122213" y="1007508"/>
                  </a:lnTo>
                  <a:lnTo>
                    <a:pt x="1127213" y="1005621"/>
                  </a:lnTo>
                  <a:lnTo>
                    <a:pt x="1128592" y="1005100"/>
                  </a:lnTo>
                  <a:lnTo>
                    <a:pt x="1130833" y="1004254"/>
                  </a:lnTo>
                  <a:lnTo>
                    <a:pt x="1204969" y="976268"/>
                  </a:lnTo>
                  <a:lnTo>
                    <a:pt x="1206866" y="975552"/>
                  </a:lnTo>
                  <a:lnTo>
                    <a:pt x="1230658" y="966570"/>
                  </a:lnTo>
                  <a:lnTo>
                    <a:pt x="1231521" y="966245"/>
                  </a:lnTo>
                  <a:lnTo>
                    <a:pt x="1238072" y="963771"/>
                  </a:lnTo>
                  <a:lnTo>
                    <a:pt x="1240658" y="962795"/>
                  </a:lnTo>
                  <a:lnTo>
                    <a:pt x="1245486" y="960973"/>
                  </a:lnTo>
                  <a:lnTo>
                    <a:pt x="1250486" y="959085"/>
                  </a:lnTo>
                  <a:lnTo>
                    <a:pt x="1252554" y="958304"/>
                  </a:lnTo>
                  <a:lnTo>
                    <a:pt x="1258072" y="956222"/>
                  </a:lnTo>
                  <a:lnTo>
                    <a:pt x="1261175" y="955050"/>
                  </a:lnTo>
                  <a:lnTo>
                    <a:pt x="1261520" y="954920"/>
                  </a:lnTo>
                  <a:lnTo>
                    <a:pt x="1261865" y="954790"/>
                  </a:lnTo>
                  <a:lnTo>
                    <a:pt x="1263416" y="954204"/>
                  </a:lnTo>
                  <a:lnTo>
                    <a:pt x="1263589" y="954139"/>
                  </a:lnTo>
                  <a:lnTo>
                    <a:pt x="1264451" y="953814"/>
                  </a:lnTo>
                  <a:lnTo>
                    <a:pt x="1264968" y="953618"/>
                  </a:lnTo>
                  <a:lnTo>
                    <a:pt x="1265485" y="953423"/>
                  </a:lnTo>
                  <a:lnTo>
                    <a:pt x="1266175" y="953163"/>
                  </a:lnTo>
                  <a:lnTo>
                    <a:pt x="1266520" y="953032"/>
                  </a:lnTo>
                  <a:lnTo>
                    <a:pt x="1267382" y="952707"/>
                  </a:lnTo>
                  <a:lnTo>
                    <a:pt x="1267899" y="952512"/>
                  </a:lnTo>
                  <a:lnTo>
                    <a:pt x="1268244" y="952382"/>
                  </a:lnTo>
                  <a:lnTo>
                    <a:pt x="1269106" y="952056"/>
                  </a:lnTo>
                  <a:lnTo>
                    <a:pt x="1269451" y="951926"/>
                  </a:lnTo>
                  <a:lnTo>
                    <a:pt x="1270140" y="951666"/>
                  </a:lnTo>
                  <a:lnTo>
                    <a:pt x="1272726" y="950689"/>
                  </a:lnTo>
                  <a:lnTo>
                    <a:pt x="1273244" y="950494"/>
                  </a:lnTo>
                  <a:lnTo>
                    <a:pt x="1274106" y="950169"/>
                  </a:lnTo>
                  <a:lnTo>
                    <a:pt x="1274450" y="950039"/>
                  </a:lnTo>
                  <a:lnTo>
                    <a:pt x="1275485" y="949648"/>
                  </a:lnTo>
                  <a:lnTo>
                    <a:pt x="1275657" y="949583"/>
                  </a:lnTo>
                  <a:lnTo>
                    <a:pt x="1276347" y="949323"/>
                  </a:lnTo>
                  <a:lnTo>
                    <a:pt x="1277554" y="948867"/>
                  </a:lnTo>
                  <a:lnTo>
                    <a:pt x="1278416" y="948542"/>
                  </a:lnTo>
                  <a:lnTo>
                    <a:pt x="1280140" y="947891"/>
                  </a:lnTo>
                  <a:lnTo>
                    <a:pt x="1280312" y="947826"/>
                  </a:lnTo>
                  <a:lnTo>
                    <a:pt x="1280657" y="947696"/>
                  </a:lnTo>
                  <a:lnTo>
                    <a:pt x="1282899" y="946849"/>
                  </a:lnTo>
                  <a:lnTo>
                    <a:pt x="1284278" y="946329"/>
                  </a:lnTo>
                  <a:lnTo>
                    <a:pt x="1285657" y="945808"/>
                  </a:lnTo>
                  <a:lnTo>
                    <a:pt x="1287898" y="944962"/>
                  </a:lnTo>
                  <a:lnTo>
                    <a:pt x="1288760" y="944637"/>
                  </a:lnTo>
                  <a:lnTo>
                    <a:pt x="1289105" y="944506"/>
                  </a:lnTo>
                  <a:lnTo>
                    <a:pt x="1289278" y="944441"/>
                  </a:lnTo>
                  <a:lnTo>
                    <a:pt x="1290312" y="944051"/>
                  </a:lnTo>
                  <a:lnTo>
                    <a:pt x="1294622" y="942424"/>
                  </a:lnTo>
                  <a:lnTo>
                    <a:pt x="1299622" y="940536"/>
                  </a:lnTo>
                  <a:lnTo>
                    <a:pt x="1301002" y="940016"/>
                  </a:lnTo>
                  <a:lnTo>
                    <a:pt x="1303243" y="939169"/>
                  </a:lnTo>
                  <a:lnTo>
                    <a:pt x="1377379" y="911183"/>
                  </a:lnTo>
                  <a:lnTo>
                    <a:pt x="1379275" y="910467"/>
                  </a:lnTo>
                  <a:lnTo>
                    <a:pt x="1403068" y="901486"/>
                  </a:lnTo>
                  <a:lnTo>
                    <a:pt x="1403930" y="901160"/>
                  </a:lnTo>
                  <a:lnTo>
                    <a:pt x="1410482" y="898687"/>
                  </a:lnTo>
                  <a:lnTo>
                    <a:pt x="1413068" y="897711"/>
                  </a:lnTo>
                  <a:lnTo>
                    <a:pt x="1417895" y="895888"/>
                  </a:lnTo>
                  <a:lnTo>
                    <a:pt x="1422895" y="894001"/>
                  </a:lnTo>
                  <a:lnTo>
                    <a:pt x="1424964" y="893220"/>
                  </a:lnTo>
                  <a:lnTo>
                    <a:pt x="1430481" y="891137"/>
                  </a:lnTo>
                  <a:lnTo>
                    <a:pt x="1433584" y="889966"/>
                  </a:lnTo>
                  <a:lnTo>
                    <a:pt x="1433929" y="889835"/>
                  </a:lnTo>
                  <a:lnTo>
                    <a:pt x="1434274" y="889705"/>
                  </a:lnTo>
                  <a:lnTo>
                    <a:pt x="1435826" y="889119"/>
                  </a:lnTo>
                  <a:lnTo>
                    <a:pt x="1435998" y="889054"/>
                  </a:lnTo>
                  <a:lnTo>
                    <a:pt x="1436860" y="888729"/>
                  </a:lnTo>
                  <a:lnTo>
                    <a:pt x="1437377" y="888534"/>
                  </a:lnTo>
                  <a:lnTo>
                    <a:pt x="1437895" y="888338"/>
                  </a:lnTo>
                  <a:lnTo>
                    <a:pt x="1438584" y="888078"/>
                  </a:lnTo>
                  <a:lnTo>
                    <a:pt x="1438929" y="887948"/>
                  </a:lnTo>
                  <a:lnTo>
                    <a:pt x="1439791" y="887623"/>
                  </a:lnTo>
                  <a:lnTo>
                    <a:pt x="1440308" y="887427"/>
                  </a:lnTo>
                  <a:lnTo>
                    <a:pt x="1440653" y="887297"/>
                  </a:lnTo>
                  <a:lnTo>
                    <a:pt x="1441515" y="886972"/>
                  </a:lnTo>
                  <a:lnTo>
                    <a:pt x="1441860" y="886842"/>
                  </a:lnTo>
                  <a:lnTo>
                    <a:pt x="1442550" y="886581"/>
                  </a:lnTo>
                  <a:lnTo>
                    <a:pt x="1445136" y="885605"/>
                  </a:lnTo>
                  <a:lnTo>
                    <a:pt x="1445653" y="885410"/>
                  </a:lnTo>
                  <a:lnTo>
                    <a:pt x="1446515" y="885084"/>
                  </a:lnTo>
                  <a:lnTo>
                    <a:pt x="1446860" y="884954"/>
                  </a:lnTo>
                  <a:lnTo>
                    <a:pt x="1447894" y="884564"/>
                  </a:lnTo>
                  <a:lnTo>
                    <a:pt x="1448067" y="884498"/>
                  </a:lnTo>
                  <a:lnTo>
                    <a:pt x="1448756" y="884238"/>
                  </a:lnTo>
                  <a:lnTo>
                    <a:pt x="1449963" y="883783"/>
                  </a:lnTo>
                  <a:lnTo>
                    <a:pt x="1450825" y="883457"/>
                  </a:lnTo>
                  <a:lnTo>
                    <a:pt x="1452549" y="882806"/>
                  </a:lnTo>
                  <a:lnTo>
                    <a:pt x="1452722" y="882741"/>
                  </a:lnTo>
                  <a:lnTo>
                    <a:pt x="1453067" y="882611"/>
                  </a:lnTo>
                  <a:lnTo>
                    <a:pt x="1455308" y="881765"/>
                  </a:lnTo>
                  <a:lnTo>
                    <a:pt x="1456687" y="881244"/>
                  </a:lnTo>
                  <a:lnTo>
                    <a:pt x="1458067" y="880724"/>
                  </a:lnTo>
                  <a:lnTo>
                    <a:pt x="1460308" y="879877"/>
                  </a:lnTo>
                  <a:lnTo>
                    <a:pt x="1461170" y="879552"/>
                  </a:lnTo>
                  <a:lnTo>
                    <a:pt x="1461515" y="879422"/>
                  </a:lnTo>
                  <a:lnTo>
                    <a:pt x="1461687" y="879357"/>
                  </a:lnTo>
                  <a:lnTo>
                    <a:pt x="1462722" y="878966"/>
                  </a:lnTo>
                  <a:lnTo>
                    <a:pt x="1467032" y="877339"/>
                  </a:lnTo>
                  <a:lnTo>
                    <a:pt x="1472032" y="875452"/>
                  </a:lnTo>
                  <a:lnTo>
                    <a:pt x="1473411" y="874931"/>
                  </a:lnTo>
                  <a:lnTo>
                    <a:pt x="1475652" y="874085"/>
                  </a:lnTo>
                  <a:lnTo>
                    <a:pt x="1549788" y="846099"/>
                  </a:lnTo>
                  <a:lnTo>
                    <a:pt x="1551685" y="845383"/>
                  </a:lnTo>
                  <a:lnTo>
                    <a:pt x="1575477" y="836401"/>
                  </a:lnTo>
                  <a:lnTo>
                    <a:pt x="1576339" y="836076"/>
                  </a:lnTo>
                  <a:lnTo>
                    <a:pt x="1582891" y="833602"/>
                  </a:lnTo>
                  <a:lnTo>
                    <a:pt x="1585477" y="832626"/>
                  </a:lnTo>
                  <a:lnTo>
                    <a:pt x="1590305" y="830804"/>
                  </a:lnTo>
                  <a:lnTo>
                    <a:pt x="1595305" y="828916"/>
                  </a:lnTo>
                  <a:lnTo>
                    <a:pt x="1597373" y="828135"/>
                  </a:lnTo>
                  <a:lnTo>
                    <a:pt x="1602891" y="826053"/>
                  </a:lnTo>
                  <a:lnTo>
                    <a:pt x="1605994" y="824881"/>
                  </a:lnTo>
                  <a:lnTo>
                    <a:pt x="1606339" y="824751"/>
                  </a:lnTo>
                  <a:lnTo>
                    <a:pt x="1606684" y="824621"/>
                  </a:lnTo>
                  <a:lnTo>
                    <a:pt x="1608235" y="824035"/>
                  </a:lnTo>
                  <a:lnTo>
                    <a:pt x="1608408" y="823970"/>
                  </a:lnTo>
                  <a:lnTo>
                    <a:pt x="1609270" y="823644"/>
                  </a:lnTo>
                  <a:lnTo>
                    <a:pt x="1609787" y="823449"/>
                  </a:lnTo>
                  <a:lnTo>
                    <a:pt x="1610304" y="823254"/>
                  </a:lnTo>
                  <a:lnTo>
                    <a:pt x="1610994" y="822994"/>
                  </a:lnTo>
                  <a:lnTo>
                    <a:pt x="1611339" y="822863"/>
                  </a:lnTo>
                  <a:lnTo>
                    <a:pt x="1612201" y="822538"/>
                  </a:lnTo>
                  <a:lnTo>
                    <a:pt x="1612718" y="822343"/>
                  </a:lnTo>
                  <a:lnTo>
                    <a:pt x="1613063" y="822213"/>
                  </a:lnTo>
                  <a:lnTo>
                    <a:pt x="1613925" y="821887"/>
                  </a:lnTo>
                  <a:lnTo>
                    <a:pt x="1614270" y="821757"/>
                  </a:lnTo>
                  <a:lnTo>
                    <a:pt x="1614959" y="821497"/>
                  </a:lnTo>
                  <a:lnTo>
                    <a:pt x="1617545" y="820520"/>
                  </a:lnTo>
                  <a:lnTo>
                    <a:pt x="1618063" y="820325"/>
                  </a:lnTo>
                  <a:lnTo>
                    <a:pt x="1618925" y="820000"/>
                  </a:lnTo>
                  <a:lnTo>
                    <a:pt x="1619269" y="819870"/>
                  </a:lnTo>
                  <a:lnTo>
                    <a:pt x="1620304" y="819479"/>
                  </a:lnTo>
                  <a:lnTo>
                    <a:pt x="1620476" y="819414"/>
                  </a:lnTo>
                  <a:lnTo>
                    <a:pt x="1621166" y="819154"/>
                  </a:lnTo>
                  <a:lnTo>
                    <a:pt x="1622373" y="818698"/>
                  </a:lnTo>
                  <a:lnTo>
                    <a:pt x="1623235" y="818373"/>
                  </a:lnTo>
                  <a:lnTo>
                    <a:pt x="1624959" y="817722"/>
                  </a:lnTo>
                  <a:lnTo>
                    <a:pt x="1625131" y="817657"/>
                  </a:lnTo>
                  <a:lnTo>
                    <a:pt x="1625476" y="817526"/>
                  </a:lnTo>
                  <a:lnTo>
                    <a:pt x="1627718" y="816680"/>
                  </a:lnTo>
                  <a:lnTo>
                    <a:pt x="1629097" y="816160"/>
                  </a:lnTo>
                  <a:lnTo>
                    <a:pt x="1630476" y="815639"/>
                  </a:lnTo>
                  <a:lnTo>
                    <a:pt x="1632717" y="814793"/>
                  </a:lnTo>
                  <a:lnTo>
                    <a:pt x="1633579" y="814467"/>
                  </a:lnTo>
                  <a:lnTo>
                    <a:pt x="1633924" y="814337"/>
                  </a:lnTo>
                  <a:lnTo>
                    <a:pt x="1634097" y="814272"/>
                  </a:lnTo>
                  <a:lnTo>
                    <a:pt x="1635131" y="813882"/>
                  </a:lnTo>
                  <a:lnTo>
                    <a:pt x="1639441" y="812255"/>
                  </a:lnTo>
                  <a:lnTo>
                    <a:pt x="1644441" y="810367"/>
                  </a:lnTo>
                  <a:lnTo>
                    <a:pt x="1645821" y="809846"/>
                  </a:lnTo>
                  <a:lnTo>
                    <a:pt x="1648062" y="809000"/>
                  </a:lnTo>
                  <a:lnTo>
                    <a:pt x="1722198" y="781014"/>
                  </a:lnTo>
                  <a:lnTo>
                    <a:pt x="1724094" y="780298"/>
                  </a:lnTo>
                  <a:lnTo>
                    <a:pt x="1747887" y="771316"/>
                  </a:lnTo>
                  <a:lnTo>
                    <a:pt x="1748749" y="770991"/>
                  </a:lnTo>
                  <a:lnTo>
                    <a:pt x="1755301" y="768518"/>
                  </a:lnTo>
                  <a:lnTo>
                    <a:pt x="1757887" y="767542"/>
                  </a:lnTo>
                  <a:lnTo>
                    <a:pt x="1762714" y="765719"/>
                  </a:lnTo>
                  <a:lnTo>
                    <a:pt x="1767714" y="763832"/>
                  </a:lnTo>
                  <a:lnTo>
                    <a:pt x="1769783" y="763051"/>
                  </a:lnTo>
                  <a:lnTo>
                    <a:pt x="1775300" y="760968"/>
                  </a:lnTo>
                  <a:lnTo>
                    <a:pt x="1778403" y="759796"/>
                  </a:lnTo>
                  <a:lnTo>
                    <a:pt x="1778748" y="759666"/>
                  </a:lnTo>
                  <a:lnTo>
                    <a:pt x="1779093" y="759536"/>
                  </a:lnTo>
                  <a:lnTo>
                    <a:pt x="1780645" y="758950"/>
                  </a:lnTo>
                  <a:lnTo>
                    <a:pt x="1780817" y="758885"/>
                  </a:lnTo>
                  <a:lnTo>
                    <a:pt x="1781679" y="758560"/>
                  </a:lnTo>
                  <a:lnTo>
                    <a:pt x="1782196" y="758365"/>
                  </a:lnTo>
                  <a:lnTo>
                    <a:pt x="1782714" y="758169"/>
                  </a:lnTo>
                  <a:lnTo>
                    <a:pt x="1783403" y="757909"/>
                  </a:lnTo>
                  <a:lnTo>
                    <a:pt x="1783748" y="757779"/>
                  </a:lnTo>
                  <a:lnTo>
                    <a:pt x="1784610" y="757453"/>
                  </a:lnTo>
                  <a:lnTo>
                    <a:pt x="1785127" y="757258"/>
                  </a:lnTo>
                  <a:lnTo>
                    <a:pt x="1785472" y="757128"/>
                  </a:lnTo>
                  <a:lnTo>
                    <a:pt x="1786334" y="756803"/>
                  </a:lnTo>
                  <a:lnTo>
                    <a:pt x="1786679" y="756672"/>
                  </a:lnTo>
                  <a:lnTo>
                    <a:pt x="1787369" y="756412"/>
                  </a:lnTo>
                  <a:lnTo>
                    <a:pt x="1789955" y="755436"/>
                  </a:lnTo>
                  <a:lnTo>
                    <a:pt x="1790472" y="755241"/>
                  </a:lnTo>
                  <a:lnTo>
                    <a:pt x="1791334" y="754915"/>
                  </a:lnTo>
                  <a:lnTo>
                    <a:pt x="1791679" y="754785"/>
                  </a:lnTo>
                  <a:lnTo>
                    <a:pt x="1792713" y="754394"/>
                  </a:lnTo>
                  <a:lnTo>
                    <a:pt x="1792886" y="754329"/>
                  </a:lnTo>
                  <a:lnTo>
                    <a:pt x="1793575" y="754069"/>
                  </a:lnTo>
                  <a:lnTo>
                    <a:pt x="1794782" y="753613"/>
                  </a:lnTo>
                  <a:lnTo>
                    <a:pt x="1795644" y="753288"/>
                  </a:lnTo>
                  <a:lnTo>
                    <a:pt x="1797368" y="752637"/>
                  </a:lnTo>
                  <a:lnTo>
                    <a:pt x="1797541" y="752572"/>
                  </a:lnTo>
                  <a:lnTo>
                    <a:pt x="1797886" y="752442"/>
                  </a:lnTo>
                  <a:lnTo>
                    <a:pt x="1800127" y="751596"/>
                  </a:lnTo>
                  <a:lnTo>
                    <a:pt x="1801506" y="751075"/>
                  </a:lnTo>
                  <a:lnTo>
                    <a:pt x="1802886" y="750554"/>
                  </a:lnTo>
                  <a:lnTo>
                    <a:pt x="1805127" y="749708"/>
                  </a:lnTo>
                  <a:lnTo>
                    <a:pt x="1805989" y="749383"/>
                  </a:lnTo>
                  <a:lnTo>
                    <a:pt x="1806334" y="749253"/>
                  </a:lnTo>
                  <a:lnTo>
                    <a:pt x="1806506" y="749188"/>
                  </a:lnTo>
                  <a:lnTo>
                    <a:pt x="1807541" y="748797"/>
                  </a:lnTo>
                  <a:lnTo>
                    <a:pt x="1811851" y="747170"/>
                  </a:lnTo>
                  <a:lnTo>
                    <a:pt x="1816851" y="745283"/>
                  </a:lnTo>
                  <a:lnTo>
                    <a:pt x="1818230" y="744762"/>
                  </a:lnTo>
                  <a:lnTo>
                    <a:pt x="1820471" y="743916"/>
                  </a:lnTo>
                  <a:lnTo>
                    <a:pt x="1894607" y="715929"/>
                  </a:lnTo>
                  <a:lnTo>
                    <a:pt x="1896504" y="715214"/>
                  </a:lnTo>
                  <a:lnTo>
                    <a:pt x="1920296" y="706232"/>
                  </a:lnTo>
                  <a:lnTo>
                    <a:pt x="1921158" y="705906"/>
                  </a:lnTo>
                  <a:lnTo>
                    <a:pt x="1927710" y="703433"/>
                  </a:lnTo>
                  <a:lnTo>
                    <a:pt x="1930296" y="702457"/>
                  </a:lnTo>
                  <a:lnTo>
                    <a:pt x="1935124" y="700635"/>
                  </a:lnTo>
                  <a:lnTo>
                    <a:pt x="1940124" y="698747"/>
                  </a:lnTo>
                  <a:lnTo>
                    <a:pt x="1942192" y="697966"/>
                  </a:lnTo>
                  <a:lnTo>
                    <a:pt x="1947710" y="695883"/>
                  </a:lnTo>
                  <a:lnTo>
                    <a:pt x="1950813" y="694712"/>
                  </a:lnTo>
                  <a:lnTo>
                    <a:pt x="1951158" y="694582"/>
                  </a:lnTo>
                  <a:lnTo>
                    <a:pt x="1951503" y="694452"/>
                  </a:lnTo>
                  <a:lnTo>
                    <a:pt x="1953054" y="693866"/>
                  </a:lnTo>
                  <a:lnTo>
                    <a:pt x="1953227" y="693801"/>
                  </a:lnTo>
                  <a:lnTo>
                    <a:pt x="1954089" y="693475"/>
                  </a:lnTo>
                  <a:lnTo>
                    <a:pt x="1954606" y="693280"/>
                  </a:lnTo>
                  <a:lnTo>
                    <a:pt x="1955123" y="693085"/>
                  </a:lnTo>
                  <a:lnTo>
                    <a:pt x="1955813" y="692824"/>
                  </a:lnTo>
                  <a:lnTo>
                    <a:pt x="1956158" y="692694"/>
                  </a:lnTo>
                  <a:lnTo>
                    <a:pt x="1957020" y="692369"/>
                  </a:lnTo>
                  <a:lnTo>
                    <a:pt x="1957537" y="692174"/>
                  </a:lnTo>
                  <a:lnTo>
                    <a:pt x="1957882" y="692043"/>
                  </a:lnTo>
                  <a:lnTo>
                    <a:pt x="1958744" y="691718"/>
                  </a:lnTo>
                  <a:lnTo>
                    <a:pt x="1959089" y="691588"/>
                  </a:lnTo>
                  <a:lnTo>
                    <a:pt x="1959778" y="691328"/>
                  </a:lnTo>
                  <a:lnTo>
                    <a:pt x="1962364" y="690351"/>
                  </a:lnTo>
                  <a:lnTo>
                    <a:pt x="1962882" y="690156"/>
                  </a:lnTo>
                  <a:lnTo>
                    <a:pt x="1963744" y="689831"/>
                  </a:lnTo>
                  <a:lnTo>
                    <a:pt x="1964088" y="689700"/>
                  </a:lnTo>
                  <a:lnTo>
                    <a:pt x="1965123" y="689310"/>
                  </a:lnTo>
                  <a:lnTo>
                    <a:pt x="1965295" y="689245"/>
                  </a:lnTo>
                  <a:lnTo>
                    <a:pt x="1965985" y="688984"/>
                  </a:lnTo>
                  <a:lnTo>
                    <a:pt x="1967192" y="688529"/>
                  </a:lnTo>
                  <a:lnTo>
                    <a:pt x="1968054" y="688203"/>
                  </a:lnTo>
                  <a:lnTo>
                    <a:pt x="1969778" y="687553"/>
                  </a:lnTo>
                  <a:lnTo>
                    <a:pt x="1969950" y="687488"/>
                  </a:lnTo>
                  <a:lnTo>
                    <a:pt x="1970295" y="687357"/>
                  </a:lnTo>
                  <a:lnTo>
                    <a:pt x="1972537" y="686511"/>
                  </a:lnTo>
                  <a:lnTo>
                    <a:pt x="1973916" y="685991"/>
                  </a:lnTo>
                  <a:lnTo>
                    <a:pt x="1975295" y="685470"/>
                  </a:lnTo>
                  <a:lnTo>
                    <a:pt x="1977536" y="684624"/>
                  </a:lnTo>
                  <a:lnTo>
                    <a:pt x="1978398" y="684298"/>
                  </a:lnTo>
                  <a:lnTo>
                    <a:pt x="1978743" y="684168"/>
                  </a:lnTo>
                  <a:lnTo>
                    <a:pt x="1978916" y="684103"/>
                  </a:lnTo>
                  <a:lnTo>
                    <a:pt x="1979950" y="683713"/>
                  </a:lnTo>
                  <a:lnTo>
                    <a:pt x="1984260" y="682086"/>
                  </a:lnTo>
                  <a:lnTo>
                    <a:pt x="1989260" y="680198"/>
                  </a:lnTo>
                  <a:lnTo>
                    <a:pt x="1990640" y="679677"/>
                  </a:lnTo>
                  <a:lnTo>
                    <a:pt x="1992881" y="678831"/>
                  </a:lnTo>
                  <a:lnTo>
                    <a:pt x="2067017" y="650845"/>
                  </a:lnTo>
                  <a:lnTo>
                    <a:pt x="2068913" y="650129"/>
                  </a:lnTo>
                  <a:lnTo>
                    <a:pt x="2092706" y="641147"/>
                  </a:lnTo>
                  <a:lnTo>
                    <a:pt x="2093568" y="640822"/>
                  </a:lnTo>
                  <a:lnTo>
                    <a:pt x="2100120" y="638349"/>
                  </a:lnTo>
                  <a:lnTo>
                    <a:pt x="2102706" y="637372"/>
                  </a:lnTo>
                  <a:lnTo>
                    <a:pt x="2107533" y="635550"/>
                  </a:lnTo>
                  <a:lnTo>
                    <a:pt x="2112533" y="633663"/>
                  </a:lnTo>
                  <a:lnTo>
                    <a:pt x="2114602" y="632882"/>
                  </a:lnTo>
                  <a:lnTo>
                    <a:pt x="2120119" y="630799"/>
                  </a:lnTo>
                  <a:lnTo>
                    <a:pt x="2123222" y="629627"/>
                  </a:lnTo>
                  <a:lnTo>
                    <a:pt x="2123567" y="629497"/>
                  </a:lnTo>
                  <a:lnTo>
                    <a:pt x="2123912" y="629367"/>
                  </a:lnTo>
                  <a:lnTo>
                    <a:pt x="2125464" y="628781"/>
                  </a:lnTo>
                  <a:lnTo>
                    <a:pt x="2125636" y="628716"/>
                  </a:lnTo>
                  <a:lnTo>
                    <a:pt x="2126498" y="628391"/>
                  </a:lnTo>
                  <a:lnTo>
                    <a:pt x="2127015" y="628196"/>
                  </a:lnTo>
                  <a:lnTo>
                    <a:pt x="2127533" y="628000"/>
                  </a:lnTo>
                  <a:lnTo>
                    <a:pt x="2128222" y="627740"/>
                  </a:lnTo>
                  <a:lnTo>
                    <a:pt x="2128567" y="627610"/>
                  </a:lnTo>
                  <a:lnTo>
                    <a:pt x="2129429" y="627284"/>
                  </a:lnTo>
                  <a:lnTo>
                    <a:pt x="2129946" y="627089"/>
                  </a:lnTo>
                  <a:lnTo>
                    <a:pt x="2130291" y="626959"/>
                  </a:lnTo>
                  <a:lnTo>
                    <a:pt x="2131153" y="626633"/>
                  </a:lnTo>
                  <a:lnTo>
                    <a:pt x="2131498" y="626503"/>
                  </a:lnTo>
                  <a:lnTo>
                    <a:pt x="2132188" y="626243"/>
                  </a:lnTo>
                  <a:lnTo>
                    <a:pt x="2134774" y="625267"/>
                  </a:lnTo>
                  <a:lnTo>
                    <a:pt x="2135291" y="625071"/>
                  </a:lnTo>
                  <a:lnTo>
                    <a:pt x="2136153" y="624746"/>
                  </a:lnTo>
                  <a:lnTo>
                    <a:pt x="2136498" y="624616"/>
                  </a:lnTo>
                  <a:lnTo>
                    <a:pt x="2137532" y="624225"/>
                  </a:lnTo>
                  <a:lnTo>
                    <a:pt x="2137705" y="624160"/>
                  </a:lnTo>
                  <a:lnTo>
                    <a:pt x="2138394" y="623900"/>
                  </a:lnTo>
                  <a:lnTo>
                    <a:pt x="2139601" y="623444"/>
                  </a:lnTo>
                  <a:lnTo>
                    <a:pt x="2140463" y="623119"/>
                  </a:lnTo>
                  <a:lnTo>
                    <a:pt x="2142187" y="622468"/>
                  </a:lnTo>
                  <a:lnTo>
                    <a:pt x="2142360" y="622403"/>
                  </a:lnTo>
                  <a:lnTo>
                    <a:pt x="2142705" y="622273"/>
                  </a:lnTo>
                  <a:lnTo>
                    <a:pt x="2144946" y="621427"/>
                  </a:lnTo>
                  <a:lnTo>
                    <a:pt x="2146325" y="620906"/>
                  </a:lnTo>
                  <a:lnTo>
                    <a:pt x="2147705" y="620385"/>
                  </a:lnTo>
                  <a:lnTo>
                    <a:pt x="2149946" y="619539"/>
                  </a:lnTo>
                  <a:lnTo>
                    <a:pt x="2150808" y="619214"/>
                  </a:lnTo>
                  <a:lnTo>
                    <a:pt x="2151153" y="619084"/>
                  </a:lnTo>
                  <a:lnTo>
                    <a:pt x="2151325" y="619019"/>
                  </a:lnTo>
                  <a:lnTo>
                    <a:pt x="2152360" y="618628"/>
                  </a:lnTo>
                  <a:lnTo>
                    <a:pt x="2156670" y="617001"/>
                  </a:lnTo>
                  <a:lnTo>
                    <a:pt x="2161670" y="615114"/>
                  </a:lnTo>
                  <a:lnTo>
                    <a:pt x="2163049" y="614593"/>
                  </a:lnTo>
                  <a:lnTo>
                    <a:pt x="2165290" y="613747"/>
                  </a:lnTo>
                  <a:lnTo>
                    <a:pt x="2239426" y="585760"/>
                  </a:lnTo>
                  <a:lnTo>
                    <a:pt x="2241323" y="585044"/>
                  </a:lnTo>
                  <a:lnTo>
                    <a:pt x="2265115" y="576063"/>
                  </a:lnTo>
                  <a:lnTo>
                    <a:pt x="2265977" y="575737"/>
                  </a:lnTo>
                  <a:lnTo>
                    <a:pt x="2272529" y="573264"/>
                  </a:lnTo>
                  <a:lnTo>
                    <a:pt x="2275115" y="572288"/>
                  </a:lnTo>
                  <a:lnTo>
                    <a:pt x="2279943" y="570466"/>
                  </a:lnTo>
                  <a:lnTo>
                    <a:pt x="2284943" y="568578"/>
                  </a:lnTo>
                  <a:lnTo>
                    <a:pt x="2287011" y="567797"/>
                  </a:lnTo>
                  <a:lnTo>
                    <a:pt x="2292529" y="565714"/>
                  </a:lnTo>
                  <a:lnTo>
                    <a:pt x="2295632" y="564543"/>
                  </a:lnTo>
                  <a:lnTo>
                    <a:pt x="2295977" y="564413"/>
                  </a:lnTo>
                  <a:lnTo>
                    <a:pt x="2296322" y="564283"/>
                  </a:lnTo>
                  <a:lnTo>
                    <a:pt x="2297873" y="563697"/>
                  </a:lnTo>
                  <a:lnTo>
                    <a:pt x="2298046" y="563632"/>
                  </a:lnTo>
                  <a:lnTo>
                    <a:pt x="2298908" y="563306"/>
                  </a:lnTo>
                  <a:lnTo>
                    <a:pt x="2299425" y="563111"/>
                  </a:lnTo>
                  <a:lnTo>
                    <a:pt x="2299942" y="562916"/>
                  </a:lnTo>
                  <a:lnTo>
                    <a:pt x="2300632" y="562655"/>
                  </a:lnTo>
                  <a:lnTo>
                    <a:pt x="2300977" y="562525"/>
                  </a:lnTo>
                  <a:lnTo>
                    <a:pt x="2301839" y="562200"/>
                  </a:lnTo>
                  <a:lnTo>
                    <a:pt x="2302356" y="562005"/>
                  </a:lnTo>
                  <a:lnTo>
                    <a:pt x="2302701" y="561874"/>
                  </a:lnTo>
                  <a:lnTo>
                    <a:pt x="2303563" y="561549"/>
                  </a:lnTo>
                  <a:lnTo>
                    <a:pt x="2303908" y="561419"/>
                  </a:lnTo>
                  <a:lnTo>
                    <a:pt x="2304597" y="561158"/>
                  </a:lnTo>
                  <a:lnTo>
                    <a:pt x="2307183" y="560182"/>
                  </a:lnTo>
                  <a:lnTo>
                    <a:pt x="2307701" y="559987"/>
                  </a:lnTo>
                  <a:lnTo>
                    <a:pt x="2308563" y="559662"/>
                  </a:lnTo>
                  <a:lnTo>
                    <a:pt x="2308907" y="559531"/>
                  </a:lnTo>
                  <a:lnTo>
                    <a:pt x="2309942" y="559141"/>
                  </a:lnTo>
                  <a:lnTo>
                    <a:pt x="2310114" y="559076"/>
                  </a:lnTo>
                  <a:lnTo>
                    <a:pt x="2310804" y="558815"/>
                  </a:lnTo>
                  <a:lnTo>
                    <a:pt x="2312011" y="558360"/>
                  </a:lnTo>
                  <a:lnTo>
                    <a:pt x="2312873" y="558034"/>
                  </a:lnTo>
                  <a:lnTo>
                    <a:pt x="2314597" y="557384"/>
                  </a:lnTo>
                  <a:lnTo>
                    <a:pt x="2314769" y="557318"/>
                  </a:lnTo>
                  <a:lnTo>
                    <a:pt x="2315114" y="557188"/>
                  </a:lnTo>
                  <a:lnTo>
                    <a:pt x="2317356" y="556342"/>
                  </a:lnTo>
                  <a:lnTo>
                    <a:pt x="2318735" y="555822"/>
                  </a:lnTo>
                  <a:lnTo>
                    <a:pt x="2320114" y="555301"/>
                  </a:lnTo>
                  <a:lnTo>
                    <a:pt x="2322355" y="554455"/>
                  </a:lnTo>
                  <a:lnTo>
                    <a:pt x="2323217" y="554129"/>
                  </a:lnTo>
                  <a:lnTo>
                    <a:pt x="2323562" y="553999"/>
                  </a:lnTo>
                  <a:lnTo>
                    <a:pt x="2323735" y="553934"/>
                  </a:lnTo>
                  <a:lnTo>
                    <a:pt x="2324769" y="553544"/>
                  </a:lnTo>
                  <a:lnTo>
                    <a:pt x="2329079" y="551916"/>
                  </a:lnTo>
                  <a:lnTo>
                    <a:pt x="2334079" y="550029"/>
                  </a:lnTo>
                  <a:lnTo>
                    <a:pt x="2335458" y="549508"/>
                  </a:lnTo>
                  <a:lnTo>
                    <a:pt x="2337700" y="548662"/>
                  </a:lnTo>
                  <a:lnTo>
                    <a:pt x="2411836" y="520676"/>
                  </a:lnTo>
                  <a:lnTo>
                    <a:pt x="2413732" y="519960"/>
                  </a:lnTo>
                  <a:lnTo>
                    <a:pt x="2437525" y="510978"/>
                  </a:lnTo>
                  <a:lnTo>
                    <a:pt x="2438387" y="510653"/>
                  </a:lnTo>
                  <a:lnTo>
                    <a:pt x="2444939" y="508180"/>
                  </a:lnTo>
                  <a:lnTo>
                    <a:pt x="2447525" y="507203"/>
                  </a:lnTo>
                  <a:lnTo>
                    <a:pt x="2452352" y="505381"/>
                  </a:lnTo>
                  <a:lnTo>
                    <a:pt x="2457352" y="503494"/>
                  </a:lnTo>
                  <a:lnTo>
                    <a:pt x="2459421" y="502713"/>
                  </a:lnTo>
                  <a:lnTo>
                    <a:pt x="2464938" y="500630"/>
                  </a:lnTo>
                  <a:lnTo>
                    <a:pt x="2468041" y="499458"/>
                  </a:lnTo>
                  <a:lnTo>
                    <a:pt x="2468386" y="499328"/>
                  </a:lnTo>
                  <a:lnTo>
                    <a:pt x="2468731" y="499198"/>
                  </a:lnTo>
                  <a:lnTo>
                    <a:pt x="2470283" y="498612"/>
                  </a:lnTo>
                  <a:lnTo>
                    <a:pt x="2470455" y="498547"/>
                  </a:lnTo>
                  <a:lnTo>
                    <a:pt x="2471317" y="498222"/>
                  </a:lnTo>
                  <a:lnTo>
                    <a:pt x="2471834" y="498026"/>
                  </a:lnTo>
                  <a:lnTo>
                    <a:pt x="2472352" y="497831"/>
                  </a:lnTo>
                  <a:lnTo>
                    <a:pt x="2473041" y="497571"/>
                  </a:lnTo>
                  <a:lnTo>
                    <a:pt x="2473386" y="497441"/>
                  </a:lnTo>
                  <a:lnTo>
                    <a:pt x="2474248" y="497115"/>
                  </a:lnTo>
                  <a:lnTo>
                    <a:pt x="2474765" y="496920"/>
                  </a:lnTo>
                  <a:lnTo>
                    <a:pt x="2475110" y="496790"/>
                  </a:lnTo>
                  <a:lnTo>
                    <a:pt x="2475972" y="496464"/>
                  </a:lnTo>
                  <a:lnTo>
                    <a:pt x="2476317" y="496334"/>
                  </a:lnTo>
                  <a:lnTo>
                    <a:pt x="2477007" y="496074"/>
                  </a:lnTo>
                  <a:lnTo>
                    <a:pt x="2479593" y="495098"/>
                  </a:lnTo>
                  <a:lnTo>
                    <a:pt x="2480110" y="494902"/>
                  </a:lnTo>
                  <a:lnTo>
                    <a:pt x="2480972" y="494577"/>
                  </a:lnTo>
                  <a:lnTo>
                    <a:pt x="2481317" y="494447"/>
                  </a:lnTo>
                  <a:lnTo>
                    <a:pt x="2482351" y="494056"/>
                  </a:lnTo>
                  <a:lnTo>
                    <a:pt x="2482524" y="493991"/>
                  </a:lnTo>
                  <a:lnTo>
                    <a:pt x="2483213" y="493731"/>
                  </a:lnTo>
                  <a:lnTo>
                    <a:pt x="2484420" y="493275"/>
                  </a:lnTo>
                  <a:lnTo>
                    <a:pt x="2485282" y="492950"/>
                  </a:lnTo>
                  <a:lnTo>
                    <a:pt x="2487006" y="492299"/>
                  </a:lnTo>
                  <a:lnTo>
                    <a:pt x="2487179" y="492234"/>
                  </a:lnTo>
                  <a:lnTo>
                    <a:pt x="2487524" y="492104"/>
                  </a:lnTo>
                  <a:lnTo>
                    <a:pt x="2489765" y="491258"/>
                  </a:lnTo>
                  <a:lnTo>
                    <a:pt x="2491144" y="490737"/>
                  </a:lnTo>
                  <a:lnTo>
                    <a:pt x="2492524" y="490216"/>
                  </a:lnTo>
                  <a:lnTo>
                    <a:pt x="2494765" y="489370"/>
                  </a:lnTo>
                  <a:lnTo>
                    <a:pt x="2495627" y="489045"/>
                  </a:lnTo>
                  <a:lnTo>
                    <a:pt x="2495972" y="488915"/>
                  </a:lnTo>
                  <a:lnTo>
                    <a:pt x="2496144" y="488850"/>
                  </a:lnTo>
                  <a:lnTo>
                    <a:pt x="2497179" y="488459"/>
                  </a:lnTo>
                  <a:lnTo>
                    <a:pt x="2501489" y="486832"/>
                  </a:lnTo>
                  <a:lnTo>
                    <a:pt x="2506489" y="484944"/>
                  </a:lnTo>
                  <a:lnTo>
                    <a:pt x="2507868" y="484424"/>
                  </a:lnTo>
                  <a:lnTo>
                    <a:pt x="2510109" y="483578"/>
                  </a:lnTo>
                  <a:lnTo>
                    <a:pt x="2584245" y="455591"/>
                  </a:lnTo>
                  <a:lnTo>
                    <a:pt x="2586142" y="454875"/>
                  </a:lnTo>
                  <a:lnTo>
                    <a:pt x="2609934" y="445894"/>
                  </a:lnTo>
                  <a:lnTo>
                    <a:pt x="2610796" y="445568"/>
                  </a:lnTo>
                  <a:lnTo>
                    <a:pt x="2617348" y="443095"/>
                  </a:lnTo>
                  <a:lnTo>
                    <a:pt x="2619934" y="442119"/>
                  </a:lnTo>
                  <a:lnTo>
                    <a:pt x="2624762" y="440296"/>
                  </a:lnTo>
                  <a:lnTo>
                    <a:pt x="2629762" y="438409"/>
                  </a:lnTo>
                  <a:lnTo>
                    <a:pt x="2631830" y="437628"/>
                  </a:lnTo>
                  <a:lnTo>
                    <a:pt x="2637348" y="435545"/>
                  </a:lnTo>
                  <a:lnTo>
                    <a:pt x="2640451" y="434374"/>
                  </a:lnTo>
                  <a:lnTo>
                    <a:pt x="2640796" y="434244"/>
                  </a:lnTo>
                  <a:lnTo>
                    <a:pt x="2641141" y="434113"/>
                  </a:lnTo>
                  <a:lnTo>
                    <a:pt x="2642692" y="433528"/>
                  </a:lnTo>
                  <a:lnTo>
                    <a:pt x="2642865" y="433463"/>
                  </a:lnTo>
                  <a:lnTo>
                    <a:pt x="2643727" y="433137"/>
                  </a:lnTo>
                  <a:lnTo>
                    <a:pt x="2644244" y="432942"/>
                  </a:lnTo>
                  <a:lnTo>
                    <a:pt x="2644761" y="432747"/>
                  </a:lnTo>
                  <a:lnTo>
                    <a:pt x="2645451" y="432486"/>
                  </a:lnTo>
                  <a:lnTo>
                    <a:pt x="2645796" y="432356"/>
                  </a:lnTo>
                  <a:lnTo>
                    <a:pt x="2646658" y="432031"/>
                  </a:lnTo>
                  <a:lnTo>
                    <a:pt x="2647175" y="431835"/>
                  </a:lnTo>
                  <a:lnTo>
                    <a:pt x="2647520" y="431705"/>
                  </a:lnTo>
                  <a:lnTo>
                    <a:pt x="2648382" y="431380"/>
                  </a:lnTo>
                  <a:lnTo>
                    <a:pt x="2648727" y="431250"/>
                  </a:lnTo>
                  <a:lnTo>
                    <a:pt x="2649416" y="430989"/>
                  </a:lnTo>
                  <a:lnTo>
                    <a:pt x="2652002" y="430013"/>
                  </a:lnTo>
                  <a:lnTo>
                    <a:pt x="2652520" y="429818"/>
                  </a:lnTo>
                  <a:lnTo>
                    <a:pt x="2653382" y="429492"/>
                  </a:lnTo>
                  <a:lnTo>
                    <a:pt x="2653726" y="429362"/>
                  </a:lnTo>
                  <a:lnTo>
                    <a:pt x="2654761" y="428972"/>
                  </a:lnTo>
                  <a:lnTo>
                    <a:pt x="2654933" y="428907"/>
                  </a:lnTo>
                  <a:lnTo>
                    <a:pt x="2655623" y="428646"/>
                  </a:lnTo>
                  <a:lnTo>
                    <a:pt x="2656830" y="428191"/>
                  </a:lnTo>
                  <a:lnTo>
                    <a:pt x="2657692" y="427865"/>
                  </a:lnTo>
                  <a:lnTo>
                    <a:pt x="2659416" y="427214"/>
                  </a:lnTo>
                  <a:lnTo>
                    <a:pt x="2659588" y="427149"/>
                  </a:lnTo>
                  <a:lnTo>
                    <a:pt x="2659933" y="427019"/>
                  </a:lnTo>
                  <a:lnTo>
                    <a:pt x="2662174" y="426173"/>
                  </a:lnTo>
                  <a:lnTo>
                    <a:pt x="2663554" y="425652"/>
                  </a:lnTo>
                  <a:lnTo>
                    <a:pt x="2664933" y="425132"/>
                  </a:lnTo>
                  <a:lnTo>
                    <a:pt x="2667174" y="424286"/>
                  </a:lnTo>
                  <a:lnTo>
                    <a:pt x="2668036" y="423960"/>
                  </a:lnTo>
                  <a:lnTo>
                    <a:pt x="2668381" y="423830"/>
                  </a:lnTo>
                  <a:lnTo>
                    <a:pt x="2668554" y="423765"/>
                  </a:lnTo>
                  <a:lnTo>
                    <a:pt x="2669588" y="423374"/>
                  </a:lnTo>
                  <a:lnTo>
                    <a:pt x="2673898" y="421747"/>
                  </a:lnTo>
                  <a:lnTo>
                    <a:pt x="2678898" y="419860"/>
                  </a:lnTo>
                  <a:lnTo>
                    <a:pt x="2680277" y="419339"/>
                  </a:lnTo>
                  <a:lnTo>
                    <a:pt x="2682519" y="418493"/>
                  </a:lnTo>
                  <a:lnTo>
                    <a:pt x="2756655" y="390507"/>
                  </a:lnTo>
                  <a:lnTo>
                    <a:pt x="2758551" y="389791"/>
                  </a:lnTo>
                  <a:lnTo>
                    <a:pt x="2782344" y="380809"/>
                  </a:lnTo>
                  <a:lnTo>
                    <a:pt x="2783206" y="380484"/>
                  </a:lnTo>
                  <a:lnTo>
                    <a:pt x="2789758" y="378011"/>
                  </a:lnTo>
                  <a:lnTo>
                    <a:pt x="2792344" y="377034"/>
                  </a:lnTo>
                  <a:lnTo>
                    <a:pt x="2797171" y="375212"/>
                  </a:lnTo>
                  <a:lnTo>
                    <a:pt x="2802171" y="373324"/>
                  </a:lnTo>
                  <a:lnTo>
                    <a:pt x="2804240" y="372543"/>
                  </a:lnTo>
                  <a:lnTo>
                    <a:pt x="2809757" y="370461"/>
                  </a:lnTo>
                  <a:lnTo>
                    <a:pt x="2812860" y="369289"/>
                  </a:lnTo>
                  <a:lnTo>
                    <a:pt x="2813205" y="369159"/>
                  </a:lnTo>
                  <a:lnTo>
                    <a:pt x="2813550" y="369029"/>
                  </a:lnTo>
                  <a:lnTo>
                    <a:pt x="2815102" y="368443"/>
                  </a:lnTo>
                  <a:lnTo>
                    <a:pt x="2815274" y="368378"/>
                  </a:lnTo>
                  <a:lnTo>
                    <a:pt x="2816136" y="368053"/>
                  </a:lnTo>
                  <a:lnTo>
                    <a:pt x="2816653" y="367857"/>
                  </a:lnTo>
                  <a:lnTo>
                    <a:pt x="2817171" y="367662"/>
                  </a:lnTo>
                  <a:lnTo>
                    <a:pt x="2817860" y="367402"/>
                  </a:lnTo>
                  <a:lnTo>
                    <a:pt x="2818205" y="367272"/>
                  </a:lnTo>
                  <a:lnTo>
                    <a:pt x="2819067" y="366946"/>
                  </a:lnTo>
                  <a:lnTo>
                    <a:pt x="2819584" y="366751"/>
                  </a:lnTo>
                  <a:lnTo>
                    <a:pt x="2819929" y="366621"/>
                  </a:lnTo>
                  <a:lnTo>
                    <a:pt x="2820791" y="366295"/>
                  </a:lnTo>
                  <a:lnTo>
                    <a:pt x="2821136" y="366165"/>
                  </a:lnTo>
                  <a:lnTo>
                    <a:pt x="2821826" y="365905"/>
                  </a:lnTo>
                  <a:lnTo>
                    <a:pt x="2824412" y="364929"/>
                  </a:lnTo>
                  <a:lnTo>
                    <a:pt x="2824929" y="364733"/>
                  </a:lnTo>
                  <a:lnTo>
                    <a:pt x="2825791" y="364408"/>
                  </a:lnTo>
                  <a:lnTo>
                    <a:pt x="2826136" y="364278"/>
                  </a:lnTo>
                  <a:lnTo>
                    <a:pt x="2827170" y="363887"/>
                  </a:lnTo>
                  <a:lnTo>
                    <a:pt x="2827343" y="363822"/>
                  </a:lnTo>
                  <a:lnTo>
                    <a:pt x="2828032" y="363562"/>
                  </a:lnTo>
                  <a:lnTo>
                    <a:pt x="2829239" y="363106"/>
                  </a:lnTo>
                  <a:lnTo>
                    <a:pt x="2830101" y="362781"/>
                  </a:lnTo>
                  <a:lnTo>
                    <a:pt x="2831825" y="362130"/>
                  </a:lnTo>
                  <a:lnTo>
                    <a:pt x="2831998" y="362065"/>
                  </a:lnTo>
                  <a:lnTo>
                    <a:pt x="2832343" y="361935"/>
                  </a:lnTo>
                  <a:lnTo>
                    <a:pt x="2834584" y="361089"/>
                  </a:lnTo>
                  <a:lnTo>
                    <a:pt x="2835963" y="360568"/>
                  </a:lnTo>
                  <a:lnTo>
                    <a:pt x="2837343" y="360047"/>
                  </a:lnTo>
                  <a:lnTo>
                    <a:pt x="2839584" y="359201"/>
                  </a:lnTo>
                  <a:lnTo>
                    <a:pt x="2840446" y="358876"/>
                  </a:lnTo>
                  <a:lnTo>
                    <a:pt x="2840791" y="358746"/>
                  </a:lnTo>
                  <a:lnTo>
                    <a:pt x="2840963" y="358680"/>
                  </a:lnTo>
                  <a:lnTo>
                    <a:pt x="2841998" y="358290"/>
                  </a:lnTo>
                  <a:lnTo>
                    <a:pt x="2846308" y="356663"/>
                  </a:lnTo>
                  <a:lnTo>
                    <a:pt x="2851308" y="354775"/>
                  </a:lnTo>
                  <a:lnTo>
                    <a:pt x="2852687" y="354255"/>
                  </a:lnTo>
                  <a:lnTo>
                    <a:pt x="2854928" y="353409"/>
                  </a:lnTo>
                  <a:lnTo>
                    <a:pt x="2929064" y="325422"/>
                  </a:lnTo>
                  <a:lnTo>
                    <a:pt x="2930961" y="324706"/>
                  </a:lnTo>
                  <a:lnTo>
                    <a:pt x="2954753" y="315725"/>
                  </a:lnTo>
                  <a:lnTo>
                    <a:pt x="2955615" y="315399"/>
                  </a:lnTo>
                  <a:lnTo>
                    <a:pt x="2962167" y="312926"/>
                  </a:lnTo>
                  <a:lnTo>
                    <a:pt x="2964753" y="311950"/>
                  </a:lnTo>
                  <a:lnTo>
                    <a:pt x="2969581" y="310127"/>
                  </a:lnTo>
                  <a:lnTo>
                    <a:pt x="2974580" y="308240"/>
                  </a:lnTo>
                  <a:lnTo>
                    <a:pt x="2976649" y="307459"/>
                  </a:lnTo>
                  <a:lnTo>
                    <a:pt x="2982167" y="305376"/>
                  </a:lnTo>
                  <a:lnTo>
                    <a:pt x="2985270" y="304205"/>
                  </a:lnTo>
                  <a:lnTo>
                    <a:pt x="2985615" y="304074"/>
                  </a:lnTo>
                  <a:lnTo>
                    <a:pt x="2985960" y="303944"/>
                  </a:lnTo>
                  <a:lnTo>
                    <a:pt x="2987511" y="303359"/>
                  </a:lnTo>
                  <a:lnTo>
                    <a:pt x="2987684" y="303293"/>
                  </a:lnTo>
                  <a:lnTo>
                    <a:pt x="2988546" y="302968"/>
                  </a:lnTo>
                  <a:lnTo>
                    <a:pt x="2989063" y="302773"/>
                  </a:lnTo>
                  <a:lnTo>
                    <a:pt x="2989580" y="302578"/>
                  </a:lnTo>
                  <a:lnTo>
                    <a:pt x="2990270" y="302317"/>
                  </a:lnTo>
                  <a:lnTo>
                    <a:pt x="2990615" y="302187"/>
                  </a:lnTo>
                  <a:lnTo>
                    <a:pt x="2991477" y="301862"/>
                  </a:lnTo>
                  <a:lnTo>
                    <a:pt x="2991994" y="301666"/>
                  </a:lnTo>
                  <a:lnTo>
                    <a:pt x="2992339" y="301536"/>
                  </a:lnTo>
                  <a:lnTo>
                    <a:pt x="2993201" y="301211"/>
                  </a:lnTo>
                  <a:lnTo>
                    <a:pt x="2993546" y="301081"/>
                  </a:lnTo>
                  <a:lnTo>
                    <a:pt x="2994235" y="300820"/>
                  </a:lnTo>
                  <a:lnTo>
                    <a:pt x="2996821" y="299844"/>
                  </a:lnTo>
                  <a:lnTo>
                    <a:pt x="2997339" y="299649"/>
                  </a:lnTo>
                  <a:lnTo>
                    <a:pt x="2998201" y="299323"/>
                  </a:lnTo>
                  <a:lnTo>
                    <a:pt x="2998545" y="299193"/>
                  </a:lnTo>
                  <a:lnTo>
                    <a:pt x="2999580" y="298803"/>
                  </a:lnTo>
                  <a:lnTo>
                    <a:pt x="2999752" y="298738"/>
                  </a:lnTo>
                  <a:lnTo>
                    <a:pt x="3000442" y="298477"/>
                  </a:lnTo>
                  <a:lnTo>
                    <a:pt x="3001649" y="298022"/>
                  </a:lnTo>
                  <a:lnTo>
                    <a:pt x="3002511" y="297696"/>
                  </a:lnTo>
                  <a:lnTo>
                    <a:pt x="3004235" y="297045"/>
                  </a:lnTo>
                  <a:lnTo>
                    <a:pt x="3004407" y="296980"/>
                  </a:lnTo>
                  <a:lnTo>
                    <a:pt x="3004752" y="296850"/>
                  </a:lnTo>
                  <a:lnTo>
                    <a:pt x="3006993" y="296004"/>
                  </a:lnTo>
                  <a:lnTo>
                    <a:pt x="3008373" y="295483"/>
                  </a:lnTo>
                  <a:lnTo>
                    <a:pt x="3009752" y="294963"/>
                  </a:lnTo>
                  <a:lnTo>
                    <a:pt x="3011993" y="294117"/>
                  </a:lnTo>
                  <a:lnTo>
                    <a:pt x="3012855" y="293791"/>
                  </a:lnTo>
                  <a:lnTo>
                    <a:pt x="3013200" y="293661"/>
                  </a:lnTo>
                  <a:lnTo>
                    <a:pt x="3013373" y="293596"/>
                  </a:lnTo>
                  <a:lnTo>
                    <a:pt x="3014407" y="293205"/>
                  </a:lnTo>
                  <a:lnTo>
                    <a:pt x="3018717" y="291578"/>
                  </a:lnTo>
                  <a:lnTo>
                    <a:pt x="3023717" y="289691"/>
                  </a:lnTo>
                  <a:lnTo>
                    <a:pt x="3025096" y="289170"/>
                  </a:lnTo>
                  <a:lnTo>
                    <a:pt x="3027338" y="288324"/>
                  </a:lnTo>
                  <a:lnTo>
                    <a:pt x="3101474" y="260338"/>
                  </a:lnTo>
                  <a:lnTo>
                    <a:pt x="3103370" y="259622"/>
                  </a:lnTo>
                  <a:lnTo>
                    <a:pt x="3127163" y="250640"/>
                  </a:lnTo>
                  <a:lnTo>
                    <a:pt x="3128025" y="250315"/>
                  </a:lnTo>
                  <a:lnTo>
                    <a:pt x="3134577" y="247841"/>
                  </a:lnTo>
                  <a:lnTo>
                    <a:pt x="3137163" y="246865"/>
                  </a:lnTo>
                  <a:lnTo>
                    <a:pt x="3141990" y="245043"/>
                  </a:lnTo>
                  <a:lnTo>
                    <a:pt x="3146990" y="243155"/>
                  </a:lnTo>
                  <a:lnTo>
                    <a:pt x="3149059" y="242374"/>
                  </a:lnTo>
                  <a:lnTo>
                    <a:pt x="3154576" y="240292"/>
                  </a:lnTo>
                  <a:lnTo>
                    <a:pt x="3157679" y="239120"/>
                  </a:lnTo>
                  <a:lnTo>
                    <a:pt x="3158024" y="238990"/>
                  </a:lnTo>
                  <a:lnTo>
                    <a:pt x="3158369" y="238860"/>
                  </a:lnTo>
                  <a:lnTo>
                    <a:pt x="3159921" y="238274"/>
                  </a:lnTo>
                  <a:lnTo>
                    <a:pt x="3160093" y="238209"/>
                  </a:lnTo>
                  <a:lnTo>
                    <a:pt x="3160955" y="237884"/>
                  </a:lnTo>
                  <a:lnTo>
                    <a:pt x="3161472" y="237688"/>
                  </a:lnTo>
                  <a:lnTo>
                    <a:pt x="3161990" y="237493"/>
                  </a:lnTo>
                  <a:lnTo>
                    <a:pt x="3162679" y="237233"/>
                  </a:lnTo>
                  <a:lnTo>
                    <a:pt x="3163024" y="237102"/>
                  </a:lnTo>
                  <a:lnTo>
                    <a:pt x="3163886" y="236777"/>
                  </a:lnTo>
                  <a:lnTo>
                    <a:pt x="3164403" y="236582"/>
                  </a:lnTo>
                  <a:lnTo>
                    <a:pt x="3164748" y="236452"/>
                  </a:lnTo>
                  <a:lnTo>
                    <a:pt x="3165610" y="236126"/>
                  </a:lnTo>
                  <a:lnTo>
                    <a:pt x="3165955" y="235996"/>
                  </a:lnTo>
                  <a:lnTo>
                    <a:pt x="3166645" y="235736"/>
                  </a:lnTo>
                  <a:lnTo>
                    <a:pt x="3169231" y="234759"/>
                  </a:lnTo>
                  <a:lnTo>
                    <a:pt x="3169748" y="234564"/>
                  </a:lnTo>
                  <a:lnTo>
                    <a:pt x="3170610" y="234239"/>
                  </a:lnTo>
                  <a:lnTo>
                    <a:pt x="3170955" y="234109"/>
                  </a:lnTo>
                  <a:lnTo>
                    <a:pt x="3171989" y="233718"/>
                  </a:lnTo>
                  <a:lnTo>
                    <a:pt x="3172162" y="233653"/>
                  </a:lnTo>
                  <a:lnTo>
                    <a:pt x="3172851" y="233393"/>
                  </a:lnTo>
                  <a:lnTo>
                    <a:pt x="3174058" y="232937"/>
                  </a:lnTo>
                  <a:lnTo>
                    <a:pt x="3174920" y="232612"/>
                  </a:lnTo>
                  <a:lnTo>
                    <a:pt x="3176644" y="231961"/>
                  </a:lnTo>
                  <a:lnTo>
                    <a:pt x="3176817" y="231896"/>
                  </a:lnTo>
                  <a:lnTo>
                    <a:pt x="3177162" y="231766"/>
                  </a:lnTo>
                  <a:lnTo>
                    <a:pt x="3179403" y="230919"/>
                  </a:lnTo>
                  <a:lnTo>
                    <a:pt x="3180782" y="230399"/>
                  </a:lnTo>
                  <a:lnTo>
                    <a:pt x="3182162" y="229878"/>
                  </a:lnTo>
                  <a:lnTo>
                    <a:pt x="3184403" y="229032"/>
                  </a:lnTo>
                  <a:lnTo>
                    <a:pt x="3185265" y="228707"/>
                  </a:lnTo>
                  <a:lnTo>
                    <a:pt x="3185610" y="228576"/>
                  </a:lnTo>
                  <a:lnTo>
                    <a:pt x="3185782" y="228511"/>
                  </a:lnTo>
                  <a:lnTo>
                    <a:pt x="3186817" y="228121"/>
                  </a:lnTo>
                  <a:lnTo>
                    <a:pt x="3191127" y="226494"/>
                  </a:lnTo>
                  <a:lnTo>
                    <a:pt x="3196127" y="224606"/>
                  </a:lnTo>
                  <a:lnTo>
                    <a:pt x="3197506" y="224086"/>
                  </a:lnTo>
                  <a:lnTo>
                    <a:pt x="3199747" y="223239"/>
                  </a:lnTo>
                  <a:lnTo>
                    <a:pt x="3273883" y="195253"/>
                  </a:lnTo>
                  <a:lnTo>
                    <a:pt x="3275780" y="194537"/>
                  </a:lnTo>
                  <a:lnTo>
                    <a:pt x="3299572" y="185556"/>
                  </a:lnTo>
                  <a:lnTo>
                    <a:pt x="3300434" y="185230"/>
                  </a:lnTo>
                  <a:lnTo>
                    <a:pt x="3306986" y="182757"/>
                  </a:lnTo>
                  <a:lnTo>
                    <a:pt x="3309572" y="181781"/>
                  </a:lnTo>
                  <a:lnTo>
                    <a:pt x="3314400" y="179958"/>
                  </a:lnTo>
                  <a:lnTo>
                    <a:pt x="3319399" y="178071"/>
                  </a:lnTo>
                  <a:lnTo>
                    <a:pt x="3321468" y="177290"/>
                  </a:lnTo>
                  <a:lnTo>
                    <a:pt x="3326985" y="175207"/>
                  </a:lnTo>
                  <a:lnTo>
                    <a:pt x="3330089" y="174036"/>
                  </a:lnTo>
                  <a:lnTo>
                    <a:pt x="3330434" y="173905"/>
                  </a:lnTo>
                  <a:lnTo>
                    <a:pt x="3330779" y="173775"/>
                  </a:lnTo>
                  <a:lnTo>
                    <a:pt x="3332330" y="173189"/>
                  </a:lnTo>
                  <a:lnTo>
                    <a:pt x="3332503" y="173124"/>
                  </a:lnTo>
                  <a:lnTo>
                    <a:pt x="3333365" y="172799"/>
                  </a:lnTo>
                  <a:lnTo>
                    <a:pt x="3333882" y="172604"/>
                  </a:lnTo>
                  <a:lnTo>
                    <a:pt x="3334399" y="172408"/>
                  </a:lnTo>
                  <a:lnTo>
                    <a:pt x="3335089" y="172148"/>
                  </a:lnTo>
                  <a:lnTo>
                    <a:pt x="3335434" y="172018"/>
                  </a:lnTo>
                  <a:lnTo>
                    <a:pt x="3336296" y="171693"/>
                  </a:lnTo>
                  <a:lnTo>
                    <a:pt x="3336813" y="171497"/>
                  </a:lnTo>
                  <a:lnTo>
                    <a:pt x="3337158" y="171367"/>
                  </a:lnTo>
                  <a:lnTo>
                    <a:pt x="3338020" y="171042"/>
                  </a:lnTo>
                  <a:lnTo>
                    <a:pt x="3338365" y="170912"/>
                  </a:lnTo>
                  <a:lnTo>
                    <a:pt x="3339054" y="170651"/>
                  </a:lnTo>
                  <a:lnTo>
                    <a:pt x="3341640" y="169675"/>
                  </a:lnTo>
                  <a:lnTo>
                    <a:pt x="3342158" y="169480"/>
                  </a:lnTo>
                  <a:lnTo>
                    <a:pt x="3343020" y="169154"/>
                  </a:lnTo>
                  <a:lnTo>
                    <a:pt x="3343364" y="169024"/>
                  </a:lnTo>
                  <a:lnTo>
                    <a:pt x="3344399" y="168634"/>
                  </a:lnTo>
                  <a:lnTo>
                    <a:pt x="3344571" y="168568"/>
                  </a:lnTo>
                  <a:lnTo>
                    <a:pt x="3345261" y="168308"/>
                  </a:lnTo>
                  <a:lnTo>
                    <a:pt x="3346468" y="167853"/>
                  </a:lnTo>
                  <a:lnTo>
                    <a:pt x="3347330" y="167527"/>
                  </a:lnTo>
                  <a:lnTo>
                    <a:pt x="3349054" y="166876"/>
                  </a:lnTo>
                  <a:lnTo>
                    <a:pt x="3349226" y="166811"/>
                  </a:lnTo>
                  <a:lnTo>
                    <a:pt x="3349571" y="166681"/>
                  </a:lnTo>
                  <a:lnTo>
                    <a:pt x="3351812" y="165835"/>
                  </a:lnTo>
                  <a:lnTo>
                    <a:pt x="3353192" y="165314"/>
                  </a:lnTo>
                  <a:lnTo>
                    <a:pt x="3354571" y="164794"/>
                  </a:lnTo>
                  <a:lnTo>
                    <a:pt x="3356812" y="163947"/>
                  </a:lnTo>
                  <a:lnTo>
                    <a:pt x="3357674" y="163622"/>
                  </a:lnTo>
                  <a:lnTo>
                    <a:pt x="3358019" y="163492"/>
                  </a:lnTo>
                  <a:lnTo>
                    <a:pt x="3358192" y="163427"/>
                  </a:lnTo>
                  <a:lnTo>
                    <a:pt x="3359226" y="163036"/>
                  </a:lnTo>
                  <a:lnTo>
                    <a:pt x="3363536" y="161409"/>
                  </a:lnTo>
                  <a:lnTo>
                    <a:pt x="3368536" y="159522"/>
                  </a:lnTo>
                  <a:lnTo>
                    <a:pt x="3369915" y="159001"/>
                  </a:lnTo>
                  <a:lnTo>
                    <a:pt x="3372157" y="158155"/>
                  </a:lnTo>
                  <a:lnTo>
                    <a:pt x="3446293" y="130169"/>
                  </a:lnTo>
                  <a:lnTo>
                    <a:pt x="3448189" y="129453"/>
                  </a:lnTo>
                  <a:lnTo>
                    <a:pt x="3471982" y="120471"/>
                  </a:lnTo>
                  <a:lnTo>
                    <a:pt x="3472844" y="120146"/>
                  </a:lnTo>
                  <a:lnTo>
                    <a:pt x="3479395" y="117672"/>
                  </a:lnTo>
                  <a:lnTo>
                    <a:pt x="3481982" y="116696"/>
                  </a:lnTo>
                  <a:lnTo>
                    <a:pt x="3486809" y="114874"/>
                  </a:lnTo>
                  <a:lnTo>
                    <a:pt x="3491809" y="112986"/>
                  </a:lnTo>
                  <a:lnTo>
                    <a:pt x="3493878" y="112205"/>
                  </a:lnTo>
                  <a:lnTo>
                    <a:pt x="3499395" y="110123"/>
                  </a:lnTo>
                  <a:lnTo>
                    <a:pt x="3502498" y="108951"/>
                  </a:lnTo>
                  <a:lnTo>
                    <a:pt x="3502843" y="108821"/>
                  </a:lnTo>
                  <a:lnTo>
                    <a:pt x="3503188" y="108691"/>
                  </a:lnTo>
                  <a:lnTo>
                    <a:pt x="3504740" y="108105"/>
                  </a:lnTo>
                  <a:lnTo>
                    <a:pt x="3504912" y="108040"/>
                  </a:lnTo>
                  <a:lnTo>
                    <a:pt x="3505774" y="107714"/>
                  </a:lnTo>
                  <a:lnTo>
                    <a:pt x="3506291" y="107519"/>
                  </a:lnTo>
                  <a:lnTo>
                    <a:pt x="3506809" y="107324"/>
                  </a:lnTo>
                  <a:lnTo>
                    <a:pt x="3507498" y="107064"/>
                  </a:lnTo>
                  <a:lnTo>
                    <a:pt x="3507843" y="106933"/>
                  </a:lnTo>
                  <a:lnTo>
                    <a:pt x="3508705" y="106608"/>
                  </a:lnTo>
                  <a:lnTo>
                    <a:pt x="3509222" y="106413"/>
                  </a:lnTo>
                  <a:lnTo>
                    <a:pt x="3509567" y="106283"/>
                  </a:lnTo>
                  <a:lnTo>
                    <a:pt x="3510429" y="105957"/>
                  </a:lnTo>
                  <a:lnTo>
                    <a:pt x="3510774" y="105827"/>
                  </a:lnTo>
                  <a:lnTo>
                    <a:pt x="3511464" y="105567"/>
                  </a:lnTo>
                  <a:lnTo>
                    <a:pt x="3514050" y="104590"/>
                  </a:lnTo>
                  <a:lnTo>
                    <a:pt x="3514567" y="104395"/>
                  </a:lnTo>
                  <a:lnTo>
                    <a:pt x="3515429" y="104070"/>
                  </a:lnTo>
                  <a:lnTo>
                    <a:pt x="3515774" y="103940"/>
                  </a:lnTo>
                  <a:lnTo>
                    <a:pt x="3516808" y="103549"/>
                  </a:lnTo>
                  <a:lnTo>
                    <a:pt x="3516981" y="103484"/>
                  </a:lnTo>
                  <a:lnTo>
                    <a:pt x="3517670" y="103224"/>
                  </a:lnTo>
                  <a:lnTo>
                    <a:pt x="3518877" y="102768"/>
                  </a:lnTo>
                  <a:lnTo>
                    <a:pt x="3519739" y="102443"/>
                  </a:lnTo>
                  <a:lnTo>
                    <a:pt x="3521463" y="101792"/>
                  </a:lnTo>
                  <a:lnTo>
                    <a:pt x="3521636" y="101727"/>
                  </a:lnTo>
                  <a:lnTo>
                    <a:pt x="3521981" y="101596"/>
                  </a:lnTo>
                  <a:lnTo>
                    <a:pt x="3524222" y="100750"/>
                  </a:lnTo>
                  <a:lnTo>
                    <a:pt x="3525601" y="100230"/>
                  </a:lnTo>
                  <a:lnTo>
                    <a:pt x="3526981" y="99709"/>
                  </a:lnTo>
                  <a:lnTo>
                    <a:pt x="3529222" y="98863"/>
                  </a:lnTo>
                  <a:lnTo>
                    <a:pt x="3530084" y="98538"/>
                  </a:lnTo>
                  <a:lnTo>
                    <a:pt x="3530429" y="98407"/>
                  </a:lnTo>
                  <a:lnTo>
                    <a:pt x="3530601" y="98342"/>
                  </a:lnTo>
                  <a:lnTo>
                    <a:pt x="3531636" y="97952"/>
                  </a:lnTo>
                  <a:lnTo>
                    <a:pt x="3535946" y="96325"/>
                  </a:lnTo>
                  <a:lnTo>
                    <a:pt x="3540946" y="94437"/>
                  </a:lnTo>
                  <a:lnTo>
                    <a:pt x="3542325" y="93916"/>
                  </a:lnTo>
                  <a:lnTo>
                    <a:pt x="3544566" y="93070"/>
                  </a:lnTo>
                  <a:lnTo>
                    <a:pt x="3618702" y="65084"/>
                  </a:lnTo>
                  <a:lnTo>
                    <a:pt x="3620599" y="64368"/>
                  </a:lnTo>
                  <a:lnTo>
                    <a:pt x="3644391" y="55386"/>
                  </a:lnTo>
                  <a:lnTo>
                    <a:pt x="3645253" y="55061"/>
                  </a:lnTo>
                  <a:lnTo>
                    <a:pt x="3651805" y="52588"/>
                  </a:lnTo>
                  <a:lnTo>
                    <a:pt x="3654391" y="51612"/>
                  </a:lnTo>
                  <a:lnTo>
                    <a:pt x="3659219" y="49789"/>
                  </a:lnTo>
                  <a:lnTo>
                    <a:pt x="3664218" y="47902"/>
                  </a:lnTo>
                  <a:lnTo>
                    <a:pt x="3666287" y="47121"/>
                  </a:lnTo>
                  <a:lnTo>
                    <a:pt x="3671804" y="45038"/>
                  </a:lnTo>
                  <a:lnTo>
                    <a:pt x="3674908" y="43866"/>
                  </a:lnTo>
                  <a:lnTo>
                    <a:pt x="3675253" y="43736"/>
                  </a:lnTo>
                  <a:lnTo>
                    <a:pt x="3675597" y="43606"/>
                  </a:lnTo>
                  <a:lnTo>
                    <a:pt x="3677149" y="43020"/>
                  </a:lnTo>
                  <a:lnTo>
                    <a:pt x="3677322" y="42955"/>
                  </a:lnTo>
                  <a:lnTo>
                    <a:pt x="3678184" y="42630"/>
                  </a:lnTo>
                  <a:lnTo>
                    <a:pt x="3678701" y="42435"/>
                  </a:lnTo>
                  <a:lnTo>
                    <a:pt x="3679218" y="42239"/>
                  </a:lnTo>
                  <a:lnTo>
                    <a:pt x="3679908" y="41979"/>
                  </a:lnTo>
                  <a:lnTo>
                    <a:pt x="3680253" y="41849"/>
                  </a:lnTo>
                  <a:lnTo>
                    <a:pt x="3681115" y="41523"/>
                  </a:lnTo>
                  <a:lnTo>
                    <a:pt x="3681632" y="41328"/>
                  </a:lnTo>
                  <a:lnTo>
                    <a:pt x="3681977" y="41198"/>
                  </a:lnTo>
                  <a:lnTo>
                    <a:pt x="3682839" y="40873"/>
                  </a:lnTo>
                  <a:lnTo>
                    <a:pt x="3683184" y="40742"/>
                  </a:lnTo>
                  <a:lnTo>
                    <a:pt x="3683873" y="40482"/>
                  </a:lnTo>
                  <a:lnTo>
                    <a:pt x="3686459" y="39506"/>
                  </a:lnTo>
                  <a:lnTo>
                    <a:pt x="3686977" y="39311"/>
                  </a:lnTo>
                  <a:lnTo>
                    <a:pt x="3687839" y="38985"/>
                  </a:lnTo>
                  <a:lnTo>
                    <a:pt x="3688183" y="38855"/>
                  </a:lnTo>
                  <a:lnTo>
                    <a:pt x="3689218" y="38464"/>
                  </a:lnTo>
                  <a:lnTo>
                    <a:pt x="3689390" y="38399"/>
                  </a:lnTo>
                  <a:lnTo>
                    <a:pt x="3690080" y="38139"/>
                  </a:lnTo>
                  <a:lnTo>
                    <a:pt x="3691287" y="37683"/>
                  </a:lnTo>
                  <a:lnTo>
                    <a:pt x="3692149" y="37358"/>
                  </a:lnTo>
                  <a:lnTo>
                    <a:pt x="3693873" y="36707"/>
                  </a:lnTo>
                  <a:lnTo>
                    <a:pt x="3694045" y="36642"/>
                  </a:lnTo>
                  <a:lnTo>
                    <a:pt x="3694390" y="36512"/>
                  </a:lnTo>
                  <a:lnTo>
                    <a:pt x="3696631" y="35666"/>
                  </a:lnTo>
                  <a:lnTo>
                    <a:pt x="3698011" y="35145"/>
                  </a:lnTo>
                  <a:lnTo>
                    <a:pt x="3699390" y="34624"/>
                  </a:lnTo>
                  <a:lnTo>
                    <a:pt x="3701631" y="33778"/>
                  </a:lnTo>
                  <a:lnTo>
                    <a:pt x="3702493" y="33453"/>
                  </a:lnTo>
                  <a:lnTo>
                    <a:pt x="3702838" y="33323"/>
                  </a:lnTo>
                  <a:lnTo>
                    <a:pt x="3703011" y="33258"/>
                  </a:lnTo>
                  <a:lnTo>
                    <a:pt x="3704045" y="32867"/>
                  </a:lnTo>
                  <a:lnTo>
                    <a:pt x="3708355" y="31240"/>
                  </a:lnTo>
                  <a:lnTo>
                    <a:pt x="3713355" y="29353"/>
                  </a:lnTo>
                  <a:lnTo>
                    <a:pt x="3714734" y="28832"/>
                  </a:lnTo>
                  <a:lnTo>
                    <a:pt x="3716976" y="27986"/>
                  </a:lnTo>
                  <a:lnTo>
                    <a:pt x="3791112" y="0"/>
                  </a:lnTo>
                </a:path>
              </a:pathLst>
            </a:custGeom>
            <a:ln w="32521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" name="pl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" name="pl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" name="pl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" name="pl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" name="pl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" name="pl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" name="pl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" name="pl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" name="pl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" name="pl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" name="pl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" name="pl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" name="pl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" name="pl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" name="pl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" name="pl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" name="pl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" name="pl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" name="pl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" name="pl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" name="pl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" name="pl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" name="pl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" name="pl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" name="pl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" name="pl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" name="pl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" name="pl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" name="pl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" name="pl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" name="pl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" name="pl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" name="pl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" name="pl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" name="pl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" name="pl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" name="pl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" name="pl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" name="pl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" name="pl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" name="pl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" name="pl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" name="pl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" name="pl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" name="pl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" name="pl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" name="pl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" name="pl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" name="pl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" name="pl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" name="pl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" name="pl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" name="pl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" name="pl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" name="pl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" name="pl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" name="pl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" name="pl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" name="pl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" name="pl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" name="pl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" name="pl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" name="pl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" name="pl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" name="pl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" name="pl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" name="pl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" name="pl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" name="pl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" name="pl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" name="pl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" name="pl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" name="pl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" name="pl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" name="pl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" name="pl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" name="pl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" name="pl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" name="pl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" name="pl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" name="pl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" name="pl1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" name="pl1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" name="pl1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" name="pl1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" name="pl1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" name="pl1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" name="pl1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" name="pl1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" name="pl1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" name="pl1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" name="pl1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" name="pl1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" name="pl1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" name="pl1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" name="pl1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" name="pl1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" name="pl1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" name="pl1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" name="pl1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" name="pl1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" name="pl1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" name="pl1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" name="pl1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" name="pl1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" name="pl1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" name="pl1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" name="pl1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" name="pl1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" name="pl1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" name="pl1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" name="pl1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" name="pl1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" name="pl1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" name="pl1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" name="pl1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" name="pl1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" name="pl1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" name="pl1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" name="pl1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" name="pl1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" name="pl1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" name="pl1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" name="pl1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" name="pl1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" name="pl1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" name="pl1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" name="pl1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" name="pl1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" name="pl1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" name="pl1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" name="pl1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" name="pl1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" name="pl1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" name="pl1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" name="pl1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" name="pl1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" name="pl1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" name="pl1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" name="pl1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" name="pl1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" name="pl1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" name="pl1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" name="pl1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" name="pl1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" name="pl1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" name="pl1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" name="pl1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" name="pl1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" name="pl1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" name="pl1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" name="pl1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" name="pl1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" name="pl1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" name="pl1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" name="pl1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" name="pl1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" name="pl1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" name="pl1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" name="pl1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" name="pl1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" name="pl1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" name="pl1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" name="pl1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" name="pl1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" name="pl1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" name="pl1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" name="pl1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" name="pl1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" name="pl1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" name="pl1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" name="pl1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" name="pl1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" name="pl1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" name="pl1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" name="pl1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" name="pl1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" name="pl1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" name="pl1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" name="pl1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" name="pl1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" name="pl2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" name="pl2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" name="pl2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" name="pl2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" name="pl2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" name="pl2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" name="pl2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" name="pl2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" name="pl2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" name="pl2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" name="pl2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" name="pl2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" name="pl2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" name="pl2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" name="pl2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" name="pl2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" name="pl2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" name="pl2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" name="pl2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" name="pl2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" name="pl2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" name="pl2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" name="pl2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" name="pl2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" name="pl2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" name="pl2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" name="pl2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" name="pl2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" name="pl2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" name="pl2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" name="pl2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" name="pl2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" name="pl2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" name="pl2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" name="pl2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" name="pl2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" name="pl2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" name="pl2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" name="pl2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" name="pl2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" name="pl2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" name="pl2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" name="pl2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" name="pl2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" name="pl2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" name="pl2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" name="pl2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" name="pl2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" name="pl2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" name="pl2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" name="pl2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" name="pl2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" name="pl2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" name="pl2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" name="pl2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" name="pl2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" name="pl2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" name="pl2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" name="pl2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" name="pl2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" name="pl2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" name="pl2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" name="pl2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" name="pl2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" name="pl2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" name="pl2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" name="pl2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" name="pl2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" name="pl2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" name="pl2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" name="pl2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" name="pl2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" name="pl2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4" name="pl2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5" name="pl2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6" name="pl2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7" name="pl2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8" name="pl2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9" name="pl2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0" name="pl2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1" name="pl2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2" name="pl2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3" name="pl2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4" name="pl2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5" name="pl2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6" name="pl2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7" name="pl2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8" name="pl2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9" name="pl2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0" name="pl2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1" name="pl2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2" name="pl2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3" name="pl2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4" name="pl2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5" name="pl2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6" name="pl2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7" name="pl2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8" name="pl2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9" name="pl2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0" name="pl2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1" name="pl3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2" name="pl3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3" name="pl3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4" name="pl3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5" name="pl3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6" name="pl3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7" name="pl3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8" name="pl3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9" name="pl3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0" name="pl3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1" name="pl3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2" name="pl3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3" name="pl3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4" name="pl3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5" name="pl3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6" name="pl3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7" name="pl3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8" name="pl3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9" name="pl3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0" name="pl3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1" name="pl3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2" name="pl3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3" name="pl3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4" name="pl3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5" name="pl3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6" name="pl3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7" name="pl3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8" name="pl3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9" name="pl3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0" name="pl3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1" name="pl3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2" name="pl3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3" name="pl3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4" name="pl3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5" name="pl3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6" name="pl3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7" name="pl3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8" name="pl3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9" name="pl3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0" name="pl3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1" name="pl3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2" name="pl3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3" name="pl3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4" name="pl3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5" name="pl3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6" name="pl3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7" name="pl3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8" name="pl3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9" name="pl3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0" name="pl3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1" name="pl3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2" name="pl3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3" name="pl3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4" name="pl3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5" name="pl3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6" name="pl3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7" name="pl3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8" name="pl3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9" name="pl3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0" name="pl3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1" name="pl3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2" name="pl3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3" name="pl3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4" name="pl3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5" name="pl3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6" name="pl3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7" name="pl3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8" name="pl3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9" name="pl3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0" name="pl3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1" name="pl3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2" name="pl3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3" name="pl3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4" name="pl3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5" name="pl3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6" name="pl3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7" name="pl3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8" name="pl3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9" name="pl3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0" name="pl3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1" name="pl3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2" name="pl3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3" name="pl3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4" name="pl3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5" name="pl3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6" name="pl3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7" name="pl3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8" name="pl3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9" name="pl3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0" name="pl3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1" name="pl3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2" name="pl3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3" name="pl3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4" name="pl3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5" name="pl3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6" name="pl3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7" name="pl3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8" name="pl3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9" name="pl3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0" name="pl3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1" name="pl4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2" name="pl4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3" name="pl4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4" name="pl4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5" name="pl4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6" name="pl4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7" name="pl4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8" name="pl4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9" name="pl4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0" name="pl4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1" name="pl4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2" name="pl4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3" name="pl4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4" name="pl4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5" name="pl4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6" name="pl4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7" name="pl4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8" name="pl4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9" name="pl4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0" name="pl4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1" name="pl4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2" name="pl4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3" name="pl4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4" name="pl4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5" name="pl4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6" name="pl4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7" name="pl4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8" name="pl4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9" name="pl4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0" name="pl4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1" name="pl4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2" name="pl4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3" name="pl4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4" name="pl4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5" name="pl4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6" name="pl4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7" name="pl4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8" name="pl4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9" name="pl4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0" name="pl4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1" name="pl4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2" name="pl4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3" name="pl4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4" name="pl4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5" name="pl4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6" name="pl4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7" name="pl4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8" name="pl4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9" name="pl4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0" name="pl4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1" name="pl4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2" name="pl4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3" name="pl4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4" name="pl4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5" name="pl4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6" name="pl4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7" name="pl4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8" name="pl4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9" name="pl4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0" name="pl4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1" name="pl4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2" name="pl4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3" name="pl4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4" name="pl4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5" name="pl4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6" name="pl4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7" name="pl4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8" name="pl4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9" name="pl4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0" name="pl4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1" name="pl4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2" name="pl4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3" name="pl4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4" name="pl4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5" name="pl4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6" name="pl4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7" name="pl4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8" name="pl4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9" name="pl4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0" name="pl4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1" name="pl4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2" name="pl4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3" name="pl4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4" name="pl4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5" name="pl4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6" name="pl4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7" name="pl4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8" name="pl4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9" name="pl4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0" name="pl4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1" name="pl4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2" name="pl4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3" name="pl4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4" name="pl4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5" name="pl4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6" name="pl4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7" name="pl4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8" name="pl4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9" name="pl4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0" name="pl4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1" name="pl5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2" name="pl5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3" name="pl5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4" name="pl5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5" name="pl5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6" name="pl5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7" name="pl5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8" name="pl5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9" name="pl5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0" name="pl5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1" name="pl5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2" name="pl5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3" name="pl5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4" name="pl5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5" name="pl5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6" name="pl5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7" name="pl5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8" name="pl5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9" name="pl5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0" name="pl5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1" name="pl5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2" name="pl5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3" name="pl5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4" name="pl5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5" name="pl5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6" name="pl5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7" name="pl5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8" name="pl5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9" name="pl5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0" name="pl5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1" name="pl5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2" name="pl5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3" name="pl5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4" name="pl5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5" name="pl5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6" name="pl5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7" name="pl5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8" name="pl5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9" name="pl5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0" name="pl5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1" name="pl5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2" name="pl5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3" name="pl5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4" name="pl5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5" name="pl5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6" name="pl5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7" name="pl5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8" name="pl5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9" name="pl5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0" name="pl5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1" name="pl5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2" name="pl5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3" name="pl5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4" name="pl5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5" name="pl5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6" name="pl5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7" name="pl5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8" name="pl5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9" name="pl5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0" name="pl5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1" name="pl5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2" name="pl5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3" name="pl5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4" name="pl5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5" name="pl5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6" name="pl5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7" name="pl5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8" name="pl5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9" name="pl5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0" name="pl5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1" name="pl5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2" name="pl5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3" name="pl5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4" name="pl5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5" name="pl5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6" name="pl5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7" name="pl5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8" name="pl5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9" name="pl5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0" name="pl5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1" name="pl5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2" name="pl5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3" name="pl5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4" name="pl5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5" name="pl5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6" name="pl5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7" name="pl5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8" name="pl5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9" name="pl5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0" name="pl5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1" name="pl5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2" name="pl5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3" name="pl5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4" name="pl5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5" name="pl5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6" name="pl5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7" name="pl5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8" name="pl5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9" name="pl5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0" name="pl5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1" name="pl6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2" name="pl6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3" name="pl6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4" name="pl6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5" name="pl6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6" name="pl6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7" name="pl6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8" name="pl6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9" name="pl6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0" name="pl6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1" name="pl6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2" name="pl6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3" name="pl6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4" name="pl6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5" name="pl6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6" name="pl6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7" name="pl6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8" name="pl6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9" name="pl6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0" name="pl6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1" name="pl6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2" name="pl6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3" name="pl6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4" name="pl6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5" name="pl6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6" name="pl6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7" name="pl6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8" name="pl6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9" name="pl6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0" name="pl6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1" name="pl6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2" name="pl6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3" name="pl6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4" name="pl6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5" name="pl6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6" name="pl6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7" name="pl6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8" name="pl6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9" name="pl6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0" name="pl6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1" name="pl6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2" name="pl6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3" name="pl6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4" name="pl6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5" name="pl6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6" name="pl6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7" name="pl6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8" name="pl6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9" name="pl6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0" name="pl6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1" name="pl6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2" name="pl6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3" name="pl6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4" name="pl6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5" name="pl6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6" name="pl6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7" name="pl6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8" name="pl6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9" name="pl6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0" name="pl6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1" name="pl6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2" name="pl6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3" name="pl6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4" name="pl6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5" name="pl6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6" name="pl6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7" name="pl6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8" name="pl6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9" name="pl6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0" name="pl6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1" name="pl6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2" name="pl6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3" name="pl6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4" name="pl6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5" name="pl6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6" name="pl6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7" name="pl6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8" name="pl6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9" name="pl6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0" name="pl6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1" name="pl6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2" name="pl6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3" name="pl6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4" name="pl6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5" name="pl6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6" name="pl6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7" name="pl6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8" name="pl6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9" name="pl6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0" name="pl6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1" name="pl6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2" name="pl6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3" name="pl6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4" name="pl6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5" name="pl6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6" name="pl6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7" name="pl6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8" name="pl6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9" name="pl6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0" name="pl6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1" name="pl7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2" name="pl7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3" name="pl7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4" name="pl7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5" name="pl7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6" name="pl7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7" name="pl7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8" name="pl7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9" name="pl7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0" name="pl7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1" name="pl7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2" name="pl7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3" name="pl7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4" name="pl7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5" name="pl7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6" name="pl7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7" name="pl7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8" name="pl7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9" name="pl7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0" name="pl7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1" name="pl7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2" name="pl7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3" name="pl7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4" name="pl7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5" name="pl7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6" name="pl7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7" name="pl7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8" name="pl7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9" name="pl7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0" name="pl7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1" name="pl7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2" name="pl7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3" name="pl7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4" name="pl7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5" name="pl7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6" name="pl7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7" name="pl7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8" name="pl7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9" name="pl7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0" name="pl7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1" name="pl7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2" name="pl7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3" name="pl7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4" name="pl7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5" name="pl7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6" name="pl7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7" name="pl7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8" name="pl7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9" name="pl7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0" name="pl7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1" name="pl7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2" name="pl7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3" name="pl7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4" name="pl7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5" name="pl7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6" name="pl7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7" name="pl7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8" name="pl7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9" name="pl7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0" name="pl7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1" name="pl7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2" name="pl7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3" name="pl7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4" name="pl7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5" name="pl7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6" name="pl7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7" name="pl7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8" name="pl7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9" name="pl7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0" name="pl7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1" name="pl7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2" name="pl7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3" name="pl7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4" name="pl7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5" name="pl7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6" name="pl7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7" name="pl7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8" name="pl7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9" name="pl7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0" name="pl7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1" name="pl7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2" name="pl7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3" name="pl7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4" name="pl7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5" name="pl7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6" name="pl7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7" name="pl7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8" name="pl7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9" name="pl7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0" name="pl7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1" name="pl7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2" name="pl7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3" name="pl7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4" name="pl7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5" name="pl7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6" name="pl7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7" name="pl7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8" name="pl7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9" name="pl7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0" name="pl7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1" name="pl8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2" name="pl8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3" name="pl8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4" name="pl8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5" name="pl8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6" name="pl8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7" name="pl8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8" name="pl8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9" name="pl8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0" name="pl8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1" name="pl8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2" name="pl8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3" name="pl8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4" name="pl8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5" name="pl8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6" name="pl8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7" name="pl8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8" name="pl8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9" name="pl8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0" name="pl8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1" name="pl8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2" name="pl8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3" name="pl8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4" name="pl8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5" name="pl8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6" name="pl8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7" name="pl8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8" name="pl8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9" name="pl8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0" name="pl8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1" name="pl8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2" name="pl8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3" name="pl8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4" name="pl8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5" name="pl8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6" name="pl8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7" name="pl8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8" name="pl8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9" name="pl8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0" name="pl8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1" name="pl8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2" name="pl8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3" name="pl8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4" name="pl8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5" name="pl8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6" name="pl8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7" name="pl8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8" name="pl8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9" name="pl8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0" name="pl8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1" name="pl8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2" name="pl8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3" name="pl8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4" name="pl8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5" name="pl8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6" name="pl8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7" name="pl8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8" name="pl8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9" name="pl8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0" name="pl8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1" name="pl8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2" name="pl8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3" name="pl8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4" name="pl8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5" name="pl8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6" name="pl8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7" name="pl8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8" name="pl8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9" name="pl8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0" name="pl8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1" name="pl8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2" name="pl8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3" name="pl8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4" name="pl8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5" name="pl8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6" name="pl8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7" name="pl8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8" name="pl8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9" name="pl8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0" name="pl8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1" name="pl8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2" name="pl8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3" name="pl8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4" name="pl8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5" name="pl8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6" name="pl8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7" name="pl8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8" name="pl8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9" name="pl8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0" name="pl8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1" name="pl8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2" name="pl8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3" name="pl8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4" name="pl8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5" name="pl8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6" name="pl8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7" name="pl8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8" name="pl8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9" name="pl8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0" name="pl8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1" name="pl9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2" name="pl9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3" name="pl9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4" name="pl9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5" name="pl9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6" name="pl9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7" name="pl9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8" name="pl9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9" name="pl9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0" name="pl9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1" name="pl9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2" name="pl9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3" name="pl9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4" name="pl9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5" name="pl9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6" name="pl9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7" name="pl9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8" name="pl9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9" name="pl9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0" name="pl9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1" name="pl9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2" name="pl9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3" name="pl9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4" name="pl9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5" name="pl9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6" name="pl9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7" name="pl9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8" name="pl9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9" name="pl9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0" name="pl9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1" name="pl9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2" name="pl9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3" name="pl9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4" name="pl9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5" name="pl9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6" name="pl9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7" name="pl9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8" name="pl9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9" name="pl9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0" name="pl9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1" name="pl9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2" name="pl9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3" name="pl9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4" name="pl9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5" name="pl9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6" name="pl9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7" name="pl9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8" name="pl9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9" name="pl9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0" name="pl9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1" name="pl9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2" name="pl9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3" name="pl9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4" name="pl9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5" name="pl9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6" name="pl9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7" name="pl9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8" name="pl9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9" name="pl9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0" name="pl9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1" name="pl9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2" name="pl9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3" name="pl9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4" name="pl9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5" name="pl9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6" name="pl9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7" name="pl9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8" name="pl9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9" name="pl9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0" name="pl9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1" name="pl9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2" name="pl9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3" name="pl9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4" name="pl9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5" name="pl9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6" name="pl9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7" name="pl9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8" name="pl9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9" name="pl9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0" name="pl9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1" name="pl9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2" name="pl9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3" name="pl9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4" name="pl9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5" name="pl9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6" name="pl9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7" name="pl9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8" name="pl9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9" name="pl9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0" name="pl9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1" name="pl9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2" name="pl9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3" name="pl9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4" name="pl9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5" name="pl9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6" name="pl9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7" name="pl9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8" name="pl9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9" name="pl9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0" name="pl9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1" name="pl10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2" name="pl10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3" name="pl10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4" name="pl10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5" name="pl10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6" name="pl10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7" name="pl10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8" name="pl10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9" name="pl10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0" name="pl10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1" name="pl10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2" name="pl10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3" name="pl10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4" name="pl10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5" name="pl10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6" name="pl10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7" name="pl10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8" name="pl10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9" name="pl10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0" name="pl10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1" name="pl10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2" name="pl10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3" name="pl10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4" name="pl10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5" name="pl10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6" name="pl10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7" name="pl10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8" name="pl10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9" name="pl10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0" name="pl10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1" name="pl10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2" name="pl10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3" name="pl10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4" name="pl10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5" name="pl10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6" name="pl10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7" name="pl10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8" name="pl10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9" name="pl10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0" name="pl10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1" name="pl10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2" name="pl10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3" name="pl10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4" name="pl10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5" name="pl10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6" name="pl10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7" name="pl10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8" name="pl10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9" name="pl10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0" name="pl10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1" name="pl10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2" name="pl10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3" name="pl10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4" name="pl10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5" name="pl10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6" name="pl10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7" name="pl10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8" name="pl10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9" name="pl10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0" name="pl10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1" name="pl10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2" name="pl10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3" name="pl10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4" name="pl10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5" name="pl10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6" name="pl10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7" name="pl10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8" name="pl10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9" name="pl10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0" name="pl10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1" name="pl10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2" name="pl10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3" name="pl10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4" name="pl10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5" name="pl10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6" name="pl10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7" name="pl10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8" name="pl10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9" name="pl10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0" name="pl10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1" name="pl10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2" name="pl10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3" name="pl10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4" name="pl10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5" name="pl10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6" name="pl10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7" name="pl10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8" name="pl10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9" name="pl10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0" name="pl10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1" name="pl10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2" name="pl10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3" name="pl10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4" name="pl10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5" name="pl10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6" name="pl10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7" name="pl10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8" name="pl10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9" name="pl10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0" name="pl10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1" name="pl11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2" name="pl11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3" name="pl11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4" name="pl11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5" name="pl11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6" name="pl11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7" name="pl11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8" name="pl11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9" name="pl11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0" name="pl11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1" name="pl11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2" name="pl11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3" name="pl11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4" name="pl11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5" name="pl11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6" name="pl11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7" name="pl11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8" name="pl11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9" name="pl11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0" name="pl11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1" name="pl11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2" name="pl11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3" name="pl11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4" name="pl11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5" name="pl11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6" name="pl11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7" name="pl11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8" name="pl11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9" name="pl11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0" name="pl11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1" name="pl11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2" name="pl11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3" name="pl11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4" name="pl11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5" name="pl11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6" name="pl11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7" name="pl11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8" name="pl11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9" name="pl11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0" name="pl11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1" name="pl11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2" name="pl11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3" name="pl11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4" name="pl11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5" name="pl11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6" name="pl11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7" name="pl11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8" name="pl11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9" name="pl11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0" name="pl11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1" name="pl11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2" name="pl11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3" name="pl11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4" name="pl11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5" name="pl11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6" name="pl11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7" name="pl11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8" name="pl11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9" name="pl11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0" name="pl11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1" name="pl11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2" name="pl11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3" name="pl11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4" name="pl11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5" name="pl11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6" name="pl11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7" name="pl11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8" name="pl11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9" name="pl11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0" name="pl11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1" name="pl11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2" name="pl11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3" name="pl11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4" name="pl11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5" name="pl11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6" name="pl11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7" name="pl11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8" name="pl11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9" name="pl11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0" name="pl11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1" name="pl11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2" name="pl11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3" name="pl11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4" name="pl11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5" name="pl11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6" name="pl11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7" name="pl11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8" name="pl11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9" name="pl11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0" name="pl11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1" name="pl11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2" name="pl11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3" name="pl11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4" name="pl11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5" name="pl11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6" name="pl11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7" name="pl11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8" name="pl11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9" name="pl11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0" name="pl11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1" name="pl12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2" name="pl12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3" name="pl12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4" name="pl12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5" name="pl12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6" name="pl12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7" name="pl12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8" name="pl12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9" name="pl12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0" name="pl12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1" name="pl12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2" name="pl12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3" name="pl12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4" name="pl12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5" name="pl12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6" name="pl12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7" name="pl12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8" name="pl12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9" name="pl12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0" name="pl12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1" name="pl12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2" name="pl12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3" name="pl12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4" name="pl12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5" name="pl12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6" name="pl12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7" name="pl12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8" name="pl12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9" name="pl12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0" name="pl12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1" name="pl12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2" name="pl12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3" name="pl12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4" name="pl12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5" name="pl12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6" name="pl12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7" name="pl12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8" name="pl12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9" name="pl12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0" name="pl12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1" name="pl12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2" name="pl12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3" name="pl12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4" name="pl12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5" name="pl12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6" name="pl12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7" name="pl12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8" name="pl12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9" name="pl12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0" name="pl12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1" name="pl12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2" name="pl12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3" name="pl12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4" name="pl12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5" name="pl12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6" name="pl12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7" name="pl12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8" name="pl12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9" name="pl12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0" name="pl12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1" name="pl12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2" name="pl12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3" name="pl12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4" name="pl12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5" name="pl12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6" name="pl12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7" name="pl12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8" name="pl12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9" name="pl12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0" name="pl12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1" name="pl12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2" name="pl12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3" name="pl12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4" name="pl12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5" name="pl12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6" name="pl12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7" name="pl12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8" name="pl12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9" name="pl12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0" name="pl12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1" name="pl12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2" name="pl12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3" name="pl12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4" name="pl12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5" name="pl12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6" name="pl12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7" name="pl12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8" name="pl12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9" name="pl12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0" name="pl12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1" name="pl12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2" name="pl12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3" name="pl12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4" name="pl12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5" name="pl12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6" name="pl12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7" name="pl12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8" name="pl12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9" name="pl12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0" name="pl12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1" name="pl13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2" name="pl13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3" name="pl13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4" name="pl13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5" name="pl13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6" name="pl13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7" name="pl13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8" name="pl13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9" name="pl13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0" name="pl13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1" name="pl13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2" name="pl13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3" name="pl13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4" name="pl13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5" name="pl13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6" name="pl13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7" name="pl13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8" name="pl13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9" name="pl13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0" name="pl13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1" name="pl13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2" name="pl13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3" name="pl13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4" name="pl13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5" name="pl13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6" name="pl13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7" name="pl13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8" name="pl13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9" name="pl13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0" name="pl13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1" name="pl13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2" name="pl13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3" name="pl13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4" name="pl13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5" name="pl13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6" name="pl13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7" name="pl13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8" name="pl13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9" name="pl13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0" name="pl13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1" name="pl13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2" name="pl13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3" name="pl13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4" name="pl13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5" name="pl13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6" name="pl13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7" name="pl13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8" name="pl13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9" name="pl13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0" name="pl13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1" name="pl13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2" name="pl13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3" name="pl13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4" name="pl13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5" name="pl13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6" name="pl13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7" name="pl13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8" name="pl13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9" name="pl13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0" name="pl13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1" name="pl13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2" name="pl13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3" name="pl13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4" name="pl13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5" name="pl13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6" name="pl13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7" name="pl13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8" name="pl13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9" name="pl13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0" name="pl13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1" name="pl13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2" name="pl13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3" name="pl13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4" name="pl13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5" name="pl13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6" name="pl13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7" name="pl13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8" name="pl13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9" name="pl13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0" name="pl13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1" name="pl13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2" name="pl13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3" name="pl13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4" name="pl13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5" name="pl13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6" name="pl13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7" name="pl13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8" name="pl13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9" name="pl13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0" name="pl13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1" name="pl13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2" name="pl13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3" name="pl13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4" name="pl13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5" name="pl13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6" name="pl13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7" name="pl13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8" name="pl13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9" name="pl13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0" name="pl13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1" name="pl14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2" name="pl14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3" name="pl14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4" name="pl14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5" name="pl14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6" name="pl14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7" name="pl14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8" name="pl14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9" name="pl14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0" name="pl14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1" name="pl14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2" name="pl14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3" name="pl14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4" name="pl14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5" name="pl14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6" name="pl14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7" name="pl14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8" name="pl14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9" name="pl14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0" name="pl14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1" name="pl14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2" name="pl14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3" name="pl14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4" name="pl14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5" name="pl14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6" name="pl14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7" name="pl14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8" name="pl14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9" name="pl14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0" name="pl14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1" name="pl14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2" name="pl14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3" name="pl14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4" name="pl14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5" name="pl14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6" name="pl14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7" name="pl14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8" name="pl14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9" name="pl14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0" name="pl14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1" name="pl14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2" name="pl14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3" name="pl14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4" name="pl14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5" name="pl14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6" name="pl14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7" name="pl14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8" name="pl14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9" name="pl14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0" name="pl14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1" name="pl14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2" name="pl14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3" name="pl14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4" name="pl14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5" name="pl14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6" name="pl14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7" name="pl14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8" name="pl14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9" name="pl14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0" name="pl14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1" name="pl14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2" name="pl14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3" name="pl14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4" name="pl14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5" name="pl14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6" name="pl14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7" name="pl14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8" name="pl14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9" name="pl14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0" name="pl14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1" name="pl14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2" name="pl14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3" name="pl14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4" name="pl14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5" name="pl14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6" name="pl14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7" name="pl14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8" name="pl14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9" name="pl14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0" name="pl14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1" name="pl14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2" name="pl14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3" name="pl14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4" name="pl14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5" name="pl14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6" name="pl14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7" name="pl14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8" name="pl14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9" name="pl14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0" name="pl14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1" name="pl14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2" name="pl14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3" name="pl14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4" name="pl14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5" name="pl14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6" name="pl14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7" name="pl14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8" name="pl14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9" name="pl14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0" name="pl14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1" name="pl15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2" name="pl15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3" name="pl15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4" name="pl15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5" name="pl15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6" name="pl15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7" name="pl15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8" name="pl15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9" name="pl15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0" name="pl15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1" name="pl15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2" name="pl15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3" name="pl15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4" name="pl15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5" name="pl15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6" name="pl15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7" name="pl15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8" name="pl15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9" name="pl15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0" name="pl15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1" name="pl15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2" name="pl15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3" name="pl15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4" name="pl15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5" name="pl15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6" name="pl15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7" name="pl15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8" name="pl15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9" name="pl15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0" name="pl15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1" name="pl15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2" name="pl15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3" name="pl15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4" name="pl15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5" name="pl15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6" name="pl15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7" name="pl15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8" name="pl15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9" name="pl15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0" name="pl15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1" name="pl15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2" name="pl15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3" name="pl15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4" name="pl15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5" name="pl15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6" name="pl15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7" name="pl15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8" name="pl15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9" name="pl15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0" name="pl15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1" name="pl15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2" name="pl15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3" name="pl15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4" name="pl15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5" name="pl15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6" name="pl15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7" name="pl15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8" name="pl15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9" name="pl15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0" name="pl15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1" name="pl15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2" name="pl15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3" name="pl15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4" name="pl15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5" name="pl15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6" name="pl15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7" name="pl15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8" name="pl15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9" name="pl15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0" name="pl15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1" name="pl15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2" name="pl15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3" name="pl15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4" name="pl15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5" name="pl15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6" name="pl15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7" name="pl15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8" name="pl15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9" name="pl15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0" name="pl15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1" name="pl15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2" name="pl15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3" name="pl15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4" name="pl15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5" name="pl15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6" name="pl15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7" name="pl15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8" name="pl15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9" name="pl15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0" name="pl15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1" name="pl15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2" name="pl15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3" name="pl15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4" name="pl15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5" name="pl15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6" name="pl15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7" name="pl15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8" name="pl15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9" name="pl15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0" name="pl15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1" name="pl16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2" name="pl16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3" name="pl16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4" name="pl16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5" name="pl16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6" name="pl16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7" name="pl16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8" name="pl16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9" name="pl16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0" name="pl16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1" name="pl16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2" name="pl16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3" name="pl16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4" name="pl16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5" name="pl16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6" name="pl16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7" name="pl16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8" name="pl16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9" name="pl16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0" name="pl16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1" name="pl16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2" name="pl16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3" name="pl16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4" name="pl16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5" name="pl16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6" name="pl16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7" name="pl16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8" name="pl16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9" name="pl16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0" name="pl16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1" name="pl16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2" name="pl16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3" name="pl16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4" name="pl16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5" name="pl16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6" name="pl16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7" name="pl16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8" name="pl16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9" name="pl16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0" name="pl16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1" name="pl16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2" name="pl16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3" name="pl16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4" name="pl16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5" name="pl16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6" name="pl16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7" name="pl16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8" name="pl16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9" name="pl16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0" name="pl16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1" name="pl16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2" name="pl16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3" name="pl16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4" name="pl16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5" name="pl16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6" name="pl16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7" name="pl16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8" name="pl16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9" name="pl16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0" name="pl16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1" name="pl16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2" name="pl16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3" name="pl16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4" name="pl16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5" name="pl16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6" name="pl16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7" name="pl16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8" name="pl16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9" name="pl16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0" name="pl16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1" name="pl16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2" name="pl16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3" name="pl16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4" name="pl16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5" name="pl16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6" name="pl16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7" name="pl16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8" name="pl16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9" name="pl16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0" name="pl16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1" name="pl16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2" name="pl16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3" name="pl16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4" name="pl16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5" name="pl16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6" name="pl16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7" name="pl16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8" name="pl16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9" name="pl16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0" name="pl16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1" name="pl16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2" name="pl16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3" name="pl16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4" name="pl16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5" name="pl16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6" name="pl16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7" name="pl16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8" name="pl16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9" name="pl16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0" name="pl16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1" name="pl17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2" name="pl17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3" name="pl17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4" name="pl17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5" name="pl17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6" name="pl17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7" name="pl17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8" name="pl17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9" name="pl17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0" name="pl17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1" name="pl17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2" name="pl17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3" name="pl17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4" name="pl17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5" name="pl17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6" name="pl17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7" name="pl17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8" name="pl17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9" name="pl17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0" name="pl17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1" name="pl17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2" name="pl17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3" name="pl17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4" name="pl17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5" name="pl17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6" name="pl17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7" name="pl17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8" name="pl17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9" name="pl17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0" name="pl17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1" name="pl17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2" name="pl17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3" name="pl17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4" name="pl17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5" name="pl17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6" name="pl17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7" name="pl17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8" name="pl17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9" name="pl17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0" name="pl17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1" name="pl17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2" name="pl17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3" name="pl17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4" name="pl17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5" name="pl17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6" name="pl17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7" name="pl17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8" name="pl17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9" name="pl17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0" name="pl17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1" name="pl17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2" name="pl17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3" name="pl17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4" name="pl17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5" name="pl17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6" name="pl17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7" name="pl17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8" name="pl17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9" name="pl17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0" name="pl17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1" name="pl17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2" name="pl17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3" name="pl17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4" name="pl17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5" name="pl17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6" name="pl17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7" name="pl17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8" name="pl17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9" name="pl17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0" name="pl17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1" name="pl17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2" name="pl17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3" name="pl17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4" name="pl17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5" name="pl17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6" name="pl17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7" name="pl17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8" name="pl17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9" name="pl17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0" name="pl17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1" name="pl17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2" name="pl17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3" name="pl17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4" name="pl17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5" name="pl17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6" name="pl17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7" name="pl17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8" name="pl17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9" name="pl17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0" name="pl17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1" name="pl17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2" name="pl17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3" name="pl17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4" name="pl17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5" name="pl17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6" name="pl17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7" name="pl17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8" name="pl17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9" name="pl17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0" name="pl17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1" name="pl18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2" name="pl18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3" name="pl18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4" name="pl18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5" name="pl18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6" name="pl18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7" name="pl18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8" name="pl18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9" name="pl18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0" name="pl18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1" name="pl18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2" name="pl18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3" name="pl18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4" name="pl18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5" name="pl18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6" name="pl18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7" name="pl18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8" name="pl18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9" name="pl18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0" name="pl18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1" name="pl18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2" name="pl18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3" name="pl18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4" name="pl18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5" name="pl18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6" name="pl18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7" name="pl18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8" name="pl18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9" name="pl18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0" name="pl18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1" name="pl18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2" name="pl18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3" name="pl18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4" name="pl18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5" name="pl18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6" name="pl18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7" name="pl18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8" name="pl18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9" name="pl18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0" name="pl18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1" name="pl18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2" name="pl18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3" name="pl18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4" name="pl18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5" name="pl18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6" name="pl18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7" name="pl18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8" name="pl18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9" name="pl18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0" name="pl18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1" name="pl18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2" name="pl18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3" name="pl18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4" name="pl18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5" name="pl18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6" name="pl18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7" name="pl18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8" name="pl18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9" name="pl18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0" name="pl18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1" name="pl18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2" name="pl18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3" name="pl18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4" name="pl18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5" name="pl18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6" name="pl18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7" name="pl18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8" name="pl18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9" name="pl18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0" name="pl18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1" name="pl18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2" name="pl18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3" name="pl18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4" name="pl18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5" name="pl18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6" name="pl18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7" name="pl18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8" name="pl18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9" name="pl18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0" name="pl18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1" name="pl18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2" name="pl18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3" name="pl18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4" name="pl18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5" name="pl18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6" name="pl18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7" name="pl18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8" name="pl18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9" name="pl18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0" name="pl18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1" name="pl18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2" name="pl18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3" name="pl18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4" name="pl18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5" name="pl18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6" name="pl18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7" name="pl18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8" name="pl18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9" name="pl18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0" name="pl18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1" name="pl19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2" name="pl19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3" name="pl19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4" name="pl19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5" name="pl19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6" name="pl19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7" name="pl19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8" name="pl19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9" name="pl19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0" name="pl19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1" name="pl19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2" name="pl19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3" name="pl19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4" name="pl19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5" name="pl19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6" name="pl19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7" name="pl19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8" name="pl19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9" name="pl19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0" name="pl19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1" name="pl19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2" name="pl19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3" name="pl19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4" name="pl19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5" name="pl19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6" name="pl19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7" name="pl19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8" name="pl19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9" name="pl19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0" name="pl19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1" name="pl19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2" name="pl19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3" name="pl19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4" name="pl19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5" name="pl19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6" name="pl19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7" name="pl19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8" name="pl19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9" name="pl19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0" name="pl19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1" name="pl19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2" name="pl19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3" name="pl19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4" name="pl19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5" name="pl19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6" name="pl19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7" name="pl19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8" name="pl19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9" name="pl19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0" name="pl19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1" name="pl19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2" name="pl19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3" name="pl19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4" name="pl19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5" name="pl19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6" name="pl19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7" name="pl19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8" name="pl19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9" name="pl19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0" name="pl19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1" name="pl19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2" name="pl19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3" name="pl19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4" name="pl19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5" name="pl19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6" name="pl19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7" name="pl19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8" name="pl19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9" name="pl19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0" name="pl19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1" name="pl19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2" name="pl19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3" name="pl19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4" name="pl19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5" name="pl19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6" name="pl19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7" name="pl19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8" name="pl19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9" name="pl19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0" name="pl19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1" name="pl19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2" name="pl19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3" name="pl19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4" name="pl19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5" name="pl19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6" name="pl19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7" name="pl19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8" name="pl19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9" name="pl19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0" name="pl19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1" name="pl19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2" name="pl19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3" name="pl19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4" name="pl19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5" name="pl19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6" name="pl19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7" name="pl19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8" name="pl19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9" name="pl19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0" name="pl19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1" name="pl20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2" name="pl20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3" name="pl20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4" name="pl20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5" name="pl20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6" name="pl20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7" name="pl20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8" name="pl20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9" name="pl20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0" name="pl20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1" name="pl20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2" name="pl20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3" name="pl20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4" name="pl20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5" name="pl20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6" name="pl20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7" name="pl20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8" name="pl20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9" name="pl20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0" name="pl20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1" name="pl20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2" name="pl20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3" name="pl20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4" name="pl20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5" name="pl20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6" name="pl20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7" name="pl20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8" name="pl20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9" name="pl20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0" name="pl20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1" name="pl20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2" name="pl20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3" name="pl20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4" name="pl20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5" name="pl20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6" name="pl20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7" name="pl20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8" name="pl20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9" name="pl20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0" name="pl20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1" name="pl20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2" name="pl20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3" name="pl20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4" name="pl20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5" name="pl20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6" name="pl20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7" name="pl20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8" name="pl20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9" name="pl20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0" name="pl20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1" name="pl20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2" name="pl20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3" name="pl20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4" name="pl20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5" name="pl20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6" name="pl20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7" name="pl20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8" name="pl20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9" name="pl20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0" name="pl20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1" name="pl20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2" name="pl20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3" name="pl20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4" name="pl20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5" name="pl20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6" name="pl20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7" name="pl20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8" name="pl20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9" name="pl20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0" name="pl20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1" name="pl20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2" name="pl20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3" name="pl20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4" name="pl20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5" name="pl20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6" name="pl20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7" name="pl20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8" name="pl20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9" name="pl20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0" name="pl20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1" name="pl20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2" name="pl20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3" name="pl20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4" name="pl20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5" name="pl20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6" name="pl20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7" name="pl20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8" name="pl20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9" name="pl20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0" name="pl20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1" name="pl20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2" name="pl20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3" name="pl20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4" name="pl20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5" name="pl20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6" name="pl20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7" name="pl20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8" name="pl20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9" name="pl20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0" name="pl20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1" name="pl21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2" name="pl21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3" name="pl21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4" name="pl21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5" name="pl21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6" name="pl21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7" name="pl21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8" name="pl21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9" name="pl21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0" name="pl21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1" name="pl21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2" name="pl21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3" name="pl21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4" name="pl21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5" name="pl21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6" name="pl21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7" name="pl21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8" name="pl21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9" name="pl21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0" name="pl21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1" name="pl21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2" name="pl21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3" name="pl21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4" name="pl21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5" name="pl21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6" name="pl21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7" name="pl21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8" name="pl21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9" name="pl21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0" name="pl21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1" name="pl21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2" name="pl21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3" name="pl21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4" name="pl21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5" name="pl21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6" name="pl21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7" name="pl21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8" name="pl21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9" name="pl21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0" name="pl21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1" name="pl21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2" name="pl21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3" name="pl21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4" name="pl21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5" name="pl21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6" name="pl21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7" name="pl21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8" name="pl21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9" name="pl21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0" name="pl21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1" name="pl21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2" name="pl21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3" name="pl21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4" name="pl21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5" name="pl21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6" name="pl21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7" name="pl21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8" name="pl21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9" name="pl21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0" name="pl21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1" name="pl21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2" name="pl21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3" name="pl21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4" name="pl21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5" name="pl21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6" name="pl21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7" name="pl21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8" name="pl21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9" name="pl21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0" name="pl21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1" name="pl21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2" name="pl21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3" name="pl21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4" name="pl21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5" name="pl21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6" name="pl21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7" name="pl21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8" name="pl21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9" name="pl21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0" name="pl21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1" name="pl21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2" name="pl21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3" name="pl21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4" name="pl21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5" name="pl21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6" name="pl21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7" name="pl21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8" name="pl21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9" name="pl21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0" name="pl21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1" name="pl21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2" name="pl21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3" name="pl21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4" name="pl21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5" name="pl21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6" name="pl21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7" name="pl21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8" name="pl21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9" name="pl21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0" name="pl21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1" name="pl22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2" name="pl22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3" name="pl22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4" name="pl22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5" name="pl22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6" name="pl22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7" name="pl22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8" name="pl22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9" name="pl22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0" name="pl22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1" name="pl22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2" name="pl22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3" name="pl22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4" name="pl22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5" name="pl22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6" name="pl22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7" name="pl22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8" name="pl22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9" name="pl22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0" name="pl22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1" name="pl22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2" name="pl22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3" name="pl22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4" name="pl22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5" name="pl22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6" name="pl22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7" name="pl22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8" name="pl22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9" name="pl22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0" name="pl22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1" name="pl22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2" name="pl22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3" name="pl22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4" name="pl22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5" name="pl22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6" name="pl22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7" name="pl22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8" name="pl22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9" name="pl22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0" name="pl22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1" name="pl22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2" name="pl22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3" name="pl22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4" name="pl22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5" name="pl22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6" name="pl22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7" name="pl22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8" name="pl22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9" name="pl22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0" name="pl22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1" name="pl22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2" name="pl22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3" name="pl22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4" name="pl22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5" name="pl22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6" name="pl22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7" name="pl22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8" name="pl22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9" name="pl22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0" name="pl22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1" name="pl22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2" name="pl22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3" name="pl22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4" name="pl22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5" name="pl22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6" name="pl22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7" name="pl22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8" name="pl22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9" name="pl22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0" name="pl22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1" name="pl22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2" name="pl22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3" name="pl22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4" name="pl22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5" name="pl22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6" name="pl22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7" name="pl22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8" name="pl22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9" name="pl22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0" name="pl22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1" name="pl22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2" name="pl22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3" name="pl22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4" name="pl22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5" name="pl22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6" name="pl22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7" name="pl22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8" name="pl22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9" name="pl22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0" name="pl22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1" name="pl22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2" name="pl22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3" name="pl22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4" name="pl22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5" name="pl22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6" name="pl22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7" name="pl22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8" name="pl22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9" name="pl22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0" name="pl22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1" name="pl23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2" name="pl23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3" name="pl23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4" name="pl23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5" name="pl23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6" name="pl23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7" name="pl23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8" name="pl23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9" name="pl23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0" name="pl23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1" name="pl23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2" name="pl23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3" name="pl23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4" name="pl23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5" name="pl23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6" name="pl23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7" name="pl23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8" name="pl23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9" name="pl23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0" name="pl23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1" name="pl23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2" name="pl23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3" name="pl23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4" name="pl23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5" name="pl23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6" name="pl23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7" name="pl23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8" name="pl23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9" name="pl23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0" name="pl23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1" name="pl23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2" name="pl23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3" name="pl23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4" name="pl23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5" name="pl23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6" name="pl23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7" name="pl23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8" name="pl23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9" name="pl23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0" name="pl23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1" name="pl23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2" name="pl23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3" name="pl23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4" name="pl23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5" name="pl23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6" name="pl23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7" name="pl23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8" name="pl23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9" name="pl23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0" name="pl23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1" name="pl23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2" name="pl23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3" name="pl23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4" name="pl23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5" name="pl23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6" name="pl23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7" name="pl23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8" name="pl23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9" name="pl23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0" name="pl23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1" name="pl23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2" name="pl23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3" name="pl23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4" name="pl23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5" name="pl23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6" name="pl23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7" name="pl23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8" name="pl23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9" name="pl23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0" name="pl23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1" name="pl23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2" name="pl23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3" name="pl23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4" name="pl23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5" name="pl23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6" name="pl23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7" name="pl23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8" name="pl23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9" name="pl23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0" name="pl23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1" name="pl23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2" name="pl23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3" name="pl23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4" name="pl23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5" name="pl23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6" name="pl23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7" name="pl23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8" name="pl23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9" name="pl23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0" name="pl23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1" name="pl23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2" name="pl23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3" name="pl23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4" name="pl23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5" name="pl23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6" name="pl23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7" name="pl23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8" name="pl23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9" name="pl23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0" name="pl23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1" name="pl24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2" name="pl24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3" name="pl24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4" name="pl24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5" name="pl24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6" name="pl24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7" name="pl24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8" name="pl24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9" name="pl24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0" name="pl24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1" name="pl24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2" name="pl24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3" name="pl24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4" name="pl24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5" name="pl24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6" name="pl24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7" name="pl24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8" name="pl24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9" name="pl24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0" name="pl24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1" name="pl24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2" name="pl24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3" name="pl24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4" name="pl24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5" name="pl24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6" name="pl24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7" name="pl24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8" name="pl24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9" name="pl24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0" name="pl24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1" name="pl24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2" name="pl24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3" name="pl24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4" name="pl24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5" name="pl24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6" name="pl24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7" name="pl24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8" name="pl24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9" name="pl24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0" name="pl24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1" name="pl24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2" name="pl24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3" name="pl24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4" name="pl24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5" name="pl24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6" name="pl24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7" name="pl24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8" name="pl24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9" name="pl24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0" name="pl24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1" name="pl24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2" name="pl24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3" name="pl24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4" name="pl24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5" name="pl24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6" name="pl24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7" name="pl24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8" name="pl24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9" name="pl24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0" name="pl24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1" name="pl24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2" name="pl24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3" name="pl24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4" name="pl24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5" name="pl24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6" name="pl24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7" name="pl24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8" name="pl24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9" name="pl24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0" name="pl24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1" name="pl24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2" name="pl24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3" name="pl24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4" name="pl24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5" name="pl24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6" name="pl24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7" name="pl24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8" name="pl24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9" name="pl24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0" name="pl24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1" name="pl24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2" name="pl24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3" name="pl24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4" name="pl24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5" name="pl24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6" name="pl24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7" name="pl24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8" name="pl24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9" name="pl24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0" name="pl24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1" name="pl24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2" name="pl24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3" name="pl24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4" name="pl24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5" name="pl24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6" name="pl24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7" name="pl24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8" name="pl24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9" name="pl24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0" name="pl24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1" name="pl25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2" name="pl25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3" name="pl25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4" name="pl25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5" name="pl25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6" name="pl25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7" name="pl25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8" name="pl25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9" name="pl25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0" name="pl25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1" name="pl25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2" name="pl25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3" name="pl25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4" name="pl25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5" name="pl25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6" name="pl25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7" name="pl25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8" name="pl25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9" name="pl25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0" name="pl25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1" name="pl25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2" name="pl25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3" name="pl25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4" name="pl25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5" name="pl25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6" name="pl25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7" name="pl25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8" name="pl25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9" name="pl25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0" name="pl25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1" name="pl25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2" name="pl25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3" name="pl25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4" name="pl25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5" name="pl25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6" name="pl25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7" name="pl25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8" name="pl25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9" name="pl25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0" name="pl25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1" name="pl25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2" name="pl25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3" name="pl25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4" name="pl25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5" name="pl25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6" name="pl25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7" name="pl25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8" name="pl25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9" name="pl25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0" name="pl25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1" name="pl25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2" name="pl25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3" name="pl25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4" name="pl25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5" name="pl25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6" name="pl25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7" name="pl25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8" name="pl25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9" name="pl25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0" name="pl25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1" name="pl25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2" name="pl25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3" name="pl25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4" name="pl25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5" name="pl25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6" name="pl25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7" name="pl25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8" name="pl25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9" name="pl25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0" name="pl25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1" name="pl25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2" name="pl25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3" name="pl25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4" name="pl25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5" name="pl25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6" name="pl25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7" name="pl25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8" name="pl25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9" name="pl25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0" name="pl25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1" name="pl25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2" name="pl25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3" name="pl25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4" name="pl25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5" name="pl25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6" name="pl25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7" name="pl25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8" name="pl25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9" name="pl25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0" name="pl25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1" name="pl25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2" name="pl25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3" name="pl25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4" name="pl25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5" name="pl25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6" name="pl25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7" name="pl25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8" name="pl25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9" name="pl25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0" name="pl25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1" name="pl26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2" name="pl26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3" name="pl26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4" name="pl26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5" name="pl26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6" name="pl26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7" name="pl26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8" name="pl26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9" name="pl26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0" name="pl26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1" name="pl26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2" name="pl26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3" name="pl26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4" name="pl26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5" name="pl26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6" name="pl26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7" name="pl26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8" name="pl26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9" name="pl26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0" name="pl26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1" name="pl26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2" name="pl26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3" name="pl26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4" name="pl26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5" name="pl26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6" name="pl26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7" name="pl26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8" name="pl26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9" name="pl26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0" name="pl26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1" name="pl26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2" name="pl26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3" name="pl26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4" name="pl26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5" name="pl26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6" name="pl26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7" name="pl26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8" name="pl26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9" name="pl26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0" name="pl26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1" name="pl26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2" name="pl26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3" name="pl26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4" name="pl26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5" name="pl26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6" name="pl26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7" name="pl26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8" name="pl26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9" name="pl26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0" name="pl26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1" name="pl26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2" name="pl26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3" name="pl26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4" name="pl26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5" name="pl26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6" name="pl26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7" name="pl26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8" name="pl26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9" name="pl26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0" name="pl26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1" name="pl26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2" name="pl26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3" name="pl26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4" name="pl26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5" name="pl26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6" name="pl26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7" name="pl26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8" name="pl26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9" name="pl26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0" name="pl26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1" name="pl26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2" name="pl26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3" name="pl26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4" name="pl26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5" name="pl26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6" name="pl26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7" name="pl26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8" name="pl26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9" name="pl26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0" name="pl26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1" name="pl26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2" name="pl26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3" name="pl26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4" name="pl26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5" name="pl26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6" name="pl26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7" name="pl26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8" name="pl26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9" name="pl26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0" name="pl26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1" name="pl26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2" name="pl26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3" name="pl26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4" name="pl26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5" name="pl26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6" name="pl26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7" name="pl26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8" name="pl26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9" name="pl26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0" name="pl26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1" name="pl27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2" name="pl27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3" name="pl27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4" name="pl27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5" name="pl27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6" name="pl27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7" name="pl27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8" name="pl27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9" name="pl27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0" name="pl27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1" name="pl27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2" name="pl27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3" name="pl27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4" name="pl27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5" name="pl27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6" name="pl27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7" name="pl27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8" name="pl27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9" name="pl27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0" name="pl27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1" name="pl27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2" name="pl27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3" name="pl27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4" name="pl27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5" name="pl27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6" name="pl27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7" name="pl27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8" name="pl27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9" name="pl27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0" name="pl27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1" name="pl27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2" name="pl27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3" name="pl27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4" name="pl27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5" name="pl27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6" name="pl27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7" name="pl27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8" name="pl27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9" name="pl27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40" name="pl27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41" name="pl27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42" name="pl27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43" name="pl27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44" name="pl27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45" name="pl27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46" name="pl27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47" name="pl27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48" name="pl27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49" name="pl27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50" name="pl27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51" name="pl27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52" name="pl27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53" name="pl27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54" name="pl27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55" name="pl27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56" name="pl27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57" name="pl27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58" name="pl27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59" name="pl27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60" name="pl27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61" name="pl27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62" name="pl27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63" name="pl27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64" name="pl27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65" name="pl27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66" name="pl27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67" name="pl27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68" name="pl27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69" name="pl27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70" name="pl27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71" name="pl27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72" name="pl27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73" name="pl27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74" name="pl27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75" name="pl27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76" name="pl27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77" name="pl27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78" name="pl27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79" name="pl27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80" name="pl27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81" name="pl27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82" name="pl27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83" name="pl27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84" name="pl27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85" name="pl27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86" name="pl27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87" name="pl27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88" name="pl27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89" name="pl27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90" name="pl27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91" name="pl27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92" name="pl27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93" name="pl27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94" name="pl27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95" name="pl27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96" name="pl27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97" name="pl27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98" name="pl27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99" name="pl27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00" name="pl27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01" name="pl28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02" name="pl28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03" name="pl28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04" name="pl28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05" name="pl28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06" name="pl28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07" name="pl28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08" name="pl28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09" name="pl28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10" name="pl28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11" name="pl28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12" name="pl28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13" name="pl28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14" name="pl28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15" name="pl28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16" name="pl28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17" name="pl28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18" name="pl28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19" name="pl28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20" name="pl28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21" name="pl28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22" name="pl28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23" name="pl28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24" name="pl28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25" name="pl28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26" name="pl28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27" name="pl28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28" name="pl28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29" name="pl28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30" name="pl28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31" name="pl28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32" name="pl28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33" name="pl28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34" name="pl28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35" name="pl28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36" name="pl28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37" name="pl28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38" name="pl28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39" name="pl28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40" name="pl28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41" name="pl28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42" name="pl28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43" name="pl28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44" name="pl28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45" name="pl28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46" name="pl28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47" name="pl28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48" name="pl28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49" name="pl28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50" name="pl28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51" name="pl28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52" name="pl28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53" name="pl28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54" name="pl28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55" name="pl28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56" name="pl28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57" name="pl28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58" name="pl28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59" name="pl28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60" name="pl28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61" name="pl28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62" name="pl28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63" name="pl28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64" name="pl28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65" name="pl28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66" name="pl28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67" name="pl28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68" name="pl28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69" name="pl28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70" name="pl28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71" name="pl28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72" name="pl28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73" name="pl28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74" name="pl28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75" name="pl28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76" name="pl28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77" name="pl28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78" name="pl28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79" name="pl28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80" name="pl28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81" name="pl28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82" name="pl28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83" name="pl28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84" name="pl28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85" name="pl28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86" name="pl28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87" name="pl28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88" name="pl28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89" name="pl28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90" name="pl28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91" name="pl28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92" name="pl28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93" name="pl28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94" name="pl28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95" name="pl28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96" name="pl28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97" name="pl28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98" name="pl28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99" name="pl28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00" name="pl28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01" name="pl29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02" name="pl29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03" name="pl29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04" name="pl29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05" name="pl29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06" name="pl29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07" name="pl29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08" name="pl29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09" name="pl29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10" name="pl29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11" name="pl29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12" name="pl29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13" name="pl29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14" name="pl29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15" name="pl29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16" name="pl29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17" name="pl29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18" name="pl29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19" name="pl29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20" name="pl29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21" name="pl29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22" name="pl29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23" name="pl29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24" name="pl29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25" name="pl29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26" name="pl29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27" name="pl29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28" name="pl29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29" name="pl29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30" name="pl29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31" name="pl29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32" name="pl29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33" name="pl29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34" name="pl29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35" name="pl29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36" name="pl29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37" name="pl29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38" name="pl29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39" name="pl29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40" name="pl29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41" name="pl29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42" name="pl29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43" name="pl29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44" name="pl29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45" name="pl29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46" name="pl29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47" name="pl29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48" name="pl29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49" name="pl29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50" name="pl29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51" name="pl29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52" name="pl29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53" name="pl29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54" name="pl29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55" name="pl29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56" name="pl29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57" name="pl29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58" name="pl29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59" name="pl29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60" name="pl29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61" name="pl29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62" name="pl29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63" name="pl29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64" name="pl29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65" name="pl29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66" name="pl29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67" name="pl29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68" name="pl29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69" name="pl29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70" name="pl29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71" name="pl29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72" name="pl29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73" name="pl29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74" name="pl29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75" name="pl29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76" name="pl29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77" name="pl29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78" name="pl29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79" name="pl29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80" name="pl29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81" name="pl29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82" name="pl29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83" name="pl29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84" name="pl29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85" name="pl29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86" name="pl29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87" name="pl29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88" name="pl29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89" name="pl29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90" name="pl29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91" name="pl29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92" name="pl29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93" name="pl29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94" name="pl29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95" name="pl29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96" name="pl29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97" name="pl29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98" name="pl29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99" name="pl29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00" name="pl29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01" name="pl30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02" name="pl30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03" name="pl30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04" name="pl30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05" name="pl30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06" name="pl30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07" name="pl30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08" name="pl30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09" name="pl30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10" name="pl30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11" name="pl30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12" name="pl30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13" name="pl30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14" name="pl30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15" name="pl30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16" name="pl30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17" name="pl30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18" name="pl30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19" name="pl30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20" name="pl30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21" name="pl30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22" name="pl30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23" name="pl30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24" name="pl30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25" name="pl30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26" name="pl30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27" name="pl30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28" name="pl30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29" name="pl30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30" name="pl30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31" name="pl30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32" name="pl30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33" name="pl30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34" name="pl30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35" name="pl30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36" name="pl30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37" name="pl30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38" name="pl30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39" name="pl30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40" name="pl30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41" name="pl30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42" name="pl30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43" name="pl30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44" name="pl30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45" name="pl30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46" name="pl30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47" name="pl30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48" name="pl30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49" name="pl30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50" name="pl30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51" name="pl30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52" name="pl30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53" name="pl30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54" name="pl30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55" name="pl30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56" name="pl30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57" name="pl30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58" name="pl30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59" name="pl30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60" name="pl30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61" name="pl30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62" name="pl30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63" name="pl30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64" name="pl30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65" name="pl30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66" name="pl30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67" name="pl30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68" name="pl30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69" name="pl30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70" name="pl30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71" name="pl30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72" name="pl30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73" name="pl30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74" name="pl30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75" name="pl30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76" name="pl30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77" name="pl30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78" name="pl30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79" name="pl30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80" name="pl30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81" name="pl30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82" name="pl30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83" name="pl30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84" name="pl30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85" name="pl30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86" name="pl30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87" name="pl30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88" name="pl30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89" name="pl30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90" name="pl30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91" name="pl30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92" name="pl30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93" name="pl30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94" name="pl30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95" name="pl30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96" name="pl30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97" name="pl30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98" name="pl30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99" name="pl30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00" name="pl30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01" name="pl31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02" name="pl31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03" name="pl31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04" name="pl31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05" name="pl31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06" name="pl31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07" name="pl31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08" name="pl31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09" name="pl31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10" name="pl31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11" name="pl31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12" name="pl31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13" name="pl31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14" name="pl31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15" name="pl31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16" name="pl31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17" name="pl31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18" name="pl31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19" name="pl31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20" name="pl31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21" name="pl31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22" name="pl31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23" name="pl31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24" name="pl31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25" name="pl31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26" name="pl31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27" name="pl31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28" name="pl31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29" name="pl31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30" name="pl31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31" name="pl31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32" name="pl31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33" name="pl31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34" name="pl31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35" name="pl31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36" name="pl31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37" name="pl31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38" name="pl31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39" name="pl31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40" name="pl31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41" name="pl31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42" name="pl31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43" name="pl31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44" name="pl31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45" name="pl31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46" name="pl31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47" name="pl31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48" name="pl31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49" name="pl31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50" name="pl31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51" name="pl31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52" name="pl31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53" name="pl31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54" name="pl31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55" name="pl31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56" name="pl31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57" name="pl31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58" name="pl31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59" name="pl31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60" name="pl31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61" name="pl31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62" name="pl31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63" name="pl31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64" name="pl31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65" name="pl31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66" name="pl31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67" name="pl31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68" name="pl31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69" name="pl31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70" name="pl31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71" name="pl31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72" name="pl31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73" name="pl31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74" name="pl31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75" name="pl31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76" name="pl31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77" name="pl31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78" name="pl31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79" name="pl31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80" name="pl31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81" name="pl31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82" name="pl31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83" name="pl31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84" name="pl31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85" name="pl31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86" name="pl31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87" name="pl31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88" name="pl31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89" name="pl31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90" name="pl31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91" name="pl31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92" name="pl31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93" name="pl31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94" name="pl31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95" name="pl31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96" name="pl31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97" name="pl31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98" name="pl31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99" name="pl31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00" name="pl31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01" name="pl32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02" name="pl32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03" name="pl32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04" name="pl32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05" name="pl32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06" name="pl32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07" name="pl32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08" name="pl32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09" name="pl32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10" name="pl32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11" name="pl32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12" name="pl32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13" name="pl32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14" name="pl32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15" name="pl32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16" name="pl32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17" name="pl32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18" name="pl32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19" name="pl32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20" name="pl32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21" name="pl32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22" name="pl32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23" name="pl32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24" name="pl32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25" name="pl32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26" name="pl32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27" name="pl32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28" name="pl32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29" name="pl32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30" name="pl32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31" name="pl32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32" name="pl32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33" name="pl32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34" name="pl32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35" name="pl32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36" name="pl32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37" name="pl32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38" name="pl32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39" name="pl32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40" name="pl32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41" name="pl32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42" name="pl32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43" name="pl32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44" name="pl32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45" name="pl32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46" name="pl32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47" name="pl32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48" name="pl32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49" name="pl32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50" name="pl32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51" name="pl32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52" name="pl32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53" name="pl32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54" name="pl32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55" name="pl32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56" name="pl32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57" name="pl32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58" name="pl32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59" name="pl32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60" name="pl32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61" name="pl32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62" name="pl32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63" name="pl32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64" name="pl32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65" name="pl32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66" name="pl32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67" name="pl32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68" name="pl32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69" name="pl32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70" name="pl32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71" name="pl32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72" name="pl32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73" name="pl32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74" name="pl32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75" name="pl32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76" name="pl32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77" name="pl32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78" name="pl32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79" name="pl32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80" name="pl32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81" name="pl32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82" name="pl32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83" name="pl32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84" name="pl32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85" name="pl32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86" name="pl32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87" name="pl32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88" name="pl32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89" name="pl32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90" name="pl32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91" name="pl32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92" name="pl32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93" name="pl32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94" name="pl32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95" name="pl32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96" name="pl32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97" name="pl32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98" name="pl32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99" name="pl32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00" name="pl32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01" name="pl33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02" name="pl33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03" name="pl33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04" name="pl33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05" name="pl33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06" name="pl33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07" name="pl33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08" name="pl33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09" name="pl33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10" name="pl33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11" name="pl33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12" name="pl33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13" name="pl33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14" name="pl33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15" name="pl33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16" name="pl33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17" name="pl33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18" name="pl33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19" name="pl3318"/>
            <p:cNvSpPr/>
            <p:nvPr/>
          </p:nvSpPr>
          <p:spPr>
            <a:xfrm>
              <a:off x="773555" y="1410558"/>
              <a:ext cx="0" cy="4605405"/>
            </a:xfrm>
            <a:custGeom>
              <a:avLst/>
              <a:pathLst>
                <a:path w="0" h="4605405">
                  <a:moveTo>
                    <a:pt x="0" y="4605405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0" name="tx3319"/>
            <p:cNvSpPr/>
            <p:nvPr/>
          </p:nvSpPr>
          <p:spPr>
            <a:xfrm>
              <a:off x="626081" y="5759128"/>
              <a:ext cx="73456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</a:t>
              </a:r>
            </a:p>
          </p:txBody>
        </p:sp>
        <p:sp>
          <p:nvSpPr>
            <p:cNvPr id="3321" name="tx3320"/>
            <p:cNvSpPr/>
            <p:nvPr/>
          </p:nvSpPr>
          <p:spPr>
            <a:xfrm>
              <a:off x="552624" y="4921782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3322" name="tx3321"/>
            <p:cNvSpPr/>
            <p:nvPr/>
          </p:nvSpPr>
          <p:spPr>
            <a:xfrm>
              <a:off x="552624" y="4084113"/>
              <a:ext cx="146913" cy="9519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3323" name="tx3322"/>
            <p:cNvSpPr/>
            <p:nvPr/>
          </p:nvSpPr>
          <p:spPr>
            <a:xfrm>
              <a:off x="552624" y="3246960"/>
              <a:ext cx="146913" cy="9499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3324" name="tx3323"/>
            <p:cNvSpPr/>
            <p:nvPr/>
          </p:nvSpPr>
          <p:spPr>
            <a:xfrm>
              <a:off x="552624" y="2409484"/>
              <a:ext cx="146913" cy="9512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3325" name="tx3324"/>
            <p:cNvSpPr/>
            <p:nvPr/>
          </p:nvSpPr>
          <p:spPr>
            <a:xfrm>
              <a:off x="552624" y="1572396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50</a:t>
              </a:r>
            </a:p>
          </p:txBody>
        </p:sp>
        <p:sp>
          <p:nvSpPr>
            <p:cNvPr id="3326" name="pl3325"/>
            <p:cNvSpPr/>
            <p:nvPr/>
          </p:nvSpPr>
          <p:spPr>
            <a:xfrm>
              <a:off x="732434" y="5806627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7" name="pl3326"/>
            <p:cNvSpPr/>
            <p:nvPr/>
          </p:nvSpPr>
          <p:spPr>
            <a:xfrm>
              <a:off x="732434" y="4969280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8" name="pl3327"/>
            <p:cNvSpPr/>
            <p:nvPr/>
          </p:nvSpPr>
          <p:spPr>
            <a:xfrm>
              <a:off x="732434" y="4131934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9" name="pl3328"/>
            <p:cNvSpPr/>
            <p:nvPr/>
          </p:nvSpPr>
          <p:spPr>
            <a:xfrm>
              <a:off x="732434" y="3294587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0" name="pl3329"/>
            <p:cNvSpPr/>
            <p:nvPr/>
          </p:nvSpPr>
          <p:spPr>
            <a:xfrm>
              <a:off x="732434" y="2457241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1" name="pl3330"/>
            <p:cNvSpPr/>
            <p:nvPr/>
          </p:nvSpPr>
          <p:spPr>
            <a:xfrm>
              <a:off x="732434" y="1619894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2" name="pl3331"/>
            <p:cNvSpPr/>
            <p:nvPr/>
          </p:nvSpPr>
          <p:spPr>
            <a:xfrm>
              <a:off x="773555" y="6015963"/>
              <a:ext cx="9482522" cy="0"/>
            </a:xfrm>
            <a:custGeom>
              <a:avLst/>
              <a:pathLst>
                <a:path w="9482522" h="0">
                  <a:moveTo>
                    <a:pt x="0" y="0"/>
                  </a:moveTo>
                  <a:lnTo>
                    <a:pt x="9482522" y="0"/>
                  </a:lnTo>
                </a:path>
              </a:pathLst>
            </a:custGeom>
            <a:ln w="16014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3" name="pl3332"/>
            <p:cNvSpPr/>
            <p:nvPr/>
          </p:nvSpPr>
          <p:spPr>
            <a:xfrm>
              <a:off x="1204579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4" name="pl3333"/>
            <p:cNvSpPr/>
            <p:nvPr/>
          </p:nvSpPr>
          <p:spPr>
            <a:xfrm>
              <a:off x="2928674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5" name="pl3334"/>
            <p:cNvSpPr/>
            <p:nvPr/>
          </p:nvSpPr>
          <p:spPr>
            <a:xfrm>
              <a:off x="4652769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6" name="pl3335"/>
            <p:cNvSpPr/>
            <p:nvPr/>
          </p:nvSpPr>
          <p:spPr>
            <a:xfrm>
              <a:off x="6376864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7" name="pl3336"/>
            <p:cNvSpPr/>
            <p:nvPr/>
          </p:nvSpPr>
          <p:spPr>
            <a:xfrm>
              <a:off x="8100958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8" name="pl3337"/>
            <p:cNvSpPr/>
            <p:nvPr/>
          </p:nvSpPr>
          <p:spPr>
            <a:xfrm>
              <a:off x="9825053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9" name="tx3338"/>
            <p:cNvSpPr/>
            <p:nvPr/>
          </p:nvSpPr>
          <p:spPr>
            <a:xfrm>
              <a:off x="1167850" y="6089852"/>
              <a:ext cx="73456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</a:t>
              </a:r>
            </a:p>
          </p:txBody>
        </p:sp>
        <p:sp>
          <p:nvSpPr>
            <p:cNvPr id="3340" name="tx3339"/>
            <p:cNvSpPr/>
            <p:nvPr/>
          </p:nvSpPr>
          <p:spPr>
            <a:xfrm>
              <a:off x="2855217" y="6089852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3341" name="tx3340"/>
            <p:cNvSpPr/>
            <p:nvPr/>
          </p:nvSpPr>
          <p:spPr>
            <a:xfrm>
              <a:off x="4579312" y="6089529"/>
              <a:ext cx="146913" cy="9519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3342" name="tx3341"/>
            <p:cNvSpPr/>
            <p:nvPr/>
          </p:nvSpPr>
          <p:spPr>
            <a:xfrm>
              <a:off x="6303407" y="6089723"/>
              <a:ext cx="146913" cy="9499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3343" name="tx3342"/>
            <p:cNvSpPr/>
            <p:nvPr/>
          </p:nvSpPr>
          <p:spPr>
            <a:xfrm>
              <a:off x="8027502" y="6089594"/>
              <a:ext cx="146913" cy="9512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3344" name="tx3343"/>
            <p:cNvSpPr/>
            <p:nvPr/>
          </p:nvSpPr>
          <p:spPr>
            <a:xfrm>
              <a:off x="9751597" y="6089852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50</a:t>
              </a:r>
            </a:p>
          </p:txBody>
        </p:sp>
        <p:sp>
          <p:nvSpPr>
            <p:cNvPr id="3345" name="tx3344"/>
            <p:cNvSpPr/>
            <p:nvPr/>
          </p:nvSpPr>
          <p:spPr>
            <a:xfrm>
              <a:off x="4941279" y="6217005"/>
              <a:ext cx="1147074" cy="15647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Objective mean</a:t>
              </a:r>
            </a:p>
          </p:txBody>
        </p:sp>
        <p:sp>
          <p:nvSpPr>
            <p:cNvPr id="3346" name="tx3345"/>
            <p:cNvSpPr/>
            <p:nvPr/>
          </p:nvSpPr>
          <p:spPr>
            <a:xfrm rot="-5400000">
              <a:off x="-346645" y="3635023"/>
              <a:ext cx="1486786" cy="15647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Subjective response</a:t>
              </a:r>
            </a:p>
          </p:txBody>
        </p:sp>
        <p:sp>
          <p:nvSpPr>
            <p:cNvPr id="3347" name="rc3346"/>
            <p:cNvSpPr/>
            <p:nvPr/>
          </p:nvSpPr>
          <p:spPr>
            <a:xfrm>
              <a:off x="10420560" y="3183243"/>
              <a:ext cx="1201517" cy="106003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48" name="tx3347"/>
            <p:cNvSpPr/>
            <p:nvPr/>
          </p:nvSpPr>
          <p:spPr>
            <a:xfrm>
              <a:off x="10502802" y="3280680"/>
              <a:ext cx="1037034" cy="12148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Variance level</a:t>
              </a:r>
            </a:p>
          </p:txBody>
        </p:sp>
        <p:sp>
          <p:nvSpPr>
            <p:cNvPr id="3349" name="rc3348"/>
            <p:cNvSpPr/>
            <p:nvPr/>
          </p:nvSpPr>
          <p:spPr>
            <a:xfrm>
              <a:off x="10502802" y="3502669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50" name="rc3349"/>
            <p:cNvSpPr/>
            <p:nvPr/>
          </p:nvSpPr>
          <p:spPr>
            <a:xfrm>
              <a:off x="10511802" y="3511669"/>
              <a:ext cx="201455" cy="201456"/>
            </a:xfrm>
            <a:prstGeom prst="rect">
              <a:avLst/>
            </a:prstGeom>
            <a:solidFill>
              <a:srgbClr val="F8766D">
                <a:alpha val="14901"/>
              </a:srgbClr>
            </a:solidFill>
          </p:spPr>
          <p:txBody>
            <a:bodyPr/>
            <a:lstStyle/>
            <a:p/>
          </p:txBody>
        </p:sp>
        <p:sp>
          <p:nvSpPr>
            <p:cNvPr id="3351" name="pl3350"/>
            <p:cNvSpPr/>
            <p:nvPr/>
          </p:nvSpPr>
          <p:spPr>
            <a:xfrm>
              <a:off x="10524748" y="3612397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2" name="rc3351"/>
            <p:cNvSpPr/>
            <p:nvPr/>
          </p:nvSpPr>
          <p:spPr>
            <a:xfrm>
              <a:off x="10502802" y="3722125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53" name="rc3352"/>
            <p:cNvSpPr/>
            <p:nvPr/>
          </p:nvSpPr>
          <p:spPr>
            <a:xfrm>
              <a:off x="10511802" y="3731125"/>
              <a:ext cx="201455" cy="201456"/>
            </a:xfrm>
            <a:prstGeom prst="rect">
              <a:avLst/>
            </a:prstGeom>
            <a:solidFill>
              <a:srgbClr val="00BA38">
                <a:alpha val="14901"/>
              </a:srgbClr>
            </a:solidFill>
          </p:spPr>
          <p:txBody>
            <a:bodyPr/>
            <a:lstStyle/>
            <a:p/>
          </p:txBody>
        </p:sp>
        <p:sp>
          <p:nvSpPr>
            <p:cNvPr id="3354" name="pl3353"/>
            <p:cNvSpPr/>
            <p:nvPr/>
          </p:nvSpPr>
          <p:spPr>
            <a:xfrm>
              <a:off x="10524748" y="3831853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5" name="rc3354"/>
            <p:cNvSpPr/>
            <p:nvPr/>
          </p:nvSpPr>
          <p:spPr>
            <a:xfrm>
              <a:off x="10502802" y="3941581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356" name="rc3355"/>
            <p:cNvSpPr/>
            <p:nvPr/>
          </p:nvSpPr>
          <p:spPr>
            <a:xfrm>
              <a:off x="10511802" y="3950581"/>
              <a:ext cx="201455" cy="201456"/>
            </a:xfrm>
            <a:prstGeom prst="rect">
              <a:avLst/>
            </a:prstGeom>
            <a:solidFill>
              <a:srgbClr val="619CFF">
                <a:alpha val="14901"/>
              </a:srgbClr>
            </a:solidFill>
          </p:spPr>
          <p:txBody>
            <a:bodyPr/>
            <a:lstStyle/>
            <a:p/>
          </p:txBody>
        </p:sp>
        <p:sp>
          <p:nvSpPr>
            <p:cNvPr id="3357" name="pl3356"/>
            <p:cNvSpPr/>
            <p:nvPr/>
          </p:nvSpPr>
          <p:spPr>
            <a:xfrm>
              <a:off x="10524748" y="4051309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8" name="tx3357"/>
            <p:cNvSpPr/>
            <p:nvPr/>
          </p:nvSpPr>
          <p:spPr>
            <a:xfrm>
              <a:off x="10804500" y="3559674"/>
              <a:ext cx="440481" cy="100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SD of 3</a:t>
              </a:r>
            </a:p>
          </p:txBody>
        </p:sp>
        <p:sp>
          <p:nvSpPr>
            <p:cNvPr id="3359" name="tx3358"/>
            <p:cNvSpPr/>
            <p:nvPr/>
          </p:nvSpPr>
          <p:spPr>
            <a:xfrm>
              <a:off x="10804500" y="3779130"/>
              <a:ext cx="440481" cy="100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SD of 5</a:t>
              </a:r>
            </a:p>
          </p:txBody>
        </p:sp>
        <p:sp>
          <p:nvSpPr>
            <p:cNvPr id="3360" name="tx3359"/>
            <p:cNvSpPr/>
            <p:nvPr/>
          </p:nvSpPr>
          <p:spPr>
            <a:xfrm>
              <a:off x="10804500" y="3998586"/>
              <a:ext cx="440481" cy="100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SD of 7</a:t>
              </a:r>
            </a:p>
          </p:txBody>
        </p:sp>
        <p:sp>
          <p:nvSpPr>
            <p:cNvPr id="3361" name="tx3360"/>
            <p:cNvSpPr/>
            <p:nvPr/>
          </p:nvSpPr>
          <p:spPr>
            <a:xfrm>
              <a:off x="773555" y="1136452"/>
              <a:ext cx="2074068" cy="1553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Model-based regression line</a:t>
              </a:r>
            </a:p>
          </p:txBody>
        </p:sp>
        <p:sp>
          <p:nvSpPr>
            <p:cNvPr id="3362" name="tx3361"/>
            <p:cNvSpPr/>
            <p:nvPr/>
          </p:nvSpPr>
          <p:spPr>
            <a:xfrm>
              <a:off x="773555" y="860895"/>
              <a:ext cx="2929331" cy="18641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5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56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Experiment 4 - Average condition</a:t>
              </a:r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p:ph/>
          </p:nvPr>
        </p:nvSpPr>
        <p:spPr>
          <a:xfrm>
            <a:off x="274320" y="182880"/>
            <a:ext cx="11430000" cy="457200"/>
          </a:xfrm>
        </p:spPr>
        <p:txBody>
          <a:bodyPr/>
          <a:lstStyle/>
          <a:p>
            <a:r>
              <a:rPr/>
              <a:t>Exp 4 - Experience model regression</a:t>
            </a:r>
          </a:p>
        </p:txBody>
      </p:sp>
      <p:grpSp xmlns:pic="http://schemas.openxmlformats.org/drawingml/2006/picture">
        <p:nvGrpSpPr>
          <p:cNvPr id="3" name=""/>
          <p:cNvGrpSpPr/>
          <p:nvPr/>
        </p:nvGrpSpPr>
        <p:grpSpPr>
          <a:xfrm>
            <a:off x="274320" y="822960"/>
            <a:ext cx="11430000" cy="5669280"/>
            <a:chOff x="274320" y="822960"/>
            <a:chExt cx="11430000" cy="5669280"/>
          </a:xfrm>
        </p:grpSpPr>
        <p:sp>
          <p:nvSpPr>
            <p:cNvPr id="4" name="rc3"/>
            <p:cNvSpPr/>
            <p:nvPr/>
          </p:nvSpPr>
          <p:spPr>
            <a:xfrm>
              <a:off x="274320" y="822960"/>
              <a:ext cx="1143000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4"/>
            <p:cNvSpPr/>
            <p:nvPr/>
          </p:nvSpPr>
          <p:spPr>
            <a:xfrm>
              <a:off x="11704320" y="822960"/>
              <a:ext cx="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6014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rc5"/>
            <p:cNvSpPr/>
            <p:nvPr/>
          </p:nvSpPr>
          <p:spPr>
            <a:xfrm>
              <a:off x="773555" y="1410558"/>
              <a:ext cx="9482522" cy="460540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g6"/>
            <p:cNvSpPr/>
            <p:nvPr/>
          </p:nvSpPr>
          <p:spPr>
            <a:xfrm>
              <a:off x="3588882" y="2742540"/>
              <a:ext cx="3693183" cy="2117244"/>
            </a:xfrm>
            <a:custGeom>
              <a:avLst/>
              <a:pathLst>
                <a:path w="3693183" h="2117244">
                  <a:moveTo>
                    <a:pt x="0" y="1979382"/>
                  </a:moveTo>
                  <a:lnTo>
                    <a:pt x="3620" y="1977556"/>
                  </a:lnTo>
                  <a:lnTo>
                    <a:pt x="3793" y="1977469"/>
                  </a:lnTo>
                  <a:lnTo>
                    <a:pt x="6206" y="1976252"/>
                  </a:lnTo>
                  <a:lnTo>
                    <a:pt x="8103" y="1975295"/>
                  </a:lnTo>
                  <a:lnTo>
                    <a:pt x="11896" y="1973382"/>
                  </a:lnTo>
                  <a:lnTo>
                    <a:pt x="12758" y="1972948"/>
                  </a:lnTo>
                  <a:lnTo>
                    <a:pt x="14309" y="1972165"/>
                  </a:lnTo>
                  <a:lnTo>
                    <a:pt x="17930" y="1970339"/>
                  </a:lnTo>
                  <a:lnTo>
                    <a:pt x="18447" y="1970078"/>
                  </a:lnTo>
                  <a:lnTo>
                    <a:pt x="18792" y="1969904"/>
                  </a:lnTo>
                  <a:lnTo>
                    <a:pt x="20344" y="1969121"/>
                  </a:lnTo>
                  <a:lnTo>
                    <a:pt x="20689" y="1968947"/>
                  </a:lnTo>
                  <a:lnTo>
                    <a:pt x="20861" y="1968860"/>
                  </a:lnTo>
                  <a:lnTo>
                    <a:pt x="21551" y="1968512"/>
                  </a:lnTo>
                  <a:lnTo>
                    <a:pt x="22068" y="1968251"/>
                  </a:lnTo>
                  <a:lnTo>
                    <a:pt x="22930" y="1967817"/>
                  </a:lnTo>
                  <a:lnTo>
                    <a:pt x="23102" y="1967730"/>
                  </a:lnTo>
                  <a:lnTo>
                    <a:pt x="24999" y="1966773"/>
                  </a:lnTo>
                  <a:lnTo>
                    <a:pt x="25516" y="1966512"/>
                  </a:lnTo>
                  <a:lnTo>
                    <a:pt x="26723" y="1965903"/>
                  </a:lnTo>
                  <a:lnTo>
                    <a:pt x="27757" y="1965381"/>
                  </a:lnTo>
                  <a:lnTo>
                    <a:pt x="28275" y="1965120"/>
                  </a:lnTo>
                  <a:lnTo>
                    <a:pt x="28619" y="1964946"/>
                  </a:lnTo>
                  <a:lnTo>
                    <a:pt x="29309" y="1964598"/>
                  </a:lnTo>
                  <a:lnTo>
                    <a:pt x="30861" y="1963816"/>
                  </a:lnTo>
                  <a:lnTo>
                    <a:pt x="31033" y="1963729"/>
                  </a:lnTo>
                  <a:lnTo>
                    <a:pt x="31895" y="1963294"/>
                  </a:lnTo>
                  <a:lnTo>
                    <a:pt x="33447" y="1962511"/>
                  </a:lnTo>
                  <a:lnTo>
                    <a:pt x="34309" y="1962076"/>
                  </a:lnTo>
                  <a:lnTo>
                    <a:pt x="36550" y="1960945"/>
                  </a:lnTo>
                  <a:lnTo>
                    <a:pt x="36723" y="1960858"/>
                  </a:lnTo>
                  <a:lnTo>
                    <a:pt x="37930" y="1960249"/>
                  </a:lnTo>
                  <a:lnTo>
                    <a:pt x="38964" y="1959727"/>
                  </a:lnTo>
                  <a:lnTo>
                    <a:pt x="39481" y="1959466"/>
                  </a:lnTo>
                  <a:lnTo>
                    <a:pt x="40171" y="1959118"/>
                  </a:lnTo>
                  <a:lnTo>
                    <a:pt x="40688" y="1958857"/>
                  </a:lnTo>
                  <a:lnTo>
                    <a:pt x="42412" y="1957987"/>
                  </a:lnTo>
                  <a:lnTo>
                    <a:pt x="43274" y="1957552"/>
                  </a:lnTo>
                  <a:lnTo>
                    <a:pt x="45516" y="1956421"/>
                  </a:lnTo>
                  <a:lnTo>
                    <a:pt x="46550" y="1955899"/>
                  </a:lnTo>
                  <a:lnTo>
                    <a:pt x="47240" y="1955551"/>
                  </a:lnTo>
                  <a:lnTo>
                    <a:pt x="47585" y="1955377"/>
                  </a:lnTo>
                  <a:lnTo>
                    <a:pt x="49481" y="1954420"/>
                  </a:lnTo>
                  <a:lnTo>
                    <a:pt x="64998" y="1946589"/>
                  </a:lnTo>
                  <a:lnTo>
                    <a:pt x="72584" y="1942759"/>
                  </a:lnTo>
                  <a:lnTo>
                    <a:pt x="172409" y="1892326"/>
                  </a:lnTo>
                  <a:lnTo>
                    <a:pt x="176030" y="1890495"/>
                  </a:lnTo>
                  <a:lnTo>
                    <a:pt x="176202" y="1890408"/>
                  </a:lnTo>
                  <a:lnTo>
                    <a:pt x="178616" y="1889187"/>
                  </a:lnTo>
                  <a:lnTo>
                    <a:pt x="180512" y="1888228"/>
                  </a:lnTo>
                  <a:lnTo>
                    <a:pt x="184305" y="1886310"/>
                  </a:lnTo>
                  <a:lnTo>
                    <a:pt x="185167" y="1885874"/>
                  </a:lnTo>
                  <a:lnTo>
                    <a:pt x="186719" y="1885089"/>
                  </a:lnTo>
                  <a:lnTo>
                    <a:pt x="190340" y="1883258"/>
                  </a:lnTo>
                  <a:lnTo>
                    <a:pt x="190857" y="1882996"/>
                  </a:lnTo>
                  <a:lnTo>
                    <a:pt x="191202" y="1882822"/>
                  </a:lnTo>
                  <a:lnTo>
                    <a:pt x="192753" y="1882037"/>
                  </a:lnTo>
                  <a:lnTo>
                    <a:pt x="193098" y="1881863"/>
                  </a:lnTo>
                  <a:lnTo>
                    <a:pt x="193271" y="1881775"/>
                  </a:lnTo>
                  <a:lnTo>
                    <a:pt x="193960" y="1881427"/>
                  </a:lnTo>
                  <a:lnTo>
                    <a:pt x="194477" y="1881165"/>
                  </a:lnTo>
                  <a:lnTo>
                    <a:pt x="195339" y="1880729"/>
                  </a:lnTo>
                  <a:lnTo>
                    <a:pt x="195512" y="1880642"/>
                  </a:lnTo>
                  <a:lnTo>
                    <a:pt x="197408" y="1879682"/>
                  </a:lnTo>
                  <a:lnTo>
                    <a:pt x="197926" y="1879421"/>
                  </a:lnTo>
                  <a:lnTo>
                    <a:pt x="199132" y="1878810"/>
                  </a:lnTo>
                  <a:lnTo>
                    <a:pt x="200167" y="1878287"/>
                  </a:lnTo>
                  <a:lnTo>
                    <a:pt x="200684" y="1878025"/>
                  </a:lnTo>
                  <a:lnTo>
                    <a:pt x="201029" y="1877851"/>
                  </a:lnTo>
                  <a:lnTo>
                    <a:pt x="201719" y="1877502"/>
                  </a:lnTo>
                  <a:lnTo>
                    <a:pt x="203270" y="1876717"/>
                  </a:lnTo>
                  <a:lnTo>
                    <a:pt x="203443" y="1876630"/>
                  </a:lnTo>
                  <a:lnTo>
                    <a:pt x="204305" y="1876194"/>
                  </a:lnTo>
                  <a:lnTo>
                    <a:pt x="205856" y="1875409"/>
                  </a:lnTo>
                  <a:lnTo>
                    <a:pt x="206718" y="1874972"/>
                  </a:lnTo>
                  <a:lnTo>
                    <a:pt x="208960" y="1873838"/>
                  </a:lnTo>
                  <a:lnTo>
                    <a:pt x="209132" y="1873751"/>
                  </a:lnTo>
                  <a:lnTo>
                    <a:pt x="210339" y="1873141"/>
                  </a:lnTo>
                  <a:lnTo>
                    <a:pt x="211374" y="1872617"/>
                  </a:lnTo>
                  <a:lnTo>
                    <a:pt x="211891" y="1872355"/>
                  </a:lnTo>
                  <a:lnTo>
                    <a:pt x="212580" y="1872006"/>
                  </a:lnTo>
                  <a:lnTo>
                    <a:pt x="213098" y="1871745"/>
                  </a:lnTo>
                  <a:lnTo>
                    <a:pt x="214822" y="1870872"/>
                  </a:lnTo>
                  <a:lnTo>
                    <a:pt x="215684" y="1870436"/>
                  </a:lnTo>
                  <a:lnTo>
                    <a:pt x="217925" y="1869302"/>
                  </a:lnTo>
                  <a:lnTo>
                    <a:pt x="218960" y="1868779"/>
                  </a:lnTo>
                  <a:lnTo>
                    <a:pt x="219649" y="1868430"/>
                  </a:lnTo>
                  <a:lnTo>
                    <a:pt x="219994" y="1868255"/>
                  </a:lnTo>
                  <a:lnTo>
                    <a:pt x="221891" y="1867295"/>
                  </a:lnTo>
                  <a:lnTo>
                    <a:pt x="237407" y="1859442"/>
                  </a:lnTo>
                  <a:lnTo>
                    <a:pt x="244993" y="1855601"/>
                  </a:lnTo>
                  <a:lnTo>
                    <a:pt x="344818" y="1805013"/>
                  </a:lnTo>
                  <a:lnTo>
                    <a:pt x="348439" y="1803176"/>
                  </a:lnTo>
                  <a:lnTo>
                    <a:pt x="348611" y="1803089"/>
                  </a:lnTo>
                  <a:lnTo>
                    <a:pt x="351025" y="1801864"/>
                  </a:lnTo>
                  <a:lnTo>
                    <a:pt x="352922" y="1800902"/>
                  </a:lnTo>
                  <a:lnTo>
                    <a:pt x="356715" y="1798978"/>
                  </a:lnTo>
                  <a:lnTo>
                    <a:pt x="357577" y="1798540"/>
                  </a:lnTo>
                  <a:lnTo>
                    <a:pt x="359128" y="1797753"/>
                  </a:lnTo>
                  <a:lnTo>
                    <a:pt x="362749" y="1795915"/>
                  </a:lnTo>
                  <a:lnTo>
                    <a:pt x="363266" y="1795653"/>
                  </a:lnTo>
                  <a:lnTo>
                    <a:pt x="363611" y="1795478"/>
                  </a:lnTo>
                  <a:lnTo>
                    <a:pt x="365163" y="1794691"/>
                  </a:lnTo>
                  <a:lnTo>
                    <a:pt x="365508" y="1794516"/>
                  </a:lnTo>
                  <a:lnTo>
                    <a:pt x="365680" y="1794428"/>
                  </a:lnTo>
                  <a:lnTo>
                    <a:pt x="366370" y="1794078"/>
                  </a:lnTo>
                  <a:lnTo>
                    <a:pt x="366887" y="1793816"/>
                  </a:lnTo>
                  <a:lnTo>
                    <a:pt x="367749" y="1793378"/>
                  </a:lnTo>
                  <a:lnTo>
                    <a:pt x="367921" y="1793291"/>
                  </a:lnTo>
                  <a:lnTo>
                    <a:pt x="369818" y="1792328"/>
                  </a:lnTo>
                  <a:lnTo>
                    <a:pt x="370335" y="1792066"/>
                  </a:lnTo>
                  <a:lnTo>
                    <a:pt x="371542" y="1791453"/>
                  </a:lnTo>
                  <a:lnTo>
                    <a:pt x="372576" y="1790928"/>
                  </a:lnTo>
                  <a:lnTo>
                    <a:pt x="373094" y="1790665"/>
                  </a:lnTo>
                  <a:lnTo>
                    <a:pt x="373438" y="1790490"/>
                  </a:lnTo>
                  <a:lnTo>
                    <a:pt x="374128" y="1790140"/>
                  </a:lnTo>
                  <a:lnTo>
                    <a:pt x="375680" y="1789353"/>
                  </a:lnTo>
                  <a:lnTo>
                    <a:pt x="375852" y="1789265"/>
                  </a:lnTo>
                  <a:lnTo>
                    <a:pt x="376714" y="1788828"/>
                  </a:lnTo>
                  <a:lnTo>
                    <a:pt x="378266" y="1788040"/>
                  </a:lnTo>
                  <a:lnTo>
                    <a:pt x="379128" y="1787602"/>
                  </a:lnTo>
                  <a:lnTo>
                    <a:pt x="381369" y="1786464"/>
                  </a:lnTo>
                  <a:lnTo>
                    <a:pt x="381542" y="1786377"/>
                  </a:lnTo>
                  <a:lnTo>
                    <a:pt x="382749" y="1785764"/>
                  </a:lnTo>
                  <a:lnTo>
                    <a:pt x="383783" y="1785239"/>
                  </a:lnTo>
                  <a:lnTo>
                    <a:pt x="384300" y="1784976"/>
                  </a:lnTo>
                  <a:lnTo>
                    <a:pt x="384990" y="1784626"/>
                  </a:lnTo>
                  <a:lnTo>
                    <a:pt x="385507" y="1784364"/>
                  </a:lnTo>
                  <a:lnTo>
                    <a:pt x="387231" y="1783488"/>
                  </a:lnTo>
                  <a:lnTo>
                    <a:pt x="388093" y="1783051"/>
                  </a:lnTo>
                  <a:lnTo>
                    <a:pt x="390335" y="1781913"/>
                  </a:lnTo>
                  <a:lnTo>
                    <a:pt x="391369" y="1781387"/>
                  </a:lnTo>
                  <a:lnTo>
                    <a:pt x="392059" y="1781037"/>
                  </a:lnTo>
                  <a:lnTo>
                    <a:pt x="392404" y="1780862"/>
                  </a:lnTo>
                  <a:lnTo>
                    <a:pt x="394300" y="1779899"/>
                  </a:lnTo>
                  <a:lnTo>
                    <a:pt x="409817" y="1772018"/>
                  </a:lnTo>
                  <a:lnTo>
                    <a:pt x="417403" y="1768164"/>
                  </a:lnTo>
                  <a:lnTo>
                    <a:pt x="517228" y="1717386"/>
                  </a:lnTo>
                  <a:lnTo>
                    <a:pt x="520849" y="1715542"/>
                  </a:lnTo>
                  <a:lnTo>
                    <a:pt x="521021" y="1715454"/>
                  </a:lnTo>
                  <a:lnTo>
                    <a:pt x="523435" y="1714225"/>
                  </a:lnTo>
                  <a:lnTo>
                    <a:pt x="525331" y="1713259"/>
                  </a:lnTo>
                  <a:lnTo>
                    <a:pt x="529124" y="1711326"/>
                  </a:lnTo>
                  <a:lnTo>
                    <a:pt x="529986" y="1710887"/>
                  </a:lnTo>
                  <a:lnTo>
                    <a:pt x="531538" y="1710097"/>
                  </a:lnTo>
                  <a:lnTo>
                    <a:pt x="535159" y="1708252"/>
                  </a:lnTo>
                  <a:lnTo>
                    <a:pt x="535676" y="1707989"/>
                  </a:lnTo>
                  <a:lnTo>
                    <a:pt x="536021" y="1707813"/>
                  </a:lnTo>
                  <a:lnTo>
                    <a:pt x="537572" y="1707022"/>
                  </a:lnTo>
                  <a:lnTo>
                    <a:pt x="537917" y="1706846"/>
                  </a:lnTo>
                  <a:lnTo>
                    <a:pt x="538090" y="1706759"/>
                  </a:lnTo>
                  <a:lnTo>
                    <a:pt x="538779" y="1706407"/>
                  </a:lnTo>
                  <a:lnTo>
                    <a:pt x="539296" y="1706144"/>
                  </a:lnTo>
                  <a:lnTo>
                    <a:pt x="540158" y="1705704"/>
                  </a:lnTo>
                  <a:lnTo>
                    <a:pt x="540331" y="1705616"/>
                  </a:lnTo>
                  <a:lnTo>
                    <a:pt x="542227" y="1704650"/>
                  </a:lnTo>
                  <a:lnTo>
                    <a:pt x="542745" y="1704386"/>
                  </a:lnTo>
                  <a:lnTo>
                    <a:pt x="543951" y="1703771"/>
                  </a:lnTo>
                  <a:lnTo>
                    <a:pt x="544986" y="1703244"/>
                  </a:lnTo>
                  <a:lnTo>
                    <a:pt x="545503" y="1702981"/>
                  </a:lnTo>
                  <a:lnTo>
                    <a:pt x="545848" y="1702805"/>
                  </a:lnTo>
                  <a:lnTo>
                    <a:pt x="546538" y="1702453"/>
                  </a:lnTo>
                  <a:lnTo>
                    <a:pt x="548089" y="1701662"/>
                  </a:lnTo>
                  <a:lnTo>
                    <a:pt x="548262" y="1701575"/>
                  </a:lnTo>
                  <a:lnTo>
                    <a:pt x="549124" y="1701135"/>
                  </a:lnTo>
                  <a:lnTo>
                    <a:pt x="550675" y="1700344"/>
                  </a:lnTo>
                  <a:lnTo>
                    <a:pt x="551537" y="1699905"/>
                  </a:lnTo>
                  <a:lnTo>
                    <a:pt x="553779" y="1698762"/>
                  </a:lnTo>
                  <a:lnTo>
                    <a:pt x="553951" y="1698674"/>
                  </a:lnTo>
                  <a:lnTo>
                    <a:pt x="555158" y="1698059"/>
                  </a:lnTo>
                  <a:lnTo>
                    <a:pt x="556193" y="1697532"/>
                  </a:lnTo>
                  <a:lnTo>
                    <a:pt x="556710" y="1697268"/>
                  </a:lnTo>
                  <a:lnTo>
                    <a:pt x="557399" y="1696916"/>
                  </a:lnTo>
                  <a:lnTo>
                    <a:pt x="557917" y="1696653"/>
                  </a:lnTo>
                  <a:lnTo>
                    <a:pt x="559641" y="1695774"/>
                  </a:lnTo>
                  <a:lnTo>
                    <a:pt x="560503" y="1695334"/>
                  </a:lnTo>
                  <a:lnTo>
                    <a:pt x="562744" y="1694191"/>
                  </a:lnTo>
                  <a:lnTo>
                    <a:pt x="563779" y="1693664"/>
                  </a:lnTo>
                  <a:lnTo>
                    <a:pt x="564468" y="1693312"/>
                  </a:lnTo>
                  <a:lnTo>
                    <a:pt x="564813" y="1693136"/>
                  </a:lnTo>
                  <a:lnTo>
                    <a:pt x="566710" y="1692169"/>
                  </a:lnTo>
                  <a:lnTo>
                    <a:pt x="582226" y="1684255"/>
                  </a:lnTo>
                  <a:lnTo>
                    <a:pt x="589812" y="1680384"/>
                  </a:lnTo>
                  <a:lnTo>
                    <a:pt x="689637" y="1629374"/>
                  </a:lnTo>
                  <a:lnTo>
                    <a:pt x="693258" y="1627521"/>
                  </a:lnTo>
                  <a:lnTo>
                    <a:pt x="693430" y="1627433"/>
                  </a:lnTo>
                  <a:lnTo>
                    <a:pt x="695844" y="1626197"/>
                  </a:lnTo>
                  <a:lnTo>
                    <a:pt x="697741" y="1625227"/>
                  </a:lnTo>
                  <a:lnTo>
                    <a:pt x="701534" y="1623285"/>
                  </a:lnTo>
                  <a:lnTo>
                    <a:pt x="702396" y="1622844"/>
                  </a:lnTo>
                  <a:lnTo>
                    <a:pt x="703947" y="1622049"/>
                  </a:lnTo>
                  <a:lnTo>
                    <a:pt x="707568" y="1620195"/>
                  </a:lnTo>
                  <a:lnTo>
                    <a:pt x="708085" y="1619930"/>
                  </a:lnTo>
                  <a:lnTo>
                    <a:pt x="708430" y="1619754"/>
                  </a:lnTo>
                  <a:lnTo>
                    <a:pt x="709982" y="1618959"/>
                  </a:lnTo>
                  <a:lnTo>
                    <a:pt x="710327" y="1618783"/>
                  </a:lnTo>
                  <a:lnTo>
                    <a:pt x="710499" y="1618694"/>
                  </a:lnTo>
                  <a:lnTo>
                    <a:pt x="711189" y="1618341"/>
                  </a:lnTo>
                  <a:lnTo>
                    <a:pt x="711706" y="1618076"/>
                  </a:lnTo>
                  <a:lnTo>
                    <a:pt x="712568" y="1617635"/>
                  </a:lnTo>
                  <a:lnTo>
                    <a:pt x="712740" y="1617547"/>
                  </a:lnTo>
                  <a:lnTo>
                    <a:pt x="714637" y="1616575"/>
                  </a:lnTo>
                  <a:lnTo>
                    <a:pt x="715154" y="1616311"/>
                  </a:lnTo>
                  <a:lnTo>
                    <a:pt x="716361" y="1615692"/>
                  </a:lnTo>
                  <a:lnTo>
                    <a:pt x="717395" y="1615163"/>
                  </a:lnTo>
                  <a:lnTo>
                    <a:pt x="717913" y="1614898"/>
                  </a:lnTo>
                  <a:lnTo>
                    <a:pt x="718257" y="1614721"/>
                  </a:lnTo>
                  <a:lnTo>
                    <a:pt x="718947" y="1614368"/>
                  </a:lnTo>
                  <a:lnTo>
                    <a:pt x="720499" y="1613573"/>
                  </a:lnTo>
                  <a:lnTo>
                    <a:pt x="720671" y="1613485"/>
                  </a:lnTo>
                  <a:lnTo>
                    <a:pt x="721533" y="1613043"/>
                  </a:lnTo>
                  <a:lnTo>
                    <a:pt x="723085" y="1612248"/>
                  </a:lnTo>
                  <a:lnTo>
                    <a:pt x="723947" y="1611806"/>
                  </a:lnTo>
                  <a:lnTo>
                    <a:pt x="726188" y="1610658"/>
                  </a:lnTo>
                  <a:lnTo>
                    <a:pt x="726361" y="1610570"/>
                  </a:lnTo>
                  <a:lnTo>
                    <a:pt x="727568" y="1609952"/>
                  </a:lnTo>
                  <a:lnTo>
                    <a:pt x="728602" y="1609422"/>
                  </a:lnTo>
                  <a:lnTo>
                    <a:pt x="729119" y="1609156"/>
                  </a:lnTo>
                  <a:lnTo>
                    <a:pt x="729809" y="1608803"/>
                  </a:lnTo>
                  <a:lnTo>
                    <a:pt x="730326" y="1608538"/>
                  </a:lnTo>
                  <a:lnTo>
                    <a:pt x="732050" y="1607655"/>
                  </a:lnTo>
                  <a:lnTo>
                    <a:pt x="732912" y="1607213"/>
                  </a:lnTo>
                  <a:lnTo>
                    <a:pt x="735154" y="1606064"/>
                  </a:lnTo>
                  <a:lnTo>
                    <a:pt x="736188" y="1605534"/>
                  </a:lnTo>
                  <a:lnTo>
                    <a:pt x="736878" y="1605181"/>
                  </a:lnTo>
                  <a:lnTo>
                    <a:pt x="737222" y="1605004"/>
                  </a:lnTo>
                  <a:lnTo>
                    <a:pt x="739119" y="1604032"/>
                  </a:lnTo>
                  <a:lnTo>
                    <a:pt x="754636" y="1596077"/>
                  </a:lnTo>
                  <a:lnTo>
                    <a:pt x="762222" y="1592186"/>
                  </a:lnTo>
                  <a:lnTo>
                    <a:pt x="862047" y="1540893"/>
                  </a:lnTo>
                  <a:lnTo>
                    <a:pt x="865668" y="1539030"/>
                  </a:lnTo>
                  <a:lnTo>
                    <a:pt x="865840" y="1538941"/>
                  </a:lnTo>
                  <a:lnTo>
                    <a:pt x="868254" y="1537698"/>
                  </a:lnTo>
                  <a:lnTo>
                    <a:pt x="870150" y="1536722"/>
                  </a:lnTo>
                  <a:lnTo>
                    <a:pt x="873943" y="1534769"/>
                  </a:lnTo>
                  <a:lnTo>
                    <a:pt x="874805" y="1534325"/>
                  </a:lnTo>
                  <a:lnTo>
                    <a:pt x="876357" y="1533526"/>
                  </a:lnTo>
                  <a:lnTo>
                    <a:pt x="879978" y="1531661"/>
                  </a:lnTo>
                  <a:lnTo>
                    <a:pt x="880495" y="1531394"/>
                  </a:lnTo>
                  <a:lnTo>
                    <a:pt x="880840" y="1531217"/>
                  </a:lnTo>
                  <a:lnTo>
                    <a:pt x="882391" y="1530418"/>
                  </a:lnTo>
                  <a:lnTo>
                    <a:pt x="882736" y="1530240"/>
                  </a:lnTo>
                  <a:lnTo>
                    <a:pt x="882909" y="1530151"/>
                  </a:lnTo>
                  <a:lnTo>
                    <a:pt x="883598" y="1529796"/>
                  </a:lnTo>
                  <a:lnTo>
                    <a:pt x="884115" y="1529529"/>
                  </a:lnTo>
                  <a:lnTo>
                    <a:pt x="884977" y="1529085"/>
                  </a:lnTo>
                  <a:lnTo>
                    <a:pt x="885150" y="1528996"/>
                  </a:lnTo>
                  <a:lnTo>
                    <a:pt x="887046" y="1528019"/>
                  </a:lnTo>
                  <a:lnTo>
                    <a:pt x="887564" y="1527753"/>
                  </a:lnTo>
                  <a:lnTo>
                    <a:pt x="888770" y="1527131"/>
                  </a:lnTo>
                  <a:lnTo>
                    <a:pt x="889805" y="1526598"/>
                  </a:lnTo>
                  <a:lnTo>
                    <a:pt x="890322" y="1526332"/>
                  </a:lnTo>
                  <a:lnTo>
                    <a:pt x="890667" y="1526154"/>
                  </a:lnTo>
                  <a:lnTo>
                    <a:pt x="891357" y="1525799"/>
                  </a:lnTo>
                  <a:lnTo>
                    <a:pt x="892908" y="1524999"/>
                  </a:lnTo>
                  <a:lnTo>
                    <a:pt x="893081" y="1524910"/>
                  </a:lnTo>
                  <a:lnTo>
                    <a:pt x="893943" y="1524466"/>
                  </a:lnTo>
                  <a:lnTo>
                    <a:pt x="895494" y="1523666"/>
                  </a:lnTo>
                  <a:lnTo>
                    <a:pt x="896356" y="1523222"/>
                  </a:lnTo>
                  <a:lnTo>
                    <a:pt x="898598" y="1522067"/>
                  </a:lnTo>
                  <a:lnTo>
                    <a:pt x="898770" y="1521978"/>
                  </a:lnTo>
                  <a:lnTo>
                    <a:pt x="899977" y="1521356"/>
                  </a:lnTo>
                  <a:lnTo>
                    <a:pt x="901012" y="1520822"/>
                  </a:lnTo>
                  <a:lnTo>
                    <a:pt x="901529" y="1520556"/>
                  </a:lnTo>
                  <a:lnTo>
                    <a:pt x="902218" y="1520200"/>
                  </a:lnTo>
                  <a:lnTo>
                    <a:pt x="902736" y="1519934"/>
                  </a:lnTo>
                  <a:lnTo>
                    <a:pt x="904460" y="1519045"/>
                  </a:lnTo>
                  <a:lnTo>
                    <a:pt x="905322" y="1518600"/>
                  </a:lnTo>
                  <a:lnTo>
                    <a:pt x="907563" y="1517445"/>
                  </a:lnTo>
                  <a:lnTo>
                    <a:pt x="908598" y="1516911"/>
                  </a:lnTo>
                  <a:lnTo>
                    <a:pt x="909287" y="1516556"/>
                  </a:lnTo>
                  <a:lnTo>
                    <a:pt x="909632" y="1516378"/>
                  </a:lnTo>
                  <a:lnTo>
                    <a:pt x="911528" y="1515400"/>
                  </a:lnTo>
                  <a:lnTo>
                    <a:pt x="927045" y="1507396"/>
                  </a:lnTo>
                  <a:lnTo>
                    <a:pt x="934631" y="1503481"/>
                  </a:lnTo>
                  <a:lnTo>
                    <a:pt x="1034456" y="1451852"/>
                  </a:lnTo>
                  <a:lnTo>
                    <a:pt x="1038077" y="1449975"/>
                  </a:lnTo>
                  <a:lnTo>
                    <a:pt x="1038249" y="1449886"/>
                  </a:lnTo>
                  <a:lnTo>
                    <a:pt x="1040663" y="1448634"/>
                  </a:lnTo>
                  <a:lnTo>
                    <a:pt x="1042560" y="1447651"/>
                  </a:lnTo>
                  <a:lnTo>
                    <a:pt x="1046353" y="1445685"/>
                  </a:lnTo>
                  <a:lnTo>
                    <a:pt x="1047215" y="1445238"/>
                  </a:lnTo>
                  <a:lnTo>
                    <a:pt x="1048766" y="1444433"/>
                  </a:lnTo>
                  <a:lnTo>
                    <a:pt x="1052387" y="1442555"/>
                  </a:lnTo>
                  <a:lnTo>
                    <a:pt x="1052904" y="1442287"/>
                  </a:lnTo>
                  <a:lnTo>
                    <a:pt x="1053249" y="1442108"/>
                  </a:lnTo>
                  <a:lnTo>
                    <a:pt x="1054801" y="1441303"/>
                  </a:lnTo>
                  <a:lnTo>
                    <a:pt x="1055146" y="1441124"/>
                  </a:lnTo>
                  <a:lnTo>
                    <a:pt x="1055318" y="1441035"/>
                  </a:lnTo>
                  <a:lnTo>
                    <a:pt x="1056008" y="1440677"/>
                  </a:lnTo>
                  <a:lnTo>
                    <a:pt x="1056525" y="1440409"/>
                  </a:lnTo>
                  <a:lnTo>
                    <a:pt x="1057387" y="1439962"/>
                  </a:lnTo>
                  <a:lnTo>
                    <a:pt x="1057559" y="1439872"/>
                  </a:lnTo>
                  <a:lnTo>
                    <a:pt x="1059456" y="1438888"/>
                  </a:lnTo>
                  <a:lnTo>
                    <a:pt x="1059973" y="1438620"/>
                  </a:lnTo>
                  <a:lnTo>
                    <a:pt x="1061180" y="1437994"/>
                  </a:lnTo>
                  <a:lnTo>
                    <a:pt x="1062214" y="1437457"/>
                  </a:lnTo>
                  <a:lnTo>
                    <a:pt x="1062732" y="1437189"/>
                  </a:lnTo>
                  <a:lnTo>
                    <a:pt x="1063076" y="1437010"/>
                  </a:lnTo>
                  <a:lnTo>
                    <a:pt x="1063766" y="1436652"/>
                  </a:lnTo>
                  <a:lnTo>
                    <a:pt x="1065318" y="1435847"/>
                  </a:lnTo>
                  <a:lnTo>
                    <a:pt x="1065490" y="1435757"/>
                  </a:lnTo>
                  <a:lnTo>
                    <a:pt x="1066352" y="1435310"/>
                  </a:lnTo>
                  <a:lnTo>
                    <a:pt x="1067904" y="1434504"/>
                  </a:lnTo>
                  <a:lnTo>
                    <a:pt x="1068766" y="1434057"/>
                  </a:lnTo>
                  <a:lnTo>
                    <a:pt x="1071007" y="1432894"/>
                  </a:lnTo>
                  <a:lnTo>
                    <a:pt x="1071180" y="1432804"/>
                  </a:lnTo>
                  <a:lnTo>
                    <a:pt x="1072387" y="1432178"/>
                  </a:lnTo>
                  <a:lnTo>
                    <a:pt x="1073421" y="1431641"/>
                  </a:lnTo>
                  <a:lnTo>
                    <a:pt x="1073938" y="1431372"/>
                  </a:lnTo>
                  <a:lnTo>
                    <a:pt x="1074628" y="1431014"/>
                  </a:lnTo>
                  <a:lnTo>
                    <a:pt x="1075145" y="1430745"/>
                  </a:lnTo>
                  <a:lnTo>
                    <a:pt x="1076869" y="1429850"/>
                  </a:lnTo>
                  <a:lnTo>
                    <a:pt x="1077731" y="1429403"/>
                  </a:lnTo>
                  <a:lnTo>
                    <a:pt x="1079973" y="1428239"/>
                  </a:lnTo>
                  <a:lnTo>
                    <a:pt x="1081007" y="1427702"/>
                  </a:lnTo>
                  <a:lnTo>
                    <a:pt x="1081697" y="1427344"/>
                  </a:lnTo>
                  <a:lnTo>
                    <a:pt x="1082041" y="1427164"/>
                  </a:lnTo>
                  <a:lnTo>
                    <a:pt x="1083938" y="1426179"/>
                  </a:lnTo>
                  <a:lnTo>
                    <a:pt x="1099455" y="1418118"/>
                  </a:lnTo>
                  <a:lnTo>
                    <a:pt x="1107041" y="1414174"/>
                  </a:lnTo>
                  <a:lnTo>
                    <a:pt x="1206866" y="1362154"/>
                  </a:lnTo>
                  <a:lnTo>
                    <a:pt x="1210487" y="1360262"/>
                  </a:lnTo>
                  <a:lnTo>
                    <a:pt x="1210659" y="1360172"/>
                  </a:lnTo>
                  <a:lnTo>
                    <a:pt x="1213073" y="1358911"/>
                  </a:lnTo>
                  <a:lnTo>
                    <a:pt x="1214969" y="1357920"/>
                  </a:lnTo>
                  <a:lnTo>
                    <a:pt x="1218762" y="1355938"/>
                  </a:lnTo>
                  <a:lnTo>
                    <a:pt x="1219624" y="1355488"/>
                  </a:lnTo>
                  <a:lnTo>
                    <a:pt x="1221176" y="1354677"/>
                  </a:lnTo>
                  <a:lnTo>
                    <a:pt x="1224797" y="1352784"/>
                  </a:lnTo>
                  <a:lnTo>
                    <a:pt x="1225314" y="1352514"/>
                  </a:lnTo>
                  <a:lnTo>
                    <a:pt x="1225659" y="1352333"/>
                  </a:lnTo>
                  <a:lnTo>
                    <a:pt x="1227210" y="1351522"/>
                  </a:lnTo>
                  <a:lnTo>
                    <a:pt x="1227555" y="1351342"/>
                  </a:lnTo>
                  <a:lnTo>
                    <a:pt x="1227728" y="1351252"/>
                  </a:lnTo>
                  <a:lnTo>
                    <a:pt x="1228417" y="1350891"/>
                  </a:lnTo>
                  <a:lnTo>
                    <a:pt x="1228934" y="1350621"/>
                  </a:lnTo>
                  <a:lnTo>
                    <a:pt x="1229796" y="1350170"/>
                  </a:lnTo>
                  <a:lnTo>
                    <a:pt x="1229969" y="1350080"/>
                  </a:lnTo>
                  <a:lnTo>
                    <a:pt x="1231865" y="1349088"/>
                  </a:lnTo>
                  <a:lnTo>
                    <a:pt x="1232383" y="1348817"/>
                  </a:lnTo>
                  <a:lnTo>
                    <a:pt x="1233589" y="1348186"/>
                  </a:lnTo>
                  <a:lnTo>
                    <a:pt x="1234624" y="1347645"/>
                  </a:lnTo>
                  <a:lnTo>
                    <a:pt x="1235141" y="1347375"/>
                  </a:lnTo>
                  <a:lnTo>
                    <a:pt x="1235486" y="1347194"/>
                  </a:lnTo>
                  <a:lnTo>
                    <a:pt x="1236176" y="1346834"/>
                  </a:lnTo>
                  <a:lnTo>
                    <a:pt x="1237727" y="1346022"/>
                  </a:lnTo>
                  <a:lnTo>
                    <a:pt x="1237900" y="1345932"/>
                  </a:lnTo>
                  <a:lnTo>
                    <a:pt x="1238762" y="1345481"/>
                  </a:lnTo>
                  <a:lnTo>
                    <a:pt x="1240313" y="1344669"/>
                  </a:lnTo>
                  <a:lnTo>
                    <a:pt x="1241175" y="1344218"/>
                  </a:lnTo>
                  <a:lnTo>
                    <a:pt x="1243417" y="1343045"/>
                  </a:lnTo>
                  <a:lnTo>
                    <a:pt x="1243589" y="1342955"/>
                  </a:lnTo>
                  <a:lnTo>
                    <a:pt x="1244796" y="1342323"/>
                  </a:lnTo>
                  <a:lnTo>
                    <a:pt x="1245831" y="1341782"/>
                  </a:lnTo>
                  <a:lnTo>
                    <a:pt x="1246348" y="1341511"/>
                  </a:lnTo>
                  <a:lnTo>
                    <a:pt x="1247037" y="1341151"/>
                  </a:lnTo>
                  <a:lnTo>
                    <a:pt x="1247555" y="1340880"/>
                  </a:lnTo>
                  <a:lnTo>
                    <a:pt x="1249279" y="1339978"/>
                  </a:lnTo>
                  <a:lnTo>
                    <a:pt x="1250141" y="1339526"/>
                  </a:lnTo>
                  <a:lnTo>
                    <a:pt x="1252382" y="1338353"/>
                  </a:lnTo>
                  <a:lnTo>
                    <a:pt x="1253417" y="1337812"/>
                  </a:lnTo>
                  <a:lnTo>
                    <a:pt x="1254106" y="1337450"/>
                  </a:lnTo>
                  <a:lnTo>
                    <a:pt x="1254451" y="1337270"/>
                  </a:lnTo>
                  <a:lnTo>
                    <a:pt x="1256347" y="1336277"/>
                  </a:lnTo>
                  <a:lnTo>
                    <a:pt x="1271864" y="1328149"/>
                  </a:lnTo>
                  <a:lnTo>
                    <a:pt x="1279450" y="1324174"/>
                  </a:lnTo>
                  <a:lnTo>
                    <a:pt x="1379275" y="1271716"/>
                  </a:lnTo>
                  <a:lnTo>
                    <a:pt x="1382896" y="1269808"/>
                  </a:lnTo>
                  <a:lnTo>
                    <a:pt x="1383068" y="1269717"/>
                  </a:lnTo>
                  <a:lnTo>
                    <a:pt x="1385482" y="1268445"/>
                  </a:lnTo>
                  <a:lnTo>
                    <a:pt x="1387379" y="1267446"/>
                  </a:lnTo>
                  <a:lnTo>
                    <a:pt x="1391172" y="1265447"/>
                  </a:lnTo>
                  <a:lnTo>
                    <a:pt x="1392034" y="1264992"/>
                  </a:lnTo>
                  <a:lnTo>
                    <a:pt x="1393585" y="1264174"/>
                  </a:lnTo>
                  <a:lnTo>
                    <a:pt x="1397206" y="1262265"/>
                  </a:lnTo>
                  <a:lnTo>
                    <a:pt x="1397723" y="1261992"/>
                  </a:lnTo>
                  <a:lnTo>
                    <a:pt x="1398068" y="1261810"/>
                  </a:lnTo>
                  <a:lnTo>
                    <a:pt x="1399620" y="1260992"/>
                  </a:lnTo>
                  <a:lnTo>
                    <a:pt x="1399965" y="1260810"/>
                  </a:lnTo>
                  <a:lnTo>
                    <a:pt x="1400137" y="1260719"/>
                  </a:lnTo>
                  <a:lnTo>
                    <a:pt x="1400827" y="1260356"/>
                  </a:lnTo>
                  <a:lnTo>
                    <a:pt x="1401344" y="1260083"/>
                  </a:lnTo>
                  <a:lnTo>
                    <a:pt x="1402206" y="1259628"/>
                  </a:lnTo>
                  <a:lnTo>
                    <a:pt x="1402378" y="1259537"/>
                  </a:lnTo>
                  <a:lnTo>
                    <a:pt x="1404275" y="1258537"/>
                  </a:lnTo>
                  <a:lnTo>
                    <a:pt x="1404792" y="1258264"/>
                  </a:lnTo>
                  <a:lnTo>
                    <a:pt x="1405999" y="1257627"/>
                  </a:lnTo>
                  <a:lnTo>
                    <a:pt x="1407033" y="1257082"/>
                  </a:lnTo>
                  <a:lnTo>
                    <a:pt x="1407551" y="1256809"/>
                  </a:lnTo>
                  <a:lnTo>
                    <a:pt x="1407895" y="1256627"/>
                  </a:lnTo>
                  <a:lnTo>
                    <a:pt x="1408585" y="1256263"/>
                  </a:lnTo>
                  <a:lnTo>
                    <a:pt x="1410137" y="1255444"/>
                  </a:lnTo>
                  <a:lnTo>
                    <a:pt x="1410309" y="1255353"/>
                  </a:lnTo>
                  <a:lnTo>
                    <a:pt x="1411171" y="1254898"/>
                  </a:lnTo>
                  <a:lnTo>
                    <a:pt x="1412723" y="1254079"/>
                  </a:lnTo>
                  <a:lnTo>
                    <a:pt x="1413585" y="1253625"/>
                  </a:lnTo>
                  <a:lnTo>
                    <a:pt x="1415826" y="1252442"/>
                  </a:lnTo>
                  <a:lnTo>
                    <a:pt x="1415999" y="1252351"/>
                  </a:lnTo>
                  <a:lnTo>
                    <a:pt x="1417206" y="1251714"/>
                  </a:lnTo>
                  <a:lnTo>
                    <a:pt x="1418240" y="1251168"/>
                  </a:lnTo>
                  <a:lnTo>
                    <a:pt x="1418757" y="1250894"/>
                  </a:lnTo>
                  <a:lnTo>
                    <a:pt x="1419447" y="1250530"/>
                  </a:lnTo>
                  <a:lnTo>
                    <a:pt x="1419964" y="1250257"/>
                  </a:lnTo>
                  <a:lnTo>
                    <a:pt x="1421688" y="1249347"/>
                  </a:lnTo>
                  <a:lnTo>
                    <a:pt x="1422550" y="1248892"/>
                  </a:lnTo>
                  <a:lnTo>
                    <a:pt x="1424792" y="1247708"/>
                  </a:lnTo>
                  <a:lnTo>
                    <a:pt x="1425826" y="1247162"/>
                  </a:lnTo>
                  <a:lnTo>
                    <a:pt x="1426516" y="1246798"/>
                  </a:lnTo>
                  <a:lnTo>
                    <a:pt x="1426860" y="1246616"/>
                  </a:lnTo>
                  <a:lnTo>
                    <a:pt x="1428757" y="1245614"/>
                  </a:lnTo>
                  <a:lnTo>
                    <a:pt x="1444274" y="1237415"/>
                  </a:lnTo>
                  <a:lnTo>
                    <a:pt x="1451860" y="1233405"/>
                  </a:lnTo>
                  <a:lnTo>
                    <a:pt x="1551685" y="1180479"/>
                  </a:lnTo>
                  <a:lnTo>
                    <a:pt x="1555306" y="1178555"/>
                  </a:lnTo>
                  <a:lnTo>
                    <a:pt x="1555478" y="1178463"/>
                  </a:lnTo>
                  <a:lnTo>
                    <a:pt x="1557892" y="1177180"/>
                  </a:lnTo>
                  <a:lnTo>
                    <a:pt x="1559788" y="1176171"/>
                  </a:lnTo>
                  <a:lnTo>
                    <a:pt x="1563581" y="1174154"/>
                  </a:lnTo>
                  <a:lnTo>
                    <a:pt x="1564443" y="1173695"/>
                  </a:lnTo>
                  <a:lnTo>
                    <a:pt x="1565995" y="1172870"/>
                  </a:lnTo>
                  <a:lnTo>
                    <a:pt x="1569616" y="1170944"/>
                  </a:lnTo>
                  <a:lnTo>
                    <a:pt x="1570133" y="1170669"/>
                  </a:lnTo>
                  <a:lnTo>
                    <a:pt x="1570478" y="1170485"/>
                  </a:lnTo>
                  <a:lnTo>
                    <a:pt x="1572029" y="1169659"/>
                  </a:lnTo>
                  <a:lnTo>
                    <a:pt x="1572374" y="1169476"/>
                  </a:lnTo>
                  <a:lnTo>
                    <a:pt x="1572546" y="1169384"/>
                  </a:lnTo>
                  <a:lnTo>
                    <a:pt x="1573236" y="1169017"/>
                  </a:lnTo>
                  <a:lnTo>
                    <a:pt x="1573753" y="1168742"/>
                  </a:lnTo>
                  <a:lnTo>
                    <a:pt x="1574615" y="1168283"/>
                  </a:lnTo>
                  <a:lnTo>
                    <a:pt x="1574788" y="1168191"/>
                  </a:lnTo>
                  <a:lnTo>
                    <a:pt x="1576684" y="1167182"/>
                  </a:lnTo>
                  <a:lnTo>
                    <a:pt x="1577202" y="1166907"/>
                  </a:lnTo>
                  <a:lnTo>
                    <a:pt x="1578408" y="1166264"/>
                  </a:lnTo>
                  <a:lnTo>
                    <a:pt x="1579443" y="1165714"/>
                  </a:lnTo>
                  <a:lnTo>
                    <a:pt x="1579960" y="1165438"/>
                  </a:lnTo>
                  <a:lnTo>
                    <a:pt x="1580305" y="1165255"/>
                  </a:lnTo>
                  <a:lnTo>
                    <a:pt x="1580995" y="1164888"/>
                  </a:lnTo>
                  <a:lnTo>
                    <a:pt x="1582546" y="1164062"/>
                  </a:lnTo>
                  <a:lnTo>
                    <a:pt x="1582719" y="1163970"/>
                  </a:lnTo>
                  <a:lnTo>
                    <a:pt x="1583581" y="1163511"/>
                  </a:lnTo>
                  <a:lnTo>
                    <a:pt x="1585132" y="1162685"/>
                  </a:lnTo>
                  <a:lnTo>
                    <a:pt x="1585994" y="1162226"/>
                  </a:lnTo>
                  <a:lnTo>
                    <a:pt x="1588236" y="1161032"/>
                  </a:lnTo>
                  <a:lnTo>
                    <a:pt x="1588408" y="1160940"/>
                  </a:lnTo>
                  <a:lnTo>
                    <a:pt x="1589615" y="1160297"/>
                  </a:lnTo>
                  <a:lnTo>
                    <a:pt x="1590649" y="1159746"/>
                  </a:lnTo>
                  <a:lnTo>
                    <a:pt x="1591167" y="1159471"/>
                  </a:lnTo>
                  <a:lnTo>
                    <a:pt x="1591856" y="1159104"/>
                  </a:lnTo>
                  <a:lnTo>
                    <a:pt x="1592374" y="1158828"/>
                  </a:lnTo>
                  <a:lnTo>
                    <a:pt x="1594098" y="1157910"/>
                  </a:lnTo>
                  <a:lnTo>
                    <a:pt x="1594960" y="1157450"/>
                  </a:lnTo>
                  <a:lnTo>
                    <a:pt x="1597201" y="1156256"/>
                  </a:lnTo>
                  <a:lnTo>
                    <a:pt x="1598236" y="1155705"/>
                  </a:lnTo>
                  <a:lnTo>
                    <a:pt x="1598925" y="1155338"/>
                  </a:lnTo>
                  <a:lnTo>
                    <a:pt x="1599270" y="1155154"/>
                  </a:lnTo>
                  <a:lnTo>
                    <a:pt x="1601166" y="1154143"/>
                  </a:lnTo>
                  <a:lnTo>
                    <a:pt x="1616683" y="1145871"/>
                  </a:lnTo>
                  <a:lnTo>
                    <a:pt x="1624269" y="1141824"/>
                  </a:lnTo>
                  <a:lnTo>
                    <a:pt x="1724094" y="1088426"/>
                  </a:lnTo>
                  <a:lnTo>
                    <a:pt x="1727715" y="1086484"/>
                  </a:lnTo>
                  <a:lnTo>
                    <a:pt x="1727887" y="1086392"/>
                  </a:lnTo>
                  <a:lnTo>
                    <a:pt x="1730301" y="1085097"/>
                  </a:lnTo>
                  <a:lnTo>
                    <a:pt x="1732198" y="1084080"/>
                  </a:lnTo>
                  <a:lnTo>
                    <a:pt x="1735991" y="1082045"/>
                  </a:lnTo>
                  <a:lnTo>
                    <a:pt x="1736853" y="1081582"/>
                  </a:lnTo>
                  <a:lnTo>
                    <a:pt x="1738404" y="1080749"/>
                  </a:lnTo>
                  <a:lnTo>
                    <a:pt x="1742025" y="1078806"/>
                  </a:lnTo>
                  <a:lnTo>
                    <a:pt x="1742542" y="1078528"/>
                  </a:lnTo>
                  <a:lnTo>
                    <a:pt x="1742887" y="1078343"/>
                  </a:lnTo>
                  <a:lnTo>
                    <a:pt x="1744439" y="1077510"/>
                  </a:lnTo>
                  <a:lnTo>
                    <a:pt x="1744784" y="1077325"/>
                  </a:lnTo>
                  <a:lnTo>
                    <a:pt x="1744956" y="1077233"/>
                  </a:lnTo>
                  <a:lnTo>
                    <a:pt x="1745646" y="1076863"/>
                  </a:lnTo>
                  <a:lnTo>
                    <a:pt x="1746163" y="1076585"/>
                  </a:lnTo>
                  <a:lnTo>
                    <a:pt x="1747025" y="1076122"/>
                  </a:lnTo>
                  <a:lnTo>
                    <a:pt x="1747197" y="1076030"/>
                  </a:lnTo>
                  <a:lnTo>
                    <a:pt x="1749094" y="1075011"/>
                  </a:lnTo>
                  <a:lnTo>
                    <a:pt x="1749611" y="1074734"/>
                  </a:lnTo>
                  <a:lnTo>
                    <a:pt x="1750818" y="1074086"/>
                  </a:lnTo>
                  <a:lnTo>
                    <a:pt x="1751852" y="1073530"/>
                  </a:lnTo>
                  <a:lnTo>
                    <a:pt x="1752370" y="1073252"/>
                  </a:lnTo>
                  <a:lnTo>
                    <a:pt x="1752714" y="1073067"/>
                  </a:lnTo>
                  <a:lnTo>
                    <a:pt x="1753404" y="1072697"/>
                  </a:lnTo>
                  <a:lnTo>
                    <a:pt x="1754956" y="1071863"/>
                  </a:lnTo>
                  <a:lnTo>
                    <a:pt x="1755128" y="1071771"/>
                  </a:lnTo>
                  <a:lnTo>
                    <a:pt x="1755990" y="1071308"/>
                  </a:lnTo>
                  <a:lnTo>
                    <a:pt x="1757542" y="1070474"/>
                  </a:lnTo>
                  <a:lnTo>
                    <a:pt x="1758404" y="1070011"/>
                  </a:lnTo>
                  <a:lnTo>
                    <a:pt x="1760645" y="1068807"/>
                  </a:lnTo>
                  <a:lnTo>
                    <a:pt x="1760818" y="1068715"/>
                  </a:lnTo>
                  <a:lnTo>
                    <a:pt x="1762025" y="1068066"/>
                  </a:lnTo>
                  <a:lnTo>
                    <a:pt x="1763059" y="1067510"/>
                  </a:lnTo>
                  <a:lnTo>
                    <a:pt x="1763576" y="1067233"/>
                  </a:lnTo>
                  <a:lnTo>
                    <a:pt x="1764266" y="1066862"/>
                  </a:lnTo>
                  <a:lnTo>
                    <a:pt x="1764783" y="1066584"/>
                  </a:lnTo>
                  <a:lnTo>
                    <a:pt x="1766507" y="1065658"/>
                  </a:lnTo>
                  <a:lnTo>
                    <a:pt x="1767369" y="1065194"/>
                  </a:lnTo>
                  <a:lnTo>
                    <a:pt x="1769611" y="1063990"/>
                  </a:lnTo>
                  <a:lnTo>
                    <a:pt x="1770645" y="1063434"/>
                  </a:lnTo>
                  <a:lnTo>
                    <a:pt x="1771335" y="1063063"/>
                  </a:lnTo>
                  <a:lnTo>
                    <a:pt x="1771679" y="1062878"/>
                  </a:lnTo>
                  <a:lnTo>
                    <a:pt x="1773576" y="1061858"/>
                  </a:lnTo>
                  <a:lnTo>
                    <a:pt x="1789093" y="1053514"/>
                  </a:lnTo>
                  <a:lnTo>
                    <a:pt x="1796679" y="1049432"/>
                  </a:lnTo>
                  <a:lnTo>
                    <a:pt x="1896504" y="995581"/>
                  </a:lnTo>
                  <a:lnTo>
                    <a:pt x="1900125" y="993623"/>
                  </a:lnTo>
                  <a:lnTo>
                    <a:pt x="1900297" y="993530"/>
                  </a:lnTo>
                  <a:lnTo>
                    <a:pt x="1902711" y="992225"/>
                  </a:lnTo>
                  <a:lnTo>
                    <a:pt x="1904607" y="991199"/>
                  </a:lnTo>
                  <a:lnTo>
                    <a:pt x="1908400" y="989147"/>
                  </a:lnTo>
                  <a:lnTo>
                    <a:pt x="1909262" y="988681"/>
                  </a:lnTo>
                  <a:lnTo>
                    <a:pt x="1910814" y="987841"/>
                  </a:lnTo>
                  <a:lnTo>
                    <a:pt x="1914435" y="985882"/>
                  </a:lnTo>
                  <a:lnTo>
                    <a:pt x="1914952" y="985602"/>
                  </a:lnTo>
                  <a:lnTo>
                    <a:pt x="1915297" y="985416"/>
                  </a:lnTo>
                  <a:lnTo>
                    <a:pt x="1916848" y="984576"/>
                  </a:lnTo>
                  <a:lnTo>
                    <a:pt x="1917193" y="984389"/>
                  </a:lnTo>
                  <a:lnTo>
                    <a:pt x="1917365" y="984296"/>
                  </a:lnTo>
                  <a:lnTo>
                    <a:pt x="1918055" y="983923"/>
                  </a:lnTo>
                  <a:lnTo>
                    <a:pt x="1918572" y="983643"/>
                  </a:lnTo>
                  <a:lnTo>
                    <a:pt x="1919434" y="983176"/>
                  </a:lnTo>
                  <a:lnTo>
                    <a:pt x="1919607" y="983083"/>
                  </a:lnTo>
                  <a:lnTo>
                    <a:pt x="1921503" y="982056"/>
                  </a:lnTo>
                  <a:lnTo>
                    <a:pt x="1922021" y="981776"/>
                  </a:lnTo>
                  <a:lnTo>
                    <a:pt x="1923227" y="981123"/>
                  </a:lnTo>
                  <a:lnTo>
                    <a:pt x="1924262" y="980563"/>
                  </a:lnTo>
                  <a:lnTo>
                    <a:pt x="1924779" y="980283"/>
                  </a:lnTo>
                  <a:lnTo>
                    <a:pt x="1925124" y="980096"/>
                  </a:lnTo>
                  <a:lnTo>
                    <a:pt x="1925814" y="979723"/>
                  </a:lnTo>
                  <a:lnTo>
                    <a:pt x="1927365" y="978883"/>
                  </a:lnTo>
                  <a:lnTo>
                    <a:pt x="1927538" y="978790"/>
                  </a:lnTo>
                  <a:lnTo>
                    <a:pt x="1928400" y="978323"/>
                  </a:lnTo>
                  <a:lnTo>
                    <a:pt x="1929951" y="977483"/>
                  </a:lnTo>
                  <a:lnTo>
                    <a:pt x="1930813" y="977016"/>
                  </a:lnTo>
                  <a:lnTo>
                    <a:pt x="1933055" y="975802"/>
                  </a:lnTo>
                  <a:lnTo>
                    <a:pt x="1933227" y="975709"/>
                  </a:lnTo>
                  <a:lnTo>
                    <a:pt x="1934434" y="975055"/>
                  </a:lnTo>
                  <a:lnTo>
                    <a:pt x="1935468" y="974495"/>
                  </a:lnTo>
                  <a:lnTo>
                    <a:pt x="1935986" y="974214"/>
                  </a:lnTo>
                  <a:lnTo>
                    <a:pt x="1936675" y="973841"/>
                  </a:lnTo>
                  <a:lnTo>
                    <a:pt x="1937193" y="973561"/>
                  </a:lnTo>
                  <a:lnTo>
                    <a:pt x="1938917" y="972627"/>
                  </a:lnTo>
                  <a:lnTo>
                    <a:pt x="1939779" y="972160"/>
                  </a:lnTo>
                  <a:lnTo>
                    <a:pt x="1942020" y="970945"/>
                  </a:lnTo>
                  <a:lnTo>
                    <a:pt x="1943054" y="970385"/>
                  </a:lnTo>
                  <a:lnTo>
                    <a:pt x="1943744" y="970011"/>
                  </a:lnTo>
                  <a:lnTo>
                    <a:pt x="1944089" y="969824"/>
                  </a:lnTo>
                  <a:lnTo>
                    <a:pt x="1945985" y="968797"/>
                  </a:lnTo>
                  <a:lnTo>
                    <a:pt x="1961502" y="960385"/>
                  </a:lnTo>
                  <a:lnTo>
                    <a:pt x="1969088" y="956271"/>
                  </a:lnTo>
                  <a:lnTo>
                    <a:pt x="2068913" y="902009"/>
                  </a:lnTo>
                  <a:lnTo>
                    <a:pt x="2072534" y="900036"/>
                  </a:lnTo>
                  <a:lnTo>
                    <a:pt x="2072706" y="899942"/>
                  </a:lnTo>
                  <a:lnTo>
                    <a:pt x="2075120" y="898627"/>
                  </a:lnTo>
                  <a:lnTo>
                    <a:pt x="2077017" y="897594"/>
                  </a:lnTo>
                  <a:lnTo>
                    <a:pt x="2080810" y="895527"/>
                  </a:lnTo>
                  <a:lnTo>
                    <a:pt x="2081672" y="895058"/>
                  </a:lnTo>
                  <a:lnTo>
                    <a:pt x="2083223" y="894212"/>
                  </a:lnTo>
                  <a:lnTo>
                    <a:pt x="2086844" y="892239"/>
                  </a:lnTo>
                  <a:lnTo>
                    <a:pt x="2087361" y="891957"/>
                  </a:lnTo>
                  <a:lnTo>
                    <a:pt x="2087706" y="891769"/>
                  </a:lnTo>
                  <a:lnTo>
                    <a:pt x="2089258" y="890923"/>
                  </a:lnTo>
                  <a:lnTo>
                    <a:pt x="2089603" y="890735"/>
                  </a:lnTo>
                  <a:lnTo>
                    <a:pt x="2089775" y="890641"/>
                  </a:lnTo>
                  <a:lnTo>
                    <a:pt x="2090465" y="890265"/>
                  </a:lnTo>
                  <a:lnTo>
                    <a:pt x="2090982" y="889983"/>
                  </a:lnTo>
                  <a:lnTo>
                    <a:pt x="2091844" y="889513"/>
                  </a:lnTo>
                  <a:lnTo>
                    <a:pt x="2092016" y="889419"/>
                  </a:lnTo>
                  <a:lnTo>
                    <a:pt x="2093913" y="888385"/>
                  </a:lnTo>
                  <a:lnTo>
                    <a:pt x="2094430" y="888103"/>
                  </a:lnTo>
                  <a:lnTo>
                    <a:pt x="2095637" y="887445"/>
                  </a:lnTo>
                  <a:lnTo>
                    <a:pt x="2096671" y="886881"/>
                  </a:lnTo>
                  <a:lnTo>
                    <a:pt x="2097189" y="886599"/>
                  </a:lnTo>
                  <a:lnTo>
                    <a:pt x="2097533" y="886411"/>
                  </a:lnTo>
                  <a:lnTo>
                    <a:pt x="2098223" y="886035"/>
                  </a:lnTo>
                  <a:lnTo>
                    <a:pt x="2099775" y="885189"/>
                  </a:lnTo>
                  <a:lnTo>
                    <a:pt x="2099947" y="885095"/>
                  </a:lnTo>
                  <a:lnTo>
                    <a:pt x="2100809" y="884625"/>
                  </a:lnTo>
                  <a:lnTo>
                    <a:pt x="2102361" y="883778"/>
                  </a:lnTo>
                  <a:lnTo>
                    <a:pt x="2103223" y="883308"/>
                  </a:lnTo>
                  <a:lnTo>
                    <a:pt x="2105464" y="882086"/>
                  </a:lnTo>
                  <a:lnTo>
                    <a:pt x="2105637" y="881992"/>
                  </a:lnTo>
                  <a:lnTo>
                    <a:pt x="2106844" y="881333"/>
                  </a:lnTo>
                  <a:lnTo>
                    <a:pt x="2107878" y="880769"/>
                  </a:lnTo>
                  <a:lnTo>
                    <a:pt x="2108395" y="880487"/>
                  </a:lnTo>
                  <a:lnTo>
                    <a:pt x="2109085" y="880111"/>
                  </a:lnTo>
                  <a:lnTo>
                    <a:pt x="2109602" y="879828"/>
                  </a:lnTo>
                  <a:lnTo>
                    <a:pt x="2111326" y="878888"/>
                  </a:lnTo>
                  <a:lnTo>
                    <a:pt x="2112188" y="878418"/>
                  </a:lnTo>
                  <a:lnTo>
                    <a:pt x="2114430" y="877195"/>
                  </a:lnTo>
                  <a:lnTo>
                    <a:pt x="2115464" y="876630"/>
                  </a:lnTo>
                  <a:lnTo>
                    <a:pt x="2116154" y="876254"/>
                  </a:lnTo>
                  <a:lnTo>
                    <a:pt x="2116498" y="876066"/>
                  </a:lnTo>
                  <a:lnTo>
                    <a:pt x="2118395" y="875031"/>
                  </a:lnTo>
                  <a:lnTo>
                    <a:pt x="2133912" y="866560"/>
                  </a:lnTo>
                  <a:lnTo>
                    <a:pt x="2141498" y="862417"/>
                  </a:lnTo>
                  <a:lnTo>
                    <a:pt x="2241323" y="807795"/>
                  </a:lnTo>
                  <a:lnTo>
                    <a:pt x="2244944" y="805810"/>
                  </a:lnTo>
                  <a:lnTo>
                    <a:pt x="2245116" y="805716"/>
                  </a:lnTo>
                  <a:lnTo>
                    <a:pt x="2247530" y="804393"/>
                  </a:lnTo>
                  <a:lnTo>
                    <a:pt x="2249426" y="803353"/>
                  </a:lnTo>
                  <a:lnTo>
                    <a:pt x="2253219" y="801273"/>
                  </a:lnTo>
                  <a:lnTo>
                    <a:pt x="2254081" y="800800"/>
                  </a:lnTo>
                  <a:lnTo>
                    <a:pt x="2255633" y="799950"/>
                  </a:lnTo>
                  <a:lnTo>
                    <a:pt x="2259254" y="797964"/>
                  </a:lnTo>
                  <a:lnTo>
                    <a:pt x="2259771" y="797680"/>
                  </a:lnTo>
                  <a:lnTo>
                    <a:pt x="2260116" y="797491"/>
                  </a:lnTo>
                  <a:lnTo>
                    <a:pt x="2261667" y="796640"/>
                  </a:lnTo>
                  <a:lnTo>
                    <a:pt x="2262012" y="796451"/>
                  </a:lnTo>
                  <a:lnTo>
                    <a:pt x="2262184" y="796356"/>
                  </a:lnTo>
                  <a:lnTo>
                    <a:pt x="2262874" y="795978"/>
                  </a:lnTo>
                  <a:lnTo>
                    <a:pt x="2263391" y="795694"/>
                  </a:lnTo>
                  <a:lnTo>
                    <a:pt x="2264253" y="795221"/>
                  </a:lnTo>
                  <a:lnTo>
                    <a:pt x="2264426" y="795127"/>
                  </a:lnTo>
                  <a:lnTo>
                    <a:pt x="2266322" y="794087"/>
                  </a:lnTo>
                  <a:lnTo>
                    <a:pt x="2266840" y="793803"/>
                  </a:lnTo>
                  <a:lnTo>
                    <a:pt x="2268046" y="793141"/>
                  </a:lnTo>
                  <a:lnTo>
                    <a:pt x="2269081" y="792573"/>
                  </a:lnTo>
                  <a:lnTo>
                    <a:pt x="2269598" y="792289"/>
                  </a:lnTo>
                  <a:lnTo>
                    <a:pt x="2269943" y="792100"/>
                  </a:lnTo>
                  <a:lnTo>
                    <a:pt x="2270633" y="791722"/>
                  </a:lnTo>
                  <a:lnTo>
                    <a:pt x="2272184" y="790871"/>
                  </a:lnTo>
                  <a:lnTo>
                    <a:pt x="2272357" y="790776"/>
                  </a:lnTo>
                  <a:lnTo>
                    <a:pt x="2273219" y="790303"/>
                  </a:lnTo>
                  <a:lnTo>
                    <a:pt x="2274770" y="789451"/>
                  </a:lnTo>
                  <a:lnTo>
                    <a:pt x="2275632" y="788978"/>
                  </a:lnTo>
                  <a:lnTo>
                    <a:pt x="2277874" y="787748"/>
                  </a:lnTo>
                  <a:lnTo>
                    <a:pt x="2278046" y="787654"/>
                  </a:lnTo>
                  <a:lnTo>
                    <a:pt x="2279253" y="786992"/>
                  </a:lnTo>
                  <a:lnTo>
                    <a:pt x="2280287" y="786424"/>
                  </a:lnTo>
                  <a:lnTo>
                    <a:pt x="2280805" y="786140"/>
                  </a:lnTo>
                  <a:lnTo>
                    <a:pt x="2281494" y="785761"/>
                  </a:lnTo>
                  <a:lnTo>
                    <a:pt x="2282012" y="785478"/>
                  </a:lnTo>
                  <a:lnTo>
                    <a:pt x="2283736" y="784531"/>
                  </a:lnTo>
                  <a:lnTo>
                    <a:pt x="2284598" y="784058"/>
                  </a:lnTo>
                  <a:lnTo>
                    <a:pt x="2286839" y="782828"/>
                  </a:lnTo>
                  <a:lnTo>
                    <a:pt x="2287873" y="782260"/>
                  </a:lnTo>
                  <a:lnTo>
                    <a:pt x="2288563" y="781881"/>
                  </a:lnTo>
                  <a:lnTo>
                    <a:pt x="2288908" y="781692"/>
                  </a:lnTo>
                  <a:lnTo>
                    <a:pt x="2290804" y="780651"/>
                  </a:lnTo>
                  <a:lnTo>
                    <a:pt x="2306321" y="772130"/>
                  </a:lnTo>
                  <a:lnTo>
                    <a:pt x="2313907" y="767962"/>
                  </a:lnTo>
                  <a:lnTo>
                    <a:pt x="2413732" y="713036"/>
                  </a:lnTo>
                  <a:lnTo>
                    <a:pt x="2417353" y="711041"/>
                  </a:lnTo>
                  <a:lnTo>
                    <a:pt x="2417525" y="710946"/>
                  </a:lnTo>
                  <a:lnTo>
                    <a:pt x="2419939" y="709616"/>
                  </a:lnTo>
                  <a:lnTo>
                    <a:pt x="2421836" y="708570"/>
                  </a:lnTo>
                  <a:lnTo>
                    <a:pt x="2425629" y="706480"/>
                  </a:lnTo>
                  <a:lnTo>
                    <a:pt x="2426491" y="706005"/>
                  </a:lnTo>
                  <a:lnTo>
                    <a:pt x="2428042" y="705149"/>
                  </a:lnTo>
                  <a:lnTo>
                    <a:pt x="2431663" y="703153"/>
                  </a:lnTo>
                  <a:lnTo>
                    <a:pt x="2432180" y="702868"/>
                  </a:lnTo>
                  <a:lnTo>
                    <a:pt x="2432525" y="702678"/>
                  </a:lnTo>
                  <a:lnTo>
                    <a:pt x="2434077" y="701823"/>
                  </a:lnTo>
                  <a:lnTo>
                    <a:pt x="2434422" y="701633"/>
                  </a:lnTo>
                  <a:lnTo>
                    <a:pt x="2434594" y="701537"/>
                  </a:lnTo>
                  <a:lnTo>
                    <a:pt x="2435284" y="701157"/>
                  </a:lnTo>
                  <a:lnTo>
                    <a:pt x="2435801" y="700872"/>
                  </a:lnTo>
                  <a:lnTo>
                    <a:pt x="2436663" y="700397"/>
                  </a:lnTo>
                  <a:lnTo>
                    <a:pt x="2436835" y="700302"/>
                  </a:lnTo>
                  <a:lnTo>
                    <a:pt x="2438732" y="699256"/>
                  </a:lnTo>
                  <a:lnTo>
                    <a:pt x="2439249" y="698971"/>
                  </a:lnTo>
                  <a:lnTo>
                    <a:pt x="2440456" y="698305"/>
                  </a:lnTo>
                  <a:lnTo>
                    <a:pt x="2441490" y="697735"/>
                  </a:lnTo>
                  <a:lnTo>
                    <a:pt x="2442008" y="697450"/>
                  </a:lnTo>
                  <a:lnTo>
                    <a:pt x="2442352" y="697260"/>
                  </a:lnTo>
                  <a:lnTo>
                    <a:pt x="2443042" y="696879"/>
                  </a:lnTo>
                  <a:lnTo>
                    <a:pt x="2444594" y="696024"/>
                  </a:lnTo>
                  <a:lnTo>
                    <a:pt x="2444766" y="695928"/>
                  </a:lnTo>
                  <a:lnTo>
                    <a:pt x="2445628" y="695453"/>
                  </a:lnTo>
                  <a:lnTo>
                    <a:pt x="2447180" y="694597"/>
                  </a:lnTo>
                  <a:lnTo>
                    <a:pt x="2448042" y="694122"/>
                  </a:lnTo>
                  <a:lnTo>
                    <a:pt x="2450283" y="692886"/>
                  </a:lnTo>
                  <a:lnTo>
                    <a:pt x="2450456" y="692791"/>
                  </a:lnTo>
                  <a:lnTo>
                    <a:pt x="2451662" y="692125"/>
                  </a:lnTo>
                  <a:lnTo>
                    <a:pt x="2452697" y="691554"/>
                  </a:lnTo>
                  <a:lnTo>
                    <a:pt x="2453214" y="691269"/>
                  </a:lnTo>
                  <a:lnTo>
                    <a:pt x="2453904" y="690889"/>
                  </a:lnTo>
                  <a:lnTo>
                    <a:pt x="2454421" y="690603"/>
                  </a:lnTo>
                  <a:lnTo>
                    <a:pt x="2456145" y="689652"/>
                  </a:lnTo>
                  <a:lnTo>
                    <a:pt x="2457007" y="689177"/>
                  </a:lnTo>
                  <a:lnTo>
                    <a:pt x="2459249" y="687940"/>
                  </a:lnTo>
                  <a:lnTo>
                    <a:pt x="2460283" y="687369"/>
                  </a:lnTo>
                  <a:lnTo>
                    <a:pt x="2460973" y="686989"/>
                  </a:lnTo>
                  <a:lnTo>
                    <a:pt x="2461317" y="686799"/>
                  </a:lnTo>
                  <a:lnTo>
                    <a:pt x="2463214" y="685752"/>
                  </a:lnTo>
                  <a:lnTo>
                    <a:pt x="2478731" y="677189"/>
                  </a:lnTo>
                  <a:lnTo>
                    <a:pt x="2486317" y="673001"/>
                  </a:lnTo>
                  <a:lnTo>
                    <a:pt x="2586142" y="617823"/>
                  </a:lnTo>
                  <a:lnTo>
                    <a:pt x="2589763" y="615819"/>
                  </a:lnTo>
                  <a:lnTo>
                    <a:pt x="2589935" y="615723"/>
                  </a:lnTo>
                  <a:lnTo>
                    <a:pt x="2592349" y="614387"/>
                  </a:lnTo>
                  <a:lnTo>
                    <a:pt x="2594245" y="613338"/>
                  </a:lnTo>
                  <a:lnTo>
                    <a:pt x="2598038" y="611238"/>
                  </a:lnTo>
                  <a:lnTo>
                    <a:pt x="2598900" y="610761"/>
                  </a:lnTo>
                  <a:lnTo>
                    <a:pt x="2600452" y="609902"/>
                  </a:lnTo>
                  <a:lnTo>
                    <a:pt x="2604072" y="607898"/>
                  </a:lnTo>
                  <a:lnTo>
                    <a:pt x="2604590" y="607611"/>
                  </a:lnTo>
                  <a:lnTo>
                    <a:pt x="2604935" y="607420"/>
                  </a:lnTo>
                  <a:lnTo>
                    <a:pt x="2606486" y="606561"/>
                  </a:lnTo>
                  <a:lnTo>
                    <a:pt x="2606831" y="606370"/>
                  </a:lnTo>
                  <a:lnTo>
                    <a:pt x="2607003" y="606275"/>
                  </a:lnTo>
                  <a:lnTo>
                    <a:pt x="2607693" y="605893"/>
                  </a:lnTo>
                  <a:lnTo>
                    <a:pt x="2608210" y="605607"/>
                  </a:lnTo>
                  <a:lnTo>
                    <a:pt x="2609072" y="605129"/>
                  </a:lnTo>
                  <a:lnTo>
                    <a:pt x="2609245" y="605034"/>
                  </a:lnTo>
                  <a:lnTo>
                    <a:pt x="2611141" y="603984"/>
                  </a:lnTo>
                  <a:lnTo>
                    <a:pt x="2611659" y="603697"/>
                  </a:lnTo>
                  <a:lnTo>
                    <a:pt x="2612865" y="603029"/>
                  </a:lnTo>
                  <a:lnTo>
                    <a:pt x="2613900" y="602456"/>
                  </a:lnTo>
                  <a:lnTo>
                    <a:pt x="2614417" y="602170"/>
                  </a:lnTo>
                  <a:lnTo>
                    <a:pt x="2614762" y="601979"/>
                  </a:lnTo>
                  <a:lnTo>
                    <a:pt x="2615452" y="601597"/>
                  </a:lnTo>
                  <a:lnTo>
                    <a:pt x="2617003" y="600738"/>
                  </a:lnTo>
                  <a:lnTo>
                    <a:pt x="2617176" y="600642"/>
                  </a:lnTo>
                  <a:lnTo>
                    <a:pt x="2618038" y="600165"/>
                  </a:lnTo>
                  <a:lnTo>
                    <a:pt x="2619589" y="599306"/>
                  </a:lnTo>
                  <a:lnTo>
                    <a:pt x="2620451" y="598828"/>
                  </a:lnTo>
                  <a:lnTo>
                    <a:pt x="2622693" y="597587"/>
                  </a:lnTo>
                  <a:lnTo>
                    <a:pt x="2622865" y="597491"/>
                  </a:lnTo>
                  <a:lnTo>
                    <a:pt x="2624072" y="596823"/>
                  </a:lnTo>
                  <a:lnTo>
                    <a:pt x="2625106" y="596250"/>
                  </a:lnTo>
                  <a:lnTo>
                    <a:pt x="2625624" y="595964"/>
                  </a:lnTo>
                  <a:lnTo>
                    <a:pt x="2626313" y="595582"/>
                  </a:lnTo>
                  <a:lnTo>
                    <a:pt x="2626831" y="595295"/>
                  </a:lnTo>
                  <a:lnTo>
                    <a:pt x="2628555" y="594340"/>
                  </a:lnTo>
                  <a:lnTo>
                    <a:pt x="2629417" y="593863"/>
                  </a:lnTo>
                  <a:lnTo>
                    <a:pt x="2631658" y="592621"/>
                  </a:lnTo>
                  <a:lnTo>
                    <a:pt x="2632692" y="592048"/>
                  </a:lnTo>
                  <a:lnTo>
                    <a:pt x="2633382" y="591666"/>
                  </a:lnTo>
                  <a:lnTo>
                    <a:pt x="2633727" y="591475"/>
                  </a:lnTo>
                  <a:lnTo>
                    <a:pt x="2635623" y="590424"/>
                  </a:lnTo>
                  <a:lnTo>
                    <a:pt x="2651140" y="581826"/>
                  </a:lnTo>
                  <a:lnTo>
                    <a:pt x="2658726" y="577622"/>
                  </a:lnTo>
                  <a:lnTo>
                    <a:pt x="2758551" y="522236"/>
                  </a:lnTo>
                  <a:lnTo>
                    <a:pt x="2762172" y="520226"/>
                  </a:lnTo>
                  <a:lnTo>
                    <a:pt x="2762344" y="520130"/>
                  </a:lnTo>
                  <a:lnTo>
                    <a:pt x="2764758" y="518789"/>
                  </a:lnTo>
                  <a:lnTo>
                    <a:pt x="2766655" y="517736"/>
                  </a:lnTo>
                  <a:lnTo>
                    <a:pt x="2770448" y="515629"/>
                  </a:lnTo>
                  <a:lnTo>
                    <a:pt x="2771310" y="515150"/>
                  </a:lnTo>
                  <a:lnTo>
                    <a:pt x="2772861" y="514288"/>
                  </a:lnTo>
                  <a:lnTo>
                    <a:pt x="2776482" y="512277"/>
                  </a:lnTo>
                  <a:lnTo>
                    <a:pt x="2776999" y="511990"/>
                  </a:lnTo>
                  <a:lnTo>
                    <a:pt x="2777344" y="511798"/>
                  </a:lnTo>
                  <a:lnTo>
                    <a:pt x="2778896" y="510936"/>
                  </a:lnTo>
                  <a:lnTo>
                    <a:pt x="2779241" y="510744"/>
                  </a:lnTo>
                  <a:lnTo>
                    <a:pt x="2779413" y="510649"/>
                  </a:lnTo>
                  <a:lnTo>
                    <a:pt x="2780103" y="510266"/>
                  </a:lnTo>
                  <a:lnTo>
                    <a:pt x="2780620" y="509978"/>
                  </a:lnTo>
                  <a:lnTo>
                    <a:pt x="2781482" y="509499"/>
                  </a:lnTo>
                  <a:lnTo>
                    <a:pt x="2781654" y="509403"/>
                  </a:lnTo>
                  <a:lnTo>
                    <a:pt x="2783551" y="508350"/>
                  </a:lnTo>
                  <a:lnTo>
                    <a:pt x="2784068" y="508062"/>
                  </a:lnTo>
                  <a:lnTo>
                    <a:pt x="2785275" y="507392"/>
                  </a:lnTo>
                  <a:lnTo>
                    <a:pt x="2786309" y="506817"/>
                  </a:lnTo>
                  <a:lnTo>
                    <a:pt x="2786827" y="506530"/>
                  </a:lnTo>
                  <a:lnTo>
                    <a:pt x="2787171" y="506338"/>
                  </a:lnTo>
                  <a:lnTo>
                    <a:pt x="2787861" y="505955"/>
                  </a:lnTo>
                  <a:lnTo>
                    <a:pt x="2789413" y="505093"/>
                  </a:lnTo>
                  <a:lnTo>
                    <a:pt x="2789585" y="504997"/>
                  </a:lnTo>
                  <a:lnTo>
                    <a:pt x="2790447" y="504518"/>
                  </a:lnTo>
                  <a:lnTo>
                    <a:pt x="2791999" y="503656"/>
                  </a:lnTo>
                  <a:lnTo>
                    <a:pt x="2792861" y="503177"/>
                  </a:lnTo>
                  <a:lnTo>
                    <a:pt x="2795102" y="501931"/>
                  </a:lnTo>
                  <a:lnTo>
                    <a:pt x="2795275" y="501835"/>
                  </a:lnTo>
                  <a:lnTo>
                    <a:pt x="2796481" y="501165"/>
                  </a:lnTo>
                  <a:lnTo>
                    <a:pt x="2797516" y="500590"/>
                  </a:lnTo>
                  <a:lnTo>
                    <a:pt x="2798033" y="500302"/>
                  </a:lnTo>
                  <a:lnTo>
                    <a:pt x="2798723" y="499919"/>
                  </a:lnTo>
                  <a:lnTo>
                    <a:pt x="2799240" y="499631"/>
                  </a:lnTo>
                  <a:lnTo>
                    <a:pt x="2800964" y="498673"/>
                  </a:lnTo>
                  <a:lnTo>
                    <a:pt x="2801826" y="498194"/>
                  </a:lnTo>
                  <a:lnTo>
                    <a:pt x="2804068" y="496948"/>
                  </a:lnTo>
                  <a:lnTo>
                    <a:pt x="2805102" y="496373"/>
                  </a:lnTo>
                  <a:lnTo>
                    <a:pt x="2805792" y="495990"/>
                  </a:lnTo>
                  <a:lnTo>
                    <a:pt x="2806136" y="495799"/>
                  </a:lnTo>
                  <a:lnTo>
                    <a:pt x="2808033" y="494744"/>
                  </a:lnTo>
                  <a:lnTo>
                    <a:pt x="2823550" y="486118"/>
                  </a:lnTo>
                  <a:lnTo>
                    <a:pt x="2831136" y="481900"/>
                  </a:lnTo>
                  <a:lnTo>
                    <a:pt x="2930961" y="426346"/>
                  </a:lnTo>
                  <a:lnTo>
                    <a:pt x="2934581" y="424330"/>
                  </a:lnTo>
                  <a:lnTo>
                    <a:pt x="2934754" y="424234"/>
                  </a:lnTo>
                  <a:lnTo>
                    <a:pt x="2937168" y="422889"/>
                  </a:lnTo>
                  <a:lnTo>
                    <a:pt x="2939064" y="421833"/>
                  </a:lnTo>
                  <a:lnTo>
                    <a:pt x="2942857" y="419720"/>
                  </a:lnTo>
                  <a:lnTo>
                    <a:pt x="2943719" y="419240"/>
                  </a:lnTo>
                  <a:lnTo>
                    <a:pt x="2945271" y="418376"/>
                  </a:lnTo>
                  <a:lnTo>
                    <a:pt x="2948891" y="416359"/>
                  </a:lnTo>
                  <a:lnTo>
                    <a:pt x="2949409" y="416071"/>
                  </a:lnTo>
                  <a:lnTo>
                    <a:pt x="2949754" y="415878"/>
                  </a:lnTo>
                  <a:lnTo>
                    <a:pt x="2951305" y="415014"/>
                  </a:lnTo>
                  <a:lnTo>
                    <a:pt x="2951650" y="414822"/>
                  </a:lnTo>
                  <a:lnTo>
                    <a:pt x="2951822" y="414726"/>
                  </a:lnTo>
                  <a:lnTo>
                    <a:pt x="2952512" y="414342"/>
                  </a:lnTo>
                  <a:lnTo>
                    <a:pt x="2953029" y="414053"/>
                  </a:lnTo>
                  <a:lnTo>
                    <a:pt x="2953891" y="413573"/>
                  </a:lnTo>
                  <a:lnTo>
                    <a:pt x="2954064" y="413477"/>
                  </a:lnTo>
                  <a:lnTo>
                    <a:pt x="2955960" y="412421"/>
                  </a:lnTo>
                  <a:lnTo>
                    <a:pt x="2956477" y="412132"/>
                  </a:lnTo>
                  <a:lnTo>
                    <a:pt x="2957684" y="411460"/>
                  </a:lnTo>
                  <a:lnTo>
                    <a:pt x="2958719" y="410884"/>
                  </a:lnTo>
                  <a:lnTo>
                    <a:pt x="2959236" y="410595"/>
                  </a:lnTo>
                  <a:lnTo>
                    <a:pt x="2959581" y="410403"/>
                  </a:lnTo>
                  <a:lnTo>
                    <a:pt x="2960271" y="410019"/>
                  </a:lnTo>
                  <a:lnTo>
                    <a:pt x="2961822" y="409154"/>
                  </a:lnTo>
                  <a:lnTo>
                    <a:pt x="2961995" y="409058"/>
                  </a:lnTo>
                  <a:lnTo>
                    <a:pt x="2962857" y="408578"/>
                  </a:lnTo>
                  <a:lnTo>
                    <a:pt x="2964408" y="407713"/>
                  </a:lnTo>
                  <a:lnTo>
                    <a:pt x="2965270" y="407233"/>
                  </a:lnTo>
                  <a:lnTo>
                    <a:pt x="2967512" y="405984"/>
                  </a:lnTo>
                  <a:lnTo>
                    <a:pt x="2967684" y="405888"/>
                  </a:lnTo>
                  <a:lnTo>
                    <a:pt x="2968891" y="405216"/>
                  </a:lnTo>
                  <a:lnTo>
                    <a:pt x="2969925" y="404639"/>
                  </a:lnTo>
                  <a:lnTo>
                    <a:pt x="2970443" y="404351"/>
                  </a:lnTo>
                  <a:lnTo>
                    <a:pt x="2971132" y="403967"/>
                  </a:lnTo>
                  <a:lnTo>
                    <a:pt x="2971650" y="403678"/>
                  </a:lnTo>
                  <a:lnTo>
                    <a:pt x="2973374" y="402718"/>
                  </a:lnTo>
                  <a:lnTo>
                    <a:pt x="2974236" y="402237"/>
                  </a:lnTo>
                  <a:lnTo>
                    <a:pt x="2976477" y="400988"/>
                  </a:lnTo>
                  <a:lnTo>
                    <a:pt x="2977511" y="400411"/>
                  </a:lnTo>
                  <a:lnTo>
                    <a:pt x="2978201" y="400027"/>
                  </a:lnTo>
                  <a:lnTo>
                    <a:pt x="2978546" y="399835"/>
                  </a:lnTo>
                  <a:lnTo>
                    <a:pt x="2980442" y="398778"/>
                  </a:lnTo>
                  <a:lnTo>
                    <a:pt x="2995959" y="390129"/>
                  </a:lnTo>
                  <a:lnTo>
                    <a:pt x="3003545" y="385900"/>
                  </a:lnTo>
                  <a:lnTo>
                    <a:pt x="3103370" y="330209"/>
                  </a:lnTo>
                  <a:lnTo>
                    <a:pt x="3106991" y="328187"/>
                  </a:lnTo>
                  <a:lnTo>
                    <a:pt x="3107163" y="328091"/>
                  </a:lnTo>
                  <a:lnTo>
                    <a:pt x="3109577" y="326744"/>
                  </a:lnTo>
                  <a:lnTo>
                    <a:pt x="3111474" y="325685"/>
                  </a:lnTo>
                  <a:lnTo>
                    <a:pt x="3115267" y="323567"/>
                  </a:lnTo>
                  <a:lnTo>
                    <a:pt x="3116129" y="323086"/>
                  </a:lnTo>
                  <a:lnTo>
                    <a:pt x="3117680" y="322220"/>
                  </a:lnTo>
                  <a:lnTo>
                    <a:pt x="3121301" y="320198"/>
                  </a:lnTo>
                  <a:lnTo>
                    <a:pt x="3121818" y="319909"/>
                  </a:lnTo>
                  <a:lnTo>
                    <a:pt x="3122163" y="319717"/>
                  </a:lnTo>
                  <a:lnTo>
                    <a:pt x="3123715" y="318850"/>
                  </a:lnTo>
                  <a:lnTo>
                    <a:pt x="3124060" y="318658"/>
                  </a:lnTo>
                  <a:lnTo>
                    <a:pt x="3124232" y="318562"/>
                  </a:lnTo>
                  <a:lnTo>
                    <a:pt x="3124922" y="318176"/>
                  </a:lnTo>
                  <a:lnTo>
                    <a:pt x="3125439" y="317888"/>
                  </a:lnTo>
                  <a:lnTo>
                    <a:pt x="3126301" y="317406"/>
                  </a:lnTo>
                  <a:lnTo>
                    <a:pt x="3126473" y="317310"/>
                  </a:lnTo>
                  <a:lnTo>
                    <a:pt x="3128370" y="316251"/>
                  </a:lnTo>
                  <a:lnTo>
                    <a:pt x="3128887" y="315962"/>
                  </a:lnTo>
                  <a:lnTo>
                    <a:pt x="3130094" y="315288"/>
                  </a:lnTo>
                  <a:lnTo>
                    <a:pt x="3131128" y="314711"/>
                  </a:lnTo>
                  <a:lnTo>
                    <a:pt x="3131646" y="314422"/>
                  </a:lnTo>
                  <a:lnTo>
                    <a:pt x="3131990" y="314229"/>
                  </a:lnTo>
                  <a:lnTo>
                    <a:pt x="3132680" y="313844"/>
                  </a:lnTo>
                  <a:lnTo>
                    <a:pt x="3134232" y="312978"/>
                  </a:lnTo>
                  <a:lnTo>
                    <a:pt x="3134404" y="312881"/>
                  </a:lnTo>
                  <a:lnTo>
                    <a:pt x="3135266" y="312400"/>
                  </a:lnTo>
                  <a:lnTo>
                    <a:pt x="3136818" y="311533"/>
                  </a:lnTo>
                  <a:lnTo>
                    <a:pt x="3137680" y="311052"/>
                  </a:lnTo>
                  <a:lnTo>
                    <a:pt x="3139921" y="309800"/>
                  </a:lnTo>
                  <a:lnTo>
                    <a:pt x="3140094" y="309704"/>
                  </a:lnTo>
                  <a:lnTo>
                    <a:pt x="3141300" y="309030"/>
                  </a:lnTo>
                  <a:lnTo>
                    <a:pt x="3142335" y="308452"/>
                  </a:lnTo>
                  <a:lnTo>
                    <a:pt x="3142852" y="308163"/>
                  </a:lnTo>
                  <a:lnTo>
                    <a:pt x="3143542" y="307778"/>
                  </a:lnTo>
                  <a:lnTo>
                    <a:pt x="3144059" y="307489"/>
                  </a:lnTo>
                  <a:lnTo>
                    <a:pt x="3145783" y="306526"/>
                  </a:lnTo>
                  <a:lnTo>
                    <a:pt x="3146645" y="306045"/>
                  </a:lnTo>
                  <a:lnTo>
                    <a:pt x="3148886" y="304793"/>
                  </a:lnTo>
                  <a:lnTo>
                    <a:pt x="3149921" y="304215"/>
                  </a:lnTo>
                  <a:lnTo>
                    <a:pt x="3150611" y="303830"/>
                  </a:lnTo>
                  <a:lnTo>
                    <a:pt x="3150955" y="303637"/>
                  </a:lnTo>
                  <a:lnTo>
                    <a:pt x="3152852" y="302578"/>
                  </a:lnTo>
                  <a:lnTo>
                    <a:pt x="3168369" y="293910"/>
                  </a:lnTo>
                  <a:lnTo>
                    <a:pt x="3175955" y="289672"/>
                  </a:lnTo>
                  <a:lnTo>
                    <a:pt x="3275780" y="233869"/>
                  </a:lnTo>
                  <a:lnTo>
                    <a:pt x="3279400" y="231844"/>
                  </a:lnTo>
                  <a:lnTo>
                    <a:pt x="3279573" y="231747"/>
                  </a:lnTo>
                  <a:lnTo>
                    <a:pt x="3281987" y="230397"/>
                  </a:lnTo>
                  <a:lnTo>
                    <a:pt x="3283883" y="229337"/>
                  </a:lnTo>
                  <a:lnTo>
                    <a:pt x="3287676" y="227215"/>
                  </a:lnTo>
                  <a:lnTo>
                    <a:pt x="3288538" y="226733"/>
                  </a:lnTo>
                  <a:lnTo>
                    <a:pt x="3290090" y="225865"/>
                  </a:lnTo>
                  <a:lnTo>
                    <a:pt x="3293710" y="223839"/>
                  </a:lnTo>
                  <a:lnTo>
                    <a:pt x="3294228" y="223550"/>
                  </a:lnTo>
                  <a:lnTo>
                    <a:pt x="3294573" y="223357"/>
                  </a:lnTo>
                  <a:lnTo>
                    <a:pt x="3296124" y="222489"/>
                  </a:lnTo>
                  <a:lnTo>
                    <a:pt x="3296469" y="222296"/>
                  </a:lnTo>
                  <a:lnTo>
                    <a:pt x="3296641" y="222200"/>
                  </a:lnTo>
                  <a:lnTo>
                    <a:pt x="3297331" y="221814"/>
                  </a:lnTo>
                  <a:lnTo>
                    <a:pt x="3297848" y="221525"/>
                  </a:lnTo>
                  <a:lnTo>
                    <a:pt x="3298710" y="221043"/>
                  </a:lnTo>
                  <a:lnTo>
                    <a:pt x="3298883" y="220946"/>
                  </a:lnTo>
                  <a:lnTo>
                    <a:pt x="3300779" y="219885"/>
                  </a:lnTo>
                  <a:lnTo>
                    <a:pt x="3301296" y="219596"/>
                  </a:lnTo>
                  <a:lnTo>
                    <a:pt x="3302503" y="218921"/>
                  </a:lnTo>
                  <a:lnTo>
                    <a:pt x="3303538" y="218342"/>
                  </a:lnTo>
                  <a:lnTo>
                    <a:pt x="3304055" y="218052"/>
                  </a:lnTo>
                  <a:lnTo>
                    <a:pt x="3304400" y="217860"/>
                  </a:lnTo>
                  <a:lnTo>
                    <a:pt x="3305089" y="217474"/>
                  </a:lnTo>
                  <a:lnTo>
                    <a:pt x="3306641" y="216606"/>
                  </a:lnTo>
                  <a:lnTo>
                    <a:pt x="3306814" y="216509"/>
                  </a:lnTo>
                  <a:lnTo>
                    <a:pt x="3307676" y="216027"/>
                  </a:lnTo>
                  <a:lnTo>
                    <a:pt x="3309227" y="215159"/>
                  </a:lnTo>
                  <a:lnTo>
                    <a:pt x="3310089" y="214676"/>
                  </a:lnTo>
                  <a:lnTo>
                    <a:pt x="3312331" y="213422"/>
                  </a:lnTo>
                  <a:lnTo>
                    <a:pt x="3312503" y="213326"/>
                  </a:lnTo>
                  <a:lnTo>
                    <a:pt x="3313710" y="212651"/>
                  </a:lnTo>
                  <a:lnTo>
                    <a:pt x="3314744" y="212072"/>
                  </a:lnTo>
                  <a:lnTo>
                    <a:pt x="3315262" y="211783"/>
                  </a:lnTo>
                  <a:lnTo>
                    <a:pt x="3315951" y="211397"/>
                  </a:lnTo>
                  <a:lnTo>
                    <a:pt x="3316469" y="211107"/>
                  </a:lnTo>
                  <a:lnTo>
                    <a:pt x="3318193" y="210143"/>
                  </a:lnTo>
                  <a:lnTo>
                    <a:pt x="3319055" y="209660"/>
                  </a:lnTo>
                  <a:lnTo>
                    <a:pt x="3321296" y="208406"/>
                  </a:lnTo>
                  <a:lnTo>
                    <a:pt x="3322330" y="207827"/>
                  </a:lnTo>
                  <a:lnTo>
                    <a:pt x="3323020" y="207442"/>
                  </a:lnTo>
                  <a:lnTo>
                    <a:pt x="3323365" y="207249"/>
                  </a:lnTo>
                  <a:lnTo>
                    <a:pt x="3325261" y="206187"/>
                  </a:lnTo>
                  <a:lnTo>
                    <a:pt x="3340778" y="197504"/>
                  </a:lnTo>
                  <a:lnTo>
                    <a:pt x="3348364" y="193258"/>
                  </a:lnTo>
                  <a:lnTo>
                    <a:pt x="3448189" y="137363"/>
                  </a:lnTo>
                  <a:lnTo>
                    <a:pt x="3451810" y="135335"/>
                  </a:lnTo>
                  <a:lnTo>
                    <a:pt x="3451982" y="135239"/>
                  </a:lnTo>
                  <a:lnTo>
                    <a:pt x="3454396" y="133886"/>
                  </a:lnTo>
                  <a:lnTo>
                    <a:pt x="3456293" y="132824"/>
                  </a:lnTo>
                  <a:lnTo>
                    <a:pt x="3460086" y="130699"/>
                  </a:lnTo>
                  <a:lnTo>
                    <a:pt x="3460948" y="130216"/>
                  </a:lnTo>
                  <a:lnTo>
                    <a:pt x="3462499" y="129347"/>
                  </a:lnTo>
                  <a:lnTo>
                    <a:pt x="3466120" y="127318"/>
                  </a:lnTo>
                  <a:lnTo>
                    <a:pt x="3466637" y="127029"/>
                  </a:lnTo>
                  <a:lnTo>
                    <a:pt x="3466982" y="126836"/>
                  </a:lnTo>
                  <a:lnTo>
                    <a:pt x="3468534" y="125966"/>
                  </a:lnTo>
                  <a:lnTo>
                    <a:pt x="3468879" y="125773"/>
                  </a:lnTo>
                  <a:lnTo>
                    <a:pt x="3469051" y="125676"/>
                  </a:lnTo>
                  <a:lnTo>
                    <a:pt x="3469741" y="125290"/>
                  </a:lnTo>
                  <a:lnTo>
                    <a:pt x="3470258" y="125000"/>
                  </a:lnTo>
                  <a:lnTo>
                    <a:pt x="3471120" y="124517"/>
                  </a:lnTo>
                  <a:lnTo>
                    <a:pt x="3471292" y="124421"/>
                  </a:lnTo>
                  <a:lnTo>
                    <a:pt x="3473189" y="123358"/>
                  </a:lnTo>
                  <a:lnTo>
                    <a:pt x="3473706" y="123068"/>
                  </a:lnTo>
                  <a:lnTo>
                    <a:pt x="3474913" y="122392"/>
                  </a:lnTo>
                  <a:lnTo>
                    <a:pt x="3475947" y="121812"/>
                  </a:lnTo>
                  <a:lnTo>
                    <a:pt x="3476465" y="121523"/>
                  </a:lnTo>
                  <a:lnTo>
                    <a:pt x="3476809" y="121329"/>
                  </a:lnTo>
                  <a:lnTo>
                    <a:pt x="3477499" y="120943"/>
                  </a:lnTo>
                  <a:lnTo>
                    <a:pt x="3479051" y="120074"/>
                  </a:lnTo>
                  <a:lnTo>
                    <a:pt x="3479223" y="119977"/>
                  </a:lnTo>
                  <a:lnTo>
                    <a:pt x="3480085" y="119494"/>
                  </a:lnTo>
                  <a:lnTo>
                    <a:pt x="3481637" y="118625"/>
                  </a:lnTo>
                  <a:lnTo>
                    <a:pt x="3482499" y="118142"/>
                  </a:lnTo>
                  <a:lnTo>
                    <a:pt x="3484740" y="116886"/>
                  </a:lnTo>
                  <a:lnTo>
                    <a:pt x="3484913" y="116789"/>
                  </a:lnTo>
                  <a:lnTo>
                    <a:pt x="3486119" y="116113"/>
                  </a:lnTo>
                  <a:lnTo>
                    <a:pt x="3487154" y="115533"/>
                  </a:lnTo>
                  <a:lnTo>
                    <a:pt x="3487671" y="115243"/>
                  </a:lnTo>
                  <a:lnTo>
                    <a:pt x="3488361" y="114857"/>
                  </a:lnTo>
                  <a:lnTo>
                    <a:pt x="3488878" y="114567"/>
                  </a:lnTo>
                  <a:lnTo>
                    <a:pt x="3490602" y="113601"/>
                  </a:lnTo>
                  <a:lnTo>
                    <a:pt x="3491464" y="113118"/>
                  </a:lnTo>
                  <a:lnTo>
                    <a:pt x="3493705" y="111862"/>
                  </a:lnTo>
                  <a:lnTo>
                    <a:pt x="3494740" y="111282"/>
                  </a:lnTo>
                  <a:lnTo>
                    <a:pt x="3495430" y="110896"/>
                  </a:lnTo>
                  <a:lnTo>
                    <a:pt x="3495774" y="110703"/>
                  </a:lnTo>
                  <a:lnTo>
                    <a:pt x="3497671" y="109640"/>
                  </a:lnTo>
                  <a:lnTo>
                    <a:pt x="3513188" y="100944"/>
                  </a:lnTo>
                  <a:lnTo>
                    <a:pt x="3520774" y="96692"/>
                  </a:lnTo>
                  <a:lnTo>
                    <a:pt x="3620599" y="40721"/>
                  </a:lnTo>
                  <a:lnTo>
                    <a:pt x="3624219" y="38690"/>
                  </a:lnTo>
                  <a:lnTo>
                    <a:pt x="3624392" y="38594"/>
                  </a:lnTo>
                  <a:lnTo>
                    <a:pt x="3626806" y="37240"/>
                  </a:lnTo>
                  <a:lnTo>
                    <a:pt x="3628702" y="36176"/>
                  </a:lnTo>
                  <a:lnTo>
                    <a:pt x="3632495" y="34048"/>
                  </a:lnTo>
                  <a:lnTo>
                    <a:pt x="3633357" y="33565"/>
                  </a:lnTo>
                  <a:lnTo>
                    <a:pt x="3634909" y="32694"/>
                  </a:lnTo>
                  <a:lnTo>
                    <a:pt x="3638529" y="30663"/>
                  </a:lnTo>
                  <a:lnTo>
                    <a:pt x="3639047" y="30373"/>
                  </a:lnTo>
                  <a:lnTo>
                    <a:pt x="3639391" y="30180"/>
                  </a:lnTo>
                  <a:lnTo>
                    <a:pt x="3640943" y="29309"/>
                  </a:lnTo>
                  <a:lnTo>
                    <a:pt x="3641288" y="29116"/>
                  </a:lnTo>
                  <a:lnTo>
                    <a:pt x="3641460" y="29019"/>
                  </a:lnTo>
                  <a:lnTo>
                    <a:pt x="3642150" y="28632"/>
                  </a:lnTo>
                  <a:lnTo>
                    <a:pt x="3642667" y="28342"/>
                  </a:lnTo>
                  <a:lnTo>
                    <a:pt x="3643529" y="27859"/>
                  </a:lnTo>
                  <a:lnTo>
                    <a:pt x="3643702" y="27762"/>
                  </a:lnTo>
                  <a:lnTo>
                    <a:pt x="3645598" y="26698"/>
                  </a:lnTo>
                  <a:lnTo>
                    <a:pt x="3646115" y="26408"/>
                  </a:lnTo>
                  <a:lnTo>
                    <a:pt x="3647322" y="25731"/>
                  </a:lnTo>
                  <a:lnTo>
                    <a:pt x="3648357" y="25150"/>
                  </a:lnTo>
                  <a:lnTo>
                    <a:pt x="3648874" y="24860"/>
                  </a:lnTo>
                  <a:lnTo>
                    <a:pt x="3649219" y="24667"/>
                  </a:lnTo>
                  <a:lnTo>
                    <a:pt x="3649908" y="24280"/>
                  </a:lnTo>
                  <a:lnTo>
                    <a:pt x="3651460" y="23409"/>
                  </a:lnTo>
                  <a:lnTo>
                    <a:pt x="3651633" y="23313"/>
                  </a:lnTo>
                  <a:lnTo>
                    <a:pt x="3652495" y="22829"/>
                  </a:lnTo>
                  <a:lnTo>
                    <a:pt x="3654046" y="21959"/>
                  </a:lnTo>
                  <a:lnTo>
                    <a:pt x="3654908" y="21475"/>
                  </a:lnTo>
                  <a:lnTo>
                    <a:pt x="3657150" y="20218"/>
                  </a:lnTo>
                  <a:lnTo>
                    <a:pt x="3657322" y="20121"/>
                  </a:lnTo>
                  <a:lnTo>
                    <a:pt x="3658529" y="19444"/>
                  </a:lnTo>
                  <a:lnTo>
                    <a:pt x="3659563" y="18863"/>
                  </a:lnTo>
                  <a:lnTo>
                    <a:pt x="3660081" y="18573"/>
                  </a:lnTo>
                  <a:lnTo>
                    <a:pt x="3660770" y="18186"/>
                  </a:lnTo>
                  <a:lnTo>
                    <a:pt x="3661288" y="17896"/>
                  </a:lnTo>
                  <a:lnTo>
                    <a:pt x="3663012" y="16929"/>
                  </a:lnTo>
                  <a:lnTo>
                    <a:pt x="3663874" y="16445"/>
                  </a:lnTo>
                  <a:lnTo>
                    <a:pt x="3666115" y="15188"/>
                  </a:lnTo>
                  <a:lnTo>
                    <a:pt x="3667149" y="14607"/>
                  </a:lnTo>
                  <a:lnTo>
                    <a:pt x="3667839" y="14220"/>
                  </a:lnTo>
                  <a:lnTo>
                    <a:pt x="3668184" y="14027"/>
                  </a:lnTo>
                  <a:lnTo>
                    <a:pt x="3670080" y="12963"/>
                  </a:lnTo>
                  <a:lnTo>
                    <a:pt x="3685597" y="4256"/>
                  </a:lnTo>
                  <a:lnTo>
                    <a:pt x="3693183" y="0"/>
                  </a:lnTo>
                  <a:lnTo>
                    <a:pt x="3693183" y="173215"/>
                  </a:lnTo>
                  <a:lnTo>
                    <a:pt x="3685597" y="177017"/>
                  </a:lnTo>
                  <a:lnTo>
                    <a:pt x="3670080" y="184795"/>
                  </a:lnTo>
                  <a:lnTo>
                    <a:pt x="3668184" y="185746"/>
                  </a:lnTo>
                  <a:lnTo>
                    <a:pt x="3667839" y="185918"/>
                  </a:lnTo>
                  <a:lnTo>
                    <a:pt x="3667149" y="186264"/>
                  </a:lnTo>
                  <a:lnTo>
                    <a:pt x="3666115" y="186783"/>
                  </a:lnTo>
                  <a:lnTo>
                    <a:pt x="3663874" y="187906"/>
                  </a:lnTo>
                  <a:lnTo>
                    <a:pt x="3663012" y="188338"/>
                  </a:lnTo>
                  <a:lnTo>
                    <a:pt x="3661288" y="189203"/>
                  </a:lnTo>
                  <a:lnTo>
                    <a:pt x="3660770" y="189462"/>
                  </a:lnTo>
                  <a:lnTo>
                    <a:pt x="3660081" y="189808"/>
                  </a:lnTo>
                  <a:lnTo>
                    <a:pt x="3659563" y="190067"/>
                  </a:lnTo>
                  <a:lnTo>
                    <a:pt x="3658529" y="190586"/>
                  </a:lnTo>
                  <a:lnTo>
                    <a:pt x="3657322" y="191191"/>
                  </a:lnTo>
                  <a:lnTo>
                    <a:pt x="3657150" y="191277"/>
                  </a:lnTo>
                  <a:lnTo>
                    <a:pt x="3654908" y="192401"/>
                  </a:lnTo>
                  <a:lnTo>
                    <a:pt x="3654046" y="192833"/>
                  </a:lnTo>
                  <a:lnTo>
                    <a:pt x="3652495" y="193611"/>
                  </a:lnTo>
                  <a:lnTo>
                    <a:pt x="3651633" y="194043"/>
                  </a:lnTo>
                  <a:lnTo>
                    <a:pt x="3651460" y="194129"/>
                  </a:lnTo>
                  <a:lnTo>
                    <a:pt x="3649908" y="194907"/>
                  </a:lnTo>
                  <a:lnTo>
                    <a:pt x="3649219" y="195253"/>
                  </a:lnTo>
                  <a:lnTo>
                    <a:pt x="3648874" y="195426"/>
                  </a:lnTo>
                  <a:lnTo>
                    <a:pt x="3648357" y="195685"/>
                  </a:lnTo>
                  <a:lnTo>
                    <a:pt x="3647322" y="196204"/>
                  </a:lnTo>
                  <a:lnTo>
                    <a:pt x="3646115" y="196809"/>
                  </a:lnTo>
                  <a:lnTo>
                    <a:pt x="3645598" y="197068"/>
                  </a:lnTo>
                  <a:lnTo>
                    <a:pt x="3643702" y="198019"/>
                  </a:lnTo>
                  <a:lnTo>
                    <a:pt x="3643529" y="198105"/>
                  </a:lnTo>
                  <a:lnTo>
                    <a:pt x="3642667" y="198538"/>
                  </a:lnTo>
                  <a:lnTo>
                    <a:pt x="3642150" y="198797"/>
                  </a:lnTo>
                  <a:lnTo>
                    <a:pt x="3641460" y="199143"/>
                  </a:lnTo>
                  <a:lnTo>
                    <a:pt x="3641288" y="199229"/>
                  </a:lnTo>
                  <a:lnTo>
                    <a:pt x="3640943" y="199402"/>
                  </a:lnTo>
                  <a:lnTo>
                    <a:pt x="3639391" y="200180"/>
                  </a:lnTo>
                  <a:lnTo>
                    <a:pt x="3639047" y="200353"/>
                  </a:lnTo>
                  <a:lnTo>
                    <a:pt x="3638529" y="200612"/>
                  </a:lnTo>
                  <a:lnTo>
                    <a:pt x="3634909" y="202428"/>
                  </a:lnTo>
                  <a:lnTo>
                    <a:pt x="3633357" y="203206"/>
                  </a:lnTo>
                  <a:lnTo>
                    <a:pt x="3632495" y="203638"/>
                  </a:lnTo>
                  <a:lnTo>
                    <a:pt x="3628702" y="205540"/>
                  </a:lnTo>
                  <a:lnTo>
                    <a:pt x="3626806" y="206491"/>
                  </a:lnTo>
                  <a:lnTo>
                    <a:pt x="3624392" y="207701"/>
                  </a:lnTo>
                  <a:lnTo>
                    <a:pt x="3624219" y="207787"/>
                  </a:lnTo>
                  <a:lnTo>
                    <a:pt x="3620599" y="209603"/>
                  </a:lnTo>
                  <a:lnTo>
                    <a:pt x="3520774" y="259680"/>
                  </a:lnTo>
                  <a:lnTo>
                    <a:pt x="3513188" y="263487"/>
                  </a:lnTo>
                  <a:lnTo>
                    <a:pt x="3497671" y="271275"/>
                  </a:lnTo>
                  <a:lnTo>
                    <a:pt x="3495774" y="272227"/>
                  </a:lnTo>
                  <a:lnTo>
                    <a:pt x="3495430" y="272400"/>
                  </a:lnTo>
                  <a:lnTo>
                    <a:pt x="3494740" y="272746"/>
                  </a:lnTo>
                  <a:lnTo>
                    <a:pt x="3493705" y="273266"/>
                  </a:lnTo>
                  <a:lnTo>
                    <a:pt x="3491464" y="274391"/>
                  </a:lnTo>
                  <a:lnTo>
                    <a:pt x="3490602" y="274823"/>
                  </a:lnTo>
                  <a:lnTo>
                    <a:pt x="3488878" y="275689"/>
                  </a:lnTo>
                  <a:lnTo>
                    <a:pt x="3488361" y="275949"/>
                  </a:lnTo>
                  <a:lnTo>
                    <a:pt x="3487671" y="276295"/>
                  </a:lnTo>
                  <a:lnTo>
                    <a:pt x="3487154" y="276554"/>
                  </a:lnTo>
                  <a:lnTo>
                    <a:pt x="3486119" y="277074"/>
                  </a:lnTo>
                  <a:lnTo>
                    <a:pt x="3484913" y="277680"/>
                  </a:lnTo>
                  <a:lnTo>
                    <a:pt x="3484740" y="277766"/>
                  </a:lnTo>
                  <a:lnTo>
                    <a:pt x="3482499" y="278891"/>
                  </a:lnTo>
                  <a:lnTo>
                    <a:pt x="3481637" y="279324"/>
                  </a:lnTo>
                  <a:lnTo>
                    <a:pt x="3480085" y="280103"/>
                  </a:lnTo>
                  <a:lnTo>
                    <a:pt x="3479223" y="280536"/>
                  </a:lnTo>
                  <a:lnTo>
                    <a:pt x="3479051" y="280622"/>
                  </a:lnTo>
                  <a:lnTo>
                    <a:pt x="3477499" y="281401"/>
                  </a:lnTo>
                  <a:lnTo>
                    <a:pt x="3476809" y="281748"/>
                  </a:lnTo>
                  <a:lnTo>
                    <a:pt x="3476465" y="281921"/>
                  </a:lnTo>
                  <a:lnTo>
                    <a:pt x="3475947" y="282180"/>
                  </a:lnTo>
                  <a:lnTo>
                    <a:pt x="3474913" y="282700"/>
                  </a:lnTo>
                  <a:lnTo>
                    <a:pt x="3473706" y="283306"/>
                  </a:lnTo>
                  <a:lnTo>
                    <a:pt x="3473189" y="283565"/>
                  </a:lnTo>
                  <a:lnTo>
                    <a:pt x="3471292" y="284517"/>
                  </a:lnTo>
                  <a:lnTo>
                    <a:pt x="3471120" y="284604"/>
                  </a:lnTo>
                  <a:lnTo>
                    <a:pt x="3470258" y="285037"/>
                  </a:lnTo>
                  <a:lnTo>
                    <a:pt x="3469741" y="285297"/>
                  </a:lnTo>
                  <a:lnTo>
                    <a:pt x="3469051" y="285643"/>
                  </a:lnTo>
                  <a:lnTo>
                    <a:pt x="3468879" y="285729"/>
                  </a:lnTo>
                  <a:lnTo>
                    <a:pt x="3468534" y="285902"/>
                  </a:lnTo>
                  <a:lnTo>
                    <a:pt x="3466982" y="286682"/>
                  </a:lnTo>
                  <a:lnTo>
                    <a:pt x="3466637" y="286855"/>
                  </a:lnTo>
                  <a:lnTo>
                    <a:pt x="3466120" y="287114"/>
                  </a:lnTo>
                  <a:lnTo>
                    <a:pt x="3462499" y="288932"/>
                  </a:lnTo>
                  <a:lnTo>
                    <a:pt x="3460948" y="289711"/>
                  </a:lnTo>
                  <a:lnTo>
                    <a:pt x="3460086" y="290144"/>
                  </a:lnTo>
                  <a:lnTo>
                    <a:pt x="3456293" y="292049"/>
                  </a:lnTo>
                  <a:lnTo>
                    <a:pt x="3454396" y="293001"/>
                  </a:lnTo>
                  <a:lnTo>
                    <a:pt x="3451982" y="294213"/>
                  </a:lnTo>
                  <a:lnTo>
                    <a:pt x="3451810" y="294300"/>
                  </a:lnTo>
                  <a:lnTo>
                    <a:pt x="3448189" y="296118"/>
                  </a:lnTo>
                  <a:lnTo>
                    <a:pt x="3348364" y="346271"/>
                  </a:lnTo>
                  <a:lnTo>
                    <a:pt x="3340778" y="350084"/>
                  </a:lnTo>
                  <a:lnTo>
                    <a:pt x="3325261" y="357885"/>
                  </a:lnTo>
                  <a:lnTo>
                    <a:pt x="3323365" y="358838"/>
                  </a:lnTo>
                  <a:lnTo>
                    <a:pt x="3323020" y="359012"/>
                  </a:lnTo>
                  <a:lnTo>
                    <a:pt x="3322330" y="359359"/>
                  </a:lnTo>
                  <a:lnTo>
                    <a:pt x="3321296" y="359879"/>
                  </a:lnTo>
                  <a:lnTo>
                    <a:pt x="3319055" y="361006"/>
                  </a:lnTo>
                  <a:lnTo>
                    <a:pt x="3318193" y="361439"/>
                  </a:lnTo>
                  <a:lnTo>
                    <a:pt x="3316469" y="362306"/>
                  </a:lnTo>
                  <a:lnTo>
                    <a:pt x="3315951" y="362566"/>
                  </a:lnTo>
                  <a:lnTo>
                    <a:pt x="3315262" y="362913"/>
                  </a:lnTo>
                  <a:lnTo>
                    <a:pt x="3314744" y="363173"/>
                  </a:lnTo>
                  <a:lnTo>
                    <a:pt x="3313710" y="363693"/>
                  </a:lnTo>
                  <a:lnTo>
                    <a:pt x="3312503" y="364300"/>
                  </a:lnTo>
                  <a:lnTo>
                    <a:pt x="3312331" y="364387"/>
                  </a:lnTo>
                  <a:lnTo>
                    <a:pt x="3310089" y="365514"/>
                  </a:lnTo>
                  <a:lnTo>
                    <a:pt x="3309227" y="365947"/>
                  </a:lnTo>
                  <a:lnTo>
                    <a:pt x="3307676" y="366727"/>
                  </a:lnTo>
                  <a:lnTo>
                    <a:pt x="3306814" y="367161"/>
                  </a:lnTo>
                  <a:lnTo>
                    <a:pt x="3306641" y="367248"/>
                  </a:lnTo>
                  <a:lnTo>
                    <a:pt x="3305089" y="368028"/>
                  </a:lnTo>
                  <a:lnTo>
                    <a:pt x="3304400" y="368375"/>
                  </a:lnTo>
                  <a:lnTo>
                    <a:pt x="3304055" y="368548"/>
                  </a:lnTo>
                  <a:lnTo>
                    <a:pt x="3303538" y="368808"/>
                  </a:lnTo>
                  <a:lnTo>
                    <a:pt x="3302503" y="369329"/>
                  </a:lnTo>
                  <a:lnTo>
                    <a:pt x="3301296" y="369935"/>
                  </a:lnTo>
                  <a:lnTo>
                    <a:pt x="3300779" y="370196"/>
                  </a:lnTo>
                  <a:lnTo>
                    <a:pt x="3298883" y="371149"/>
                  </a:lnTo>
                  <a:lnTo>
                    <a:pt x="3298710" y="371236"/>
                  </a:lnTo>
                  <a:lnTo>
                    <a:pt x="3297848" y="371670"/>
                  </a:lnTo>
                  <a:lnTo>
                    <a:pt x="3297331" y="371930"/>
                  </a:lnTo>
                  <a:lnTo>
                    <a:pt x="3296641" y="372277"/>
                  </a:lnTo>
                  <a:lnTo>
                    <a:pt x="3296469" y="372363"/>
                  </a:lnTo>
                  <a:lnTo>
                    <a:pt x="3296124" y="372537"/>
                  </a:lnTo>
                  <a:lnTo>
                    <a:pt x="3294573" y="373317"/>
                  </a:lnTo>
                  <a:lnTo>
                    <a:pt x="3294228" y="373490"/>
                  </a:lnTo>
                  <a:lnTo>
                    <a:pt x="3293710" y="373751"/>
                  </a:lnTo>
                  <a:lnTo>
                    <a:pt x="3290090" y="375572"/>
                  </a:lnTo>
                  <a:lnTo>
                    <a:pt x="3288538" y="376352"/>
                  </a:lnTo>
                  <a:lnTo>
                    <a:pt x="3287676" y="376786"/>
                  </a:lnTo>
                  <a:lnTo>
                    <a:pt x="3283883" y="378693"/>
                  </a:lnTo>
                  <a:lnTo>
                    <a:pt x="3281987" y="379647"/>
                  </a:lnTo>
                  <a:lnTo>
                    <a:pt x="3279573" y="380862"/>
                  </a:lnTo>
                  <a:lnTo>
                    <a:pt x="3279400" y="380948"/>
                  </a:lnTo>
                  <a:lnTo>
                    <a:pt x="3275780" y="382770"/>
                  </a:lnTo>
                  <a:lnTo>
                    <a:pt x="3175955" y="433015"/>
                  </a:lnTo>
                  <a:lnTo>
                    <a:pt x="3168369" y="436835"/>
                  </a:lnTo>
                  <a:lnTo>
                    <a:pt x="3152852" y="444652"/>
                  </a:lnTo>
                  <a:lnTo>
                    <a:pt x="3150955" y="445607"/>
                  </a:lnTo>
                  <a:lnTo>
                    <a:pt x="3150611" y="445781"/>
                  </a:lnTo>
                  <a:lnTo>
                    <a:pt x="3149921" y="446128"/>
                  </a:lnTo>
                  <a:lnTo>
                    <a:pt x="3148886" y="446649"/>
                  </a:lnTo>
                  <a:lnTo>
                    <a:pt x="3146645" y="447778"/>
                  </a:lnTo>
                  <a:lnTo>
                    <a:pt x="3145783" y="448213"/>
                  </a:lnTo>
                  <a:lnTo>
                    <a:pt x="3144059" y="449081"/>
                  </a:lnTo>
                  <a:lnTo>
                    <a:pt x="3143542" y="449342"/>
                  </a:lnTo>
                  <a:lnTo>
                    <a:pt x="3142852" y="449689"/>
                  </a:lnTo>
                  <a:lnTo>
                    <a:pt x="3142335" y="449950"/>
                  </a:lnTo>
                  <a:lnTo>
                    <a:pt x="3141300" y="450471"/>
                  </a:lnTo>
                  <a:lnTo>
                    <a:pt x="3140094" y="451079"/>
                  </a:lnTo>
                  <a:lnTo>
                    <a:pt x="3139921" y="451166"/>
                  </a:lnTo>
                  <a:lnTo>
                    <a:pt x="3137680" y="452296"/>
                  </a:lnTo>
                  <a:lnTo>
                    <a:pt x="3136818" y="452730"/>
                  </a:lnTo>
                  <a:lnTo>
                    <a:pt x="3135266" y="453512"/>
                  </a:lnTo>
                  <a:lnTo>
                    <a:pt x="3134404" y="453946"/>
                  </a:lnTo>
                  <a:lnTo>
                    <a:pt x="3134232" y="454033"/>
                  </a:lnTo>
                  <a:lnTo>
                    <a:pt x="3132680" y="454815"/>
                  </a:lnTo>
                  <a:lnTo>
                    <a:pt x="3131990" y="455162"/>
                  </a:lnTo>
                  <a:lnTo>
                    <a:pt x="3131646" y="455336"/>
                  </a:lnTo>
                  <a:lnTo>
                    <a:pt x="3131128" y="455597"/>
                  </a:lnTo>
                  <a:lnTo>
                    <a:pt x="3130094" y="456118"/>
                  </a:lnTo>
                  <a:lnTo>
                    <a:pt x="3128887" y="456726"/>
                  </a:lnTo>
                  <a:lnTo>
                    <a:pt x="3128370" y="456987"/>
                  </a:lnTo>
                  <a:lnTo>
                    <a:pt x="3126473" y="457943"/>
                  </a:lnTo>
                  <a:lnTo>
                    <a:pt x="3126301" y="458030"/>
                  </a:lnTo>
                  <a:lnTo>
                    <a:pt x="3125439" y="458464"/>
                  </a:lnTo>
                  <a:lnTo>
                    <a:pt x="3124922" y="458725"/>
                  </a:lnTo>
                  <a:lnTo>
                    <a:pt x="3124232" y="459072"/>
                  </a:lnTo>
                  <a:lnTo>
                    <a:pt x="3124060" y="459159"/>
                  </a:lnTo>
                  <a:lnTo>
                    <a:pt x="3123715" y="459333"/>
                  </a:lnTo>
                  <a:lnTo>
                    <a:pt x="3122163" y="460115"/>
                  </a:lnTo>
                  <a:lnTo>
                    <a:pt x="3121818" y="460289"/>
                  </a:lnTo>
                  <a:lnTo>
                    <a:pt x="3121301" y="460549"/>
                  </a:lnTo>
                  <a:lnTo>
                    <a:pt x="3117680" y="462374"/>
                  </a:lnTo>
                  <a:lnTo>
                    <a:pt x="3116129" y="463156"/>
                  </a:lnTo>
                  <a:lnTo>
                    <a:pt x="3115267" y="463591"/>
                  </a:lnTo>
                  <a:lnTo>
                    <a:pt x="3111474" y="465502"/>
                  </a:lnTo>
                  <a:lnTo>
                    <a:pt x="3109577" y="466458"/>
                  </a:lnTo>
                  <a:lnTo>
                    <a:pt x="3107163" y="467675"/>
                  </a:lnTo>
                  <a:lnTo>
                    <a:pt x="3106991" y="467762"/>
                  </a:lnTo>
                  <a:lnTo>
                    <a:pt x="3103370" y="469587"/>
                  </a:lnTo>
                  <a:lnTo>
                    <a:pt x="3003545" y="519944"/>
                  </a:lnTo>
                  <a:lnTo>
                    <a:pt x="2995959" y="523774"/>
                  </a:lnTo>
                  <a:lnTo>
                    <a:pt x="2980442" y="531609"/>
                  </a:lnTo>
                  <a:lnTo>
                    <a:pt x="2978546" y="532567"/>
                  </a:lnTo>
                  <a:lnTo>
                    <a:pt x="2978201" y="532741"/>
                  </a:lnTo>
                  <a:lnTo>
                    <a:pt x="2977511" y="533089"/>
                  </a:lnTo>
                  <a:lnTo>
                    <a:pt x="2976477" y="533611"/>
                  </a:lnTo>
                  <a:lnTo>
                    <a:pt x="2974236" y="534743"/>
                  </a:lnTo>
                  <a:lnTo>
                    <a:pt x="2973374" y="535179"/>
                  </a:lnTo>
                  <a:lnTo>
                    <a:pt x="2971650" y="536050"/>
                  </a:lnTo>
                  <a:lnTo>
                    <a:pt x="2971132" y="536311"/>
                  </a:lnTo>
                  <a:lnTo>
                    <a:pt x="2970443" y="536659"/>
                  </a:lnTo>
                  <a:lnTo>
                    <a:pt x="2969925" y="536920"/>
                  </a:lnTo>
                  <a:lnTo>
                    <a:pt x="2968891" y="537443"/>
                  </a:lnTo>
                  <a:lnTo>
                    <a:pt x="2967684" y="538052"/>
                  </a:lnTo>
                  <a:lnTo>
                    <a:pt x="2967512" y="538140"/>
                  </a:lnTo>
                  <a:lnTo>
                    <a:pt x="2965270" y="539272"/>
                  </a:lnTo>
                  <a:lnTo>
                    <a:pt x="2964408" y="539707"/>
                  </a:lnTo>
                  <a:lnTo>
                    <a:pt x="2962857" y="540491"/>
                  </a:lnTo>
                  <a:lnTo>
                    <a:pt x="2961995" y="540926"/>
                  </a:lnTo>
                  <a:lnTo>
                    <a:pt x="2961822" y="541013"/>
                  </a:lnTo>
                  <a:lnTo>
                    <a:pt x="2960271" y="541797"/>
                  </a:lnTo>
                  <a:lnTo>
                    <a:pt x="2959581" y="542146"/>
                  </a:lnTo>
                  <a:lnTo>
                    <a:pt x="2959236" y="542320"/>
                  </a:lnTo>
                  <a:lnTo>
                    <a:pt x="2958719" y="542581"/>
                  </a:lnTo>
                  <a:lnTo>
                    <a:pt x="2957684" y="543104"/>
                  </a:lnTo>
                  <a:lnTo>
                    <a:pt x="2956477" y="543713"/>
                  </a:lnTo>
                  <a:lnTo>
                    <a:pt x="2955960" y="543975"/>
                  </a:lnTo>
                  <a:lnTo>
                    <a:pt x="2954064" y="544933"/>
                  </a:lnTo>
                  <a:lnTo>
                    <a:pt x="2953891" y="545020"/>
                  </a:lnTo>
                  <a:lnTo>
                    <a:pt x="2953029" y="545455"/>
                  </a:lnTo>
                  <a:lnTo>
                    <a:pt x="2952512" y="545717"/>
                  </a:lnTo>
                  <a:lnTo>
                    <a:pt x="2951822" y="546065"/>
                  </a:lnTo>
                  <a:lnTo>
                    <a:pt x="2951650" y="546152"/>
                  </a:lnTo>
                  <a:lnTo>
                    <a:pt x="2951305" y="546326"/>
                  </a:lnTo>
                  <a:lnTo>
                    <a:pt x="2949754" y="547110"/>
                  </a:lnTo>
                  <a:lnTo>
                    <a:pt x="2949409" y="547285"/>
                  </a:lnTo>
                  <a:lnTo>
                    <a:pt x="2948891" y="547546"/>
                  </a:lnTo>
                  <a:lnTo>
                    <a:pt x="2945271" y="549375"/>
                  </a:lnTo>
                  <a:lnTo>
                    <a:pt x="2943719" y="550159"/>
                  </a:lnTo>
                  <a:lnTo>
                    <a:pt x="2942857" y="550595"/>
                  </a:lnTo>
                  <a:lnTo>
                    <a:pt x="2939064" y="552512"/>
                  </a:lnTo>
                  <a:lnTo>
                    <a:pt x="2937168" y="553470"/>
                  </a:lnTo>
                  <a:lnTo>
                    <a:pt x="2934754" y="554690"/>
                  </a:lnTo>
                  <a:lnTo>
                    <a:pt x="2934581" y="554777"/>
                  </a:lnTo>
                  <a:lnTo>
                    <a:pt x="2930961" y="556607"/>
                  </a:lnTo>
                  <a:lnTo>
                    <a:pt x="2831136" y="607101"/>
                  </a:lnTo>
                  <a:lnTo>
                    <a:pt x="2823550" y="610942"/>
                  </a:lnTo>
                  <a:lnTo>
                    <a:pt x="2808033" y="618800"/>
                  </a:lnTo>
                  <a:lnTo>
                    <a:pt x="2806136" y="619760"/>
                  </a:lnTo>
                  <a:lnTo>
                    <a:pt x="2805792" y="619935"/>
                  </a:lnTo>
                  <a:lnTo>
                    <a:pt x="2805102" y="620284"/>
                  </a:lnTo>
                  <a:lnTo>
                    <a:pt x="2804068" y="620808"/>
                  </a:lnTo>
                  <a:lnTo>
                    <a:pt x="2801826" y="621944"/>
                  </a:lnTo>
                  <a:lnTo>
                    <a:pt x="2800964" y="622380"/>
                  </a:lnTo>
                  <a:lnTo>
                    <a:pt x="2799240" y="623254"/>
                  </a:lnTo>
                  <a:lnTo>
                    <a:pt x="2798723" y="623516"/>
                  </a:lnTo>
                  <a:lnTo>
                    <a:pt x="2798033" y="623865"/>
                  </a:lnTo>
                  <a:lnTo>
                    <a:pt x="2797516" y="624127"/>
                  </a:lnTo>
                  <a:lnTo>
                    <a:pt x="2796481" y="624651"/>
                  </a:lnTo>
                  <a:lnTo>
                    <a:pt x="2795275" y="625263"/>
                  </a:lnTo>
                  <a:lnTo>
                    <a:pt x="2795102" y="625350"/>
                  </a:lnTo>
                  <a:lnTo>
                    <a:pt x="2792861" y="626485"/>
                  </a:lnTo>
                  <a:lnTo>
                    <a:pt x="2791999" y="626922"/>
                  </a:lnTo>
                  <a:lnTo>
                    <a:pt x="2790447" y="627708"/>
                  </a:lnTo>
                  <a:lnTo>
                    <a:pt x="2789585" y="628145"/>
                  </a:lnTo>
                  <a:lnTo>
                    <a:pt x="2789413" y="628232"/>
                  </a:lnTo>
                  <a:lnTo>
                    <a:pt x="2787861" y="629019"/>
                  </a:lnTo>
                  <a:lnTo>
                    <a:pt x="2787171" y="629368"/>
                  </a:lnTo>
                  <a:lnTo>
                    <a:pt x="2786827" y="629543"/>
                  </a:lnTo>
                  <a:lnTo>
                    <a:pt x="2786309" y="629805"/>
                  </a:lnTo>
                  <a:lnTo>
                    <a:pt x="2785275" y="630329"/>
                  </a:lnTo>
                  <a:lnTo>
                    <a:pt x="2784068" y="630941"/>
                  </a:lnTo>
                  <a:lnTo>
                    <a:pt x="2783551" y="631203"/>
                  </a:lnTo>
                  <a:lnTo>
                    <a:pt x="2781654" y="632164"/>
                  </a:lnTo>
                  <a:lnTo>
                    <a:pt x="2781482" y="632251"/>
                  </a:lnTo>
                  <a:lnTo>
                    <a:pt x="2780620" y="632688"/>
                  </a:lnTo>
                  <a:lnTo>
                    <a:pt x="2780103" y="632950"/>
                  </a:lnTo>
                  <a:lnTo>
                    <a:pt x="2779413" y="633300"/>
                  </a:lnTo>
                  <a:lnTo>
                    <a:pt x="2779241" y="633387"/>
                  </a:lnTo>
                  <a:lnTo>
                    <a:pt x="2778896" y="633562"/>
                  </a:lnTo>
                  <a:lnTo>
                    <a:pt x="2777344" y="634348"/>
                  </a:lnTo>
                  <a:lnTo>
                    <a:pt x="2776999" y="634523"/>
                  </a:lnTo>
                  <a:lnTo>
                    <a:pt x="2776482" y="634785"/>
                  </a:lnTo>
                  <a:lnTo>
                    <a:pt x="2772861" y="636620"/>
                  </a:lnTo>
                  <a:lnTo>
                    <a:pt x="2771310" y="637406"/>
                  </a:lnTo>
                  <a:lnTo>
                    <a:pt x="2770448" y="637843"/>
                  </a:lnTo>
                  <a:lnTo>
                    <a:pt x="2766655" y="639766"/>
                  </a:lnTo>
                  <a:lnTo>
                    <a:pt x="2764758" y="640727"/>
                  </a:lnTo>
                  <a:lnTo>
                    <a:pt x="2762344" y="641951"/>
                  </a:lnTo>
                  <a:lnTo>
                    <a:pt x="2762172" y="642038"/>
                  </a:lnTo>
                  <a:lnTo>
                    <a:pt x="2758551" y="643874"/>
                  </a:lnTo>
                  <a:lnTo>
                    <a:pt x="2658726" y="694536"/>
                  </a:lnTo>
                  <a:lnTo>
                    <a:pt x="2651140" y="698391"/>
                  </a:lnTo>
                  <a:lnTo>
                    <a:pt x="2635623" y="706277"/>
                  </a:lnTo>
                  <a:lnTo>
                    <a:pt x="2633727" y="707241"/>
                  </a:lnTo>
                  <a:lnTo>
                    <a:pt x="2633382" y="707417"/>
                  </a:lnTo>
                  <a:lnTo>
                    <a:pt x="2632692" y="707767"/>
                  </a:lnTo>
                  <a:lnTo>
                    <a:pt x="2631658" y="708293"/>
                  </a:lnTo>
                  <a:lnTo>
                    <a:pt x="2629417" y="709433"/>
                  </a:lnTo>
                  <a:lnTo>
                    <a:pt x="2628555" y="709871"/>
                  </a:lnTo>
                  <a:lnTo>
                    <a:pt x="2626831" y="710747"/>
                  </a:lnTo>
                  <a:lnTo>
                    <a:pt x="2626313" y="711010"/>
                  </a:lnTo>
                  <a:lnTo>
                    <a:pt x="2625624" y="711361"/>
                  </a:lnTo>
                  <a:lnTo>
                    <a:pt x="2625106" y="711624"/>
                  </a:lnTo>
                  <a:lnTo>
                    <a:pt x="2624072" y="712150"/>
                  </a:lnTo>
                  <a:lnTo>
                    <a:pt x="2622865" y="712764"/>
                  </a:lnTo>
                  <a:lnTo>
                    <a:pt x="2622693" y="712851"/>
                  </a:lnTo>
                  <a:lnTo>
                    <a:pt x="2620451" y="713991"/>
                  </a:lnTo>
                  <a:lnTo>
                    <a:pt x="2619589" y="714429"/>
                  </a:lnTo>
                  <a:lnTo>
                    <a:pt x="2618038" y="715218"/>
                  </a:lnTo>
                  <a:lnTo>
                    <a:pt x="2617176" y="715657"/>
                  </a:lnTo>
                  <a:lnTo>
                    <a:pt x="2617003" y="715745"/>
                  </a:lnTo>
                  <a:lnTo>
                    <a:pt x="2615452" y="716534"/>
                  </a:lnTo>
                  <a:lnTo>
                    <a:pt x="2614762" y="716884"/>
                  </a:lnTo>
                  <a:lnTo>
                    <a:pt x="2614417" y="717060"/>
                  </a:lnTo>
                  <a:lnTo>
                    <a:pt x="2613900" y="717323"/>
                  </a:lnTo>
                  <a:lnTo>
                    <a:pt x="2612865" y="717849"/>
                  </a:lnTo>
                  <a:lnTo>
                    <a:pt x="2611659" y="718463"/>
                  </a:lnTo>
                  <a:lnTo>
                    <a:pt x="2611141" y="718726"/>
                  </a:lnTo>
                  <a:lnTo>
                    <a:pt x="2609245" y="719690"/>
                  </a:lnTo>
                  <a:lnTo>
                    <a:pt x="2609072" y="719778"/>
                  </a:lnTo>
                  <a:lnTo>
                    <a:pt x="2608210" y="720217"/>
                  </a:lnTo>
                  <a:lnTo>
                    <a:pt x="2607693" y="720480"/>
                  </a:lnTo>
                  <a:lnTo>
                    <a:pt x="2607003" y="720831"/>
                  </a:lnTo>
                  <a:lnTo>
                    <a:pt x="2606831" y="720918"/>
                  </a:lnTo>
                  <a:lnTo>
                    <a:pt x="2606486" y="721094"/>
                  </a:lnTo>
                  <a:lnTo>
                    <a:pt x="2604935" y="721883"/>
                  </a:lnTo>
                  <a:lnTo>
                    <a:pt x="2604590" y="722058"/>
                  </a:lnTo>
                  <a:lnTo>
                    <a:pt x="2604072" y="722322"/>
                  </a:lnTo>
                  <a:lnTo>
                    <a:pt x="2600452" y="724163"/>
                  </a:lnTo>
                  <a:lnTo>
                    <a:pt x="2598900" y="724953"/>
                  </a:lnTo>
                  <a:lnTo>
                    <a:pt x="2598038" y="725391"/>
                  </a:lnTo>
                  <a:lnTo>
                    <a:pt x="2594245" y="727321"/>
                  </a:lnTo>
                  <a:lnTo>
                    <a:pt x="2592349" y="728286"/>
                  </a:lnTo>
                  <a:lnTo>
                    <a:pt x="2589935" y="729515"/>
                  </a:lnTo>
                  <a:lnTo>
                    <a:pt x="2589763" y="729602"/>
                  </a:lnTo>
                  <a:lnTo>
                    <a:pt x="2586142" y="731445"/>
                  </a:lnTo>
                  <a:lnTo>
                    <a:pt x="2486317" y="782314"/>
                  </a:lnTo>
                  <a:lnTo>
                    <a:pt x="2478731" y="786185"/>
                  </a:lnTo>
                  <a:lnTo>
                    <a:pt x="2463214" y="794106"/>
                  </a:lnTo>
                  <a:lnTo>
                    <a:pt x="2461317" y="795075"/>
                  </a:lnTo>
                  <a:lnTo>
                    <a:pt x="2460973" y="795251"/>
                  </a:lnTo>
                  <a:lnTo>
                    <a:pt x="2460283" y="795603"/>
                  </a:lnTo>
                  <a:lnTo>
                    <a:pt x="2459249" y="796131"/>
                  </a:lnTo>
                  <a:lnTo>
                    <a:pt x="2457007" y="797276"/>
                  </a:lnTo>
                  <a:lnTo>
                    <a:pt x="2456145" y="797716"/>
                  </a:lnTo>
                  <a:lnTo>
                    <a:pt x="2454421" y="798596"/>
                  </a:lnTo>
                  <a:lnTo>
                    <a:pt x="2453904" y="798861"/>
                  </a:lnTo>
                  <a:lnTo>
                    <a:pt x="2453214" y="799213"/>
                  </a:lnTo>
                  <a:lnTo>
                    <a:pt x="2452697" y="799477"/>
                  </a:lnTo>
                  <a:lnTo>
                    <a:pt x="2451662" y="800005"/>
                  </a:lnTo>
                  <a:lnTo>
                    <a:pt x="2450456" y="800622"/>
                  </a:lnTo>
                  <a:lnTo>
                    <a:pt x="2450283" y="800710"/>
                  </a:lnTo>
                  <a:lnTo>
                    <a:pt x="2448042" y="801855"/>
                  </a:lnTo>
                  <a:lnTo>
                    <a:pt x="2447180" y="802295"/>
                  </a:lnTo>
                  <a:lnTo>
                    <a:pt x="2445628" y="803088"/>
                  </a:lnTo>
                  <a:lnTo>
                    <a:pt x="2444766" y="803528"/>
                  </a:lnTo>
                  <a:lnTo>
                    <a:pt x="2444594" y="803616"/>
                  </a:lnTo>
                  <a:lnTo>
                    <a:pt x="2443042" y="804409"/>
                  </a:lnTo>
                  <a:lnTo>
                    <a:pt x="2442352" y="804761"/>
                  </a:lnTo>
                  <a:lnTo>
                    <a:pt x="2442008" y="804937"/>
                  </a:lnTo>
                  <a:lnTo>
                    <a:pt x="2441490" y="805202"/>
                  </a:lnTo>
                  <a:lnTo>
                    <a:pt x="2440456" y="805730"/>
                  </a:lnTo>
                  <a:lnTo>
                    <a:pt x="2439249" y="806347"/>
                  </a:lnTo>
                  <a:lnTo>
                    <a:pt x="2438732" y="806611"/>
                  </a:lnTo>
                  <a:lnTo>
                    <a:pt x="2436835" y="807580"/>
                  </a:lnTo>
                  <a:lnTo>
                    <a:pt x="2436663" y="807668"/>
                  </a:lnTo>
                  <a:lnTo>
                    <a:pt x="2435801" y="808109"/>
                  </a:lnTo>
                  <a:lnTo>
                    <a:pt x="2435284" y="808373"/>
                  </a:lnTo>
                  <a:lnTo>
                    <a:pt x="2434594" y="808725"/>
                  </a:lnTo>
                  <a:lnTo>
                    <a:pt x="2434422" y="808813"/>
                  </a:lnTo>
                  <a:lnTo>
                    <a:pt x="2434077" y="808990"/>
                  </a:lnTo>
                  <a:lnTo>
                    <a:pt x="2432525" y="809783"/>
                  </a:lnTo>
                  <a:lnTo>
                    <a:pt x="2432180" y="809959"/>
                  </a:lnTo>
                  <a:lnTo>
                    <a:pt x="2431663" y="810223"/>
                  </a:lnTo>
                  <a:lnTo>
                    <a:pt x="2428042" y="812074"/>
                  </a:lnTo>
                  <a:lnTo>
                    <a:pt x="2426491" y="812867"/>
                  </a:lnTo>
                  <a:lnTo>
                    <a:pt x="2425629" y="813307"/>
                  </a:lnTo>
                  <a:lnTo>
                    <a:pt x="2421836" y="815246"/>
                  </a:lnTo>
                  <a:lnTo>
                    <a:pt x="2419939" y="816216"/>
                  </a:lnTo>
                  <a:lnTo>
                    <a:pt x="2417525" y="817450"/>
                  </a:lnTo>
                  <a:lnTo>
                    <a:pt x="2417353" y="817538"/>
                  </a:lnTo>
                  <a:lnTo>
                    <a:pt x="2413732" y="819389"/>
                  </a:lnTo>
                  <a:lnTo>
                    <a:pt x="2313907" y="870510"/>
                  </a:lnTo>
                  <a:lnTo>
                    <a:pt x="2306321" y="874402"/>
                  </a:lnTo>
                  <a:lnTo>
                    <a:pt x="2290804" y="882365"/>
                  </a:lnTo>
                  <a:lnTo>
                    <a:pt x="2288908" y="883339"/>
                  </a:lnTo>
                  <a:lnTo>
                    <a:pt x="2288563" y="883516"/>
                  </a:lnTo>
                  <a:lnTo>
                    <a:pt x="2287873" y="883870"/>
                  </a:lnTo>
                  <a:lnTo>
                    <a:pt x="2286839" y="884401"/>
                  </a:lnTo>
                  <a:lnTo>
                    <a:pt x="2284598" y="885552"/>
                  </a:lnTo>
                  <a:lnTo>
                    <a:pt x="2283736" y="885994"/>
                  </a:lnTo>
                  <a:lnTo>
                    <a:pt x="2282012" y="886879"/>
                  </a:lnTo>
                  <a:lnTo>
                    <a:pt x="2281494" y="887145"/>
                  </a:lnTo>
                  <a:lnTo>
                    <a:pt x="2280805" y="887499"/>
                  </a:lnTo>
                  <a:lnTo>
                    <a:pt x="2280287" y="887765"/>
                  </a:lnTo>
                  <a:lnTo>
                    <a:pt x="2279253" y="888296"/>
                  </a:lnTo>
                  <a:lnTo>
                    <a:pt x="2278046" y="888916"/>
                  </a:lnTo>
                  <a:lnTo>
                    <a:pt x="2277874" y="889004"/>
                  </a:lnTo>
                  <a:lnTo>
                    <a:pt x="2275632" y="890155"/>
                  </a:lnTo>
                  <a:lnTo>
                    <a:pt x="2274770" y="890598"/>
                  </a:lnTo>
                  <a:lnTo>
                    <a:pt x="2273219" y="891395"/>
                  </a:lnTo>
                  <a:lnTo>
                    <a:pt x="2272357" y="891838"/>
                  </a:lnTo>
                  <a:lnTo>
                    <a:pt x="2272184" y="891926"/>
                  </a:lnTo>
                  <a:lnTo>
                    <a:pt x="2270633" y="892723"/>
                  </a:lnTo>
                  <a:lnTo>
                    <a:pt x="2269943" y="893078"/>
                  </a:lnTo>
                  <a:lnTo>
                    <a:pt x="2269598" y="893255"/>
                  </a:lnTo>
                  <a:lnTo>
                    <a:pt x="2269081" y="893521"/>
                  </a:lnTo>
                  <a:lnTo>
                    <a:pt x="2268046" y="894052"/>
                  </a:lnTo>
                  <a:lnTo>
                    <a:pt x="2266840" y="894672"/>
                  </a:lnTo>
                  <a:lnTo>
                    <a:pt x="2266322" y="894938"/>
                  </a:lnTo>
                  <a:lnTo>
                    <a:pt x="2264426" y="895912"/>
                  </a:lnTo>
                  <a:lnTo>
                    <a:pt x="2264253" y="896001"/>
                  </a:lnTo>
                  <a:lnTo>
                    <a:pt x="2263391" y="896444"/>
                  </a:lnTo>
                  <a:lnTo>
                    <a:pt x="2262874" y="896709"/>
                  </a:lnTo>
                  <a:lnTo>
                    <a:pt x="2262184" y="897064"/>
                  </a:lnTo>
                  <a:lnTo>
                    <a:pt x="2262012" y="897152"/>
                  </a:lnTo>
                  <a:lnTo>
                    <a:pt x="2261667" y="897329"/>
                  </a:lnTo>
                  <a:lnTo>
                    <a:pt x="2260116" y="898127"/>
                  </a:lnTo>
                  <a:lnTo>
                    <a:pt x="2259771" y="898304"/>
                  </a:lnTo>
                  <a:lnTo>
                    <a:pt x="2259254" y="898570"/>
                  </a:lnTo>
                  <a:lnTo>
                    <a:pt x="2255633" y="900430"/>
                  </a:lnTo>
                  <a:lnTo>
                    <a:pt x="2254081" y="901228"/>
                  </a:lnTo>
                  <a:lnTo>
                    <a:pt x="2253219" y="901671"/>
                  </a:lnTo>
                  <a:lnTo>
                    <a:pt x="2249426" y="903621"/>
                  </a:lnTo>
                  <a:lnTo>
                    <a:pt x="2247530" y="904596"/>
                  </a:lnTo>
                  <a:lnTo>
                    <a:pt x="2245116" y="905837"/>
                  </a:lnTo>
                  <a:lnTo>
                    <a:pt x="2244944" y="905925"/>
                  </a:lnTo>
                  <a:lnTo>
                    <a:pt x="2241323" y="907787"/>
                  </a:lnTo>
                  <a:lnTo>
                    <a:pt x="2141498" y="959213"/>
                  </a:lnTo>
                  <a:lnTo>
                    <a:pt x="2133912" y="963129"/>
                  </a:lnTo>
                  <a:lnTo>
                    <a:pt x="2118395" y="971142"/>
                  </a:lnTo>
                  <a:lnTo>
                    <a:pt x="2116498" y="972122"/>
                  </a:lnTo>
                  <a:lnTo>
                    <a:pt x="2116154" y="972300"/>
                  </a:lnTo>
                  <a:lnTo>
                    <a:pt x="2115464" y="972657"/>
                  </a:lnTo>
                  <a:lnTo>
                    <a:pt x="2114430" y="973191"/>
                  </a:lnTo>
                  <a:lnTo>
                    <a:pt x="2112188" y="974349"/>
                  </a:lnTo>
                  <a:lnTo>
                    <a:pt x="2111326" y="974795"/>
                  </a:lnTo>
                  <a:lnTo>
                    <a:pt x="2109602" y="975686"/>
                  </a:lnTo>
                  <a:lnTo>
                    <a:pt x="2109085" y="975953"/>
                  </a:lnTo>
                  <a:lnTo>
                    <a:pt x="2108395" y="976309"/>
                  </a:lnTo>
                  <a:lnTo>
                    <a:pt x="2107878" y="976577"/>
                  </a:lnTo>
                  <a:lnTo>
                    <a:pt x="2106844" y="977111"/>
                  </a:lnTo>
                  <a:lnTo>
                    <a:pt x="2105637" y="977735"/>
                  </a:lnTo>
                  <a:lnTo>
                    <a:pt x="2105464" y="977824"/>
                  </a:lnTo>
                  <a:lnTo>
                    <a:pt x="2103223" y="978983"/>
                  </a:lnTo>
                  <a:lnTo>
                    <a:pt x="2102361" y="979428"/>
                  </a:lnTo>
                  <a:lnTo>
                    <a:pt x="2100809" y="980231"/>
                  </a:lnTo>
                  <a:lnTo>
                    <a:pt x="2099947" y="980676"/>
                  </a:lnTo>
                  <a:lnTo>
                    <a:pt x="2099775" y="980765"/>
                  </a:lnTo>
                  <a:lnTo>
                    <a:pt x="2098223" y="981568"/>
                  </a:lnTo>
                  <a:lnTo>
                    <a:pt x="2097533" y="981924"/>
                  </a:lnTo>
                  <a:lnTo>
                    <a:pt x="2097189" y="982103"/>
                  </a:lnTo>
                  <a:lnTo>
                    <a:pt x="2096671" y="982370"/>
                  </a:lnTo>
                  <a:lnTo>
                    <a:pt x="2095637" y="982905"/>
                  </a:lnTo>
                  <a:lnTo>
                    <a:pt x="2094430" y="983529"/>
                  </a:lnTo>
                  <a:lnTo>
                    <a:pt x="2093913" y="983796"/>
                  </a:lnTo>
                  <a:lnTo>
                    <a:pt x="2092016" y="984777"/>
                  </a:lnTo>
                  <a:lnTo>
                    <a:pt x="2091844" y="984866"/>
                  </a:lnTo>
                  <a:lnTo>
                    <a:pt x="2090982" y="985312"/>
                  </a:lnTo>
                  <a:lnTo>
                    <a:pt x="2090465" y="985580"/>
                  </a:lnTo>
                  <a:lnTo>
                    <a:pt x="2089775" y="985936"/>
                  </a:lnTo>
                  <a:lnTo>
                    <a:pt x="2089603" y="986026"/>
                  </a:lnTo>
                  <a:lnTo>
                    <a:pt x="2089258" y="986204"/>
                  </a:lnTo>
                  <a:lnTo>
                    <a:pt x="2087706" y="987006"/>
                  </a:lnTo>
                  <a:lnTo>
                    <a:pt x="2087361" y="987185"/>
                  </a:lnTo>
                  <a:lnTo>
                    <a:pt x="2086844" y="987452"/>
                  </a:lnTo>
                  <a:lnTo>
                    <a:pt x="2083223" y="989325"/>
                  </a:lnTo>
                  <a:lnTo>
                    <a:pt x="2081672" y="990128"/>
                  </a:lnTo>
                  <a:lnTo>
                    <a:pt x="2080810" y="990574"/>
                  </a:lnTo>
                  <a:lnTo>
                    <a:pt x="2077017" y="992537"/>
                  </a:lnTo>
                  <a:lnTo>
                    <a:pt x="2075120" y="993518"/>
                  </a:lnTo>
                  <a:lnTo>
                    <a:pt x="2072706" y="994767"/>
                  </a:lnTo>
                  <a:lnTo>
                    <a:pt x="2072534" y="994857"/>
                  </a:lnTo>
                  <a:lnTo>
                    <a:pt x="2068913" y="996731"/>
                  </a:lnTo>
                  <a:lnTo>
                    <a:pt x="1969088" y="1048516"/>
                  </a:lnTo>
                  <a:lnTo>
                    <a:pt x="1961502" y="1052461"/>
                  </a:lnTo>
                  <a:lnTo>
                    <a:pt x="1945985" y="1060534"/>
                  </a:lnTo>
                  <a:lnTo>
                    <a:pt x="1944089" y="1061521"/>
                  </a:lnTo>
                  <a:lnTo>
                    <a:pt x="1943744" y="1061700"/>
                  </a:lnTo>
                  <a:lnTo>
                    <a:pt x="1943054" y="1062059"/>
                  </a:lnTo>
                  <a:lnTo>
                    <a:pt x="1942020" y="1062598"/>
                  </a:lnTo>
                  <a:lnTo>
                    <a:pt x="1939779" y="1063764"/>
                  </a:lnTo>
                  <a:lnTo>
                    <a:pt x="1938917" y="1064213"/>
                  </a:lnTo>
                  <a:lnTo>
                    <a:pt x="1937193" y="1065111"/>
                  </a:lnTo>
                  <a:lnTo>
                    <a:pt x="1936675" y="1065380"/>
                  </a:lnTo>
                  <a:lnTo>
                    <a:pt x="1935986" y="1065739"/>
                  </a:lnTo>
                  <a:lnTo>
                    <a:pt x="1935468" y="1066008"/>
                  </a:lnTo>
                  <a:lnTo>
                    <a:pt x="1934434" y="1066547"/>
                  </a:lnTo>
                  <a:lnTo>
                    <a:pt x="1933227" y="1067176"/>
                  </a:lnTo>
                  <a:lnTo>
                    <a:pt x="1933055" y="1067265"/>
                  </a:lnTo>
                  <a:lnTo>
                    <a:pt x="1930813" y="1068433"/>
                  </a:lnTo>
                  <a:lnTo>
                    <a:pt x="1929951" y="1068882"/>
                  </a:lnTo>
                  <a:lnTo>
                    <a:pt x="1928400" y="1069690"/>
                  </a:lnTo>
                  <a:lnTo>
                    <a:pt x="1927538" y="1070139"/>
                  </a:lnTo>
                  <a:lnTo>
                    <a:pt x="1927365" y="1070229"/>
                  </a:lnTo>
                  <a:lnTo>
                    <a:pt x="1925814" y="1071037"/>
                  </a:lnTo>
                  <a:lnTo>
                    <a:pt x="1925124" y="1071396"/>
                  </a:lnTo>
                  <a:lnTo>
                    <a:pt x="1924779" y="1071576"/>
                  </a:lnTo>
                  <a:lnTo>
                    <a:pt x="1924262" y="1071845"/>
                  </a:lnTo>
                  <a:lnTo>
                    <a:pt x="1923227" y="1072384"/>
                  </a:lnTo>
                  <a:lnTo>
                    <a:pt x="1922021" y="1073013"/>
                  </a:lnTo>
                  <a:lnTo>
                    <a:pt x="1921503" y="1073282"/>
                  </a:lnTo>
                  <a:lnTo>
                    <a:pt x="1919607" y="1074271"/>
                  </a:lnTo>
                  <a:lnTo>
                    <a:pt x="1919434" y="1074360"/>
                  </a:lnTo>
                  <a:lnTo>
                    <a:pt x="1918572" y="1074810"/>
                  </a:lnTo>
                  <a:lnTo>
                    <a:pt x="1918055" y="1075079"/>
                  </a:lnTo>
                  <a:lnTo>
                    <a:pt x="1917365" y="1075439"/>
                  </a:lnTo>
                  <a:lnTo>
                    <a:pt x="1917193" y="1075528"/>
                  </a:lnTo>
                  <a:lnTo>
                    <a:pt x="1916848" y="1075708"/>
                  </a:lnTo>
                  <a:lnTo>
                    <a:pt x="1915297" y="1076517"/>
                  </a:lnTo>
                  <a:lnTo>
                    <a:pt x="1914952" y="1076696"/>
                  </a:lnTo>
                  <a:lnTo>
                    <a:pt x="1914435" y="1076966"/>
                  </a:lnTo>
                  <a:lnTo>
                    <a:pt x="1910814" y="1078853"/>
                  </a:lnTo>
                  <a:lnTo>
                    <a:pt x="1909262" y="1079662"/>
                  </a:lnTo>
                  <a:lnTo>
                    <a:pt x="1908400" y="1080112"/>
                  </a:lnTo>
                  <a:lnTo>
                    <a:pt x="1904607" y="1082089"/>
                  </a:lnTo>
                  <a:lnTo>
                    <a:pt x="1902711" y="1083078"/>
                  </a:lnTo>
                  <a:lnTo>
                    <a:pt x="1900297" y="1084337"/>
                  </a:lnTo>
                  <a:lnTo>
                    <a:pt x="1900125" y="1084427"/>
                  </a:lnTo>
                  <a:lnTo>
                    <a:pt x="1896504" y="1086315"/>
                  </a:lnTo>
                  <a:lnTo>
                    <a:pt x="1796679" y="1138513"/>
                  </a:lnTo>
                  <a:lnTo>
                    <a:pt x="1789093" y="1142490"/>
                  </a:lnTo>
                  <a:lnTo>
                    <a:pt x="1773576" y="1150629"/>
                  </a:lnTo>
                  <a:lnTo>
                    <a:pt x="1771679" y="1151625"/>
                  </a:lnTo>
                  <a:lnTo>
                    <a:pt x="1771335" y="1151806"/>
                  </a:lnTo>
                  <a:lnTo>
                    <a:pt x="1770645" y="1152168"/>
                  </a:lnTo>
                  <a:lnTo>
                    <a:pt x="1769611" y="1152711"/>
                  </a:lnTo>
                  <a:lnTo>
                    <a:pt x="1767369" y="1153887"/>
                  </a:lnTo>
                  <a:lnTo>
                    <a:pt x="1766507" y="1154340"/>
                  </a:lnTo>
                  <a:lnTo>
                    <a:pt x="1764783" y="1155245"/>
                  </a:lnTo>
                  <a:lnTo>
                    <a:pt x="1764266" y="1155516"/>
                  </a:lnTo>
                  <a:lnTo>
                    <a:pt x="1763576" y="1155878"/>
                  </a:lnTo>
                  <a:lnTo>
                    <a:pt x="1763059" y="1156150"/>
                  </a:lnTo>
                  <a:lnTo>
                    <a:pt x="1762025" y="1156693"/>
                  </a:lnTo>
                  <a:lnTo>
                    <a:pt x="1760818" y="1157327"/>
                  </a:lnTo>
                  <a:lnTo>
                    <a:pt x="1760645" y="1157417"/>
                  </a:lnTo>
                  <a:lnTo>
                    <a:pt x="1758404" y="1158594"/>
                  </a:lnTo>
                  <a:lnTo>
                    <a:pt x="1757542" y="1159047"/>
                  </a:lnTo>
                  <a:lnTo>
                    <a:pt x="1755990" y="1159862"/>
                  </a:lnTo>
                  <a:lnTo>
                    <a:pt x="1755128" y="1160315"/>
                  </a:lnTo>
                  <a:lnTo>
                    <a:pt x="1754956" y="1160405"/>
                  </a:lnTo>
                  <a:lnTo>
                    <a:pt x="1753404" y="1161220"/>
                  </a:lnTo>
                  <a:lnTo>
                    <a:pt x="1752714" y="1161583"/>
                  </a:lnTo>
                  <a:lnTo>
                    <a:pt x="1752370" y="1161764"/>
                  </a:lnTo>
                  <a:lnTo>
                    <a:pt x="1751852" y="1162035"/>
                  </a:lnTo>
                  <a:lnTo>
                    <a:pt x="1750818" y="1162579"/>
                  </a:lnTo>
                  <a:lnTo>
                    <a:pt x="1749611" y="1163213"/>
                  </a:lnTo>
                  <a:lnTo>
                    <a:pt x="1749094" y="1163485"/>
                  </a:lnTo>
                  <a:lnTo>
                    <a:pt x="1747197" y="1164481"/>
                  </a:lnTo>
                  <a:lnTo>
                    <a:pt x="1747025" y="1164572"/>
                  </a:lnTo>
                  <a:lnTo>
                    <a:pt x="1746163" y="1165025"/>
                  </a:lnTo>
                  <a:lnTo>
                    <a:pt x="1745646" y="1165297"/>
                  </a:lnTo>
                  <a:lnTo>
                    <a:pt x="1744956" y="1165659"/>
                  </a:lnTo>
                  <a:lnTo>
                    <a:pt x="1744784" y="1165750"/>
                  </a:lnTo>
                  <a:lnTo>
                    <a:pt x="1744439" y="1165931"/>
                  </a:lnTo>
                  <a:lnTo>
                    <a:pt x="1742887" y="1166746"/>
                  </a:lnTo>
                  <a:lnTo>
                    <a:pt x="1742542" y="1166928"/>
                  </a:lnTo>
                  <a:lnTo>
                    <a:pt x="1742025" y="1167199"/>
                  </a:lnTo>
                  <a:lnTo>
                    <a:pt x="1738404" y="1169103"/>
                  </a:lnTo>
                  <a:lnTo>
                    <a:pt x="1736853" y="1169918"/>
                  </a:lnTo>
                  <a:lnTo>
                    <a:pt x="1735991" y="1170371"/>
                  </a:lnTo>
                  <a:lnTo>
                    <a:pt x="1732198" y="1172366"/>
                  </a:lnTo>
                  <a:lnTo>
                    <a:pt x="1730301" y="1173363"/>
                  </a:lnTo>
                  <a:lnTo>
                    <a:pt x="1727887" y="1174633"/>
                  </a:lnTo>
                  <a:lnTo>
                    <a:pt x="1727715" y="1174723"/>
                  </a:lnTo>
                  <a:lnTo>
                    <a:pt x="1724094" y="1176628"/>
                  </a:lnTo>
                  <a:lnTo>
                    <a:pt x="1624269" y="1229278"/>
                  </a:lnTo>
                  <a:lnTo>
                    <a:pt x="1616683" y="1233290"/>
                  </a:lnTo>
                  <a:lnTo>
                    <a:pt x="1601166" y="1241502"/>
                  </a:lnTo>
                  <a:lnTo>
                    <a:pt x="1599270" y="1242506"/>
                  </a:lnTo>
                  <a:lnTo>
                    <a:pt x="1598925" y="1242688"/>
                  </a:lnTo>
                  <a:lnTo>
                    <a:pt x="1598236" y="1243054"/>
                  </a:lnTo>
                  <a:lnTo>
                    <a:pt x="1597201" y="1243601"/>
                  </a:lnTo>
                  <a:lnTo>
                    <a:pt x="1594960" y="1244788"/>
                  </a:lnTo>
                  <a:lnTo>
                    <a:pt x="1594098" y="1245245"/>
                  </a:lnTo>
                  <a:lnTo>
                    <a:pt x="1592374" y="1246158"/>
                  </a:lnTo>
                  <a:lnTo>
                    <a:pt x="1591856" y="1246432"/>
                  </a:lnTo>
                  <a:lnTo>
                    <a:pt x="1591167" y="1246797"/>
                  </a:lnTo>
                  <a:lnTo>
                    <a:pt x="1590649" y="1247071"/>
                  </a:lnTo>
                  <a:lnTo>
                    <a:pt x="1589615" y="1247619"/>
                  </a:lnTo>
                  <a:lnTo>
                    <a:pt x="1588408" y="1248258"/>
                  </a:lnTo>
                  <a:lnTo>
                    <a:pt x="1588236" y="1248350"/>
                  </a:lnTo>
                  <a:lnTo>
                    <a:pt x="1585994" y="1249537"/>
                  </a:lnTo>
                  <a:lnTo>
                    <a:pt x="1585132" y="1249994"/>
                  </a:lnTo>
                  <a:lnTo>
                    <a:pt x="1583581" y="1250816"/>
                  </a:lnTo>
                  <a:lnTo>
                    <a:pt x="1582719" y="1251273"/>
                  </a:lnTo>
                  <a:lnTo>
                    <a:pt x="1582546" y="1251364"/>
                  </a:lnTo>
                  <a:lnTo>
                    <a:pt x="1580995" y="1252187"/>
                  </a:lnTo>
                  <a:lnTo>
                    <a:pt x="1580305" y="1252552"/>
                  </a:lnTo>
                  <a:lnTo>
                    <a:pt x="1579960" y="1252735"/>
                  </a:lnTo>
                  <a:lnTo>
                    <a:pt x="1579443" y="1253009"/>
                  </a:lnTo>
                  <a:lnTo>
                    <a:pt x="1578408" y="1253557"/>
                  </a:lnTo>
                  <a:lnTo>
                    <a:pt x="1577202" y="1254197"/>
                  </a:lnTo>
                  <a:lnTo>
                    <a:pt x="1576684" y="1254471"/>
                  </a:lnTo>
                  <a:lnTo>
                    <a:pt x="1574788" y="1255477"/>
                  </a:lnTo>
                  <a:lnTo>
                    <a:pt x="1574615" y="1255568"/>
                  </a:lnTo>
                  <a:lnTo>
                    <a:pt x="1573753" y="1256025"/>
                  </a:lnTo>
                  <a:lnTo>
                    <a:pt x="1573236" y="1256299"/>
                  </a:lnTo>
                  <a:lnTo>
                    <a:pt x="1572546" y="1256665"/>
                  </a:lnTo>
                  <a:lnTo>
                    <a:pt x="1572374" y="1256756"/>
                  </a:lnTo>
                  <a:lnTo>
                    <a:pt x="1572029" y="1256939"/>
                  </a:lnTo>
                  <a:lnTo>
                    <a:pt x="1570478" y="1257762"/>
                  </a:lnTo>
                  <a:lnTo>
                    <a:pt x="1570133" y="1257945"/>
                  </a:lnTo>
                  <a:lnTo>
                    <a:pt x="1569616" y="1258219"/>
                  </a:lnTo>
                  <a:lnTo>
                    <a:pt x="1565995" y="1260139"/>
                  </a:lnTo>
                  <a:lnTo>
                    <a:pt x="1564443" y="1260962"/>
                  </a:lnTo>
                  <a:lnTo>
                    <a:pt x="1563581" y="1261419"/>
                  </a:lnTo>
                  <a:lnTo>
                    <a:pt x="1559788" y="1263432"/>
                  </a:lnTo>
                  <a:lnTo>
                    <a:pt x="1557892" y="1264438"/>
                  </a:lnTo>
                  <a:lnTo>
                    <a:pt x="1555478" y="1265719"/>
                  </a:lnTo>
                  <a:lnTo>
                    <a:pt x="1555306" y="1265810"/>
                  </a:lnTo>
                  <a:lnTo>
                    <a:pt x="1551685" y="1267732"/>
                  </a:lnTo>
                  <a:lnTo>
                    <a:pt x="1451860" y="1320855"/>
                  </a:lnTo>
                  <a:lnTo>
                    <a:pt x="1444274" y="1324903"/>
                  </a:lnTo>
                  <a:lnTo>
                    <a:pt x="1428757" y="1333188"/>
                  </a:lnTo>
                  <a:lnTo>
                    <a:pt x="1426860" y="1334201"/>
                  </a:lnTo>
                  <a:lnTo>
                    <a:pt x="1426516" y="1334385"/>
                  </a:lnTo>
                  <a:lnTo>
                    <a:pt x="1425826" y="1334754"/>
                  </a:lnTo>
                  <a:lnTo>
                    <a:pt x="1424792" y="1335306"/>
                  </a:lnTo>
                  <a:lnTo>
                    <a:pt x="1422550" y="1336504"/>
                  </a:lnTo>
                  <a:lnTo>
                    <a:pt x="1421688" y="1336965"/>
                  </a:lnTo>
                  <a:lnTo>
                    <a:pt x="1419964" y="1337886"/>
                  </a:lnTo>
                  <a:lnTo>
                    <a:pt x="1419447" y="1338162"/>
                  </a:lnTo>
                  <a:lnTo>
                    <a:pt x="1418757" y="1338531"/>
                  </a:lnTo>
                  <a:lnTo>
                    <a:pt x="1418240" y="1338807"/>
                  </a:lnTo>
                  <a:lnTo>
                    <a:pt x="1417206" y="1339360"/>
                  </a:lnTo>
                  <a:lnTo>
                    <a:pt x="1415999" y="1340005"/>
                  </a:lnTo>
                  <a:lnTo>
                    <a:pt x="1415826" y="1340097"/>
                  </a:lnTo>
                  <a:lnTo>
                    <a:pt x="1413585" y="1341296"/>
                  </a:lnTo>
                  <a:lnTo>
                    <a:pt x="1412723" y="1341756"/>
                  </a:lnTo>
                  <a:lnTo>
                    <a:pt x="1411171" y="1342586"/>
                  </a:lnTo>
                  <a:lnTo>
                    <a:pt x="1410309" y="1343047"/>
                  </a:lnTo>
                  <a:lnTo>
                    <a:pt x="1410137" y="1343139"/>
                  </a:lnTo>
                  <a:lnTo>
                    <a:pt x="1408585" y="1343969"/>
                  </a:lnTo>
                  <a:lnTo>
                    <a:pt x="1407895" y="1344337"/>
                  </a:lnTo>
                  <a:lnTo>
                    <a:pt x="1407551" y="1344522"/>
                  </a:lnTo>
                  <a:lnTo>
                    <a:pt x="1407033" y="1344798"/>
                  </a:lnTo>
                  <a:lnTo>
                    <a:pt x="1405999" y="1345352"/>
                  </a:lnTo>
                  <a:lnTo>
                    <a:pt x="1404792" y="1345997"/>
                  </a:lnTo>
                  <a:lnTo>
                    <a:pt x="1404275" y="1346274"/>
                  </a:lnTo>
                  <a:lnTo>
                    <a:pt x="1402378" y="1347288"/>
                  </a:lnTo>
                  <a:lnTo>
                    <a:pt x="1402206" y="1347380"/>
                  </a:lnTo>
                  <a:lnTo>
                    <a:pt x="1401344" y="1347841"/>
                  </a:lnTo>
                  <a:lnTo>
                    <a:pt x="1400827" y="1348118"/>
                  </a:lnTo>
                  <a:lnTo>
                    <a:pt x="1400137" y="1348487"/>
                  </a:lnTo>
                  <a:lnTo>
                    <a:pt x="1399965" y="1348579"/>
                  </a:lnTo>
                  <a:lnTo>
                    <a:pt x="1399620" y="1348764"/>
                  </a:lnTo>
                  <a:lnTo>
                    <a:pt x="1398068" y="1349594"/>
                  </a:lnTo>
                  <a:lnTo>
                    <a:pt x="1397723" y="1349778"/>
                  </a:lnTo>
                  <a:lnTo>
                    <a:pt x="1397206" y="1350055"/>
                  </a:lnTo>
                  <a:lnTo>
                    <a:pt x="1393585" y="1351992"/>
                  </a:lnTo>
                  <a:lnTo>
                    <a:pt x="1392034" y="1352823"/>
                  </a:lnTo>
                  <a:lnTo>
                    <a:pt x="1391172" y="1353284"/>
                  </a:lnTo>
                  <a:lnTo>
                    <a:pt x="1387379" y="1355314"/>
                  </a:lnTo>
                  <a:lnTo>
                    <a:pt x="1385482" y="1356329"/>
                  </a:lnTo>
                  <a:lnTo>
                    <a:pt x="1383068" y="1357622"/>
                  </a:lnTo>
                  <a:lnTo>
                    <a:pt x="1382896" y="1357714"/>
                  </a:lnTo>
                  <a:lnTo>
                    <a:pt x="1379275" y="1359653"/>
                  </a:lnTo>
                  <a:lnTo>
                    <a:pt x="1279450" y="1413243"/>
                  </a:lnTo>
                  <a:lnTo>
                    <a:pt x="1271864" y="1417326"/>
                  </a:lnTo>
                  <a:lnTo>
                    <a:pt x="1256347" y="1425682"/>
                  </a:lnTo>
                  <a:lnTo>
                    <a:pt x="1254451" y="1426704"/>
                  </a:lnTo>
                  <a:lnTo>
                    <a:pt x="1254106" y="1426890"/>
                  </a:lnTo>
                  <a:lnTo>
                    <a:pt x="1253417" y="1427262"/>
                  </a:lnTo>
                  <a:lnTo>
                    <a:pt x="1252382" y="1427819"/>
                  </a:lnTo>
                  <a:lnTo>
                    <a:pt x="1250141" y="1429027"/>
                  </a:lnTo>
                  <a:lnTo>
                    <a:pt x="1249279" y="1429491"/>
                  </a:lnTo>
                  <a:lnTo>
                    <a:pt x="1247555" y="1430421"/>
                  </a:lnTo>
                  <a:lnTo>
                    <a:pt x="1247037" y="1430699"/>
                  </a:lnTo>
                  <a:lnTo>
                    <a:pt x="1246348" y="1431071"/>
                  </a:lnTo>
                  <a:lnTo>
                    <a:pt x="1245831" y="1431350"/>
                  </a:lnTo>
                  <a:lnTo>
                    <a:pt x="1244796" y="1431908"/>
                  </a:lnTo>
                  <a:lnTo>
                    <a:pt x="1243589" y="1432558"/>
                  </a:lnTo>
                  <a:lnTo>
                    <a:pt x="1243417" y="1432651"/>
                  </a:lnTo>
                  <a:lnTo>
                    <a:pt x="1241175" y="1433859"/>
                  </a:lnTo>
                  <a:lnTo>
                    <a:pt x="1240313" y="1434324"/>
                  </a:lnTo>
                  <a:lnTo>
                    <a:pt x="1238762" y="1435161"/>
                  </a:lnTo>
                  <a:lnTo>
                    <a:pt x="1237900" y="1435626"/>
                  </a:lnTo>
                  <a:lnTo>
                    <a:pt x="1237727" y="1435719"/>
                  </a:lnTo>
                  <a:lnTo>
                    <a:pt x="1236176" y="1436555"/>
                  </a:lnTo>
                  <a:lnTo>
                    <a:pt x="1235486" y="1436927"/>
                  </a:lnTo>
                  <a:lnTo>
                    <a:pt x="1235141" y="1437113"/>
                  </a:lnTo>
                  <a:lnTo>
                    <a:pt x="1234624" y="1437392"/>
                  </a:lnTo>
                  <a:lnTo>
                    <a:pt x="1233589" y="1437950"/>
                  </a:lnTo>
                  <a:lnTo>
                    <a:pt x="1232383" y="1438601"/>
                  </a:lnTo>
                  <a:lnTo>
                    <a:pt x="1231865" y="1438880"/>
                  </a:lnTo>
                  <a:lnTo>
                    <a:pt x="1229969" y="1439903"/>
                  </a:lnTo>
                  <a:lnTo>
                    <a:pt x="1229796" y="1439996"/>
                  </a:lnTo>
                  <a:lnTo>
                    <a:pt x="1228934" y="1440461"/>
                  </a:lnTo>
                  <a:lnTo>
                    <a:pt x="1228417" y="1440740"/>
                  </a:lnTo>
                  <a:lnTo>
                    <a:pt x="1227728" y="1441112"/>
                  </a:lnTo>
                  <a:lnTo>
                    <a:pt x="1227555" y="1441205"/>
                  </a:lnTo>
                  <a:lnTo>
                    <a:pt x="1227210" y="1441391"/>
                  </a:lnTo>
                  <a:lnTo>
                    <a:pt x="1225659" y="1442228"/>
                  </a:lnTo>
                  <a:lnTo>
                    <a:pt x="1225314" y="1442414"/>
                  </a:lnTo>
                  <a:lnTo>
                    <a:pt x="1224797" y="1442693"/>
                  </a:lnTo>
                  <a:lnTo>
                    <a:pt x="1221176" y="1444647"/>
                  </a:lnTo>
                  <a:lnTo>
                    <a:pt x="1219624" y="1445484"/>
                  </a:lnTo>
                  <a:lnTo>
                    <a:pt x="1218762" y="1445950"/>
                  </a:lnTo>
                  <a:lnTo>
                    <a:pt x="1214969" y="1447997"/>
                  </a:lnTo>
                  <a:lnTo>
                    <a:pt x="1213073" y="1449021"/>
                  </a:lnTo>
                  <a:lnTo>
                    <a:pt x="1210659" y="1450324"/>
                  </a:lnTo>
                  <a:lnTo>
                    <a:pt x="1210487" y="1450417"/>
                  </a:lnTo>
                  <a:lnTo>
                    <a:pt x="1206866" y="1452372"/>
                  </a:lnTo>
                  <a:lnTo>
                    <a:pt x="1107041" y="1506400"/>
                  </a:lnTo>
                  <a:lnTo>
                    <a:pt x="1099455" y="1510515"/>
                  </a:lnTo>
                  <a:lnTo>
                    <a:pt x="1083938" y="1518937"/>
                  </a:lnTo>
                  <a:lnTo>
                    <a:pt x="1082041" y="1519967"/>
                  </a:lnTo>
                  <a:lnTo>
                    <a:pt x="1081697" y="1520154"/>
                  </a:lnTo>
                  <a:lnTo>
                    <a:pt x="1081007" y="1520529"/>
                  </a:lnTo>
                  <a:lnTo>
                    <a:pt x="1079973" y="1521091"/>
                  </a:lnTo>
                  <a:lnTo>
                    <a:pt x="1077731" y="1522308"/>
                  </a:lnTo>
                  <a:lnTo>
                    <a:pt x="1076869" y="1522776"/>
                  </a:lnTo>
                  <a:lnTo>
                    <a:pt x="1075145" y="1523712"/>
                  </a:lnTo>
                  <a:lnTo>
                    <a:pt x="1074628" y="1523993"/>
                  </a:lnTo>
                  <a:lnTo>
                    <a:pt x="1073938" y="1524368"/>
                  </a:lnTo>
                  <a:lnTo>
                    <a:pt x="1073421" y="1524649"/>
                  </a:lnTo>
                  <a:lnTo>
                    <a:pt x="1072387" y="1525211"/>
                  </a:lnTo>
                  <a:lnTo>
                    <a:pt x="1071180" y="1525866"/>
                  </a:lnTo>
                  <a:lnTo>
                    <a:pt x="1071007" y="1525960"/>
                  </a:lnTo>
                  <a:lnTo>
                    <a:pt x="1068766" y="1527178"/>
                  </a:lnTo>
                  <a:lnTo>
                    <a:pt x="1067904" y="1527646"/>
                  </a:lnTo>
                  <a:lnTo>
                    <a:pt x="1066352" y="1528489"/>
                  </a:lnTo>
                  <a:lnTo>
                    <a:pt x="1065490" y="1528958"/>
                  </a:lnTo>
                  <a:lnTo>
                    <a:pt x="1065318" y="1529051"/>
                  </a:lnTo>
                  <a:lnTo>
                    <a:pt x="1063766" y="1529894"/>
                  </a:lnTo>
                  <a:lnTo>
                    <a:pt x="1063076" y="1530269"/>
                  </a:lnTo>
                  <a:lnTo>
                    <a:pt x="1062732" y="1530457"/>
                  </a:lnTo>
                  <a:lnTo>
                    <a:pt x="1062214" y="1530738"/>
                  </a:lnTo>
                  <a:lnTo>
                    <a:pt x="1061180" y="1531300"/>
                  </a:lnTo>
                  <a:lnTo>
                    <a:pt x="1059973" y="1531956"/>
                  </a:lnTo>
                  <a:lnTo>
                    <a:pt x="1059456" y="1532237"/>
                  </a:lnTo>
                  <a:lnTo>
                    <a:pt x="1057559" y="1533268"/>
                  </a:lnTo>
                  <a:lnTo>
                    <a:pt x="1057387" y="1533361"/>
                  </a:lnTo>
                  <a:lnTo>
                    <a:pt x="1056525" y="1533830"/>
                  </a:lnTo>
                  <a:lnTo>
                    <a:pt x="1056008" y="1534111"/>
                  </a:lnTo>
                  <a:lnTo>
                    <a:pt x="1055318" y="1534486"/>
                  </a:lnTo>
                  <a:lnTo>
                    <a:pt x="1055146" y="1534580"/>
                  </a:lnTo>
                  <a:lnTo>
                    <a:pt x="1054801" y="1534767"/>
                  </a:lnTo>
                  <a:lnTo>
                    <a:pt x="1053249" y="1535611"/>
                  </a:lnTo>
                  <a:lnTo>
                    <a:pt x="1052904" y="1535798"/>
                  </a:lnTo>
                  <a:lnTo>
                    <a:pt x="1052387" y="1536079"/>
                  </a:lnTo>
                  <a:lnTo>
                    <a:pt x="1048766" y="1538048"/>
                  </a:lnTo>
                  <a:lnTo>
                    <a:pt x="1047215" y="1538892"/>
                  </a:lnTo>
                  <a:lnTo>
                    <a:pt x="1046353" y="1539360"/>
                  </a:lnTo>
                  <a:lnTo>
                    <a:pt x="1042560" y="1541423"/>
                  </a:lnTo>
                  <a:lnTo>
                    <a:pt x="1040663" y="1542455"/>
                  </a:lnTo>
                  <a:lnTo>
                    <a:pt x="1038249" y="1543768"/>
                  </a:lnTo>
                  <a:lnTo>
                    <a:pt x="1038077" y="1543862"/>
                  </a:lnTo>
                  <a:lnTo>
                    <a:pt x="1034456" y="1545831"/>
                  </a:lnTo>
                  <a:lnTo>
                    <a:pt x="934631" y="1600250"/>
                  </a:lnTo>
                  <a:lnTo>
                    <a:pt x="927045" y="1604394"/>
                  </a:lnTo>
                  <a:lnTo>
                    <a:pt x="911528" y="1612874"/>
                  </a:lnTo>
                  <a:lnTo>
                    <a:pt x="909632" y="1613911"/>
                  </a:lnTo>
                  <a:lnTo>
                    <a:pt x="909287" y="1614099"/>
                  </a:lnTo>
                  <a:lnTo>
                    <a:pt x="908598" y="1614476"/>
                  </a:lnTo>
                  <a:lnTo>
                    <a:pt x="907563" y="1615042"/>
                  </a:lnTo>
                  <a:lnTo>
                    <a:pt x="905322" y="1616267"/>
                  </a:lnTo>
                  <a:lnTo>
                    <a:pt x="904460" y="1616739"/>
                  </a:lnTo>
                  <a:lnTo>
                    <a:pt x="902736" y="1617681"/>
                  </a:lnTo>
                  <a:lnTo>
                    <a:pt x="902218" y="1617964"/>
                  </a:lnTo>
                  <a:lnTo>
                    <a:pt x="901529" y="1618341"/>
                  </a:lnTo>
                  <a:lnTo>
                    <a:pt x="901012" y="1618624"/>
                  </a:lnTo>
                  <a:lnTo>
                    <a:pt x="899977" y="1619190"/>
                  </a:lnTo>
                  <a:lnTo>
                    <a:pt x="898770" y="1619850"/>
                  </a:lnTo>
                  <a:lnTo>
                    <a:pt x="898598" y="1619944"/>
                  </a:lnTo>
                  <a:lnTo>
                    <a:pt x="896356" y="1621170"/>
                  </a:lnTo>
                  <a:lnTo>
                    <a:pt x="895494" y="1621642"/>
                  </a:lnTo>
                  <a:lnTo>
                    <a:pt x="893943" y="1622490"/>
                  </a:lnTo>
                  <a:lnTo>
                    <a:pt x="893081" y="1622962"/>
                  </a:lnTo>
                  <a:lnTo>
                    <a:pt x="892908" y="1623056"/>
                  </a:lnTo>
                  <a:lnTo>
                    <a:pt x="891357" y="1623905"/>
                  </a:lnTo>
                  <a:lnTo>
                    <a:pt x="890667" y="1624282"/>
                  </a:lnTo>
                  <a:lnTo>
                    <a:pt x="890322" y="1624471"/>
                  </a:lnTo>
                  <a:lnTo>
                    <a:pt x="889805" y="1624754"/>
                  </a:lnTo>
                  <a:lnTo>
                    <a:pt x="888770" y="1625320"/>
                  </a:lnTo>
                  <a:lnTo>
                    <a:pt x="887564" y="1625980"/>
                  </a:lnTo>
                  <a:lnTo>
                    <a:pt x="887046" y="1626263"/>
                  </a:lnTo>
                  <a:lnTo>
                    <a:pt x="885150" y="1627301"/>
                  </a:lnTo>
                  <a:lnTo>
                    <a:pt x="884977" y="1627395"/>
                  </a:lnTo>
                  <a:lnTo>
                    <a:pt x="884115" y="1627867"/>
                  </a:lnTo>
                  <a:lnTo>
                    <a:pt x="883598" y="1628150"/>
                  </a:lnTo>
                  <a:lnTo>
                    <a:pt x="882909" y="1628527"/>
                  </a:lnTo>
                  <a:lnTo>
                    <a:pt x="882736" y="1628621"/>
                  </a:lnTo>
                  <a:lnTo>
                    <a:pt x="882391" y="1628810"/>
                  </a:lnTo>
                  <a:lnTo>
                    <a:pt x="880840" y="1629659"/>
                  </a:lnTo>
                  <a:lnTo>
                    <a:pt x="880495" y="1629848"/>
                  </a:lnTo>
                  <a:lnTo>
                    <a:pt x="879978" y="1630131"/>
                  </a:lnTo>
                  <a:lnTo>
                    <a:pt x="876357" y="1632113"/>
                  </a:lnTo>
                  <a:lnTo>
                    <a:pt x="874805" y="1632962"/>
                  </a:lnTo>
                  <a:lnTo>
                    <a:pt x="873943" y="1633434"/>
                  </a:lnTo>
                  <a:lnTo>
                    <a:pt x="870150" y="1635510"/>
                  </a:lnTo>
                  <a:lnTo>
                    <a:pt x="868254" y="1636548"/>
                  </a:lnTo>
                  <a:lnTo>
                    <a:pt x="865840" y="1637870"/>
                  </a:lnTo>
                  <a:lnTo>
                    <a:pt x="865668" y="1637964"/>
                  </a:lnTo>
                  <a:lnTo>
                    <a:pt x="862047" y="1639947"/>
                  </a:lnTo>
                  <a:lnTo>
                    <a:pt x="762222" y="1694702"/>
                  </a:lnTo>
                  <a:lnTo>
                    <a:pt x="754636" y="1698871"/>
                  </a:lnTo>
                  <a:lnTo>
                    <a:pt x="739119" y="1707399"/>
                  </a:lnTo>
                  <a:lnTo>
                    <a:pt x="737222" y="1708442"/>
                  </a:lnTo>
                  <a:lnTo>
                    <a:pt x="736878" y="1708632"/>
                  </a:lnTo>
                  <a:lnTo>
                    <a:pt x="736188" y="1709011"/>
                  </a:lnTo>
                  <a:lnTo>
                    <a:pt x="735154" y="1709580"/>
                  </a:lnTo>
                  <a:lnTo>
                    <a:pt x="732912" y="1710812"/>
                  </a:lnTo>
                  <a:lnTo>
                    <a:pt x="732050" y="1711286"/>
                  </a:lnTo>
                  <a:lnTo>
                    <a:pt x="730326" y="1712234"/>
                  </a:lnTo>
                  <a:lnTo>
                    <a:pt x="729809" y="1712519"/>
                  </a:lnTo>
                  <a:lnTo>
                    <a:pt x="729119" y="1712898"/>
                  </a:lnTo>
                  <a:lnTo>
                    <a:pt x="728602" y="1713182"/>
                  </a:lnTo>
                  <a:lnTo>
                    <a:pt x="727568" y="1713751"/>
                  </a:lnTo>
                  <a:lnTo>
                    <a:pt x="726361" y="1714415"/>
                  </a:lnTo>
                  <a:lnTo>
                    <a:pt x="726188" y="1714510"/>
                  </a:lnTo>
                  <a:lnTo>
                    <a:pt x="723947" y="1715743"/>
                  </a:lnTo>
                  <a:lnTo>
                    <a:pt x="723085" y="1716217"/>
                  </a:lnTo>
                  <a:lnTo>
                    <a:pt x="721533" y="1717070"/>
                  </a:lnTo>
                  <a:lnTo>
                    <a:pt x="720671" y="1717545"/>
                  </a:lnTo>
                  <a:lnTo>
                    <a:pt x="720499" y="1717639"/>
                  </a:lnTo>
                  <a:lnTo>
                    <a:pt x="718947" y="1718493"/>
                  </a:lnTo>
                  <a:lnTo>
                    <a:pt x="718257" y="1718872"/>
                  </a:lnTo>
                  <a:lnTo>
                    <a:pt x="717913" y="1719062"/>
                  </a:lnTo>
                  <a:lnTo>
                    <a:pt x="717395" y="1719347"/>
                  </a:lnTo>
                  <a:lnTo>
                    <a:pt x="716361" y="1719916"/>
                  </a:lnTo>
                  <a:lnTo>
                    <a:pt x="715154" y="1720580"/>
                  </a:lnTo>
                  <a:lnTo>
                    <a:pt x="714637" y="1720864"/>
                  </a:lnTo>
                  <a:lnTo>
                    <a:pt x="712740" y="1721908"/>
                  </a:lnTo>
                  <a:lnTo>
                    <a:pt x="712568" y="1722003"/>
                  </a:lnTo>
                  <a:lnTo>
                    <a:pt x="711706" y="1722477"/>
                  </a:lnTo>
                  <a:lnTo>
                    <a:pt x="711189" y="1722761"/>
                  </a:lnTo>
                  <a:lnTo>
                    <a:pt x="710499" y="1723141"/>
                  </a:lnTo>
                  <a:lnTo>
                    <a:pt x="710327" y="1723236"/>
                  </a:lnTo>
                  <a:lnTo>
                    <a:pt x="709982" y="1723426"/>
                  </a:lnTo>
                  <a:lnTo>
                    <a:pt x="708430" y="1724279"/>
                  </a:lnTo>
                  <a:lnTo>
                    <a:pt x="708085" y="1724469"/>
                  </a:lnTo>
                  <a:lnTo>
                    <a:pt x="707568" y="1724754"/>
                  </a:lnTo>
                  <a:lnTo>
                    <a:pt x="703947" y="1726746"/>
                  </a:lnTo>
                  <a:lnTo>
                    <a:pt x="702396" y="1727600"/>
                  </a:lnTo>
                  <a:lnTo>
                    <a:pt x="701534" y="1728075"/>
                  </a:lnTo>
                  <a:lnTo>
                    <a:pt x="697741" y="1730163"/>
                  </a:lnTo>
                  <a:lnTo>
                    <a:pt x="695844" y="1731206"/>
                  </a:lnTo>
                  <a:lnTo>
                    <a:pt x="693430" y="1732535"/>
                  </a:lnTo>
                  <a:lnTo>
                    <a:pt x="693258" y="1732630"/>
                  </a:lnTo>
                  <a:lnTo>
                    <a:pt x="689637" y="1734623"/>
                  </a:lnTo>
                  <a:lnTo>
                    <a:pt x="589812" y="1789661"/>
                  </a:lnTo>
                  <a:lnTo>
                    <a:pt x="582226" y="1793849"/>
                  </a:lnTo>
                  <a:lnTo>
                    <a:pt x="566710" y="1802419"/>
                  </a:lnTo>
                  <a:lnTo>
                    <a:pt x="564813" y="1803467"/>
                  </a:lnTo>
                  <a:lnTo>
                    <a:pt x="564468" y="1803657"/>
                  </a:lnTo>
                  <a:lnTo>
                    <a:pt x="563779" y="1804038"/>
                  </a:lnTo>
                  <a:lnTo>
                    <a:pt x="562744" y="1804610"/>
                  </a:lnTo>
                  <a:lnTo>
                    <a:pt x="560503" y="1805848"/>
                  </a:lnTo>
                  <a:lnTo>
                    <a:pt x="559641" y="1806324"/>
                  </a:lnTo>
                  <a:lnTo>
                    <a:pt x="557917" y="1807277"/>
                  </a:lnTo>
                  <a:lnTo>
                    <a:pt x="557399" y="1807563"/>
                  </a:lnTo>
                  <a:lnTo>
                    <a:pt x="556710" y="1807944"/>
                  </a:lnTo>
                  <a:lnTo>
                    <a:pt x="556193" y="1808229"/>
                  </a:lnTo>
                  <a:lnTo>
                    <a:pt x="555158" y="1808801"/>
                  </a:lnTo>
                  <a:lnTo>
                    <a:pt x="553951" y="1809468"/>
                  </a:lnTo>
                  <a:lnTo>
                    <a:pt x="553779" y="1809563"/>
                  </a:lnTo>
                  <a:lnTo>
                    <a:pt x="551537" y="1810802"/>
                  </a:lnTo>
                  <a:lnTo>
                    <a:pt x="550675" y="1811278"/>
                  </a:lnTo>
                  <a:lnTo>
                    <a:pt x="549124" y="1812135"/>
                  </a:lnTo>
                  <a:lnTo>
                    <a:pt x="548262" y="1812612"/>
                  </a:lnTo>
                  <a:lnTo>
                    <a:pt x="548089" y="1812707"/>
                  </a:lnTo>
                  <a:lnTo>
                    <a:pt x="546538" y="1813565"/>
                  </a:lnTo>
                  <a:lnTo>
                    <a:pt x="545848" y="1813946"/>
                  </a:lnTo>
                  <a:lnTo>
                    <a:pt x="545503" y="1814136"/>
                  </a:lnTo>
                  <a:lnTo>
                    <a:pt x="544986" y="1814422"/>
                  </a:lnTo>
                  <a:lnTo>
                    <a:pt x="543951" y="1814994"/>
                  </a:lnTo>
                  <a:lnTo>
                    <a:pt x="542745" y="1815661"/>
                  </a:lnTo>
                  <a:lnTo>
                    <a:pt x="542227" y="1815947"/>
                  </a:lnTo>
                  <a:lnTo>
                    <a:pt x="540331" y="1816995"/>
                  </a:lnTo>
                  <a:lnTo>
                    <a:pt x="540158" y="1817090"/>
                  </a:lnTo>
                  <a:lnTo>
                    <a:pt x="539296" y="1817567"/>
                  </a:lnTo>
                  <a:lnTo>
                    <a:pt x="538779" y="1817853"/>
                  </a:lnTo>
                  <a:lnTo>
                    <a:pt x="538090" y="1818234"/>
                  </a:lnTo>
                  <a:lnTo>
                    <a:pt x="537917" y="1818329"/>
                  </a:lnTo>
                  <a:lnTo>
                    <a:pt x="537572" y="1818520"/>
                  </a:lnTo>
                  <a:lnTo>
                    <a:pt x="536021" y="1819378"/>
                  </a:lnTo>
                  <a:lnTo>
                    <a:pt x="535676" y="1819568"/>
                  </a:lnTo>
                  <a:lnTo>
                    <a:pt x="535159" y="1819854"/>
                  </a:lnTo>
                  <a:lnTo>
                    <a:pt x="531538" y="1821856"/>
                  </a:lnTo>
                  <a:lnTo>
                    <a:pt x="529986" y="1822714"/>
                  </a:lnTo>
                  <a:lnTo>
                    <a:pt x="529124" y="1823190"/>
                  </a:lnTo>
                  <a:lnTo>
                    <a:pt x="525331" y="1825288"/>
                  </a:lnTo>
                  <a:lnTo>
                    <a:pt x="523435" y="1826336"/>
                  </a:lnTo>
                  <a:lnTo>
                    <a:pt x="521021" y="1827671"/>
                  </a:lnTo>
                  <a:lnTo>
                    <a:pt x="520849" y="1827766"/>
                  </a:lnTo>
                  <a:lnTo>
                    <a:pt x="517228" y="1829769"/>
                  </a:lnTo>
                  <a:lnTo>
                    <a:pt x="417403" y="1885039"/>
                  </a:lnTo>
                  <a:lnTo>
                    <a:pt x="409817" y="1889244"/>
                  </a:lnTo>
                  <a:lnTo>
                    <a:pt x="394300" y="1897847"/>
                  </a:lnTo>
                  <a:lnTo>
                    <a:pt x="392404" y="1898898"/>
                  </a:lnTo>
                  <a:lnTo>
                    <a:pt x="392059" y="1899090"/>
                  </a:lnTo>
                  <a:lnTo>
                    <a:pt x="391369" y="1899472"/>
                  </a:lnTo>
                  <a:lnTo>
                    <a:pt x="390335" y="1900046"/>
                  </a:lnTo>
                  <a:lnTo>
                    <a:pt x="388093" y="1901289"/>
                  </a:lnTo>
                  <a:lnTo>
                    <a:pt x="387231" y="1901767"/>
                  </a:lnTo>
                  <a:lnTo>
                    <a:pt x="385507" y="1902723"/>
                  </a:lnTo>
                  <a:lnTo>
                    <a:pt x="384990" y="1903010"/>
                  </a:lnTo>
                  <a:lnTo>
                    <a:pt x="384300" y="1903392"/>
                  </a:lnTo>
                  <a:lnTo>
                    <a:pt x="383783" y="1903679"/>
                  </a:lnTo>
                  <a:lnTo>
                    <a:pt x="382749" y="1904253"/>
                  </a:lnTo>
                  <a:lnTo>
                    <a:pt x="381542" y="1904923"/>
                  </a:lnTo>
                  <a:lnTo>
                    <a:pt x="381369" y="1905018"/>
                  </a:lnTo>
                  <a:lnTo>
                    <a:pt x="379128" y="1906261"/>
                  </a:lnTo>
                  <a:lnTo>
                    <a:pt x="378266" y="1906740"/>
                  </a:lnTo>
                  <a:lnTo>
                    <a:pt x="376714" y="1907600"/>
                  </a:lnTo>
                  <a:lnTo>
                    <a:pt x="375852" y="1908078"/>
                  </a:lnTo>
                  <a:lnTo>
                    <a:pt x="375680" y="1908174"/>
                  </a:lnTo>
                  <a:lnTo>
                    <a:pt x="374128" y="1909035"/>
                  </a:lnTo>
                  <a:lnTo>
                    <a:pt x="373438" y="1909417"/>
                  </a:lnTo>
                  <a:lnTo>
                    <a:pt x="373094" y="1909609"/>
                  </a:lnTo>
                  <a:lnTo>
                    <a:pt x="372576" y="1909896"/>
                  </a:lnTo>
                  <a:lnTo>
                    <a:pt x="371542" y="1910470"/>
                  </a:lnTo>
                  <a:lnTo>
                    <a:pt x="370335" y="1911139"/>
                  </a:lnTo>
                  <a:lnTo>
                    <a:pt x="369818" y="1911426"/>
                  </a:lnTo>
                  <a:lnTo>
                    <a:pt x="367921" y="1912478"/>
                  </a:lnTo>
                  <a:lnTo>
                    <a:pt x="367749" y="1912574"/>
                  </a:lnTo>
                  <a:lnTo>
                    <a:pt x="366887" y="1913052"/>
                  </a:lnTo>
                  <a:lnTo>
                    <a:pt x="366370" y="1913339"/>
                  </a:lnTo>
                  <a:lnTo>
                    <a:pt x="365680" y="1913722"/>
                  </a:lnTo>
                  <a:lnTo>
                    <a:pt x="365508" y="1913818"/>
                  </a:lnTo>
                  <a:lnTo>
                    <a:pt x="365163" y="1914009"/>
                  </a:lnTo>
                  <a:lnTo>
                    <a:pt x="363611" y="1914870"/>
                  </a:lnTo>
                  <a:lnTo>
                    <a:pt x="363266" y="1915061"/>
                  </a:lnTo>
                  <a:lnTo>
                    <a:pt x="362749" y="1915348"/>
                  </a:lnTo>
                  <a:lnTo>
                    <a:pt x="359128" y="1917357"/>
                  </a:lnTo>
                  <a:lnTo>
                    <a:pt x="357577" y="1918218"/>
                  </a:lnTo>
                  <a:lnTo>
                    <a:pt x="356715" y="1918697"/>
                  </a:lnTo>
                  <a:lnTo>
                    <a:pt x="352922" y="1920802"/>
                  </a:lnTo>
                  <a:lnTo>
                    <a:pt x="351025" y="1921854"/>
                  </a:lnTo>
                  <a:lnTo>
                    <a:pt x="348611" y="1923194"/>
                  </a:lnTo>
                  <a:lnTo>
                    <a:pt x="348439" y="1923289"/>
                  </a:lnTo>
                  <a:lnTo>
                    <a:pt x="344818" y="1925299"/>
                  </a:lnTo>
                  <a:lnTo>
                    <a:pt x="244993" y="1980759"/>
                  </a:lnTo>
                  <a:lnTo>
                    <a:pt x="237407" y="1984977"/>
                  </a:lnTo>
                  <a:lnTo>
                    <a:pt x="221891" y="1993608"/>
                  </a:lnTo>
                  <a:lnTo>
                    <a:pt x="219994" y="1994663"/>
                  </a:lnTo>
                  <a:lnTo>
                    <a:pt x="219649" y="1994855"/>
                  </a:lnTo>
                  <a:lnTo>
                    <a:pt x="218960" y="1995238"/>
                  </a:lnTo>
                  <a:lnTo>
                    <a:pt x="217925" y="1995814"/>
                  </a:lnTo>
                  <a:lnTo>
                    <a:pt x="215684" y="1997061"/>
                  </a:lnTo>
                  <a:lnTo>
                    <a:pt x="214822" y="1997540"/>
                  </a:lnTo>
                  <a:lnTo>
                    <a:pt x="213098" y="1998499"/>
                  </a:lnTo>
                  <a:lnTo>
                    <a:pt x="212580" y="1998787"/>
                  </a:lnTo>
                  <a:lnTo>
                    <a:pt x="211891" y="1999171"/>
                  </a:lnTo>
                  <a:lnTo>
                    <a:pt x="211374" y="1999459"/>
                  </a:lnTo>
                  <a:lnTo>
                    <a:pt x="210339" y="2000034"/>
                  </a:lnTo>
                  <a:lnTo>
                    <a:pt x="209132" y="2000706"/>
                  </a:lnTo>
                  <a:lnTo>
                    <a:pt x="208960" y="2000801"/>
                  </a:lnTo>
                  <a:lnTo>
                    <a:pt x="206718" y="2002049"/>
                  </a:lnTo>
                  <a:lnTo>
                    <a:pt x="205856" y="2002528"/>
                  </a:lnTo>
                  <a:lnTo>
                    <a:pt x="204305" y="2003392"/>
                  </a:lnTo>
                  <a:lnTo>
                    <a:pt x="203443" y="2003871"/>
                  </a:lnTo>
                  <a:lnTo>
                    <a:pt x="203270" y="2003967"/>
                  </a:lnTo>
                  <a:lnTo>
                    <a:pt x="201719" y="2004831"/>
                  </a:lnTo>
                  <a:lnTo>
                    <a:pt x="201029" y="2005214"/>
                  </a:lnTo>
                  <a:lnTo>
                    <a:pt x="200684" y="2005406"/>
                  </a:lnTo>
                  <a:lnTo>
                    <a:pt x="200167" y="2005694"/>
                  </a:lnTo>
                  <a:lnTo>
                    <a:pt x="199132" y="2006270"/>
                  </a:lnTo>
                  <a:lnTo>
                    <a:pt x="197926" y="2006941"/>
                  </a:lnTo>
                  <a:lnTo>
                    <a:pt x="197408" y="2007229"/>
                  </a:lnTo>
                  <a:lnTo>
                    <a:pt x="195512" y="2008285"/>
                  </a:lnTo>
                  <a:lnTo>
                    <a:pt x="195339" y="2008380"/>
                  </a:lnTo>
                  <a:lnTo>
                    <a:pt x="194477" y="2008860"/>
                  </a:lnTo>
                  <a:lnTo>
                    <a:pt x="193960" y="2009148"/>
                  </a:lnTo>
                  <a:lnTo>
                    <a:pt x="193271" y="2009532"/>
                  </a:lnTo>
                  <a:lnTo>
                    <a:pt x="193098" y="2009628"/>
                  </a:lnTo>
                  <a:lnTo>
                    <a:pt x="192753" y="2009820"/>
                  </a:lnTo>
                  <a:lnTo>
                    <a:pt x="191202" y="2010683"/>
                  </a:lnTo>
                  <a:lnTo>
                    <a:pt x="190857" y="2010875"/>
                  </a:lnTo>
                  <a:lnTo>
                    <a:pt x="190340" y="2011163"/>
                  </a:lnTo>
                  <a:lnTo>
                    <a:pt x="186719" y="2013178"/>
                  </a:lnTo>
                  <a:lnTo>
                    <a:pt x="185167" y="2014042"/>
                  </a:lnTo>
                  <a:lnTo>
                    <a:pt x="184305" y="2014522"/>
                  </a:lnTo>
                  <a:lnTo>
                    <a:pt x="180512" y="2016633"/>
                  </a:lnTo>
                  <a:lnTo>
                    <a:pt x="178616" y="2017689"/>
                  </a:lnTo>
                  <a:lnTo>
                    <a:pt x="176202" y="2019032"/>
                  </a:lnTo>
                  <a:lnTo>
                    <a:pt x="176030" y="2019128"/>
                  </a:lnTo>
                  <a:lnTo>
                    <a:pt x="172409" y="2021144"/>
                  </a:lnTo>
                  <a:lnTo>
                    <a:pt x="72584" y="2076758"/>
                  </a:lnTo>
                  <a:lnTo>
                    <a:pt x="64998" y="2080988"/>
                  </a:lnTo>
                  <a:lnTo>
                    <a:pt x="49481" y="2089640"/>
                  </a:lnTo>
                  <a:lnTo>
                    <a:pt x="47585" y="2090698"/>
                  </a:lnTo>
                  <a:lnTo>
                    <a:pt x="47240" y="2090890"/>
                  </a:lnTo>
                  <a:lnTo>
                    <a:pt x="46550" y="2091275"/>
                  </a:lnTo>
                  <a:lnTo>
                    <a:pt x="45516" y="2091852"/>
                  </a:lnTo>
                  <a:lnTo>
                    <a:pt x="43274" y="2093102"/>
                  </a:lnTo>
                  <a:lnTo>
                    <a:pt x="42412" y="2093583"/>
                  </a:lnTo>
                  <a:lnTo>
                    <a:pt x="40688" y="2094544"/>
                  </a:lnTo>
                  <a:lnTo>
                    <a:pt x="40171" y="2094833"/>
                  </a:lnTo>
                  <a:lnTo>
                    <a:pt x="39481" y="2095217"/>
                  </a:lnTo>
                  <a:lnTo>
                    <a:pt x="38964" y="2095506"/>
                  </a:lnTo>
                  <a:lnTo>
                    <a:pt x="37930" y="2096083"/>
                  </a:lnTo>
                  <a:lnTo>
                    <a:pt x="36723" y="2096756"/>
                  </a:lnTo>
                  <a:lnTo>
                    <a:pt x="36550" y="2096852"/>
                  </a:lnTo>
                  <a:lnTo>
                    <a:pt x="34309" y="2098102"/>
                  </a:lnTo>
                  <a:lnTo>
                    <a:pt x="33447" y="2098583"/>
                  </a:lnTo>
                  <a:lnTo>
                    <a:pt x="31895" y="2099449"/>
                  </a:lnTo>
                  <a:lnTo>
                    <a:pt x="31033" y="2099930"/>
                  </a:lnTo>
                  <a:lnTo>
                    <a:pt x="30861" y="2100026"/>
                  </a:lnTo>
                  <a:lnTo>
                    <a:pt x="29309" y="2100891"/>
                  </a:lnTo>
                  <a:lnTo>
                    <a:pt x="28619" y="2101276"/>
                  </a:lnTo>
                  <a:lnTo>
                    <a:pt x="28275" y="2101468"/>
                  </a:lnTo>
                  <a:lnTo>
                    <a:pt x="27757" y="2101757"/>
                  </a:lnTo>
                  <a:lnTo>
                    <a:pt x="26723" y="2102334"/>
                  </a:lnTo>
                  <a:lnTo>
                    <a:pt x="25516" y="2103007"/>
                  </a:lnTo>
                  <a:lnTo>
                    <a:pt x="24999" y="2103296"/>
                  </a:lnTo>
                  <a:lnTo>
                    <a:pt x="23102" y="2104354"/>
                  </a:lnTo>
                  <a:lnTo>
                    <a:pt x="22930" y="2104450"/>
                  </a:lnTo>
                  <a:lnTo>
                    <a:pt x="22068" y="2104931"/>
                  </a:lnTo>
                  <a:lnTo>
                    <a:pt x="21551" y="2105220"/>
                  </a:lnTo>
                  <a:lnTo>
                    <a:pt x="20861" y="2105604"/>
                  </a:lnTo>
                  <a:lnTo>
                    <a:pt x="20689" y="2105700"/>
                  </a:lnTo>
                  <a:lnTo>
                    <a:pt x="20344" y="2105893"/>
                  </a:lnTo>
                  <a:lnTo>
                    <a:pt x="18792" y="2106759"/>
                  </a:lnTo>
                  <a:lnTo>
                    <a:pt x="18447" y="2106951"/>
                  </a:lnTo>
                  <a:lnTo>
                    <a:pt x="17930" y="2107239"/>
                  </a:lnTo>
                  <a:lnTo>
                    <a:pt x="14309" y="2109260"/>
                  </a:lnTo>
                  <a:lnTo>
                    <a:pt x="12758" y="2110125"/>
                  </a:lnTo>
                  <a:lnTo>
                    <a:pt x="11896" y="2110606"/>
                  </a:lnTo>
                  <a:lnTo>
                    <a:pt x="8103" y="2112723"/>
                  </a:lnTo>
                  <a:lnTo>
                    <a:pt x="6206" y="2113781"/>
                  </a:lnTo>
                  <a:lnTo>
                    <a:pt x="3793" y="2115128"/>
                  </a:lnTo>
                  <a:lnTo>
                    <a:pt x="3620" y="2115224"/>
                  </a:lnTo>
                  <a:lnTo>
                    <a:pt x="0" y="2117244"/>
                  </a:lnTo>
                  <a:close/>
                </a:path>
              </a:pathLst>
            </a:custGeom>
            <a:solidFill>
              <a:srgbClr val="F8766D">
                <a:alpha val="14901"/>
              </a:srgbClr>
            </a:solidFill>
          </p:spPr>
          <p:txBody>
            <a:bodyPr/>
            <a:lstStyle/>
            <a:p/>
          </p:txBody>
        </p:sp>
        <p:sp>
          <p:nvSpPr>
            <p:cNvPr id="8" name="pl7"/>
            <p:cNvSpPr/>
            <p:nvPr/>
          </p:nvSpPr>
          <p:spPr>
            <a:xfrm>
              <a:off x="3588882" y="2742540"/>
              <a:ext cx="3693183" cy="1979382"/>
            </a:xfrm>
            <a:custGeom>
              <a:avLst/>
              <a:pathLst>
                <a:path w="3693183" h="1979382">
                  <a:moveTo>
                    <a:pt x="0" y="1979382"/>
                  </a:moveTo>
                  <a:lnTo>
                    <a:pt x="3620" y="1977556"/>
                  </a:lnTo>
                  <a:lnTo>
                    <a:pt x="3793" y="1977469"/>
                  </a:lnTo>
                  <a:lnTo>
                    <a:pt x="6206" y="1976252"/>
                  </a:lnTo>
                  <a:lnTo>
                    <a:pt x="8103" y="1975295"/>
                  </a:lnTo>
                  <a:lnTo>
                    <a:pt x="11896" y="1973382"/>
                  </a:lnTo>
                  <a:lnTo>
                    <a:pt x="12758" y="1972948"/>
                  </a:lnTo>
                  <a:lnTo>
                    <a:pt x="14309" y="1972165"/>
                  </a:lnTo>
                  <a:lnTo>
                    <a:pt x="17930" y="1970339"/>
                  </a:lnTo>
                  <a:lnTo>
                    <a:pt x="18447" y="1970078"/>
                  </a:lnTo>
                  <a:lnTo>
                    <a:pt x="18792" y="1969904"/>
                  </a:lnTo>
                  <a:lnTo>
                    <a:pt x="20344" y="1969121"/>
                  </a:lnTo>
                  <a:lnTo>
                    <a:pt x="20689" y="1968947"/>
                  </a:lnTo>
                  <a:lnTo>
                    <a:pt x="20861" y="1968860"/>
                  </a:lnTo>
                  <a:lnTo>
                    <a:pt x="21551" y="1968512"/>
                  </a:lnTo>
                  <a:lnTo>
                    <a:pt x="22068" y="1968251"/>
                  </a:lnTo>
                  <a:lnTo>
                    <a:pt x="22930" y="1967817"/>
                  </a:lnTo>
                  <a:lnTo>
                    <a:pt x="23102" y="1967730"/>
                  </a:lnTo>
                  <a:lnTo>
                    <a:pt x="24999" y="1966773"/>
                  </a:lnTo>
                  <a:lnTo>
                    <a:pt x="25516" y="1966512"/>
                  </a:lnTo>
                  <a:lnTo>
                    <a:pt x="26723" y="1965903"/>
                  </a:lnTo>
                  <a:lnTo>
                    <a:pt x="27757" y="1965381"/>
                  </a:lnTo>
                  <a:lnTo>
                    <a:pt x="28275" y="1965120"/>
                  </a:lnTo>
                  <a:lnTo>
                    <a:pt x="28619" y="1964946"/>
                  </a:lnTo>
                  <a:lnTo>
                    <a:pt x="29309" y="1964598"/>
                  </a:lnTo>
                  <a:lnTo>
                    <a:pt x="30861" y="1963816"/>
                  </a:lnTo>
                  <a:lnTo>
                    <a:pt x="31033" y="1963729"/>
                  </a:lnTo>
                  <a:lnTo>
                    <a:pt x="31895" y="1963294"/>
                  </a:lnTo>
                  <a:lnTo>
                    <a:pt x="33447" y="1962511"/>
                  </a:lnTo>
                  <a:lnTo>
                    <a:pt x="34309" y="1962076"/>
                  </a:lnTo>
                  <a:lnTo>
                    <a:pt x="36550" y="1960945"/>
                  </a:lnTo>
                  <a:lnTo>
                    <a:pt x="36723" y="1960858"/>
                  </a:lnTo>
                  <a:lnTo>
                    <a:pt x="37930" y="1960249"/>
                  </a:lnTo>
                  <a:lnTo>
                    <a:pt x="38964" y="1959727"/>
                  </a:lnTo>
                  <a:lnTo>
                    <a:pt x="39481" y="1959466"/>
                  </a:lnTo>
                  <a:lnTo>
                    <a:pt x="40171" y="1959118"/>
                  </a:lnTo>
                  <a:lnTo>
                    <a:pt x="40688" y="1958857"/>
                  </a:lnTo>
                  <a:lnTo>
                    <a:pt x="42412" y="1957987"/>
                  </a:lnTo>
                  <a:lnTo>
                    <a:pt x="43274" y="1957552"/>
                  </a:lnTo>
                  <a:lnTo>
                    <a:pt x="45516" y="1956421"/>
                  </a:lnTo>
                  <a:lnTo>
                    <a:pt x="46550" y="1955899"/>
                  </a:lnTo>
                  <a:lnTo>
                    <a:pt x="47240" y="1955551"/>
                  </a:lnTo>
                  <a:lnTo>
                    <a:pt x="47585" y="1955377"/>
                  </a:lnTo>
                  <a:lnTo>
                    <a:pt x="49481" y="1954420"/>
                  </a:lnTo>
                  <a:lnTo>
                    <a:pt x="64998" y="1946589"/>
                  </a:lnTo>
                  <a:lnTo>
                    <a:pt x="72584" y="1942759"/>
                  </a:lnTo>
                  <a:lnTo>
                    <a:pt x="172409" y="1892326"/>
                  </a:lnTo>
                  <a:lnTo>
                    <a:pt x="176030" y="1890495"/>
                  </a:lnTo>
                  <a:lnTo>
                    <a:pt x="176202" y="1890408"/>
                  </a:lnTo>
                  <a:lnTo>
                    <a:pt x="178616" y="1889187"/>
                  </a:lnTo>
                  <a:lnTo>
                    <a:pt x="180512" y="1888228"/>
                  </a:lnTo>
                  <a:lnTo>
                    <a:pt x="184305" y="1886310"/>
                  </a:lnTo>
                  <a:lnTo>
                    <a:pt x="185167" y="1885874"/>
                  </a:lnTo>
                  <a:lnTo>
                    <a:pt x="186719" y="1885089"/>
                  </a:lnTo>
                  <a:lnTo>
                    <a:pt x="190340" y="1883258"/>
                  </a:lnTo>
                  <a:lnTo>
                    <a:pt x="190857" y="1882996"/>
                  </a:lnTo>
                  <a:lnTo>
                    <a:pt x="191202" y="1882822"/>
                  </a:lnTo>
                  <a:lnTo>
                    <a:pt x="192753" y="1882037"/>
                  </a:lnTo>
                  <a:lnTo>
                    <a:pt x="193098" y="1881863"/>
                  </a:lnTo>
                  <a:lnTo>
                    <a:pt x="193271" y="1881775"/>
                  </a:lnTo>
                  <a:lnTo>
                    <a:pt x="193960" y="1881427"/>
                  </a:lnTo>
                  <a:lnTo>
                    <a:pt x="194477" y="1881165"/>
                  </a:lnTo>
                  <a:lnTo>
                    <a:pt x="195339" y="1880729"/>
                  </a:lnTo>
                  <a:lnTo>
                    <a:pt x="195512" y="1880642"/>
                  </a:lnTo>
                  <a:lnTo>
                    <a:pt x="197408" y="1879682"/>
                  </a:lnTo>
                  <a:lnTo>
                    <a:pt x="197926" y="1879421"/>
                  </a:lnTo>
                  <a:lnTo>
                    <a:pt x="199132" y="1878810"/>
                  </a:lnTo>
                  <a:lnTo>
                    <a:pt x="200167" y="1878287"/>
                  </a:lnTo>
                  <a:lnTo>
                    <a:pt x="200684" y="1878025"/>
                  </a:lnTo>
                  <a:lnTo>
                    <a:pt x="201029" y="1877851"/>
                  </a:lnTo>
                  <a:lnTo>
                    <a:pt x="201719" y="1877502"/>
                  </a:lnTo>
                  <a:lnTo>
                    <a:pt x="203270" y="1876717"/>
                  </a:lnTo>
                  <a:lnTo>
                    <a:pt x="203443" y="1876630"/>
                  </a:lnTo>
                  <a:lnTo>
                    <a:pt x="204305" y="1876194"/>
                  </a:lnTo>
                  <a:lnTo>
                    <a:pt x="205856" y="1875409"/>
                  </a:lnTo>
                  <a:lnTo>
                    <a:pt x="206718" y="1874972"/>
                  </a:lnTo>
                  <a:lnTo>
                    <a:pt x="208960" y="1873838"/>
                  </a:lnTo>
                  <a:lnTo>
                    <a:pt x="209132" y="1873751"/>
                  </a:lnTo>
                  <a:lnTo>
                    <a:pt x="210339" y="1873141"/>
                  </a:lnTo>
                  <a:lnTo>
                    <a:pt x="211374" y="1872617"/>
                  </a:lnTo>
                  <a:lnTo>
                    <a:pt x="211891" y="1872355"/>
                  </a:lnTo>
                  <a:lnTo>
                    <a:pt x="212580" y="1872006"/>
                  </a:lnTo>
                  <a:lnTo>
                    <a:pt x="213098" y="1871745"/>
                  </a:lnTo>
                  <a:lnTo>
                    <a:pt x="214822" y="1870872"/>
                  </a:lnTo>
                  <a:lnTo>
                    <a:pt x="215684" y="1870436"/>
                  </a:lnTo>
                  <a:lnTo>
                    <a:pt x="217925" y="1869302"/>
                  </a:lnTo>
                  <a:lnTo>
                    <a:pt x="218960" y="1868779"/>
                  </a:lnTo>
                  <a:lnTo>
                    <a:pt x="219649" y="1868430"/>
                  </a:lnTo>
                  <a:lnTo>
                    <a:pt x="219994" y="1868255"/>
                  </a:lnTo>
                  <a:lnTo>
                    <a:pt x="221891" y="1867295"/>
                  </a:lnTo>
                  <a:lnTo>
                    <a:pt x="237407" y="1859442"/>
                  </a:lnTo>
                  <a:lnTo>
                    <a:pt x="244993" y="1855601"/>
                  </a:lnTo>
                  <a:lnTo>
                    <a:pt x="344818" y="1805013"/>
                  </a:lnTo>
                  <a:lnTo>
                    <a:pt x="348439" y="1803176"/>
                  </a:lnTo>
                  <a:lnTo>
                    <a:pt x="348611" y="1803089"/>
                  </a:lnTo>
                  <a:lnTo>
                    <a:pt x="351025" y="1801864"/>
                  </a:lnTo>
                  <a:lnTo>
                    <a:pt x="352922" y="1800902"/>
                  </a:lnTo>
                  <a:lnTo>
                    <a:pt x="356715" y="1798978"/>
                  </a:lnTo>
                  <a:lnTo>
                    <a:pt x="357577" y="1798540"/>
                  </a:lnTo>
                  <a:lnTo>
                    <a:pt x="359128" y="1797753"/>
                  </a:lnTo>
                  <a:lnTo>
                    <a:pt x="362749" y="1795915"/>
                  </a:lnTo>
                  <a:lnTo>
                    <a:pt x="363266" y="1795653"/>
                  </a:lnTo>
                  <a:lnTo>
                    <a:pt x="363611" y="1795478"/>
                  </a:lnTo>
                  <a:lnTo>
                    <a:pt x="365163" y="1794691"/>
                  </a:lnTo>
                  <a:lnTo>
                    <a:pt x="365508" y="1794516"/>
                  </a:lnTo>
                  <a:lnTo>
                    <a:pt x="365680" y="1794428"/>
                  </a:lnTo>
                  <a:lnTo>
                    <a:pt x="366370" y="1794078"/>
                  </a:lnTo>
                  <a:lnTo>
                    <a:pt x="366887" y="1793816"/>
                  </a:lnTo>
                  <a:lnTo>
                    <a:pt x="367749" y="1793378"/>
                  </a:lnTo>
                  <a:lnTo>
                    <a:pt x="367921" y="1793291"/>
                  </a:lnTo>
                  <a:lnTo>
                    <a:pt x="369818" y="1792328"/>
                  </a:lnTo>
                  <a:lnTo>
                    <a:pt x="370335" y="1792066"/>
                  </a:lnTo>
                  <a:lnTo>
                    <a:pt x="371542" y="1791453"/>
                  </a:lnTo>
                  <a:lnTo>
                    <a:pt x="372576" y="1790928"/>
                  </a:lnTo>
                  <a:lnTo>
                    <a:pt x="373094" y="1790665"/>
                  </a:lnTo>
                  <a:lnTo>
                    <a:pt x="373438" y="1790490"/>
                  </a:lnTo>
                  <a:lnTo>
                    <a:pt x="374128" y="1790140"/>
                  </a:lnTo>
                  <a:lnTo>
                    <a:pt x="375680" y="1789353"/>
                  </a:lnTo>
                  <a:lnTo>
                    <a:pt x="375852" y="1789265"/>
                  </a:lnTo>
                  <a:lnTo>
                    <a:pt x="376714" y="1788828"/>
                  </a:lnTo>
                  <a:lnTo>
                    <a:pt x="378266" y="1788040"/>
                  </a:lnTo>
                  <a:lnTo>
                    <a:pt x="379128" y="1787602"/>
                  </a:lnTo>
                  <a:lnTo>
                    <a:pt x="381369" y="1786464"/>
                  </a:lnTo>
                  <a:lnTo>
                    <a:pt x="381542" y="1786377"/>
                  </a:lnTo>
                  <a:lnTo>
                    <a:pt x="382749" y="1785764"/>
                  </a:lnTo>
                  <a:lnTo>
                    <a:pt x="383783" y="1785239"/>
                  </a:lnTo>
                  <a:lnTo>
                    <a:pt x="384300" y="1784976"/>
                  </a:lnTo>
                  <a:lnTo>
                    <a:pt x="384990" y="1784626"/>
                  </a:lnTo>
                  <a:lnTo>
                    <a:pt x="385507" y="1784364"/>
                  </a:lnTo>
                  <a:lnTo>
                    <a:pt x="387231" y="1783488"/>
                  </a:lnTo>
                  <a:lnTo>
                    <a:pt x="388093" y="1783051"/>
                  </a:lnTo>
                  <a:lnTo>
                    <a:pt x="390335" y="1781913"/>
                  </a:lnTo>
                  <a:lnTo>
                    <a:pt x="391369" y="1781387"/>
                  </a:lnTo>
                  <a:lnTo>
                    <a:pt x="392059" y="1781037"/>
                  </a:lnTo>
                  <a:lnTo>
                    <a:pt x="392404" y="1780862"/>
                  </a:lnTo>
                  <a:lnTo>
                    <a:pt x="394300" y="1779899"/>
                  </a:lnTo>
                  <a:lnTo>
                    <a:pt x="409817" y="1772018"/>
                  </a:lnTo>
                  <a:lnTo>
                    <a:pt x="417403" y="1768164"/>
                  </a:lnTo>
                  <a:lnTo>
                    <a:pt x="517228" y="1717386"/>
                  </a:lnTo>
                  <a:lnTo>
                    <a:pt x="520849" y="1715542"/>
                  </a:lnTo>
                  <a:lnTo>
                    <a:pt x="521021" y="1715454"/>
                  </a:lnTo>
                  <a:lnTo>
                    <a:pt x="523435" y="1714225"/>
                  </a:lnTo>
                  <a:lnTo>
                    <a:pt x="525331" y="1713259"/>
                  </a:lnTo>
                  <a:lnTo>
                    <a:pt x="529124" y="1711326"/>
                  </a:lnTo>
                  <a:lnTo>
                    <a:pt x="529986" y="1710887"/>
                  </a:lnTo>
                  <a:lnTo>
                    <a:pt x="531538" y="1710097"/>
                  </a:lnTo>
                  <a:lnTo>
                    <a:pt x="535159" y="1708252"/>
                  </a:lnTo>
                  <a:lnTo>
                    <a:pt x="535676" y="1707989"/>
                  </a:lnTo>
                  <a:lnTo>
                    <a:pt x="536021" y="1707813"/>
                  </a:lnTo>
                  <a:lnTo>
                    <a:pt x="537572" y="1707022"/>
                  </a:lnTo>
                  <a:lnTo>
                    <a:pt x="537917" y="1706846"/>
                  </a:lnTo>
                  <a:lnTo>
                    <a:pt x="538090" y="1706759"/>
                  </a:lnTo>
                  <a:lnTo>
                    <a:pt x="538779" y="1706407"/>
                  </a:lnTo>
                  <a:lnTo>
                    <a:pt x="539296" y="1706144"/>
                  </a:lnTo>
                  <a:lnTo>
                    <a:pt x="540158" y="1705704"/>
                  </a:lnTo>
                  <a:lnTo>
                    <a:pt x="540331" y="1705616"/>
                  </a:lnTo>
                  <a:lnTo>
                    <a:pt x="542227" y="1704650"/>
                  </a:lnTo>
                  <a:lnTo>
                    <a:pt x="542745" y="1704386"/>
                  </a:lnTo>
                  <a:lnTo>
                    <a:pt x="543951" y="1703771"/>
                  </a:lnTo>
                  <a:lnTo>
                    <a:pt x="544986" y="1703244"/>
                  </a:lnTo>
                  <a:lnTo>
                    <a:pt x="545503" y="1702981"/>
                  </a:lnTo>
                  <a:lnTo>
                    <a:pt x="545848" y="1702805"/>
                  </a:lnTo>
                  <a:lnTo>
                    <a:pt x="546538" y="1702453"/>
                  </a:lnTo>
                  <a:lnTo>
                    <a:pt x="548089" y="1701662"/>
                  </a:lnTo>
                  <a:lnTo>
                    <a:pt x="548262" y="1701575"/>
                  </a:lnTo>
                  <a:lnTo>
                    <a:pt x="549124" y="1701135"/>
                  </a:lnTo>
                  <a:lnTo>
                    <a:pt x="550675" y="1700344"/>
                  </a:lnTo>
                  <a:lnTo>
                    <a:pt x="551537" y="1699905"/>
                  </a:lnTo>
                  <a:lnTo>
                    <a:pt x="553779" y="1698762"/>
                  </a:lnTo>
                  <a:lnTo>
                    <a:pt x="553951" y="1698674"/>
                  </a:lnTo>
                  <a:lnTo>
                    <a:pt x="555158" y="1698059"/>
                  </a:lnTo>
                  <a:lnTo>
                    <a:pt x="556193" y="1697532"/>
                  </a:lnTo>
                  <a:lnTo>
                    <a:pt x="556710" y="1697268"/>
                  </a:lnTo>
                  <a:lnTo>
                    <a:pt x="557399" y="1696916"/>
                  </a:lnTo>
                  <a:lnTo>
                    <a:pt x="557917" y="1696653"/>
                  </a:lnTo>
                  <a:lnTo>
                    <a:pt x="559641" y="1695774"/>
                  </a:lnTo>
                  <a:lnTo>
                    <a:pt x="560503" y="1695334"/>
                  </a:lnTo>
                  <a:lnTo>
                    <a:pt x="562744" y="1694191"/>
                  </a:lnTo>
                  <a:lnTo>
                    <a:pt x="563779" y="1693664"/>
                  </a:lnTo>
                  <a:lnTo>
                    <a:pt x="564468" y="1693312"/>
                  </a:lnTo>
                  <a:lnTo>
                    <a:pt x="564813" y="1693136"/>
                  </a:lnTo>
                  <a:lnTo>
                    <a:pt x="566710" y="1692169"/>
                  </a:lnTo>
                  <a:lnTo>
                    <a:pt x="582226" y="1684255"/>
                  </a:lnTo>
                  <a:lnTo>
                    <a:pt x="589812" y="1680384"/>
                  </a:lnTo>
                  <a:lnTo>
                    <a:pt x="689637" y="1629374"/>
                  </a:lnTo>
                  <a:lnTo>
                    <a:pt x="693258" y="1627521"/>
                  </a:lnTo>
                  <a:lnTo>
                    <a:pt x="693430" y="1627433"/>
                  </a:lnTo>
                  <a:lnTo>
                    <a:pt x="695844" y="1626197"/>
                  </a:lnTo>
                  <a:lnTo>
                    <a:pt x="697741" y="1625227"/>
                  </a:lnTo>
                  <a:lnTo>
                    <a:pt x="701534" y="1623285"/>
                  </a:lnTo>
                  <a:lnTo>
                    <a:pt x="702396" y="1622844"/>
                  </a:lnTo>
                  <a:lnTo>
                    <a:pt x="703947" y="1622049"/>
                  </a:lnTo>
                  <a:lnTo>
                    <a:pt x="707568" y="1620195"/>
                  </a:lnTo>
                  <a:lnTo>
                    <a:pt x="708085" y="1619930"/>
                  </a:lnTo>
                  <a:lnTo>
                    <a:pt x="708430" y="1619754"/>
                  </a:lnTo>
                  <a:lnTo>
                    <a:pt x="709982" y="1618959"/>
                  </a:lnTo>
                  <a:lnTo>
                    <a:pt x="710327" y="1618783"/>
                  </a:lnTo>
                  <a:lnTo>
                    <a:pt x="710499" y="1618694"/>
                  </a:lnTo>
                  <a:lnTo>
                    <a:pt x="711189" y="1618341"/>
                  </a:lnTo>
                  <a:lnTo>
                    <a:pt x="711706" y="1618076"/>
                  </a:lnTo>
                  <a:lnTo>
                    <a:pt x="712568" y="1617635"/>
                  </a:lnTo>
                  <a:lnTo>
                    <a:pt x="712740" y="1617547"/>
                  </a:lnTo>
                  <a:lnTo>
                    <a:pt x="714637" y="1616575"/>
                  </a:lnTo>
                  <a:lnTo>
                    <a:pt x="715154" y="1616311"/>
                  </a:lnTo>
                  <a:lnTo>
                    <a:pt x="716361" y="1615692"/>
                  </a:lnTo>
                  <a:lnTo>
                    <a:pt x="717395" y="1615163"/>
                  </a:lnTo>
                  <a:lnTo>
                    <a:pt x="717913" y="1614898"/>
                  </a:lnTo>
                  <a:lnTo>
                    <a:pt x="718257" y="1614721"/>
                  </a:lnTo>
                  <a:lnTo>
                    <a:pt x="718947" y="1614368"/>
                  </a:lnTo>
                  <a:lnTo>
                    <a:pt x="720499" y="1613573"/>
                  </a:lnTo>
                  <a:lnTo>
                    <a:pt x="720671" y="1613485"/>
                  </a:lnTo>
                  <a:lnTo>
                    <a:pt x="721533" y="1613043"/>
                  </a:lnTo>
                  <a:lnTo>
                    <a:pt x="723085" y="1612248"/>
                  </a:lnTo>
                  <a:lnTo>
                    <a:pt x="723947" y="1611806"/>
                  </a:lnTo>
                  <a:lnTo>
                    <a:pt x="726188" y="1610658"/>
                  </a:lnTo>
                  <a:lnTo>
                    <a:pt x="726361" y="1610570"/>
                  </a:lnTo>
                  <a:lnTo>
                    <a:pt x="727568" y="1609952"/>
                  </a:lnTo>
                  <a:lnTo>
                    <a:pt x="728602" y="1609422"/>
                  </a:lnTo>
                  <a:lnTo>
                    <a:pt x="729119" y="1609156"/>
                  </a:lnTo>
                  <a:lnTo>
                    <a:pt x="729809" y="1608803"/>
                  </a:lnTo>
                  <a:lnTo>
                    <a:pt x="730326" y="1608538"/>
                  </a:lnTo>
                  <a:lnTo>
                    <a:pt x="732050" y="1607655"/>
                  </a:lnTo>
                  <a:lnTo>
                    <a:pt x="732912" y="1607213"/>
                  </a:lnTo>
                  <a:lnTo>
                    <a:pt x="735154" y="1606064"/>
                  </a:lnTo>
                  <a:lnTo>
                    <a:pt x="736188" y="1605534"/>
                  </a:lnTo>
                  <a:lnTo>
                    <a:pt x="736878" y="1605181"/>
                  </a:lnTo>
                  <a:lnTo>
                    <a:pt x="737222" y="1605004"/>
                  </a:lnTo>
                  <a:lnTo>
                    <a:pt x="739119" y="1604032"/>
                  </a:lnTo>
                  <a:lnTo>
                    <a:pt x="754636" y="1596077"/>
                  </a:lnTo>
                  <a:lnTo>
                    <a:pt x="762222" y="1592186"/>
                  </a:lnTo>
                  <a:lnTo>
                    <a:pt x="862047" y="1540893"/>
                  </a:lnTo>
                  <a:lnTo>
                    <a:pt x="865668" y="1539030"/>
                  </a:lnTo>
                  <a:lnTo>
                    <a:pt x="865840" y="1538941"/>
                  </a:lnTo>
                  <a:lnTo>
                    <a:pt x="868254" y="1537698"/>
                  </a:lnTo>
                  <a:lnTo>
                    <a:pt x="870150" y="1536722"/>
                  </a:lnTo>
                  <a:lnTo>
                    <a:pt x="873943" y="1534769"/>
                  </a:lnTo>
                  <a:lnTo>
                    <a:pt x="874805" y="1534325"/>
                  </a:lnTo>
                  <a:lnTo>
                    <a:pt x="876357" y="1533526"/>
                  </a:lnTo>
                  <a:lnTo>
                    <a:pt x="879978" y="1531661"/>
                  </a:lnTo>
                  <a:lnTo>
                    <a:pt x="880495" y="1531394"/>
                  </a:lnTo>
                  <a:lnTo>
                    <a:pt x="880840" y="1531217"/>
                  </a:lnTo>
                  <a:lnTo>
                    <a:pt x="882391" y="1530418"/>
                  </a:lnTo>
                  <a:lnTo>
                    <a:pt x="882736" y="1530240"/>
                  </a:lnTo>
                  <a:lnTo>
                    <a:pt x="882909" y="1530151"/>
                  </a:lnTo>
                  <a:lnTo>
                    <a:pt x="883598" y="1529796"/>
                  </a:lnTo>
                  <a:lnTo>
                    <a:pt x="884115" y="1529529"/>
                  </a:lnTo>
                  <a:lnTo>
                    <a:pt x="884977" y="1529085"/>
                  </a:lnTo>
                  <a:lnTo>
                    <a:pt x="885150" y="1528996"/>
                  </a:lnTo>
                  <a:lnTo>
                    <a:pt x="887046" y="1528019"/>
                  </a:lnTo>
                  <a:lnTo>
                    <a:pt x="887564" y="1527753"/>
                  </a:lnTo>
                  <a:lnTo>
                    <a:pt x="888770" y="1527131"/>
                  </a:lnTo>
                  <a:lnTo>
                    <a:pt x="889805" y="1526598"/>
                  </a:lnTo>
                  <a:lnTo>
                    <a:pt x="890322" y="1526332"/>
                  </a:lnTo>
                  <a:lnTo>
                    <a:pt x="890667" y="1526154"/>
                  </a:lnTo>
                  <a:lnTo>
                    <a:pt x="891357" y="1525799"/>
                  </a:lnTo>
                  <a:lnTo>
                    <a:pt x="892908" y="1524999"/>
                  </a:lnTo>
                  <a:lnTo>
                    <a:pt x="893081" y="1524910"/>
                  </a:lnTo>
                  <a:lnTo>
                    <a:pt x="893943" y="1524466"/>
                  </a:lnTo>
                  <a:lnTo>
                    <a:pt x="895494" y="1523666"/>
                  </a:lnTo>
                  <a:lnTo>
                    <a:pt x="896356" y="1523222"/>
                  </a:lnTo>
                  <a:lnTo>
                    <a:pt x="898598" y="1522067"/>
                  </a:lnTo>
                  <a:lnTo>
                    <a:pt x="898770" y="1521978"/>
                  </a:lnTo>
                  <a:lnTo>
                    <a:pt x="899977" y="1521356"/>
                  </a:lnTo>
                  <a:lnTo>
                    <a:pt x="901012" y="1520822"/>
                  </a:lnTo>
                  <a:lnTo>
                    <a:pt x="901529" y="1520556"/>
                  </a:lnTo>
                  <a:lnTo>
                    <a:pt x="902218" y="1520200"/>
                  </a:lnTo>
                  <a:lnTo>
                    <a:pt x="902736" y="1519934"/>
                  </a:lnTo>
                  <a:lnTo>
                    <a:pt x="904460" y="1519045"/>
                  </a:lnTo>
                  <a:lnTo>
                    <a:pt x="905322" y="1518600"/>
                  </a:lnTo>
                  <a:lnTo>
                    <a:pt x="907563" y="1517445"/>
                  </a:lnTo>
                  <a:lnTo>
                    <a:pt x="908598" y="1516911"/>
                  </a:lnTo>
                  <a:lnTo>
                    <a:pt x="909287" y="1516556"/>
                  </a:lnTo>
                  <a:lnTo>
                    <a:pt x="909632" y="1516378"/>
                  </a:lnTo>
                  <a:lnTo>
                    <a:pt x="911528" y="1515400"/>
                  </a:lnTo>
                  <a:lnTo>
                    <a:pt x="927045" y="1507396"/>
                  </a:lnTo>
                  <a:lnTo>
                    <a:pt x="934631" y="1503481"/>
                  </a:lnTo>
                  <a:lnTo>
                    <a:pt x="1034456" y="1451852"/>
                  </a:lnTo>
                  <a:lnTo>
                    <a:pt x="1038077" y="1449975"/>
                  </a:lnTo>
                  <a:lnTo>
                    <a:pt x="1038249" y="1449886"/>
                  </a:lnTo>
                  <a:lnTo>
                    <a:pt x="1040663" y="1448634"/>
                  </a:lnTo>
                  <a:lnTo>
                    <a:pt x="1042560" y="1447651"/>
                  </a:lnTo>
                  <a:lnTo>
                    <a:pt x="1046353" y="1445685"/>
                  </a:lnTo>
                  <a:lnTo>
                    <a:pt x="1047215" y="1445238"/>
                  </a:lnTo>
                  <a:lnTo>
                    <a:pt x="1048766" y="1444433"/>
                  </a:lnTo>
                  <a:lnTo>
                    <a:pt x="1052387" y="1442555"/>
                  </a:lnTo>
                  <a:lnTo>
                    <a:pt x="1052904" y="1442287"/>
                  </a:lnTo>
                  <a:lnTo>
                    <a:pt x="1053249" y="1442108"/>
                  </a:lnTo>
                  <a:lnTo>
                    <a:pt x="1054801" y="1441303"/>
                  </a:lnTo>
                  <a:lnTo>
                    <a:pt x="1055146" y="1441124"/>
                  </a:lnTo>
                  <a:lnTo>
                    <a:pt x="1055318" y="1441035"/>
                  </a:lnTo>
                  <a:lnTo>
                    <a:pt x="1056008" y="1440677"/>
                  </a:lnTo>
                  <a:lnTo>
                    <a:pt x="1056525" y="1440409"/>
                  </a:lnTo>
                  <a:lnTo>
                    <a:pt x="1057387" y="1439962"/>
                  </a:lnTo>
                  <a:lnTo>
                    <a:pt x="1057559" y="1439872"/>
                  </a:lnTo>
                  <a:lnTo>
                    <a:pt x="1059456" y="1438888"/>
                  </a:lnTo>
                  <a:lnTo>
                    <a:pt x="1059973" y="1438620"/>
                  </a:lnTo>
                  <a:lnTo>
                    <a:pt x="1061180" y="1437994"/>
                  </a:lnTo>
                  <a:lnTo>
                    <a:pt x="1062214" y="1437457"/>
                  </a:lnTo>
                  <a:lnTo>
                    <a:pt x="1062732" y="1437189"/>
                  </a:lnTo>
                  <a:lnTo>
                    <a:pt x="1063076" y="1437010"/>
                  </a:lnTo>
                  <a:lnTo>
                    <a:pt x="1063766" y="1436652"/>
                  </a:lnTo>
                  <a:lnTo>
                    <a:pt x="1065318" y="1435847"/>
                  </a:lnTo>
                  <a:lnTo>
                    <a:pt x="1065490" y="1435757"/>
                  </a:lnTo>
                  <a:lnTo>
                    <a:pt x="1066352" y="1435310"/>
                  </a:lnTo>
                  <a:lnTo>
                    <a:pt x="1067904" y="1434504"/>
                  </a:lnTo>
                  <a:lnTo>
                    <a:pt x="1068766" y="1434057"/>
                  </a:lnTo>
                  <a:lnTo>
                    <a:pt x="1071007" y="1432894"/>
                  </a:lnTo>
                  <a:lnTo>
                    <a:pt x="1071180" y="1432804"/>
                  </a:lnTo>
                  <a:lnTo>
                    <a:pt x="1072387" y="1432178"/>
                  </a:lnTo>
                  <a:lnTo>
                    <a:pt x="1073421" y="1431641"/>
                  </a:lnTo>
                  <a:lnTo>
                    <a:pt x="1073938" y="1431372"/>
                  </a:lnTo>
                  <a:lnTo>
                    <a:pt x="1074628" y="1431014"/>
                  </a:lnTo>
                  <a:lnTo>
                    <a:pt x="1075145" y="1430745"/>
                  </a:lnTo>
                  <a:lnTo>
                    <a:pt x="1076869" y="1429850"/>
                  </a:lnTo>
                  <a:lnTo>
                    <a:pt x="1077731" y="1429403"/>
                  </a:lnTo>
                  <a:lnTo>
                    <a:pt x="1079973" y="1428239"/>
                  </a:lnTo>
                  <a:lnTo>
                    <a:pt x="1081007" y="1427702"/>
                  </a:lnTo>
                  <a:lnTo>
                    <a:pt x="1081697" y="1427344"/>
                  </a:lnTo>
                  <a:lnTo>
                    <a:pt x="1082041" y="1427164"/>
                  </a:lnTo>
                  <a:lnTo>
                    <a:pt x="1083938" y="1426179"/>
                  </a:lnTo>
                  <a:lnTo>
                    <a:pt x="1099455" y="1418118"/>
                  </a:lnTo>
                  <a:lnTo>
                    <a:pt x="1107041" y="1414174"/>
                  </a:lnTo>
                  <a:lnTo>
                    <a:pt x="1206866" y="1362154"/>
                  </a:lnTo>
                  <a:lnTo>
                    <a:pt x="1210487" y="1360262"/>
                  </a:lnTo>
                  <a:lnTo>
                    <a:pt x="1210659" y="1360172"/>
                  </a:lnTo>
                  <a:lnTo>
                    <a:pt x="1213073" y="1358911"/>
                  </a:lnTo>
                  <a:lnTo>
                    <a:pt x="1214969" y="1357920"/>
                  </a:lnTo>
                  <a:lnTo>
                    <a:pt x="1218762" y="1355938"/>
                  </a:lnTo>
                  <a:lnTo>
                    <a:pt x="1219624" y="1355488"/>
                  </a:lnTo>
                  <a:lnTo>
                    <a:pt x="1221176" y="1354677"/>
                  </a:lnTo>
                  <a:lnTo>
                    <a:pt x="1224797" y="1352784"/>
                  </a:lnTo>
                  <a:lnTo>
                    <a:pt x="1225314" y="1352514"/>
                  </a:lnTo>
                  <a:lnTo>
                    <a:pt x="1225659" y="1352333"/>
                  </a:lnTo>
                  <a:lnTo>
                    <a:pt x="1227210" y="1351522"/>
                  </a:lnTo>
                  <a:lnTo>
                    <a:pt x="1227555" y="1351342"/>
                  </a:lnTo>
                  <a:lnTo>
                    <a:pt x="1227728" y="1351252"/>
                  </a:lnTo>
                  <a:lnTo>
                    <a:pt x="1228417" y="1350891"/>
                  </a:lnTo>
                  <a:lnTo>
                    <a:pt x="1228934" y="1350621"/>
                  </a:lnTo>
                  <a:lnTo>
                    <a:pt x="1229796" y="1350170"/>
                  </a:lnTo>
                  <a:lnTo>
                    <a:pt x="1229969" y="1350080"/>
                  </a:lnTo>
                  <a:lnTo>
                    <a:pt x="1231865" y="1349088"/>
                  </a:lnTo>
                  <a:lnTo>
                    <a:pt x="1232383" y="1348817"/>
                  </a:lnTo>
                  <a:lnTo>
                    <a:pt x="1233589" y="1348186"/>
                  </a:lnTo>
                  <a:lnTo>
                    <a:pt x="1234624" y="1347645"/>
                  </a:lnTo>
                  <a:lnTo>
                    <a:pt x="1235141" y="1347375"/>
                  </a:lnTo>
                  <a:lnTo>
                    <a:pt x="1235486" y="1347194"/>
                  </a:lnTo>
                  <a:lnTo>
                    <a:pt x="1236176" y="1346834"/>
                  </a:lnTo>
                  <a:lnTo>
                    <a:pt x="1237727" y="1346022"/>
                  </a:lnTo>
                  <a:lnTo>
                    <a:pt x="1237900" y="1345932"/>
                  </a:lnTo>
                  <a:lnTo>
                    <a:pt x="1238762" y="1345481"/>
                  </a:lnTo>
                  <a:lnTo>
                    <a:pt x="1240313" y="1344669"/>
                  </a:lnTo>
                  <a:lnTo>
                    <a:pt x="1241175" y="1344218"/>
                  </a:lnTo>
                  <a:lnTo>
                    <a:pt x="1243417" y="1343045"/>
                  </a:lnTo>
                  <a:lnTo>
                    <a:pt x="1243589" y="1342955"/>
                  </a:lnTo>
                  <a:lnTo>
                    <a:pt x="1244796" y="1342323"/>
                  </a:lnTo>
                  <a:lnTo>
                    <a:pt x="1245831" y="1341782"/>
                  </a:lnTo>
                  <a:lnTo>
                    <a:pt x="1246348" y="1341511"/>
                  </a:lnTo>
                  <a:lnTo>
                    <a:pt x="1247037" y="1341151"/>
                  </a:lnTo>
                  <a:lnTo>
                    <a:pt x="1247555" y="1340880"/>
                  </a:lnTo>
                  <a:lnTo>
                    <a:pt x="1249279" y="1339978"/>
                  </a:lnTo>
                  <a:lnTo>
                    <a:pt x="1250141" y="1339526"/>
                  </a:lnTo>
                  <a:lnTo>
                    <a:pt x="1252382" y="1338353"/>
                  </a:lnTo>
                  <a:lnTo>
                    <a:pt x="1253417" y="1337812"/>
                  </a:lnTo>
                  <a:lnTo>
                    <a:pt x="1254106" y="1337450"/>
                  </a:lnTo>
                  <a:lnTo>
                    <a:pt x="1254451" y="1337270"/>
                  </a:lnTo>
                  <a:lnTo>
                    <a:pt x="1256347" y="1336277"/>
                  </a:lnTo>
                  <a:lnTo>
                    <a:pt x="1271864" y="1328149"/>
                  </a:lnTo>
                  <a:lnTo>
                    <a:pt x="1279450" y="1324174"/>
                  </a:lnTo>
                  <a:lnTo>
                    <a:pt x="1379275" y="1271716"/>
                  </a:lnTo>
                  <a:lnTo>
                    <a:pt x="1382896" y="1269808"/>
                  </a:lnTo>
                  <a:lnTo>
                    <a:pt x="1383068" y="1269717"/>
                  </a:lnTo>
                  <a:lnTo>
                    <a:pt x="1385482" y="1268445"/>
                  </a:lnTo>
                  <a:lnTo>
                    <a:pt x="1387379" y="1267446"/>
                  </a:lnTo>
                  <a:lnTo>
                    <a:pt x="1391172" y="1265447"/>
                  </a:lnTo>
                  <a:lnTo>
                    <a:pt x="1392034" y="1264992"/>
                  </a:lnTo>
                  <a:lnTo>
                    <a:pt x="1393585" y="1264174"/>
                  </a:lnTo>
                  <a:lnTo>
                    <a:pt x="1397206" y="1262265"/>
                  </a:lnTo>
                  <a:lnTo>
                    <a:pt x="1397723" y="1261992"/>
                  </a:lnTo>
                  <a:lnTo>
                    <a:pt x="1398068" y="1261810"/>
                  </a:lnTo>
                  <a:lnTo>
                    <a:pt x="1399620" y="1260992"/>
                  </a:lnTo>
                  <a:lnTo>
                    <a:pt x="1399965" y="1260810"/>
                  </a:lnTo>
                  <a:lnTo>
                    <a:pt x="1400137" y="1260719"/>
                  </a:lnTo>
                  <a:lnTo>
                    <a:pt x="1400827" y="1260356"/>
                  </a:lnTo>
                  <a:lnTo>
                    <a:pt x="1401344" y="1260083"/>
                  </a:lnTo>
                  <a:lnTo>
                    <a:pt x="1402206" y="1259628"/>
                  </a:lnTo>
                  <a:lnTo>
                    <a:pt x="1402378" y="1259537"/>
                  </a:lnTo>
                  <a:lnTo>
                    <a:pt x="1404275" y="1258537"/>
                  </a:lnTo>
                  <a:lnTo>
                    <a:pt x="1404792" y="1258264"/>
                  </a:lnTo>
                  <a:lnTo>
                    <a:pt x="1405999" y="1257627"/>
                  </a:lnTo>
                  <a:lnTo>
                    <a:pt x="1407033" y="1257082"/>
                  </a:lnTo>
                  <a:lnTo>
                    <a:pt x="1407551" y="1256809"/>
                  </a:lnTo>
                  <a:lnTo>
                    <a:pt x="1407895" y="1256627"/>
                  </a:lnTo>
                  <a:lnTo>
                    <a:pt x="1408585" y="1256263"/>
                  </a:lnTo>
                  <a:lnTo>
                    <a:pt x="1410137" y="1255444"/>
                  </a:lnTo>
                  <a:lnTo>
                    <a:pt x="1410309" y="1255353"/>
                  </a:lnTo>
                  <a:lnTo>
                    <a:pt x="1411171" y="1254898"/>
                  </a:lnTo>
                  <a:lnTo>
                    <a:pt x="1412723" y="1254079"/>
                  </a:lnTo>
                  <a:lnTo>
                    <a:pt x="1413585" y="1253625"/>
                  </a:lnTo>
                  <a:lnTo>
                    <a:pt x="1415826" y="1252442"/>
                  </a:lnTo>
                  <a:lnTo>
                    <a:pt x="1415999" y="1252351"/>
                  </a:lnTo>
                  <a:lnTo>
                    <a:pt x="1417206" y="1251714"/>
                  </a:lnTo>
                  <a:lnTo>
                    <a:pt x="1418240" y="1251168"/>
                  </a:lnTo>
                  <a:lnTo>
                    <a:pt x="1418757" y="1250894"/>
                  </a:lnTo>
                  <a:lnTo>
                    <a:pt x="1419447" y="1250530"/>
                  </a:lnTo>
                  <a:lnTo>
                    <a:pt x="1419964" y="1250257"/>
                  </a:lnTo>
                  <a:lnTo>
                    <a:pt x="1421688" y="1249347"/>
                  </a:lnTo>
                  <a:lnTo>
                    <a:pt x="1422550" y="1248892"/>
                  </a:lnTo>
                  <a:lnTo>
                    <a:pt x="1424792" y="1247708"/>
                  </a:lnTo>
                  <a:lnTo>
                    <a:pt x="1425826" y="1247162"/>
                  </a:lnTo>
                  <a:lnTo>
                    <a:pt x="1426516" y="1246798"/>
                  </a:lnTo>
                  <a:lnTo>
                    <a:pt x="1426860" y="1246616"/>
                  </a:lnTo>
                  <a:lnTo>
                    <a:pt x="1428757" y="1245614"/>
                  </a:lnTo>
                  <a:lnTo>
                    <a:pt x="1444274" y="1237415"/>
                  </a:lnTo>
                  <a:lnTo>
                    <a:pt x="1451860" y="1233405"/>
                  </a:lnTo>
                  <a:lnTo>
                    <a:pt x="1551685" y="1180479"/>
                  </a:lnTo>
                  <a:lnTo>
                    <a:pt x="1555306" y="1178555"/>
                  </a:lnTo>
                  <a:lnTo>
                    <a:pt x="1555478" y="1178463"/>
                  </a:lnTo>
                  <a:lnTo>
                    <a:pt x="1557892" y="1177180"/>
                  </a:lnTo>
                  <a:lnTo>
                    <a:pt x="1559788" y="1176171"/>
                  </a:lnTo>
                  <a:lnTo>
                    <a:pt x="1563581" y="1174154"/>
                  </a:lnTo>
                  <a:lnTo>
                    <a:pt x="1564443" y="1173695"/>
                  </a:lnTo>
                  <a:lnTo>
                    <a:pt x="1565995" y="1172870"/>
                  </a:lnTo>
                  <a:lnTo>
                    <a:pt x="1569616" y="1170944"/>
                  </a:lnTo>
                  <a:lnTo>
                    <a:pt x="1570133" y="1170669"/>
                  </a:lnTo>
                  <a:lnTo>
                    <a:pt x="1570478" y="1170485"/>
                  </a:lnTo>
                  <a:lnTo>
                    <a:pt x="1572029" y="1169659"/>
                  </a:lnTo>
                  <a:lnTo>
                    <a:pt x="1572374" y="1169476"/>
                  </a:lnTo>
                  <a:lnTo>
                    <a:pt x="1572546" y="1169384"/>
                  </a:lnTo>
                  <a:lnTo>
                    <a:pt x="1573236" y="1169017"/>
                  </a:lnTo>
                  <a:lnTo>
                    <a:pt x="1573753" y="1168742"/>
                  </a:lnTo>
                  <a:lnTo>
                    <a:pt x="1574615" y="1168283"/>
                  </a:lnTo>
                  <a:lnTo>
                    <a:pt x="1574788" y="1168191"/>
                  </a:lnTo>
                  <a:lnTo>
                    <a:pt x="1576684" y="1167182"/>
                  </a:lnTo>
                  <a:lnTo>
                    <a:pt x="1577202" y="1166907"/>
                  </a:lnTo>
                  <a:lnTo>
                    <a:pt x="1578408" y="1166264"/>
                  </a:lnTo>
                  <a:lnTo>
                    <a:pt x="1579443" y="1165714"/>
                  </a:lnTo>
                  <a:lnTo>
                    <a:pt x="1579960" y="1165438"/>
                  </a:lnTo>
                  <a:lnTo>
                    <a:pt x="1580305" y="1165255"/>
                  </a:lnTo>
                  <a:lnTo>
                    <a:pt x="1580995" y="1164888"/>
                  </a:lnTo>
                  <a:lnTo>
                    <a:pt x="1582546" y="1164062"/>
                  </a:lnTo>
                  <a:lnTo>
                    <a:pt x="1582719" y="1163970"/>
                  </a:lnTo>
                  <a:lnTo>
                    <a:pt x="1583581" y="1163511"/>
                  </a:lnTo>
                  <a:lnTo>
                    <a:pt x="1585132" y="1162685"/>
                  </a:lnTo>
                  <a:lnTo>
                    <a:pt x="1585994" y="1162226"/>
                  </a:lnTo>
                  <a:lnTo>
                    <a:pt x="1588236" y="1161032"/>
                  </a:lnTo>
                  <a:lnTo>
                    <a:pt x="1588408" y="1160940"/>
                  </a:lnTo>
                  <a:lnTo>
                    <a:pt x="1589615" y="1160297"/>
                  </a:lnTo>
                  <a:lnTo>
                    <a:pt x="1590649" y="1159746"/>
                  </a:lnTo>
                  <a:lnTo>
                    <a:pt x="1591167" y="1159471"/>
                  </a:lnTo>
                  <a:lnTo>
                    <a:pt x="1591856" y="1159104"/>
                  </a:lnTo>
                  <a:lnTo>
                    <a:pt x="1592374" y="1158828"/>
                  </a:lnTo>
                  <a:lnTo>
                    <a:pt x="1594098" y="1157910"/>
                  </a:lnTo>
                  <a:lnTo>
                    <a:pt x="1594960" y="1157450"/>
                  </a:lnTo>
                  <a:lnTo>
                    <a:pt x="1597201" y="1156256"/>
                  </a:lnTo>
                  <a:lnTo>
                    <a:pt x="1598236" y="1155705"/>
                  </a:lnTo>
                  <a:lnTo>
                    <a:pt x="1598925" y="1155338"/>
                  </a:lnTo>
                  <a:lnTo>
                    <a:pt x="1599270" y="1155154"/>
                  </a:lnTo>
                  <a:lnTo>
                    <a:pt x="1601166" y="1154143"/>
                  </a:lnTo>
                  <a:lnTo>
                    <a:pt x="1616683" y="1145871"/>
                  </a:lnTo>
                  <a:lnTo>
                    <a:pt x="1624269" y="1141824"/>
                  </a:lnTo>
                  <a:lnTo>
                    <a:pt x="1724094" y="1088426"/>
                  </a:lnTo>
                  <a:lnTo>
                    <a:pt x="1727715" y="1086484"/>
                  </a:lnTo>
                  <a:lnTo>
                    <a:pt x="1727887" y="1086392"/>
                  </a:lnTo>
                  <a:lnTo>
                    <a:pt x="1730301" y="1085097"/>
                  </a:lnTo>
                  <a:lnTo>
                    <a:pt x="1732198" y="1084080"/>
                  </a:lnTo>
                  <a:lnTo>
                    <a:pt x="1735991" y="1082045"/>
                  </a:lnTo>
                  <a:lnTo>
                    <a:pt x="1736853" y="1081582"/>
                  </a:lnTo>
                  <a:lnTo>
                    <a:pt x="1738404" y="1080749"/>
                  </a:lnTo>
                  <a:lnTo>
                    <a:pt x="1742025" y="1078806"/>
                  </a:lnTo>
                  <a:lnTo>
                    <a:pt x="1742542" y="1078528"/>
                  </a:lnTo>
                  <a:lnTo>
                    <a:pt x="1742887" y="1078343"/>
                  </a:lnTo>
                  <a:lnTo>
                    <a:pt x="1744439" y="1077510"/>
                  </a:lnTo>
                  <a:lnTo>
                    <a:pt x="1744784" y="1077325"/>
                  </a:lnTo>
                  <a:lnTo>
                    <a:pt x="1744956" y="1077233"/>
                  </a:lnTo>
                  <a:lnTo>
                    <a:pt x="1745646" y="1076863"/>
                  </a:lnTo>
                  <a:lnTo>
                    <a:pt x="1746163" y="1076585"/>
                  </a:lnTo>
                  <a:lnTo>
                    <a:pt x="1747025" y="1076122"/>
                  </a:lnTo>
                  <a:lnTo>
                    <a:pt x="1747197" y="1076030"/>
                  </a:lnTo>
                  <a:lnTo>
                    <a:pt x="1749094" y="1075011"/>
                  </a:lnTo>
                  <a:lnTo>
                    <a:pt x="1749611" y="1074734"/>
                  </a:lnTo>
                  <a:lnTo>
                    <a:pt x="1750818" y="1074086"/>
                  </a:lnTo>
                  <a:lnTo>
                    <a:pt x="1751852" y="1073530"/>
                  </a:lnTo>
                  <a:lnTo>
                    <a:pt x="1752370" y="1073252"/>
                  </a:lnTo>
                  <a:lnTo>
                    <a:pt x="1752714" y="1073067"/>
                  </a:lnTo>
                  <a:lnTo>
                    <a:pt x="1753404" y="1072697"/>
                  </a:lnTo>
                  <a:lnTo>
                    <a:pt x="1754956" y="1071863"/>
                  </a:lnTo>
                  <a:lnTo>
                    <a:pt x="1755128" y="1071771"/>
                  </a:lnTo>
                  <a:lnTo>
                    <a:pt x="1755990" y="1071308"/>
                  </a:lnTo>
                  <a:lnTo>
                    <a:pt x="1757542" y="1070474"/>
                  </a:lnTo>
                  <a:lnTo>
                    <a:pt x="1758404" y="1070011"/>
                  </a:lnTo>
                  <a:lnTo>
                    <a:pt x="1760645" y="1068807"/>
                  </a:lnTo>
                  <a:lnTo>
                    <a:pt x="1760818" y="1068715"/>
                  </a:lnTo>
                  <a:lnTo>
                    <a:pt x="1762025" y="1068066"/>
                  </a:lnTo>
                  <a:lnTo>
                    <a:pt x="1763059" y="1067510"/>
                  </a:lnTo>
                  <a:lnTo>
                    <a:pt x="1763576" y="1067233"/>
                  </a:lnTo>
                  <a:lnTo>
                    <a:pt x="1764266" y="1066862"/>
                  </a:lnTo>
                  <a:lnTo>
                    <a:pt x="1764783" y="1066584"/>
                  </a:lnTo>
                  <a:lnTo>
                    <a:pt x="1766507" y="1065658"/>
                  </a:lnTo>
                  <a:lnTo>
                    <a:pt x="1767369" y="1065194"/>
                  </a:lnTo>
                  <a:lnTo>
                    <a:pt x="1769611" y="1063990"/>
                  </a:lnTo>
                  <a:lnTo>
                    <a:pt x="1770645" y="1063434"/>
                  </a:lnTo>
                  <a:lnTo>
                    <a:pt x="1771335" y="1063063"/>
                  </a:lnTo>
                  <a:lnTo>
                    <a:pt x="1771679" y="1062878"/>
                  </a:lnTo>
                  <a:lnTo>
                    <a:pt x="1773576" y="1061858"/>
                  </a:lnTo>
                  <a:lnTo>
                    <a:pt x="1789093" y="1053514"/>
                  </a:lnTo>
                  <a:lnTo>
                    <a:pt x="1796679" y="1049432"/>
                  </a:lnTo>
                  <a:lnTo>
                    <a:pt x="1896504" y="995581"/>
                  </a:lnTo>
                  <a:lnTo>
                    <a:pt x="1900125" y="993623"/>
                  </a:lnTo>
                  <a:lnTo>
                    <a:pt x="1900297" y="993530"/>
                  </a:lnTo>
                  <a:lnTo>
                    <a:pt x="1902711" y="992225"/>
                  </a:lnTo>
                  <a:lnTo>
                    <a:pt x="1904607" y="991199"/>
                  </a:lnTo>
                  <a:lnTo>
                    <a:pt x="1908400" y="989147"/>
                  </a:lnTo>
                  <a:lnTo>
                    <a:pt x="1909262" y="988681"/>
                  </a:lnTo>
                  <a:lnTo>
                    <a:pt x="1910814" y="987841"/>
                  </a:lnTo>
                  <a:lnTo>
                    <a:pt x="1914435" y="985882"/>
                  </a:lnTo>
                  <a:lnTo>
                    <a:pt x="1914952" y="985602"/>
                  </a:lnTo>
                  <a:lnTo>
                    <a:pt x="1915297" y="985416"/>
                  </a:lnTo>
                  <a:lnTo>
                    <a:pt x="1916848" y="984576"/>
                  </a:lnTo>
                  <a:lnTo>
                    <a:pt x="1917193" y="984389"/>
                  </a:lnTo>
                  <a:lnTo>
                    <a:pt x="1917365" y="984296"/>
                  </a:lnTo>
                  <a:lnTo>
                    <a:pt x="1918055" y="983923"/>
                  </a:lnTo>
                  <a:lnTo>
                    <a:pt x="1918572" y="983643"/>
                  </a:lnTo>
                  <a:lnTo>
                    <a:pt x="1919434" y="983176"/>
                  </a:lnTo>
                  <a:lnTo>
                    <a:pt x="1919607" y="983083"/>
                  </a:lnTo>
                  <a:lnTo>
                    <a:pt x="1921503" y="982056"/>
                  </a:lnTo>
                  <a:lnTo>
                    <a:pt x="1922021" y="981776"/>
                  </a:lnTo>
                  <a:lnTo>
                    <a:pt x="1923227" y="981123"/>
                  </a:lnTo>
                  <a:lnTo>
                    <a:pt x="1924262" y="980563"/>
                  </a:lnTo>
                  <a:lnTo>
                    <a:pt x="1924779" y="980283"/>
                  </a:lnTo>
                  <a:lnTo>
                    <a:pt x="1925124" y="980096"/>
                  </a:lnTo>
                  <a:lnTo>
                    <a:pt x="1925814" y="979723"/>
                  </a:lnTo>
                  <a:lnTo>
                    <a:pt x="1927365" y="978883"/>
                  </a:lnTo>
                  <a:lnTo>
                    <a:pt x="1927538" y="978790"/>
                  </a:lnTo>
                  <a:lnTo>
                    <a:pt x="1928400" y="978323"/>
                  </a:lnTo>
                  <a:lnTo>
                    <a:pt x="1929951" y="977483"/>
                  </a:lnTo>
                  <a:lnTo>
                    <a:pt x="1930813" y="977016"/>
                  </a:lnTo>
                  <a:lnTo>
                    <a:pt x="1933055" y="975802"/>
                  </a:lnTo>
                  <a:lnTo>
                    <a:pt x="1933227" y="975709"/>
                  </a:lnTo>
                  <a:lnTo>
                    <a:pt x="1934434" y="975055"/>
                  </a:lnTo>
                  <a:lnTo>
                    <a:pt x="1935468" y="974495"/>
                  </a:lnTo>
                  <a:lnTo>
                    <a:pt x="1935986" y="974214"/>
                  </a:lnTo>
                  <a:lnTo>
                    <a:pt x="1936675" y="973841"/>
                  </a:lnTo>
                  <a:lnTo>
                    <a:pt x="1937193" y="973561"/>
                  </a:lnTo>
                  <a:lnTo>
                    <a:pt x="1938917" y="972627"/>
                  </a:lnTo>
                  <a:lnTo>
                    <a:pt x="1939779" y="972160"/>
                  </a:lnTo>
                  <a:lnTo>
                    <a:pt x="1942020" y="970945"/>
                  </a:lnTo>
                  <a:lnTo>
                    <a:pt x="1943054" y="970385"/>
                  </a:lnTo>
                  <a:lnTo>
                    <a:pt x="1943744" y="970011"/>
                  </a:lnTo>
                  <a:lnTo>
                    <a:pt x="1944089" y="969824"/>
                  </a:lnTo>
                  <a:lnTo>
                    <a:pt x="1945985" y="968797"/>
                  </a:lnTo>
                  <a:lnTo>
                    <a:pt x="1961502" y="960385"/>
                  </a:lnTo>
                  <a:lnTo>
                    <a:pt x="1969088" y="956271"/>
                  </a:lnTo>
                  <a:lnTo>
                    <a:pt x="2068913" y="902009"/>
                  </a:lnTo>
                  <a:lnTo>
                    <a:pt x="2072534" y="900036"/>
                  </a:lnTo>
                  <a:lnTo>
                    <a:pt x="2072706" y="899942"/>
                  </a:lnTo>
                  <a:lnTo>
                    <a:pt x="2075120" y="898627"/>
                  </a:lnTo>
                  <a:lnTo>
                    <a:pt x="2077017" y="897594"/>
                  </a:lnTo>
                  <a:lnTo>
                    <a:pt x="2080810" y="895527"/>
                  </a:lnTo>
                  <a:lnTo>
                    <a:pt x="2081672" y="895058"/>
                  </a:lnTo>
                  <a:lnTo>
                    <a:pt x="2083223" y="894212"/>
                  </a:lnTo>
                  <a:lnTo>
                    <a:pt x="2086844" y="892239"/>
                  </a:lnTo>
                  <a:lnTo>
                    <a:pt x="2087361" y="891957"/>
                  </a:lnTo>
                  <a:lnTo>
                    <a:pt x="2087706" y="891769"/>
                  </a:lnTo>
                  <a:lnTo>
                    <a:pt x="2089258" y="890923"/>
                  </a:lnTo>
                  <a:lnTo>
                    <a:pt x="2089603" y="890735"/>
                  </a:lnTo>
                  <a:lnTo>
                    <a:pt x="2089775" y="890641"/>
                  </a:lnTo>
                  <a:lnTo>
                    <a:pt x="2090465" y="890265"/>
                  </a:lnTo>
                  <a:lnTo>
                    <a:pt x="2090982" y="889983"/>
                  </a:lnTo>
                  <a:lnTo>
                    <a:pt x="2091844" y="889513"/>
                  </a:lnTo>
                  <a:lnTo>
                    <a:pt x="2092016" y="889419"/>
                  </a:lnTo>
                  <a:lnTo>
                    <a:pt x="2093913" y="888385"/>
                  </a:lnTo>
                  <a:lnTo>
                    <a:pt x="2094430" y="888103"/>
                  </a:lnTo>
                  <a:lnTo>
                    <a:pt x="2095637" y="887445"/>
                  </a:lnTo>
                  <a:lnTo>
                    <a:pt x="2096671" y="886881"/>
                  </a:lnTo>
                  <a:lnTo>
                    <a:pt x="2097189" y="886599"/>
                  </a:lnTo>
                  <a:lnTo>
                    <a:pt x="2097533" y="886411"/>
                  </a:lnTo>
                  <a:lnTo>
                    <a:pt x="2098223" y="886035"/>
                  </a:lnTo>
                  <a:lnTo>
                    <a:pt x="2099775" y="885189"/>
                  </a:lnTo>
                  <a:lnTo>
                    <a:pt x="2099947" y="885095"/>
                  </a:lnTo>
                  <a:lnTo>
                    <a:pt x="2100809" y="884625"/>
                  </a:lnTo>
                  <a:lnTo>
                    <a:pt x="2102361" y="883778"/>
                  </a:lnTo>
                  <a:lnTo>
                    <a:pt x="2103223" y="883308"/>
                  </a:lnTo>
                  <a:lnTo>
                    <a:pt x="2105464" y="882086"/>
                  </a:lnTo>
                  <a:lnTo>
                    <a:pt x="2105637" y="881992"/>
                  </a:lnTo>
                  <a:lnTo>
                    <a:pt x="2106844" y="881333"/>
                  </a:lnTo>
                  <a:lnTo>
                    <a:pt x="2107878" y="880769"/>
                  </a:lnTo>
                  <a:lnTo>
                    <a:pt x="2108395" y="880487"/>
                  </a:lnTo>
                  <a:lnTo>
                    <a:pt x="2109085" y="880111"/>
                  </a:lnTo>
                  <a:lnTo>
                    <a:pt x="2109602" y="879828"/>
                  </a:lnTo>
                  <a:lnTo>
                    <a:pt x="2111326" y="878888"/>
                  </a:lnTo>
                  <a:lnTo>
                    <a:pt x="2112188" y="878418"/>
                  </a:lnTo>
                  <a:lnTo>
                    <a:pt x="2114430" y="877195"/>
                  </a:lnTo>
                  <a:lnTo>
                    <a:pt x="2115464" y="876630"/>
                  </a:lnTo>
                  <a:lnTo>
                    <a:pt x="2116154" y="876254"/>
                  </a:lnTo>
                  <a:lnTo>
                    <a:pt x="2116498" y="876066"/>
                  </a:lnTo>
                  <a:lnTo>
                    <a:pt x="2118395" y="875031"/>
                  </a:lnTo>
                  <a:lnTo>
                    <a:pt x="2133912" y="866560"/>
                  </a:lnTo>
                  <a:lnTo>
                    <a:pt x="2141498" y="862417"/>
                  </a:lnTo>
                  <a:lnTo>
                    <a:pt x="2241323" y="807795"/>
                  </a:lnTo>
                  <a:lnTo>
                    <a:pt x="2244944" y="805810"/>
                  </a:lnTo>
                  <a:lnTo>
                    <a:pt x="2245116" y="805716"/>
                  </a:lnTo>
                  <a:lnTo>
                    <a:pt x="2247530" y="804393"/>
                  </a:lnTo>
                  <a:lnTo>
                    <a:pt x="2249426" y="803353"/>
                  </a:lnTo>
                  <a:lnTo>
                    <a:pt x="2253219" y="801273"/>
                  </a:lnTo>
                  <a:lnTo>
                    <a:pt x="2254081" y="800800"/>
                  </a:lnTo>
                  <a:lnTo>
                    <a:pt x="2255633" y="799950"/>
                  </a:lnTo>
                  <a:lnTo>
                    <a:pt x="2259254" y="797964"/>
                  </a:lnTo>
                  <a:lnTo>
                    <a:pt x="2259771" y="797680"/>
                  </a:lnTo>
                  <a:lnTo>
                    <a:pt x="2260116" y="797491"/>
                  </a:lnTo>
                  <a:lnTo>
                    <a:pt x="2261667" y="796640"/>
                  </a:lnTo>
                  <a:lnTo>
                    <a:pt x="2262012" y="796451"/>
                  </a:lnTo>
                  <a:lnTo>
                    <a:pt x="2262184" y="796356"/>
                  </a:lnTo>
                  <a:lnTo>
                    <a:pt x="2262874" y="795978"/>
                  </a:lnTo>
                  <a:lnTo>
                    <a:pt x="2263391" y="795694"/>
                  </a:lnTo>
                  <a:lnTo>
                    <a:pt x="2264253" y="795221"/>
                  </a:lnTo>
                  <a:lnTo>
                    <a:pt x="2264426" y="795127"/>
                  </a:lnTo>
                  <a:lnTo>
                    <a:pt x="2266322" y="794087"/>
                  </a:lnTo>
                  <a:lnTo>
                    <a:pt x="2266840" y="793803"/>
                  </a:lnTo>
                  <a:lnTo>
                    <a:pt x="2268046" y="793141"/>
                  </a:lnTo>
                  <a:lnTo>
                    <a:pt x="2269081" y="792573"/>
                  </a:lnTo>
                  <a:lnTo>
                    <a:pt x="2269598" y="792289"/>
                  </a:lnTo>
                  <a:lnTo>
                    <a:pt x="2269943" y="792100"/>
                  </a:lnTo>
                  <a:lnTo>
                    <a:pt x="2270633" y="791722"/>
                  </a:lnTo>
                  <a:lnTo>
                    <a:pt x="2272184" y="790871"/>
                  </a:lnTo>
                  <a:lnTo>
                    <a:pt x="2272357" y="790776"/>
                  </a:lnTo>
                  <a:lnTo>
                    <a:pt x="2273219" y="790303"/>
                  </a:lnTo>
                  <a:lnTo>
                    <a:pt x="2274770" y="789451"/>
                  </a:lnTo>
                  <a:lnTo>
                    <a:pt x="2275632" y="788978"/>
                  </a:lnTo>
                  <a:lnTo>
                    <a:pt x="2277874" y="787748"/>
                  </a:lnTo>
                  <a:lnTo>
                    <a:pt x="2278046" y="787654"/>
                  </a:lnTo>
                  <a:lnTo>
                    <a:pt x="2279253" y="786992"/>
                  </a:lnTo>
                  <a:lnTo>
                    <a:pt x="2280287" y="786424"/>
                  </a:lnTo>
                  <a:lnTo>
                    <a:pt x="2280805" y="786140"/>
                  </a:lnTo>
                  <a:lnTo>
                    <a:pt x="2281494" y="785761"/>
                  </a:lnTo>
                  <a:lnTo>
                    <a:pt x="2282012" y="785478"/>
                  </a:lnTo>
                  <a:lnTo>
                    <a:pt x="2283736" y="784531"/>
                  </a:lnTo>
                  <a:lnTo>
                    <a:pt x="2284598" y="784058"/>
                  </a:lnTo>
                  <a:lnTo>
                    <a:pt x="2286839" y="782828"/>
                  </a:lnTo>
                  <a:lnTo>
                    <a:pt x="2287873" y="782260"/>
                  </a:lnTo>
                  <a:lnTo>
                    <a:pt x="2288563" y="781881"/>
                  </a:lnTo>
                  <a:lnTo>
                    <a:pt x="2288908" y="781692"/>
                  </a:lnTo>
                  <a:lnTo>
                    <a:pt x="2290804" y="780651"/>
                  </a:lnTo>
                  <a:lnTo>
                    <a:pt x="2306321" y="772130"/>
                  </a:lnTo>
                  <a:lnTo>
                    <a:pt x="2313907" y="767962"/>
                  </a:lnTo>
                  <a:lnTo>
                    <a:pt x="2413732" y="713036"/>
                  </a:lnTo>
                  <a:lnTo>
                    <a:pt x="2417353" y="711041"/>
                  </a:lnTo>
                  <a:lnTo>
                    <a:pt x="2417525" y="710946"/>
                  </a:lnTo>
                  <a:lnTo>
                    <a:pt x="2419939" y="709616"/>
                  </a:lnTo>
                  <a:lnTo>
                    <a:pt x="2421836" y="708570"/>
                  </a:lnTo>
                  <a:lnTo>
                    <a:pt x="2425629" y="706480"/>
                  </a:lnTo>
                  <a:lnTo>
                    <a:pt x="2426491" y="706005"/>
                  </a:lnTo>
                  <a:lnTo>
                    <a:pt x="2428042" y="705149"/>
                  </a:lnTo>
                  <a:lnTo>
                    <a:pt x="2431663" y="703153"/>
                  </a:lnTo>
                  <a:lnTo>
                    <a:pt x="2432180" y="702868"/>
                  </a:lnTo>
                  <a:lnTo>
                    <a:pt x="2432525" y="702678"/>
                  </a:lnTo>
                  <a:lnTo>
                    <a:pt x="2434077" y="701823"/>
                  </a:lnTo>
                  <a:lnTo>
                    <a:pt x="2434422" y="701633"/>
                  </a:lnTo>
                  <a:lnTo>
                    <a:pt x="2434594" y="701537"/>
                  </a:lnTo>
                  <a:lnTo>
                    <a:pt x="2435284" y="701157"/>
                  </a:lnTo>
                  <a:lnTo>
                    <a:pt x="2435801" y="700872"/>
                  </a:lnTo>
                  <a:lnTo>
                    <a:pt x="2436663" y="700397"/>
                  </a:lnTo>
                  <a:lnTo>
                    <a:pt x="2436835" y="700302"/>
                  </a:lnTo>
                  <a:lnTo>
                    <a:pt x="2438732" y="699256"/>
                  </a:lnTo>
                  <a:lnTo>
                    <a:pt x="2439249" y="698971"/>
                  </a:lnTo>
                  <a:lnTo>
                    <a:pt x="2440456" y="698305"/>
                  </a:lnTo>
                  <a:lnTo>
                    <a:pt x="2441490" y="697735"/>
                  </a:lnTo>
                  <a:lnTo>
                    <a:pt x="2442008" y="697450"/>
                  </a:lnTo>
                  <a:lnTo>
                    <a:pt x="2442352" y="697260"/>
                  </a:lnTo>
                  <a:lnTo>
                    <a:pt x="2443042" y="696879"/>
                  </a:lnTo>
                  <a:lnTo>
                    <a:pt x="2444594" y="696024"/>
                  </a:lnTo>
                  <a:lnTo>
                    <a:pt x="2444766" y="695928"/>
                  </a:lnTo>
                  <a:lnTo>
                    <a:pt x="2445628" y="695453"/>
                  </a:lnTo>
                  <a:lnTo>
                    <a:pt x="2447180" y="694597"/>
                  </a:lnTo>
                  <a:lnTo>
                    <a:pt x="2448042" y="694122"/>
                  </a:lnTo>
                  <a:lnTo>
                    <a:pt x="2450283" y="692886"/>
                  </a:lnTo>
                  <a:lnTo>
                    <a:pt x="2450456" y="692791"/>
                  </a:lnTo>
                  <a:lnTo>
                    <a:pt x="2451662" y="692125"/>
                  </a:lnTo>
                  <a:lnTo>
                    <a:pt x="2452697" y="691554"/>
                  </a:lnTo>
                  <a:lnTo>
                    <a:pt x="2453214" y="691269"/>
                  </a:lnTo>
                  <a:lnTo>
                    <a:pt x="2453904" y="690889"/>
                  </a:lnTo>
                  <a:lnTo>
                    <a:pt x="2454421" y="690603"/>
                  </a:lnTo>
                  <a:lnTo>
                    <a:pt x="2456145" y="689652"/>
                  </a:lnTo>
                  <a:lnTo>
                    <a:pt x="2457007" y="689177"/>
                  </a:lnTo>
                  <a:lnTo>
                    <a:pt x="2459249" y="687940"/>
                  </a:lnTo>
                  <a:lnTo>
                    <a:pt x="2460283" y="687369"/>
                  </a:lnTo>
                  <a:lnTo>
                    <a:pt x="2460973" y="686989"/>
                  </a:lnTo>
                  <a:lnTo>
                    <a:pt x="2461317" y="686799"/>
                  </a:lnTo>
                  <a:lnTo>
                    <a:pt x="2463214" y="685752"/>
                  </a:lnTo>
                  <a:lnTo>
                    <a:pt x="2478731" y="677189"/>
                  </a:lnTo>
                  <a:lnTo>
                    <a:pt x="2486317" y="673001"/>
                  </a:lnTo>
                  <a:lnTo>
                    <a:pt x="2586142" y="617823"/>
                  </a:lnTo>
                  <a:lnTo>
                    <a:pt x="2589763" y="615819"/>
                  </a:lnTo>
                  <a:lnTo>
                    <a:pt x="2589935" y="615723"/>
                  </a:lnTo>
                  <a:lnTo>
                    <a:pt x="2592349" y="614387"/>
                  </a:lnTo>
                  <a:lnTo>
                    <a:pt x="2594245" y="613338"/>
                  </a:lnTo>
                  <a:lnTo>
                    <a:pt x="2598038" y="611238"/>
                  </a:lnTo>
                  <a:lnTo>
                    <a:pt x="2598900" y="610761"/>
                  </a:lnTo>
                  <a:lnTo>
                    <a:pt x="2600452" y="609902"/>
                  </a:lnTo>
                  <a:lnTo>
                    <a:pt x="2604072" y="607898"/>
                  </a:lnTo>
                  <a:lnTo>
                    <a:pt x="2604590" y="607611"/>
                  </a:lnTo>
                  <a:lnTo>
                    <a:pt x="2604935" y="607420"/>
                  </a:lnTo>
                  <a:lnTo>
                    <a:pt x="2606486" y="606561"/>
                  </a:lnTo>
                  <a:lnTo>
                    <a:pt x="2606831" y="606370"/>
                  </a:lnTo>
                  <a:lnTo>
                    <a:pt x="2607003" y="606275"/>
                  </a:lnTo>
                  <a:lnTo>
                    <a:pt x="2607693" y="605893"/>
                  </a:lnTo>
                  <a:lnTo>
                    <a:pt x="2608210" y="605607"/>
                  </a:lnTo>
                  <a:lnTo>
                    <a:pt x="2609072" y="605129"/>
                  </a:lnTo>
                  <a:lnTo>
                    <a:pt x="2609245" y="605034"/>
                  </a:lnTo>
                  <a:lnTo>
                    <a:pt x="2611141" y="603984"/>
                  </a:lnTo>
                  <a:lnTo>
                    <a:pt x="2611659" y="603697"/>
                  </a:lnTo>
                  <a:lnTo>
                    <a:pt x="2612865" y="603029"/>
                  </a:lnTo>
                  <a:lnTo>
                    <a:pt x="2613900" y="602456"/>
                  </a:lnTo>
                  <a:lnTo>
                    <a:pt x="2614417" y="602170"/>
                  </a:lnTo>
                  <a:lnTo>
                    <a:pt x="2614762" y="601979"/>
                  </a:lnTo>
                  <a:lnTo>
                    <a:pt x="2615452" y="601597"/>
                  </a:lnTo>
                  <a:lnTo>
                    <a:pt x="2617003" y="600738"/>
                  </a:lnTo>
                  <a:lnTo>
                    <a:pt x="2617176" y="600642"/>
                  </a:lnTo>
                  <a:lnTo>
                    <a:pt x="2618038" y="600165"/>
                  </a:lnTo>
                  <a:lnTo>
                    <a:pt x="2619589" y="599306"/>
                  </a:lnTo>
                  <a:lnTo>
                    <a:pt x="2620451" y="598828"/>
                  </a:lnTo>
                  <a:lnTo>
                    <a:pt x="2622693" y="597587"/>
                  </a:lnTo>
                  <a:lnTo>
                    <a:pt x="2622865" y="597491"/>
                  </a:lnTo>
                  <a:lnTo>
                    <a:pt x="2624072" y="596823"/>
                  </a:lnTo>
                  <a:lnTo>
                    <a:pt x="2625106" y="596250"/>
                  </a:lnTo>
                  <a:lnTo>
                    <a:pt x="2625624" y="595964"/>
                  </a:lnTo>
                  <a:lnTo>
                    <a:pt x="2626313" y="595582"/>
                  </a:lnTo>
                  <a:lnTo>
                    <a:pt x="2626831" y="595295"/>
                  </a:lnTo>
                  <a:lnTo>
                    <a:pt x="2628555" y="594340"/>
                  </a:lnTo>
                  <a:lnTo>
                    <a:pt x="2629417" y="593863"/>
                  </a:lnTo>
                  <a:lnTo>
                    <a:pt x="2631658" y="592621"/>
                  </a:lnTo>
                  <a:lnTo>
                    <a:pt x="2632692" y="592048"/>
                  </a:lnTo>
                  <a:lnTo>
                    <a:pt x="2633382" y="591666"/>
                  </a:lnTo>
                  <a:lnTo>
                    <a:pt x="2633727" y="591475"/>
                  </a:lnTo>
                  <a:lnTo>
                    <a:pt x="2635623" y="590424"/>
                  </a:lnTo>
                  <a:lnTo>
                    <a:pt x="2651140" y="581826"/>
                  </a:lnTo>
                  <a:lnTo>
                    <a:pt x="2658726" y="577622"/>
                  </a:lnTo>
                  <a:lnTo>
                    <a:pt x="2758551" y="522236"/>
                  </a:lnTo>
                  <a:lnTo>
                    <a:pt x="2762172" y="520226"/>
                  </a:lnTo>
                  <a:lnTo>
                    <a:pt x="2762344" y="520130"/>
                  </a:lnTo>
                  <a:lnTo>
                    <a:pt x="2764758" y="518789"/>
                  </a:lnTo>
                  <a:lnTo>
                    <a:pt x="2766655" y="517736"/>
                  </a:lnTo>
                  <a:lnTo>
                    <a:pt x="2770448" y="515629"/>
                  </a:lnTo>
                  <a:lnTo>
                    <a:pt x="2771310" y="515150"/>
                  </a:lnTo>
                  <a:lnTo>
                    <a:pt x="2772861" y="514288"/>
                  </a:lnTo>
                  <a:lnTo>
                    <a:pt x="2776482" y="512277"/>
                  </a:lnTo>
                  <a:lnTo>
                    <a:pt x="2776999" y="511990"/>
                  </a:lnTo>
                  <a:lnTo>
                    <a:pt x="2777344" y="511798"/>
                  </a:lnTo>
                  <a:lnTo>
                    <a:pt x="2778896" y="510936"/>
                  </a:lnTo>
                  <a:lnTo>
                    <a:pt x="2779241" y="510744"/>
                  </a:lnTo>
                  <a:lnTo>
                    <a:pt x="2779413" y="510649"/>
                  </a:lnTo>
                  <a:lnTo>
                    <a:pt x="2780103" y="510266"/>
                  </a:lnTo>
                  <a:lnTo>
                    <a:pt x="2780620" y="509978"/>
                  </a:lnTo>
                  <a:lnTo>
                    <a:pt x="2781482" y="509499"/>
                  </a:lnTo>
                  <a:lnTo>
                    <a:pt x="2781654" y="509403"/>
                  </a:lnTo>
                  <a:lnTo>
                    <a:pt x="2783551" y="508350"/>
                  </a:lnTo>
                  <a:lnTo>
                    <a:pt x="2784068" y="508062"/>
                  </a:lnTo>
                  <a:lnTo>
                    <a:pt x="2785275" y="507392"/>
                  </a:lnTo>
                  <a:lnTo>
                    <a:pt x="2786309" y="506817"/>
                  </a:lnTo>
                  <a:lnTo>
                    <a:pt x="2786827" y="506530"/>
                  </a:lnTo>
                  <a:lnTo>
                    <a:pt x="2787171" y="506338"/>
                  </a:lnTo>
                  <a:lnTo>
                    <a:pt x="2787861" y="505955"/>
                  </a:lnTo>
                  <a:lnTo>
                    <a:pt x="2789413" y="505093"/>
                  </a:lnTo>
                  <a:lnTo>
                    <a:pt x="2789585" y="504997"/>
                  </a:lnTo>
                  <a:lnTo>
                    <a:pt x="2790447" y="504518"/>
                  </a:lnTo>
                  <a:lnTo>
                    <a:pt x="2791999" y="503656"/>
                  </a:lnTo>
                  <a:lnTo>
                    <a:pt x="2792861" y="503177"/>
                  </a:lnTo>
                  <a:lnTo>
                    <a:pt x="2795102" y="501931"/>
                  </a:lnTo>
                  <a:lnTo>
                    <a:pt x="2795275" y="501835"/>
                  </a:lnTo>
                  <a:lnTo>
                    <a:pt x="2796481" y="501165"/>
                  </a:lnTo>
                  <a:lnTo>
                    <a:pt x="2797516" y="500590"/>
                  </a:lnTo>
                  <a:lnTo>
                    <a:pt x="2798033" y="500302"/>
                  </a:lnTo>
                  <a:lnTo>
                    <a:pt x="2798723" y="499919"/>
                  </a:lnTo>
                  <a:lnTo>
                    <a:pt x="2799240" y="499631"/>
                  </a:lnTo>
                  <a:lnTo>
                    <a:pt x="2800964" y="498673"/>
                  </a:lnTo>
                  <a:lnTo>
                    <a:pt x="2801826" y="498194"/>
                  </a:lnTo>
                  <a:lnTo>
                    <a:pt x="2804068" y="496948"/>
                  </a:lnTo>
                  <a:lnTo>
                    <a:pt x="2805102" y="496373"/>
                  </a:lnTo>
                  <a:lnTo>
                    <a:pt x="2805792" y="495990"/>
                  </a:lnTo>
                  <a:lnTo>
                    <a:pt x="2806136" y="495799"/>
                  </a:lnTo>
                  <a:lnTo>
                    <a:pt x="2808033" y="494744"/>
                  </a:lnTo>
                  <a:lnTo>
                    <a:pt x="2823550" y="486118"/>
                  </a:lnTo>
                  <a:lnTo>
                    <a:pt x="2831136" y="481900"/>
                  </a:lnTo>
                  <a:lnTo>
                    <a:pt x="2930961" y="426346"/>
                  </a:lnTo>
                  <a:lnTo>
                    <a:pt x="2934581" y="424330"/>
                  </a:lnTo>
                  <a:lnTo>
                    <a:pt x="2934754" y="424234"/>
                  </a:lnTo>
                  <a:lnTo>
                    <a:pt x="2937168" y="422889"/>
                  </a:lnTo>
                  <a:lnTo>
                    <a:pt x="2939064" y="421833"/>
                  </a:lnTo>
                  <a:lnTo>
                    <a:pt x="2942857" y="419720"/>
                  </a:lnTo>
                  <a:lnTo>
                    <a:pt x="2943719" y="419240"/>
                  </a:lnTo>
                  <a:lnTo>
                    <a:pt x="2945271" y="418376"/>
                  </a:lnTo>
                  <a:lnTo>
                    <a:pt x="2948891" y="416359"/>
                  </a:lnTo>
                  <a:lnTo>
                    <a:pt x="2949409" y="416071"/>
                  </a:lnTo>
                  <a:lnTo>
                    <a:pt x="2949754" y="415878"/>
                  </a:lnTo>
                  <a:lnTo>
                    <a:pt x="2951305" y="415014"/>
                  </a:lnTo>
                  <a:lnTo>
                    <a:pt x="2951650" y="414822"/>
                  </a:lnTo>
                  <a:lnTo>
                    <a:pt x="2951822" y="414726"/>
                  </a:lnTo>
                  <a:lnTo>
                    <a:pt x="2952512" y="414342"/>
                  </a:lnTo>
                  <a:lnTo>
                    <a:pt x="2953029" y="414053"/>
                  </a:lnTo>
                  <a:lnTo>
                    <a:pt x="2953891" y="413573"/>
                  </a:lnTo>
                  <a:lnTo>
                    <a:pt x="2954064" y="413477"/>
                  </a:lnTo>
                  <a:lnTo>
                    <a:pt x="2955960" y="412421"/>
                  </a:lnTo>
                  <a:lnTo>
                    <a:pt x="2956477" y="412132"/>
                  </a:lnTo>
                  <a:lnTo>
                    <a:pt x="2957684" y="411460"/>
                  </a:lnTo>
                  <a:lnTo>
                    <a:pt x="2958719" y="410884"/>
                  </a:lnTo>
                  <a:lnTo>
                    <a:pt x="2959236" y="410595"/>
                  </a:lnTo>
                  <a:lnTo>
                    <a:pt x="2959581" y="410403"/>
                  </a:lnTo>
                  <a:lnTo>
                    <a:pt x="2960271" y="410019"/>
                  </a:lnTo>
                  <a:lnTo>
                    <a:pt x="2961822" y="409154"/>
                  </a:lnTo>
                  <a:lnTo>
                    <a:pt x="2961995" y="409058"/>
                  </a:lnTo>
                  <a:lnTo>
                    <a:pt x="2962857" y="408578"/>
                  </a:lnTo>
                  <a:lnTo>
                    <a:pt x="2964408" y="407713"/>
                  </a:lnTo>
                  <a:lnTo>
                    <a:pt x="2965270" y="407233"/>
                  </a:lnTo>
                  <a:lnTo>
                    <a:pt x="2967512" y="405984"/>
                  </a:lnTo>
                  <a:lnTo>
                    <a:pt x="2967684" y="405888"/>
                  </a:lnTo>
                  <a:lnTo>
                    <a:pt x="2968891" y="405216"/>
                  </a:lnTo>
                  <a:lnTo>
                    <a:pt x="2969925" y="404639"/>
                  </a:lnTo>
                  <a:lnTo>
                    <a:pt x="2970443" y="404351"/>
                  </a:lnTo>
                  <a:lnTo>
                    <a:pt x="2971132" y="403967"/>
                  </a:lnTo>
                  <a:lnTo>
                    <a:pt x="2971650" y="403678"/>
                  </a:lnTo>
                  <a:lnTo>
                    <a:pt x="2973374" y="402718"/>
                  </a:lnTo>
                  <a:lnTo>
                    <a:pt x="2974236" y="402237"/>
                  </a:lnTo>
                  <a:lnTo>
                    <a:pt x="2976477" y="400988"/>
                  </a:lnTo>
                  <a:lnTo>
                    <a:pt x="2977511" y="400411"/>
                  </a:lnTo>
                  <a:lnTo>
                    <a:pt x="2978201" y="400027"/>
                  </a:lnTo>
                  <a:lnTo>
                    <a:pt x="2978546" y="399835"/>
                  </a:lnTo>
                  <a:lnTo>
                    <a:pt x="2980442" y="398778"/>
                  </a:lnTo>
                  <a:lnTo>
                    <a:pt x="2995959" y="390129"/>
                  </a:lnTo>
                  <a:lnTo>
                    <a:pt x="3003545" y="385900"/>
                  </a:lnTo>
                  <a:lnTo>
                    <a:pt x="3103370" y="330209"/>
                  </a:lnTo>
                  <a:lnTo>
                    <a:pt x="3106991" y="328187"/>
                  </a:lnTo>
                  <a:lnTo>
                    <a:pt x="3107163" y="328091"/>
                  </a:lnTo>
                  <a:lnTo>
                    <a:pt x="3109577" y="326744"/>
                  </a:lnTo>
                  <a:lnTo>
                    <a:pt x="3111474" y="325685"/>
                  </a:lnTo>
                  <a:lnTo>
                    <a:pt x="3115267" y="323567"/>
                  </a:lnTo>
                  <a:lnTo>
                    <a:pt x="3116129" y="323086"/>
                  </a:lnTo>
                  <a:lnTo>
                    <a:pt x="3117680" y="322220"/>
                  </a:lnTo>
                  <a:lnTo>
                    <a:pt x="3121301" y="320198"/>
                  </a:lnTo>
                  <a:lnTo>
                    <a:pt x="3121818" y="319909"/>
                  </a:lnTo>
                  <a:lnTo>
                    <a:pt x="3122163" y="319717"/>
                  </a:lnTo>
                  <a:lnTo>
                    <a:pt x="3123715" y="318850"/>
                  </a:lnTo>
                  <a:lnTo>
                    <a:pt x="3124060" y="318658"/>
                  </a:lnTo>
                  <a:lnTo>
                    <a:pt x="3124232" y="318562"/>
                  </a:lnTo>
                  <a:lnTo>
                    <a:pt x="3124922" y="318176"/>
                  </a:lnTo>
                  <a:lnTo>
                    <a:pt x="3125439" y="317888"/>
                  </a:lnTo>
                  <a:lnTo>
                    <a:pt x="3126301" y="317406"/>
                  </a:lnTo>
                  <a:lnTo>
                    <a:pt x="3126473" y="317310"/>
                  </a:lnTo>
                  <a:lnTo>
                    <a:pt x="3128370" y="316251"/>
                  </a:lnTo>
                  <a:lnTo>
                    <a:pt x="3128887" y="315962"/>
                  </a:lnTo>
                  <a:lnTo>
                    <a:pt x="3130094" y="315288"/>
                  </a:lnTo>
                  <a:lnTo>
                    <a:pt x="3131128" y="314711"/>
                  </a:lnTo>
                  <a:lnTo>
                    <a:pt x="3131646" y="314422"/>
                  </a:lnTo>
                  <a:lnTo>
                    <a:pt x="3131990" y="314229"/>
                  </a:lnTo>
                  <a:lnTo>
                    <a:pt x="3132680" y="313844"/>
                  </a:lnTo>
                  <a:lnTo>
                    <a:pt x="3134232" y="312978"/>
                  </a:lnTo>
                  <a:lnTo>
                    <a:pt x="3134404" y="312881"/>
                  </a:lnTo>
                  <a:lnTo>
                    <a:pt x="3135266" y="312400"/>
                  </a:lnTo>
                  <a:lnTo>
                    <a:pt x="3136818" y="311533"/>
                  </a:lnTo>
                  <a:lnTo>
                    <a:pt x="3137680" y="311052"/>
                  </a:lnTo>
                  <a:lnTo>
                    <a:pt x="3139921" y="309800"/>
                  </a:lnTo>
                  <a:lnTo>
                    <a:pt x="3140094" y="309704"/>
                  </a:lnTo>
                  <a:lnTo>
                    <a:pt x="3141300" y="309030"/>
                  </a:lnTo>
                  <a:lnTo>
                    <a:pt x="3142335" y="308452"/>
                  </a:lnTo>
                  <a:lnTo>
                    <a:pt x="3142852" y="308163"/>
                  </a:lnTo>
                  <a:lnTo>
                    <a:pt x="3143542" y="307778"/>
                  </a:lnTo>
                  <a:lnTo>
                    <a:pt x="3144059" y="307489"/>
                  </a:lnTo>
                  <a:lnTo>
                    <a:pt x="3145783" y="306526"/>
                  </a:lnTo>
                  <a:lnTo>
                    <a:pt x="3146645" y="306045"/>
                  </a:lnTo>
                  <a:lnTo>
                    <a:pt x="3148886" y="304793"/>
                  </a:lnTo>
                  <a:lnTo>
                    <a:pt x="3149921" y="304215"/>
                  </a:lnTo>
                  <a:lnTo>
                    <a:pt x="3150611" y="303830"/>
                  </a:lnTo>
                  <a:lnTo>
                    <a:pt x="3150955" y="303637"/>
                  </a:lnTo>
                  <a:lnTo>
                    <a:pt x="3152852" y="302578"/>
                  </a:lnTo>
                  <a:lnTo>
                    <a:pt x="3168369" y="293910"/>
                  </a:lnTo>
                  <a:lnTo>
                    <a:pt x="3175955" y="289672"/>
                  </a:lnTo>
                  <a:lnTo>
                    <a:pt x="3275780" y="233869"/>
                  </a:lnTo>
                  <a:lnTo>
                    <a:pt x="3279400" y="231844"/>
                  </a:lnTo>
                  <a:lnTo>
                    <a:pt x="3279573" y="231747"/>
                  </a:lnTo>
                  <a:lnTo>
                    <a:pt x="3281987" y="230397"/>
                  </a:lnTo>
                  <a:lnTo>
                    <a:pt x="3283883" y="229337"/>
                  </a:lnTo>
                  <a:lnTo>
                    <a:pt x="3287676" y="227215"/>
                  </a:lnTo>
                  <a:lnTo>
                    <a:pt x="3288538" y="226733"/>
                  </a:lnTo>
                  <a:lnTo>
                    <a:pt x="3290090" y="225865"/>
                  </a:lnTo>
                  <a:lnTo>
                    <a:pt x="3293710" y="223839"/>
                  </a:lnTo>
                  <a:lnTo>
                    <a:pt x="3294228" y="223550"/>
                  </a:lnTo>
                  <a:lnTo>
                    <a:pt x="3294573" y="223357"/>
                  </a:lnTo>
                  <a:lnTo>
                    <a:pt x="3296124" y="222489"/>
                  </a:lnTo>
                  <a:lnTo>
                    <a:pt x="3296469" y="222296"/>
                  </a:lnTo>
                  <a:lnTo>
                    <a:pt x="3296641" y="222200"/>
                  </a:lnTo>
                  <a:lnTo>
                    <a:pt x="3297331" y="221814"/>
                  </a:lnTo>
                  <a:lnTo>
                    <a:pt x="3297848" y="221525"/>
                  </a:lnTo>
                  <a:lnTo>
                    <a:pt x="3298710" y="221043"/>
                  </a:lnTo>
                  <a:lnTo>
                    <a:pt x="3298883" y="220946"/>
                  </a:lnTo>
                  <a:lnTo>
                    <a:pt x="3300779" y="219885"/>
                  </a:lnTo>
                  <a:lnTo>
                    <a:pt x="3301296" y="219596"/>
                  </a:lnTo>
                  <a:lnTo>
                    <a:pt x="3302503" y="218921"/>
                  </a:lnTo>
                  <a:lnTo>
                    <a:pt x="3303538" y="218342"/>
                  </a:lnTo>
                  <a:lnTo>
                    <a:pt x="3304055" y="218052"/>
                  </a:lnTo>
                  <a:lnTo>
                    <a:pt x="3304400" y="217860"/>
                  </a:lnTo>
                  <a:lnTo>
                    <a:pt x="3305089" y="217474"/>
                  </a:lnTo>
                  <a:lnTo>
                    <a:pt x="3306641" y="216606"/>
                  </a:lnTo>
                  <a:lnTo>
                    <a:pt x="3306814" y="216509"/>
                  </a:lnTo>
                  <a:lnTo>
                    <a:pt x="3307676" y="216027"/>
                  </a:lnTo>
                  <a:lnTo>
                    <a:pt x="3309227" y="215159"/>
                  </a:lnTo>
                  <a:lnTo>
                    <a:pt x="3310089" y="214676"/>
                  </a:lnTo>
                  <a:lnTo>
                    <a:pt x="3312331" y="213422"/>
                  </a:lnTo>
                  <a:lnTo>
                    <a:pt x="3312503" y="213326"/>
                  </a:lnTo>
                  <a:lnTo>
                    <a:pt x="3313710" y="212651"/>
                  </a:lnTo>
                  <a:lnTo>
                    <a:pt x="3314744" y="212072"/>
                  </a:lnTo>
                  <a:lnTo>
                    <a:pt x="3315262" y="211783"/>
                  </a:lnTo>
                  <a:lnTo>
                    <a:pt x="3315951" y="211397"/>
                  </a:lnTo>
                  <a:lnTo>
                    <a:pt x="3316469" y="211107"/>
                  </a:lnTo>
                  <a:lnTo>
                    <a:pt x="3318193" y="210143"/>
                  </a:lnTo>
                  <a:lnTo>
                    <a:pt x="3319055" y="209660"/>
                  </a:lnTo>
                  <a:lnTo>
                    <a:pt x="3321296" y="208406"/>
                  </a:lnTo>
                  <a:lnTo>
                    <a:pt x="3322330" y="207827"/>
                  </a:lnTo>
                  <a:lnTo>
                    <a:pt x="3323020" y="207442"/>
                  </a:lnTo>
                  <a:lnTo>
                    <a:pt x="3323365" y="207249"/>
                  </a:lnTo>
                  <a:lnTo>
                    <a:pt x="3325261" y="206187"/>
                  </a:lnTo>
                  <a:lnTo>
                    <a:pt x="3340778" y="197504"/>
                  </a:lnTo>
                  <a:lnTo>
                    <a:pt x="3348364" y="193258"/>
                  </a:lnTo>
                  <a:lnTo>
                    <a:pt x="3448189" y="137363"/>
                  </a:lnTo>
                  <a:lnTo>
                    <a:pt x="3451810" y="135335"/>
                  </a:lnTo>
                  <a:lnTo>
                    <a:pt x="3451982" y="135239"/>
                  </a:lnTo>
                  <a:lnTo>
                    <a:pt x="3454396" y="133886"/>
                  </a:lnTo>
                  <a:lnTo>
                    <a:pt x="3456293" y="132824"/>
                  </a:lnTo>
                  <a:lnTo>
                    <a:pt x="3460086" y="130699"/>
                  </a:lnTo>
                  <a:lnTo>
                    <a:pt x="3460948" y="130216"/>
                  </a:lnTo>
                  <a:lnTo>
                    <a:pt x="3462499" y="129347"/>
                  </a:lnTo>
                  <a:lnTo>
                    <a:pt x="3466120" y="127318"/>
                  </a:lnTo>
                  <a:lnTo>
                    <a:pt x="3466637" y="127029"/>
                  </a:lnTo>
                  <a:lnTo>
                    <a:pt x="3466982" y="126836"/>
                  </a:lnTo>
                  <a:lnTo>
                    <a:pt x="3468534" y="125966"/>
                  </a:lnTo>
                  <a:lnTo>
                    <a:pt x="3468879" y="125773"/>
                  </a:lnTo>
                  <a:lnTo>
                    <a:pt x="3469051" y="125676"/>
                  </a:lnTo>
                  <a:lnTo>
                    <a:pt x="3469741" y="125290"/>
                  </a:lnTo>
                  <a:lnTo>
                    <a:pt x="3470258" y="125000"/>
                  </a:lnTo>
                  <a:lnTo>
                    <a:pt x="3471120" y="124517"/>
                  </a:lnTo>
                  <a:lnTo>
                    <a:pt x="3471292" y="124421"/>
                  </a:lnTo>
                  <a:lnTo>
                    <a:pt x="3473189" y="123358"/>
                  </a:lnTo>
                  <a:lnTo>
                    <a:pt x="3473706" y="123068"/>
                  </a:lnTo>
                  <a:lnTo>
                    <a:pt x="3474913" y="122392"/>
                  </a:lnTo>
                  <a:lnTo>
                    <a:pt x="3475947" y="121812"/>
                  </a:lnTo>
                  <a:lnTo>
                    <a:pt x="3476465" y="121523"/>
                  </a:lnTo>
                  <a:lnTo>
                    <a:pt x="3476809" y="121329"/>
                  </a:lnTo>
                  <a:lnTo>
                    <a:pt x="3477499" y="120943"/>
                  </a:lnTo>
                  <a:lnTo>
                    <a:pt x="3479051" y="120074"/>
                  </a:lnTo>
                  <a:lnTo>
                    <a:pt x="3479223" y="119977"/>
                  </a:lnTo>
                  <a:lnTo>
                    <a:pt x="3480085" y="119494"/>
                  </a:lnTo>
                  <a:lnTo>
                    <a:pt x="3481637" y="118625"/>
                  </a:lnTo>
                  <a:lnTo>
                    <a:pt x="3482499" y="118142"/>
                  </a:lnTo>
                  <a:lnTo>
                    <a:pt x="3484740" y="116886"/>
                  </a:lnTo>
                  <a:lnTo>
                    <a:pt x="3484913" y="116789"/>
                  </a:lnTo>
                  <a:lnTo>
                    <a:pt x="3486119" y="116113"/>
                  </a:lnTo>
                  <a:lnTo>
                    <a:pt x="3487154" y="115533"/>
                  </a:lnTo>
                  <a:lnTo>
                    <a:pt x="3487671" y="115243"/>
                  </a:lnTo>
                  <a:lnTo>
                    <a:pt x="3488361" y="114857"/>
                  </a:lnTo>
                  <a:lnTo>
                    <a:pt x="3488878" y="114567"/>
                  </a:lnTo>
                  <a:lnTo>
                    <a:pt x="3490602" y="113601"/>
                  </a:lnTo>
                  <a:lnTo>
                    <a:pt x="3491464" y="113118"/>
                  </a:lnTo>
                  <a:lnTo>
                    <a:pt x="3493705" y="111862"/>
                  </a:lnTo>
                  <a:lnTo>
                    <a:pt x="3494740" y="111282"/>
                  </a:lnTo>
                  <a:lnTo>
                    <a:pt x="3495430" y="110896"/>
                  </a:lnTo>
                  <a:lnTo>
                    <a:pt x="3495774" y="110703"/>
                  </a:lnTo>
                  <a:lnTo>
                    <a:pt x="3497671" y="109640"/>
                  </a:lnTo>
                  <a:lnTo>
                    <a:pt x="3513188" y="100944"/>
                  </a:lnTo>
                  <a:lnTo>
                    <a:pt x="3520774" y="96692"/>
                  </a:lnTo>
                  <a:lnTo>
                    <a:pt x="3620599" y="40721"/>
                  </a:lnTo>
                  <a:lnTo>
                    <a:pt x="3624219" y="38690"/>
                  </a:lnTo>
                  <a:lnTo>
                    <a:pt x="3624392" y="38594"/>
                  </a:lnTo>
                  <a:lnTo>
                    <a:pt x="3626806" y="37240"/>
                  </a:lnTo>
                  <a:lnTo>
                    <a:pt x="3628702" y="36176"/>
                  </a:lnTo>
                  <a:lnTo>
                    <a:pt x="3632495" y="34048"/>
                  </a:lnTo>
                  <a:lnTo>
                    <a:pt x="3633357" y="33565"/>
                  </a:lnTo>
                  <a:lnTo>
                    <a:pt x="3634909" y="32694"/>
                  </a:lnTo>
                  <a:lnTo>
                    <a:pt x="3638529" y="30663"/>
                  </a:lnTo>
                  <a:lnTo>
                    <a:pt x="3639047" y="30373"/>
                  </a:lnTo>
                  <a:lnTo>
                    <a:pt x="3639391" y="30180"/>
                  </a:lnTo>
                  <a:lnTo>
                    <a:pt x="3640943" y="29309"/>
                  </a:lnTo>
                  <a:lnTo>
                    <a:pt x="3641288" y="29116"/>
                  </a:lnTo>
                  <a:lnTo>
                    <a:pt x="3641460" y="29019"/>
                  </a:lnTo>
                  <a:lnTo>
                    <a:pt x="3642150" y="28632"/>
                  </a:lnTo>
                  <a:lnTo>
                    <a:pt x="3642667" y="28342"/>
                  </a:lnTo>
                  <a:lnTo>
                    <a:pt x="3643529" y="27859"/>
                  </a:lnTo>
                  <a:lnTo>
                    <a:pt x="3643702" y="27762"/>
                  </a:lnTo>
                  <a:lnTo>
                    <a:pt x="3645598" y="26698"/>
                  </a:lnTo>
                  <a:lnTo>
                    <a:pt x="3646115" y="26408"/>
                  </a:lnTo>
                  <a:lnTo>
                    <a:pt x="3647322" y="25731"/>
                  </a:lnTo>
                  <a:lnTo>
                    <a:pt x="3648357" y="25150"/>
                  </a:lnTo>
                  <a:lnTo>
                    <a:pt x="3648874" y="24860"/>
                  </a:lnTo>
                  <a:lnTo>
                    <a:pt x="3649219" y="24667"/>
                  </a:lnTo>
                  <a:lnTo>
                    <a:pt x="3649908" y="24280"/>
                  </a:lnTo>
                  <a:lnTo>
                    <a:pt x="3651460" y="23409"/>
                  </a:lnTo>
                  <a:lnTo>
                    <a:pt x="3651633" y="23313"/>
                  </a:lnTo>
                  <a:lnTo>
                    <a:pt x="3652495" y="22829"/>
                  </a:lnTo>
                  <a:lnTo>
                    <a:pt x="3654046" y="21959"/>
                  </a:lnTo>
                  <a:lnTo>
                    <a:pt x="3654908" y="21475"/>
                  </a:lnTo>
                  <a:lnTo>
                    <a:pt x="3657150" y="20218"/>
                  </a:lnTo>
                  <a:lnTo>
                    <a:pt x="3657322" y="20121"/>
                  </a:lnTo>
                  <a:lnTo>
                    <a:pt x="3658529" y="19444"/>
                  </a:lnTo>
                  <a:lnTo>
                    <a:pt x="3659563" y="18863"/>
                  </a:lnTo>
                  <a:lnTo>
                    <a:pt x="3660081" y="18573"/>
                  </a:lnTo>
                  <a:lnTo>
                    <a:pt x="3660770" y="18186"/>
                  </a:lnTo>
                  <a:lnTo>
                    <a:pt x="3661288" y="17896"/>
                  </a:lnTo>
                  <a:lnTo>
                    <a:pt x="3663012" y="16929"/>
                  </a:lnTo>
                  <a:lnTo>
                    <a:pt x="3663874" y="16445"/>
                  </a:lnTo>
                  <a:lnTo>
                    <a:pt x="3666115" y="15188"/>
                  </a:lnTo>
                  <a:lnTo>
                    <a:pt x="3667149" y="14607"/>
                  </a:lnTo>
                  <a:lnTo>
                    <a:pt x="3667839" y="14220"/>
                  </a:lnTo>
                  <a:lnTo>
                    <a:pt x="3668184" y="14027"/>
                  </a:lnTo>
                  <a:lnTo>
                    <a:pt x="3670080" y="12963"/>
                  </a:lnTo>
                  <a:lnTo>
                    <a:pt x="3685597" y="4256"/>
                  </a:lnTo>
                  <a:lnTo>
                    <a:pt x="369318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" name="pl8"/>
            <p:cNvSpPr/>
            <p:nvPr/>
          </p:nvSpPr>
          <p:spPr>
            <a:xfrm>
              <a:off x="3588882" y="2915756"/>
              <a:ext cx="3693183" cy="1944029"/>
            </a:xfrm>
            <a:custGeom>
              <a:avLst/>
              <a:pathLst>
                <a:path w="3693183" h="1944029">
                  <a:moveTo>
                    <a:pt x="3693183" y="0"/>
                  </a:moveTo>
                  <a:lnTo>
                    <a:pt x="3685597" y="3802"/>
                  </a:lnTo>
                  <a:lnTo>
                    <a:pt x="3670080" y="11579"/>
                  </a:lnTo>
                  <a:lnTo>
                    <a:pt x="3668184" y="12530"/>
                  </a:lnTo>
                  <a:lnTo>
                    <a:pt x="3667839" y="12703"/>
                  </a:lnTo>
                  <a:lnTo>
                    <a:pt x="3667149" y="13048"/>
                  </a:lnTo>
                  <a:lnTo>
                    <a:pt x="3666115" y="13567"/>
                  </a:lnTo>
                  <a:lnTo>
                    <a:pt x="3663874" y="14691"/>
                  </a:lnTo>
                  <a:lnTo>
                    <a:pt x="3663012" y="15123"/>
                  </a:lnTo>
                  <a:lnTo>
                    <a:pt x="3661288" y="15987"/>
                  </a:lnTo>
                  <a:lnTo>
                    <a:pt x="3660770" y="16246"/>
                  </a:lnTo>
                  <a:lnTo>
                    <a:pt x="3660081" y="16592"/>
                  </a:lnTo>
                  <a:lnTo>
                    <a:pt x="3659563" y="16851"/>
                  </a:lnTo>
                  <a:lnTo>
                    <a:pt x="3658529" y="17370"/>
                  </a:lnTo>
                  <a:lnTo>
                    <a:pt x="3657322" y="17975"/>
                  </a:lnTo>
                  <a:lnTo>
                    <a:pt x="3657150" y="18061"/>
                  </a:lnTo>
                  <a:lnTo>
                    <a:pt x="3654908" y="19185"/>
                  </a:lnTo>
                  <a:lnTo>
                    <a:pt x="3654046" y="19617"/>
                  </a:lnTo>
                  <a:lnTo>
                    <a:pt x="3652495" y="20395"/>
                  </a:lnTo>
                  <a:lnTo>
                    <a:pt x="3651633" y="20827"/>
                  </a:lnTo>
                  <a:lnTo>
                    <a:pt x="3651460" y="20914"/>
                  </a:lnTo>
                  <a:lnTo>
                    <a:pt x="3649908" y="21691"/>
                  </a:lnTo>
                  <a:lnTo>
                    <a:pt x="3649219" y="22037"/>
                  </a:lnTo>
                  <a:lnTo>
                    <a:pt x="3648874" y="22210"/>
                  </a:lnTo>
                  <a:lnTo>
                    <a:pt x="3648357" y="22469"/>
                  </a:lnTo>
                  <a:lnTo>
                    <a:pt x="3647322" y="22988"/>
                  </a:lnTo>
                  <a:lnTo>
                    <a:pt x="3646115" y="23593"/>
                  </a:lnTo>
                  <a:lnTo>
                    <a:pt x="3645598" y="23852"/>
                  </a:lnTo>
                  <a:lnTo>
                    <a:pt x="3643702" y="24803"/>
                  </a:lnTo>
                  <a:lnTo>
                    <a:pt x="3643529" y="24890"/>
                  </a:lnTo>
                  <a:lnTo>
                    <a:pt x="3642667" y="25322"/>
                  </a:lnTo>
                  <a:lnTo>
                    <a:pt x="3642150" y="25581"/>
                  </a:lnTo>
                  <a:lnTo>
                    <a:pt x="3641460" y="25927"/>
                  </a:lnTo>
                  <a:lnTo>
                    <a:pt x="3641288" y="26013"/>
                  </a:lnTo>
                  <a:lnTo>
                    <a:pt x="3640943" y="26186"/>
                  </a:lnTo>
                  <a:lnTo>
                    <a:pt x="3639391" y="26964"/>
                  </a:lnTo>
                  <a:lnTo>
                    <a:pt x="3639047" y="27137"/>
                  </a:lnTo>
                  <a:lnTo>
                    <a:pt x="3638529" y="27396"/>
                  </a:lnTo>
                  <a:lnTo>
                    <a:pt x="3634909" y="29212"/>
                  </a:lnTo>
                  <a:lnTo>
                    <a:pt x="3633357" y="29990"/>
                  </a:lnTo>
                  <a:lnTo>
                    <a:pt x="3632495" y="30422"/>
                  </a:lnTo>
                  <a:lnTo>
                    <a:pt x="3628702" y="32324"/>
                  </a:lnTo>
                  <a:lnTo>
                    <a:pt x="3626806" y="33275"/>
                  </a:lnTo>
                  <a:lnTo>
                    <a:pt x="3624392" y="34485"/>
                  </a:lnTo>
                  <a:lnTo>
                    <a:pt x="3624219" y="34572"/>
                  </a:lnTo>
                  <a:lnTo>
                    <a:pt x="3620599" y="36387"/>
                  </a:lnTo>
                  <a:lnTo>
                    <a:pt x="3520774" y="86464"/>
                  </a:lnTo>
                  <a:lnTo>
                    <a:pt x="3513188" y="90271"/>
                  </a:lnTo>
                  <a:lnTo>
                    <a:pt x="3497671" y="98059"/>
                  </a:lnTo>
                  <a:lnTo>
                    <a:pt x="3495774" y="99011"/>
                  </a:lnTo>
                  <a:lnTo>
                    <a:pt x="3495430" y="99185"/>
                  </a:lnTo>
                  <a:lnTo>
                    <a:pt x="3494740" y="99531"/>
                  </a:lnTo>
                  <a:lnTo>
                    <a:pt x="3493705" y="100050"/>
                  </a:lnTo>
                  <a:lnTo>
                    <a:pt x="3491464" y="101175"/>
                  </a:lnTo>
                  <a:lnTo>
                    <a:pt x="3490602" y="101608"/>
                  </a:lnTo>
                  <a:lnTo>
                    <a:pt x="3488878" y="102473"/>
                  </a:lnTo>
                  <a:lnTo>
                    <a:pt x="3488361" y="102733"/>
                  </a:lnTo>
                  <a:lnTo>
                    <a:pt x="3487671" y="103079"/>
                  </a:lnTo>
                  <a:lnTo>
                    <a:pt x="3487154" y="103339"/>
                  </a:lnTo>
                  <a:lnTo>
                    <a:pt x="3486119" y="103858"/>
                  </a:lnTo>
                  <a:lnTo>
                    <a:pt x="3484913" y="104464"/>
                  </a:lnTo>
                  <a:lnTo>
                    <a:pt x="3484740" y="104550"/>
                  </a:lnTo>
                  <a:lnTo>
                    <a:pt x="3482499" y="105676"/>
                  </a:lnTo>
                  <a:lnTo>
                    <a:pt x="3481637" y="106108"/>
                  </a:lnTo>
                  <a:lnTo>
                    <a:pt x="3480085" y="106887"/>
                  </a:lnTo>
                  <a:lnTo>
                    <a:pt x="3479223" y="107320"/>
                  </a:lnTo>
                  <a:lnTo>
                    <a:pt x="3479051" y="107407"/>
                  </a:lnTo>
                  <a:lnTo>
                    <a:pt x="3477499" y="108186"/>
                  </a:lnTo>
                  <a:lnTo>
                    <a:pt x="3476809" y="108532"/>
                  </a:lnTo>
                  <a:lnTo>
                    <a:pt x="3476465" y="108705"/>
                  </a:lnTo>
                  <a:lnTo>
                    <a:pt x="3475947" y="108965"/>
                  </a:lnTo>
                  <a:lnTo>
                    <a:pt x="3474913" y="109484"/>
                  </a:lnTo>
                  <a:lnTo>
                    <a:pt x="3473706" y="110090"/>
                  </a:lnTo>
                  <a:lnTo>
                    <a:pt x="3473189" y="110350"/>
                  </a:lnTo>
                  <a:lnTo>
                    <a:pt x="3471292" y="111302"/>
                  </a:lnTo>
                  <a:lnTo>
                    <a:pt x="3471120" y="111388"/>
                  </a:lnTo>
                  <a:lnTo>
                    <a:pt x="3470258" y="111821"/>
                  </a:lnTo>
                  <a:lnTo>
                    <a:pt x="3469741" y="112081"/>
                  </a:lnTo>
                  <a:lnTo>
                    <a:pt x="3469051" y="112427"/>
                  </a:lnTo>
                  <a:lnTo>
                    <a:pt x="3468879" y="112514"/>
                  </a:lnTo>
                  <a:lnTo>
                    <a:pt x="3468534" y="112687"/>
                  </a:lnTo>
                  <a:lnTo>
                    <a:pt x="3466982" y="113466"/>
                  </a:lnTo>
                  <a:lnTo>
                    <a:pt x="3466637" y="113639"/>
                  </a:lnTo>
                  <a:lnTo>
                    <a:pt x="3466120" y="113899"/>
                  </a:lnTo>
                  <a:lnTo>
                    <a:pt x="3462499" y="115717"/>
                  </a:lnTo>
                  <a:lnTo>
                    <a:pt x="3460948" y="116496"/>
                  </a:lnTo>
                  <a:lnTo>
                    <a:pt x="3460086" y="116929"/>
                  </a:lnTo>
                  <a:lnTo>
                    <a:pt x="3456293" y="118833"/>
                  </a:lnTo>
                  <a:lnTo>
                    <a:pt x="3454396" y="119785"/>
                  </a:lnTo>
                  <a:lnTo>
                    <a:pt x="3451982" y="120997"/>
                  </a:lnTo>
                  <a:lnTo>
                    <a:pt x="3451810" y="121084"/>
                  </a:lnTo>
                  <a:lnTo>
                    <a:pt x="3448189" y="122902"/>
                  </a:lnTo>
                  <a:lnTo>
                    <a:pt x="3348364" y="173055"/>
                  </a:lnTo>
                  <a:lnTo>
                    <a:pt x="3340778" y="176868"/>
                  </a:lnTo>
                  <a:lnTo>
                    <a:pt x="3325261" y="184669"/>
                  </a:lnTo>
                  <a:lnTo>
                    <a:pt x="3323365" y="185623"/>
                  </a:lnTo>
                  <a:lnTo>
                    <a:pt x="3323020" y="185796"/>
                  </a:lnTo>
                  <a:lnTo>
                    <a:pt x="3322330" y="186143"/>
                  </a:lnTo>
                  <a:lnTo>
                    <a:pt x="3321296" y="186663"/>
                  </a:lnTo>
                  <a:lnTo>
                    <a:pt x="3319055" y="187790"/>
                  </a:lnTo>
                  <a:lnTo>
                    <a:pt x="3318193" y="188223"/>
                  </a:lnTo>
                  <a:lnTo>
                    <a:pt x="3316469" y="189090"/>
                  </a:lnTo>
                  <a:lnTo>
                    <a:pt x="3315951" y="189350"/>
                  </a:lnTo>
                  <a:lnTo>
                    <a:pt x="3315262" y="189697"/>
                  </a:lnTo>
                  <a:lnTo>
                    <a:pt x="3314744" y="189957"/>
                  </a:lnTo>
                  <a:lnTo>
                    <a:pt x="3313710" y="190477"/>
                  </a:lnTo>
                  <a:lnTo>
                    <a:pt x="3312503" y="191084"/>
                  </a:lnTo>
                  <a:lnTo>
                    <a:pt x="3312331" y="191171"/>
                  </a:lnTo>
                  <a:lnTo>
                    <a:pt x="3310089" y="192298"/>
                  </a:lnTo>
                  <a:lnTo>
                    <a:pt x="3309227" y="192731"/>
                  </a:lnTo>
                  <a:lnTo>
                    <a:pt x="3307676" y="193512"/>
                  </a:lnTo>
                  <a:lnTo>
                    <a:pt x="3306814" y="193945"/>
                  </a:lnTo>
                  <a:lnTo>
                    <a:pt x="3306641" y="194032"/>
                  </a:lnTo>
                  <a:lnTo>
                    <a:pt x="3305089" y="194812"/>
                  </a:lnTo>
                  <a:lnTo>
                    <a:pt x="3304400" y="195159"/>
                  </a:lnTo>
                  <a:lnTo>
                    <a:pt x="3304055" y="195332"/>
                  </a:lnTo>
                  <a:lnTo>
                    <a:pt x="3303538" y="195593"/>
                  </a:lnTo>
                  <a:lnTo>
                    <a:pt x="3302503" y="196113"/>
                  </a:lnTo>
                  <a:lnTo>
                    <a:pt x="3301296" y="196720"/>
                  </a:lnTo>
                  <a:lnTo>
                    <a:pt x="3300779" y="196980"/>
                  </a:lnTo>
                  <a:lnTo>
                    <a:pt x="3298883" y="197934"/>
                  </a:lnTo>
                  <a:lnTo>
                    <a:pt x="3298710" y="198020"/>
                  </a:lnTo>
                  <a:lnTo>
                    <a:pt x="3297848" y="198454"/>
                  </a:lnTo>
                  <a:lnTo>
                    <a:pt x="3297331" y="198714"/>
                  </a:lnTo>
                  <a:lnTo>
                    <a:pt x="3296641" y="199061"/>
                  </a:lnTo>
                  <a:lnTo>
                    <a:pt x="3296469" y="199148"/>
                  </a:lnTo>
                  <a:lnTo>
                    <a:pt x="3296124" y="199321"/>
                  </a:lnTo>
                  <a:lnTo>
                    <a:pt x="3294573" y="200101"/>
                  </a:lnTo>
                  <a:lnTo>
                    <a:pt x="3294228" y="200275"/>
                  </a:lnTo>
                  <a:lnTo>
                    <a:pt x="3293710" y="200535"/>
                  </a:lnTo>
                  <a:lnTo>
                    <a:pt x="3290090" y="202356"/>
                  </a:lnTo>
                  <a:lnTo>
                    <a:pt x="3288538" y="203136"/>
                  </a:lnTo>
                  <a:lnTo>
                    <a:pt x="3287676" y="203570"/>
                  </a:lnTo>
                  <a:lnTo>
                    <a:pt x="3283883" y="205478"/>
                  </a:lnTo>
                  <a:lnTo>
                    <a:pt x="3281987" y="206432"/>
                  </a:lnTo>
                  <a:lnTo>
                    <a:pt x="3279573" y="207646"/>
                  </a:lnTo>
                  <a:lnTo>
                    <a:pt x="3279400" y="207733"/>
                  </a:lnTo>
                  <a:lnTo>
                    <a:pt x="3275780" y="209554"/>
                  </a:lnTo>
                  <a:lnTo>
                    <a:pt x="3175955" y="259799"/>
                  </a:lnTo>
                  <a:lnTo>
                    <a:pt x="3168369" y="263620"/>
                  </a:lnTo>
                  <a:lnTo>
                    <a:pt x="3152852" y="271436"/>
                  </a:lnTo>
                  <a:lnTo>
                    <a:pt x="3150955" y="272391"/>
                  </a:lnTo>
                  <a:lnTo>
                    <a:pt x="3150611" y="272565"/>
                  </a:lnTo>
                  <a:lnTo>
                    <a:pt x="3149921" y="272912"/>
                  </a:lnTo>
                  <a:lnTo>
                    <a:pt x="3148886" y="273434"/>
                  </a:lnTo>
                  <a:lnTo>
                    <a:pt x="3146645" y="274563"/>
                  </a:lnTo>
                  <a:lnTo>
                    <a:pt x="3145783" y="274997"/>
                  </a:lnTo>
                  <a:lnTo>
                    <a:pt x="3144059" y="275866"/>
                  </a:lnTo>
                  <a:lnTo>
                    <a:pt x="3143542" y="276126"/>
                  </a:lnTo>
                  <a:lnTo>
                    <a:pt x="3142852" y="276474"/>
                  </a:lnTo>
                  <a:lnTo>
                    <a:pt x="3142335" y="276734"/>
                  </a:lnTo>
                  <a:lnTo>
                    <a:pt x="3141300" y="277256"/>
                  </a:lnTo>
                  <a:lnTo>
                    <a:pt x="3140094" y="277864"/>
                  </a:lnTo>
                  <a:lnTo>
                    <a:pt x="3139921" y="277950"/>
                  </a:lnTo>
                  <a:lnTo>
                    <a:pt x="3137680" y="279080"/>
                  </a:lnTo>
                  <a:lnTo>
                    <a:pt x="3136818" y="279514"/>
                  </a:lnTo>
                  <a:lnTo>
                    <a:pt x="3135266" y="280296"/>
                  </a:lnTo>
                  <a:lnTo>
                    <a:pt x="3134404" y="280730"/>
                  </a:lnTo>
                  <a:lnTo>
                    <a:pt x="3134232" y="280817"/>
                  </a:lnTo>
                  <a:lnTo>
                    <a:pt x="3132680" y="281599"/>
                  </a:lnTo>
                  <a:lnTo>
                    <a:pt x="3131990" y="281947"/>
                  </a:lnTo>
                  <a:lnTo>
                    <a:pt x="3131646" y="282120"/>
                  </a:lnTo>
                  <a:lnTo>
                    <a:pt x="3131128" y="282381"/>
                  </a:lnTo>
                  <a:lnTo>
                    <a:pt x="3130094" y="282902"/>
                  </a:lnTo>
                  <a:lnTo>
                    <a:pt x="3128887" y="283511"/>
                  </a:lnTo>
                  <a:lnTo>
                    <a:pt x="3128370" y="283771"/>
                  </a:lnTo>
                  <a:lnTo>
                    <a:pt x="3126473" y="284727"/>
                  </a:lnTo>
                  <a:lnTo>
                    <a:pt x="3126301" y="284814"/>
                  </a:lnTo>
                  <a:lnTo>
                    <a:pt x="3125439" y="285248"/>
                  </a:lnTo>
                  <a:lnTo>
                    <a:pt x="3124922" y="285509"/>
                  </a:lnTo>
                  <a:lnTo>
                    <a:pt x="3124232" y="285856"/>
                  </a:lnTo>
                  <a:lnTo>
                    <a:pt x="3124060" y="285943"/>
                  </a:lnTo>
                  <a:lnTo>
                    <a:pt x="3123715" y="286117"/>
                  </a:lnTo>
                  <a:lnTo>
                    <a:pt x="3122163" y="286899"/>
                  </a:lnTo>
                  <a:lnTo>
                    <a:pt x="3121818" y="287073"/>
                  </a:lnTo>
                  <a:lnTo>
                    <a:pt x="3121301" y="287334"/>
                  </a:lnTo>
                  <a:lnTo>
                    <a:pt x="3117680" y="289158"/>
                  </a:lnTo>
                  <a:lnTo>
                    <a:pt x="3116129" y="289940"/>
                  </a:lnTo>
                  <a:lnTo>
                    <a:pt x="3115267" y="290375"/>
                  </a:lnTo>
                  <a:lnTo>
                    <a:pt x="3111474" y="292287"/>
                  </a:lnTo>
                  <a:lnTo>
                    <a:pt x="3109577" y="293243"/>
                  </a:lnTo>
                  <a:lnTo>
                    <a:pt x="3107163" y="294459"/>
                  </a:lnTo>
                  <a:lnTo>
                    <a:pt x="3106991" y="294546"/>
                  </a:lnTo>
                  <a:lnTo>
                    <a:pt x="3103370" y="296371"/>
                  </a:lnTo>
                  <a:lnTo>
                    <a:pt x="3003545" y="346728"/>
                  </a:lnTo>
                  <a:lnTo>
                    <a:pt x="2995959" y="350558"/>
                  </a:lnTo>
                  <a:lnTo>
                    <a:pt x="2980442" y="358393"/>
                  </a:lnTo>
                  <a:lnTo>
                    <a:pt x="2978546" y="359351"/>
                  </a:lnTo>
                  <a:lnTo>
                    <a:pt x="2978201" y="359525"/>
                  </a:lnTo>
                  <a:lnTo>
                    <a:pt x="2977511" y="359873"/>
                  </a:lnTo>
                  <a:lnTo>
                    <a:pt x="2976477" y="360396"/>
                  </a:lnTo>
                  <a:lnTo>
                    <a:pt x="2974236" y="361528"/>
                  </a:lnTo>
                  <a:lnTo>
                    <a:pt x="2973374" y="361963"/>
                  </a:lnTo>
                  <a:lnTo>
                    <a:pt x="2971650" y="362834"/>
                  </a:lnTo>
                  <a:lnTo>
                    <a:pt x="2971132" y="363095"/>
                  </a:lnTo>
                  <a:lnTo>
                    <a:pt x="2970443" y="363443"/>
                  </a:lnTo>
                  <a:lnTo>
                    <a:pt x="2969925" y="363705"/>
                  </a:lnTo>
                  <a:lnTo>
                    <a:pt x="2968891" y="364227"/>
                  </a:lnTo>
                  <a:lnTo>
                    <a:pt x="2967684" y="364837"/>
                  </a:lnTo>
                  <a:lnTo>
                    <a:pt x="2967512" y="364924"/>
                  </a:lnTo>
                  <a:lnTo>
                    <a:pt x="2965270" y="366056"/>
                  </a:lnTo>
                  <a:lnTo>
                    <a:pt x="2964408" y="366491"/>
                  </a:lnTo>
                  <a:lnTo>
                    <a:pt x="2962857" y="367275"/>
                  </a:lnTo>
                  <a:lnTo>
                    <a:pt x="2961995" y="367711"/>
                  </a:lnTo>
                  <a:lnTo>
                    <a:pt x="2961822" y="367798"/>
                  </a:lnTo>
                  <a:lnTo>
                    <a:pt x="2960271" y="368581"/>
                  </a:lnTo>
                  <a:lnTo>
                    <a:pt x="2959581" y="368930"/>
                  </a:lnTo>
                  <a:lnTo>
                    <a:pt x="2959236" y="369104"/>
                  </a:lnTo>
                  <a:lnTo>
                    <a:pt x="2958719" y="369365"/>
                  </a:lnTo>
                  <a:lnTo>
                    <a:pt x="2957684" y="369888"/>
                  </a:lnTo>
                  <a:lnTo>
                    <a:pt x="2956477" y="370498"/>
                  </a:lnTo>
                  <a:lnTo>
                    <a:pt x="2955960" y="370759"/>
                  </a:lnTo>
                  <a:lnTo>
                    <a:pt x="2954064" y="371717"/>
                  </a:lnTo>
                  <a:lnTo>
                    <a:pt x="2953891" y="371804"/>
                  </a:lnTo>
                  <a:lnTo>
                    <a:pt x="2953029" y="372240"/>
                  </a:lnTo>
                  <a:lnTo>
                    <a:pt x="2952512" y="372501"/>
                  </a:lnTo>
                  <a:lnTo>
                    <a:pt x="2951822" y="372849"/>
                  </a:lnTo>
                  <a:lnTo>
                    <a:pt x="2951650" y="372936"/>
                  </a:lnTo>
                  <a:lnTo>
                    <a:pt x="2951305" y="373111"/>
                  </a:lnTo>
                  <a:lnTo>
                    <a:pt x="2949754" y="373895"/>
                  </a:lnTo>
                  <a:lnTo>
                    <a:pt x="2949409" y="374069"/>
                  </a:lnTo>
                  <a:lnTo>
                    <a:pt x="2948891" y="374330"/>
                  </a:lnTo>
                  <a:lnTo>
                    <a:pt x="2945271" y="376160"/>
                  </a:lnTo>
                  <a:lnTo>
                    <a:pt x="2943719" y="376944"/>
                  </a:lnTo>
                  <a:lnTo>
                    <a:pt x="2942857" y="377379"/>
                  </a:lnTo>
                  <a:lnTo>
                    <a:pt x="2939064" y="379296"/>
                  </a:lnTo>
                  <a:lnTo>
                    <a:pt x="2937168" y="380254"/>
                  </a:lnTo>
                  <a:lnTo>
                    <a:pt x="2934754" y="381474"/>
                  </a:lnTo>
                  <a:lnTo>
                    <a:pt x="2934581" y="381561"/>
                  </a:lnTo>
                  <a:lnTo>
                    <a:pt x="2930961" y="383391"/>
                  </a:lnTo>
                  <a:lnTo>
                    <a:pt x="2831136" y="433885"/>
                  </a:lnTo>
                  <a:lnTo>
                    <a:pt x="2823550" y="437726"/>
                  </a:lnTo>
                  <a:lnTo>
                    <a:pt x="2808033" y="445584"/>
                  </a:lnTo>
                  <a:lnTo>
                    <a:pt x="2806136" y="446545"/>
                  </a:lnTo>
                  <a:lnTo>
                    <a:pt x="2805792" y="446719"/>
                  </a:lnTo>
                  <a:lnTo>
                    <a:pt x="2805102" y="447069"/>
                  </a:lnTo>
                  <a:lnTo>
                    <a:pt x="2804068" y="447593"/>
                  </a:lnTo>
                  <a:lnTo>
                    <a:pt x="2801826" y="448728"/>
                  </a:lnTo>
                  <a:lnTo>
                    <a:pt x="2800964" y="449165"/>
                  </a:lnTo>
                  <a:lnTo>
                    <a:pt x="2799240" y="450038"/>
                  </a:lnTo>
                  <a:lnTo>
                    <a:pt x="2798723" y="450300"/>
                  </a:lnTo>
                  <a:lnTo>
                    <a:pt x="2798033" y="450649"/>
                  </a:lnTo>
                  <a:lnTo>
                    <a:pt x="2797516" y="450911"/>
                  </a:lnTo>
                  <a:lnTo>
                    <a:pt x="2796481" y="451435"/>
                  </a:lnTo>
                  <a:lnTo>
                    <a:pt x="2795275" y="452047"/>
                  </a:lnTo>
                  <a:lnTo>
                    <a:pt x="2795102" y="452134"/>
                  </a:lnTo>
                  <a:lnTo>
                    <a:pt x="2792861" y="453270"/>
                  </a:lnTo>
                  <a:lnTo>
                    <a:pt x="2791999" y="453706"/>
                  </a:lnTo>
                  <a:lnTo>
                    <a:pt x="2790447" y="454493"/>
                  </a:lnTo>
                  <a:lnTo>
                    <a:pt x="2789585" y="454929"/>
                  </a:lnTo>
                  <a:lnTo>
                    <a:pt x="2789413" y="455017"/>
                  </a:lnTo>
                  <a:lnTo>
                    <a:pt x="2787861" y="455803"/>
                  </a:lnTo>
                  <a:lnTo>
                    <a:pt x="2787171" y="456152"/>
                  </a:lnTo>
                  <a:lnTo>
                    <a:pt x="2786827" y="456327"/>
                  </a:lnTo>
                  <a:lnTo>
                    <a:pt x="2786309" y="456589"/>
                  </a:lnTo>
                  <a:lnTo>
                    <a:pt x="2785275" y="457113"/>
                  </a:lnTo>
                  <a:lnTo>
                    <a:pt x="2784068" y="457725"/>
                  </a:lnTo>
                  <a:lnTo>
                    <a:pt x="2783551" y="457987"/>
                  </a:lnTo>
                  <a:lnTo>
                    <a:pt x="2781654" y="458948"/>
                  </a:lnTo>
                  <a:lnTo>
                    <a:pt x="2781482" y="459035"/>
                  </a:lnTo>
                  <a:lnTo>
                    <a:pt x="2780620" y="459472"/>
                  </a:lnTo>
                  <a:lnTo>
                    <a:pt x="2780103" y="459734"/>
                  </a:lnTo>
                  <a:lnTo>
                    <a:pt x="2779413" y="460084"/>
                  </a:lnTo>
                  <a:lnTo>
                    <a:pt x="2779241" y="460171"/>
                  </a:lnTo>
                  <a:lnTo>
                    <a:pt x="2778896" y="460346"/>
                  </a:lnTo>
                  <a:lnTo>
                    <a:pt x="2777344" y="461132"/>
                  </a:lnTo>
                  <a:lnTo>
                    <a:pt x="2776999" y="461307"/>
                  </a:lnTo>
                  <a:lnTo>
                    <a:pt x="2776482" y="461569"/>
                  </a:lnTo>
                  <a:lnTo>
                    <a:pt x="2772861" y="463404"/>
                  </a:lnTo>
                  <a:lnTo>
                    <a:pt x="2771310" y="464191"/>
                  </a:lnTo>
                  <a:lnTo>
                    <a:pt x="2770448" y="464628"/>
                  </a:lnTo>
                  <a:lnTo>
                    <a:pt x="2766655" y="466550"/>
                  </a:lnTo>
                  <a:lnTo>
                    <a:pt x="2764758" y="467512"/>
                  </a:lnTo>
                  <a:lnTo>
                    <a:pt x="2762344" y="468735"/>
                  </a:lnTo>
                  <a:lnTo>
                    <a:pt x="2762172" y="468823"/>
                  </a:lnTo>
                  <a:lnTo>
                    <a:pt x="2758551" y="470658"/>
                  </a:lnTo>
                  <a:lnTo>
                    <a:pt x="2658726" y="521321"/>
                  </a:lnTo>
                  <a:lnTo>
                    <a:pt x="2651140" y="525175"/>
                  </a:lnTo>
                  <a:lnTo>
                    <a:pt x="2635623" y="533061"/>
                  </a:lnTo>
                  <a:lnTo>
                    <a:pt x="2633727" y="534026"/>
                  </a:lnTo>
                  <a:lnTo>
                    <a:pt x="2633382" y="534201"/>
                  </a:lnTo>
                  <a:lnTo>
                    <a:pt x="2632692" y="534551"/>
                  </a:lnTo>
                  <a:lnTo>
                    <a:pt x="2631658" y="535077"/>
                  </a:lnTo>
                  <a:lnTo>
                    <a:pt x="2629417" y="536217"/>
                  </a:lnTo>
                  <a:lnTo>
                    <a:pt x="2628555" y="536655"/>
                  </a:lnTo>
                  <a:lnTo>
                    <a:pt x="2626831" y="537532"/>
                  </a:lnTo>
                  <a:lnTo>
                    <a:pt x="2626313" y="537795"/>
                  </a:lnTo>
                  <a:lnTo>
                    <a:pt x="2625624" y="538145"/>
                  </a:lnTo>
                  <a:lnTo>
                    <a:pt x="2625106" y="538408"/>
                  </a:lnTo>
                  <a:lnTo>
                    <a:pt x="2624072" y="538934"/>
                  </a:lnTo>
                  <a:lnTo>
                    <a:pt x="2622865" y="539548"/>
                  </a:lnTo>
                  <a:lnTo>
                    <a:pt x="2622693" y="539636"/>
                  </a:lnTo>
                  <a:lnTo>
                    <a:pt x="2620451" y="540775"/>
                  </a:lnTo>
                  <a:lnTo>
                    <a:pt x="2619589" y="541214"/>
                  </a:lnTo>
                  <a:lnTo>
                    <a:pt x="2618038" y="542003"/>
                  </a:lnTo>
                  <a:lnTo>
                    <a:pt x="2617176" y="542441"/>
                  </a:lnTo>
                  <a:lnTo>
                    <a:pt x="2617003" y="542529"/>
                  </a:lnTo>
                  <a:lnTo>
                    <a:pt x="2615452" y="543318"/>
                  </a:lnTo>
                  <a:lnTo>
                    <a:pt x="2614762" y="543669"/>
                  </a:lnTo>
                  <a:lnTo>
                    <a:pt x="2614417" y="543844"/>
                  </a:lnTo>
                  <a:lnTo>
                    <a:pt x="2613900" y="544107"/>
                  </a:lnTo>
                  <a:lnTo>
                    <a:pt x="2612865" y="544633"/>
                  </a:lnTo>
                  <a:lnTo>
                    <a:pt x="2611659" y="545247"/>
                  </a:lnTo>
                  <a:lnTo>
                    <a:pt x="2611141" y="545510"/>
                  </a:lnTo>
                  <a:lnTo>
                    <a:pt x="2609245" y="546475"/>
                  </a:lnTo>
                  <a:lnTo>
                    <a:pt x="2609072" y="546562"/>
                  </a:lnTo>
                  <a:lnTo>
                    <a:pt x="2608210" y="547001"/>
                  </a:lnTo>
                  <a:lnTo>
                    <a:pt x="2607693" y="547264"/>
                  </a:lnTo>
                  <a:lnTo>
                    <a:pt x="2607003" y="547615"/>
                  </a:lnTo>
                  <a:lnTo>
                    <a:pt x="2606831" y="547703"/>
                  </a:lnTo>
                  <a:lnTo>
                    <a:pt x="2606486" y="547878"/>
                  </a:lnTo>
                  <a:lnTo>
                    <a:pt x="2604935" y="548667"/>
                  </a:lnTo>
                  <a:lnTo>
                    <a:pt x="2604590" y="548843"/>
                  </a:lnTo>
                  <a:lnTo>
                    <a:pt x="2604072" y="549106"/>
                  </a:lnTo>
                  <a:lnTo>
                    <a:pt x="2600452" y="550948"/>
                  </a:lnTo>
                  <a:lnTo>
                    <a:pt x="2598900" y="551737"/>
                  </a:lnTo>
                  <a:lnTo>
                    <a:pt x="2598038" y="552176"/>
                  </a:lnTo>
                  <a:lnTo>
                    <a:pt x="2594245" y="554106"/>
                  </a:lnTo>
                  <a:lnTo>
                    <a:pt x="2592349" y="555071"/>
                  </a:lnTo>
                  <a:lnTo>
                    <a:pt x="2589935" y="556299"/>
                  </a:lnTo>
                  <a:lnTo>
                    <a:pt x="2589763" y="556387"/>
                  </a:lnTo>
                  <a:lnTo>
                    <a:pt x="2586142" y="558229"/>
                  </a:lnTo>
                  <a:lnTo>
                    <a:pt x="2486317" y="609098"/>
                  </a:lnTo>
                  <a:lnTo>
                    <a:pt x="2478731" y="612970"/>
                  </a:lnTo>
                  <a:lnTo>
                    <a:pt x="2463214" y="620891"/>
                  </a:lnTo>
                  <a:lnTo>
                    <a:pt x="2461317" y="621859"/>
                  </a:lnTo>
                  <a:lnTo>
                    <a:pt x="2460973" y="622035"/>
                  </a:lnTo>
                  <a:lnTo>
                    <a:pt x="2460283" y="622387"/>
                  </a:lnTo>
                  <a:lnTo>
                    <a:pt x="2459249" y="622915"/>
                  </a:lnTo>
                  <a:lnTo>
                    <a:pt x="2457007" y="624060"/>
                  </a:lnTo>
                  <a:lnTo>
                    <a:pt x="2456145" y="624500"/>
                  </a:lnTo>
                  <a:lnTo>
                    <a:pt x="2454421" y="625381"/>
                  </a:lnTo>
                  <a:lnTo>
                    <a:pt x="2453904" y="625645"/>
                  </a:lnTo>
                  <a:lnTo>
                    <a:pt x="2453214" y="625997"/>
                  </a:lnTo>
                  <a:lnTo>
                    <a:pt x="2452697" y="626261"/>
                  </a:lnTo>
                  <a:lnTo>
                    <a:pt x="2451662" y="626790"/>
                  </a:lnTo>
                  <a:lnTo>
                    <a:pt x="2450456" y="627406"/>
                  </a:lnTo>
                  <a:lnTo>
                    <a:pt x="2450283" y="627494"/>
                  </a:lnTo>
                  <a:lnTo>
                    <a:pt x="2448042" y="628639"/>
                  </a:lnTo>
                  <a:lnTo>
                    <a:pt x="2447180" y="629079"/>
                  </a:lnTo>
                  <a:lnTo>
                    <a:pt x="2445628" y="629872"/>
                  </a:lnTo>
                  <a:lnTo>
                    <a:pt x="2444766" y="630312"/>
                  </a:lnTo>
                  <a:lnTo>
                    <a:pt x="2444594" y="630400"/>
                  </a:lnTo>
                  <a:lnTo>
                    <a:pt x="2443042" y="631193"/>
                  </a:lnTo>
                  <a:lnTo>
                    <a:pt x="2442352" y="631545"/>
                  </a:lnTo>
                  <a:lnTo>
                    <a:pt x="2442008" y="631722"/>
                  </a:lnTo>
                  <a:lnTo>
                    <a:pt x="2441490" y="631986"/>
                  </a:lnTo>
                  <a:lnTo>
                    <a:pt x="2440456" y="632514"/>
                  </a:lnTo>
                  <a:lnTo>
                    <a:pt x="2439249" y="633131"/>
                  </a:lnTo>
                  <a:lnTo>
                    <a:pt x="2438732" y="633395"/>
                  </a:lnTo>
                  <a:lnTo>
                    <a:pt x="2436835" y="634364"/>
                  </a:lnTo>
                  <a:lnTo>
                    <a:pt x="2436663" y="634452"/>
                  </a:lnTo>
                  <a:lnTo>
                    <a:pt x="2435801" y="634893"/>
                  </a:lnTo>
                  <a:lnTo>
                    <a:pt x="2435284" y="635157"/>
                  </a:lnTo>
                  <a:lnTo>
                    <a:pt x="2434594" y="635510"/>
                  </a:lnTo>
                  <a:lnTo>
                    <a:pt x="2434422" y="635598"/>
                  </a:lnTo>
                  <a:lnTo>
                    <a:pt x="2434077" y="635774"/>
                  </a:lnTo>
                  <a:lnTo>
                    <a:pt x="2432525" y="636567"/>
                  </a:lnTo>
                  <a:lnTo>
                    <a:pt x="2432180" y="636743"/>
                  </a:lnTo>
                  <a:lnTo>
                    <a:pt x="2431663" y="637007"/>
                  </a:lnTo>
                  <a:lnTo>
                    <a:pt x="2428042" y="638858"/>
                  </a:lnTo>
                  <a:lnTo>
                    <a:pt x="2426491" y="639651"/>
                  </a:lnTo>
                  <a:lnTo>
                    <a:pt x="2425629" y="640091"/>
                  </a:lnTo>
                  <a:lnTo>
                    <a:pt x="2421836" y="642030"/>
                  </a:lnTo>
                  <a:lnTo>
                    <a:pt x="2419939" y="643000"/>
                  </a:lnTo>
                  <a:lnTo>
                    <a:pt x="2417525" y="644234"/>
                  </a:lnTo>
                  <a:lnTo>
                    <a:pt x="2417353" y="644322"/>
                  </a:lnTo>
                  <a:lnTo>
                    <a:pt x="2413732" y="646173"/>
                  </a:lnTo>
                  <a:lnTo>
                    <a:pt x="2313907" y="697295"/>
                  </a:lnTo>
                  <a:lnTo>
                    <a:pt x="2306321" y="701186"/>
                  </a:lnTo>
                  <a:lnTo>
                    <a:pt x="2290804" y="709149"/>
                  </a:lnTo>
                  <a:lnTo>
                    <a:pt x="2288908" y="710123"/>
                  </a:lnTo>
                  <a:lnTo>
                    <a:pt x="2288563" y="710300"/>
                  </a:lnTo>
                  <a:lnTo>
                    <a:pt x="2287873" y="710654"/>
                  </a:lnTo>
                  <a:lnTo>
                    <a:pt x="2286839" y="711185"/>
                  </a:lnTo>
                  <a:lnTo>
                    <a:pt x="2284598" y="712336"/>
                  </a:lnTo>
                  <a:lnTo>
                    <a:pt x="2283736" y="712778"/>
                  </a:lnTo>
                  <a:lnTo>
                    <a:pt x="2282012" y="713664"/>
                  </a:lnTo>
                  <a:lnTo>
                    <a:pt x="2281494" y="713929"/>
                  </a:lnTo>
                  <a:lnTo>
                    <a:pt x="2280805" y="714283"/>
                  </a:lnTo>
                  <a:lnTo>
                    <a:pt x="2280287" y="714549"/>
                  </a:lnTo>
                  <a:lnTo>
                    <a:pt x="2279253" y="715080"/>
                  </a:lnTo>
                  <a:lnTo>
                    <a:pt x="2278046" y="715700"/>
                  </a:lnTo>
                  <a:lnTo>
                    <a:pt x="2277874" y="715788"/>
                  </a:lnTo>
                  <a:lnTo>
                    <a:pt x="2275632" y="716940"/>
                  </a:lnTo>
                  <a:lnTo>
                    <a:pt x="2274770" y="717382"/>
                  </a:lnTo>
                  <a:lnTo>
                    <a:pt x="2273219" y="718179"/>
                  </a:lnTo>
                  <a:lnTo>
                    <a:pt x="2272357" y="718622"/>
                  </a:lnTo>
                  <a:lnTo>
                    <a:pt x="2272184" y="718711"/>
                  </a:lnTo>
                  <a:lnTo>
                    <a:pt x="2270633" y="719508"/>
                  </a:lnTo>
                  <a:lnTo>
                    <a:pt x="2269943" y="719862"/>
                  </a:lnTo>
                  <a:lnTo>
                    <a:pt x="2269598" y="720039"/>
                  </a:lnTo>
                  <a:lnTo>
                    <a:pt x="2269081" y="720305"/>
                  </a:lnTo>
                  <a:lnTo>
                    <a:pt x="2268046" y="720836"/>
                  </a:lnTo>
                  <a:lnTo>
                    <a:pt x="2266840" y="721456"/>
                  </a:lnTo>
                  <a:lnTo>
                    <a:pt x="2266322" y="721722"/>
                  </a:lnTo>
                  <a:lnTo>
                    <a:pt x="2264426" y="722696"/>
                  </a:lnTo>
                  <a:lnTo>
                    <a:pt x="2264253" y="722785"/>
                  </a:lnTo>
                  <a:lnTo>
                    <a:pt x="2263391" y="723228"/>
                  </a:lnTo>
                  <a:lnTo>
                    <a:pt x="2262874" y="723494"/>
                  </a:lnTo>
                  <a:lnTo>
                    <a:pt x="2262184" y="723848"/>
                  </a:lnTo>
                  <a:lnTo>
                    <a:pt x="2262012" y="723937"/>
                  </a:lnTo>
                  <a:lnTo>
                    <a:pt x="2261667" y="724114"/>
                  </a:lnTo>
                  <a:lnTo>
                    <a:pt x="2260116" y="724911"/>
                  </a:lnTo>
                  <a:lnTo>
                    <a:pt x="2259771" y="725088"/>
                  </a:lnTo>
                  <a:lnTo>
                    <a:pt x="2259254" y="725354"/>
                  </a:lnTo>
                  <a:lnTo>
                    <a:pt x="2255633" y="727215"/>
                  </a:lnTo>
                  <a:lnTo>
                    <a:pt x="2254081" y="728012"/>
                  </a:lnTo>
                  <a:lnTo>
                    <a:pt x="2253219" y="728455"/>
                  </a:lnTo>
                  <a:lnTo>
                    <a:pt x="2249426" y="730405"/>
                  </a:lnTo>
                  <a:lnTo>
                    <a:pt x="2247530" y="731380"/>
                  </a:lnTo>
                  <a:lnTo>
                    <a:pt x="2245116" y="732621"/>
                  </a:lnTo>
                  <a:lnTo>
                    <a:pt x="2244944" y="732710"/>
                  </a:lnTo>
                  <a:lnTo>
                    <a:pt x="2241323" y="734571"/>
                  </a:lnTo>
                  <a:lnTo>
                    <a:pt x="2141498" y="785997"/>
                  </a:lnTo>
                  <a:lnTo>
                    <a:pt x="2133912" y="789913"/>
                  </a:lnTo>
                  <a:lnTo>
                    <a:pt x="2118395" y="797927"/>
                  </a:lnTo>
                  <a:lnTo>
                    <a:pt x="2116498" y="798907"/>
                  </a:lnTo>
                  <a:lnTo>
                    <a:pt x="2116154" y="799085"/>
                  </a:lnTo>
                  <a:lnTo>
                    <a:pt x="2115464" y="799441"/>
                  </a:lnTo>
                  <a:lnTo>
                    <a:pt x="2114430" y="799975"/>
                  </a:lnTo>
                  <a:lnTo>
                    <a:pt x="2112188" y="801134"/>
                  </a:lnTo>
                  <a:lnTo>
                    <a:pt x="2111326" y="801579"/>
                  </a:lnTo>
                  <a:lnTo>
                    <a:pt x="2109602" y="802470"/>
                  </a:lnTo>
                  <a:lnTo>
                    <a:pt x="2109085" y="802737"/>
                  </a:lnTo>
                  <a:lnTo>
                    <a:pt x="2108395" y="803094"/>
                  </a:lnTo>
                  <a:lnTo>
                    <a:pt x="2107878" y="803361"/>
                  </a:lnTo>
                  <a:lnTo>
                    <a:pt x="2106844" y="803896"/>
                  </a:lnTo>
                  <a:lnTo>
                    <a:pt x="2105637" y="804519"/>
                  </a:lnTo>
                  <a:lnTo>
                    <a:pt x="2105464" y="804609"/>
                  </a:lnTo>
                  <a:lnTo>
                    <a:pt x="2103223" y="805767"/>
                  </a:lnTo>
                  <a:lnTo>
                    <a:pt x="2102361" y="806213"/>
                  </a:lnTo>
                  <a:lnTo>
                    <a:pt x="2100809" y="807015"/>
                  </a:lnTo>
                  <a:lnTo>
                    <a:pt x="2099947" y="807461"/>
                  </a:lnTo>
                  <a:lnTo>
                    <a:pt x="2099775" y="807550"/>
                  </a:lnTo>
                  <a:lnTo>
                    <a:pt x="2098223" y="808352"/>
                  </a:lnTo>
                  <a:lnTo>
                    <a:pt x="2097533" y="808709"/>
                  </a:lnTo>
                  <a:lnTo>
                    <a:pt x="2097189" y="808887"/>
                  </a:lnTo>
                  <a:lnTo>
                    <a:pt x="2096671" y="809154"/>
                  </a:lnTo>
                  <a:lnTo>
                    <a:pt x="2095637" y="809689"/>
                  </a:lnTo>
                  <a:lnTo>
                    <a:pt x="2094430" y="810313"/>
                  </a:lnTo>
                  <a:lnTo>
                    <a:pt x="2093913" y="810581"/>
                  </a:lnTo>
                  <a:lnTo>
                    <a:pt x="2092016" y="811561"/>
                  </a:lnTo>
                  <a:lnTo>
                    <a:pt x="2091844" y="811651"/>
                  </a:lnTo>
                  <a:lnTo>
                    <a:pt x="2090982" y="812096"/>
                  </a:lnTo>
                  <a:lnTo>
                    <a:pt x="2090465" y="812364"/>
                  </a:lnTo>
                  <a:lnTo>
                    <a:pt x="2089775" y="812721"/>
                  </a:lnTo>
                  <a:lnTo>
                    <a:pt x="2089603" y="812810"/>
                  </a:lnTo>
                  <a:lnTo>
                    <a:pt x="2089258" y="812988"/>
                  </a:lnTo>
                  <a:lnTo>
                    <a:pt x="2087706" y="813791"/>
                  </a:lnTo>
                  <a:lnTo>
                    <a:pt x="2087361" y="813969"/>
                  </a:lnTo>
                  <a:lnTo>
                    <a:pt x="2086844" y="814237"/>
                  </a:lnTo>
                  <a:lnTo>
                    <a:pt x="2083223" y="816110"/>
                  </a:lnTo>
                  <a:lnTo>
                    <a:pt x="2081672" y="816912"/>
                  </a:lnTo>
                  <a:lnTo>
                    <a:pt x="2080810" y="817358"/>
                  </a:lnTo>
                  <a:lnTo>
                    <a:pt x="2077017" y="819321"/>
                  </a:lnTo>
                  <a:lnTo>
                    <a:pt x="2075120" y="820302"/>
                  </a:lnTo>
                  <a:lnTo>
                    <a:pt x="2072706" y="821552"/>
                  </a:lnTo>
                  <a:lnTo>
                    <a:pt x="2072534" y="821641"/>
                  </a:lnTo>
                  <a:lnTo>
                    <a:pt x="2068913" y="823515"/>
                  </a:lnTo>
                  <a:lnTo>
                    <a:pt x="1969088" y="875300"/>
                  </a:lnTo>
                  <a:lnTo>
                    <a:pt x="1961502" y="879245"/>
                  </a:lnTo>
                  <a:lnTo>
                    <a:pt x="1945985" y="887318"/>
                  </a:lnTo>
                  <a:lnTo>
                    <a:pt x="1944089" y="888305"/>
                  </a:lnTo>
                  <a:lnTo>
                    <a:pt x="1943744" y="888484"/>
                  </a:lnTo>
                  <a:lnTo>
                    <a:pt x="1943054" y="888843"/>
                  </a:lnTo>
                  <a:lnTo>
                    <a:pt x="1942020" y="889382"/>
                  </a:lnTo>
                  <a:lnTo>
                    <a:pt x="1939779" y="890549"/>
                  </a:lnTo>
                  <a:lnTo>
                    <a:pt x="1938917" y="890997"/>
                  </a:lnTo>
                  <a:lnTo>
                    <a:pt x="1937193" y="891895"/>
                  </a:lnTo>
                  <a:lnTo>
                    <a:pt x="1936675" y="892164"/>
                  </a:lnTo>
                  <a:lnTo>
                    <a:pt x="1935986" y="892523"/>
                  </a:lnTo>
                  <a:lnTo>
                    <a:pt x="1935468" y="892793"/>
                  </a:lnTo>
                  <a:lnTo>
                    <a:pt x="1934434" y="893331"/>
                  </a:lnTo>
                  <a:lnTo>
                    <a:pt x="1933227" y="893960"/>
                  </a:lnTo>
                  <a:lnTo>
                    <a:pt x="1933055" y="894050"/>
                  </a:lnTo>
                  <a:lnTo>
                    <a:pt x="1930813" y="895217"/>
                  </a:lnTo>
                  <a:lnTo>
                    <a:pt x="1929951" y="895666"/>
                  </a:lnTo>
                  <a:lnTo>
                    <a:pt x="1928400" y="896474"/>
                  </a:lnTo>
                  <a:lnTo>
                    <a:pt x="1927538" y="896923"/>
                  </a:lnTo>
                  <a:lnTo>
                    <a:pt x="1927365" y="897013"/>
                  </a:lnTo>
                  <a:lnTo>
                    <a:pt x="1925814" y="897821"/>
                  </a:lnTo>
                  <a:lnTo>
                    <a:pt x="1925124" y="898180"/>
                  </a:lnTo>
                  <a:lnTo>
                    <a:pt x="1924779" y="898360"/>
                  </a:lnTo>
                  <a:lnTo>
                    <a:pt x="1924262" y="898629"/>
                  </a:lnTo>
                  <a:lnTo>
                    <a:pt x="1923227" y="899168"/>
                  </a:lnTo>
                  <a:lnTo>
                    <a:pt x="1922021" y="899797"/>
                  </a:lnTo>
                  <a:lnTo>
                    <a:pt x="1921503" y="900067"/>
                  </a:lnTo>
                  <a:lnTo>
                    <a:pt x="1919607" y="901055"/>
                  </a:lnTo>
                  <a:lnTo>
                    <a:pt x="1919434" y="901145"/>
                  </a:lnTo>
                  <a:lnTo>
                    <a:pt x="1918572" y="901594"/>
                  </a:lnTo>
                  <a:lnTo>
                    <a:pt x="1918055" y="901863"/>
                  </a:lnTo>
                  <a:lnTo>
                    <a:pt x="1917365" y="902223"/>
                  </a:lnTo>
                  <a:lnTo>
                    <a:pt x="1917193" y="902313"/>
                  </a:lnTo>
                  <a:lnTo>
                    <a:pt x="1916848" y="902492"/>
                  </a:lnTo>
                  <a:lnTo>
                    <a:pt x="1915297" y="903301"/>
                  </a:lnTo>
                  <a:lnTo>
                    <a:pt x="1914952" y="903481"/>
                  </a:lnTo>
                  <a:lnTo>
                    <a:pt x="1914435" y="903750"/>
                  </a:lnTo>
                  <a:lnTo>
                    <a:pt x="1910814" y="905638"/>
                  </a:lnTo>
                  <a:lnTo>
                    <a:pt x="1909262" y="906446"/>
                  </a:lnTo>
                  <a:lnTo>
                    <a:pt x="1908400" y="906896"/>
                  </a:lnTo>
                  <a:lnTo>
                    <a:pt x="1904607" y="908873"/>
                  </a:lnTo>
                  <a:lnTo>
                    <a:pt x="1902711" y="909862"/>
                  </a:lnTo>
                  <a:lnTo>
                    <a:pt x="1900297" y="911121"/>
                  </a:lnTo>
                  <a:lnTo>
                    <a:pt x="1900125" y="911211"/>
                  </a:lnTo>
                  <a:lnTo>
                    <a:pt x="1896504" y="913100"/>
                  </a:lnTo>
                  <a:lnTo>
                    <a:pt x="1796679" y="965297"/>
                  </a:lnTo>
                  <a:lnTo>
                    <a:pt x="1789093" y="969274"/>
                  </a:lnTo>
                  <a:lnTo>
                    <a:pt x="1773576" y="977414"/>
                  </a:lnTo>
                  <a:lnTo>
                    <a:pt x="1771679" y="978409"/>
                  </a:lnTo>
                  <a:lnTo>
                    <a:pt x="1771335" y="978590"/>
                  </a:lnTo>
                  <a:lnTo>
                    <a:pt x="1770645" y="978952"/>
                  </a:lnTo>
                  <a:lnTo>
                    <a:pt x="1769611" y="979495"/>
                  </a:lnTo>
                  <a:lnTo>
                    <a:pt x="1767369" y="980671"/>
                  </a:lnTo>
                  <a:lnTo>
                    <a:pt x="1766507" y="981124"/>
                  </a:lnTo>
                  <a:lnTo>
                    <a:pt x="1764783" y="982029"/>
                  </a:lnTo>
                  <a:lnTo>
                    <a:pt x="1764266" y="982300"/>
                  </a:lnTo>
                  <a:lnTo>
                    <a:pt x="1763576" y="982663"/>
                  </a:lnTo>
                  <a:lnTo>
                    <a:pt x="1763059" y="982934"/>
                  </a:lnTo>
                  <a:lnTo>
                    <a:pt x="1762025" y="983477"/>
                  </a:lnTo>
                  <a:lnTo>
                    <a:pt x="1760818" y="984111"/>
                  </a:lnTo>
                  <a:lnTo>
                    <a:pt x="1760645" y="984201"/>
                  </a:lnTo>
                  <a:lnTo>
                    <a:pt x="1758404" y="985378"/>
                  </a:lnTo>
                  <a:lnTo>
                    <a:pt x="1757542" y="985831"/>
                  </a:lnTo>
                  <a:lnTo>
                    <a:pt x="1755990" y="986646"/>
                  </a:lnTo>
                  <a:lnTo>
                    <a:pt x="1755128" y="987099"/>
                  </a:lnTo>
                  <a:lnTo>
                    <a:pt x="1754956" y="987190"/>
                  </a:lnTo>
                  <a:lnTo>
                    <a:pt x="1753404" y="988005"/>
                  </a:lnTo>
                  <a:lnTo>
                    <a:pt x="1752714" y="988367"/>
                  </a:lnTo>
                  <a:lnTo>
                    <a:pt x="1752370" y="988548"/>
                  </a:lnTo>
                  <a:lnTo>
                    <a:pt x="1751852" y="988820"/>
                  </a:lnTo>
                  <a:lnTo>
                    <a:pt x="1750818" y="989363"/>
                  </a:lnTo>
                  <a:lnTo>
                    <a:pt x="1749611" y="989997"/>
                  </a:lnTo>
                  <a:lnTo>
                    <a:pt x="1749094" y="990269"/>
                  </a:lnTo>
                  <a:lnTo>
                    <a:pt x="1747197" y="991265"/>
                  </a:lnTo>
                  <a:lnTo>
                    <a:pt x="1747025" y="991356"/>
                  </a:lnTo>
                  <a:lnTo>
                    <a:pt x="1746163" y="991809"/>
                  </a:lnTo>
                  <a:lnTo>
                    <a:pt x="1745646" y="992081"/>
                  </a:lnTo>
                  <a:lnTo>
                    <a:pt x="1744956" y="992443"/>
                  </a:lnTo>
                  <a:lnTo>
                    <a:pt x="1744784" y="992534"/>
                  </a:lnTo>
                  <a:lnTo>
                    <a:pt x="1744439" y="992715"/>
                  </a:lnTo>
                  <a:lnTo>
                    <a:pt x="1742887" y="993531"/>
                  </a:lnTo>
                  <a:lnTo>
                    <a:pt x="1742542" y="993712"/>
                  </a:lnTo>
                  <a:lnTo>
                    <a:pt x="1742025" y="993984"/>
                  </a:lnTo>
                  <a:lnTo>
                    <a:pt x="1738404" y="995887"/>
                  </a:lnTo>
                  <a:lnTo>
                    <a:pt x="1736853" y="996703"/>
                  </a:lnTo>
                  <a:lnTo>
                    <a:pt x="1735991" y="997156"/>
                  </a:lnTo>
                  <a:lnTo>
                    <a:pt x="1732198" y="999150"/>
                  </a:lnTo>
                  <a:lnTo>
                    <a:pt x="1730301" y="1000148"/>
                  </a:lnTo>
                  <a:lnTo>
                    <a:pt x="1727887" y="1001417"/>
                  </a:lnTo>
                  <a:lnTo>
                    <a:pt x="1727715" y="1001508"/>
                  </a:lnTo>
                  <a:lnTo>
                    <a:pt x="1724094" y="1003412"/>
                  </a:lnTo>
                  <a:lnTo>
                    <a:pt x="1624269" y="1056062"/>
                  </a:lnTo>
                  <a:lnTo>
                    <a:pt x="1616683" y="1060074"/>
                  </a:lnTo>
                  <a:lnTo>
                    <a:pt x="1601166" y="1068286"/>
                  </a:lnTo>
                  <a:lnTo>
                    <a:pt x="1599270" y="1069290"/>
                  </a:lnTo>
                  <a:lnTo>
                    <a:pt x="1598925" y="1069473"/>
                  </a:lnTo>
                  <a:lnTo>
                    <a:pt x="1598236" y="1069838"/>
                  </a:lnTo>
                  <a:lnTo>
                    <a:pt x="1597201" y="1070386"/>
                  </a:lnTo>
                  <a:lnTo>
                    <a:pt x="1594960" y="1071572"/>
                  </a:lnTo>
                  <a:lnTo>
                    <a:pt x="1594098" y="1072029"/>
                  </a:lnTo>
                  <a:lnTo>
                    <a:pt x="1592374" y="1072942"/>
                  </a:lnTo>
                  <a:lnTo>
                    <a:pt x="1591856" y="1073216"/>
                  </a:lnTo>
                  <a:lnTo>
                    <a:pt x="1591167" y="1073581"/>
                  </a:lnTo>
                  <a:lnTo>
                    <a:pt x="1590649" y="1073855"/>
                  </a:lnTo>
                  <a:lnTo>
                    <a:pt x="1589615" y="1074403"/>
                  </a:lnTo>
                  <a:lnTo>
                    <a:pt x="1588408" y="1075043"/>
                  </a:lnTo>
                  <a:lnTo>
                    <a:pt x="1588236" y="1075134"/>
                  </a:lnTo>
                  <a:lnTo>
                    <a:pt x="1585994" y="1076321"/>
                  </a:lnTo>
                  <a:lnTo>
                    <a:pt x="1585132" y="1076778"/>
                  </a:lnTo>
                  <a:lnTo>
                    <a:pt x="1583581" y="1077600"/>
                  </a:lnTo>
                  <a:lnTo>
                    <a:pt x="1582719" y="1078057"/>
                  </a:lnTo>
                  <a:lnTo>
                    <a:pt x="1582546" y="1078149"/>
                  </a:lnTo>
                  <a:lnTo>
                    <a:pt x="1580995" y="1078971"/>
                  </a:lnTo>
                  <a:lnTo>
                    <a:pt x="1580305" y="1079336"/>
                  </a:lnTo>
                  <a:lnTo>
                    <a:pt x="1579960" y="1079519"/>
                  </a:lnTo>
                  <a:lnTo>
                    <a:pt x="1579443" y="1079793"/>
                  </a:lnTo>
                  <a:lnTo>
                    <a:pt x="1578408" y="1080342"/>
                  </a:lnTo>
                  <a:lnTo>
                    <a:pt x="1577202" y="1080981"/>
                  </a:lnTo>
                  <a:lnTo>
                    <a:pt x="1576684" y="1081255"/>
                  </a:lnTo>
                  <a:lnTo>
                    <a:pt x="1574788" y="1082261"/>
                  </a:lnTo>
                  <a:lnTo>
                    <a:pt x="1574615" y="1082352"/>
                  </a:lnTo>
                  <a:lnTo>
                    <a:pt x="1573753" y="1082809"/>
                  </a:lnTo>
                  <a:lnTo>
                    <a:pt x="1573236" y="1083084"/>
                  </a:lnTo>
                  <a:lnTo>
                    <a:pt x="1572546" y="1083449"/>
                  </a:lnTo>
                  <a:lnTo>
                    <a:pt x="1572374" y="1083541"/>
                  </a:lnTo>
                  <a:lnTo>
                    <a:pt x="1572029" y="1083723"/>
                  </a:lnTo>
                  <a:lnTo>
                    <a:pt x="1570478" y="1084546"/>
                  </a:lnTo>
                  <a:lnTo>
                    <a:pt x="1570133" y="1084729"/>
                  </a:lnTo>
                  <a:lnTo>
                    <a:pt x="1569616" y="1085003"/>
                  </a:lnTo>
                  <a:lnTo>
                    <a:pt x="1565995" y="1086923"/>
                  </a:lnTo>
                  <a:lnTo>
                    <a:pt x="1564443" y="1087746"/>
                  </a:lnTo>
                  <a:lnTo>
                    <a:pt x="1563581" y="1088204"/>
                  </a:lnTo>
                  <a:lnTo>
                    <a:pt x="1559788" y="1090216"/>
                  </a:lnTo>
                  <a:lnTo>
                    <a:pt x="1557892" y="1091222"/>
                  </a:lnTo>
                  <a:lnTo>
                    <a:pt x="1555478" y="1092503"/>
                  </a:lnTo>
                  <a:lnTo>
                    <a:pt x="1555306" y="1092595"/>
                  </a:lnTo>
                  <a:lnTo>
                    <a:pt x="1551685" y="1094516"/>
                  </a:lnTo>
                  <a:lnTo>
                    <a:pt x="1451860" y="1147639"/>
                  </a:lnTo>
                  <a:lnTo>
                    <a:pt x="1444274" y="1151687"/>
                  </a:lnTo>
                  <a:lnTo>
                    <a:pt x="1428757" y="1159972"/>
                  </a:lnTo>
                  <a:lnTo>
                    <a:pt x="1426860" y="1160985"/>
                  </a:lnTo>
                  <a:lnTo>
                    <a:pt x="1426516" y="1161170"/>
                  </a:lnTo>
                  <a:lnTo>
                    <a:pt x="1425826" y="1161538"/>
                  </a:lnTo>
                  <a:lnTo>
                    <a:pt x="1424792" y="1162091"/>
                  </a:lnTo>
                  <a:lnTo>
                    <a:pt x="1422550" y="1163288"/>
                  </a:lnTo>
                  <a:lnTo>
                    <a:pt x="1421688" y="1163749"/>
                  </a:lnTo>
                  <a:lnTo>
                    <a:pt x="1419964" y="1164670"/>
                  </a:lnTo>
                  <a:lnTo>
                    <a:pt x="1419447" y="1164947"/>
                  </a:lnTo>
                  <a:lnTo>
                    <a:pt x="1418757" y="1165315"/>
                  </a:lnTo>
                  <a:lnTo>
                    <a:pt x="1418240" y="1165592"/>
                  </a:lnTo>
                  <a:lnTo>
                    <a:pt x="1417206" y="1166144"/>
                  </a:lnTo>
                  <a:lnTo>
                    <a:pt x="1415999" y="1166790"/>
                  </a:lnTo>
                  <a:lnTo>
                    <a:pt x="1415826" y="1166882"/>
                  </a:lnTo>
                  <a:lnTo>
                    <a:pt x="1413585" y="1168080"/>
                  </a:lnTo>
                  <a:lnTo>
                    <a:pt x="1412723" y="1168541"/>
                  </a:lnTo>
                  <a:lnTo>
                    <a:pt x="1411171" y="1169370"/>
                  </a:lnTo>
                  <a:lnTo>
                    <a:pt x="1410309" y="1169831"/>
                  </a:lnTo>
                  <a:lnTo>
                    <a:pt x="1410137" y="1169923"/>
                  </a:lnTo>
                  <a:lnTo>
                    <a:pt x="1408585" y="1170753"/>
                  </a:lnTo>
                  <a:lnTo>
                    <a:pt x="1407895" y="1171122"/>
                  </a:lnTo>
                  <a:lnTo>
                    <a:pt x="1407551" y="1171306"/>
                  </a:lnTo>
                  <a:lnTo>
                    <a:pt x="1407033" y="1171583"/>
                  </a:lnTo>
                  <a:lnTo>
                    <a:pt x="1405999" y="1172136"/>
                  </a:lnTo>
                  <a:lnTo>
                    <a:pt x="1404792" y="1172781"/>
                  </a:lnTo>
                  <a:lnTo>
                    <a:pt x="1404275" y="1173058"/>
                  </a:lnTo>
                  <a:lnTo>
                    <a:pt x="1402378" y="1174072"/>
                  </a:lnTo>
                  <a:lnTo>
                    <a:pt x="1402206" y="1174165"/>
                  </a:lnTo>
                  <a:lnTo>
                    <a:pt x="1401344" y="1174626"/>
                  </a:lnTo>
                  <a:lnTo>
                    <a:pt x="1400827" y="1174902"/>
                  </a:lnTo>
                  <a:lnTo>
                    <a:pt x="1400137" y="1175271"/>
                  </a:lnTo>
                  <a:lnTo>
                    <a:pt x="1399965" y="1175363"/>
                  </a:lnTo>
                  <a:lnTo>
                    <a:pt x="1399620" y="1175548"/>
                  </a:lnTo>
                  <a:lnTo>
                    <a:pt x="1398068" y="1176378"/>
                  </a:lnTo>
                  <a:lnTo>
                    <a:pt x="1397723" y="1176563"/>
                  </a:lnTo>
                  <a:lnTo>
                    <a:pt x="1397206" y="1176839"/>
                  </a:lnTo>
                  <a:lnTo>
                    <a:pt x="1393585" y="1178777"/>
                  </a:lnTo>
                  <a:lnTo>
                    <a:pt x="1392034" y="1179607"/>
                  </a:lnTo>
                  <a:lnTo>
                    <a:pt x="1391172" y="1180068"/>
                  </a:lnTo>
                  <a:lnTo>
                    <a:pt x="1387379" y="1182098"/>
                  </a:lnTo>
                  <a:lnTo>
                    <a:pt x="1385482" y="1183114"/>
                  </a:lnTo>
                  <a:lnTo>
                    <a:pt x="1383068" y="1184406"/>
                  </a:lnTo>
                  <a:lnTo>
                    <a:pt x="1382896" y="1184498"/>
                  </a:lnTo>
                  <a:lnTo>
                    <a:pt x="1379275" y="1186437"/>
                  </a:lnTo>
                  <a:lnTo>
                    <a:pt x="1279450" y="1240027"/>
                  </a:lnTo>
                  <a:lnTo>
                    <a:pt x="1271864" y="1244110"/>
                  </a:lnTo>
                  <a:lnTo>
                    <a:pt x="1256347" y="1252467"/>
                  </a:lnTo>
                  <a:lnTo>
                    <a:pt x="1254451" y="1253489"/>
                  </a:lnTo>
                  <a:lnTo>
                    <a:pt x="1254106" y="1253674"/>
                  </a:lnTo>
                  <a:lnTo>
                    <a:pt x="1253417" y="1254046"/>
                  </a:lnTo>
                  <a:lnTo>
                    <a:pt x="1252382" y="1254603"/>
                  </a:lnTo>
                  <a:lnTo>
                    <a:pt x="1250141" y="1255811"/>
                  </a:lnTo>
                  <a:lnTo>
                    <a:pt x="1249279" y="1256276"/>
                  </a:lnTo>
                  <a:lnTo>
                    <a:pt x="1247555" y="1257205"/>
                  </a:lnTo>
                  <a:lnTo>
                    <a:pt x="1247037" y="1257484"/>
                  </a:lnTo>
                  <a:lnTo>
                    <a:pt x="1246348" y="1257855"/>
                  </a:lnTo>
                  <a:lnTo>
                    <a:pt x="1245831" y="1258134"/>
                  </a:lnTo>
                  <a:lnTo>
                    <a:pt x="1244796" y="1258692"/>
                  </a:lnTo>
                  <a:lnTo>
                    <a:pt x="1243589" y="1259342"/>
                  </a:lnTo>
                  <a:lnTo>
                    <a:pt x="1243417" y="1259435"/>
                  </a:lnTo>
                  <a:lnTo>
                    <a:pt x="1241175" y="1260644"/>
                  </a:lnTo>
                  <a:lnTo>
                    <a:pt x="1240313" y="1261108"/>
                  </a:lnTo>
                  <a:lnTo>
                    <a:pt x="1238762" y="1261945"/>
                  </a:lnTo>
                  <a:lnTo>
                    <a:pt x="1237900" y="1262410"/>
                  </a:lnTo>
                  <a:lnTo>
                    <a:pt x="1237727" y="1262503"/>
                  </a:lnTo>
                  <a:lnTo>
                    <a:pt x="1236176" y="1263340"/>
                  </a:lnTo>
                  <a:lnTo>
                    <a:pt x="1235486" y="1263711"/>
                  </a:lnTo>
                  <a:lnTo>
                    <a:pt x="1235141" y="1263897"/>
                  </a:lnTo>
                  <a:lnTo>
                    <a:pt x="1234624" y="1264176"/>
                  </a:lnTo>
                  <a:lnTo>
                    <a:pt x="1233589" y="1264734"/>
                  </a:lnTo>
                  <a:lnTo>
                    <a:pt x="1232383" y="1265385"/>
                  </a:lnTo>
                  <a:lnTo>
                    <a:pt x="1231865" y="1265664"/>
                  </a:lnTo>
                  <a:lnTo>
                    <a:pt x="1229969" y="1266687"/>
                  </a:lnTo>
                  <a:lnTo>
                    <a:pt x="1229796" y="1266780"/>
                  </a:lnTo>
                  <a:lnTo>
                    <a:pt x="1228934" y="1267245"/>
                  </a:lnTo>
                  <a:lnTo>
                    <a:pt x="1228417" y="1267524"/>
                  </a:lnTo>
                  <a:lnTo>
                    <a:pt x="1227728" y="1267896"/>
                  </a:lnTo>
                  <a:lnTo>
                    <a:pt x="1227555" y="1267989"/>
                  </a:lnTo>
                  <a:lnTo>
                    <a:pt x="1227210" y="1268175"/>
                  </a:lnTo>
                  <a:lnTo>
                    <a:pt x="1225659" y="1269012"/>
                  </a:lnTo>
                  <a:lnTo>
                    <a:pt x="1225314" y="1269198"/>
                  </a:lnTo>
                  <a:lnTo>
                    <a:pt x="1224797" y="1269478"/>
                  </a:lnTo>
                  <a:lnTo>
                    <a:pt x="1221176" y="1271431"/>
                  </a:lnTo>
                  <a:lnTo>
                    <a:pt x="1219624" y="1272269"/>
                  </a:lnTo>
                  <a:lnTo>
                    <a:pt x="1218762" y="1272734"/>
                  </a:lnTo>
                  <a:lnTo>
                    <a:pt x="1214969" y="1274781"/>
                  </a:lnTo>
                  <a:lnTo>
                    <a:pt x="1213073" y="1275805"/>
                  </a:lnTo>
                  <a:lnTo>
                    <a:pt x="1210659" y="1277108"/>
                  </a:lnTo>
                  <a:lnTo>
                    <a:pt x="1210487" y="1277201"/>
                  </a:lnTo>
                  <a:lnTo>
                    <a:pt x="1206866" y="1279156"/>
                  </a:lnTo>
                  <a:lnTo>
                    <a:pt x="1107041" y="1333184"/>
                  </a:lnTo>
                  <a:lnTo>
                    <a:pt x="1099455" y="1337299"/>
                  </a:lnTo>
                  <a:lnTo>
                    <a:pt x="1083938" y="1345722"/>
                  </a:lnTo>
                  <a:lnTo>
                    <a:pt x="1082041" y="1346751"/>
                  </a:lnTo>
                  <a:lnTo>
                    <a:pt x="1081697" y="1346939"/>
                  </a:lnTo>
                  <a:lnTo>
                    <a:pt x="1081007" y="1347313"/>
                  </a:lnTo>
                  <a:lnTo>
                    <a:pt x="1079973" y="1347875"/>
                  </a:lnTo>
                  <a:lnTo>
                    <a:pt x="1077731" y="1349092"/>
                  </a:lnTo>
                  <a:lnTo>
                    <a:pt x="1076869" y="1349560"/>
                  </a:lnTo>
                  <a:lnTo>
                    <a:pt x="1075145" y="1350497"/>
                  </a:lnTo>
                  <a:lnTo>
                    <a:pt x="1074628" y="1350778"/>
                  </a:lnTo>
                  <a:lnTo>
                    <a:pt x="1073938" y="1351152"/>
                  </a:lnTo>
                  <a:lnTo>
                    <a:pt x="1073421" y="1351433"/>
                  </a:lnTo>
                  <a:lnTo>
                    <a:pt x="1072387" y="1351995"/>
                  </a:lnTo>
                  <a:lnTo>
                    <a:pt x="1071180" y="1352651"/>
                  </a:lnTo>
                  <a:lnTo>
                    <a:pt x="1071007" y="1352744"/>
                  </a:lnTo>
                  <a:lnTo>
                    <a:pt x="1068766" y="1353962"/>
                  </a:lnTo>
                  <a:lnTo>
                    <a:pt x="1067904" y="1354430"/>
                  </a:lnTo>
                  <a:lnTo>
                    <a:pt x="1066352" y="1355273"/>
                  </a:lnTo>
                  <a:lnTo>
                    <a:pt x="1065490" y="1355742"/>
                  </a:lnTo>
                  <a:lnTo>
                    <a:pt x="1065318" y="1355835"/>
                  </a:lnTo>
                  <a:lnTo>
                    <a:pt x="1063766" y="1356679"/>
                  </a:lnTo>
                  <a:lnTo>
                    <a:pt x="1063076" y="1357053"/>
                  </a:lnTo>
                  <a:lnTo>
                    <a:pt x="1062732" y="1357241"/>
                  </a:lnTo>
                  <a:lnTo>
                    <a:pt x="1062214" y="1357522"/>
                  </a:lnTo>
                  <a:lnTo>
                    <a:pt x="1061180" y="1358084"/>
                  </a:lnTo>
                  <a:lnTo>
                    <a:pt x="1059973" y="1358740"/>
                  </a:lnTo>
                  <a:lnTo>
                    <a:pt x="1059456" y="1359021"/>
                  </a:lnTo>
                  <a:lnTo>
                    <a:pt x="1057559" y="1360052"/>
                  </a:lnTo>
                  <a:lnTo>
                    <a:pt x="1057387" y="1360146"/>
                  </a:lnTo>
                  <a:lnTo>
                    <a:pt x="1056525" y="1360614"/>
                  </a:lnTo>
                  <a:lnTo>
                    <a:pt x="1056008" y="1360895"/>
                  </a:lnTo>
                  <a:lnTo>
                    <a:pt x="1055318" y="1361270"/>
                  </a:lnTo>
                  <a:lnTo>
                    <a:pt x="1055146" y="1361364"/>
                  </a:lnTo>
                  <a:lnTo>
                    <a:pt x="1054801" y="1361551"/>
                  </a:lnTo>
                  <a:lnTo>
                    <a:pt x="1053249" y="1362395"/>
                  </a:lnTo>
                  <a:lnTo>
                    <a:pt x="1052904" y="1362582"/>
                  </a:lnTo>
                  <a:lnTo>
                    <a:pt x="1052387" y="1362864"/>
                  </a:lnTo>
                  <a:lnTo>
                    <a:pt x="1048766" y="1364832"/>
                  </a:lnTo>
                  <a:lnTo>
                    <a:pt x="1047215" y="1365676"/>
                  </a:lnTo>
                  <a:lnTo>
                    <a:pt x="1046353" y="1366145"/>
                  </a:lnTo>
                  <a:lnTo>
                    <a:pt x="1042560" y="1368208"/>
                  </a:lnTo>
                  <a:lnTo>
                    <a:pt x="1040663" y="1369239"/>
                  </a:lnTo>
                  <a:lnTo>
                    <a:pt x="1038249" y="1370552"/>
                  </a:lnTo>
                  <a:lnTo>
                    <a:pt x="1038077" y="1370646"/>
                  </a:lnTo>
                  <a:lnTo>
                    <a:pt x="1034456" y="1372616"/>
                  </a:lnTo>
                  <a:lnTo>
                    <a:pt x="934631" y="1427034"/>
                  </a:lnTo>
                  <a:lnTo>
                    <a:pt x="927045" y="1431178"/>
                  </a:lnTo>
                  <a:lnTo>
                    <a:pt x="911528" y="1439658"/>
                  </a:lnTo>
                  <a:lnTo>
                    <a:pt x="909632" y="1440695"/>
                  </a:lnTo>
                  <a:lnTo>
                    <a:pt x="909287" y="1440884"/>
                  </a:lnTo>
                  <a:lnTo>
                    <a:pt x="908598" y="1441261"/>
                  </a:lnTo>
                  <a:lnTo>
                    <a:pt x="907563" y="1441826"/>
                  </a:lnTo>
                  <a:lnTo>
                    <a:pt x="905322" y="1443052"/>
                  </a:lnTo>
                  <a:lnTo>
                    <a:pt x="904460" y="1443523"/>
                  </a:lnTo>
                  <a:lnTo>
                    <a:pt x="902736" y="1444466"/>
                  </a:lnTo>
                  <a:lnTo>
                    <a:pt x="902218" y="1444748"/>
                  </a:lnTo>
                  <a:lnTo>
                    <a:pt x="901529" y="1445126"/>
                  </a:lnTo>
                  <a:lnTo>
                    <a:pt x="901012" y="1445408"/>
                  </a:lnTo>
                  <a:lnTo>
                    <a:pt x="899977" y="1445974"/>
                  </a:lnTo>
                  <a:lnTo>
                    <a:pt x="898770" y="1446634"/>
                  </a:lnTo>
                  <a:lnTo>
                    <a:pt x="898598" y="1446728"/>
                  </a:lnTo>
                  <a:lnTo>
                    <a:pt x="896356" y="1447954"/>
                  </a:lnTo>
                  <a:lnTo>
                    <a:pt x="895494" y="1448426"/>
                  </a:lnTo>
                  <a:lnTo>
                    <a:pt x="893943" y="1449275"/>
                  </a:lnTo>
                  <a:lnTo>
                    <a:pt x="893081" y="1449746"/>
                  </a:lnTo>
                  <a:lnTo>
                    <a:pt x="892908" y="1449840"/>
                  </a:lnTo>
                  <a:lnTo>
                    <a:pt x="891357" y="1450689"/>
                  </a:lnTo>
                  <a:lnTo>
                    <a:pt x="890667" y="1451066"/>
                  </a:lnTo>
                  <a:lnTo>
                    <a:pt x="890322" y="1451255"/>
                  </a:lnTo>
                  <a:lnTo>
                    <a:pt x="889805" y="1451538"/>
                  </a:lnTo>
                  <a:lnTo>
                    <a:pt x="888770" y="1452104"/>
                  </a:lnTo>
                  <a:lnTo>
                    <a:pt x="887564" y="1452764"/>
                  </a:lnTo>
                  <a:lnTo>
                    <a:pt x="887046" y="1453047"/>
                  </a:lnTo>
                  <a:lnTo>
                    <a:pt x="885150" y="1454085"/>
                  </a:lnTo>
                  <a:lnTo>
                    <a:pt x="884977" y="1454179"/>
                  </a:lnTo>
                  <a:lnTo>
                    <a:pt x="884115" y="1454651"/>
                  </a:lnTo>
                  <a:lnTo>
                    <a:pt x="883598" y="1454934"/>
                  </a:lnTo>
                  <a:lnTo>
                    <a:pt x="882909" y="1455311"/>
                  </a:lnTo>
                  <a:lnTo>
                    <a:pt x="882736" y="1455406"/>
                  </a:lnTo>
                  <a:lnTo>
                    <a:pt x="882391" y="1455594"/>
                  </a:lnTo>
                  <a:lnTo>
                    <a:pt x="880840" y="1456443"/>
                  </a:lnTo>
                  <a:lnTo>
                    <a:pt x="880495" y="1456632"/>
                  </a:lnTo>
                  <a:lnTo>
                    <a:pt x="879978" y="1456915"/>
                  </a:lnTo>
                  <a:lnTo>
                    <a:pt x="876357" y="1458897"/>
                  </a:lnTo>
                  <a:lnTo>
                    <a:pt x="874805" y="1459746"/>
                  </a:lnTo>
                  <a:lnTo>
                    <a:pt x="873943" y="1460218"/>
                  </a:lnTo>
                  <a:lnTo>
                    <a:pt x="870150" y="1462294"/>
                  </a:lnTo>
                  <a:lnTo>
                    <a:pt x="868254" y="1463333"/>
                  </a:lnTo>
                  <a:lnTo>
                    <a:pt x="865840" y="1464654"/>
                  </a:lnTo>
                  <a:lnTo>
                    <a:pt x="865668" y="1464749"/>
                  </a:lnTo>
                  <a:lnTo>
                    <a:pt x="862047" y="1466731"/>
                  </a:lnTo>
                  <a:lnTo>
                    <a:pt x="762222" y="1521487"/>
                  </a:lnTo>
                  <a:lnTo>
                    <a:pt x="754636" y="1525655"/>
                  </a:lnTo>
                  <a:lnTo>
                    <a:pt x="739119" y="1534184"/>
                  </a:lnTo>
                  <a:lnTo>
                    <a:pt x="737222" y="1535226"/>
                  </a:lnTo>
                  <a:lnTo>
                    <a:pt x="736878" y="1535416"/>
                  </a:lnTo>
                  <a:lnTo>
                    <a:pt x="736188" y="1535795"/>
                  </a:lnTo>
                  <a:lnTo>
                    <a:pt x="735154" y="1536364"/>
                  </a:lnTo>
                  <a:lnTo>
                    <a:pt x="732912" y="1537596"/>
                  </a:lnTo>
                  <a:lnTo>
                    <a:pt x="732050" y="1538070"/>
                  </a:lnTo>
                  <a:lnTo>
                    <a:pt x="730326" y="1539019"/>
                  </a:lnTo>
                  <a:lnTo>
                    <a:pt x="729809" y="1539303"/>
                  </a:lnTo>
                  <a:lnTo>
                    <a:pt x="729119" y="1539682"/>
                  </a:lnTo>
                  <a:lnTo>
                    <a:pt x="728602" y="1539967"/>
                  </a:lnTo>
                  <a:lnTo>
                    <a:pt x="727568" y="1540536"/>
                  </a:lnTo>
                  <a:lnTo>
                    <a:pt x="726361" y="1541199"/>
                  </a:lnTo>
                  <a:lnTo>
                    <a:pt x="726188" y="1541294"/>
                  </a:lnTo>
                  <a:lnTo>
                    <a:pt x="723947" y="1542527"/>
                  </a:lnTo>
                  <a:lnTo>
                    <a:pt x="723085" y="1543001"/>
                  </a:lnTo>
                  <a:lnTo>
                    <a:pt x="721533" y="1543855"/>
                  </a:lnTo>
                  <a:lnTo>
                    <a:pt x="720671" y="1544329"/>
                  </a:lnTo>
                  <a:lnTo>
                    <a:pt x="720499" y="1544424"/>
                  </a:lnTo>
                  <a:lnTo>
                    <a:pt x="718947" y="1545277"/>
                  </a:lnTo>
                  <a:lnTo>
                    <a:pt x="718257" y="1545657"/>
                  </a:lnTo>
                  <a:lnTo>
                    <a:pt x="717913" y="1545846"/>
                  </a:lnTo>
                  <a:lnTo>
                    <a:pt x="717395" y="1546131"/>
                  </a:lnTo>
                  <a:lnTo>
                    <a:pt x="716361" y="1546700"/>
                  </a:lnTo>
                  <a:lnTo>
                    <a:pt x="715154" y="1547364"/>
                  </a:lnTo>
                  <a:lnTo>
                    <a:pt x="714637" y="1547648"/>
                  </a:lnTo>
                  <a:lnTo>
                    <a:pt x="712740" y="1548692"/>
                  </a:lnTo>
                  <a:lnTo>
                    <a:pt x="712568" y="1548787"/>
                  </a:lnTo>
                  <a:lnTo>
                    <a:pt x="711706" y="1549261"/>
                  </a:lnTo>
                  <a:lnTo>
                    <a:pt x="711189" y="1549546"/>
                  </a:lnTo>
                  <a:lnTo>
                    <a:pt x="710499" y="1549925"/>
                  </a:lnTo>
                  <a:lnTo>
                    <a:pt x="710327" y="1550020"/>
                  </a:lnTo>
                  <a:lnTo>
                    <a:pt x="709982" y="1550210"/>
                  </a:lnTo>
                  <a:lnTo>
                    <a:pt x="708430" y="1551064"/>
                  </a:lnTo>
                  <a:lnTo>
                    <a:pt x="708085" y="1551253"/>
                  </a:lnTo>
                  <a:lnTo>
                    <a:pt x="707568" y="1551538"/>
                  </a:lnTo>
                  <a:lnTo>
                    <a:pt x="703947" y="1553531"/>
                  </a:lnTo>
                  <a:lnTo>
                    <a:pt x="702396" y="1554385"/>
                  </a:lnTo>
                  <a:lnTo>
                    <a:pt x="701534" y="1554859"/>
                  </a:lnTo>
                  <a:lnTo>
                    <a:pt x="697741" y="1556947"/>
                  </a:lnTo>
                  <a:lnTo>
                    <a:pt x="695844" y="1557991"/>
                  </a:lnTo>
                  <a:lnTo>
                    <a:pt x="693430" y="1559320"/>
                  </a:lnTo>
                  <a:lnTo>
                    <a:pt x="693258" y="1559414"/>
                  </a:lnTo>
                  <a:lnTo>
                    <a:pt x="689637" y="1561408"/>
                  </a:lnTo>
                  <a:lnTo>
                    <a:pt x="589812" y="1616445"/>
                  </a:lnTo>
                  <a:lnTo>
                    <a:pt x="582226" y="1620634"/>
                  </a:lnTo>
                  <a:lnTo>
                    <a:pt x="566710" y="1629203"/>
                  </a:lnTo>
                  <a:lnTo>
                    <a:pt x="564813" y="1630251"/>
                  </a:lnTo>
                  <a:lnTo>
                    <a:pt x="564468" y="1630442"/>
                  </a:lnTo>
                  <a:lnTo>
                    <a:pt x="563779" y="1630823"/>
                  </a:lnTo>
                  <a:lnTo>
                    <a:pt x="562744" y="1631394"/>
                  </a:lnTo>
                  <a:lnTo>
                    <a:pt x="560503" y="1632632"/>
                  </a:lnTo>
                  <a:lnTo>
                    <a:pt x="559641" y="1633108"/>
                  </a:lnTo>
                  <a:lnTo>
                    <a:pt x="557917" y="1634061"/>
                  </a:lnTo>
                  <a:lnTo>
                    <a:pt x="557399" y="1634347"/>
                  </a:lnTo>
                  <a:lnTo>
                    <a:pt x="556710" y="1634728"/>
                  </a:lnTo>
                  <a:lnTo>
                    <a:pt x="556193" y="1635014"/>
                  </a:lnTo>
                  <a:lnTo>
                    <a:pt x="555158" y="1635585"/>
                  </a:lnTo>
                  <a:lnTo>
                    <a:pt x="553951" y="1636252"/>
                  </a:lnTo>
                  <a:lnTo>
                    <a:pt x="553779" y="1636347"/>
                  </a:lnTo>
                  <a:lnTo>
                    <a:pt x="551537" y="1637586"/>
                  </a:lnTo>
                  <a:lnTo>
                    <a:pt x="550675" y="1638062"/>
                  </a:lnTo>
                  <a:lnTo>
                    <a:pt x="549124" y="1638920"/>
                  </a:lnTo>
                  <a:lnTo>
                    <a:pt x="548262" y="1639396"/>
                  </a:lnTo>
                  <a:lnTo>
                    <a:pt x="548089" y="1639491"/>
                  </a:lnTo>
                  <a:lnTo>
                    <a:pt x="546538" y="1640349"/>
                  </a:lnTo>
                  <a:lnTo>
                    <a:pt x="545848" y="1640730"/>
                  </a:lnTo>
                  <a:lnTo>
                    <a:pt x="545503" y="1640921"/>
                  </a:lnTo>
                  <a:lnTo>
                    <a:pt x="544986" y="1641207"/>
                  </a:lnTo>
                  <a:lnTo>
                    <a:pt x="543951" y="1641778"/>
                  </a:lnTo>
                  <a:lnTo>
                    <a:pt x="542745" y="1642445"/>
                  </a:lnTo>
                  <a:lnTo>
                    <a:pt x="542227" y="1642731"/>
                  </a:lnTo>
                  <a:lnTo>
                    <a:pt x="540331" y="1643779"/>
                  </a:lnTo>
                  <a:lnTo>
                    <a:pt x="540158" y="1643875"/>
                  </a:lnTo>
                  <a:lnTo>
                    <a:pt x="539296" y="1644351"/>
                  </a:lnTo>
                  <a:lnTo>
                    <a:pt x="538779" y="1644637"/>
                  </a:lnTo>
                  <a:lnTo>
                    <a:pt x="538090" y="1645018"/>
                  </a:lnTo>
                  <a:lnTo>
                    <a:pt x="537917" y="1645114"/>
                  </a:lnTo>
                  <a:lnTo>
                    <a:pt x="537572" y="1645304"/>
                  </a:lnTo>
                  <a:lnTo>
                    <a:pt x="536021" y="1646162"/>
                  </a:lnTo>
                  <a:lnTo>
                    <a:pt x="535676" y="1646353"/>
                  </a:lnTo>
                  <a:lnTo>
                    <a:pt x="535159" y="1646639"/>
                  </a:lnTo>
                  <a:lnTo>
                    <a:pt x="531538" y="1648640"/>
                  </a:lnTo>
                  <a:lnTo>
                    <a:pt x="529986" y="1649498"/>
                  </a:lnTo>
                  <a:lnTo>
                    <a:pt x="529124" y="1649975"/>
                  </a:lnTo>
                  <a:lnTo>
                    <a:pt x="525331" y="1652072"/>
                  </a:lnTo>
                  <a:lnTo>
                    <a:pt x="523435" y="1653121"/>
                  </a:lnTo>
                  <a:lnTo>
                    <a:pt x="521021" y="1654455"/>
                  </a:lnTo>
                  <a:lnTo>
                    <a:pt x="520849" y="1654551"/>
                  </a:lnTo>
                  <a:lnTo>
                    <a:pt x="517228" y="1656553"/>
                  </a:lnTo>
                  <a:lnTo>
                    <a:pt x="417403" y="1711823"/>
                  </a:lnTo>
                  <a:lnTo>
                    <a:pt x="409817" y="1716028"/>
                  </a:lnTo>
                  <a:lnTo>
                    <a:pt x="394300" y="1724631"/>
                  </a:lnTo>
                  <a:lnTo>
                    <a:pt x="392404" y="1725683"/>
                  </a:lnTo>
                  <a:lnTo>
                    <a:pt x="392059" y="1725874"/>
                  </a:lnTo>
                  <a:lnTo>
                    <a:pt x="391369" y="1726256"/>
                  </a:lnTo>
                  <a:lnTo>
                    <a:pt x="390335" y="1726830"/>
                  </a:lnTo>
                  <a:lnTo>
                    <a:pt x="388093" y="1728073"/>
                  </a:lnTo>
                  <a:lnTo>
                    <a:pt x="387231" y="1728551"/>
                  </a:lnTo>
                  <a:lnTo>
                    <a:pt x="385507" y="1729507"/>
                  </a:lnTo>
                  <a:lnTo>
                    <a:pt x="384990" y="1729794"/>
                  </a:lnTo>
                  <a:lnTo>
                    <a:pt x="384300" y="1730177"/>
                  </a:lnTo>
                  <a:lnTo>
                    <a:pt x="383783" y="1730464"/>
                  </a:lnTo>
                  <a:lnTo>
                    <a:pt x="382749" y="1731037"/>
                  </a:lnTo>
                  <a:lnTo>
                    <a:pt x="381542" y="1731707"/>
                  </a:lnTo>
                  <a:lnTo>
                    <a:pt x="381369" y="1731802"/>
                  </a:lnTo>
                  <a:lnTo>
                    <a:pt x="379128" y="1733046"/>
                  </a:lnTo>
                  <a:lnTo>
                    <a:pt x="378266" y="1733524"/>
                  </a:lnTo>
                  <a:lnTo>
                    <a:pt x="376714" y="1734385"/>
                  </a:lnTo>
                  <a:lnTo>
                    <a:pt x="375852" y="1734863"/>
                  </a:lnTo>
                  <a:lnTo>
                    <a:pt x="375680" y="1734958"/>
                  </a:lnTo>
                  <a:lnTo>
                    <a:pt x="374128" y="1735819"/>
                  </a:lnTo>
                  <a:lnTo>
                    <a:pt x="373438" y="1736202"/>
                  </a:lnTo>
                  <a:lnTo>
                    <a:pt x="373094" y="1736393"/>
                  </a:lnTo>
                  <a:lnTo>
                    <a:pt x="372576" y="1736680"/>
                  </a:lnTo>
                  <a:lnTo>
                    <a:pt x="371542" y="1737254"/>
                  </a:lnTo>
                  <a:lnTo>
                    <a:pt x="370335" y="1737923"/>
                  </a:lnTo>
                  <a:lnTo>
                    <a:pt x="369818" y="1738210"/>
                  </a:lnTo>
                  <a:lnTo>
                    <a:pt x="367921" y="1739263"/>
                  </a:lnTo>
                  <a:lnTo>
                    <a:pt x="367749" y="1739358"/>
                  </a:lnTo>
                  <a:lnTo>
                    <a:pt x="366887" y="1739837"/>
                  </a:lnTo>
                  <a:lnTo>
                    <a:pt x="366370" y="1740123"/>
                  </a:lnTo>
                  <a:lnTo>
                    <a:pt x="365680" y="1740506"/>
                  </a:lnTo>
                  <a:lnTo>
                    <a:pt x="365508" y="1740602"/>
                  </a:lnTo>
                  <a:lnTo>
                    <a:pt x="365163" y="1740793"/>
                  </a:lnTo>
                  <a:lnTo>
                    <a:pt x="363611" y="1741654"/>
                  </a:lnTo>
                  <a:lnTo>
                    <a:pt x="363266" y="1741845"/>
                  </a:lnTo>
                  <a:lnTo>
                    <a:pt x="362749" y="1742132"/>
                  </a:lnTo>
                  <a:lnTo>
                    <a:pt x="359128" y="1744141"/>
                  </a:lnTo>
                  <a:lnTo>
                    <a:pt x="357577" y="1745002"/>
                  </a:lnTo>
                  <a:lnTo>
                    <a:pt x="356715" y="1745481"/>
                  </a:lnTo>
                  <a:lnTo>
                    <a:pt x="352922" y="1747586"/>
                  </a:lnTo>
                  <a:lnTo>
                    <a:pt x="351025" y="1748638"/>
                  </a:lnTo>
                  <a:lnTo>
                    <a:pt x="348611" y="1749978"/>
                  </a:lnTo>
                  <a:lnTo>
                    <a:pt x="348439" y="1750074"/>
                  </a:lnTo>
                  <a:lnTo>
                    <a:pt x="344818" y="1752083"/>
                  </a:lnTo>
                  <a:lnTo>
                    <a:pt x="244993" y="1807543"/>
                  </a:lnTo>
                  <a:lnTo>
                    <a:pt x="237407" y="1811762"/>
                  </a:lnTo>
                  <a:lnTo>
                    <a:pt x="221891" y="1820392"/>
                  </a:lnTo>
                  <a:lnTo>
                    <a:pt x="219994" y="1821447"/>
                  </a:lnTo>
                  <a:lnTo>
                    <a:pt x="219649" y="1821639"/>
                  </a:lnTo>
                  <a:lnTo>
                    <a:pt x="218960" y="1822022"/>
                  </a:lnTo>
                  <a:lnTo>
                    <a:pt x="217925" y="1822598"/>
                  </a:lnTo>
                  <a:lnTo>
                    <a:pt x="215684" y="1823845"/>
                  </a:lnTo>
                  <a:lnTo>
                    <a:pt x="214822" y="1824324"/>
                  </a:lnTo>
                  <a:lnTo>
                    <a:pt x="213098" y="1825284"/>
                  </a:lnTo>
                  <a:lnTo>
                    <a:pt x="212580" y="1825571"/>
                  </a:lnTo>
                  <a:lnTo>
                    <a:pt x="211891" y="1825955"/>
                  </a:lnTo>
                  <a:lnTo>
                    <a:pt x="211374" y="1826243"/>
                  </a:lnTo>
                  <a:lnTo>
                    <a:pt x="210339" y="1826818"/>
                  </a:lnTo>
                  <a:lnTo>
                    <a:pt x="209132" y="1827490"/>
                  </a:lnTo>
                  <a:lnTo>
                    <a:pt x="208960" y="1827586"/>
                  </a:lnTo>
                  <a:lnTo>
                    <a:pt x="206718" y="1828833"/>
                  </a:lnTo>
                  <a:lnTo>
                    <a:pt x="205856" y="1829312"/>
                  </a:lnTo>
                  <a:lnTo>
                    <a:pt x="204305" y="1830176"/>
                  </a:lnTo>
                  <a:lnTo>
                    <a:pt x="203443" y="1830656"/>
                  </a:lnTo>
                  <a:lnTo>
                    <a:pt x="203270" y="1830751"/>
                  </a:lnTo>
                  <a:lnTo>
                    <a:pt x="201719" y="1831615"/>
                  </a:lnTo>
                  <a:lnTo>
                    <a:pt x="201029" y="1831999"/>
                  </a:lnTo>
                  <a:lnTo>
                    <a:pt x="200684" y="1832191"/>
                  </a:lnTo>
                  <a:lnTo>
                    <a:pt x="200167" y="1832478"/>
                  </a:lnTo>
                  <a:lnTo>
                    <a:pt x="199132" y="1833054"/>
                  </a:lnTo>
                  <a:lnTo>
                    <a:pt x="197926" y="1833726"/>
                  </a:lnTo>
                  <a:lnTo>
                    <a:pt x="197408" y="1834013"/>
                  </a:lnTo>
                  <a:lnTo>
                    <a:pt x="195512" y="1835069"/>
                  </a:lnTo>
                  <a:lnTo>
                    <a:pt x="195339" y="1835165"/>
                  </a:lnTo>
                  <a:lnTo>
                    <a:pt x="194477" y="1835644"/>
                  </a:lnTo>
                  <a:lnTo>
                    <a:pt x="193960" y="1835932"/>
                  </a:lnTo>
                  <a:lnTo>
                    <a:pt x="193271" y="1836316"/>
                  </a:lnTo>
                  <a:lnTo>
                    <a:pt x="193098" y="1836412"/>
                  </a:lnTo>
                  <a:lnTo>
                    <a:pt x="192753" y="1836604"/>
                  </a:lnTo>
                  <a:lnTo>
                    <a:pt x="191202" y="1837468"/>
                  </a:lnTo>
                  <a:lnTo>
                    <a:pt x="190857" y="1837659"/>
                  </a:lnTo>
                  <a:lnTo>
                    <a:pt x="190340" y="1837947"/>
                  </a:lnTo>
                  <a:lnTo>
                    <a:pt x="186719" y="1839962"/>
                  </a:lnTo>
                  <a:lnTo>
                    <a:pt x="185167" y="1840826"/>
                  </a:lnTo>
                  <a:lnTo>
                    <a:pt x="184305" y="1841306"/>
                  </a:lnTo>
                  <a:lnTo>
                    <a:pt x="180512" y="1843417"/>
                  </a:lnTo>
                  <a:lnTo>
                    <a:pt x="178616" y="1844473"/>
                  </a:lnTo>
                  <a:lnTo>
                    <a:pt x="176202" y="1845816"/>
                  </a:lnTo>
                  <a:lnTo>
                    <a:pt x="176030" y="1845912"/>
                  </a:lnTo>
                  <a:lnTo>
                    <a:pt x="172409" y="1847928"/>
                  </a:lnTo>
                  <a:lnTo>
                    <a:pt x="72584" y="1903542"/>
                  </a:lnTo>
                  <a:lnTo>
                    <a:pt x="64998" y="1907772"/>
                  </a:lnTo>
                  <a:lnTo>
                    <a:pt x="49481" y="1916425"/>
                  </a:lnTo>
                  <a:lnTo>
                    <a:pt x="47585" y="1917482"/>
                  </a:lnTo>
                  <a:lnTo>
                    <a:pt x="47240" y="1917675"/>
                  </a:lnTo>
                  <a:lnTo>
                    <a:pt x="46550" y="1918059"/>
                  </a:lnTo>
                  <a:lnTo>
                    <a:pt x="45516" y="1918636"/>
                  </a:lnTo>
                  <a:lnTo>
                    <a:pt x="43274" y="1919886"/>
                  </a:lnTo>
                  <a:lnTo>
                    <a:pt x="42412" y="1920367"/>
                  </a:lnTo>
                  <a:lnTo>
                    <a:pt x="40688" y="1921329"/>
                  </a:lnTo>
                  <a:lnTo>
                    <a:pt x="40171" y="1921617"/>
                  </a:lnTo>
                  <a:lnTo>
                    <a:pt x="39481" y="1922002"/>
                  </a:lnTo>
                  <a:lnTo>
                    <a:pt x="38964" y="1922290"/>
                  </a:lnTo>
                  <a:lnTo>
                    <a:pt x="37930" y="1922867"/>
                  </a:lnTo>
                  <a:lnTo>
                    <a:pt x="36723" y="1923540"/>
                  </a:lnTo>
                  <a:lnTo>
                    <a:pt x="36550" y="1923636"/>
                  </a:lnTo>
                  <a:lnTo>
                    <a:pt x="34309" y="1924887"/>
                  </a:lnTo>
                  <a:lnTo>
                    <a:pt x="33447" y="1925367"/>
                  </a:lnTo>
                  <a:lnTo>
                    <a:pt x="31895" y="1926233"/>
                  </a:lnTo>
                  <a:lnTo>
                    <a:pt x="31033" y="1926714"/>
                  </a:lnTo>
                  <a:lnTo>
                    <a:pt x="30861" y="1926810"/>
                  </a:lnTo>
                  <a:lnTo>
                    <a:pt x="29309" y="1927676"/>
                  </a:lnTo>
                  <a:lnTo>
                    <a:pt x="28619" y="1928060"/>
                  </a:lnTo>
                  <a:lnTo>
                    <a:pt x="28275" y="1928253"/>
                  </a:lnTo>
                  <a:lnTo>
                    <a:pt x="27757" y="1928541"/>
                  </a:lnTo>
                  <a:lnTo>
                    <a:pt x="26723" y="1929118"/>
                  </a:lnTo>
                  <a:lnTo>
                    <a:pt x="25516" y="1929792"/>
                  </a:lnTo>
                  <a:lnTo>
                    <a:pt x="24999" y="1930080"/>
                  </a:lnTo>
                  <a:lnTo>
                    <a:pt x="23102" y="1931138"/>
                  </a:lnTo>
                  <a:lnTo>
                    <a:pt x="22930" y="1931234"/>
                  </a:lnTo>
                  <a:lnTo>
                    <a:pt x="22068" y="1931715"/>
                  </a:lnTo>
                  <a:lnTo>
                    <a:pt x="21551" y="1932004"/>
                  </a:lnTo>
                  <a:lnTo>
                    <a:pt x="20861" y="1932389"/>
                  </a:lnTo>
                  <a:lnTo>
                    <a:pt x="20689" y="1932485"/>
                  </a:lnTo>
                  <a:lnTo>
                    <a:pt x="20344" y="1932677"/>
                  </a:lnTo>
                  <a:lnTo>
                    <a:pt x="18792" y="1933543"/>
                  </a:lnTo>
                  <a:lnTo>
                    <a:pt x="18447" y="1933735"/>
                  </a:lnTo>
                  <a:lnTo>
                    <a:pt x="17930" y="1934024"/>
                  </a:lnTo>
                  <a:lnTo>
                    <a:pt x="14309" y="1936044"/>
                  </a:lnTo>
                  <a:lnTo>
                    <a:pt x="12758" y="1936910"/>
                  </a:lnTo>
                  <a:lnTo>
                    <a:pt x="11896" y="1937391"/>
                  </a:lnTo>
                  <a:lnTo>
                    <a:pt x="8103" y="1939507"/>
                  </a:lnTo>
                  <a:lnTo>
                    <a:pt x="6206" y="1940565"/>
                  </a:lnTo>
                  <a:lnTo>
                    <a:pt x="3793" y="1941912"/>
                  </a:lnTo>
                  <a:lnTo>
                    <a:pt x="3620" y="1942008"/>
                  </a:lnTo>
                  <a:lnTo>
                    <a:pt x="0" y="194402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" name="pg9"/>
            <p:cNvSpPr/>
            <p:nvPr/>
          </p:nvSpPr>
          <p:spPr>
            <a:xfrm>
              <a:off x="3588882" y="2819538"/>
              <a:ext cx="3693183" cy="1880198"/>
            </a:xfrm>
            <a:custGeom>
              <a:avLst/>
              <a:pathLst>
                <a:path w="3693183" h="1880198">
                  <a:moveTo>
                    <a:pt x="0" y="1747075"/>
                  </a:moveTo>
                  <a:lnTo>
                    <a:pt x="3620" y="1745458"/>
                  </a:lnTo>
                  <a:lnTo>
                    <a:pt x="3793" y="1745381"/>
                  </a:lnTo>
                  <a:lnTo>
                    <a:pt x="6206" y="1744304"/>
                  </a:lnTo>
                  <a:lnTo>
                    <a:pt x="8103" y="1743457"/>
                  </a:lnTo>
                  <a:lnTo>
                    <a:pt x="11896" y="1741763"/>
                  </a:lnTo>
                  <a:lnTo>
                    <a:pt x="12758" y="1741378"/>
                  </a:lnTo>
                  <a:lnTo>
                    <a:pt x="14309" y="1740685"/>
                  </a:lnTo>
                  <a:lnTo>
                    <a:pt x="17930" y="1739068"/>
                  </a:lnTo>
                  <a:lnTo>
                    <a:pt x="18447" y="1738837"/>
                  </a:lnTo>
                  <a:lnTo>
                    <a:pt x="18792" y="1738682"/>
                  </a:lnTo>
                  <a:lnTo>
                    <a:pt x="20344" y="1737989"/>
                  </a:lnTo>
                  <a:lnTo>
                    <a:pt x="20689" y="1737835"/>
                  </a:lnTo>
                  <a:lnTo>
                    <a:pt x="20861" y="1737758"/>
                  </a:lnTo>
                  <a:lnTo>
                    <a:pt x="21551" y="1737450"/>
                  </a:lnTo>
                  <a:lnTo>
                    <a:pt x="22068" y="1737219"/>
                  </a:lnTo>
                  <a:lnTo>
                    <a:pt x="22930" y="1736834"/>
                  </a:lnTo>
                  <a:lnTo>
                    <a:pt x="23102" y="1736757"/>
                  </a:lnTo>
                  <a:lnTo>
                    <a:pt x="24999" y="1735910"/>
                  </a:lnTo>
                  <a:lnTo>
                    <a:pt x="25516" y="1735679"/>
                  </a:lnTo>
                  <a:lnTo>
                    <a:pt x="26723" y="1735140"/>
                  </a:lnTo>
                  <a:lnTo>
                    <a:pt x="27757" y="1734678"/>
                  </a:lnTo>
                  <a:lnTo>
                    <a:pt x="28275" y="1734447"/>
                  </a:lnTo>
                  <a:lnTo>
                    <a:pt x="28619" y="1734293"/>
                  </a:lnTo>
                  <a:lnTo>
                    <a:pt x="29309" y="1733985"/>
                  </a:lnTo>
                  <a:lnTo>
                    <a:pt x="30861" y="1733291"/>
                  </a:lnTo>
                  <a:lnTo>
                    <a:pt x="31033" y="1733214"/>
                  </a:lnTo>
                  <a:lnTo>
                    <a:pt x="31895" y="1732829"/>
                  </a:lnTo>
                  <a:lnTo>
                    <a:pt x="33447" y="1732136"/>
                  </a:lnTo>
                  <a:lnTo>
                    <a:pt x="34309" y="1731751"/>
                  </a:lnTo>
                  <a:lnTo>
                    <a:pt x="36550" y="1730749"/>
                  </a:lnTo>
                  <a:lnTo>
                    <a:pt x="36723" y="1730672"/>
                  </a:lnTo>
                  <a:lnTo>
                    <a:pt x="37930" y="1730133"/>
                  </a:lnTo>
                  <a:lnTo>
                    <a:pt x="38964" y="1729671"/>
                  </a:lnTo>
                  <a:lnTo>
                    <a:pt x="39481" y="1729440"/>
                  </a:lnTo>
                  <a:lnTo>
                    <a:pt x="40171" y="1729132"/>
                  </a:lnTo>
                  <a:lnTo>
                    <a:pt x="40688" y="1728901"/>
                  </a:lnTo>
                  <a:lnTo>
                    <a:pt x="42412" y="1728130"/>
                  </a:lnTo>
                  <a:lnTo>
                    <a:pt x="43274" y="1727745"/>
                  </a:lnTo>
                  <a:lnTo>
                    <a:pt x="45516" y="1726744"/>
                  </a:lnTo>
                  <a:lnTo>
                    <a:pt x="46550" y="1726281"/>
                  </a:lnTo>
                  <a:lnTo>
                    <a:pt x="47240" y="1725973"/>
                  </a:lnTo>
                  <a:lnTo>
                    <a:pt x="47585" y="1725819"/>
                  </a:lnTo>
                  <a:lnTo>
                    <a:pt x="49481" y="1724972"/>
                  </a:lnTo>
                  <a:lnTo>
                    <a:pt x="64998" y="1718037"/>
                  </a:lnTo>
                  <a:lnTo>
                    <a:pt x="72584" y="1714645"/>
                  </a:lnTo>
                  <a:lnTo>
                    <a:pt x="172409" y="1669980"/>
                  </a:lnTo>
                  <a:lnTo>
                    <a:pt x="176030" y="1668358"/>
                  </a:lnTo>
                  <a:lnTo>
                    <a:pt x="176202" y="1668281"/>
                  </a:lnTo>
                  <a:lnTo>
                    <a:pt x="178616" y="1667200"/>
                  </a:lnTo>
                  <a:lnTo>
                    <a:pt x="180512" y="1666351"/>
                  </a:lnTo>
                  <a:lnTo>
                    <a:pt x="184305" y="1664652"/>
                  </a:lnTo>
                  <a:lnTo>
                    <a:pt x="185167" y="1664266"/>
                  </a:lnTo>
                  <a:lnTo>
                    <a:pt x="186719" y="1663570"/>
                  </a:lnTo>
                  <a:lnTo>
                    <a:pt x="190340" y="1661949"/>
                  </a:lnTo>
                  <a:lnTo>
                    <a:pt x="190857" y="1661717"/>
                  </a:lnTo>
                  <a:lnTo>
                    <a:pt x="191202" y="1661562"/>
                  </a:lnTo>
                  <a:lnTo>
                    <a:pt x="192753" y="1660867"/>
                  </a:lnTo>
                  <a:lnTo>
                    <a:pt x="193098" y="1660713"/>
                  </a:lnTo>
                  <a:lnTo>
                    <a:pt x="193271" y="1660635"/>
                  </a:lnTo>
                  <a:lnTo>
                    <a:pt x="193960" y="1660327"/>
                  </a:lnTo>
                  <a:lnTo>
                    <a:pt x="194477" y="1660095"/>
                  </a:lnTo>
                  <a:lnTo>
                    <a:pt x="195339" y="1659709"/>
                  </a:lnTo>
                  <a:lnTo>
                    <a:pt x="195512" y="1659631"/>
                  </a:lnTo>
                  <a:lnTo>
                    <a:pt x="197408" y="1658782"/>
                  </a:lnTo>
                  <a:lnTo>
                    <a:pt x="197926" y="1658550"/>
                  </a:lnTo>
                  <a:lnTo>
                    <a:pt x="199132" y="1658009"/>
                  </a:lnTo>
                  <a:lnTo>
                    <a:pt x="200167" y="1657546"/>
                  </a:lnTo>
                  <a:lnTo>
                    <a:pt x="200684" y="1657314"/>
                  </a:lnTo>
                  <a:lnTo>
                    <a:pt x="201029" y="1657159"/>
                  </a:lnTo>
                  <a:lnTo>
                    <a:pt x="201719" y="1656850"/>
                  </a:lnTo>
                  <a:lnTo>
                    <a:pt x="203270" y="1656155"/>
                  </a:lnTo>
                  <a:lnTo>
                    <a:pt x="203443" y="1656078"/>
                  </a:lnTo>
                  <a:lnTo>
                    <a:pt x="204305" y="1655691"/>
                  </a:lnTo>
                  <a:lnTo>
                    <a:pt x="205856" y="1654996"/>
                  </a:lnTo>
                  <a:lnTo>
                    <a:pt x="206718" y="1654610"/>
                  </a:lnTo>
                  <a:lnTo>
                    <a:pt x="208960" y="1653605"/>
                  </a:lnTo>
                  <a:lnTo>
                    <a:pt x="209132" y="1653528"/>
                  </a:lnTo>
                  <a:lnTo>
                    <a:pt x="210339" y="1652987"/>
                  </a:lnTo>
                  <a:lnTo>
                    <a:pt x="211374" y="1652524"/>
                  </a:lnTo>
                  <a:lnTo>
                    <a:pt x="211891" y="1652292"/>
                  </a:lnTo>
                  <a:lnTo>
                    <a:pt x="212580" y="1651983"/>
                  </a:lnTo>
                  <a:lnTo>
                    <a:pt x="213098" y="1651751"/>
                  </a:lnTo>
                  <a:lnTo>
                    <a:pt x="214822" y="1650978"/>
                  </a:lnTo>
                  <a:lnTo>
                    <a:pt x="215684" y="1650592"/>
                  </a:lnTo>
                  <a:lnTo>
                    <a:pt x="217925" y="1649587"/>
                  </a:lnTo>
                  <a:lnTo>
                    <a:pt x="218960" y="1649124"/>
                  </a:lnTo>
                  <a:lnTo>
                    <a:pt x="219649" y="1648815"/>
                  </a:lnTo>
                  <a:lnTo>
                    <a:pt x="219994" y="1648660"/>
                  </a:lnTo>
                  <a:lnTo>
                    <a:pt x="221891" y="1647810"/>
                  </a:lnTo>
                  <a:lnTo>
                    <a:pt x="237407" y="1640853"/>
                  </a:lnTo>
                  <a:lnTo>
                    <a:pt x="244993" y="1637452"/>
                  </a:lnTo>
                  <a:lnTo>
                    <a:pt x="344818" y="1592638"/>
                  </a:lnTo>
                  <a:lnTo>
                    <a:pt x="348439" y="1591011"/>
                  </a:lnTo>
                  <a:lnTo>
                    <a:pt x="348611" y="1590933"/>
                  </a:lnTo>
                  <a:lnTo>
                    <a:pt x="351025" y="1589848"/>
                  </a:lnTo>
                  <a:lnTo>
                    <a:pt x="352922" y="1588996"/>
                  </a:lnTo>
                  <a:lnTo>
                    <a:pt x="356715" y="1587291"/>
                  </a:lnTo>
                  <a:lnTo>
                    <a:pt x="357577" y="1586904"/>
                  </a:lnTo>
                  <a:lnTo>
                    <a:pt x="359128" y="1586206"/>
                  </a:lnTo>
                  <a:lnTo>
                    <a:pt x="362749" y="1584578"/>
                  </a:lnTo>
                  <a:lnTo>
                    <a:pt x="363266" y="1584346"/>
                  </a:lnTo>
                  <a:lnTo>
                    <a:pt x="363611" y="1584191"/>
                  </a:lnTo>
                  <a:lnTo>
                    <a:pt x="365163" y="1583493"/>
                  </a:lnTo>
                  <a:lnTo>
                    <a:pt x="365508" y="1583338"/>
                  </a:lnTo>
                  <a:lnTo>
                    <a:pt x="365680" y="1583261"/>
                  </a:lnTo>
                  <a:lnTo>
                    <a:pt x="366370" y="1582951"/>
                  </a:lnTo>
                  <a:lnTo>
                    <a:pt x="366887" y="1582718"/>
                  </a:lnTo>
                  <a:lnTo>
                    <a:pt x="367749" y="1582330"/>
                  </a:lnTo>
                  <a:lnTo>
                    <a:pt x="367921" y="1582253"/>
                  </a:lnTo>
                  <a:lnTo>
                    <a:pt x="369818" y="1581400"/>
                  </a:lnTo>
                  <a:lnTo>
                    <a:pt x="370335" y="1581168"/>
                  </a:lnTo>
                  <a:lnTo>
                    <a:pt x="371542" y="1580625"/>
                  </a:lnTo>
                  <a:lnTo>
                    <a:pt x="372576" y="1580160"/>
                  </a:lnTo>
                  <a:lnTo>
                    <a:pt x="373094" y="1579927"/>
                  </a:lnTo>
                  <a:lnTo>
                    <a:pt x="373438" y="1579772"/>
                  </a:lnTo>
                  <a:lnTo>
                    <a:pt x="374128" y="1579462"/>
                  </a:lnTo>
                  <a:lnTo>
                    <a:pt x="375680" y="1578764"/>
                  </a:lnTo>
                  <a:lnTo>
                    <a:pt x="375852" y="1578687"/>
                  </a:lnTo>
                  <a:lnTo>
                    <a:pt x="376714" y="1578299"/>
                  </a:lnTo>
                  <a:lnTo>
                    <a:pt x="378266" y="1577601"/>
                  </a:lnTo>
                  <a:lnTo>
                    <a:pt x="379128" y="1577214"/>
                  </a:lnTo>
                  <a:lnTo>
                    <a:pt x="381369" y="1576205"/>
                  </a:lnTo>
                  <a:lnTo>
                    <a:pt x="381542" y="1576128"/>
                  </a:lnTo>
                  <a:lnTo>
                    <a:pt x="382749" y="1575585"/>
                  </a:lnTo>
                  <a:lnTo>
                    <a:pt x="383783" y="1575120"/>
                  </a:lnTo>
                  <a:lnTo>
                    <a:pt x="384300" y="1574887"/>
                  </a:lnTo>
                  <a:lnTo>
                    <a:pt x="384990" y="1574577"/>
                  </a:lnTo>
                  <a:lnTo>
                    <a:pt x="385507" y="1574344"/>
                  </a:lnTo>
                  <a:lnTo>
                    <a:pt x="387231" y="1573569"/>
                  </a:lnTo>
                  <a:lnTo>
                    <a:pt x="388093" y="1573181"/>
                  </a:lnTo>
                  <a:lnTo>
                    <a:pt x="390335" y="1572173"/>
                  </a:lnTo>
                  <a:lnTo>
                    <a:pt x="391369" y="1571707"/>
                  </a:lnTo>
                  <a:lnTo>
                    <a:pt x="392059" y="1571397"/>
                  </a:lnTo>
                  <a:lnTo>
                    <a:pt x="392404" y="1571242"/>
                  </a:lnTo>
                  <a:lnTo>
                    <a:pt x="394300" y="1570389"/>
                  </a:lnTo>
                  <a:lnTo>
                    <a:pt x="409817" y="1563407"/>
                  </a:lnTo>
                  <a:lnTo>
                    <a:pt x="417403" y="1559992"/>
                  </a:lnTo>
                  <a:lnTo>
                    <a:pt x="517228" y="1515003"/>
                  </a:lnTo>
                  <a:lnTo>
                    <a:pt x="520849" y="1513369"/>
                  </a:lnTo>
                  <a:lnTo>
                    <a:pt x="521021" y="1513291"/>
                  </a:lnTo>
                  <a:lnTo>
                    <a:pt x="523435" y="1512202"/>
                  </a:lnTo>
                  <a:lnTo>
                    <a:pt x="525331" y="1511346"/>
                  </a:lnTo>
                  <a:lnTo>
                    <a:pt x="529124" y="1509634"/>
                  </a:lnTo>
                  <a:lnTo>
                    <a:pt x="529986" y="1509245"/>
                  </a:lnTo>
                  <a:lnTo>
                    <a:pt x="531538" y="1508544"/>
                  </a:lnTo>
                  <a:lnTo>
                    <a:pt x="535159" y="1506910"/>
                  </a:lnTo>
                  <a:lnTo>
                    <a:pt x="535676" y="1506676"/>
                  </a:lnTo>
                  <a:lnTo>
                    <a:pt x="536021" y="1506521"/>
                  </a:lnTo>
                  <a:lnTo>
                    <a:pt x="537572" y="1505820"/>
                  </a:lnTo>
                  <a:lnTo>
                    <a:pt x="537917" y="1505664"/>
                  </a:lnTo>
                  <a:lnTo>
                    <a:pt x="538090" y="1505586"/>
                  </a:lnTo>
                  <a:lnTo>
                    <a:pt x="538779" y="1505275"/>
                  </a:lnTo>
                  <a:lnTo>
                    <a:pt x="539296" y="1505042"/>
                  </a:lnTo>
                  <a:lnTo>
                    <a:pt x="540158" y="1504652"/>
                  </a:lnTo>
                  <a:lnTo>
                    <a:pt x="540331" y="1504574"/>
                  </a:lnTo>
                  <a:lnTo>
                    <a:pt x="542227" y="1503718"/>
                  </a:lnTo>
                  <a:lnTo>
                    <a:pt x="542745" y="1503485"/>
                  </a:lnTo>
                  <a:lnTo>
                    <a:pt x="543951" y="1502940"/>
                  </a:lnTo>
                  <a:lnTo>
                    <a:pt x="544986" y="1502472"/>
                  </a:lnTo>
                  <a:lnTo>
                    <a:pt x="545503" y="1502239"/>
                  </a:lnTo>
                  <a:lnTo>
                    <a:pt x="545848" y="1502083"/>
                  </a:lnTo>
                  <a:lnTo>
                    <a:pt x="546538" y="1501772"/>
                  </a:lnTo>
                  <a:lnTo>
                    <a:pt x="548089" y="1501071"/>
                  </a:lnTo>
                  <a:lnTo>
                    <a:pt x="548262" y="1500993"/>
                  </a:lnTo>
                  <a:lnTo>
                    <a:pt x="549124" y="1500604"/>
                  </a:lnTo>
                  <a:lnTo>
                    <a:pt x="550675" y="1499903"/>
                  </a:lnTo>
                  <a:lnTo>
                    <a:pt x="551537" y="1499514"/>
                  </a:lnTo>
                  <a:lnTo>
                    <a:pt x="553779" y="1498501"/>
                  </a:lnTo>
                  <a:lnTo>
                    <a:pt x="553951" y="1498424"/>
                  </a:lnTo>
                  <a:lnTo>
                    <a:pt x="555158" y="1497878"/>
                  </a:lnTo>
                  <a:lnTo>
                    <a:pt x="556193" y="1497411"/>
                  </a:lnTo>
                  <a:lnTo>
                    <a:pt x="556710" y="1497177"/>
                  </a:lnTo>
                  <a:lnTo>
                    <a:pt x="557399" y="1496866"/>
                  </a:lnTo>
                  <a:lnTo>
                    <a:pt x="557917" y="1496632"/>
                  </a:lnTo>
                  <a:lnTo>
                    <a:pt x="559641" y="1495853"/>
                  </a:lnTo>
                  <a:lnTo>
                    <a:pt x="560503" y="1495464"/>
                  </a:lnTo>
                  <a:lnTo>
                    <a:pt x="562744" y="1494451"/>
                  </a:lnTo>
                  <a:lnTo>
                    <a:pt x="563779" y="1493984"/>
                  </a:lnTo>
                  <a:lnTo>
                    <a:pt x="564468" y="1493673"/>
                  </a:lnTo>
                  <a:lnTo>
                    <a:pt x="564813" y="1493517"/>
                  </a:lnTo>
                  <a:lnTo>
                    <a:pt x="566710" y="1492660"/>
                  </a:lnTo>
                  <a:lnTo>
                    <a:pt x="582226" y="1485647"/>
                  </a:lnTo>
                  <a:lnTo>
                    <a:pt x="589812" y="1482218"/>
                  </a:lnTo>
                  <a:lnTo>
                    <a:pt x="689637" y="1437020"/>
                  </a:lnTo>
                  <a:lnTo>
                    <a:pt x="693258" y="1435379"/>
                  </a:lnTo>
                  <a:lnTo>
                    <a:pt x="693430" y="1435300"/>
                  </a:lnTo>
                  <a:lnTo>
                    <a:pt x="695844" y="1434206"/>
                  </a:lnTo>
                  <a:lnTo>
                    <a:pt x="697741" y="1433346"/>
                  </a:lnTo>
                  <a:lnTo>
                    <a:pt x="701534" y="1431625"/>
                  </a:lnTo>
                  <a:lnTo>
                    <a:pt x="702396" y="1431234"/>
                  </a:lnTo>
                  <a:lnTo>
                    <a:pt x="703947" y="1430530"/>
                  </a:lnTo>
                  <a:lnTo>
                    <a:pt x="707568" y="1428888"/>
                  </a:lnTo>
                  <a:lnTo>
                    <a:pt x="708085" y="1428653"/>
                  </a:lnTo>
                  <a:lnTo>
                    <a:pt x="708430" y="1428497"/>
                  </a:lnTo>
                  <a:lnTo>
                    <a:pt x="709982" y="1427793"/>
                  </a:lnTo>
                  <a:lnTo>
                    <a:pt x="710327" y="1427636"/>
                  </a:lnTo>
                  <a:lnTo>
                    <a:pt x="710499" y="1427558"/>
                  </a:lnTo>
                  <a:lnTo>
                    <a:pt x="711189" y="1427245"/>
                  </a:lnTo>
                  <a:lnTo>
                    <a:pt x="711706" y="1427011"/>
                  </a:lnTo>
                  <a:lnTo>
                    <a:pt x="712568" y="1426619"/>
                  </a:lnTo>
                  <a:lnTo>
                    <a:pt x="712740" y="1426541"/>
                  </a:lnTo>
                  <a:lnTo>
                    <a:pt x="714637" y="1425681"/>
                  </a:lnTo>
                  <a:lnTo>
                    <a:pt x="715154" y="1425446"/>
                  </a:lnTo>
                  <a:lnTo>
                    <a:pt x="716361" y="1424898"/>
                  </a:lnTo>
                  <a:lnTo>
                    <a:pt x="717395" y="1424429"/>
                  </a:lnTo>
                  <a:lnTo>
                    <a:pt x="717913" y="1424194"/>
                  </a:lnTo>
                  <a:lnTo>
                    <a:pt x="718257" y="1424038"/>
                  </a:lnTo>
                  <a:lnTo>
                    <a:pt x="718947" y="1423725"/>
                  </a:lnTo>
                  <a:lnTo>
                    <a:pt x="720499" y="1423020"/>
                  </a:lnTo>
                  <a:lnTo>
                    <a:pt x="720671" y="1422942"/>
                  </a:lnTo>
                  <a:lnTo>
                    <a:pt x="721533" y="1422551"/>
                  </a:lnTo>
                  <a:lnTo>
                    <a:pt x="723085" y="1421847"/>
                  </a:lnTo>
                  <a:lnTo>
                    <a:pt x="723947" y="1421455"/>
                  </a:lnTo>
                  <a:lnTo>
                    <a:pt x="726188" y="1420438"/>
                  </a:lnTo>
                  <a:lnTo>
                    <a:pt x="726361" y="1420360"/>
                  </a:lnTo>
                  <a:lnTo>
                    <a:pt x="727568" y="1419812"/>
                  </a:lnTo>
                  <a:lnTo>
                    <a:pt x="728602" y="1419342"/>
                  </a:lnTo>
                  <a:lnTo>
                    <a:pt x="729119" y="1419107"/>
                  </a:lnTo>
                  <a:lnTo>
                    <a:pt x="729809" y="1418794"/>
                  </a:lnTo>
                  <a:lnTo>
                    <a:pt x="730326" y="1418560"/>
                  </a:lnTo>
                  <a:lnTo>
                    <a:pt x="732050" y="1417777"/>
                  </a:lnTo>
                  <a:lnTo>
                    <a:pt x="732912" y="1417385"/>
                  </a:lnTo>
                  <a:lnTo>
                    <a:pt x="735154" y="1416368"/>
                  </a:lnTo>
                  <a:lnTo>
                    <a:pt x="736188" y="1415898"/>
                  </a:lnTo>
                  <a:lnTo>
                    <a:pt x="736878" y="1415585"/>
                  </a:lnTo>
                  <a:lnTo>
                    <a:pt x="737222" y="1415428"/>
                  </a:lnTo>
                  <a:lnTo>
                    <a:pt x="739119" y="1414567"/>
                  </a:lnTo>
                  <a:lnTo>
                    <a:pt x="754636" y="1407519"/>
                  </a:lnTo>
                  <a:lnTo>
                    <a:pt x="762222" y="1404072"/>
                  </a:lnTo>
                  <a:lnTo>
                    <a:pt x="862047" y="1358631"/>
                  </a:lnTo>
                  <a:lnTo>
                    <a:pt x="865668" y="1356980"/>
                  </a:lnTo>
                  <a:lnTo>
                    <a:pt x="865840" y="1356902"/>
                  </a:lnTo>
                  <a:lnTo>
                    <a:pt x="868254" y="1355801"/>
                  </a:lnTo>
                  <a:lnTo>
                    <a:pt x="870150" y="1354936"/>
                  </a:lnTo>
                  <a:lnTo>
                    <a:pt x="873943" y="1353206"/>
                  </a:lnTo>
                  <a:lnTo>
                    <a:pt x="874805" y="1352813"/>
                  </a:lnTo>
                  <a:lnTo>
                    <a:pt x="876357" y="1352105"/>
                  </a:lnTo>
                  <a:lnTo>
                    <a:pt x="879978" y="1350453"/>
                  </a:lnTo>
                  <a:lnTo>
                    <a:pt x="880495" y="1350217"/>
                  </a:lnTo>
                  <a:lnTo>
                    <a:pt x="880840" y="1350060"/>
                  </a:lnTo>
                  <a:lnTo>
                    <a:pt x="882391" y="1349352"/>
                  </a:lnTo>
                  <a:lnTo>
                    <a:pt x="882736" y="1349194"/>
                  </a:lnTo>
                  <a:lnTo>
                    <a:pt x="882909" y="1349116"/>
                  </a:lnTo>
                  <a:lnTo>
                    <a:pt x="883598" y="1348801"/>
                  </a:lnTo>
                  <a:lnTo>
                    <a:pt x="884115" y="1348565"/>
                  </a:lnTo>
                  <a:lnTo>
                    <a:pt x="884977" y="1348172"/>
                  </a:lnTo>
                  <a:lnTo>
                    <a:pt x="885150" y="1348093"/>
                  </a:lnTo>
                  <a:lnTo>
                    <a:pt x="887046" y="1347228"/>
                  </a:lnTo>
                  <a:lnTo>
                    <a:pt x="887564" y="1346991"/>
                  </a:lnTo>
                  <a:lnTo>
                    <a:pt x="888770" y="1346441"/>
                  </a:lnTo>
                  <a:lnTo>
                    <a:pt x="889805" y="1345969"/>
                  </a:lnTo>
                  <a:lnTo>
                    <a:pt x="890322" y="1345732"/>
                  </a:lnTo>
                  <a:lnTo>
                    <a:pt x="890667" y="1345575"/>
                  </a:lnTo>
                  <a:lnTo>
                    <a:pt x="891357" y="1345260"/>
                  </a:lnTo>
                  <a:lnTo>
                    <a:pt x="892908" y="1344552"/>
                  </a:lnTo>
                  <a:lnTo>
                    <a:pt x="893081" y="1344473"/>
                  </a:lnTo>
                  <a:lnTo>
                    <a:pt x="893943" y="1344080"/>
                  </a:lnTo>
                  <a:lnTo>
                    <a:pt x="895494" y="1343372"/>
                  </a:lnTo>
                  <a:lnTo>
                    <a:pt x="896356" y="1342978"/>
                  </a:lnTo>
                  <a:lnTo>
                    <a:pt x="898598" y="1341955"/>
                  </a:lnTo>
                  <a:lnTo>
                    <a:pt x="898770" y="1341876"/>
                  </a:lnTo>
                  <a:lnTo>
                    <a:pt x="899977" y="1341325"/>
                  </a:lnTo>
                  <a:lnTo>
                    <a:pt x="901012" y="1340853"/>
                  </a:lnTo>
                  <a:lnTo>
                    <a:pt x="901529" y="1340617"/>
                  </a:lnTo>
                  <a:lnTo>
                    <a:pt x="902218" y="1340302"/>
                  </a:lnTo>
                  <a:lnTo>
                    <a:pt x="902736" y="1340065"/>
                  </a:lnTo>
                  <a:lnTo>
                    <a:pt x="904460" y="1339278"/>
                  </a:lnTo>
                  <a:lnTo>
                    <a:pt x="905322" y="1338885"/>
                  </a:lnTo>
                  <a:lnTo>
                    <a:pt x="907563" y="1337861"/>
                  </a:lnTo>
                  <a:lnTo>
                    <a:pt x="908598" y="1337389"/>
                  </a:lnTo>
                  <a:lnTo>
                    <a:pt x="909287" y="1337074"/>
                  </a:lnTo>
                  <a:lnTo>
                    <a:pt x="909632" y="1336916"/>
                  </a:lnTo>
                  <a:lnTo>
                    <a:pt x="911528" y="1336050"/>
                  </a:lnTo>
                  <a:lnTo>
                    <a:pt x="927045" y="1328960"/>
                  </a:lnTo>
                  <a:lnTo>
                    <a:pt x="934631" y="1325493"/>
                  </a:lnTo>
                  <a:lnTo>
                    <a:pt x="1034456" y="1279773"/>
                  </a:lnTo>
                  <a:lnTo>
                    <a:pt x="1038077" y="1278112"/>
                  </a:lnTo>
                  <a:lnTo>
                    <a:pt x="1038249" y="1278033"/>
                  </a:lnTo>
                  <a:lnTo>
                    <a:pt x="1040663" y="1276925"/>
                  </a:lnTo>
                  <a:lnTo>
                    <a:pt x="1042560" y="1276054"/>
                  </a:lnTo>
                  <a:lnTo>
                    <a:pt x="1046353" y="1274313"/>
                  </a:lnTo>
                  <a:lnTo>
                    <a:pt x="1047215" y="1273917"/>
                  </a:lnTo>
                  <a:lnTo>
                    <a:pt x="1048766" y="1273205"/>
                  </a:lnTo>
                  <a:lnTo>
                    <a:pt x="1052387" y="1271543"/>
                  </a:lnTo>
                  <a:lnTo>
                    <a:pt x="1052904" y="1271305"/>
                  </a:lnTo>
                  <a:lnTo>
                    <a:pt x="1053249" y="1271147"/>
                  </a:lnTo>
                  <a:lnTo>
                    <a:pt x="1054801" y="1270434"/>
                  </a:lnTo>
                  <a:lnTo>
                    <a:pt x="1055146" y="1270276"/>
                  </a:lnTo>
                  <a:lnTo>
                    <a:pt x="1055318" y="1270197"/>
                  </a:lnTo>
                  <a:lnTo>
                    <a:pt x="1056008" y="1269880"/>
                  </a:lnTo>
                  <a:lnTo>
                    <a:pt x="1056525" y="1269642"/>
                  </a:lnTo>
                  <a:lnTo>
                    <a:pt x="1057387" y="1269246"/>
                  </a:lnTo>
                  <a:lnTo>
                    <a:pt x="1057559" y="1269167"/>
                  </a:lnTo>
                  <a:lnTo>
                    <a:pt x="1059456" y="1268296"/>
                  </a:lnTo>
                  <a:lnTo>
                    <a:pt x="1059973" y="1268059"/>
                  </a:lnTo>
                  <a:lnTo>
                    <a:pt x="1061180" y="1267504"/>
                  </a:lnTo>
                  <a:lnTo>
                    <a:pt x="1062214" y="1267029"/>
                  </a:lnTo>
                  <a:lnTo>
                    <a:pt x="1062732" y="1266791"/>
                  </a:lnTo>
                  <a:lnTo>
                    <a:pt x="1063076" y="1266633"/>
                  </a:lnTo>
                  <a:lnTo>
                    <a:pt x="1063766" y="1266316"/>
                  </a:lnTo>
                  <a:lnTo>
                    <a:pt x="1065318" y="1265603"/>
                  </a:lnTo>
                  <a:lnTo>
                    <a:pt x="1065490" y="1265524"/>
                  </a:lnTo>
                  <a:lnTo>
                    <a:pt x="1066352" y="1265128"/>
                  </a:lnTo>
                  <a:lnTo>
                    <a:pt x="1067904" y="1264415"/>
                  </a:lnTo>
                  <a:lnTo>
                    <a:pt x="1068766" y="1264019"/>
                  </a:lnTo>
                  <a:lnTo>
                    <a:pt x="1071007" y="1262989"/>
                  </a:lnTo>
                  <a:lnTo>
                    <a:pt x="1071180" y="1262910"/>
                  </a:lnTo>
                  <a:lnTo>
                    <a:pt x="1072387" y="1262355"/>
                  </a:lnTo>
                  <a:lnTo>
                    <a:pt x="1073421" y="1261880"/>
                  </a:lnTo>
                  <a:lnTo>
                    <a:pt x="1073938" y="1261642"/>
                  </a:lnTo>
                  <a:lnTo>
                    <a:pt x="1074628" y="1261325"/>
                  </a:lnTo>
                  <a:lnTo>
                    <a:pt x="1075145" y="1261088"/>
                  </a:lnTo>
                  <a:lnTo>
                    <a:pt x="1076869" y="1260295"/>
                  </a:lnTo>
                  <a:lnTo>
                    <a:pt x="1077731" y="1259899"/>
                  </a:lnTo>
                  <a:lnTo>
                    <a:pt x="1079973" y="1258869"/>
                  </a:lnTo>
                  <a:lnTo>
                    <a:pt x="1081007" y="1258393"/>
                  </a:lnTo>
                  <a:lnTo>
                    <a:pt x="1081697" y="1258076"/>
                  </a:lnTo>
                  <a:lnTo>
                    <a:pt x="1082041" y="1257917"/>
                  </a:lnTo>
                  <a:lnTo>
                    <a:pt x="1083938" y="1257046"/>
                  </a:lnTo>
                  <a:lnTo>
                    <a:pt x="1099455" y="1249909"/>
                  </a:lnTo>
                  <a:lnTo>
                    <a:pt x="1107041" y="1246419"/>
                  </a:lnTo>
                  <a:lnTo>
                    <a:pt x="1206866" y="1200385"/>
                  </a:lnTo>
                  <a:lnTo>
                    <a:pt x="1210487" y="1198712"/>
                  </a:lnTo>
                  <a:lnTo>
                    <a:pt x="1210659" y="1198633"/>
                  </a:lnTo>
                  <a:lnTo>
                    <a:pt x="1213073" y="1197517"/>
                  </a:lnTo>
                  <a:lnTo>
                    <a:pt x="1214969" y="1196640"/>
                  </a:lnTo>
                  <a:lnTo>
                    <a:pt x="1218762" y="1194887"/>
                  </a:lnTo>
                  <a:lnTo>
                    <a:pt x="1219624" y="1194488"/>
                  </a:lnTo>
                  <a:lnTo>
                    <a:pt x="1221176" y="1193771"/>
                  </a:lnTo>
                  <a:lnTo>
                    <a:pt x="1224797" y="1192097"/>
                  </a:lnTo>
                  <a:lnTo>
                    <a:pt x="1225314" y="1191857"/>
                  </a:lnTo>
                  <a:lnTo>
                    <a:pt x="1225659" y="1191698"/>
                  </a:lnTo>
                  <a:lnTo>
                    <a:pt x="1227210" y="1190980"/>
                  </a:lnTo>
                  <a:lnTo>
                    <a:pt x="1227555" y="1190821"/>
                  </a:lnTo>
                  <a:lnTo>
                    <a:pt x="1227728" y="1190741"/>
                  </a:lnTo>
                  <a:lnTo>
                    <a:pt x="1228417" y="1190422"/>
                  </a:lnTo>
                  <a:lnTo>
                    <a:pt x="1228934" y="1190183"/>
                  </a:lnTo>
                  <a:lnTo>
                    <a:pt x="1229796" y="1189784"/>
                  </a:lnTo>
                  <a:lnTo>
                    <a:pt x="1229969" y="1189704"/>
                  </a:lnTo>
                  <a:lnTo>
                    <a:pt x="1231865" y="1188827"/>
                  </a:lnTo>
                  <a:lnTo>
                    <a:pt x="1232383" y="1188588"/>
                  </a:lnTo>
                  <a:lnTo>
                    <a:pt x="1233589" y="1188029"/>
                  </a:lnTo>
                  <a:lnTo>
                    <a:pt x="1234624" y="1187551"/>
                  </a:lnTo>
                  <a:lnTo>
                    <a:pt x="1235141" y="1187312"/>
                  </a:lnTo>
                  <a:lnTo>
                    <a:pt x="1235486" y="1187152"/>
                  </a:lnTo>
                  <a:lnTo>
                    <a:pt x="1236176" y="1186833"/>
                  </a:lnTo>
                  <a:lnTo>
                    <a:pt x="1237727" y="1186115"/>
                  </a:lnTo>
                  <a:lnTo>
                    <a:pt x="1237900" y="1186035"/>
                  </a:lnTo>
                  <a:lnTo>
                    <a:pt x="1238762" y="1185636"/>
                  </a:lnTo>
                  <a:lnTo>
                    <a:pt x="1240313" y="1184918"/>
                  </a:lnTo>
                  <a:lnTo>
                    <a:pt x="1241175" y="1184519"/>
                  </a:lnTo>
                  <a:lnTo>
                    <a:pt x="1243417" y="1183482"/>
                  </a:lnTo>
                  <a:lnTo>
                    <a:pt x="1243589" y="1183402"/>
                  </a:lnTo>
                  <a:lnTo>
                    <a:pt x="1244796" y="1182844"/>
                  </a:lnTo>
                  <a:lnTo>
                    <a:pt x="1245831" y="1182365"/>
                  </a:lnTo>
                  <a:lnTo>
                    <a:pt x="1246348" y="1182125"/>
                  </a:lnTo>
                  <a:lnTo>
                    <a:pt x="1247037" y="1181806"/>
                  </a:lnTo>
                  <a:lnTo>
                    <a:pt x="1247555" y="1181567"/>
                  </a:lnTo>
                  <a:lnTo>
                    <a:pt x="1249279" y="1180769"/>
                  </a:lnTo>
                  <a:lnTo>
                    <a:pt x="1250141" y="1180370"/>
                  </a:lnTo>
                  <a:lnTo>
                    <a:pt x="1252382" y="1179332"/>
                  </a:lnTo>
                  <a:lnTo>
                    <a:pt x="1253417" y="1178853"/>
                  </a:lnTo>
                  <a:lnTo>
                    <a:pt x="1254106" y="1178534"/>
                  </a:lnTo>
                  <a:lnTo>
                    <a:pt x="1254451" y="1178374"/>
                  </a:lnTo>
                  <a:lnTo>
                    <a:pt x="1256347" y="1177496"/>
                  </a:lnTo>
                  <a:lnTo>
                    <a:pt x="1271864" y="1170308"/>
                  </a:lnTo>
                  <a:lnTo>
                    <a:pt x="1279450" y="1166792"/>
                  </a:lnTo>
                  <a:lnTo>
                    <a:pt x="1379275" y="1120417"/>
                  </a:lnTo>
                  <a:lnTo>
                    <a:pt x="1382896" y="1118731"/>
                  </a:lnTo>
                  <a:lnTo>
                    <a:pt x="1383068" y="1118651"/>
                  </a:lnTo>
                  <a:lnTo>
                    <a:pt x="1385482" y="1117527"/>
                  </a:lnTo>
                  <a:lnTo>
                    <a:pt x="1387379" y="1116643"/>
                  </a:lnTo>
                  <a:lnTo>
                    <a:pt x="1391172" y="1114877"/>
                  </a:lnTo>
                  <a:lnTo>
                    <a:pt x="1392034" y="1114475"/>
                  </a:lnTo>
                  <a:lnTo>
                    <a:pt x="1393585" y="1113752"/>
                  </a:lnTo>
                  <a:lnTo>
                    <a:pt x="1397206" y="1112065"/>
                  </a:lnTo>
                  <a:lnTo>
                    <a:pt x="1397723" y="1111824"/>
                  </a:lnTo>
                  <a:lnTo>
                    <a:pt x="1398068" y="1111663"/>
                  </a:lnTo>
                  <a:lnTo>
                    <a:pt x="1399620" y="1110940"/>
                  </a:lnTo>
                  <a:lnTo>
                    <a:pt x="1399965" y="1110780"/>
                  </a:lnTo>
                  <a:lnTo>
                    <a:pt x="1400137" y="1110699"/>
                  </a:lnTo>
                  <a:lnTo>
                    <a:pt x="1400827" y="1110378"/>
                  </a:lnTo>
                  <a:lnTo>
                    <a:pt x="1401344" y="1110137"/>
                  </a:lnTo>
                  <a:lnTo>
                    <a:pt x="1402206" y="1109735"/>
                  </a:lnTo>
                  <a:lnTo>
                    <a:pt x="1402378" y="1109655"/>
                  </a:lnTo>
                  <a:lnTo>
                    <a:pt x="1404275" y="1108771"/>
                  </a:lnTo>
                  <a:lnTo>
                    <a:pt x="1404792" y="1108530"/>
                  </a:lnTo>
                  <a:lnTo>
                    <a:pt x="1405999" y="1107967"/>
                  </a:lnTo>
                  <a:lnTo>
                    <a:pt x="1407033" y="1107485"/>
                  </a:lnTo>
                  <a:lnTo>
                    <a:pt x="1407551" y="1107244"/>
                  </a:lnTo>
                  <a:lnTo>
                    <a:pt x="1407895" y="1107083"/>
                  </a:lnTo>
                  <a:lnTo>
                    <a:pt x="1408585" y="1106762"/>
                  </a:lnTo>
                  <a:lnTo>
                    <a:pt x="1410137" y="1106038"/>
                  </a:lnTo>
                  <a:lnTo>
                    <a:pt x="1410309" y="1105958"/>
                  </a:lnTo>
                  <a:lnTo>
                    <a:pt x="1411171" y="1105556"/>
                  </a:lnTo>
                  <a:lnTo>
                    <a:pt x="1412723" y="1104832"/>
                  </a:lnTo>
                  <a:lnTo>
                    <a:pt x="1413585" y="1104430"/>
                  </a:lnTo>
                  <a:lnTo>
                    <a:pt x="1415826" y="1103385"/>
                  </a:lnTo>
                  <a:lnTo>
                    <a:pt x="1415999" y="1103305"/>
                  </a:lnTo>
                  <a:lnTo>
                    <a:pt x="1417206" y="1102742"/>
                  </a:lnTo>
                  <a:lnTo>
                    <a:pt x="1418240" y="1102259"/>
                  </a:lnTo>
                  <a:lnTo>
                    <a:pt x="1418757" y="1102018"/>
                  </a:lnTo>
                  <a:lnTo>
                    <a:pt x="1419447" y="1101697"/>
                  </a:lnTo>
                  <a:lnTo>
                    <a:pt x="1419964" y="1101455"/>
                  </a:lnTo>
                  <a:lnTo>
                    <a:pt x="1421688" y="1100651"/>
                  </a:lnTo>
                  <a:lnTo>
                    <a:pt x="1422550" y="1100249"/>
                  </a:lnTo>
                  <a:lnTo>
                    <a:pt x="1424792" y="1099203"/>
                  </a:lnTo>
                  <a:lnTo>
                    <a:pt x="1425826" y="1098721"/>
                  </a:lnTo>
                  <a:lnTo>
                    <a:pt x="1426516" y="1098399"/>
                  </a:lnTo>
                  <a:lnTo>
                    <a:pt x="1426860" y="1098238"/>
                  </a:lnTo>
                  <a:lnTo>
                    <a:pt x="1428757" y="1097353"/>
                  </a:lnTo>
                  <a:lnTo>
                    <a:pt x="1444274" y="1090110"/>
                  </a:lnTo>
                  <a:lnTo>
                    <a:pt x="1451860" y="1086567"/>
                  </a:lnTo>
                  <a:lnTo>
                    <a:pt x="1551685" y="1039833"/>
                  </a:lnTo>
                  <a:lnTo>
                    <a:pt x="1555306" y="1038134"/>
                  </a:lnTo>
                  <a:lnTo>
                    <a:pt x="1555478" y="1038053"/>
                  </a:lnTo>
                  <a:lnTo>
                    <a:pt x="1557892" y="1036920"/>
                  </a:lnTo>
                  <a:lnTo>
                    <a:pt x="1559788" y="1036030"/>
                  </a:lnTo>
                  <a:lnTo>
                    <a:pt x="1563581" y="1034249"/>
                  </a:lnTo>
                  <a:lnTo>
                    <a:pt x="1564443" y="1033845"/>
                  </a:lnTo>
                  <a:lnTo>
                    <a:pt x="1565995" y="1033116"/>
                  </a:lnTo>
                  <a:lnTo>
                    <a:pt x="1569616" y="1031416"/>
                  </a:lnTo>
                  <a:lnTo>
                    <a:pt x="1570133" y="1031173"/>
                  </a:lnTo>
                  <a:lnTo>
                    <a:pt x="1570478" y="1031011"/>
                  </a:lnTo>
                  <a:lnTo>
                    <a:pt x="1572029" y="1030283"/>
                  </a:lnTo>
                  <a:lnTo>
                    <a:pt x="1572374" y="1030121"/>
                  </a:lnTo>
                  <a:lnTo>
                    <a:pt x="1572546" y="1030040"/>
                  </a:lnTo>
                  <a:lnTo>
                    <a:pt x="1573236" y="1029716"/>
                  </a:lnTo>
                  <a:lnTo>
                    <a:pt x="1573753" y="1029473"/>
                  </a:lnTo>
                  <a:lnTo>
                    <a:pt x="1574615" y="1029068"/>
                  </a:lnTo>
                  <a:lnTo>
                    <a:pt x="1574788" y="1028987"/>
                  </a:lnTo>
                  <a:lnTo>
                    <a:pt x="1576684" y="1028096"/>
                  </a:lnTo>
                  <a:lnTo>
                    <a:pt x="1577202" y="1027853"/>
                  </a:lnTo>
                  <a:lnTo>
                    <a:pt x="1578408" y="1027286"/>
                  </a:lnTo>
                  <a:lnTo>
                    <a:pt x="1579443" y="1026800"/>
                  </a:lnTo>
                  <a:lnTo>
                    <a:pt x="1579960" y="1026557"/>
                  </a:lnTo>
                  <a:lnTo>
                    <a:pt x="1580305" y="1026395"/>
                  </a:lnTo>
                  <a:lnTo>
                    <a:pt x="1580995" y="1026071"/>
                  </a:lnTo>
                  <a:lnTo>
                    <a:pt x="1582546" y="1025342"/>
                  </a:lnTo>
                  <a:lnTo>
                    <a:pt x="1582719" y="1025261"/>
                  </a:lnTo>
                  <a:lnTo>
                    <a:pt x="1583581" y="1024856"/>
                  </a:lnTo>
                  <a:lnTo>
                    <a:pt x="1585132" y="1024127"/>
                  </a:lnTo>
                  <a:lnTo>
                    <a:pt x="1585994" y="1023722"/>
                  </a:lnTo>
                  <a:lnTo>
                    <a:pt x="1588236" y="1022668"/>
                  </a:lnTo>
                  <a:lnTo>
                    <a:pt x="1588408" y="1022587"/>
                  </a:lnTo>
                  <a:lnTo>
                    <a:pt x="1589615" y="1022020"/>
                  </a:lnTo>
                  <a:lnTo>
                    <a:pt x="1590649" y="1021534"/>
                  </a:lnTo>
                  <a:lnTo>
                    <a:pt x="1591167" y="1021291"/>
                  </a:lnTo>
                  <a:lnTo>
                    <a:pt x="1591856" y="1020967"/>
                  </a:lnTo>
                  <a:lnTo>
                    <a:pt x="1592374" y="1020723"/>
                  </a:lnTo>
                  <a:lnTo>
                    <a:pt x="1594098" y="1019913"/>
                  </a:lnTo>
                  <a:lnTo>
                    <a:pt x="1594960" y="1019508"/>
                  </a:lnTo>
                  <a:lnTo>
                    <a:pt x="1597201" y="1018454"/>
                  </a:lnTo>
                  <a:lnTo>
                    <a:pt x="1598236" y="1017968"/>
                  </a:lnTo>
                  <a:lnTo>
                    <a:pt x="1598925" y="1017643"/>
                  </a:lnTo>
                  <a:lnTo>
                    <a:pt x="1599270" y="1017481"/>
                  </a:lnTo>
                  <a:lnTo>
                    <a:pt x="1601166" y="1016589"/>
                  </a:lnTo>
                  <a:lnTo>
                    <a:pt x="1616683" y="1009290"/>
                  </a:lnTo>
                  <a:lnTo>
                    <a:pt x="1624269" y="1005719"/>
                  </a:lnTo>
                  <a:lnTo>
                    <a:pt x="1724094" y="958622"/>
                  </a:lnTo>
                  <a:lnTo>
                    <a:pt x="1727715" y="956910"/>
                  </a:lnTo>
                  <a:lnTo>
                    <a:pt x="1727887" y="956828"/>
                  </a:lnTo>
                  <a:lnTo>
                    <a:pt x="1730301" y="955687"/>
                  </a:lnTo>
                  <a:lnTo>
                    <a:pt x="1732198" y="954790"/>
                  </a:lnTo>
                  <a:lnTo>
                    <a:pt x="1735991" y="952995"/>
                  </a:lnTo>
                  <a:lnTo>
                    <a:pt x="1736853" y="952587"/>
                  </a:lnTo>
                  <a:lnTo>
                    <a:pt x="1738404" y="951853"/>
                  </a:lnTo>
                  <a:lnTo>
                    <a:pt x="1742025" y="950140"/>
                  </a:lnTo>
                  <a:lnTo>
                    <a:pt x="1742542" y="949895"/>
                  </a:lnTo>
                  <a:lnTo>
                    <a:pt x="1742887" y="949732"/>
                  </a:lnTo>
                  <a:lnTo>
                    <a:pt x="1744439" y="948998"/>
                  </a:lnTo>
                  <a:lnTo>
                    <a:pt x="1744784" y="948835"/>
                  </a:lnTo>
                  <a:lnTo>
                    <a:pt x="1744956" y="948753"/>
                  </a:lnTo>
                  <a:lnTo>
                    <a:pt x="1745646" y="948427"/>
                  </a:lnTo>
                  <a:lnTo>
                    <a:pt x="1746163" y="948182"/>
                  </a:lnTo>
                  <a:lnTo>
                    <a:pt x="1747025" y="947774"/>
                  </a:lnTo>
                  <a:lnTo>
                    <a:pt x="1747197" y="947692"/>
                  </a:lnTo>
                  <a:lnTo>
                    <a:pt x="1749094" y="946795"/>
                  </a:lnTo>
                  <a:lnTo>
                    <a:pt x="1749611" y="946550"/>
                  </a:lnTo>
                  <a:lnTo>
                    <a:pt x="1750818" y="945978"/>
                  </a:lnTo>
                  <a:lnTo>
                    <a:pt x="1751852" y="945489"/>
                  </a:lnTo>
                  <a:lnTo>
                    <a:pt x="1752370" y="945244"/>
                  </a:lnTo>
                  <a:lnTo>
                    <a:pt x="1752714" y="945081"/>
                  </a:lnTo>
                  <a:lnTo>
                    <a:pt x="1753404" y="944754"/>
                  </a:lnTo>
                  <a:lnTo>
                    <a:pt x="1754956" y="944019"/>
                  </a:lnTo>
                  <a:lnTo>
                    <a:pt x="1755128" y="943938"/>
                  </a:lnTo>
                  <a:lnTo>
                    <a:pt x="1755990" y="943530"/>
                  </a:lnTo>
                  <a:lnTo>
                    <a:pt x="1757542" y="942795"/>
                  </a:lnTo>
                  <a:lnTo>
                    <a:pt x="1758404" y="942387"/>
                  </a:lnTo>
                  <a:lnTo>
                    <a:pt x="1760645" y="941325"/>
                  </a:lnTo>
                  <a:lnTo>
                    <a:pt x="1760818" y="941244"/>
                  </a:lnTo>
                  <a:lnTo>
                    <a:pt x="1762025" y="940672"/>
                  </a:lnTo>
                  <a:lnTo>
                    <a:pt x="1763059" y="940182"/>
                  </a:lnTo>
                  <a:lnTo>
                    <a:pt x="1763576" y="939937"/>
                  </a:lnTo>
                  <a:lnTo>
                    <a:pt x="1764266" y="939610"/>
                  </a:lnTo>
                  <a:lnTo>
                    <a:pt x="1764783" y="939365"/>
                  </a:lnTo>
                  <a:lnTo>
                    <a:pt x="1766507" y="938549"/>
                  </a:lnTo>
                  <a:lnTo>
                    <a:pt x="1767369" y="938140"/>
                  </a:lnTo>
                  <a:lnTo>
                    <a:pt x="1769611" y="937079"/>
                  </a:lnTo>
                  <a:lnTo>
                    <a:pt x="1770645" y="936588"/>
                  </a:lnTo>
                  <a:lnTo>
                    <a:pt x="1771335" y="936262"/>
                  </a:lnTo>
                  <a:lnTo>
                    <a:pt x="1771679" y="936098"/>
                  </a:lnTo>
                  <a:lnTo>
                    <a:pt x="1773576" y="935200"/>
                  </a:lnTo>
                  <a:lnTo>
                    <a:pt x="1789093" y="927844"/>
                  </a:lnTo>
                  <a:lnTo>
                    <a:pt x="1796679" y="924247"/>
                  </a:lnTo>
                  <a:lnTo>
                    <a:pt x="1896504" y="876797"/>
                  </a:lnTo>
                  <a:lnTo>
                    <a:pt x="1900125" y="875072"/>
                  </a:lnTo>
                  <a:lnTo>
                    <a:pt x="1900297" y="874990"/>
                  </a:lnTo>
                  <a:lnTo>
                    <a:pt x="1902711" y="873840"/>
                  </a:lnTo>
                  <a:lnTo>
                    <a:pt x="1904607" y="872937"/>
                  </a:lnTo>
                  <a:lnTo>
                    <a:pt x="1908400" y="871129"/>
                  </a:lnTo>
                  <a:lnTo>
                    <a:pt x="1909262" y="870718"/>
                  </a:lnTo>
                  <a:lnTo>
                    <a:pt x="1910814" y="869979"/>
                  </a:lnTo>
                  <a:lnTo>
                    <a:pt x="1914435" y="868253"/>
                  </a:lnTo>
                  <a:lnTo>
                    <a:pt x="1914952" y="868007"/>
                  </a:lnTo>
                  <a:lnTo>
                    <a:pt x="1915297" y="867842"/>
                  </a:lnTo>
                  <a:lnTo>
                    <a:pt x="1916848" y="867103"/>
                  </a:lnTo>
                  <a:lnTo>
                    <a:pt x="1917193" y="866938"/>
                  </a:lnTo>
                  <a:lnTo>
                    <a:pt x="1917365" y="866856"/>
                  </a:lnTo>
                  <a:lnTo>
                    <a:pt x="1918055" y="866527"/>
                  </a:lnTo>
                  <a:lnTo>
                    <a:pt x="1918572" y="866281"/>
                  </a:lnTo>
                  <a:lnTo>
                    <a:pt x="1919434" y="865870"/>
                  </a:lnTo>
                  <a:lnTo>
                    <a:pt x="1919607" y="865787"/>
                  </a:lnTo>
                  <a:lnTo>
                    <a:pt x="1921503" y="864883"/>
                  </a:lnTo>
                  <a:lnTo>
                    <a:pt x="1922021" y="864637"/>
                  </a:lnTo>
                  <a:lnTo>
                    <a:pt x="1923227" y="864061"/>
                  </a:lnTo>
                  <a:lnTo>
                    <a:pt x="1924262" y="863568"/>
                  </a:lnTo>
                  <a:lnTo>
                    <a:pt x="1924779" y="863321"/>
                  </a:lnTo>
                  <a:lnTo>
                    <a:pt x="1925124" y="863157"/>
                  </a:lnTo>
                  <a:lnTo>
                    <a:pt x="1925814" y="862828"/>
                  </a:lnTo>
                  <a:lnTo>
                    <a:pt x="1927365" y="862088"/>
                  </a:lnTo>
                  <a:lnTo>
                    <a:pt x="1927538" y="862006"/>
                  </a:lnTo>
                  <a:lnTo>
                    <a:pt x="1928400" y="861595"/>
                  </a:lnTo>
                  <a:lnTo>
                    <a:pt x="1929951" y="860855"/>
                  </a:lnTo>
                  <a:lnTo>
                    <a:pt x="1930813" y="860443"/>
                  </a:lnTo>
                  <a:lnTo>
                    <a:pt x="1933055" y="859374"/>
                  </a:lnTo>
                  <a:lnTo>
                    <a:pt x="1933227" y="859292"/>
                  </a:lnTo>
                  <a:lnTo>
                    <a:pt x="1934434" y="858716"/>
                  </a:lnTo>
                  <a:lnTo>
                    <a:pt x="1935468" y="858223"/>
                  </a:lnTo>
                  <a:lnTo>
                    <a:pt x="1935986" y="857976"/>
                  </a:lnTo>
                  <a:lnTo>
                    <a:pt x="1936675" y="857647"/>
                  </a:lnTo>
                  <a:lnTo>
                    <a:pt x="1937193" y="857400"/>
                  </a:lnTo>
                  <a:lnTo>
                    <a:pt x="1938917" y="856578"/>
                  </a:lnTo>
                  <a:lnTo>
                    <a:pt x="1939779" y="856166"/>
                  </a:lnTo>
                  <a:lnTo>
                    <a:pt x="1942020" y="855097"/>
                  </a:lnTo>
                  <a:lnTo>
                    <a:pt x="1943054" y="854603"/>
                  </a:lnTo>
                  <a:lnTo>
                    <a:pt x="1943744" y="854274"/>
                  </a:lnTo>
                  <a:lnTo>
                    <a:pt x="1944089" y="854110"/>
                  </a:lnTo>
                  <a:lnTo>
                    <a:pt x="1945985" y="853204"/>
                  </a:lnTo>
                  <a:lnTo>
                    <a:pt x="1961502" y="845796"/>
                  </a:lnTo>
                  <a:lnTo>
                    <a:pt x="1969088" y="842173"/>
                  </a:lnTo>
                  <a:lnTo>
                    <a:pt x="2068913" y="794394"/>
                  </a:lnTo>
                  <a:lnTo>
                    <a:pt x="2072534" y="792658"/>
                  </a:lnTo>
                  <a:lnTo>
                    <a:pt x="2072706" y="792575"/>
                  </a:lnTo>
                  <a:lnTo>
                    <a:pt x="2075120" y="791417"/>
                  </a:lnTo>
                  <a:lnTo>
                    <a:pt x="2077017" y="790508"/>
                  </a:lnTo>
                  <a:lnTo>
                    <a:pt x="2080810" y="788688"/>
                  </a:lnTo>
                  <a:lnTo>
                    <a:pt x="2081672" y="788275"/>
                  </a:lnTo>
                  <a:lnTo>
                    <a:pt x="2083223" y="787530"/>
                  </a:lnTo>
                  <a:lnTo>
                    <a:pt x="2086844" y="785793"/>
                  </a:lnTo>
                  <a:lnTo>
                    <a:pt x="2087361" y="785545"/>
                  </a:lnTo>
                  <a:lnTo>
                    <a:pt x="2087706" y="785379"/>
                  </a:lnTo>
                  <a:lnTo>
                    <a:pt x="2089258" y="784635"/>
                  </a:lnTo>
                  <a:lnTo>
                    <a:pt x="2089603" y="784469"/>
                  </a:lnTo>
                  <a:lnTo>
                    <a:pt x="2089775" y="784387"/>
                  </a:lnTo>
                  <a:lnTo>
                    <a:pt x="2090465" y="784056"/>
                  </a:lnTo>
                  <a:lnTo>
                    <a:pt x="2090982" y="783807"/>
                  </a:lnTo>
                  <a:lnTo>
                    <a:pt x="2091844" y="783394"/>
                  </a:lnTo>
                  <a:lnTo>
                    <a:pt x="2092016" y="783311"/>
                  </a:lnTo>
                  <a:lnTo>
                    <a:pt x="2093913" y="782401"/>
                  </a:lnTo>
                  <a:lnTo>
                    <a:pt x="2094430" y="782152"/>
                  </a:lnTo>
                  <a:lnTo>
                    <a:pt x="2095637" y="781573"/>
                  </a:lnTo>
                  <a:lnTo>
                    <a:pt x="2096671" y="781077"/>
                  </a:lnTo>
                  <a:lnTo>
                    <a:pt x="2097189" y="780828"/>
                  </a:lnTo>
                  <a:lnTo>
                    <a:pt x="2097533" y="780663"/>
                  </a:lnTo>
                  <a:lnTo>
                    <a:pt x="2098223" y="780332"/>
                  </a:lnTo>
                  <a:lnTo>
                    <a:pt x="2099775" y="779587"/>
                  </a:lnTo>
                  <a:lnTo>
                    <a:pt x="2099947" y="779504"/>
                  </a:lnTo>
                  <a:lnTo>
                    <a:pt x="2100809" y="779090"/>
                  </a:lnTo>
                  <a:lnTo>
                    <a:pt x="2102361" y="778345"/>
                  </a:lnTo>
                  <a:lnTo>
                    <a:pt x="2103223" y="777931"/>
                  </a:lnTo>
                  <a:lnTo>
                    <a:pt x="2105464" y="776855"/>
                  </a:lnTo>
                  <a:lnTo>
                    <a:pt x="2105637" y="776772"/>
                  </a:lnTo>
                  <a:lnTo>
                    <a:pt x="2106844" y="776193"/>
                  </a:lnTo>
                  <a:lnTo>
                    <a:pt x="2107878" y="775696"/>
                  </a:lnTo>
                  <a:lnTo>
                    <a:pt x="2108395" y="775448"/>
                  </a:lnTo>
                  <a:lnTo>
                    <a:pt x="2109085" y="775117"/>
                  </a:lnTo>
                  <a:lnTo>
                    <a:pt x="2109602" y="774868"/>
                  </a:lnTo>
                  <a:lnTo>
                    <a:pt x="2111326" y="774040"/>
                  </a:lnTo>
                  <a:lnTo>
                    <a:pt x="2112188" y="773626"/>
                  </a:lnTo>
                  <a:lnTo>
                    <a:pt x="2114430" y="772550"/>
                  </a:lnTo>
                  <a:lnTo>
                    <a:pt x="2115464" y="772053"/>
                  </a:lnTo>
                  <a:lnTo>
                    <a:pt x="2116154" y="771721"/>
                  </a:lnTo>
                  <a:lnTo>
                    <a:pt x="2116498" y="771556"/>
                  </a:lnTo>
                  <a:lnTo>
                    <a:pt x="2118395" y="770645"/>
                  </a:lnTo>
                  <a:lnTo>
                    <a:pt x="2133912" y="763189"/>
                  </a:lnTo>
                  <a:lnTo>
                    <a:pt x="2141498" y="759542"/>
                  </a:lnTo>
                  <a:lnTo>
                    <a:pt x="2241323" y="711465"/>
                  </a:lnTo>
                  <a:lnTo>
                    <a:pt x="2244944" y="709719"/>
                  </a:lnTo>
                  <a:lnTo>
                    <a:pt x="2245116" y="709635"/>
                  </a:lnTo>
                  <a:lnTo>
                    <a:pt x="2247530" y="708471"/>
                  </a:lnTo>
                  <a:lnTo>
                    <a:pt x="2249426" y="707556"/>
                  </a:lnTo>
                  <a:lnTo>
                    <a:pt x="2253219" y="705725"/>
                  </a:lnTo>
                  <a:lnTo>
                    <a:pt x="2254081" y="705309"/>
                  </a:lnTo>
                  <a:lnTo>
                    <a:pt x="2255633" y="704560"/>
                  </a:lnTo>
                  <a:lnTo>
                    <a:pt x="2259254" y="702813"/>
                  </a:lnTo>
                  <a:lnTo>
                    <a:pt x="2259771" y="702563"/>
                  </a:lnTo>
                  <a:lnTo>
                    <a:pt x="2260116" y="702397"/>
                  </a:lnTo>
                  <a:lnTo>
                    <a:pt x="2261667" y="701648"/>
                  </a:lnTo>
                  <a:lnTo>
                    <a:pt x="2262012" y="701481"/>
                  </a:lnTo>
                  <a:lnTo>
                    <a:pt x="2262184" y="701398"/>
                  </a:lnTo>
                  <a:lnTo>
                    <a:pt x="2262874" y="701065"/>
                  </a:lnTo>
                  <a:lnTo>
                    <a:pt x="2263391" y="700816"/>
                  </a:lnTo>
                  <a:lnTo>
                    <a:pt x="2264253" y="700399"/>
                  </a:lnTo>
                  <a:lnTo>
                    <a:pt x="2264426" y="700316"/>
                  </a:lnTo>
                  <a:lnTo>
                    <a:pt x="2266322" y="699401"/>
                  </a:lnTo>
                  <a:lnTo>
                    <a:pt x="2266840" y="699151"/>
                  </a:lnTo>
                  <a:lnTo>
                    <a:pt x="2268046" y="698568"/>
                  </a:lnTo>
                  <a:lnTo>
                    <a:pt x="2269081" y="698069"/>
                  </a:lnTo>
                  <a:lnTo>
                    <a:pt x="2269598" y="697819"/>
                  </a:lnTo>
                  <a:lnTo>
                    <a:pt x="2269943" y="697652"/>
                  </a:lnTo>
                  <a:lnTo>
                    <a:pt x="2270633" y="697319"/>
                  </a:lnTo>
                  <a:lnTo>
                    <a:pt x="2272184" y="696570"/>
                  </a:lnTo>
                  <a:lnTo>
                    <a:pt x="2272357" y="696487"/>
                  </a:lnTo>
                  <a:lnTo>
                    <a:pt x="2273219" y="696071"/>
                  </a:lnTo>
                  <a:lnTo>
                    <a:pt x="2274770" y="695321"/>
                  </a:lnTo>
                  <a:lnTo>
                    <a:pt x="2275632" y="694905"/>
                  </a:lnTo>
                  <a:lnTo>
                    <a:pt x="2277874" y="693823"/>
                  </a:lnTo>
                  <a:lnTo>
                    <a:pt x="2278046" y="693739"/>
                  </a:lnTo>
                  <a:lnTo>
                    <a:pt x="2279253" y="693156"/>
                  </a:lnTo>
                  <a:lnTo>
                    <a:pt x="2280287" y="692657"/>
                  </a:lnTo>
                  <a:lnTo>
                    <a:pt x="2280805" y="692407"/>
                  </a:lnTo>
                  <a:lnTo>
                    <a:pt x="2281494" y="692074"/>
                  </a:lnTo>
                  <a:lnTo>
                    <a:pt x="2282012" y="691824"/>
                  </a:lnTo>
                  <a:lnTo>
                    <a:pt x="2283736" y="690991"/>
                  </a:lnTo>
                  <a:lnTo>
                    <a:pt x="2284598" y="690575"/>
                  </a:lnTo>
                  <a:lnTo>
                    <a:pt x="2286839" y="689492"/>
                  </a:lnTo>
                  <a:lnTo>
                    <a:pt x="2287873" y="688992"/>
                  </a:lnTo>
                  <a:lnTo>
                    <a:pt x="2288563" y="688659"/>
                  </a:lnTo>
                  <a:lnTo>
                    <a:pt x="2288908" y="688492"/>
                  </a:lnTo>
                  <a:lnTo>
                    <a:pt x="2290804" y="687576"/>
                  </a:lnTo>
                  <a:lnTo>
                    <a:pt x="2306321" y="680077"/>
                  </a:lnTo>
                  <a:lnTo>
                    <a:pt x="2313907" y="676410"/>
                  </a:lnTo>
                  <a:lnTo>
                    <a:pt x="2413732" y="628071"/>
                  </a:lnTo>
                  <a:lnTo>
                    <a:pt x="2417353" y="626316"/>
                  </a:lnTo>
                  <a:lnTo>
                    <a:pt x="2417525" y="626232"/>
                  </a:lnTo>
                  <a:lnTo>
                    <a:pt x="2419939" y="625061"/>
                  </a:lnTo>
                  <a:lnTo>
                    <a:pt x="2421836" y="624141"/>
                  </a:lnTo>
                  <a:lnTo>
                    <a:pt x="2425629" y="622302"/>
                  </a:lnTo>
                  <a:lnTo>
                    <a:pt x="2426491" y="621883"/>
                  </a:lnTo>
                  <a:lnTo>
                    <a:pt x="2428042" y="621131"/>
                  </a:lnTo>
                  <a:lnTo>
                    <a:pt x="2431663" y="619374"/>
                  </a:lnTo>
                  <a:lnTo>
                    <a:pt x="2432180" y="619123"/>
                  </a:lnTo>
                  <a:lnTo>
                    <a:pt x="2432525" y="618956"/>
                  </a:lnTo>
                  <a:lnTo>
                    <a:pt x="2434077" y="618203"/>
                  </a:lnTo>
                  <a:lnTo>
                    <a:pt x="2434422" y="618036"/>
                  </a:lnTo>
                  <a:lnTo>
                    <a:pt x="2434594" y="617952"/>
                  </a:lnTo>
                  <a:lnTo>
                    <a:pt x="2435284" y="617618"/>
                  </a:lnTo>
                  <a:lnTo>
                    <a:pt x="2435801" y="617367"/>
                  </a:lnTo>
                  <a:lnTo>
                    <a:pt x="2436663" y="616948"/>
                  </a:lnTo>
                  <a:lnTo>
                    <a:pt x="2436835" y="616865"/>
                  </a:lnTo>
                  <a:lnTo>
                    <a:pt x="2438732" y="615944"/>
                  </a:lnTo>
                  <a:lnTo>
                    <a:pt x="2439249" y="615693"/>
                  </a:lnTo>
                  <a:lnTo>
                    <a:pt x="2440456" y="615108"/>
                  </a:lnTo>
                  <a:lnTo>
                    <a:pt x="2441490" y="614606"/>
                  </a:lnTo>
                  <a:lnTo>
                    <a:pt x="2442008" y="614355"/>
                  </a:lnTo>
                  <a:lnTo>
                    <a:pt x="2442352" y="614187"/>
                  </a:lnTo>
                  <a:lnTo>
                    <a:pt x="2443042" y="613853"/>
                  </a:lnTo>
                  <a:lnTo>
                    <a:pt x="2444594" y="613100"/>
                  </a:lnTo>
                  <a:lnTo>
                    <a:pt x="2444766" y="613016"/>
                  </a:lnTo>
                  <a:lnTo>
                    <a:pt x="2445628" y="612597"/>
                  </a:lnTo>
                  <a:lnTo>
                    <a:pt x="2447180" y="611844"/>
                  </a:lnTo>
                  <a:lnTo>
                    <a:pt x="2448042" y="611426"/>
                  </a:lnTo>
                  <a:lnTo>
                    <a:pt x="2450283" y="610338"/>
                  </a:lnTo>
                  <a:lnTo>
                    <a:pt x="2450456" y="610254"/>
                  </a:lnTo>
                  <a:lnTo>
                    <a:pt x="2451662" y="609668"/>
                  </a:lnTo>
                  <a:lnTo>
                    <a:pt x="2452697" y="609166"/>
                  </a:lnTo>
                  <a:lnTo>
                    <a:pt x="2453214" y="608915"/>
                  </a:lnTo>
                  <a:lnTo>
                    <a:pt x="2453904" y="608580"/>
                  </a:lnTo>
                  <a:lnTo>
                    <a:pt x="2454421" y="608329"/>
                  </a:lnTo>
                  <a:lnTo>
                    <a:pt x="2456145" y="607492"/>
                  </a:lnTo>
                  <a:lnTo>
                    <a:pt x="2457007" y="607074"/>
                  </a:lnTo>
                  <a:lnTo>
                    <a:pt x="2459249" y="605986"/>
                  </a:lnTo>
                  <a:lnTo>
                    <a:pt x="2460283" y="605483"/>
                  </a:lnTo>
                  <a:lnTo>
                    <a:pt x="2460973" y="605149"/>
                  </a:lnTo>
                  <a:lnTo>
                    <a:pt x="2461317" y="604981"/>
                  </a:lnTo>
                  <a:lnTo>
                    <a:pt x="2463214" y="604060"/>
                  </a:lnTo>
                  <a:lnTo>
                    <a:pt x="2478731" y="596524"/>
                  </a:lnTo>
                  <a:lnTo>
                    <a:pt x="2486317" y="592838"/>
                  </a:lnTo>
                  <a:lnTo>
                    <a:pt x="2586142" y="544275"/>
                  </a:lnTo>
                  <a:lnTo>
                    <a:pt x="2589763" y="542511"/>
                  </a:lnTo>
                  <a:lnTo>
                    <a:pt x="2589935" y="542427"/>
                  </a:lnTo>
                  <a:lnTo>
                    <a:pt x="2592349" y="541251"/>
                  </a:lnTo>
                  <a:lnTo>
                    <a:pt x="2594245" y="540327"/>
                  </a:lnTo>
                  <a:lnTo>
                    <a:pt x="2598038" y="538479"/>
                  </a:lnTo>
                  <a:lnTo>
                    <a:pt x="2598900" y="538059"/>
                  </a:lnTo>
                  <a:lnTo>
                    <a:pt x="2600452" y="537303"/>
                  </a:lnTo>
                  <a:lnTo>
                    <a:pt x="2604072" y="535539"/>
                  </a:lnTo>
                  <a:lnTo>
                    <a:pt x="2604590" y="535287"/>
                  </a:lnTo>
                  <a:lnTo>
                    <a:pt x="2604935" y="535119"/>
                  </a:lnTo>
                  <a:lnTo>
                    <a:pt x="2606486" y="534363"/>
                  </a:lnTo>
                  <a:lnTo>
                    <a:pt x="2606831" y="534195"/>
                  </a:lnTo>
                  <a:lnTo>
                    <a:pt x="2607003" y="534111"/>
                  </a:lnTo>
                  <a:lnTo>
                    <a:pt x="2607693" y="533775"/>
                  </a:lnTo>
                  <a:lnTo>
                    <a:pt x="2608210" y="533523"/>
                  </a:lnTo>
                  <a:lnTo>
                    <a:pt x="2609072" y="533103"/>
                  </a:lnTo>
                  <a:lnTo>
                    <a:pt x="2609245" y="533019"/>
                  </a:lnTo>
                  <a:lnTo>
                    <a:pt x="2611141" y="532094"/>
                  </a:lnTo>
                  <a:lnTo>
                    <a:pt x="2611659" y="531842"/>
                  </a:lnTo>
                  <a:lnTo>
                    <a:pt x="2612865" y="531254"/>
                  </a:lnTo>
                  <a:lnTo>
                    <a:pt x="2613900" y="530750"/>
                  </a:lnTo>
                  <a:lnTo>
                    <a:pt x="2614417" y="530498"/>
                  </a:lnTo>
                  <a:lnTo>
                    <a:pt x="2614762" y="530330"/>
                  </a:lnTo>
                  <a:lnTo>
                    <a:pt x="2615452" y="529993"/>
                  </a:lnTo>
                  <a:lnTo>
                    <a:pt x="2617003" y="529237"/>
                  </a:lnTo>
                  <a:lnTo>
                    <a:pt x="2617176" y="529153"/>
                  </a:lnTo>
                  <a:lnTo>
                    <a:pt x="2618038" y="528733"/>
                  </a:lnTo>
                  <a:lnTo>
                    <a:pt x="2619589" y="527977"/>
                  </a:lnTo>
                  <a:lnTo>
                    <a:pt x="2620451" y="527556"/>
                  </a:lnTo>
                  <a:lnTo>
                    <a:pt x="2622693" y="526464"/>
                  </a:lnTo>
                  <a:lnTo>
                    <a:pt x="2622865" y="526380"/>
                  </a:lnTo>
                  <a:lnTo>
                    <a:pt x="2624072" y="525791"/>
                  </a:lnTo>
                  <a:lnTo>
                    <a:pt x="2625106" y="525287"/>
                  </a:lnTo>
                  <a:lnTo>
                    <a:pt x="2625624" y="525035"/>
                  </a:lnTo>
                  <a:lnTo>
                    <a:pt x="2626313" y="524699"/>
                  </a:lnTo>
                  <a:lnTo>
                    <a:pt x="2626831" y="524446"/>
                  </a:lnTo>
                  <a:lnTo>
                    <a:pt x="2628555" y="523606"/>
                  </a:lnTo>
                  <a:lnTo>
                    <a:pt x="2629417" y="523185"/>
                  </a:lnTo>
                  <a:lnTo>
                    <a:pt x="2631658" y="522093"/>
                  </a:lnTo>
                  <a:lnTo>
                    <a:pt x="2632692" y="521588"/>
                  </a:lnTo>
                  <a:lnTo>
                    <a:pt x="2633382" y="521252"/>
                  </a:lnTo>
                  <a:lnTo>
                    <a:pt x="2633727" y="521084"/>
                  </a:lnTo>
                  <a:lnTo>
                    <a:pt x="2635623" y="520159"/>
                  </a:lnTo>
                  <a:lnTo>
                    <a:pt x="2651140" y="512591"/>
                  </a:lnTo>
                  <a:lnTo>
                    <a:pt x="2658726" y="508890"/>
                  </a:lnTo>
                  <a:lnTo>
                    <a:pt x="2758551" y="460134"/>
                  </a:lnTo>
                  <a:lnTo>
                    <a:pt x="2762172" y="458364"/>
                  </a:lnTo>
                  <a:lnTo>
                    <a:pt x="2762344" y="458280"/>
                  </a:lnTo>
                  <a:lnTo>
                    <a:pt x="2764758" y="457100"/>
                  </a:lnTo>
                  <a:lnTo>
                    <a:pt x="2766655" y="456172"/>
                  </a:lnTo>
                  <a:lnTo>
                    <a:pt x="2770448" y="454317"/>
                  </a:lnTo>
                  <a:lnTo>
                    <a:pt x="2771310" y="453896"/>
                  </a:lnTo>
                  <a:lnTo>
                    <a:pt x="2772861" y="453137"/>
                  </a:lnTo>
                  <a:lnTo>
                    <a:pt x="2776482" y="451366"/>
                  </a:lnTo>
                  <a:lnTo>
                    <a:pt x="2776999" y="451113"/>
                  </a:lnTo>
                  <a:lnTo>
                    <a:pt x="2777344" y="450945"/>
                  </a:lnTo>
                  <a:lnTo>
                    <a:pt x="2778896" y="450186"/>
                  </a:lnTo>
                  <a:lnTo>
                    <a:pt x="2779241" y="450017"/>
                  </a:lnTo>
                  <a:lnTo>
                    <a:pt x="2779413" y="449933"/>
                  </a:lnTo>
                  <a:lnTo>
                    <a:pt x="2780103" y="449595"/>
                  </a:lnTo>
                  <a:lnTo>
                    <a:pt x="2780620" y="449342"/>
                  </a:lnTo>
                  <a:lnTo>
                    <a:pt x="2781482" y="448921"/>
                  </a:lnTo>
                  <a:lnTo>
                    <a:pt x="2781654" y="448836"/>
                  </a:lnTo>
                  <a:lnTo>
                    <a:pt x="2783551" y="447909"/>
                  </a:lnTo>
                  <a:lnTo>
                    <a:pt x="2784068" y="447656"/>
                  </a:lnTo>
                  <a:lnTo>
                    <a:pt x="2785275" y="447065"/>
                  </a:lnTo>
                  <a:lnTo>
                    <a:pt x="2786309" y="446559"/>
                  </a:lnTo>
                  <a:lnTo>
                    <a:pt x="2786827" y="446306"/>
                  </a:lnTo>
                  <a:lnTo>
                    <a:pt x="2787171" y="446138"/>
                  </a:lnTo>
                  <a:lnTo>
                    <a:pt x="2787861" y="445800"/>
                  </a:lnTo>
                  <a:lnTo>
                    <a:pt x="2789413" y="445041"/>
                  </a:lnTo>
                  <a:lnTo>
                    <a:pt x="2789585" y="444957"/>
                  </a:lnTo>
                  <a:lnTo>
                    <a:pt x="2790447" y="444535"/>
                  </a:lnTo>
                  <a:lnTo>
                    <a:pt x="2791999" y="443776"/>
                  </a:lnTo>
                  <a:lnTo>
                    <a:pt x="2792861" y="443354"/>
                  </a:lnTo>
                  <a:lnTo>
                    <a:pt x="2795102" y="442258"/>
                  </a:lnTo>
                  <a:lnTo>
                    <a:pt x="2795275" y="442173"/>
                  </a:lnTo>
                  <a:lnTo>
                    <a:pt x="2796481" y="441583"/>
                  </a:lnTo>
                  <a:lnTo>
                    <a:pt x="2797516" y="441077"/>
                  </a:lnTo>
                  <a:lnTo>
                    <a:pt x="2798033" y="440824"/>
                  </a:lnTo>
                  <a:lnTo>
                    <a:pt x="2798723" y="440486"/>
                  </a:lnTo>
                  <a:lnTo>
                    <a:pt x="2799240" y="440233"/>
                  </a:lnTo>
                  <a:lnTo>
                    <a:pt x="2800964" y="439390"/>
                  </a:lnTo>
                  <a:lnTo>
                    <a:pt x="2801826" y="438968"/>
                  </a:lnTo>
                  <a:lnTo>
                    <a:pt x="2804068" y="437871"/>
                  </a:lnTo>
                  <a:lnTo>
                    <a:pt x="2805102" y="437365"/>
                  </a:lnTo>
                  <a:lnTo>
                    <a:pt x="2805792" y="437027"/>
                  </a:lnTo>
                  <a:lnTo>
                    <a:pt x="2806136" y="436859"/>
                  </a:lnTo>
                  <a:lnTo>
                    <a:pt x="2808033" y="435930"/>
                  </a:lnTo>
                  <a:lnTo>
                    <a:pt x="2823550" y="428336"/>
                  </a:lnTo>
                  <a:lnTo>
                    <a:pt x="2831136" y="424622"/>
                  </a:lnTo>
                  <a:lnTo>
                    <a:pt x="2930961" y="375704"/>
                  </a:lnTo>
                  <a:lnTo>
                    <a:pt x="2934581" y="373928"/>
                  </a:lnTo>
                  <a:lnTo>
                    <a:pt x="2934754" y="373844"/>
                  </a:lnTo>
                  <a:lnTo>
                    <a:pt x="2937168" y="372660"/>
                  </a:lnTo>
                  <a:lnTo>
                    <a:pt x="2939064" y="371729"/>
                  </a:lnTo>
                  <a:lnTo>
                    <a:pt x="2942857" y="369869"/>
                  </a:lnTo>
                  <a:lnTo>
                    <a:pt x="2943719" y="369446"/>
                  </a:lnTo>
                  <a:lnTo>
                    <a:pt x="2945271" y="368685"/>
                  </a:lnTo>
                  <a:lnTo>
                    <a:pt x="2948891" y="366909"/>
                  </a:lnTo>
                  <a:lnTo>
                    <a:pt x="2949409" y="366655"/>
                  </a:lnTo>
                  <a:lnTo>
                    <a:pt x="2949754" y="366486"/>
                  </a:lnTo>
                  <a:lnTo>
                    <a:pt x="2951305" y="365724"/>
                  </a:lnTo>
                  <a:lnTo>
                    <a:pt x="2951650" y="365555"/>
                  </a:lnTo>
                  <a:lnTo>
                    <a:pt x="2951822" y="365471"/>
                  </a:lnTo>
                  <a:lnTo>
                    <a:pt x="2952512" y="365132"/>
                  </a:lnTo>
                  <a:lnTo>
                    <a:pt x="2953029" y="364878"/>
                  </a:lnTo>
                  <a:lnTo>
                    <a:pt x="2953891" y="364455"/>
                  </a:lnTo>
                  <a:lnTo>
                    <a:pt x="2954064" y="364371"/>
                  </a:lnTo>
                  <a:lnTo>
                    <a:pt x="2955960" y="363440"/>
                  </a:lnTo>
                  <a:lnTo>
                    <a:pt x="2956477" y="363187"/>
                  </a:lnTo>
                  <a:lnTo>
                    <a:pt x="2957684" y="362594"/>
                  </a:lnTo>
                  <a:lnTo>
                    <a:pt x="2958719" y="362087"/>
                  </a:lnTo>
                  <a:lnTo>
                    <a:pt x="2959236" y="361833"/>
                  </a:lnTo>
                  <a:lnTo>
                    <a:pt x="2959581" y="361664"/>
                  </a:lnTo>
                  <a:lnTo>
                    <a:pt x="2960271" y="361325"/>
                  </a:lnTo>
                  <a:lnTo>
                    <a:pt x="2961822" y="360564"/>
                  </a:lnTo>
                  <a:lnTo>
                    <a:pt x="2961995" y="360479"/>
                  </a:lnTo>
                  <a:lnTo>
                    <a:pt x="2962857" y="360056"/>
                  </a:lnTo>
                  <a:lnTo>
                    <a:pt x="2964408" y="359295"/>
                  </a:lnTo>
                  <a:lnTo>
                    <a:pt x="2965270" y="358872"/>
                  </a:lnTo>
                  <a:lnTo>
                    <a:pt x="2967512" y="357772"/>
                  </a:lnTo>
                  <a:lnTo>
                    <a:pt x="2967684" y="357687"/>
                  </a:lnTo>
                  <a:lnTo>
                    <a:pt x="2968891" y="357095"/>
                  </a:lnTo>
                  <a:lnTo>
                    <a:pt x="2969925" y="356587"/>
                  </a:lnTo>
                  <a:lnTo>
                    <a:pt x="2970443" y="356334"/>
                  </a:lnTo>
                  <a:lnTo>
                    <a:pt x="2971132" y="355995"/>
                  </a:lnTo>
                  <a:lnTo>
                    <a:pt x="2971650" y="355741"/>
                  </a:lnTo>
                  <a:lnTo>
                    <a:pt x="2973374" y="354895"/>
                  </a:lnTo>
                  <a:lnTo>
                    <a:pt x="2974236" y="354472"/>
                  </a:lnTo>
                  <a:lnTo>
                    <a:pt x="2976477" y="353372"/>
                  </a:lnTo>
                  <a:lnTo>
                    <a:pt x="2977511" y="352864"/>
                  </a:lnTo>
                  <a:lnTo>
                    <a:pt x="2978201" y="352526"/>
                  </a:lnTo>
                  <a:lnTo>
                    <a:pt x="2978546" y="352357"/>
                  </a:lnTo>
                  <a:lnTo>
                    <a:pt x="2980442" y="351426"/>
                  </a:lnTo>
                  <a:lnTo>
                    <a:pt x="2995959" y="343808"/>
                  </a:lnTo>
                  <a:lnTo>
                    <a:pt x="3003545" y="340083"/>
                  </a:lnTo>
                  <a:lnTo>
                    <a:pt x="3103370" y="291030"/>
                  </a:lnTo>
                  <a:lnTo>
                    <a:pt x="3106991" y="289249"/>
                  </a:lnTo>
                  <a:lnTo>
                    <a:pt x="3107163" y="289165"/>
                  </a:lnTo>
                  <a:lnTo>
                    <a:pt x="3109577" y="287977"/>
                  </a:lnTo>
                  <a:lnTo>
                    <a:pt x="3111474" y="287045"/>
                  </a:lnTo>
                  <a:lnTo>
                    <a:pt x="3115267" y="285179"/>
                  </a:lnTo>
                  <a:lnTo>
                    <a:pt x="3116129" y="284755"/>
                  </a:lnTo>
                  <a:lnTo>
                    <a:pt x="3117680" y="283992"/>
                  </a:lnTo>
                  <a:lnTo>
                    <a:pt x="3121301" y="282211"/>
                  </a:lnTo>
                  <a:lnTo>
                    <a:pt x="3121818" y="281957"/>
                  </a:lnTo>
                  <a:lnTo>
                    <a:pt x="3122163" y="281787"/>
                  </a:lnTo>
                  <a:lnTo>
                    <a:pt x="3123715" y="281024"/>
                  </a:lnTo>
                  <a:lnTo>
                    <a:pt x="3124060" y="280854"/>
                  </a:lnTo>
                  <a:lnTo>
                    <a:pt x="3124232" y="280770"/>
                  </a:lnTo>
                  <a:lnTo>
                    <a:pt x="3124922" y="280430"/>
                  </a:lnTo>
                  <a:lnTo>
                    <a:pt x="3125439" y="280176"/>
                  </a:lnTo>
                  <a:lnTo>
                    <a:pt x="3126301" y="279752"/>
                  </a:lnTo>
                  <a:lnTo>
                    <a:pt x="3126473" y="279667"/>
                  </a:lnTo>
                  <a:lnTo>
                    <a:pt x="3128370" y="278734"/>
                  </a:lnTo>
                  <a:lnTo>
                    <a:pt x="3128887" y="278480"/>
                  </a:lnTo>
                  <a:lnTo>
                    <a:pt x="3130094" y="277886"/>
                  </a:lnTo>
                  <a:lnTo>
                    <a:pt x="3131128" y="277377"/>
                  </a:lnTo>
                  <a:lnTo>
                    <a:pt x="3131646" y="277123"/>
                  </a:lnTo>
                  <a:lnTo>
                    <a:pt x="3131990" y="276953"/>
                  </a:lnTo>
                  <a:lnTo>
                    <a:pt x="3132680" y="276614"/>
                  </a:lnTo>
                  <a:lnTo>
                    <a:pt x="3134232" y="275850"/>
                  </a:lnTo>
                  <a:lnTo>
                    <a:pt x="3134404" y="275766"/>
                  </a:lnTo>
                  <a:lnTo>
                    <a:pt x="3135266" y="275342"/>
                  </a:lnTo>
                  <a:lnTo>
                    <a:pt x="3136818" y="274578"/>
                  </a:lnTo>
                  <a:lnTo>
                    <a:pt x="3137680" y="274154"/>
                  </a:lnTo>
                  <a:lnTo>
                    <a:pt x="3139921" y="273051"/>
                  </a:lnTo>
                  <a:lnTo>
                    <a:pt x="3140094" y="272967"/>
                  </a:lnTo>
                  <a:lnTo>
                    <a:pt x="3141300" y="272373"/>
                  </a:lnTo>
                  <a:lnTo>
                    <a:pt x="3142335" y="271864"/>
                  </a:lnTo>
                  <a:lnTo>
                    <a:pt x="3142852" y="271609"/>
                  </a:lnTo>
                  <a:lnTo>
                    <a:pt x="3143542" y="271270"/>
                  </a:lnTo>
                  <a:lnTo>
                    <a:pt x="3144059" y="271016"/>
                  </a:lnTo>
                  <a:lnTo>
                    <a:pt x="3145783" y="270167"/>
                  </a:lnTo>
                  <a:lnTo>
                    <a:pt x="3146645" y="269743"/>
                  </a:lnTo>
                  <a:lnTo>
                    <a:pt x="3148886" y="268640"/>
                  </a:lnTo>
                  <a:lnTo>
                    <a:pt x="3149921" y="268131"/>
                  </a:lnTo>
                  <a:lnTo>
                    <a:pt x="3150611" y="267792"/>
                  </a:lnTo>
                  <a:lnTo>
                    <a:pt x="3150955" y="267622"/>
                  </a:lnTo>
                  <a:lnTo>
                    <a:pt x="3152852" y="266689"/>
                  </a:lnTo>
                  <a:lnTo>
                    <a:pt x="3168369" y="259053"/>
                  </a:lnTo>
                  <a:lnTo>
                    <a:pt x="3175955" y="255319"/>
                  </a:lnTo>
                  <a:lnTo>
                    <a:pt x="3275780" y="206151"/>
                  </a:lnTo>
                  <a:lnTo>
                    <a:pt x="3279400" y="204367"/>
                  </a:lnTo>
                  <a:lnTo>
                    <a:pt x="3279573" y="204282"/>
                  </a:lnTo>
                  <a:lnTo>
                    <a:pt x="3281987" y="203092"/>
                  </a:lnTo>
                  <a:lnTo>
                    <a:pt x="3283883" y="202157"/>
                  </a:lnTo>
                  <a:lnTo>
                    <a:pt x="3287676" y="200288"/>
                  </a:lnTo>
                  <a:lnTo>
                    <a:pt x="3288538" y="199863"/>
                  </a:lnTo>
                  <a:lnTo>
                    <a:pt x="3290090" y="199098"/>
                  </a:lnTo>
                  <a:lnTo>
                    <a:pt x="3293710" y="197313"/>
                  </a:lnTo>
                  <a:lnTo>
                    <a:pt x="3294228" y="197058"/>
                  </a:lnTo>
                  <a:lnTo>
                    <a:pt x="3294573" y="196888"/>
                  </a:lnTo>
                  <a:lnTo>
                    <a:pt x="3296124" y="196123"/>
                  </a:lnTo>
                  <a:lnTo>
                    <a:pt x="3296469" y="195953"/>
                  </a:lnTo>
                  <a:lnTo>
                    <a:pt x="3296641" y="195868"/>
                  </a:lnTo>
                  <a:lnTo>
                    <a:pt x="3297331" y="195528"/>
                  </a:lnTo>
                  <a:lnTo>
                    <a:pt x="3297848" y="195273"/>
                  </a:lnTo>
                  <a:lnTo>
                    <a:pt x="3298710" y="194848"/>
                  </a:lnTo>
                  <a:lnTo>
                    <a:pt x="3298883" y="194763"/>
                  </a:lnTo>
                  <a:lnTo>
                    <a:pt x="3300779" y="193829"/>
                  </a:lnTo>
                  <a:lnTo>
                    <a:pt x="3301296" y="193574"/>
                  </a:lnTo>
                  <a:lnTo>
                    <a:pt x="3302503" y="192979"/>
                  </a:lnTo>
                  <a:lnTo>
                    <a:pt x="3303538" y="192469"/>
                  </a:lnTo>
                  <a:lnTo>
                    <a:pt x="3304055" y="192214"/>
                  </a:lnTo>
                  <a:lnTo>
                    <a:pt x="3304400" y="192044"/>
                  </a:lnTo>
                  <a:lnTo>
                    <a:pt x="3305089" y="191704"/>
                  </a:lnTo>
                  <a:lnTo>
                    <a:pt x="3306641" y="190939"/>
                  </a:lnTo>
                  <a:lnTo>
                    <a:pt x="3306814" y="190854"/>
                  </a:lnTo>
                  <a:lnTo>
                    <a:pt x="3307676" y="190429"/>
                  </a:lnTo>
                  <a:lnTo>
                    <a:pt x="3309227" y="189664"/>
                  </a:lnTo>
                  <a:lnTo>
                    <a:pt x="3310089" y="189239"/>
                  </a:lnTo>
                  <a:lnTo>
                    <a:pt x="3312331" y="188134"/>
                  </a:lnTo>
                  <a:lnTo>
                    <a:pt x="3312503" y="188049"/>
                  </a:lnTo>
                  <a:lnTo>
                    <a:pt x="3313710" y="187453"/>
                  </a:lnTo>
                  <a:lnTo>
                    <a:pt x="3314744" y="186943"/>
                  </a:lnTo>
                  <a:lnTo>
                    <a:pt x="3315262" y="186688"/>
                  </a:lnTo>
                  <a:lnTo>
                    <a:pt x="3315951" y="186348"/>
                  </a:lnTo>
                  <a:lnTo>
                    <a:pt x="3316469" y="186093"/>
                  </a:lnTo>
                  <a:lnTo>
                    <a:pt x="3318193" y="185243"/>
                  </a:lnTo>
                  <a:lnTo>
                    <a:pt x="3319055" y="184818"/>
                  </a:lnTo>
                  <a:lnTo>
                    <a:pt x="3321296" y="183713"/>
                  </a:lnTo>
                  <a:lnTo>
                    <a:pt x="3322330" y="183203"/>
                  </a:lnTo>
                  <a:lnTo>
                    <a:pt x="3323020" y="182863"/>
                  </a:lnTo>
                  <a:lnTo>
                    <a:pt x="3323365" y="182693"/>
                  </a:lnTo>
                  <a:lnTo>
                    <a:pt x="3325261" y="181758"/>
                  </a:lnTo>
                  <a:lnTo>
                    <a:pt x="3340778" y="174105"/>
                  </a:lnTo>
                  <a:lnTo>
                    <a:pt x="3348364" y="170364"/>
                  </a:lnTo>
                  <a:lnTo>
                    <a:pt x="3448189" y="121100"/>
                  </a:lnTo>
                  <a:lnTo>
                    <a:pt x="3451810" y="119312"/>
                  </a:lnTo>
                  <a:lnTo>
                    <a:pt x="3451982" y="119227"/>
                  </a:lnTo>
                  <a:lnTo>
                    <a:pt x="3454396" y="118035"/>
                  </a:lnTo>
                  <a:lnTo>
                    <a:pt x="3456293" y="117099"/>
                  </a:lnTo>
                  <a:lnTo>
                    <a:pt x="3460086" y="115226"/>
                  </a:lnTo>
                  <a:lnTo>
                    <a:pt x="3460948" y="114800"/>
                  </a:lnTo>
                  <a:lnTo>
                    <a:pt x="3462499" y="114034"/>
                  </a:lnTo>
                  <a:lnTo>
                    <a:pt x="3466120" y="112246"/>
                  </a:lnTo>
                  <a:lnTo>
                    <a:pt x="3466637" y="111991"/>
                  </a:lnTo>
                  <a:lnTo>
                    <a:pt x="3466982" y="111820"/>
                  </a:lnTo>
                  <a:lnTo>
                    <a:pt x="3468534" y="111054"/>
                  </a:lnTo>
                  <a:lnTo>
                    <a:pt x="3468879" y="110884"/>
                  </a:lnTo>
                  <a:lnTo>
                    <a:pt x="3469051" y="110799"/>
                  </a:lnTo>
                  <a:lnTo>
                    <a:pt x="3469741" y="110458"/>
                  </a:lnTo>
                  <a:lnTo>
                    <a:pt x="3470258" y="110203"/>
                  </a:lnTo>
                  <a:lnTo>
                    <a:pt x="3471120" y="109777"/>
                  </a:lnTo>
                  <a:lnTo>
                    <a:pt x="3471292" y="109692"/>
                  </a:lnTo>
                  <a:lnTo>
                    <a:pt x="3473189" y="108755"/>
                  </a:lnTo>
                  <a:lnTo>
                    <a:pt x="3473706" y="108500"/>
                  </a:lnTo>
                  <a:lnTo>
                    <a:pt x="3474913" y="107904"/>
                  </a:lnTo>
                  <a:lnTo>
                    <a:pt x="3475947" y="107393"/>
                  </a:lnTo>
                  <a:lnTo>
                    <a:pt x="3476465" y="107137"/>
                  </a:lnTo>
                  <a:lnTo>
                    <a:pt x="3476809" y="106967"/>
                  </a:lnTo>
                  <a:lnTo>
                    <a:pt x="3477499" y="106626"/>
                  </a:lnTo>
                  <a:lnTo>
                    <a:pt x="3479051" y="105860"/>
                  </a:lnTo>
                  <a:lnTo>
                    <a:pt x="3479223" y="105775"/>
                  </a:lnTo>
                  <a:lnTo>
                    <a:pt x="3480085" y="105349"/>
                  </a:lnTo>
                  <a:lnTo>
                    <a:pt x="3481637" y="104583"/>
                  </a:lnTo>
                  <a:lnTo>
                    <a:pt x="3482499" y="104157"/>
                  </a:lnTo>
                  <a:lnTo>
                    <a:pt x="3484740" y="103050"/>
                  </a:lnTo>
                  <a:lnTo>
                    <a:pt x="3484913" y="102965"/>
                  </a:lnTo>
                  <a:lnTo>
                    <a:pt x="3486119" y="102369"/>
                  </a:lnTo>
                  <a:lnTo>
                    <a:pt x="3487154" y="101858"/>
                  </a:lnTo>
                  <a:lnTo>
                    <a:pt x="3487671" y="101602"/>
                  </a:lnTo>
                  <a:lnTo>
                    <a:pt x="3488361" y="101262"/>
                  </a:lnTo>
                  <a:lnTo>
                    <a:pt x="3488878" y="101006"/>
                  </a:lnTo>
                  <a:lnTo>
                    <a:pt x="3490602" y="100155"/>
                  </a:lnTo>
                  <a:lnTo>
                    <a:pt x="3491464" y="99729"/>
                  </a:lnTo>
                  <a:lnTo>
                    <a:pt x="3493705" y="98622"/>
                  </a:lnTo>
                  <a:lnTo>
                    <a:pt x="3494740" y="98111"/>
                  </a:lnTo>
                  <a:lnTo>
                    <a:pt x="3495430" y="97770"/>
                  </a:lnTo>
                  <a:lnTo>
                    <a:pt x="3495774" y="97600"/>
                  </a:lnTo>
                  <a:lnTo>
                    <a:pt x="3497671" y="96663"/>
                  </a:lnTo>
                  <a:lnTo>
                    <a:pt x="3513188" y="88997"/>
                  </a:lnTo>
                  <a:lnTo>
                    <a:pt x="3520774" y="85249"/>
                  </a:lnTo>
                  <a:lnTo>
                    <a:pt x="3620599" y="35905"/>
                  </a:lnTo>
                  <a:lnTo>
                    <a:pt x="3624219" y="34114"/>
                  </a:lnTo>
                  <a:lnTo>
                    <a:pt x="3624392" y="34029"/>
                  </a:lnTo>
                  <a:lnTo>
                    <a:pt x="3626806" y="32835"/>
                  </a:lnTo>
                  <a:lnTo>
                    <a:pt x="3628702" y="31897"/>
                  </a:lnTo>
                  <a:lnTo>
                    <a:pt x="3632495" y="30021"/>
                  </a:lnTo>
                  <a:lnTo>
                    <a:pt x="3633357" y="29595"/>
                  </a:lnTo>
                  <a:lnTo>
                    <a:pt x="3634909" y="28828"/>
                  </a:lnTo>
                  <a:lnTo>
                    <a:pt x="3638529" y="27037"/>
                  </a:lnTo>
                  <a:lnTo>
                    <a:pt x="3639047" y="26781"/>
                  </a:lnTo>
                  <a:lnTo>
                    <a:pt x="3639391" y="26611"/>
                  </a:lnTo>
                  <a:lnTo>
                    <a:pt x="3640943" y="25843"/>
                  </a:lnTo>
                  <a:lnTo>
                    <a:pt x="3641288" y="25672"/>
                  </a:lnTo>
                  <a:lnTo>
                    <a:pt x="3641460" y="25587"/>
                  </a:lnTo>
                  <a:lnTo>
                    <a:pt x="3642150" y="25246"/>
                  </a:lnTo>
                  <a:lnTo>
                    <a:pt x="3642667" y="24990"/>
                  </a:lnTo>
                  <a:lnTo>
                    <a:pt x="3643529" y="24564"/>
                  </a:lnTo>
                  <a:lnTo>
                    <a:pt x="3643702" y="24479"/>
                  </a:lnTo>
                  <a:lnTo>
                    <a:pt x="3645598" y="23541"/>
                  </a:lnTo>
                  <a:lnTo>
                    <a:pt x="3646115" y="23285"/>
                  </a:lnTo>
                  <a:lnTo>
                    <a:pt x="3647322" y="22688"/>
                  </a:lnTo>
                  <a:lnTo>
                    <a:pt x="3648357" y="22176"/>
                  </a:lnTo>
                  <a:lnTo>
                    <a:pt x="3648874" y="21920"/>
                  </a:lnTo>
                  <a:lnTo>
                    <a:pt x="3649219" y="21750"/>
                  </a:lnTo>
                  <a:lnTo>
                    <a:pt x="3649908" y="21409"/>
                  </a:lnTo>
                  <a:lnTo>
                    <a:pt x="3651460" y="20641"/>
                  </a:lnTo>
                  <a:lnTo>
                    <a:pt x="3651633" y="20556"/>
                  </a:lnTo>
                  <a:lnTo>
                    <a:pt x="3652495" y="20129"/>
                  </a:lnTo>
                  <a:lnTo>
                    <a:pt x="3654046" y="19362"/>
                  </a:lnTo>
                  <a:lnTo>
                    <a:pt x="3654908" y="18935"/>
                  </a:lnTo>
                  <a:lnTo>
                    <a:pt x="3657150" y="17827"/>
                  </a:lnTo>
                  <a:lnTo>
                    <a:pt x="3657322" y="17741"/>
                  </a:lnTo>
                  <a:lnTo>
                    <a:pt x="3658529" y="17144"/>
                  </a:lnTo>
                  <a:lnTo>
                    <a:pt x="3659563" y="16633"/>
                  </a:lnTo>
                  <a:lnTo>
                    <a:pt x="3660081" y="16377"/>
                  </a:lnTo>
                  <a:lnTo>
                    <a:pt x="3660770" y="16036"/>
                  </a:lnTo>
                  <a:lnTo>
                    <a:pt x="3661288" y="15780"/>
                  </a:lnTo>
                  <a:lnTo>
                    <a:pt x="3663012" y="14927"/>
                  </a:lnTo>
                  <a:lnTo>
                    <a:pt x="3663874" y="14500"/>
                  </a:lnTo>
                  <a:lnTo>
                    <a:pt x="3666115" y="13392"/>
                  </a:lnTo>
                  <a:lnTo>
                    <a:pt x="3667149" y="12880"/>
                  </a:lnTo>
                  <a:lnTo>
                    <a:pt x="3667839" y="12539"/>
                  </a:lnTo>
                  <a:lnTo>
                    <a:pt x="3668184" y="12368"/>
                  </a:lnTo>
                  <a:lnTo>
                    <a:pt x="3670080" y="11430"/>
                  </a:lnTo>
                  <a:lnTo>
                    <a:pt x="3685597" y="3753"/>
                  </a:lnTo>
                  <a:lnTo>
                    <a:pt x="3693183" y="0"/>
                  </a:lnTo>
                  <a:lnTo>
                    <a:pt x="3693183" y="162314"/>
                  </a:lnTo>
                  <a:lnTo>
                    <a:pt x="3685597" y="165677"/>
                  </a:lnTo>
                  <a:lnTo>
                    <a:pt x="3670080" y="172558"/>
                  </a:lnTo>
                  <a:lnTo>
                    <a:pt x="3668184" y="173399"/>
                  </a:lnTo>
                  <a:lnTo>
                    <a:pt x="3667839" y="173552"/>
                  </a:lnTo>
                  <a:lnTo>
                    <a:pt x="3667149" y="173858"/>
                  </a:lnTo>
                  <a:lnTo>
                    <a:pt x="3666115" y="174317"/>
                  </a:lnTo>
                  <a:lnTo>
                    <a:pt x="3663874" y="175311"/>
                  </a:lnTo>
                  <a:lnTo>
                    <a:pt x="3663012" y="175693"/>
                  </a:lnTo>
                  <a:lnTo>
                    <a:pt x="3661288" y="176458"/>
                  </a:lnTo>
                  <a:lnTo>
                    <a:pt x="3660770" y="176687"/>
                  </a:lnTo>
                  <a:lnTo>
                    <a:pt x="3660081" y="176993"/>
                  </a:lnTo>
                  <a:lnTo>
                    <a:pt x="3659563" y="177223"/>
                  </a:lnTo>
                  <a:lnTo>
                    <a:pt x="3658529" y="177682"/>
                  </a:lnTo>
                  <a:lnTo>
                    <a:pt x="3657322" y="178217"/>
                  </a:lnTo>
                  <a:lnTo>
                    <a:pt x="3657150" y="178293"/>
                  </a:lnTo>
                  <a:lnTo>
                    <a:pt x="3654908" y="179287"/>
                  </a:lnTo>
                  <a:lnTo>
                    <a:pt x="3654046" y="179670"/>
                  </a:lnTo>
                  <a:lnTo>
                    <a:pt x="3652495" y="180358"/>
                  </a:lnTo>
                  <a:lnTo>
                    <a:pt x="3651633" y="180740"/>
                  </a:lnTo>
                  <a:lnTo>
                    <a:pt x="3651460" y="180817"/>
                  </a:lnTo>
                  <a:lnTo>
                    <a:pt x="3649908" y="181505"/>
                  </a:lnTo>
                  <a:lnTo>
                    <a:pt x="3649219" y="181811"/>
                  </a:lnTo>
                  <a:lnTo>
                    <a:pt x="3648874" y="181964"/>
                  </a:lnTo>
                  <a:lnTo>
                    <a:pt x="3648357" y="182193"/>
                  </a:lnTo>
                  <a:lnTo>
                    <a:pt x="3647322" y="182652"/>
                  </a:lnTo>
                  <a:lnTo>
                    <a:pt x="3646115" y="183188"/>
                  </a:lnTo>
                  <a:lnTo>
                    <a:pt x="3645598" y="183417"/>
                  </a:lnTo>
                  <a:lnTo>
                    <a:pt x="3643702" y="184258"/>
                  </a:lnTo>
                  <a:lnTo>
                    <a:pt x="3643529" y="184335"/>
                  </a:lnTo>
                  <a:lnTo>
                    <a:pt x="3642667" y="184717"/>
                  </a:lnTo>
                  <a:lnTo>
                    <a:pt x="3642150" y="184947"/>
                  </a:lnTo>
                  <a:lnTo>
                    <a:pt x="3641460" y="185253"/>
                  </a:lnTo>
                  <a:lnTo>
                    <a:pt x="3641288" y="185329"/>
                  </a:lnTo>
                  <a:lnTo>
                    <a:pt x="3640943" y="185482"/>
                  </a:lnTo>
                  <a:lnTo>
                    <a:pt x="3639391" y="186170"/>
                  </a:lnTo>
                  <a:lnTo>
                    <a:pt x="3639047" y="186323"/>
                  </a:lnTo>
                  <a:lnTo>
                    <a:pt x="3638529" y="186553"/>
                  </a:lnTo>
                  <a:lnTo>
                    <a:pt x="3634909" y="188159"/>
                  </a:lnTo>
                  <a:lnTo>
                    <a:pt x="3633357" y="188847"/>
                  </a:lnTo>
                  <a:lnTo>
                    <a:pt x="3632495" y="189230"/>
                  </a:lnTo>
                  <a:lnTo>
                    <a:pt x="3628702" y="190912"/>
                  </a:lnTo>
                  <a:lnTo>
                    <a:pt x="3626806" y="191754"/>
                  </a:lnTo>
                  <a:lnTo>
                    <a:pt x="3624392" y="192825"/>
                  </a:lnTo>
                  <a:lnTo>
                    <a:pt x="3624219" y="192901"/>
                  </a:lnTo>
                  <a:lnTo>
                    <a:pt x="3620599" y="194508"/>
                  </a:lnTo>
                  <a:lnTo>
                    <a:pt x="3520774" y="238819"/>
                  </a:lnTo>
                  <a:lnTo>
                    <a:pt x="3513188" y="242189"/>
                  </a:lnTo>
                  <a:lnTo>
                    <a:pt x="3497671" y="249081"/>
                  </a:lnTo>
                  <a:lnTo>
                    <a:pt x="3495774" y="249923"/>
                  </a:lnTo>
                  <a:lnTo>
                    <a:pt x="3495430" y="250077"/>
                  </a:lnTo>
                  <a:lnTo>
                    <a:pt x="3494740" y="250383"/>
                  </a:lnTo>
                  <a:lnTo>
                    <a:pt x="3493705" y="250842"/>
                  </a:lnTo>
                  <a:lnTo>
                    <a:pt x="3491464" y="251838"/>
                  </a:lnTo>
                  <a:lnTo>
                    <a:pt x="3490602" y="252221"/>
                  </a:lnTo>
                  <a:lnTo>
                    <a:pt x="3488878" y="252987"/>
                  </a:lnTo>
                  <a:lnTo>
                    <a:pt x="3488361" y="253217"/>
                  </a:lnTo>
                  <a:lnTo>
                    <a:pt x="3487671" y="253523"/>
                  </a:lnTo>
                  <a:lnTo>
                    <a:pt x="3487154" y="253753"/>
                  </a:lnTo>
                  <a:lnTo>
                    <a:pt x="3486119" y="254213"/>
                  </a:lnTo>
                  <a:lnTo>
                    <a:pt x="3484913" y="254749"/>
                  </a:lnTo>
                  <a:lnTo>
                    <a:pt x="3484740" y="254825"/>
                  </a:lnTo>
                  <a:lnTo>
                    <a:pt x="3482499" y="255821"/>
                  </a:lnTo>
                  <a:lnTo>
                    <a:pt x="3481637" y="256204"/>
                  </a:lnTo>
                  <a:lnTo>
                    <a:pt x="3480085" y="256894"/>
                  </a:lnTo>
                  <a:lnTo>
                    <a:pt x="3479223" y="257277"/>
                  </a:lnTo>
                  <a:lnTo>
                    <a:pt x="3479051" y="257353"/>
                  </a:lnTo>
                  <a:lnTo>
                    <a:pt x="3477499" y="258043"/>
                  </a:lnTo>
                  <a:lnTo>
                    <a:pt x="3476809" y="258349"/>
                  </a:lnTo>
                  <a:lnTo>
                    <a:pt x="3476465" y="258502"/>
                  </a:lnTo>
                  <a:lnTo>
                    <a:pt x="3475947" y="258732"/>
                  </a:lnTo>
                  <a:lnTo>
                    <a:pt x="3474913" y="259192"/>
                  </a:lnTo>
                  <a:lnTo>
                    <a:pt x="3473706" y="259728"/>
                  </a:lnTo>
                  <a:lnTo>
                    <a:pt x="3473189" y="259958"/>
                  </a:lnTo>
                  <a:lnTo>
                    <a:pt x="3471292" y="260800"/>
                  </a:lnTo>
                  <a:lnTo>
                    <a:pt x="3471120" y="260877"/>
                  </a:lnTo>
                  <a:lnTo>
                    <a:pt x="3470258" y="261260"/>
                  </a:lnTo>
                  <a:lnTo>
                    <a:pt x="3469741" y="261490"/>
                  </a:lnTo>
                  <a:lnTo>
                    <a:pt x="3469051" y="261796"/>
                  </a:lnTo>
                  <a:lnTo>
                    <a:pt x="3468879" y="261873"/>
                  </a:lnTo>
                  <a:lnTo>
                    <a:pt x="3468534" y="262026"/>
                  </a:lnTo>
                  <a:lnTo>
                    <a:pt x="3466982" y="262716"/>
                  </a:lnTo>
                  <a:lnTo>
                    <a:pt x="3466637" y="262869"/>
                  </a:lnTo>
                  <a:lnTo>
                    <a:pt x="3466120" y="263099"/>
                  </a:lnTo>
                  <a:lnTo>
                    <a:pt x="3462499" y="264708"/>
                  </a:lnTo>
                  <a:lnTo>
                    <a:pt x="3460948" y="265397"/>
                  </a:lnTo>
                  <a:lnTo>
                    <a:pt x="3460086" y="265780"/>
                  </a:lnTo>
                  <a:lnTo>
                    <a:pt x="3456293" y="267466"/>
                  </a:lnTo>
                  <a:lnTo>
                    <a:pt x="3454396" y="268309"/>
                  </a:lnTo>
                  <a:lnTo>
                    <a:pt x="3451982" y="269381"/>
                  </a:lnTo>
                  <a:lnTo>
                    <a:pt x="3451810" y="269458"/>
                  </a:lnTo>
                  <a:lnTo>
                    <a:pt x="3448189" y="271067"/>
                  </a:lnTo>
                  <a:lnTo>
                    <a:pt x="3348364" y="315460"/>
                  </a:lnTo>
                  <a:lnTo>
                    <a:pt x="3340778" y="318836"/>
                  </a:lnTo>
                  <a:lnTo>
                    <a:pt x="3325261" y="325741"/>
                  </a:lnTo>
                  <a:lnTo>
                    <a:pt x="3323365" y="326585"/>
                  </a:lnTo>
                  <a:lnTo>
                    <a:pt x="3323020" y="326739"/>
                  </a:lnTo>
                  <a:lnTo>
                    <a:pt x="3322330" y="327046"/>
                  </a:lnTo>
                  <a:lnTo>
                    <a:pt x="3321296" y="327506"/>
                  </a:lnTo>
                  <a:lnTo>
                    <a:pt x="3319055" y="328504"/>
                  </a:lnTo>
                  <a:lnTo>
                    <a:pt x="3318193" y="328888"/>
                  </a:lnTo>
                  <a:lnTo>
                    <a:pt x="3316469" y="329655"/>
                  </a:lnTo>
                  <a:lnTo>
                    <a:pt x="3315951" y="329885"/>
                  </a:lnTo>
                  <a:lnTo>
                    <a:pt x="3315262" y="330192"/>
                  </a:lnTo>
                  <a:lnTo>
                    <a:pt x="3314744" y="330423"/>
                  </a:lnTo>
                  <a:lnTo>
                    <a:pt x="3313710" y="330883"/>
                  </a:lnTo>
                  <a:lnTo>
                    <a:pt x="3312503" y="331420"/>
                  </a:lnTo>
                  <a:lnTo>
                    <a:pt x="3312331" y="331497"/>
                  </a:lnTo>
                  <a:lnTo>
                    <a:pt x="3310089" y="332495"/>
                  </a:lnTo>
                  <a:lnTo>
                    <a:pt x="3309227" y="332879"/>
                  </a:lnTo>
                  <a:lnTo>
                    <a:pt x="3307676" y="333569"/>
                  </a:lnTo>
                  <a:lnTo>
                    <a:pt x="3306814" y="333953"/>
                  </a:lnTo>
                  <a:lnTo>
                    <a:pt x="3306641" y="334030"/>
                  </a:lnTo>
                  <a:lnTo>
                    <a:pt x="3305089" y="334721"/>
                  </a:lnTo>
                  <a:lnTo>
                    <a:pt x="3304400" y="335028"/>
                  </a:lnTo>
                  <a:lnTo>
                    <a:pt x="3304055" y="335181"/>
                  </a:lnTo>
                  <a:lnTo>
                    <a:pt x="3303538" y="335411"/>
                  </a:lnTo>
                  <a:lnTo>
                    <a:pt x="3302503" y="335872"/>
                  </a:lnTo>
                  <a:lnTo>
                    <a:pt x="3301296" y="336409"/>
                  </a:lnTo>
                  <a:lnTo>
                    <a:pt x="3300779" y="336640"/>
                  </a:lnTo>
                  <a:lnTo>
                    <a:pt x="3298883" y="337484"/>
                  </a:lnTo>
                  <a:lnTo>
                    <a:pt x="3298710" y="337561"/>
                  </a:lnTo>
                  <a:lnTo>
                    <a:pt x="3297848" y="337945"/>
                  </a:lnTo>
                  <a:lnTo>
                    <a:pt x="3297331" y="338175"/>
                  </a:lnTo>
                  <a:lnTo>
                    <a:pt x="3296641" y="338482"/>
                  </a:lnTo>
                  <a:lnTo>
                    <a:pt x="3296469" y="338559"/>
                  </a:lnTo>
                  <a:lnTo>
                    <a:pt x="3296124" y="338712"/>
                  </a:lnTo>
                  <a:lnTo>
                    <a:pt x="3294573" y="339403"/>
                  </a:lnTo>
                  <a:lnTo>
                    <a:pt x="3294228" y="339557"/>
                  </a:lnTo>
                  <a:lnTo>
                    <a:pt x="3293710" y="339787"/>
                  </a:lnTo>
                  <a:lnTo>
                    <a:pt x="3290090" y="341399"/>
                  </a:lnTo>
                  <a:lnTo>
                    <a:pt x="3288538" y="342090"/>
                  </a:lnTo>
                  <a:lnTo>
                    <a:pt x="3287676" y="342474"/>
                  </a:lnTo>
                  <a:lnTo>
                    <a:pt x="3283883" y="344163"/>
                  </a:lnTo>
                  <a:lnTo>
                    <a:pt x="3281987" y="345008"/>
                  </a:lnTo>
                  <a:lnTo>
                    <a:pt x="3279573" y="346083"/>
                  </a:lnTo>
                  <a:lnTo>
                    <a:pt x="3279400" y="346159"/>
                  </a:lnTo>
                  <a:lnTo>
                    <a:pt x="3275780" y="347772"/>
                  </a:lnTo>
                  <a:lnTo>
                    <a:pt x="3175955" y="392260"/>
                  </a:lnTo>
                  <a:lnTo>
                    <a:pt x="3168369" y="395644"/>
                  </a:lnTo>
                  <a:lnTo>
                    <a:pt x="3152852" y="402565"/>
                  </a:lnTo>
                  <a:lnTo>
                    <a:pt x="3150955" y="403411"/>
                  </a:lnTo>
                  <a:lnTo>
                    <a:pt x="3150611" y="403565"/>
                  </a:lnTo>
                  <a:lnTo>
                    <a:pt x="3149921" y="403873"/>
                  </a:lnTo>
                  <a:lnTo>
                    <a:pt x="3148886" y="404334"/>
                  </a:lnTo>
                  <a:lnTo>
                    <a:pt x="3146645" y="405334"/>
                  </a:lnTo>
                  <a:lnTo>
                    <a:pt x="3145783" y="405719"/>
                  </a:lnTo>
                  <a:lnTo>
                    <a:pt x="3144059" y="406488"/>
                  </a:lnTo>
                  <a:lnTo>
                    <a:pt x="3143542" y="406719"/>
                  </a:lnTo>
                  <a:lnTo>
                    <a:pt x="3142852" y="407027"/>
                  </a:lnTo>
                  <a:lnTo>
                    <a:pt x="3142335" y="407257"/>
                  </a:lnTo>
                  <a:lnTo>
                    <a:pt x="3141300" y="407719"/>
                  </a:lnTo>
                  <a:lnTo>
                    <a:pt x="3140094" y="408258"/>
                  </a:lnTo>
                  <a:lnTo>
                    <a:pt x="3139921" y="408334"/>
                  </a:lnTo>
                  <a:lnTo>
                    <a:pt x="3137680" y="409335"/>
                  </a:lnTo>
                  <a:lnTo>
                    <a:pt x="3136818" y="409719"/>
                  </a:lnTo>
                  <a:lnTo>
                    <a:pt x="3135266" y="410412"/>
                  </a:lnTo>
                  <a:lnTo>
                    <a:pt x="3134404" y="410796"/>
                  </a:lnTo>
                  <a:lnTo>
                    <a:pt x="3134232" y="410873"/>
                  </a:lnTo>
                  <a:lnTo>
                    <a:pt x="3132680" y="411566"/>
                  </a:lnTo>
                  <a:lnTo>
                    <a:pt x="3131990" y="411873"/>
                  </a:lnTo>
                  <a:lnTo>
                    <a:pt x="3131646" y="412027"/>
                  </a:lnTo>
                  <a:lnTo>
                    <a:pt x="3131128" y="412258"/>
                  </a:lnTo>
                  <a:lnTo>
                    <a:pt x="3130094" y="412720"/>
                  </a:lnTo>
                  <a:lnTo>
                    <a:pt x="3128887" y="413258"/>
                  </a:lnTo>
                  <a:lnTo>
                    <a:pt x="3128370" y="413489"/>
                  </a:lnTo>
                  <a:lnTo>
                    <a:pt x="3126473" y="414336"/>
                  </a:lnTo>
                  <a:lnTo>
                    <a:pt x="3126301" y="414413"/>
                  </a:lnTo>
                  <a:lnTo>
                    <a:pt x="3125439" y="414797"/>
                  </a:lnTo>
                  <a:lnTo>
                    <a:pt x="3124922" y="415028"/>
                  </a:lnTo>
                  <a:lnTo>
                    <a:pt x="3124232" y="415336"/>
                  </a:lnTo>
                  <a:lnTo>
                    <a:pt x="3124060" y="415413"/>
                  </a:lnTo>
                  <a:lnTo>
                    <a:pt x="3123715" y="415567"/>
                  </a:lnTo>
                  <a:lnTo>
                    <a:pt x="3122163" y="416259"/>
                  </a:lnTo>
                  <a:lnTo>
                    <a:pt x="3121818" y="416413"/>
                  </a:lnTo>
                  <a:lnTo>
                    <a:pt x="3121301" y="416644"/>
                  </a:lnTo>
                  <a:lnTo>
                    <a:pt x="3117680" y="418260"/>
                  </a:lnTo>
                  <a:lnTo>
                    <a:pt x="3116129" y="418953"/>
                  </a:lnTo>
                  <a:lnTo>
                    <a:pt x="3115267" y="419338"/>
                  </a:lnTo>
                  <a:lnTo>
                    <a:pt x="3111474" y="421031"/>
                  </a:lnTo>
                  <a:lnTo>
                    <a:pt x="3109577" y="421877"/>
                  </a:lnTo>
                  <a:lnTo>
                    <a:pt x="3107163" y="422955"/>
                  </a:lnTo>
                  <a:lnTo>
                    <a:pt x="3106991" y="423032"/>
                  </a:lnTo>
                  <a:lnTo>
                    <a:pt x="3103370" y="424648"/>
                  </a:lnTo>
                  <a:lnTo>
                    <a:pt x="3003545" y="469251"/>
                  </a:lnTo>
                  <a:lnTo>
                    <a:pt x="2995959" y="472643"/>
                  </a:lnTo>
                  <a:lnTo>
                    <a:pt x="2980442" y="479584"/>
                  </a:lnTo>
                  <a:lnTo>
                    <a:pt x="2978546" y="480432"/>
                  </a:lnTo>
                  <a:lnTo>
                    <a:pt x="2978201" y="480587"/>
                  </a:lnTo>
                  <a:lnTo>
                    <a:pt x="2977511" y="480895"/>
                  </a:lnTo>
                  <a:lnTo>
                    <a:pt x="2976477" y="481358"/>
                  </a:lnTo>
                  <a:lnTo>
                    <a:pt x="2974236" y="482361"/>
                  </a:lnTo>
                  <a:lnTo>
                    <a:pt x="2973374" y="482746"/>
                  </a:lnTo>
                  <a:lnTo>
                    <a:pt x="2971650" y="483518"/>
                  </a:lnTo>
                  <a:lnTo>
                    <a:pt x="2971132" y="483749"/>
                  </a:lnTo>
                  <a:lnTo>
                    <a:pt x="2970443" y="484058"/>
                  </a:lnTo>
                  <a:lnTo>
                    <a:pt x="2969925" y="484289"/>
                  </a:lnTo>
                  <a:lnTo>
                    <a:pt x="2968891" y="484752"/>
                  </a:lnTo>
                  <a:lnTo>
                    <a:pt x="2967684" y="485292"/>
                  </a:lnTo>
                  <a:lnTo>
                    <a:pt x="2967512" y="485369"/>
                  </a:lnTo>
                  <a:lnTo>
                    <a:pt x="2965270" y="486372"/>
                  </a:lnTo>
                  <a:lnTo>
                    <a:pt x="2964408" y="486758"/>
                  </a:lnTo>
                  <a:lnTo>
                    <a:pt x="2962857" y="487452"/>
                  </a:lnTo>
                  <a:lnTo>
                    <a:pt x="2961995" y="487838"/>
                  </a:lnTo>
                  <a:lnTo>
                    <a:pt x="2961822" y="487915"/>
                  </a:lnTo>
                  <a:lnTo>
                    <a:pt x="2960271" y="488609"/>
                  </a:lnTo>
                  <a:lnTo>
                    <a:pt x="2959581" y="488918"/>
                  </a:lnTo>
                  <a:lnTo>
                    <a:pt x="2959236" y="489072"/>
                  </a:lnTo>
                  <a:lnTo>
                    <a:pt x="2958719" y="489304"/>
                  </a:lnTo>
                  <a:lnTo>
                    <a:pt x="2957684" y="489767"/>
                  </a:lnTo>
                  <a:lnTo>
                    <a:pt x="2956477" y="490307"/>
                  </a:lnTo>
                  <a:lnTo>
                    <a:pt x="2955960" y="490538"/>
                  </a:lnTo>
                  <a:lnTo>
                    <a:pt x="2954064" y="491387"/>
                  </a:lnTo>
                  <a:lnTo>
                    <a:pt x="2953891" y="491464"/>
                  </a:lnTo>
                  <a:lnTo>
                    <a:pt x="2953029" y="491850"/>
                  </a:lnTo>
                  <a:lnTo>
                    <a:pt x="2952512" y="492082"/>
                  </a:lnTo>
                  <a:lnTo>
                    <a:pt x="2951822" y="492390"/>
                  </a:lnTo>
                  <a:lnTo>
                    <a:pt x="2951650" y="492467"/>
                  </a:lnTo>
                  <a:lnTo>
                    <a:pt x="2951305" y="492622"/>
                  </a:lnTo>
                  <a:lnTo>
                    <a:pt x="2949754" y="493316"/>
                  </a:lnTo>
                  <a:lnTo>
                    <a:pt x="2949409" y="493471"/>
                  </a:lnTo>
                  <a:lnTo>
                    <a:pt x="2948891" y="493702"/>
                  </a:lnTo>
                  <a:lnTo>
                    <a:pt x="2945271" y="495323"/>
                  </a:lnTo>
                  <a:lnTo>
                    <a:pt x="2943719" y="496017"/>
                  </a:lnTo>
                  <a:lnTo>
                    <a:pt x="2942857" y="496403"/>
                  </a:lnTo>
                  <a:lnTo>
                    <a:pt x="2939064" y="498101"/>
                  </a:lnTo>
                  <a:lnTo>
                    <a:pt x="2937168" y="498950"/>
                  </a:lnTo>
                  <a:lnTo>
                    <a:pt x="2934754" y="500031"/>
                  </a:lnTo>
                  <a:lnTo>
                    <a:pt x="2934581" y="500108"/>
                  </a:lnTo>
                  <a:lnTo>
                    <a:pt x="2930961" y="501729"/>
                  </a:lnTo>
                  <a:lnTo>
                    <a:pt x="2831136" y="546468"/>
                  </a:lnTo>
                  <a:lnTo>
                    <a:pt x="2823550" y="549871"/>
                  </a:lnTo>
                  <a:lnTo>
                    <a:pt x="2808033" y="556834"/>
                  </a:lnTo>
                  <a:lnTo>
                    <a:pt x="2806136" y="557686"/>
                  </a:lnTo>
                  <a:lnTo>
                    <a:pt x="2805792" y="557840"/>
                  </a:lnTo>
                  <a:lnTo>
                    <a:pt x="2805102" y="558150"/>
                  </a:lnTo>
                  <a:lnTo>
                    <a:pt x="2804068" y="558614"/>
                  </a:lnTo>
                  <a:lnTo>
                    <a:pt x="2801826" y="559620"/>
                  </a:lnTo>
                  <a:lnTo>
                    <a:pt x="2800964" y="560007"/>
                  </a:lnTo>
                  <a:lnTo>
                    <a:pt x="2799240" y="560781"/>
                  </a:lnTo>
                  <a:lnTo>
                    <a:pt x="2798723" y="561013"/>
                  </a:lnTo>
                  <a:lnTo>
                    <a:pt x="2798033" y="561323"/>
                  </a:lnTo>
                  <a:lnTo>
                    <a:pt x="2797516" y="561555"/>
                  </a:lnTo>
                  <a:lnTo>
                    <a:pt x="2796481" y="562019"/>
                  </a:lnTo>
                  <a:lnTo>
                    <a:pt x="2795275" y="562561"/>
                  </a:lnTo>
                  <a:lnTo>
                    <a:pt x="2795102" y="562639"/>
                  </a:lnTo>
                  <a:lnTo>
                    <a:pt x="2792861" y="563645"/>
                  </a:lnTo>
                  <a:lnTo>
                    <a:pt x="2791999" y="564032"/>
                  </a:lnTo>
                  <a:lnTo>
                    <a:pt x="2790447" y="564729"/>
                  </a:lnTo>
                  <a:lnTo>
                    <a:pt x="2789585" y="565116"/>
                  </a:lnTo>
                  <a:lnTo>
                    <a:pt x="2789413" y="565193"/>
                  </a:lnTo>
                  <a:lnTo>
                    <a:pt x="2787861" y="565890"/>
                  </a:lnTo>
                  <a:lnTo>
                    <a:pt x="2787171" y="566199"/>
                  </a:lnTo>
                  <a:lnTo>
                    <a:pt x="2786827" y="566354"/>
                  </a:lnTo>
                  <a:lnTo>
                    <a:pt x="2786309" y="566586"/>
                  </a:lnTo>
                  <a:lnTo>
                    <a:pt x="2785275" y="567051"/>
                  </a:lnTo>
                  <a:lnTo>
                    <a:pt x="2784068" y="567593"/>
                  </a:lnTo>
                  <a:lnTo>
                    <a:pt x="2783551" y="567825"/>
                  </a:lnTo>
                  <a:lnTo>
                    <a:pt x="2781654" y="568677"/>
                  </a:lnTo>
                  <a:lnTo>
                    <a:pt x="2781482" y="568754"/>
                  </a:lnTo>
                  <a:lnTo>
                    <a:pt x="2780620" y="569141"/>
                  </a:lnTo>
                  <a:lnTo>
                    <a:pt x="2780103" y="569374"/>
                  </a:lnTo>
                  <a:lnTo>
                    <a:pt x="2779413" y="569683"/>
                  </a:lnTo>
                  <a:lnTo>
                    <a:pt x="2779241" y="569761"/>
                  </a:lnTo>
                  <a:lnTo>
                    <a:pt x="2778896" y="569916"/>
                  </a:lnTo>
                  <a:lnTo>
                    <a:pt x="2777344" y="570612"/>
                  </a:lnTo>
                  <a:lnTo>
                    <a:pt x="2776999" y="570767"/>
                  </a:lnTo>
                  <a:lnTo>
                    <a:pt x="2776482" y="571000"/>
                  </a:lnTo>
                  <a:lnTo>
                    <a:pt x="2772861" y="572626"/>
                  </a:lnTo>
                  <a:lnTo>
                    <a:pt x="2771310" y="573323"/>
                  </a:lnTo>
                  <a:lnTo>
                    <a:pt x="2770448" y="573710"/>
                  </a:lnTo>
                  <a:lnTo>
                    <a:pt x="2766655" y="575414"/>
                  </a:lnTo>
                  <a:lnTo>
                    <a:pt x="2764758" y="576266"/>
                  </a:lnTo>
                  <a:lnTo>
                    <a:pt x="2762344" y="577350"/>
                  </a:lnTo>
                  <a:lnTo>
                    <a:pt x="2762172" y="577427"/>
                  </a:lnTo>
                  <a:lnTo>
                    <a:pt x="2758551" y="579054"/>
                  </a:lnTo>
                  <a:lnTo>
                    <a:pt x="2658726" y="623955"/>
                  </a:lnTo>
                  <a:lnTo>
                    <a:pt x="2651140" y="627371"/>
                  </a:lnTo>
                  <a:lnTo>
                    <a:pt x="2635623" y="634361"/>
                  </a:lnTo>
                  <a:lnTo>
                    <a:pt x="2633727" y="635215"/>
                  </a:lnTo>
                  <a:lnTo>
                    <a:pt x="2633382" y="635371"/>
                  </a:lnTo>
                  <a:lnTo>
                    <a:pt x="2632692" y="635682"/>
                  </a:lnTo>
                  <a:lnTo>
                    <a:pt x="2631658" y="636148"/>
                  </a:lnTo>
                  <a:lnTo>
                    <a:pt x="2629417" y="637158"/>
                  </a:lnTo>
                  <a:lnTo>
                    <a:pt x="2628555" y="637546"/>
                  </a:lnTo>
                  <a:lnTo>
                    <a:pt x="2626831" y="638323"/>
                  </a:lnTo>
                  <a:lnTo>
                    <a:pt x="2626313" y="638556"/>
                  </a:lnTo>
                  <a:lnTo>
                    <a:pt x="2625624" y="638867"/>
                  </a:lnTo>
                  <a:lnTo>
                    <a:pt x="2625106" y="639100"/>
                  </a:lnTo>
                  <a:lnTo>
                    <a:pt x="2624072" y="639566"/>
                  </a:lnTo>
                  <a:lnTo>
                    <a:pt x="2622865" y="640110"/>
                  </a:lnTo>
                  <a:lnTo>
                    <a:pt x="2622693" y="640188"/>
                  </a:lnTo>
                  <a:lnTo>
                    <a:pt x="2620451" y="641198"/>
                  </a:lnTo>
                  <a:lnTo>
                    <a:pt x="2619589" y="641587"/>
                  </a:lnTo>
                  <a:lnTo>
                    <a:pt x="2618038" y="642286"/>
                  </a:lnTo>
                  <a:lnTo>
                    <a:pt x="2617176" y="642675"/>
                  </a:lnTo>
                  <a:lnTo>
                    <a:pt x="2617003" y="642752"/>
                  </a:lnTo>
                  <a:lnTo>
                    <a:pt x="2615452" y="643452"/>
                  </a:lnTo>
                  <a:lnTo>
                    <a:pt x="2614762" y="643763"/>
                  </a:lnTo>
                  <a:lnTo>
                    <a:pt x="2614417" y="643918"/>
                  </a:lnTo>
                  <a:lnTo>
                    <a:pt x="2613900" y="644151"/>
                  </a:lnTo>
                  <a:lnTo>
                    <a:pt x="2612865" y="644618"/>
                  </a:lnTo>
                  <a:lnTo>
                    <a:pt x="2611659" y="645162"/>
                  </a:lnTo>
                  <a:lnTo>
                    <a:pt x="2611141" y="645395"/>
                  </a:lnTo>
                  <a:lnTo>
                    <a:pt x="2609245" y="646250"/>
                  </a:lnTo>
                  <a:lnTo>
                    <a:pt x="2609072" y="646328"/>
                  </a:lnTo>
                  <a:lnTo>
                    <a:pt x="2608210" y="646716"/>
                  </a:lnTo>
                  <a:lnTo>
                    <a:pt x="2607693" y="646950"/>
                  </a:lnTo>
                  <a:lnTo>
                    <a:pt x="2607003" y="647261"/>
                  </a:lnTo>
                  <a:lnTo>
                    <a:pt x="2606831" y="647338"/>
                  </a:lnTo>
                  <a:lnTo>
                    <a:pt x="2606486" y="647494"/>
                  </a:lnTo>
                  <a:lnTo>
                    <a:pt x="2604935" y="648193"/>
                  </a:lnTo>
                  <a:lnTo>
                    <a:pt x="2604590" y="648349"/>
                  </a:lnTo>
                  <a:lnTo>
                    <a:pt x="2604072" y="648582"/>
                  </a:lnTo>
                  <a:lnTo>
                    <a:pt x="2600452" y="650215"/>
                  </a:lnTo>
                  <a:lnTo>
                    <a:pt x="2598900" y="650915"/>
                  </a:lnTo>
                  <a:lnTo>
                    <a:pt x="2598038" y="651303"/>
                  </a:lnTo>
                  <a:lnTo>
                    <a:pt x="2594245" y="653014"/>
                  </a:lnTo>
                  <a:lnTo>
                    <a:pt x="2592349" y="653869"/>
                  </a:lnTo>
                  <a:lnTo>
                    <a:pt x="2589935" y="654958"/>
                  </a:lnTo>
                  <a:lnTo>
                    <a:pt x="2589763" y="655036"/>
                  </a:lnTo>
                  <a:lnTo>
                    <a:pt x="2586142" y="656669"/>
                  </a:lnTo>
                  <a:lnTo>
                    <a:pt x="2486317" y="701762"/>
                  </a:lnTo>
                  <a:lnTo>
                    <a:pt x="2478731" y="705193"/>
                  </a:lnTo>
                  <a:lnTo>
                    <a:pt x="2463214" y="712215"/>
                  </a:lnTo>
                  <a:lnTo>
                    <a:pt x="2461317" y="713074"/>
                  </a:lnTo>
                  <a:lnTo>
                    <a:pt x="2460973" y="713230"/>
                  </a:lnTo>
                  <a:lnTo>
                    <a:pt x="2460283" y="713542"/>
                  </a:lnTo>
                  <a:lnTo>
                    <a:pt x="2459249" y="714010"/>
                  </a:lnTo>
                  <a:lnTo>
                    <a:pt x="2457007" y="715025"/>
                  </a:lnTo>
                  <a:lnTo>
                    <a:pt x="2456145" y="715415"/>
                  </a:lnTo>
                  <a:lnTo>
                    <a:pt x="2454421" y="716195"/>
                  </a:lnTo>
                  <a:lnTo>
                    <a:pt x="2453904" y="716430"/>
                  </a:lnTo>
                  <a:lnTo>
                    <a:pt x="2453214" y="716742"/>
                  </a:lnTo>
                  <a:lnTo>
                    <a:pt x="2452697" y="716976"/>
                  </a:lnTo>
                  <a:lnTo>
                    <a:pt x="2451662" y="717444"/>
                  </a:lnTo>
                  <a:lnTo>
                    <a:pt x="2450456" y="717991"/>
                  </a:lnTo>
                  <a:lnTo>
                    <a:pt x="2450283" y="718069"/>
                  </a:lnTo>
                  <a:lnTo>
                    <a:pt x="2448042" y="719084"/>
                  </a:lnTo>
                  <a:lnTo>
                    <a:pt x="2447180" y="719474"/>
                  </a:lnTo>
                  <a:lnTo>
                    <a:pt x="2445628" y="720177"/>
                  </a:lnTo>
                  <a:lnTo>
                    <a:pt x="2444766" y="720567"/>
                  </a:lnTo>
                  <a:lnTo>
                    <a:pt x="2444594" y="720645"/>
                  </a:lnTo>
                  <a:lnTo>
                    <a:pt x="2443042" y="721348"/>
                  </a:lnTo>
                  <a:lnTo>
                    <a:pt x="2442352" y="721660"/>
                  </a:lnTo>
                  <a:lnTo>
                    <a:pt x="2442008" y="721817"/>
                  </a:lnTo>
                  <a:lnTo>
                    <a:pt x="2441490" y="722051"/>
                  </a:lnTo>
                  <a:lnTo>
                    <a:pt x="2440456" y="722519"/>
                  </a:lnTo>
                  <a:lnTo>
                    <a:pt x="2439249" y="723066"/>
                  </a:lnTo>
                  <a:lnTo>
                    <a:pt x="2438732" y="723300"/>
                  </a:lnTo>
                  <a:lnTo>
                    <a:pt x="2436835" y="724159"/>
                  </a:lnTo>
                  <a:lnTo>
                    <a:pt x="2436663" y="724237"/>
                  </a:lnTo>
                  <a:lnTo>
                    <a:pt x="2435801" y="724628"/>
                  </a:lnTo>
                  <a:lnTo>
                    <a:pt x="2435284" y="724862"/>
                  </a:lnTo>
                  <a:lnTo>
                    <a:pt x="2434594" y="725175"/>
                  </a:lnTo>
                  <a:lnTo>
                    <a:pt x="2434422" y="725253"/>
                  </a:lnTo>
                  <a:lnTo>
                    <a:pt x="2434077" y="725409"/>
                  </a:lnTo>
                  <a:lnTo>
                    <a:pt x="2432525" y="726112"/>
                  </a:lnTo>
                  <a:lnTo>
                    <a:pt x="2432180" y="726268"/>
                  </a:lnTo>
                  <a:lnTo>
                    <a:pt x="2431663" y="726502"/>
                  </a:lnTo>
                  <a:lnTo>
                    <a:pt x="2428042" y="728143"/>
                  </a:lnTo>
                  <a:lnTo>
                    <a:pt x="2426491" y="728846"/>
                  </a:lnTo>
                  <a:lnTo>
                    <a:pt x="2425629" y="729236"/>
                  </a:lnTo>
                  <a:lnTo>
                    <a:pt x="2421836" y="730955"/>
                  </a:lnTo>
                  <a:lnTo>
                    <a:pt x="2419939" y="731815"/>
                  </a:lnTo>
                  <a:lnTo>
                    <a:pt x="2417525" y="732908"/>
                  </a:lnTo>
                  <a:lnTo>
                    <a:pt x="2417353" y="732987"/>
                  </a:lnTo>
                  <a:lnTo>
                    <a:pt x="2413732" y="734628"/>
                  </a:lnTo>
                  <a:lnTo>
                    <a:pt x="2313907" y="779946"/>
                  </a:lnTo>
                  <a:lnTo>
                    <a:pt x="2306321" y="783396"/>
                  </a:lnTo>
                  <a:lnTo>
                    <a:pt x="2290804" y="790454"/>
                  </a:lnTo>
                  <a:lnTo>
                    <a:pt x="2288908" y="791317"/>
                  </a:lnTo>
                  <a:lnTo>
                    <a:pt x="2288563" y="791474"/>
                  </a:lnTo>
                  <a:lnTo>
                    <a:pt x="2287873" y="791788"/>
                  </a:lnTo>
                  <a:lnTo>
                    <a:pt x="2286839" y="792259"/>
                  </a:lnTo>
                  <a:lnTo>
                    <a:pt x="2284598" y="793279"/>
                  </a:lnTo>
                  <a:lnTo>
                    <a:pt x="2283736" y="793671"/>
                  </a:lnTo>
                  <a:lnTo>
                    <a:pt x="2282012" y="794456"/>
                  </a:lnTo>
                  <a:lnTo>
                    <a:pt x="2281494" y="794692"/>
                  </a:lnTo>
                  <a:lnTo>
                    <a:pt x="2280805" y="795005"/>
                  </a:lnTo>
                  <a:lnTo>
                    <a:pt x="2280287" y="795241"/>
                  </a:lnTo>
                  <a:lnTo>
                    <a:pt x="2279253" y="795712"/>
                  </a:lnTo>
                  <a:lnTo>
                    <a:pt x="2278046" y="796261"/>
                  </a:lnTo>
                  <a:lnTo>
                    <a:pt x="2277874" y="796340"/>
                  </a:lnTo>
                  <a:lnTo>
                    <a:pt x="2275632" y="797360"/>
                  </a:lnTo>
                  <a:lnTo>
                    <a:pt x="2274770" y="797752"/>
                  </a:lnTo>
                  <a:lnTo>
                    <a:pt x="2273219" y="798459"/>
                  </a:lnTo>
                  <a:lnTo>
                    <a:pt x="2272357" y="798851"/>
                  </a:lnTo>
                  <a:lnTo>
                    <a:pt x="2272184" y="798930"/>
                  </a:lnTo>
                  <a:lnTo>
                    <a:pt x="2270633" y="799636"/>
                  </a:lnTo>
                  <a:lnTo>
                    <a:pt x="2269943" y="799950"/>
                  </a:lnTo>
                  <a:lnTo>
                    <a:pt x="2269598" y="800108"/>
                  </a:lnTo>
                  <a:lnTo>
                    <a:pt x="2269081" y="800343"/>
                  </a:lnTo>
                  <a:lnTo>
                    <a:pt x="2268046" y="800814"/>
                  </a:lnTo>
                  <a:lnTo>
                    <a:pt x="2266840" y="801364"/>
                  </a:lnTo>
                  <a:lnTo>
                    <a:pt x="2266322" y="801599"/>
                  </a:lnTo>
                  <a:lnTo>
                    <a:pt x="2264426" y="802463"/>
                  </a:lnTo>
                  <a:lnTo>
                    <a:pt x="2264253" y="802541"/>
                  </a:lnTo>
                  <a:lnTo>
                    <a:pt x="2263391" y="802934"/>
                  </a:lnTo>
                  <a:lnTo>
                    <a:pt x="2262874" y="803170"/>
                  </a:lnTo>
                  <a:lnTo>
                    <a:pt x="2262184" y="803484"/>
                  </a:lnTo>
                  <a:lnTo>
                    <a:pt x="2262012" y="803562"/>
                  </a:lnTo>
                  <a:lnTo>
                    <a:pt x="2261667" y="803719"/>
                  </a:lnTo>
                  <a:lnTo>
                    <a:pt x="2260116" y="804426"/>
                  </a:lnTo>
                  <a:lnTo>
                    <a:pt x="2259771" y="804583"/>
                  </a:lnTo>
                  <a:lnTo>
                    <a:pt x="2259254" y="804819"/>
                  </a:lnTo>
                  <a:lnTo>
                    <a:pt x="2255633" y="806468"/>
                  </a:lnTo>
                  <a:lnTo>
                    <a:pt x="2254081" y="807175"/>
                  </a:lnTo>
                  <a:lnTo>
                    <a:pt x="2253219" y="807568"/>
                  </a:lnTo>
                  <a:lnTo>
                    <a:pt x="2249426" y="809296"/>
                  </a:lnTo>
                  <a:lnTo>
                    <a:pt x="2247530" y="810160"/>
                  </a:lnTo>
                  <a:lnTo>
                    <a:pt x="2245116" y="811260"/>
                  </a:lnTo>
                  <a:lnTo>
                    <a:pt x="2244944" y="811339"/>
                  </a:lnTo>
                  <a:lnTo>
                    <a:pt x="2241323" y="812989"/>
                  </a:lnTo>
                  <a:lnTo>
                    <a:pt x="2141498" y="858569"/>
                  </a:lnTo>
                  <a:lnTo>
                    <a:pt x="2133912" y="862039"/>
                  </a:lnTo>
                  <a:lnTo>
                    <a:pt x="2118395" y="869141"/>
                  </a:lnTo>
                  <a:lnTo>
                    <a:pt x="2116498" y="870009"/>
                  </a:lnTo>
                  <a:lnTo>
                    <a:pt x="2116154" y="870167"/>
                  </a:lnTo>
                  <a:lnTo>
                    <a:pt x="2115464" y="870483"/>
                  </a:lnTo>
                  <a:lnTo>
                    <a:pt x="2114430" y="870957"/>
                  </a:lnTo>
                  <a:lnTo>
                    <a:pt x="2112188" y="871983"/>
                  </a:lnTo>
                  <a:lnTo>
                    <a:pt x="2111326" y="872378"/>
                  </a:lnTo>
                  <a:lnTo>
                    <a:pt x="2109602" y="873167"/>
                  </a:lnTo>
                  <a:lnTo>
                    <a:pt x="2109085" y="873404"/>
                  </a:lnTo>
                  <a:lnTo>
                    <a:pt x="2108395" y="873720"/>
                  </a:lnTo>
                  <a:lnTo>
                    <a:pt x="2107878" y="873957"/>
                  </a:lnTo>
                  <a:lnTo>
                    <a:pt x="2106844" y="874431"/>
                  </a:lnTo>
                  <a:lnTo>
                    <a:pt x="2105637" y="874983"/>
                  </a:lnTo>
                  <a:lnTo>
                    <a:pt x="2105464" y="875062"/>
                  </a:lnTo>
                  <a:lnTo>
                    <a:pt x="2103223" y="876089"/>
                  </a:lnTo>
                  <a:lnTo>
                    <a:pt x="2102361" y="876484"/>
                  </a:lnTo>
                  <a:lnTo>
                    <a:pt x="2100809" y="877195"/>
                  </a:lnTo>
                  <a:lnTo>
                    <a:pt x="2099947" y="877590"/>
                  </a:lnTo>
                  <a:lnTo>
                    <a:pt x="2099775" y="877669"/>
                  </a:lnTo>
                  <a:lnTo>
                    <a:pt x="2098223" y="878379"/>
                  </a:lnTo>
                  <a:lnTo>
                    <a:pt x="2097533" y="878695"/>
                  </a:lnTo>
                  <a:lnTo>
                    <a:pt x="2097189" y="878853"/>
                  </a:lnTo>
                  <a:lnTo>
                    <a:pt x="2096671" y="879090"/>
                  </a:lnTo>
                  <a:lnTo>
                    <a:pt x="2095637" y="879564"/>
                  </a:lnTo>
                  <a:lnTo>
                    <a:pt x="2094430" y="880117"/>
                  </a:lnTo>
                  <a:lnTo>
                    <a:pt x="2093913" y="880354"/>
                  </a:lnTo>
                  <a:lnTo>
                    <a:pt x="2092016" y="881223"/>
                  </a:lnTo>
                  <a:lnTo>
                    <a:pt x="2091844" y="881303"/>
                  </a:lnTo>
                  <a:lnTo>
                    <a:pt x="2090982" y="881698"/>
                  </a:lnTo>
                  <a:lnTo>
                    <a:pt x="2090465" y="881935"/>
                  </a:lnTo>
                  <a:lnTo>
                    <a:pt x="2089775" y="882251"/>
                  </a:lnTo>
                  <a:lnTo>
                    <a:pt x="2089603" y="882330"/>
                  </a:lnTo>
                  <a:lnTo>
                    <a:pt x="2089258" y="882488"/>
                  </a:lnTo>
                  <a:lnTo>
                    <a:pt x="2087706" y="883199"/>
                  </a:lnTo>
                  <a:lnTo>
                    <a:pt x="2087361" y="883357"/>
                  </a:lnTo>
                  <a:lnTo>
                    <a:pt x="2086844" y="883594"/>
                  </a:lnTo>
                  <a:lnTo>
                    <a:pt x="2083223" y="885254"/>
                  </a:lnTo>
                  <a:lnTo>
                    <a:pt x="2081672" y="885965"/>
                  </a:lnTo>
                  <a:lnTo>
                    <a:pt x="2080810" y="886360"/>
                  </a:lnTo>
                  <a:lnTo>
                    <a:pt x="2077017" y="888099"/>
                  </a:lnTo>
                  <a:lnTo>
                    <a:pt x="2075120" y="888969"/>
                  </a:lnTo>
                  <a:lnTo>
                    <a:pt x="2072706" y="890076"/>
                  </a:lnTo>
                  <a:lnTo>
                    <a:pt x="2072534" y="890155"/>
                  </a:lnTo>
                  <a:lnTo>
                    <a:pt x="2068913" y="891815"/>
                  </a:lnTo>
                  <a:lnTo>
                    <a:pt x="1969088" y="937693"/>
                  </a:lnTo>
                  <a:lnTo>
                    <a:pt x="1961502" y="941187"/>
                  </a:lnTo>
                  <a:lnTo>
                    <a:pt x="1945985" y="948337"/>
                  </a:lnTo>
                  <a:lnTo>
                    <a:pt x="1944089" y="949211"/>
                  </a:lnTo>
                  <a:lnTo>
                    <a:pt x="1943744" y="949370"/>
                  </a:lnTo>
                  <a:lnTo>
                    <a:pt x="1943054" y="949688"/>
                  </a:lnTo>
                  <a:lnTo>
                    <a:pt x="1942020" y="950165"/>
                  </a:lnTo>
                  <a:lnTo>
                    <a:pt x="1939779" y="951198"/>
                  </a:lnTo>
                  <a:lnTo>
                    <a:pt x="1938917" y="951595"/>
                  </a:lnTo>
                  <a:lnTo>
                    <a:pt x="1937193" y="952390"/>
                  </a:lnTo>
                  <a:lnTo>
                    <a:pt x="1936675" y="952629"/>
                  </a:lnTo>
                  <a:lnTo>
                    <a:pt x="1935986" y="952947"/>
                  </a:lnTo>
                  <a:lnTo>
                    <a:pt x="1935468" y="953185"/>
                  </a:lnTo>
                  <a:lnTo>
                    <a:pt x="1934434" y="953662"/>
                  </a:lnTo>
                  <a:lnTo>
                    <a:pt x="1933227" y="954219"/>
                  </a:lnTo>
                  <a:lnTo>
                    <a:pt x="1933055" y="954298"/>
                  </a:lnTo>
                  <a:lnTo>
                    <a:pt x="1930813" y="955332"/>
                  </a:lnTo>
                  <a:lnTo>
                    <a:pt x="1929951" y="955730"/>
                  </a:lnTo>
                  <a:lnTo>
                    <a:pt x="1928400" y="956446"/>
                  </a:lnTo>
                  <a:lnTo>
                    <a:pt x="1927538" y="956843"/>
                  </a:lnTo>
                  <a:lnTo>
                    <a:pt x="1927365" y="956923"/>
                  </a:lnTo>
                  <a:lnTo>
                    <a:pt x="1925814" y="957638"/>
                  </a:lnTo>
                  <a:lnTo>
                    <a:pt x="1925124" y="957957"/>
                  </a:lnTo>
                  <a:lnTo>
                    <a:pt x="1924779" y="958116"/>
                  </a:lnTo>
                  <a:lnTo>
                    <a:pt x="1924262" y="958354"/>
                  </a:lnTo>
                  <a:lnTo>
                    <a:pt x="1923227" y="958832"/>
                  </a:lnTo>
                  <a:lnTo>
                    <a:pt x="1922021" y="959388"/>
                  </a:lnTo>
                  <a:lnTo>
                    <a:pt x="1921503" y="959627"/>
                  </a:lnTo>
                  <a:lnTo>
                    <a:pt x="1919607" y="960502"/>
                  </a:lnTo>
                  <a:lnTo>
                    <a:pt x="1919434" y="960582"/>
                  </a:lnTo>
                  <a:lnTo>
                    <a:pt x="1918572" y="960980"/>
                  </a:lnTo>
                  <a:lnTo>
                    <a:pt x="1918055" y="961218"/>
                  </a:lnTo>
                  <a:lnTo>
                    <a:pt x="1917365" y="961536"/>
                  </a:lnTo>
                  <a:lnTo>
                    <a:pt x="1917193" y="961616"/>
                  </a:lnTo>
                  <a:lnTo>
                    <a:pt x="1916848" y="961775"/>
                  </a:lnTo>
                  <a:lnTo>
                    <a:pt x="1915297" y="962491"/>
                  </a:lnTo>
                  <a:lnTo>
                    <a:pt x="1914952" y="962650"/>
                  </a:lnTo>
                  <a:lnTo>
                    <a:pt x="1914435" y="962889"/>
                  </a:lnTo>
                  <a:lnTo>
                    <a:pt x="1910814" y="964560"/>
                  </a:lnTo>
                  <a:lnTo>
                    <a:pt x="1909262" y="965277"/>
                  </a:lnTo>
                  <a:lnTo>
                    <a:pt x="1908400" y="965675"/>
                  </a:lnTo>
                  <a:lnTo>
                    <a:pt x="1904607" y="967426"/>
                  </a:lnTo>
                  <a:lnTo>
                    <a:pt x="1902711" y="968301"/>
                  </a:lnTo>
                  <a:lnTo>
                    <a:pt x="1900297" y="969416"/>
                  </a:lnTo>
                  <a:lnTo>
                    <a:pt x="1900125" y="969496"/>
                  </a:lnTo>
                  <a:lnTo>
                    <a:pt x="1896504" y="971168"/>
                  </a:lnTo>
                  <a:lnTo>
                    <a:pt x="1796679" y="1017374"/>
                  </a:lnTo>
                  <a:lnTo>
                    <a:pt x="1789093" y="1020894"/>
                  </a:lnTo>
                  <a:lnTo>
                    <a:pt x="1773576" y="1028097"/>
                  </a:lnTo>
                  <a:lnTo>
                    <a:pt x="1771679" y="1028977"/>
                  </a:lnTo>
                  <a:lnTo>
                    <a:pt x="1771335" y="1029138"/>
                  </a:lnTo>
                  <a:lnTo>
                    <a:pt x="1770645" y="1029458"/>
                  </a:lnTo>
                  <a:lnTo>
                    <a:pt x="1769611" y="1029938"/>
                  </a:lnTo>
                  <a:lnTo>
                    <a:pt x="1767369" y="1030979"/>
                  </a:lnTo>
                  <a:lnTo>
                    <a:pt x="1766507" y="1031380"/>
                  </a:lnTo>
                  <a:lnTo>
                    <a:pt x="1764783" y="1032180"/>
                  </a:lnTo>
                  <a:lnTo>
                    <a:pt x="1764266" y="1032421"/>
                  </a:lnTo>
                  <a:lnTo>
                    <a:pt x="1763576" y="1032741"/>
                  </a:lnTo>
                  <a:lnTo>
                    <a:pt x="1763059" y="1032981"/>
                  </a:lnTo>
                  <a:lnTo>
                    <a:pt x="1762025" y="1033462"/>
                  </a:lnTo>
                  <a:lnTo>
                    <a:pt x="1760818" y="1034023"/>
                  </a:lnTo>
                  <a:lnTo>
                    <a:pt x="1760645" y="1034103"/>
                  </a:lnTo>
                  <a:lnTo>
                    <a:pt x="1758404" y="1035144"/>
                  </a:lnTo>
                  <a:lnTo>
                    <a:pt x="1757542" y="1035545"/>
                  </a:lnTo>
                  <a:lnTo>
                    <a:pt x="1755990" y="1036266"/>
                  </a:lnTo>
                  <a:lnTo>
                    <a:pt x="1755128" y="1036666"/>
                  </a:lnTo>
                  <a:lnTo>
                    <a:pt x="1754956" y="1036746"/>
                  </a:lnTo>
                  <a:lnTo>
                    <a:pt x="1753404" y="1037468"/>
                  </a:lnTo>
                  <a:lnTo>
                    <a:pt x="1752714" y="1037788"/>
                  </a:lnTo>
                  <a:lnTo>
                    <a:pt x="1752370" y="1037948"/>
                  </a:lnTo>
                  <a:lnTo>
                    <a:pt x="1751852" y="1038189"/>
                  </a:lnTo>
                  <a:lnTo>
                    <a:pt x="1750818" y="1038670"/>
                  </a:lnTo>
                  <a:lnTo>
                    <a:pt x="1749611" y="1039231"/>
                  </a:lnTo>
                  <a:lnTo>
                    <a:pt x="1749094" y="1039471"/>
                  </a:lnTo>
                  <a:lnTo>
                    <a:pt x="1747197" y="1040353"/>
                  </a:lnTo>
                  <a:lnTo>
                    <a:pt x="1747025" y="1040433"/>
                  </a:lnTo>
                  <a:lnTo>
                    <a:pt x="1746163" y="1040834"/>
                  </a:lnTo>
                  <a:lnTo>
                    <a:pt x="1745646" y="1041074"/>
                  </a:lnTo>
                  <a:lnTo>
                    <a:pt x="1744956" y="1041395"/>
                  </a:lnTo>
                  <a:lnTo>
                    <a:pt x="1744784" y="1041475"/>
                  </a:lnTo>
                  <a:lnTo>
                    <a:pt x="1744439" y="1041635"/>
                  </a:lnTo>
                  <a:lnTo>
                    <a:pt x="1742887" y="1042357"/>
                  </a:lnTo>
                  <a:lnTo>
                    <a:pt x="1742542" y="1042517"/>
                  </a:lnTo>
                  <a:lnTo>
                    <a:pt x="1742025" y="1042757"/>
                  </a:lnTo>
                  <a:lnTo>
                    <a:pt x="1738404" y="1044441"/>
                  </a:lnTo>
                  <a:lnTo>
                    <a:pt x="1736853" y="1045163"/>
                  </a:lnTo>
                  <a:lnTo>
                    <a:pt x="1735991" y="1045564"/>
                  </a:lnTo>
                  <a:lnTo>
                    <a:pt x="1732198" y="1047328"/>
                  </a:lnTo>
                  <a:lnTo>
                    <a:pt x="1730301" y="1048210"/>
                  </a:lnTo>
                  <a:lnTo>
                    <a:pt x="1727887" y="1049333"/>
                  </a:lnTo>
                  <a:lnTo>
                    <a:pt x="1727715" y="1049414"/>
                  </a:lnTo>
                  <a:lnTo>
                    <a:pt x="1724094" y="1051098"/>
                  </a:lnTo>
                  <a:lnTo>
                    <a:pt x="1624269" y="1097657"/>
                  </a:lnTo>
                  <a:lnTo>
                    <a:pt x="1616683" y="1101204"/>
                  </a:lnTo>
                  <a:lnTo>
                    <a:pt x="1601166" y="1108462"/>
                  </a:lnTo>
                  <a:lnTo>
                    <a:pt x="1599270" y="1109350"/>
                  </a:lnTo>
                  <a:lnTo>
                    <a:pt x="1598925" y="1109511"/>
                  </a:lnTo>
                  <a:lnTo>
                    <a:pt x="1598236" y="1109834"/>
                  </a:lnTo>
                  <a:lnTo>
                    <a:pt x="1597201" y="1110318"/>
                  </a:lnTo>
                  <a:lnTo>
                    <a:pt x="1594960" y="1111367"/>
                  </a:lnTo>
                  <a:lnTo>
                    <a:pt x="1594098" y="1111771"/>
                  </a:lnTo>
                  <a:lnTo>
                    <a:pt x="1592374" y="1112578"/>
                  </a:lnTo>
                  <a:lnTo>
                    <a:pt x="1591856" y="1112820"/>
                  </a:lnTo>
                  <a:lnTo>
                    <a:pt x="1591167" y="1113143"/>
                  </a:lnTo>
                  <a:lnTo>
                    <a:pt x="1590649" y="1113385"/>
                  </a:lnTo>
                  <a:lnTo>
                    <a:pt x="1589615" y="1113869"/>
                  </a:lnTo>
                  <a:lnTo>
                    <a:pt x="1588408" y="1114434"/>
                  </a:lnTo>
                  <a:lnTo>
                    <a:pt x="1588236" y="1114515"/>
                  </a:lnTo>
                  <a:lnTo>
                    <a:pt x="1585994" y="1115564"/>
                  </a:lnTo>
                  <a:lnTo>
                    <a:pt x="1585132" y="1115968"/>
                  </a:lnTo>
                  <a:lnTo>
                    <a:pt x="1583581" y="1116695"/>
                  </a:lnTo>
                  <a:lnTo>
                    <a:pt x="1582719" y="1117098"/>
                  </a:lnTo>
                  <a:lnTo>
                    <a:pt x="1582546" y="1117179"/>
                  </a:lnTo>
                  <a:lnTo>
                    <a:pt x="1580995" y="1117906"/>
                  </a:lnTo>
                  <a:lnTo>
                    <a:pt x="1580305" y="1118229"/>
                  </a:lnTo>
                  <a:lnTo>
                    <a:pt x="1579960" y="1118390"/>
                  </a:lnTo>
                  <a:lnTo>
                    <a:pt x="1579443" y="1118633"/>
                  </a:lnTo>
                  <a:lnTo>
                    <a:pt x="1578408" y="1119117"/>
                  </a:lnTo>
                  <a:lnTo>
                    <a:pt x="1577202" y="1119683"/>
                  </a:lnTo>
                  <a:lnTo>
                    <a:pt x="1576684" y="1119925"/>
                  </a:lnTo>
                  <a:lnTo>
                    <a:pt x="1574788" y="1120813"/>
                  </a:lnTo>
                  <a:lnTo>
                    <a:pt x="1574615" y="1120894"/>
                  </a:lnTo>
                  <a:lnTo>
                    <a:pt x="1573753" y="1121298"/>
                  </a:lnTo>
                  <a:lnTo>
                    <a:pt x="1573236" y="1121540"/>
                  </a:lnTo>
                  <a:lnTo>
                    <a:pt x="1572546" y="1121863"/>
                  </a:lnTo>
                  <a:lnTo>
                    <a:pt x="1572374" y="1121944"/>
                  </a:lnTo>
                  <a:lnTo>
                    <a:pt x="1572029" y="1122106"/>
                  </a:lnTo>
                  <a:lnTo>
                    <a:pt x="1570478" y="1122833"/>
                  </a:lnTo>
                  <a:lnTo>
                    <a:pt x="1570133" y="1122994"/>
                  </a:lnTo>
                  <a:lnTo>
                    <a:pt x="1569616" y="1123237"/>
                  </a:lnTo>
                  <a:lnTo>
                    <a:pt x="1565995" y="1124934"/>
                  </a:lnTo>
                  <a:lnTo>
                    <a:pt x="1564443" y="1125661"/>
                  </a:lnTo>
                  <a:lnTo>
                    <a:pt x="1563581" y="1126065"/>
                  </a:lnTo>
                  <a:lnTo>
                    <a:pt x="1559788" y="1127843"/>
                  </a:lnTo>
                  <a:lnTo>
                    <a:pt x="1557892" y="1128732"/>
                  </a:lnTo>
                  <a:lnTo>
                    <a:pt x="1555478" y="1129864"/>
                  </a:lnTo>
                  <a:lnTo>
                    <a:pt x="1555306" y="1129945"/>
                  </a:lnTo>
                  <a:lnTo>
                    <a:pt x="1551685" y="1131643"/>
                  </a:lnTo>
                  <a:lnTo>
                    <a:pt x="1451860" y="1178565"/>
                  </a:lnTo>
                  <a:lnTo>
                    <a:pt x="1444274" y="1182139"/>
                  </a:lnTo>
                  <a:lnTo>
                    <a:pt x="1428757" y="1189454"/>
                  </a:lnTo>
                  <a:lnTo>
                    <a:pt x="1426860" y="1190348"/>
                  </a:lnTo>
                  <a:lnTo>
                    <a:pt x="1426516" y="1190511"/>
                  </a:lnTo>
                  <a:lnTo>
                    <a:pt x="1425826" y="1190836"/>
                  </a:lnTo>
                  <a:lnTo>
                    <a:pt x="1424792" y="1191324"/>
                  </a:lnTo>
                  <a:lnTo>
                    <a:pt x="1422550" y="1192381"/>
                  </a:lnTo>
                  <a:lnTo>
                    <a:pt x="1421688" y="1192788"/>
                  </a:lnTo>
                  <a:lnTo>
                    <a:pt x="1419964" y="1193601"/>
                  </a:lnTo>
                  <a:lnTo>
                    <a:pt x="1419447" y="1193845"/>
                  </a:lnTo>
                  <a:lnTo>
                    <a:pt x="1418757" y="1194171"/>
                  </a:lnTo>
                  <a:lnTo>
                    <a:pt x="1418240" y="1194415"/>
                  </a:lnTo>
                  <a:lnTo>
                    <a:pt x="1417206" y="1194903"/>
                  </a:lnTo>
                  <a:lnTo>
                    <a:pt x="1415999" y="1195472"/>
                  </a:lnTo>
                  <a:lnTo>
                    <a:pt x="1415826" y="1195553"/>
                  </a:lnTo>
                  <a:lnTo>
                    <a:pt x="1413585" y="1196611"/>
                  </a:lnTo>
                  <a:lnTo>
                    <a:pt x="1412723" y="1197018"/>
                  </a:lnTo>
                  <a:lnTo>
                    <a:pt x="1411171" y="1197750"/>
                  </a:lnTo>
                  <a:lnTo>
                    <a:pt x="1410309" y="1198157"/>
                  </a:lnTo>
                  <a:lnTo>
                    <a:pt x="1410137" y="1198238"/>
                  </a:lnTo>
                  <a:lnTo>
                    <a:pt x="1408585" y="1198971"/>
                  </a:lnTo>
                  <a:lnTo>
                    <a:pt x="1407895" y="1199296"/>
                  </a:lnTo>
                  <a:lnTo>
                    <a:pt x="1407551" y="1199459"/>
                  </a:lnTo>
                  <a:lnTo>
                    <a:pt x="1407033" y="1199703"/>
                  </a:lnTo>
                  <a:lnTo>
                    <a:pt x="1405999" y="1200191"/>
                  </a:lnTo>
                  <a:lnTo>
                    <a:pt x="1404792" y="1200761"/>
                  </a:lnTo>
                  <a:lnTo>
                    <a:pt x="1404275" y="1201005"/>
                  </a:lnTo>
                  <a:lnTo>
                    <a:pt x="1402378" y="1201901"/>
                  </a:lnTo>
                  <a:lnTo>
                    <a:pt x="1402206" y="1201982"/>
                  </a:lnTo>
                  <a:lnTo>
                    <a:pt x="1401344" y="1202389"/>
                  </a:lnTo>
                  <a:lnTo>
                    <a:pt x="1400827" y="1202633"/>
                  </a:lnTo>
                  <a:lnTo>
                    <a:pt x="1400137" y="1202959"/>
                  </a:lnTo>
                  <a:lnTo>
                    <a:pt x="1399965" y="1203040"/>
                  </a:lnTo>
                  <a:lnTo>
                    <a:pt x="1399620" y="1203203"/>
                  </a:lnTo>
                  <a:lnTo>
                    <a:pt x="1398068" y="1203936"/>
                  </a:lnTo>
                  <a:lnTo>
                    <a:pt x="1397723" y="1204099"/>
                  </a:lnTo>
                  <a:lnTo>
                    <a:pt x="1397206" y="1204343"/>
                  </a:lnTo>
                  <a:lnTo>
                    <a:pt x="1393585" y="1206053"/>
                  </a:lnTo>
                  <a:lnTo>
                    <a:pt x="1392034" y="1206786"/>
                  </a:lnTo>
                  <a:lnTo>
                    <a:pt x="1391172" y="1207193"/>
                  </a:lnTo>
                  <a:lnTo>
                    <a:pt x="1387379" y="1208985"/>
                  </a:lnTo>
                  <a:lnTo>
                    <a:pt x="1385482" y="1209881"/>
                  </a:lnTo>
                  <a:lnTo>
                    <a:pt x="1383068" y="1211021"/>
                  </a:lnTo>
                  <a:lnTo>
                    <a:pt x="1382896" y="1211103"/>
                  </a:lnTo>
                  <a:lnTo>
                    <a:pt x="1379275" y="1212814"/>
                  </a:lnTo>
                  <a:lnTo>
                    <a:pt x="1279450" y="1260095"/>
                  </a:lnTo>
                  <a:lnTo>
                    <a:pt x="1271864" y="1263696"/>
                  </a:lnTo>
                  <a:lnTo>
                    <a:pt x="1256347" y="1271066"/>
                  </a:lnTo>
                  <a:lnTo>
                    <a:pt x="1254451" y="1271968"/>
                  </a:lnTo>
                  <a:lnTo>
                    <a:pt x="1254106" y="1272131"/>
                  </a:lnTo>
                  <a:lnTo>
                    <a:pt x="1253417" y="1272459"/>
                  </a:lnTo>
                  <a:lnTo>
                    <a:pt x="1252382" y="1272951"/>
                  </a:lnTo>
                  <a:lnTo>
                    <a:pt x="1250141" y="1274016"/>
                  </a:lnTo>
                  <a:lnTo>
                    <a:pt x="1249279" y="1274425"/>
                  </a:lnTo>
                  <a:lnTo>
                    <a:pt x="1247555" y="1275245"/>
                  </a:lnTo>
                  <a:lnTo>
                    <a:pt x="1247037" y="1275491"/>
                  </a:lnTo>
                  <a:lnTo>
                    <a:pt x="1246348" y="1275819"/>
                  </a:lnTo>
                  <a:lnTo>
                    <a:pt x="1245831" y="1276064"/>
                  </a:lnTo>
                  <a:lnTo>
                    <a:pt x="1244796" y="1276556"/>
                  </a:lnTo>
                  <a:lnTo>
                    <a:pt x="1243589" y="1277130"/>
                  </a:lnTo>
                  <a:lnTo>
                    <a:pt x="1243417" y="1277212"/>
                  </a:lnTo>
                  <a:lnTo>
                    <a:pt x="1241175" y="1278277"/>
                  </a:lnTo>
                  <a:lnTo>
                    <a:pt x="1240313" y="1278687"/>
                  </a:lnTo>
                  <a:lnTo>
                    <a:pt x="1238762" y="1279425"/>
                  </a:lnTo>
                  <a:lnTo>
                    <a:pt x="1237900" y="1279835"/>
                  </a:lnTo>
                  <a:lnTo>
                    <a:pt x="1237727" y="1279917"/>
                  </a:lnTo>
                  <a:lnTo>
                    <a:pt x="1236176" y="1280655"/>
                  </a:lnTo>
                  <a:lnTo>
                    <a:pt x="1235486" y="1280983"/>
                  </a:lnTo>
                  <a:lnTo>
                    <a:pt x="1235141" y="1281147"/>
                  </a:lnTo>
                  <a:lnTo>
                    <a:pt x="1234624" y="1281393"/>
                  </a:lnTo>
                  <a:lnTo>
                    <a:pt x="1233589" y="1281884"/>
                  </a:lnTo>
                  <a:lnTo>
                    <a:pt x="1232383" y="1282458"/>
                  </a:lnTo>
                  <a:lnTo>
                    <a:pt x="1231865" y="1282704"/>
                  </a:lnTo>
                  <a:lnTo>
                    <a:pt x="1229969" y="1283606"/>
                  </a:lnTo>
                  <a:lnTo>
                    <a:pt x="1229796" y="1283688"/>
                  </a:lnTo>
                  <a:lnTo>
                    <a:pt x="1228934" y="1284099"/>
                  </a:lnTo>
                  <a:lnTo>
                    <a:pt x="1228417" y="1284345"/>
                  </a:lnTo>
                  <a:lnTo>
                    <a:pt x="1227728" y="1284673"/>
                  </a:lnTo>
                  <a:lnTo>
                    <a:pt x="1227555" y="1284755"/>
                  </a:lnTo>
                  <a:lnTo>
                    <a:pt x="1227210" y="1284919"/>
                  </a:lnTo>
                  <a:lnTo>
                    <a:pt x="1225659" y="1285657"/>
                  </a:lnTo>
                  <a:lnTo>
                    <a:pt x="1225314" y="1285821"/>
                  </a:lnTo>
                  <a:lnTo>
                    <a:pt x="1224797" y="1286067"/>
                  </a:lnTo>
                  <a:lnTo>
                    <a:pt x="1221176" y="1287790"/>
                  </a:lnTo>
                  <a:lnTo>
                    <a:pt x="1219624" y="1288528"/>
                  </a:lnTo>
                  <a:lnTo>
                    <a:pt x="1218762" y="1288938"/>
                  </a:lnTo>
                  <a:lnTo>
                    <a:pt x="1214969" y="1290743"/>
                  </a:lnTo>
                  <a:lnTo>
                    <a:pt x="1213073" y="1291646"/>
                  </a:lnTo>
                  <a:lnTo>
                    <a:pt x="1210659" y="1292795"/>
                  </a:lnTo>
                  <a:lnTo>
                    <a:pt x="1210487" y="1292877"/>
                  </a:lnTo>
                  <a:lnTo>
                    <a:pt x="1206866" y="1294601"/>
                  </a:lnTo>
                  <a:lnTo>
                    <a:pt x="1107041" y="1342224"/>
                  </a:lnTo>
                  <a:lnTo>
                    <a:pt x="1099455" y="1345850"/>
                  </a:lnTo>
                  <a:lnTo>
                    <a:pt x="1083938" y="1353272"/>
                  </a:lnTo>
                  <a:lnTo>
                    <a:pt x="1082041" y="1354179"/>
                  </a:lnTo>
                  <a:lnTo>
                    <a:pt x="1081697" y="1354344"/>
                  </a:lnTo>
                  <a:lnTo>
                    <a:pt x="1081007" y="1354674"/>
                  </a:lnTo>
                  <a:lnTo>
                    <a:pt x="1079973" y="1355169"/>
                  </a:lnTo>
                  <a:lnTo>
                    <a:pt x="1077731" y="1356242"/>
                  </a:lnTo>
                  <a:lnTo>
                    <a:pt x="1076869" y="1356654"/>
                  </a:lnTo>
                  <a:lnTo>
                    <a:pt x="1075145" y="1357479"/>
                  </a:lnTo>
                  <a:lnTo>
                    <a:pt x="1074628" y="1357727"/>
                  </a:lnTo>
                  <a:lnTo>
                    <a:pt x="1073938" y="1358057"/>
                  </a:lnTo>
                  <a:lnTo>
                    <a:pt x="1073421" y="1358305"/>
                  </a:lnTo>
                  <a:lnTo>
                    <a:pt x="1072387" y="1358800"/>
                  </a:lnTo>
                  <a:lnTo>
                    <a:pt x="1071180" y="1359377"/>
                  </a:lnTo>
                  <a:lnTo>
                    <a:pt x="1071007" y="1359460"/>
                  </a:lnTo>
                  <a:lnTo>
                    <a:pt x="1068766" y="1360533"/>
                  </a:lnTo>
                  <a:lnTo>
                    <a:pt x="1067904" y="1360946"/>
                  </a:lnTo>
                  <a:lnTo>
                    <a:pt x="1066352" y="1361688"/>
                  </a:lnTo>
                  <a:lnTo>
                    <a:pt x="1065490" y="1362101"/>
                  </a:lnTo>
                  <a:lnTo>
                    <a:pt x="1065318" y="1362184"/>
                  </a:lnTo>
                  <a:lnTo>
                    <a:pt x="1063766" y="1362927"/>
                  </a:lnTo>
                  <a:lnTo>
                    <a:pt x="1063076" y="1363257"/>
                  </a:lnTo>
                  <a:lnTo>
                    <a:pt x="1062732" y="1363422"/>
                  </a:lnTo>
                  <a:lnTo>
                    <a:pt x="1062214" y="1363670"/>
                  </a:lnTo>
                  <a:lnTo>
                    <a:pt x="1061180" y="1364165"/>
                  </a:lnTo>
                  <a:lnTo>
                    <a:pt x="1059973" y="1364743"/>
                  </a:lnTo>
                  <a:lnTo>
                    <a:pt x="1059456" y="1364991"/>
                  </a:lnTo>
                  <a:lnTo>
                    <a:pt x="1057559" y="1365899"/>
                  </a:lnTo>
                  <a:lnTo>
                    <a:pt x="1057387" y="1365981"/>
                  </a:lnTo>
                  <a:lnTo>
                    <a:pt x="1056525" y="1366394"/>
                  </a:lnTo>
                  <a:lnTo>
                    <a:pt x="1056008" y="1366642"/>
                  </a:lnTo>
                  <a:lnTo>
                    <a:pt x="1055318" y="1366972"/>
                  </a:lnTo>
                  <a:lnTo>
                    <a:pt x="1055146" y="1367055"/>
                  </a:lnTo>
                  <a:lnTo>
                    <a:pt x="1054801" y="1367220"/>
                  </a:lnTo>
                  <a:lnTo>
                    <a:pt x="1053249" y="1367963"/>
                  </a:lnTo>
                  <a:lnTo>
                    <a:pt x="1052904" y="1368128"/>
                  </a:lnTo>
                  <a:lnTo>
                    <a:pt x="1052387" y="1368376"/>
                  </a:lnTo>
                  <a:lnTo>
                    <a:pt x="1048766" y="1370111"/>
                  </a:lnTo>
                  <a:lnTo>
                    <a:pt x="1047215" y="1370854"/>
                  </a:lnTo>
                  <a:lnTo>
                    <a:pt x="1046353" y="1371267"/>
                  </a:lnTo>
                  <a:lnTo>
                    <a:pt x="1042560" y="1373084"/>
                  </a:lnTo>
                  <a:lnTo>
                    <a:pt x="1040663" y="1373993"/>
                  </a:lnTo>
                  <a:lnTo>
                    <a:pt x="1038249" y="1375150"/>
                  </a:lnTo>
                  <a:lnTo>
                    <a:pt x="1038077" y="1375233"/>
                  </a:lnTo>
                  <a:lnTo>
                    <a:pt x="1034456" y="1376968"/>
                  </a:lnTo>
                  <a:lnTo>
                    <a:pt x="934631" y="1424905"/>
                  </a:lnTo>
                  <a:lnTo>
                    <a:pt x="927045" y="1428554"/>
                  </a:lnTo>
                  <a:lnTo>
                    <a:pt x="911528" y="1436023"/>
                  </a:lnTo>
                  <a:lnTo>
                    <a:pt x="909632" y="1436936"/>
                  </a:lnTo>
                  <a:lnTo>
                    <a:pt x="909287" y="1437102"/>
                  </a:lnTo>
                  <a:lnTo>
                    <a:pt x="908598" y="1437434"/>
                  </a:lnTo>
                  <a:lnTo>
                    <a:pt x="907563" y="1437932"/>
                  </a:lnTo>
                  <a:lnTo>
                    <a:pt x="905322" y="1439011"/>
                  </a:lnTo>
                  <a:lnTo>
                    <a:pt x="904460" y="1439427"/>
                  </a:lnTo>
                  <a:lnTo>
                    <a:pt x="902736" y="1440257"/>
                  </a:lnTo>
                  <a:lnTo>
                    <a:pt x="902218" y="1440506"/>
                  </a:lnTo>
                  <a:lnTo>
                    <a:pt x="901529" y="1440838"/>
                  </a:lnTo>
                  <a:lnTo>
                    <a:pt x="901012" y="1441087"/>
                  </a:lnTo>
                  <a:lnTo>
                    <a:pt x="899977" y="1441585"/>
                  </a:lnTo>
                  <a:lnTo>
                    <a:pt x="898770" y="1442167"/>
                  </a:lnTo>
                  <a:lnTo>
                    <a:pt x="898598" y="1442250"/>
                  </a:lnTo>
                  <a:lnTo>
                    <a:pt x="896356" y="1443329"/>
                  </a:lnTo>
                  <a:lnTo>
                    <a:pt x="895494" y="1443744"/>
                  </a:lnTo>
                  <a:lnTo>
                    <a:pt x="893943" y="1444492"/>
                  </a:lnTo>
                  <a:lnTo>
                    <a:pt x="893081" y="1444907"/>
                  </a:lnTo>
                  <a:lnTo>
                    <a:pt x="892908" y="1444990"/>
                  </a:lnTo>
                  <a:lnTo>
                    <a:pt x="891357" y="1445738"/>
                  </a:lnTo>
                  <a:lnTo>
                    <a:pt x="890667" y="1446070"/>
                  </a:lnTo>
                  <a:lnTo>
                    <a:pt x="890322" y="1446236"/>
                  </a:lnTo>
                  <a:lnTo>
                    <a:pt x="889805" y="1446485"/>
                  </a:lnTo>
                  <a:lnTo>
                    <a:pt x="888770" y="1446984"/>
                  </a:lnTo>
                  <a:lnTo>
                    <a:pt x="887564" y="1447565"/>
                  </a:lnTo>
                  <a:lnTo>
                    <a:pt x="887046" y="1447814"/>
                  </a:lnTo>
                  <a:lnTo>
                    <a:pt x="885150" y="1448728"/>
                  </a:lnTo>
                  <a:lnTo>
                    <a:pt x="884977" y="1448811"/>
                  </a:lnTo>
                  <a:lnTo>
                    <a:pt x="884115" y="1449227"/>
                  </a:lnTo>
                  <a:lnTo>
                    <a:pt x="883598" y="1449476"/>
                  </a:lnTo>
                  <a:lnTo>
                    <a:pt x="882909" y="1449808"/>
                  </a:lnTo>
                  <a:lnTo>
                    <a:pt x="882736" y="1449891"/>
                  </a:lnTo>
                  <a:lnTo>
                    <a:pt x="882391" y="1450058"/>
                  </a:lnTo>
                  <a:lnTo>
                    <a:pt x="880840" y="1450805"/>
                  </a:lnTo>
                  <a:lnTo>
                    <a:pt x="880495" y="1450972"/>
                  </a:lnTo>
                  <a:lnTo>
                    <a:pt x="879978" y="1451221"/>
                  </a:lnTo>
                  <a:lnTo>
                    <a:pt x="876357" y="1452966"/>
                  </a:lnTo>
                  <a:lnTo>
                    <a:pt x="874805" y="1453714"/>
                  </a:lnTo>
                  <a:lnTo>
                    <a:pt x="873943" y="1454129"/>
                  </a:lnTo>
                  <a:lnTo>
                    <a:pt x="870150" y="1455958"/>
                  </a:lnTo>
                  <a:lnTo>
                    <a:pt x="868254" y="1456872"/>
                  </a:lnTo>
                  <a:lnTo>
                    <a:pt x="865840" y="1458036"/>
                  </a:lnTo>
                  <a:lnTo>
                    <a:pt x="865668" y="1458119"/>
                  </a:lnTo>
                  <a:lnTo>
                    <a:pt x="862047" y="1459865"/>
                  </a:lnTo>
                  <a:lnTo>
                    <a:pt x="762222" y="1508081"/>
                  </a:lnTo>
                  <a:lnTo>
                    <a:pt x="754636" y="1511751"/>
                  </a:lnTo>
                  <a:lnTo>
                    <a:pt x="739119" y="1519261"/>
                  </a:lnTo>
                  <a:lnTo>
                    <a:pt x="737222" y="1520179"/>
                  </a:lnTo>
                  <a:lnTo>
                    <a:pt x="736878" y="1520346"/>
                  </a:lnTo>
                  <a:lnTo>
                    <a:pt x="736188" y="1520680"/>
                  </a:lnTo>
                  <a:lnTo>
                    <a:pt x="735154" y="1521181"/>
                  </a:lnTo>
                  <a:lnTo>
                    <a:pt x="732912" y="1522266"/>
                  </a:lnTo>
                  <a:lnTo>
                    <a:pt x="732050" y="1522683"/>
                  </a:lnTo>
                  <a:lnTo>
                    <a:pt x="730326" y="1523518"/>
                  </a:lnTo>
                  <a:lnTo>
                    <a:pt x="729809" y="1523768"/>
                  </a:lnTo>
                  <a:lnTo>
                    <a:pt x="729119" y="1524102"/>
                  </a:lnTo>
                  <a:lnTo>
                    <a:pt x="728602" y="1524353"/>
                  </a:lnTo>
                  <a:lnTo>
                    <a:pt x="727568" y="1524854"/>
                  </a:lnTo>
                  <a:lnTo>
                    <a:pt x="726361" y="1525438"/>
                  </a:lnTo>
                  <a:lnTo>
                    <a:pt x="726188" y="1525522"/>
                  </a:lnTo>
                  <a:lnTo>
                    <a:pt x="723947" y="1526607"/>
                  </a:lnTo>
                  <a:lnTo>
                    <a:pt x="723085" y="1527025"/>
                  </a:lnTo>
                  <a:lnTo>
                    <a:pt x="721533" y="1527776"/>
                  </a:lnTo>
                  <a:lnTo>
                    <a:pt x="720671" y="1528194"/>
                  </a:lnTo>
                  <a:lnTo>
                    <a:pt x="720499" y="1528277"/>
                  </a:lnTo>
                  <a:lnTo>
                    <a:pt x="718947" y="1529029"/>
                  </a:lnTo>
                  <a:lnTo>
                    <a:pt x="718257" y="1529363"/>
                  </a:lnTo>
                  <a:lnTo>
                    <a:pt x="717913" y="1529530"/>
                  </a:lnTo>
                  <a:lnTo>
                    <a:pt x="717395" y="1529780"/>
                  </a:lnTo>
                  <a:lnTo>
                    <a:pt x="716361" y="1530281"/>
                  </a:lnTo>
                  <a:lnTo>
                    <a:pt x="715154" y="1530866"/>
                  </a:lnTo>
                  <a:lnTo>
                    <a:pt x="714637" y="1531117"/>
                  </a:lnTo>
                  <a:lnTo>
                    <a:pt x="712740" y="1532035"/>
                  </a:lnTo>
                  <a:lnTo>
                    <a:pt x="712568" y="1532119"/>
                  </a:lnTo>
                  <a:lnTo>
                    <a:pt x="711706" y="1532537"/>
                  </a:lnTo>
                  <a:lnTo>
                    <a:pt x="711189" y="1532787"/>
                  </a:lnTo>
                  <a:lnTo>
                    <a:pt x="710499" y="1533121"/>
                  </a:lnTo>
                  <a:lnTo>
                    <a:pt x="710327" y="1533205"/>
                  </a:lnTo>
                  <a:lnTo>
                    <a:pt x="709982" y="1533372"/>
                  </a:lnTo>
                  <a:lnTo>
                    <a:pt x="708430" y="1534124"/>
                  </a:lnTo>
                  <a:lnTo>
                    <a:pt x="708085" y="1534291"/>
                  </a:lnTo>
                  <a:lnTo>
                    <a:pt x="707568" y="1534541"/>
                  </a:lnTo>
                  <a:lnTo>
                    <a:pt x="703947" y="1536296"/>
                  </a:lnTo>
                  <a:lnTo>
                    <a:pt x="702396" y="1537048"/>
                  </a:lnTo>
                  <a:lnTo>
                    <a:pt x="701534" y="1537465"/>
                  </a:lnTo>
                  <a:lnTo>
                    <a:pt x="697741" y="1539304"/>
                  </a:lnTo>
                  <a:lnTo>
                    <a:pt x="695844" y="1540223"/>
                  </a:lnTo>
                  <a:lnTo>
                    <a:pt x="693430" y="1541393"/>
                  </a:lnTo>
                  <a:lnTo>
                    <a:pt x="693258" y="1541476"/>
                  </a:lnTo>
                  <a:lnTo>
                    <a:pt x="689637" y="1543231"/>
                  </a:lnTo>
                  <a:lnTo>
                    <a:pt x="589812" y="1591690"/>
                  </a:lnTo>
                  <a:lnTo>
                    <a:pt x="582226" y="1595378"/>
                  </a:lnTo>
                  <a:lnTo>
                    <a:pt x="566710" y="1602923"/>
                  </a:lnTo>
                  <a:lnTo>
                    <a:pt x="564813" y="1603846"/>
                  </a:lnTo>
                  <a:lnTo>
                    <a:pt x="564468" y="1604014"/>
                  </a:lnTo>
                  <a:lnTo>
                    <a:pt x="563779" y="1604349"/>
                  </a:lnTo>
                  <a:lnTo>
                    <a:pt x="562744" y="1604852"/>
                  </a:lnTo>
                  <a:lnTo>
                    <a:pt x="560503" y="1605942"/>
                  </a:lnTo>
                  <a:lnTo>
                    <a:pt x="559641" y="1606362"/>
                  </a:lnTo>
                  <a:lnTo>
                    <a:pt x="557917" y="1607201"/>
                  </a:lnTo>
                  <a:lnTo>
                    <a:pt x="557399" y="1607452"/>
                  </a:lnTo>
                  <a:lnTo>
                    <a:pt x="556710" y="1607788"/>
                  </a:lnTo>
                  <a:lnTo>
                    <a:pt x="556193" y="1608039"/>
                  </a:lnTo>
                  <a:lnTo>
                    <a:pt x="555158" y="1608543"/>
                  </a:lnTo>
                  <a:lnTo>
                    <a:pt x="553951" y="1609130"/>
                  </a:lnTo>
                  <a:lnTo>
                    <a:pt x="553779" y="1609214"/>
                  </a:lnTo>
                  <a:lnTo>
                    <a:pt x="551537" y="1610304"/>
                  </a:lnTo>
                  <a:lnTo>
                    <a:pt x="550675" y="1610723"/>
                  </a:lnTo>
                  <a:lnTo>
                    <a:pt x="549124" y="1611478"/>
                  </a:lnTo>
                  <a:lnTo>
                    <a:pt x="548262" y="1611898"/>
                  </a:lnTo>
                  <a:lnTo>
                    <a:pt x="548089" y="1611982"/>
                  </a:lnTo>
                  <a:lnTo>
                    <a:pt x="546538" y="1612737"/>
                  </a:lnTo>
                  <a:lnTo>
                    <a:pt x="545848" y="1613072"/>
                  </a:lnTo>
                  <a:lnTo>
                    <a:pt x="545503" y="1613240"/>
                  </a:lnTo>
                  <a:lnTo>
                    <a:pt x="544986" y="1613492"/>
                  </a:lnTo>
                  <a:lnTo>
                    <a:pt x="543951" y="1613995"/>
                  </a:lnTo>
                  <a:lnTo>
                    <a:pt x="542745" y="1614583"/>
                  </a:lnTo>
                  <a:lnTo>
                    <a:pt x="542227" y="1614834"/>
                  </a:lnTo>
                  <a:lnTo>
                    <a:pt x="540331" y="1615757"/>
                  </a:lnTo>
                  <a:lnTo>
                    <a:pt x="540158" y="1615841"/>
                  </a:lnTo>
                  <a:lnTo>
                    <a:pt x="539296" y="1616261"/>
                  </a:lnTo>
                  <a:lnTo>
                    <a:pt x="538779" y="1616513"/>
                  </a:lnTo>
                  <a:lnTo>
                    <a:pt x="538090" y="1616848"/>
                  </a:lnTo>
                  <a:lnTo>
                    <a:pt x="537917" y="1616932"/>
                  </a:lnTo>
                  <a:lnTo>
                    <a:pt x="537572" y="1617100"/>
                  </a:lnTo>
                  <a:lnTo>
                    <a:pt x="536021" y="1617855"/>
                  </a:lnTo>
                  <a:lnTo>
                    <a:pt x="535676" y="1618023"/>
                  </a:lnTo>
                  <a:lnTo>
                    <a:pt x="535159" y="1618275"/>
                  </a:lnTo>
                  <a:lnTo>
                    <a:pt x="531538" y="1620037"/>
                  </a:lnTo>
                  <a:lnTo>
                    <a:pt x="529986" y="1620793"/>
                  </a:lnTo>
                  <a:lnTo>
                    <a:pt x="529124" y="1621212"/>
                  </a:lnTo>
                  <a:lnTo>
                    <a:pt x="525331" y="1623059"/>
                  </a:lnTo>
                  <a:lnTo>
                    <a:pt x="523435" y="1623982"/>
                  </a:lnTo>
                  <a:lnTo>
                    <a:pt x="521021" y="1625157"/>
                  </a:lnTo>
                  <a:lnTo>
                    <a:pt x="520849" y="1625241"/>
                  </a:lnTo>
                  <a:lnTo>
                    <a:pt x="517228" y="1627004"/>
                  </a:lnTo>
                  <a:lnTo>
                    <a:pt x="417403" y="1675671"/>
                  </a:lnTo>
                  <a:lnTo>
                    <a:pt x="409817" y="1679374"/>
                  </a:lnTo>
                  <a:lnTo>
                    <a:pt x="394300" y="1686950"/>
                  </a:lnTo>
                  <a:lnTo>
                    <a:pt x="392404" y="1687876"/>
                  </a:lnTo>
                  <a:lnTo>
                    <a:pt x="392059" y="1688044"/>
                  </a:lnTo>
                  <a:lnTo>
                    <a:pt x="391369" y="1688381"/>
                  </a:lnTo>
                  <a:lnTo>
                    <a:pt x="390335" y="1688886"/>
                  </a:lnTo>
                  <a:lnTo>
                    <a:pt x="388093" y="1689981"/>
                  </a:lnTo>
                  <a:lnTo>
                    <a:pt x="387231" y="1690402"/>
                  </a:lnTo>
                  <a:lnTo>
                    <a:pt x="385507" y="1691244"/>
                  </a:lnTo>
                  <a:lnTo>
                    <a:pt x="384990" y="1691496"/>
                  </a:lnTo>
                  <a:lnTo>
                    <a:pt x="384300" y="1691833"/>
                  </a:lnTo>
                  <a:lnTo>
                    <a:pt x="383783" y="1692086"/>
                  </a:lnTo>
                  <a:lnTo>
                    <a:pt x="382749" y="1692591"/>
                  </a:lnTo>
                  <a:lnTo>
                    <a:pt x="381542" y="1693181"/>
                  </a:lnTo>
                  <a:lnTo>
                    <a:pt x="381369" y="1693265"/>
                  </a:lnTo>
                  <a:lnTo>
                    <a:pt x="379128" y="1694360"/>
                  </a:lnTo>
                  <a:lnTo>
                    <a:pt x="378266" y="1694781"/>
                  </a:lnTo>
                  <a:lnTo>
                    <a:pt x="376714" y="1695539"/>
                  </a:lnTo>
                  <a:lnTo>
                    <a:pt x="375852" y="1695960"/>
                  </a:lnTo>
                  <a:lnTo>
                    <a:pt x="375680" y="1696044"/>
                  </a:lnTo>
                  <a:lnTo>
                    <a:pt x="374128" y="1696802"/>
                  </a:lnTo>
                  <a:lnTo>
                    <a:pt x="373438" y="1697139"/>
                  </a:lnTo>
                  <a:lnTo>
                    <a:pt x="373094" y="1697307"/>
                  </a:lnTo>
                  <a:lnTo>
                    <a:pt x="372576" y="1697560"/>
                  </a:lnTo>
                  <a:lnTo>
                    <a:pt x="371542" y="1698065"/>
                  </a:lnTo>
                  <a:lnTo>
                    <a:pt x="370335" y="1698655"/>
                  </a:lnTo>
                  <a:lnTo>
                    <a:pt x="369818" y="1698908"/>
                  </a:lnTo>
                  <a:lnTo>
                    <a:pt x="367921" y="1699834"/>
                  </a:lnTo>
                  <a:lnTo>
                    <a:pt x="367749" y="1699918"/>
                  </a:lnTo>
                  <a:lnTo>
                    <a:pt x="366887" y="1700340"/>
                  </a:lnTo>
                  <a:lnTo>
                    <a:pt x="366370" y="1700592"/>
                  </a:lnTo>
                  <a:lnTo>
                    <a:pt x="365680" y="1700929"/>
                  </a:lnTo>
                  <a:lnTo>
                    <a:pt x="365508" y="1701014"/>
                  </a:lnTo>
                  <a:lnTo>
                    <a:pt x="365163" y="1701182"/>
                  </a:lnTo>
                  <a:lnTo>
                    <a:pt x="363611" y="1701940"/>
                  </a:lnTo>
                  <a:lnTo>
                    <a:pt x="363266" y="1702109"/>
                  </a:lnTo>
                  <a:lnTo>
                    <a:pt x="362749" y="1702361"/>
                  </a:lnTo>
                  <a:lnTo>
                    <a:pt x="359128" y="1704131"/>
                  </a:lnTo>
                  <a:lnTo>
                    <a:pt x="357577" y="1704889"/>
                  </a:lnTo>
                  <a:lnTo>
                    <a:pt x="356715" y="1705310"/>
                  </a:lnTo>
                  <a:lnTo>
                    <a:pt x="352922" y="1707164"/>
                  </a:lnTo>
                  <a:lnTo>
                    <a:pt x="351025" y="1708091"/>
                  </a:lnTo>
                  <a:lnTo>
                    <a:pt x="348611" y="1709270"/>
                  </a:lnTo>
                  <a:lnTo>
                    <a:pt x="348439" y="1709355"/>
                  </a:lnTo>
                  <a:lnTo>
                    <a:pt x="344818" y="1711124"/>
                  </a:lnTo>
                  <a:lnTo>
                    <a:pt x="244993" y="1759967"/>
                  </a:lnTo>
                  <a:lnTo>
                    <a:pt x="237407" y="1763683"/>
                  </a:lnTo>
                  <a:lnTo>
                    <a:pt x="221891" y="1771284"/>
                  </a:lnTo>
                  <a:lnTo>
                    <a:pt x="219994" y="1772213"/>
                  </a:lnTo>
                  <a:lnTo>
                    <a:pt x="219649" y="1772382"/>
                  </a:lnTo>
                  <a:lnTo>
                    <a:pt x="218960" y="1772720"/>
                  </a:lnTo>
                  <a:lnTo>
                    <a:pt x="217925" y="1773227"/>
                  </a:lnTo>
                  <a:lnTo>
                    <a:pt x="215684" y="1774325"/>
                  </a:lnTo>
                  <a:lnTo>
                    <a:pt x="214822" y="1774748"/>
                  </a:lnTo>
                  <a:lnTo>
                    <a:pt x="213098" y="1775592"/>
                  </a:lnTo>
                  <a:lnTo>
                    <a:pt x="212580" y="1775846"/>
                  </a:lnTo>
                  <a:lnTo>
                    <a:pt x="211891" y="1776184"/>
                  </a:lnTo>
                  <a:lnTo>
                    <a:pt x="211374" y="1776437"/>
                  </a:lnTo>
                  <a:lnTo>
                    <a:pt x="210339" y="1776944"/>
                  </a:lnTo>
                  <a:lnTo>
                    <a:pt x="209132" y="1777536"/>
                  </a:lnTo>
                  <a:lnTo>
                    <a:pt x="208960" y="1777620"/>
                  </a:lnTo>
                  <a:lnTo>
                    <a:pt x="206718" y="1778718"/>
                  </a:lnTo>
                  <a:lnTo>
                    <a:pt x="205856" y="1779141"/>
                  </a:lnTo>
                  <a:lnTo>
                    <a:pt x="204305" y="1779901"/>
                  </a:lnTo>
                  <a:lnTo>
                    <a:pt x="203443" y="1780324"/>
                  </a:lnTo>
                  <a:lnTo>
                    <a:pt x="203270" y="1780408"/>
                  </a:lnTo>
                  <a:lnTo>
                    <a:pt x="201719" y="1781169"/>
                  </a:lnTo>
                  <a:lnTo>
                    <a:pt x="201029" y="1781507"/>
                  </a:lnTo>
                  <a:lnTo>
                    <a:pt x="200684" y="1781676"/>
                  </a:lnTo>
                  <a:lnTo>
                    <a:pt x="200167" y="1781929"/>
                  </a:lnTo>
                  <a:lnTo>
                    <a:pt x="199132" y="1782436"/>
                  </a:lnTo>
                  <a:lnTo>
                    <a:pt x="197926" y="1783028"/>
                  </a:lnTo>
                  <a:lnTo>
                    <a:pt x="197408" y="1783282"/>
                  </a:lnTo>
                  <a:lnTo>
                    <a:pt x="195512" y="1784211"/>
                  </a:lnTo>
                  <a:lnTo>
                    <a:pt x="195339" y="1784296"/>
                  </a:lnTo>
                  <a:lnTo>
                    <a:pt x="194477" y="1784718"/>
                  </a:lnTo>
                  <a:lnTo>
                    <a:pt x="193960" y="1784972"/>
                  </a:lnTo>
                  <a:lnTo>
                    <a:pt x="193271" y="1785310"/>
                  </a:lnTo>
                  <a:lnTo>
                    <a:pt x="193098" y="1785394"/>
                  </a:lnTo>
                  <a:lnTo>
                    <a:pt x="192753" y="1785563"/>
                  </a:lnTo>
                  <a:lnTo>
                    <a:pt x="191202" y="1786324"/>
                  </a:lnTo>
                  <a:lnTo>
                    <a:pt x="190857" y="1786493"/>
                  </a:lnTo>
                  <a:lnTo>
                    <a:pt x="190340" y="1786747"/>
                  </a:lnTo>
                  <a:lnTo>
                    <a:pt x="186719" y="1788521"/>
                  </a:lnTo>
                  <a:lnTo>
                    <a:pt x="185167" y="1789282"/>
                  </a:lnTo>
                  <a:lnTo>
                    <a:pt x="184305" y="1789705"/>
                  </a:lnTo>
                  <a:lnTo>
                    <a:pt x="180512" y="1791564"/>
                  </a:lnTo>
                  <a:lnTo>
                    <a:pt x="178616" y="1792494"/>
                  </a:lnTo>
                  <a:lnTo>
                    <a:pt x="176202" y="1793678"/>
                  </a:lnTo>
                  <a:lnTo>
                    <a:pt x="176030" y="1793762"/>
                  </a:lnTo>
                  <a:lnTo>
                    <a:pt x="172409" y="1795538"/>
                  </a:lnTo>
                  <a:lnTo>
                    <a:pt x="72584" y="1844529"/>
                  </a:lnTo>
                  <a:lnTo>
                    <a:pt x="64998" y="1848255"/>
                  </a:lnTo>
                  <a:lnTo>
                    <a:pt x="49481" y="1855878"/>
                  </a:lnTo>
                  <a:lnTo>
                    <a:pt x="47585" y="1856809"/>
                  </a:lnTo>
                  <a:lnTo>
                    <a:pt x="47240" y="1856979"/>
                  </a:lnTo>
                  <a:lnTo>
                    <a:pt x="46550" y="1857318"/>
                  </a:lnTo>
                  <a:lnTo>
                    <a:pt x="45516" y="1857826"/>
                  </a:lnTo>
                  <a:lnTo>
                    <a:pt x="43274" y="1858927"/>
                  </a:lnTo>
                  <a:lnTo>
                    <a:pt x="42412" y="1859351"/>
                  </a:lnTo>
                  <a:lnTo>
                    <a:pt x="40688" y="1860198"/>
                  </a:lnTo>
                  <a:lnTo>
                    <a:pt x="40171" y="1860452"/>
                  </a:lnTo>
                  <a:lnTo>
                    <a:pt x="39481" y="1860791"/>
                  </a:lnTo>
                  <a:lnTo>
                    <a:pt x="38964" y="1861045"/>
                  </a:lnTo>
                  <a:lnTo>
                    <a:pt x="37930" y="1861553"/>
                  </a:lnTo>
                  <a:lnTo>
                    <a:pt x="36723" y="1862147"/>
                  </a:lnTo>
                  <a:lnTo>
                    <a:pt x="36550" y="1862231"/>
                  </a:lnTo>
                  <a:lnTo>
                    <a:pt x="34309" y="1863333"/>
                  </a:lnTo>
                  <a:lnTo>
                    <a:pt x="33447" y="1863756"/>
                  </a:lnTo>
                  <a:lnTo>
                    <a:pt x="31895" y="1864519"/>
                  </a:lnTo>
                  <a:lnTo>
                    <a:pt x="31033" y="1864943"/>
                  </a:lnTo>
                  <a:lnTo>
                    <a:pt x="30861" y="1865027"/>
                  </a:lnTo>
                  <a:lnTo>
                    <a:pt x="29309" y="1865790"/>
                  </a:lnTo>
                  <a:lnTo>
                    <a:pt x="28619" y="1866129"/>
                  </a:lnTo>
                  <a:lnTo>
                    <a:pt x="28275" y="1866298"/>
                  </a:lnTo>
                  <a:lnTo>
                    <a:pt x="27757" y="1866553"/>
                  </a:lnTo>
                  <a:lnTo>
                    <a:pt x="26723" y="1867061"/>
                  </a:lnTo>
                  <a:lnTo>
                    <a:pt x="25516" y="1867654"/>
                  </a:lnTo>
                  <a:lnTo>
                    <a:pt x="24999" y="1867908"/>
                  </a:lnTo>
                  <a:lnTo>
                    <a:pt x="23102" y="1868840"/>
                  </a:lnTo>
                  <a:lnTo>
                    <a:pt x="22930" y="1868925"/>
                  </a:lnTo>
                  <a:lnTo>
                    <a:pt x="22068" y="1869349"/>
                  </a:lnTo>
                  <a:lnTo>
                    <a:pt x="21551" y="1869603"/>
                  </a:lnTo>
                  <a:lnTo>
                    <a:pt x="20861" y="1869942"/>
                  </a:lnTo>
                  <a:lnTo>
                    <a:pt x="20689" y="1870027"/>
                  </a:lnTo>
                  <a:lnTo>
                    <a:pt x="20344" y="1870196"/>
                  </a:lnTo>
                  <a:lnTo>
                    <a:pt x="18792" y="1870959"/>
                  </a:lnTo>
                  <a:lnTo>
                    <a:pt x="18447" y="1871129"/>
                  </a:lnTo>
                  <a:lnTo>
                    <a:pt x="17930" y="1871383"/>
                  </a:lnTo>
                  <a:lnTo>
                    <a:pt x="14309" y="1873163"/>
                  </a:lnTo>
                  <a:lnTo>
                    <a:pt x="12758" y="1873925"/>
                  </a:lnTo>
                  <a:lnTo>
                    <a:pt x="11896" y="1874349"/>
                  </a:lnTo>
                  <a:lnTo>
                    <a:pt x="8103" y="1876214"/>
                  </a:lnTo>
                  <a:lnTo>
                    <a:pt x="6206" y="1877146"/>
                  </a:lnTo>
                  <a:lnTo>
                    <a:pt x="3793" y="1878333"/>
                  </a:lnTo>
                  <a:lnTo>
                    <a:pt x="3620" y="1878418"/>
                  </a:lnTo>
                  <a:lnTo>
                    <a:pt x="0" y="1880198"/>
                  </a:lnTo>
                  <a:close/>
                </a:path>
              </a:pathLst>
            </a:custGeom>
            <a:solidFill>
              <a:srgbClr val="00BA38">
                <a:alpha val="14901"/>
              </a:srgbClr>
            </a:solidFill>
          </p:spPr>
          <p:txBody>
            <a:bodyPr/>
            <a:lstStyle/>
            <a:p/>
          </p:txBody>
        </p:sp>
        <p:sp>
          <p:nvSpPr>
            <p:cNvPr id="11" name="pl10"/>
            <p:cNvSpPr/>
            <p:nvPr/>
          </p:nvSpPr>
          <p:spPr>
            <a:xfrm>
              <a:off x="3588882" y="2819538"/>
              <a:ext cx="3693183" cy="1747075"/>
            </a:xfrm>
            <a:custGeom>
              <a:avLst/>
              <a:pathLst>
                <a:path w="3693183" h="1747075">
                  <a:moveTo>
                    <a:pt x="0" y="1747075"/>
                  </a:moveTo>
                  <a:lnTo>
                    <a:pt x="3620" y="1745458"/>
                  </a:lnTo>
                  <a:lnTo>
                    <a:pt x="3793" y="1745381"/>
                  </a:lnTo>
                  <a:lnTo>
                    <a:pt x="6206" y="1744304"/>
                  </a:lnTo>
                  <a:lnTo>
                    <a:pt x="8103" y="1743457"/>
                  </a:lnTo>
                  <a:lnTo>
                    <a:pt x="11896" y="1741763"/>
                  </a:lnTo>
                  <a:lnTo>
                    <a:pt x="12758" y="1741378"/>
                  </a:lnTo>
                  <a:lnTo>
                    <a:pt x="14309" y="1740685"/>
                  </a:lnTo>
                  <a:lnTo>
                    <a:pt x="17930" y="1739068"/>
                  </a:lnTo>
                  <a:lnTo>
                    <a:pt x="18447" y="1738837"/>
                  </a:lnTo>
                  <a:lnTo>
                    <a:pt x="18792" y="1738682"/>
                  </a:lnTo>
                  <a:lnTo>
                    <a:pt x="20344" y="1737989"/>
                  </a:lnTo>
                  <a:lnTo>
                    <a:pt x="20689" y="1737835"/>
                  </a:lnTo>
                  <a:lnTo>
                    <a:pt x="20861" y="1737758"/>
                  </a:lnTo>
                  <a:lnTo>
                    <a:pt x="21551" y="1737450"/>
                  </a:lnTo>
                  <a:lnTo>
                    <a:pt x="22068" y="1737219"/>
                  </a:lnTo>
                  <a:lnTo>
                    <a:pt x="22930" y="1736834"/>
                  </a:lnTo>
                  <a:lnTo>
                    <a:pt x="23102" y="1736757"/>
                  </a:lnTo>
                  <a:lnTo>
                    <a:pt x="24999" y="1735910"/>
                  </a:lnTo>
                  <a:lnTo>
                    <a:pt x="25516" y="1735679"/>
                  </a:lnTo>
                  <a:lnTo>
                    <a:pt x="26723" y="1735140"/>
                  </a:lnTo>
                  <a:lnTo>
                    <a:pt x="27757" y="1734678"/>
                  </a:lnTo>
                  <a:lnTo>
                    <a:pt x="28275" y="1734447"/>
                  </a:lnTo>
                  <a:lnTo>
                    <a:pt x="28619" y="1734293"/>
                  </a:lnTo>
                  <a:lnTo>
                    <a:pt x="29309" y="1733985"/>
                  </a:lnTo>
                  <a:lnTo>
                    <a:pt x="30861" y="1733291"/>
                  </a:lnTo>
                  <a:lnTo>
                    <a:pt x="31033" y="1733214"/>
                  </a:lnTo>
                  <a:lnTo>
                    <a:pt x="31895" y="1732829"/>
                  </a:lnTo>
                  <a:lnTo>
                    <a:pt x="33447" y="1732136"/>
                  </a:lnTo>
                  <a:lnTo>
                    <a:pt x="34309" y="1731751"/>
                  </a:lnTo>
                  <a:lnTo>
                    <a:pt x="36550" y="1730749"/>
                  </a:lnTo>
                  <a:lnTo>
                    <a:pt x="36723" y="1730672"/>
                  </a:lnTo>
                  <a:lnTo>
                    <a:pt x="37930" y="1730133"/>
                  </a:lnTo>
                  <a:lnTo>
                    <a:pt x="38964" y="1729671"/>
                  </a:lnTo>
                  <a:lnTo>
                    <a:pt x="39481" y="1729440"/>
                  </a:lnTo>
                  <a:lnTo>
                    <a:pt x="40171" y="1729132"/>
                  </a:lnTo>
                  <a:lnTo>
                    <a:pt x="40688" y="1728901"/>
                  </a:lnTo>
                  <a:lnTo>
                    <a:pt x="42412" y="1728130"/>
                  </a:lnTo>
                  <a:lnTo>
                    <a:pt x="43274" y="1727745"/>
                  </a:lnTo>
                  <a:lnTo>
                    <a:pt x="45516" y="1726744"/>
                  </a:lnTo>
                  <a:lnTo>
                    <a:pt x="46550" y="1726281"/>
                  </a:lnTo>
                  <a:lnTo>
                    <a:pt x="47240" y="1725973"/>
                  </a:lnTo>
                  <a:lnTo>
                    <a:pt x="47585" y="1725819"/>
                  </a:lnTo>
                  <a:lnTo>
                    <a:pt x="49481" y="1724972"/>
                  </a:lnTo>
                  <a:lnTo>
                    <a:pt x="64998" y="1718037"/>
                  </a:lnTo>
                  <a:lnTo>
                    <a:pt x="72584" y="1714645"/>
                  </a:lnTo>
                  <a:lnTo>
                    <a:pt x="172409" y="1669980"/>
                  </a:lnTo>
                  <a:lnTo>
                    <a:pt x="176030" y="1668358"/>
                  </a:lnTo>
                  <a:lnTo>
                    <a:pt x="176202" y="1668281"/>
                  </a:lnTo>
                  <a:lnTo>
                    <a:pt x="178616" y="1667200"/>
                  </a:lnTo>
                  <a:lnTo>
                    <a:pt x="180512" y="1666351"/>
                  </a:lnTo>
                  <a:lnTo>
                    <a:pt x="184305" y="1664652"/>
                  </a:lnTo>
                  <a:lnTo>
                    <a:pt x="185167" y="1664266"/>
                  </a:lnTo>
                  <a:lnTo>
                    <a:pt x="186719" y="1663570"/>
                  </a:lnTo>
                  <a:lnTo>
                    <a:pt x="190340" y="1661949"/>
                  </a:lnTo>
                  <a:lnTo>
                    <a:pt x="190857" y="1661717"/>
                  </a:lnTo>
                  <a:lnTo>
                    <a:pt x="191202" y="1661562"/>
                  </a:lnTo>
                  <a:lnTo>
                    <a:pt x="192753" y="1660867"/>
                  </a:lnTo>
                  <a:lnTo>
                    <a:pt x="193098" y="1660713"/>
                  </a:lnTo>
                  <a:lnTo>
                    <a:pt x="193271" y="1660635"/>
                  </a:lnTo>
                  <a:lnTo>
                    <a:pt x="193960" y="1660327"/>
                  </a:lnTo>
                  <a:lnTo>
                    <a:pt x="194477" y="1660095"/>
                  </a:lnTo>
                  <a:lnTo>
                    <a:pt x="195339" y="1659709"/>
                  </a:lnTo>
                  <a:lnTo>
                    <a:pt x="195512" y="1659631"/>
                  </a:lnTo>
                  <a:lnTo>
                    <a:pt x="197408" y="1658782"/>
                  </a:lnTo>
                  <a:lnTo>
                    <a:pt x="197926" y="1658550"/>
                  </a:lnTo>
                  <a:lnTo>
                    <a:pt x="199132" y="1658009"/>
                  </a:lnTo>
                  <a:lnTo>
                    <a:pt x="200167" y="1657546"/>
                  </a:lnTo>
                  <a:lnTo>
                    <a:pt x="200684" y="1657314"/>
                  </a:lnTo>
                  <a:lnTo>
                    <a:pt x="201029" y="1657159"/>
                  </a:lnTo>
                  <a:lnTo>
                    <a:pt x="201719" y="1656850"/>
                  </a:lnTo>
                  <a:lnTo>
                    <a:pt x="203270" y="1656155"/>
                  </a:lnTo>
                  <a:lnTo>
                    <a:pt x="203443" y="1656078"/>
                  </a:lnTo>
                  <a:lnTo>
                    <a:pt x="204305" y="1655691"/>
                  </a:lnTo>
                  <a:lnTo>
                    <a:pt x="205856" y="1654996"/>
                  </a:lnTo>
                  <a:lnTo>
                    <a:pt x="206718" y="1654610"/>
                  </a:lnTo>
                  <a:lnTo>
                    <a:pt x="208960" y="1653605"/>
                  </a:lnTo>
                  <a:lnTo>
                    <a:pt x="209132" y="1653528"/>
                  </a:lnTo>
                  <a:lnTo>
                    <a:pt x="210339" y="1652987"/>
                  </a:lnTo>
                  <a:lnTo>
                    <a:pt x="211374" y="1652524"/>
                  </a:lnTo>
                  <a:lnTo>
                    <a:pt x="211891" y="1652292"/>
                  </a:lnTo>
                  <a:lnTo>
                    <a:pt x="212580" y="1651983"/>
                  </a:lnTo>
                  <a:lnTo>
                    <a:pt x="213098" y="1651751"/>
                  </a:lnTo>
                  <a:lnTo>
                    <a:pt x="214822" y="1650978"/>
                  </a:lnTo>
                  <a:lnTo>
                    <a:pt x="215684" y="1650592"/>
                  </a:lnTo>
                  <a:lnTo>
                    <a:pt x="217925" y="1649587"/>
                  </a:lnTo>
                  <a:lnTo>
                    <a:pt x="218960" y="1649124"/>
                  </a:lnTo>
                  <a:lnTo>
                    <a:pt x="219649" y="1648815"/>
                  </a:lnTo>
                  <a:lnTo>
                    <a:pt x="219994" y="1648660"/>
                  </a:lnTo>
                  <a:lnTo>
                    <a:pt x="221891" y="1647810"/>
                  </a:lnTo>
                  <a:lnTo>
                    <a:pt x="237407" y="1640853"/>
                  </a:lnTo>
                  <a:lnTo>
                    <a:pt x="244993" y="1637452"/>
                  </a:lnTo>
                  <a:lnTo>
                    <a:pt x="344818" y="1592638"/>
                  </a:lnTo>
                  <a:lnTo>
                    <a:pt x="348439" y="1591011"/>
                  </a:lnTo>
                  <a:lnTo>
                    <a:pt x="348611" y="1590933"/>
                  </a:lnTo>
                  <a:lnTo>
                    <a:pt x="351025" y="1589848"/>
                  </a:lnTo>
                  <a:lnTo>
                    <a:pt x="352922" y="1588996"/>
                  </a:lnTo>
                  <a:lnTo>
                    <a:pt x="356715" y="1587291"/>
                  </a:lnTo>
                  <a:lnTo>
                    <a:pt x="357577" y="1586904"/>
                  </a:lnTo>
                  <a:lnTo>
                    <a:pt x="359128" y="1586206"/>
                  </a:lnTo>
                  <a:lnTo>
                    <a:pt x="362749" y="1584578"/>
                  </a:lnTo>
                  <a:lnTo>
                    <a:pt x="363266" y="1584346"/>
                  </a:lnTo>
                  <a:lnTo>
                    <a:pt x="363611" y="1584191"/>
                  </a:lnTo>
                  <a:lnTo>
                    <a:pt x="365163" y="1583493"/>
                  </a:lnTo>
                  <a:lnTo>
                    <a:pt x="365508" y="1583338"/>
                  </a:lnTo>
                  <a:lnTo>
                    <a:pt x="365680" y="1583261"/>
                  </a:lnTo>
                  <a:lnTo>
                    <a:pt x="366370" y="1582951"/>
                  </a:lnTo>
                  <a:lnTo>
                    <a:pt x="366887" y="1582718"/>
                  </a:lnTo>
                  <a:lnTo>
                    <a:pt x="367749" y="1582330"/>
                  </a:lnTo>
                  <a:lnTo>
                    <a:pt x="367921" y="1582253"/>
                  </a:lnTo>
                  <a:lnTo>
                    <a:pt x="369818" y="1581400"/>
                  </a:lnTo>
                  <a:lnTo>
                    <a:pt x="370335" y="1581168"/>
                  </a:lnTo>
                  <a:lnTo>
                    <a:pt x="371542" y="1580625"/>
                  </a:lnTo>
                  <a:lnTo>
                    <a:pt x="372576" y="1580160"/>
                  </a:lnTo>
                  <a:lnTo>
                    <a:pt x="373094" y="1579927"/>
                  </a:lnTo>
                  <a:lnTo>
                    <a:pt x="373438" y="1579772"/>
                  </a:lnTo>
                  <a:lnTo>
                    <a:pt x="374128" y="1579462"/>
                  </a:lnTo>
                  <a:lnTo>
                    <a:pt x="375680" y="1578764"/>
                  </a:lnTo>
                  <a:lnTo>
                    <a:pt x="375852" y="1578687"/>
                  </a:lnTo>
                  <a:lnTo>
                    <a:pt x="376714" y="1578299"/>
                  </a:lnTo>
                  <a:lnTo>
                    <a:pt x="378266" y="1577601"/>
                  </a:lnTo>
                  <a:lnTo>
                    <a:pt x="379128" y="1577214"/>
                  </a:lnTo>
                  <a:lnTo>
                    <a:pt x="381369" y="1576205"/>
                  </a:lnTo>
                  <a:lnTo>
                    <a:pt x="381542" y="1576128"/>
                  </a:lnTo>
                  <a:lnTo>
                    <a:pt x="382749" y="1575585"/>
                  </a:lnTo>
                  <a:lnTo>
                    <a:pt x="383783" y="1575120"/>
                  </a:lnTo>
                  <a:lnTo>
                    <a:pt x="384300" y="1574887"/>
                  </a:lnTo>
                  <a:lnTo>
                    <a:pt x="384990" y="1574577"/>
                  </a:lnTo>
                  <a:lnTo>
                    <a:pt x="385507" y="1574344"/>
                  </a:lnTo>
                  <a:lnTo>
                    <a:pt x="387231" y="1573569"/>
                  </a:lnTo>
                  <a:lnTo>
                    <a:pt x="388093" y="1573181"/>
                  </a:lnTo>
                  <a:lnTo>
                    <a:pt x="390335" y="1572173"/>
                  </a:lnTo>
                  <a:lnTo>
                    <a:pt x="391369" y="1571707"/>
                  </a:lnTo>
                  <a:lnTo>
                    <a:pt x="392059" y="1571397"/>
                  </a:lnTo>
                  <a:lnTo>
                    <a:pt x="392404" y="1571242"/>
                  </a:lnTo>
                  <a:lnTo>
                    <a:pt x="394300" y="1570389"/>
                  </a:lnTo>
                  <a:lnTo>
                    <a:pt x="409817" y="1563407"/>
                  </a:lnTo>
                  <a:lnTo>
                    <a:pt x="417403" y="1559992"/>
                  </a:lnTo>
                  <a:lnTo>
                    <a:pt x="517228" y="1515003"/>
                  </a:lnTo>
                  <a:lnTo>
                    <a:pt x="520849" y="1513369"/>
                  </a:lnTo>
                  <a:lnTo>
                    <a:pt x="521021" y="1513291"/>
                  </a:lnTo>
                  <a:lnTo>
                    <a:pt x="523435" y="1512202"/>
                  </a:lnTo>
                  <a:lnTo>
                    <a:pt x="525331" y="1511346"/>
                  </a:lnTo>
                  <a:lnTo>
                    <a:pt x="529124" y="1509634"/>
                  </a:lnTo>
                  <a:lnTo>
                    <a:pt x="529986" y="1509245"/>
                  </a:lnTo>
                  <a:lnTo>
                    <a:pt x="531538" y="1508544"/>
                  </a:lnTo>
                  <a:lnTo>
                    <a:pt x="535159" y="1506910"/>
                  </a:lnTo>
                  <a:lnTo>
                    <a:pt x="535676" y="1506676"/>
                  </a:lnTo>
                  <a:lnTo>
                    <a:pt x="536021" y="1506521"/>
                  </a:lnTo>
                  <a:lnTo>
                    <a:pt x="537572" y="1505820"/>
                  </a:lnTo>
                  <a:lnTo>
                    <a:pt x="537917" y="1505664"/>
                  </a:lnTo>
                  <a:lnTo>
                    <a:pt x="538090" y="1505586"/>
                  </a:lnTo>
                  <a:lnTo>
                    <a:pt x="538779" y="1505275"/>
                  </a:lnTo>
                  <a:lnTo>
                    <a:pt x="539296" y="1505042"/>
                  </a:lnTo>
                  <a:lnTo>
                    <a:pt x="540158" y="1504652"/>
                  </a:lnTo>
                  <a:lnTo>
                    <a:pt x="540331" y="1504574"/>
                  </a:lnTo>
                  <a:lnTo>
                    <a:pt x="542227" y="1503718"/>
                  </a:lnTo>
                  <a:lnTo>
                    <a:pt x="542745" y="1503485"/>
                  </a:lnTo>
                  <a:lnTo>
                    <a:pt x="543951" y="1502940"/>
                  </a:lnTo>
                  <a:lnTo>
                    <a:pt x="544986" y="1502472"/>
                  </a:lnTo>
                  <a:lnTo>
                    <a:pt x="545503" y="1502239"/>
                  </a:lnTo>
                  <a:lnTo>
                    <a:pt x="545848" y="1502083"/>
                  </a:lnTo>
                  <a:lnTo>
                    <a:pt x="546538" y="1501772"/>
                  </a:lnTo>
                  <a:lnTo>
                    <a:pt x="548089" y="1501071"/>
                  </a:lnTo>
                  <a:lnTo>
                    <a:pt x="548262" y="1500993"/>
                  </a:lnTo>
                  <a:lnTo>
                    <a:pt x="549124" y="1500604"/>
                  </a:lnTo>
                  <a:lnTo>
                    <a:pt x="550675" y="1499903"/>
                  </a:lnTo>
                  <a:lnTo>
                    <a:pt x="551537" y="1499514"/>
                  </a:lnTo>
                  <a:lnTo>
                    <a:pt x="553779" y="1498501"/>
                  </a:lnTo>
                  <a:lnTo>
                    <a:pt x="553951" y="1498424"/>
                  </a:lnTo>
                  <a:lnTo>
                    <a:pt x="555158" y="1497878"/>
                  </a:lnTo>
                  <a:lnTo>
                    <a:pt x="556193" y="1497411"/>
                  </a:lnTo>
                  <a:lnTo>
                    <a:pt x="556710" y="1497177"/>
                  </a:lnTo>
                  <a:lnTo>
                    <a:pt x="557399" y="1496866"/>
                  </a:lnTo>
                  <a:lnTo>
                    <a:pt x="557917" y="1496632"/>
                  </a:lnTo>
                  <a:lnTo>
                    <a:pt x="559641" y="1495853"/>
                  </a:lnTo>
                  <a:lnTo>
                    <a:pt x="560503" y="1495464"/>
                  </a:lnTo>
                  <a:lnTo>
                    <a:pt x="562744" y="1494451"/>
                  </a:lnTo>
                  <a:lnTo>
                    <a:pt x="563779" y="1493984"/>
                  </a:lnTo>
                  <a:lnTo>
                    <a:pt x="564468" y="1493673"/>
                  </a:lnTo>
                  <a:lnTo>
                    <a:pt x="564813" y="1493517"/>
                  </a:lnTo>
                  <a:lnTo>
                    <a:pt x="566710" y="1492660"/>
                  </a:lnTo>
                  <a:lnTo>
                    <a:pt x="582226" y="1485647"/>
                  </a:lnTo>
                  <a:lnTo>
                    <a:pt x="589812" y="1482218"/>
                  </a:lnTo>
                  <a:lnTo>
                    <a:pt x="689637" y="1437020"/>
                  </a:lnTo>
                  <a:lnTo>
                    <a:pt x="693258" y="1435379"/>
                  </a:lnTo>
                  <a:lnTo>
                    <a:pt x="693430" y="1435300"/>
                  </a:lnTo>
                  <a:lnTo>
                    <a:pt x="695844" y="1434206"/>
                  </a:lnTo>
                  <a:lnTo>
                    <a:pt x="697741" y="1433346"/>
                  </a:lnTo>
                  <a:lnTo>
                    <a:pt x="701534" y="1431625"/>
                  </a:lnTo>
                  <a:lnTo>
                    <a:pt x="702396" y="1431234"/>
                  </a:lnTo>
                  <a:lnTo>
                    <a:pt x="703947" y="1430530"/>
                  </a:lnTo>
                  <a:lnTo>
                    <a:pt x="707568" y="1428888"/>
                  </a:lnTo>
                  <a:lnTo>
                    <a:pt x="708085" y="1428653"/>
                  </a:lnTo>
                  <a:lnTo>
                    <a:pt x="708430" y="1428497"/>
                  </a:lnTo>
                  <a:lnTo>
                    <a:pt x="709982" y="1427793"/>
                  </a:lnTo>
                  <a:lnTo>
                    <a:pt x="710327" y="1427636"/>
                  </a:lnTo>
                  <a:lnTo>
                    <a:pt x="710499" y="1427558"/>
                  </a:lnTo>
                  <a:lnTo>
                    <a:pt x="711189" y="1427245"/>
                  </a:lnTo>
                  <a:lnTo>
                    <a:pt x="711706" y="1427011"/>
                  </a:lnTo>
                  <a:lnTo>
                    <a:pt x="712568" y="1426619"/>
                  </a:lnTo>
                  <a:lnTo>
                    <a:pt x="712740" y="1426541"/>
                  </a:lnTo>
                  <a:lnTo>
                    <a:pt x="714637" y="1425681"/>
                  </a:lnTo>
                  <a:lnTo>
                    <a:pt x="715154" y="1425446"/>
                  </a:lnTo>
                  <a:lnTo>
                    <a:pt x="716361" y="1424898"/>
                  </a:lnTo>
                  <a:lnTo>
                    <a:pt x="717395" y="1424429"/>
                  </a:lnTo>
                  <a:lnTo>
                    <a:pt x="717913" y="1424194"/>
                  </a:lnTo>
                  <a:lnTo>
                    <a:pt x="718257" y="1424038"/>
                  </a:lnTo>
                  <a:lnTo>
                    <a:pt x="718947" y="1423725"/>
                  </a:lnTo>
                  <a:lnTo>
                    <a:pt x="720499" y="1423020"/>
                  </a:lnTo>
                  <a:lnTo>
                    <a:pt x="720671" y="1422942"/>
                  </a:lnTo>
                  <a:lnTo>
                    <a:pt x="721533" y="1422551"/>
                  </a:lnTo>
                  <a:lnTo>
                    <a:pt x="723085" y="1421847"/>
                  </a:lnTo>
                  <a:lnTo>
                    <a:pt x="723947" y="1421455"/>
                  </a:lnTo>
                  <a:lnTo>
                    <a:pt x="726188" y="1420438"/>
                  </a:lnTo>
                  <a:lnTo>
                    <a:pt x="726361" y="1420360"/>
                  </a:lnTo>
                  <a:lnTo>
                    <a:pt x="727568" y="1419812"/>
                  </a:lnTo>
                  <a:lnTo>
                    <a:pt x="728602" y="1419342"/>
                  </a:lnTo>
                  <a:lnTo>
                    <a:pt x="729119" y="1419107"/>
                  </a:lnTo>
                  <a:lnTo>
                    <a:pt x="729809" y="1418794"/>
                  </a:lnTo>
                  <a:lnTo>
                    <a:pt x="730326" y="1418560"/>
                  </a:lnTo>
                  <a:lnTo>
                    <a:pt x="732050" y="1417777"/>
                  </a:lnTo>
                  <a:lnTo>
                    <a:pt x="732912" y="1417385"/>
                  </a:lnTo>
                  <a:lnTo>
                    <a:pt x="735154" y="1416368"/>
                  </a:lnTo>
                  <a:lnTo>
                    <a:pt x="736188" y="1415898"/>
                  </a:lnTo>
                  <a:lnTo>
                    <a:pt x="736878" y="1415585"/>
                  </a:lnTo>
                  <a:lnTo>
                    <a:pt x="737222" y="1415428"/>
                  </a:lnTo>
                  <a:lnTo>
                    <a:pt x="739119" y="1414567"/>
                  </a:lnTo>
                  <a:lnTo>
                    <a:pt x="754636" y="1407519"/>
                  </a:lnTo>
                  <a:lnTo>
                    <a:pt x="762222" y="1404072"/>
                  </a:lnTo>
                  <a:lnTo>
                    <a:pt x="862047" y="1358631"/>
                  </a:lnTo>
                  <a:lnTo>
                    <a:pt x="865668" y="1356980"/>
                  </a:lnTo>
                  <a:lnTo>
                    <a:pt x="865840" y="1356902"/>
                  </a:lnTo>
                  <a:lnTo>
                    <a:pt x="868254" y="1355801"/>
                  </a:lnTo>
                  <a:lnTo>
                    <a:pt x="870150" y="1354936"/>
                  </a:lnTo>
                  <a:lnTo>
                    <a:pt x="873943" y="1353206"/>
                  </a:lnTo>
                  <a:lnTo>
                    <a:pt x="874805" y="1352813"/>
                  </a:lnTo>
                  <a:lnTo>
                    <a:pt x="876357" y="1352105"/>
                  </a:lnTo>
                  <a:lnTo>
                    <a:pt x="879978" y="1350453"/>
                  </a:lnTo>
                  <a:lnTo>
                    <a:pt x="880495" y="1350217"/>
                  </a:lnTo>
                  <a:lnTo>
                    <a:pt x="880840" y="1350060"/>
                  </a:lnTo>
                  <a:lnTo>
                    <a:pt x="882391" y="1349352"/>
                  </a:lnTo>
                  <a:lnTo>
                    <a:pt x="882736" y="1349194"/>
                  </a:lnTo>
                  <a:lnTo>
                    <a:pt x="882909" y="1349116"/>
                  </a:lnTo>
                  <a:lnTo>
                    <a:pt x="883598" y="1348801"/>
                  </a:lnTo>
                  <a:lnTo>
                    <a:pt x="884115" y="1348565"/>
                  </a:lnTo>
                  <a:lnTo>
                    <a:pt x="884977" y="1348172"/>
                  </a:lnTo>
                  <a:lnTo>
                    <a:pt x="885150" y="1348093"/>
                  </a:lnTo>
                  <a:lnTo>
                    <a:pt x="887046" y="1347228"/>
                  </a:lnTo>
                  <a:lnTo>
                    <a:pt x="887564" y="1346991"/>
                  </a:lnTo>
                  <a:lnTo>
                    <a:pt x="888770" y="1346441"/>
                  </a:lnTo>
                  <a:lnTo>
                    <a:pt x="889805" y="1345969"/>
                  </a:lnTo>
                  <a:lnTo>
                    <a:pt x="890322" y="1345732"/>
                  </a:lnTo>
                  <a:lnTo>
                    <a:pt x="890667" y="1345575"/>
                  </a:lnTo>
                  <a:lnTo>
                    <a:pt x="891357" y="1345260"/>
                  </a:lnTo>
                  <a:lnTo>
                    <a:pt x="892908" y="1344552"/>
                  </a:lnTo>
                  <a:lnTo>
                    <a:pt x="893081" y="1344473"/>
                  </a:lnTo>
                  <a:lnTo>
                    <a:pt x="893943" y="1344080"/>
                  </a:lnTo>
                  <a:lnTo>
                    <a:pt x="895494" y="1343372"/>
                  </a:lnTo>
                  <a:lnTo>
                    <a:pt x="896356" y="1342978"/>
                  </a:lnTo>
                  <a:lnTo>
                    <a:pt x="898598" y="1341955"/>
                  </a:lnTo>
                  <a:lnTo>
                    <a:pt x="898770" y="1341876"/>
                  </a:lnTo>
                  <a:lnTo>
                    <a:pt x="899977" y="1341325"/>
                  </a:lnTo>
                  <a:lnTo>
                    <a:pt x="901012" y="1340853"/>
                  </a:lnTo>
                  <a:lnTo>
                    <a:pt x="901529" y="1340617"/>
                  </a:lnTo>
                  <a:lnTo>
                    <a:pt x="902218" y="1340302"/>
                  </a:lnTo>
                  <a:lnTo>
                    <a:pt x="902736" y="1340065"/>
                  </a:lnTo>
                  <a:lnTo>
                    <a:pt x="904460" y="1339278"/>
                  </a:lnTo>
                  <a:lnTo>
                    <a:pt x="905322" y="1338885"/>
                  </a:lnTo>
                  <a:lnTo>
                    <a:pt x="907563" y="1337861"/>
                  </a:lnTo>
                  <a:lnTo>
                    <a:pt x="908598" y="1337389"/>
                  </a:lnTo>
                  <a:lnTo>
                    <a:pt x="909287" y="1337074"/>
                  </a:lnTo>
                  <a:lnTo>
                    <a:pt x="909632" y="1336916"/>
                  </a:lnTo>
                  <a:lnTo>
                    <a:pt x="911528" y="1336050"/>
                  </a:lnTo>
                  <a:lnTo>
                    <a:pt x="927045" y="1328960"/>
                  </a:lnTo>
                  <a:lnTo>
                    <a:pt x="934631" y="1325493"/>
                  </a:lnTo>
                  <a:lnTo>
                    <a:pt x="1034456" y="1279773"/>
                  </a:lnTo>
                  <a:lnTo>
                    <a:pt x="1038077" y="1278112"/>
                  </a:lnTo>
                  <a:lnTo>
                    <a:pt x="1038249" y="1278033"/>
                  </a:lnTo>
                  <a:lnTo>
                    <a:pt x="1040663" y="1276925"/>
                  </a:lnTo>
                  <a:lnTo>
                    <a:pt x="1042560" y="1276054"/>
                  </a:lnTo>
                  <a:lnTo>
                    <a:pt x="1046353" y="1274313"/>
                  </a:lnTo>
                  <a:lnTo>
                    <a:pt x="1047215" y="1273917"/>
                  </a:lnTo>
                  <a:lnTo>
                    <a:pt x="1048766" y="1273205"/>
                  </a:lnTo>
                  <a:lnTo>
                    <a:pt x="1052387" y="1271543"/>
                  </a:lnTo>
                  <a:lnTo>
                    <a:pt x="1052904" y="1271305"/>
                  </a:lnTo>
                  <a:lnTo>
                    <a:pt x="1053249" y="1271147"/>
                  </a:lnTo>
                  <a:lnTo>
                    <a:pt x="1054801" y="1270434"/>
                  </a:lnTo>
                  <a:lnTo>
                    <a:pt x="1055146" y="1270276"/>
                  </a:lnTo>
                  <a:lnTo>
                    <a:pt x="1055318" y="1270197"/>
                  </a:lnTo>
                  <a:lnTo>
                    <a:pt x="1056008" y="1269880"/>
                  </a:lnTo>
                  <a:lnTo>
                    <a:pt x="1056525" y="1269642"/>
                  </a:lnTo>
                  <a:lnTo>
                    <a:pt x="1057387" y="1269246"/>
                  </a:lnTo>
                  <a:lnTo>
                    <a:pt x="1057559" y="1269167"/>
                  </a:lnTo>
                  <a:lnTo>
                    <a:pt x="1059456" y="1268296"/>
                  </a:lnTo>
                  <a:lnTo>
                    <a:pt x="1059973" y="1268059"/>
                  </a:lnTo>
                  <a:lnTo>
                    <a:pt x="1061180" y="1267504"/>
                  </a:lnTo>
                  <a:lnTo>
                    <a:pt x="1062214" y="1267029"/>
                  </a:lnTo>
                  <a:lnTo>
                    <a:pt x="1062732" y="1266791"/>
                  </a:lnTo>
                  <a:lnTo>
                    <a:pt x="1063076" y="1266633"/>
                  </a:lnTo>
                  <a:lnTo>
                    <a:pt x="1063766" y="1266316"/>
                  </a:lnTo>
                  <a:lnTo>
                    <a:pt x="1065318" y="1265603"/>
                  </a:lnTo>
                  <a:lnTo>
                    <a:pt x="1065490" y="1265524"/>
                  </a:lnTo>
                  <a:lnTo>
                    <a:pt x="1066352" y="1265128"/>
                  </a:lnTo>
                  <a:lnTo>
                    <a:pt x="1067904" y="1264415"/>
                  </a:lnTo>
                  <a:lnTo>
                    <a:pt x="1068766" y="1264019"/>
                  </a:lnTo>
                  <a:lnTo>
                    <a:pt x="1071007" y="1262989"/>
                  </a:lnTo>
                  <a:lnTo>
                    <a:pt x="1071180" y="1262910"/>
                  </a:lnTo>
                  <a:lnTo>
                    <a:pt x="1072387" y="1262355"/>
                  </a:lnTo>
                  <a:lnTo>
                    <a:pt x="1073421" y="1261880"/>
                  </a:lnTo>
                  <a:lnTo>
                    <a:pt x="1073938" y="1261642"/>
                  </a:lnTo>
                  <a:lnTo>
                    <a:pt x="1074628" y="1261325"/>
                  </a:lnTo>
                  <a:lnTo>
                    <a:pt x="1075145" y="1261088"/>
                  </a:lnTo>
                  <a:lnTo>
                    <a:pt x="1076869" y="1260295"/>
                  </a:lnTo>
                  <a:lnTo>
                    <a:pt x="1077731" y="1259899"/>
                  </a:lnTo>
                  <a:lnTo>
                    <a:pt x="1079973" y="1258869"/>
                  </a:lnTo>
                  <a:lnTo>
                    <a:pt x="1081007" y="1258393"/>
                  </a:lnTo>
                  <a:lnTo>
                    <a:pt x="1081697" y="1258076"/>
                  </a:lnTo>
                  <a:lnTo>
                    <a:pt x="1082041" y="1257917"/>
                  </a:lnTo>
                  <a:lnTo>
                    <a:pt x="1083938" y="1257046"/>
                  </a:lnTo>
                  <a:lnTo>
                    <a:pt x="1099455" y="1249909"/>
                  </a:lnTo>
                  <a:lnTo>
                    <a:pt x="1107041" y="1246419"/>
                  </a:lnTo>
                  <a:lnTo>
                    <a:pt x="1206866" y="1200385"/>
                  </a:lnTo>
                  <a:lnTo>
                    <a:pt x="1210487" y="1198712"/>
                  </a:lnTo>
                  <a:lnTo>
                    <a:pt x="1210659" y="1198633"/>
                  </a:lnTo>
                  <a:lnTo>
                    <a:pt x="1213073" y="1197517"/>
                  </a:lnTo>
                  <a:lnTo>
                    <a:pt x="1214969" y="1196640"/>
                  </a:lnTo>
                  <a:lnTo>
                    <a:pt x="1218762" y="1194887"/>
                  </a:lnTo>
                  <a:lnTo>
                    <a:pt x="1219624" y="1194488"/>
                  </a:lnTo>
                  <a:lnTo>
                    <a:pt x="1221176" y="1193771"/>
                  </a:lnTo>
                  <a:lnTo>
                    <a:pt x="1224797" y="1192097"/>
                  </a:lnTo>
                  <a:lnTo>
                    <a:pt x="1225314" y="1191857"/>
                  </a:lnTo>
                  <a:lnTo>
                    <a:pt x="1225659" y="1191698"/>
                  </a:lnTo>
                  <a:lnTo>
                    <a:pt x="1227210" y="1190980"/>
                  </a:lnTo>
                  <a:lnTo>
                    <a:pt x="1227555" y="1190821"/>
                  </a:lnTo>
                  <a:lnTo>
                    <a:pt x="1227728" y="1190741"/>
                  </a:lnTo>
                  <a:lnTo>
                    <a:pt x="1228417" y="1190422"/>
                  </a:lnTo>
                  <a:lnTo>
                    <a:pt x="1228934" y="1190183"/>
                  </a:lnTo>
                  <a:lnTo>
                    <a:pt x="1229796" y="1189784"/>
                  </a:lnTo>
                  <a:lnTo>
                    <a:pt x="1229969" y="1189704"/>
                  </a:lnTo>
                  <a:lnTo>
                    <a:pt x="1231865" y="1188827"/>
                  </a:lnTo>
                  <a:lnTo>
                    <a:pt x="1232383" y="1188588"/>
                  </a:lnTo>
                  <a:lnTo>
                    <a:pt x="1233589" y="1188029"/>
                  </a:lnTo>
                  <a:lnTo>
                    <a:pt x="1234624" y="1187551"/>
                  </a:lnTo>
                  <a:lnTo>
                    <a:pt x="1235141" y="1187312"/>
                  </a:lnTo>
                  <a:lnTo>
                    <a:pt x="1235486" y="1187152"/>
                  </a:lnTo>
                  <a:lnTo>
                    <a:pt x="1236176" y="1186833"/>
                  </a:lnTo>
                  <a:lnTo>
                    <a:pt x="1237727" y="1186115"/>
                  </a:lnTo>
                  <a:lnTo>
                    <a:pt x="1237900" y="1186035"/>
                  </a:lnTo>
                  <a:lnTo>
                    <a:pt x="1238762" y="1185636"/>
                  </a:lnTo>
                  <a:lnTo>
                    <a:pt x="1240313" y="1184918"/>
                  </a:lnTo>
                  <a:lnTo>
                    <a:pt x="1241175" y="1184519"/>
                  </a:lnTo>
                  <a:lnTo>
                    <a:pt x="1243417" y="1183482"/>
                  </a:lnTo>
                  <a:lnTo>
                    <a:pt x="1243589" y="1183402"/>
                  </a:lnTo>
                  <a:lnTo>
                    <a:pt x="1244796" y="1182844"/>
                  </a:lnTo>
                  <a:lnTo>
                    <a:pt x="1245831" y="1182365"/>
                  </a:lnTo>
                  <a:lnTo>
                    <a:pt x="1246348" y="1182125"/>
                  </a:lnTo>
                  <a:lnTo>
                    <a:pt x="1247037" y="1181806"/>
                  </a:lnTo>
                  <a:lnTo>
                    <a:pt x="1247555" y="1181567"/>
                  </a:lnTo>
                  <a:lnTo>
                    <a:pt x="1249279" y="1180769"/>
                  </a:lnTo>
                  <a:lnTo>
                    <a:pt x="1250141" y="1180370"/>
                  </a:lnTo>
                  <a:lnTo>
                    <a:pt x="1252382" y="1179332"/>
                  </a:lnTo>
                  <a:lnTo>
                    <a:pt x="1253417" y="1178853"/>
                  </a:lnTo>
                  <a:lnTo>
                    <a:pt x="1254106" y="1178534"/>
                  </a:lnTo>
                  <a:lnTo>
                    <a:pt x="1254451" y="1178374"/>
                  </a:lnTo>
                  <a:lnTo>
                    <a:pt x="1256347" y="1177496"/>
                  </a:lnTo>
                  <a:lnTo>
                    <a:pt x="1271864" y="1170308"/>
                  </a:lnTo>
                  <a:lnTo>
                    <a:pt x="1279450" y="1166792"/>
                  </a:lnTo>
                  <a:lnTo>
                    <a:pt x="1379275" y="1120417"/>
                  </a:lnTo>
                  <a:lnTo>
                    <a:pt x="1382896" y="1118731"/>
                  </a:lnTo>
                  <a:lnTo>
                    <a:pt x="1383068" y="1118651"/>
                  </a:lnTo>
                  <a:lnTo>
                    <a:pt x="1385482" y="1117527"/>
                  </a:lnTo>
                  <a:lnTo>
                    <a:pt x="1387379" y="1116643"/>
                  </a:lnTo>
                  <a:lnTo>
                    <a:pt x="1391172" y="1114877"/>
                  </a:lnTo>
                  <a:lnTo>
                    <a:pt x="1392034" y="1114475"/>
                  </a:lnTo>
                  <a:lnTo>
                    <a:pt x="1393585" y="1113752"/>
                  </a:lnTo>
                  <a:lnTo>
                    <a:pt x="1397206" y="1112065"/>
                  </a:lnTo>
                  <a:lnTo>
                    <a:pt x="1397723" y="1111824"/>
                  </a:lnTo>
                  <a:lnTo>
                    <a:pt x="1398068" y="1111663"/>
                  </a:lnTo>
                  <a:lnTo>
                    <a:pt x="1399620" y="1110940"/>
                  </a:lnTo>
                  <a:lnTo>
                    <a:pt x="1399965" y="1110780"/>
                  </a:lnTo>
                  <a:lnTo>
                    <a:pt x="1400137" y="1110699"/>
                  </a:lnTo>
                  <a:lnTo>
                    <a:pt x="1400827" y="1110378"/>
                  </a:lnTo>
                  <a:lnTo>
                    <a:pt x="1401344" y="1110137"/>
                  </a:lnTo>
                  <a:lnTo>
                    <a:pt x="1402206" y="1109735"/>
                  </a:lnTo>
                  <a:lnTo>
                    <a:pt x="1402378" y="1109655"/>
                  </a:lnTo>
                  <a:lnTo>
                    <a:pt x="1404275" y="1108771"/>
                  </a:lnTo>
                  <a:lnTo>
                    <a:pt x="1404792" y="1108530"/>
                  </a:lnTo>
                  <a:lnTo>
                    <a:pt x="1405999" y="1107967"/>
                  </a:lnTo>
                  <a:lnTo>
                    <a:pt x="1407033" y="1107485"/>
                  </a:lnTo>
                  <a:lnTo>
                    <a:pt x="1407551" y="1107244"/>
                  </a:lnTo>
                  <a:lnTo>
                    <a:pt x="1407895" y="1107083"/>
                  </a:lnTo>
                  <a:lnTo>
                    <a:pt x="1408585" y="1106762"/>
                  </a:lnTo>
                  <a:lnTo>
                    <a:pt x="1410137" y="1106038"/>
                  </a:lnTo>
                  <a:lnTo>
                    <a:pt x="1410309" y="1105958"/>
                  </a:lnTo>
                  <a:lnTo>
                    <a:pt x="1411171" y="1105556"/>
                  </a:lnTo>
                  <a:lnTo>
                    <a:pt x="1412723" y="1104832"/>
                  </a:lnTo>
                  <a:lnTo>
                    <a:pt x="1413585" y="1104430"/>
                  </a:lnTo>
                  <a:lnTo>
                    <a:pt x="1415826" y="1103385"/>
                  </a:lnTo>
                  <a:lnTo>
                    <a:pt x="1415999" y="1103305"/>
                  </a:lnTo>
                  <a:lnTo>
                    <a:pt x="1417206" y="1102742"/>
                  </a:lnTo>
                  <a:lnTo>
                    <a:pt x="1418240" y="1102259"/>
                  </a:lnTo>
                  <a:lnTo>
                    <a:pt x="1418757" y="1102018"/>
                  </a:lnTo>
                  <a:lnTo>
                    <a:pt x="1419447" y="1101697"/>
                  </a:lnTo>
                  <a:lnTo>
                    <a:pt x="1419964" y="1101455"/>
                  </a:lnTo>
                  <a:lnTo>
                    <a:pt x="1421688" y="1100651"/>
                  </a:lnTo>
                  <a:lnTo>
                    <a:pt x="1422550" y="1100249"/>
                  </a:lnTo>
                  <a:lnTo>
                    <a:pt x="1424792" y="1099203"/>
                  </a:lnTo>
                  <a:lnTo>
                    <a:pt x="1425826" y="1098721"/>
                  </a:lnTo>
                  <a:lnTo>
                    <a:pt x="1426516" y="1098399"/>
                  </a:lnTo>
                  <a:lnTo>
                    <a:pt x="1426860" y="1098238"/>
                  </a:lnTo>
                  <a:lnTo>
                    <a:pt x="1428757" y="1097353"/>
                  </a:lnTo>
                  <a:lnTo>
                    <a:pt x="1444274" y="1090110"/>
                  </a:lnTo>
                  <a:lnTo>
                    <a:pt x="1451860" y="1086567"/>
                  </a:lnTo>
                  <a:lnTo>
                    <a:pt x="1551685" y="1039833"/>
                  </a:lnTo>
                  <a:lnTo>
                    <a:pt x="1555306" y="1038134"/>
                  </a:lnTo>
                  <a:lnTo>
                    <a:pt x="1555478" y="1038053"/>
                  </a:lnTo>
                  <a:lnTo>
                    <a:pt x="1557892" y="1036920"/>
                  </a:lnTo>
                  <a:lnTo>
                    <a:pt x="1559788" y="1036030"/>
                  </a:lnTo>
                  <a:lnTo>
                    <a:pt x="1563581" y="1034249"/>
                  </a:lnTo>
                  <a:lnTo>
                    <a:pt x="1564443" y="1033845"/>
                  </a:lnTo>
                  <a:lnTo>
                    <a:pt x="1565995" y="1033116"/>
                  </a:lnTo>
                  <a:lnTo>
                    <a:pt x="1569616" y="1031416"/>
                  </a:lnTo>
                  <a:lnTo>
                    <a:pt x="1570133" y="1031173"/>
                  </a:lnTo>
                  <a:lnTo>
                    <a:pt x="1570478" y="1031011"/>
                  </a:lnTo>
                  <a:lnTo>
                    <a:pt x="1572029" y="1030283"/>
                  </a:lnTo>
                  <a:lnTo>
                    <a:pt x="1572374" y="1030121"/>
                  </a:lnTo>
                  <a:lnTo>
                    <a:pt x="1572546" y="1030040"/>
                  </a:lnTo>
                  <a:lnTo>
                    <a:pt x="1573236" y="1029716"/>
                  </a:lnTo>
                  <a:lnTo>
                    <a:pt x="1573753" y="1029473"/>
                  </a:lnTo>
                  <a:lnTo>
                    <a:pt x="1574615" y="1029068"/>
                  </a:lnTo>
                  <a:lnTo>
                    <a:pt x="1574788" y="1028987"/>
                  </a:lnTo>
                  <a:lnTo>
                    <a:pt x="1576684" y="1028096"/>
                  </a:lnTo>
                  <a:lnTo>
                    <a:pt x="1577202" y="1027853"/>
                  </a:lnTo>
                  <a:lnTo>
                    <a:pt x="1578408" y="1027286"/>
                  </a:lnTo>
                  <a:lnTo>
                    <a:pt x="1579443" y="1026800"/>
                  </a:lnTo>
                  <a:lnTo>
                    <a:pt x="1579960" y="1026557"/>
                  </a:lnTo>
                  <a:lnTo>
                    <a:pt x="1580305" y="1026395"/>
                  </a:lnTo>
                  <a:lnTo>
                    <a:pt x="1580995" y="1026071"/>
                  </a:lnTo>
                  <a:lnTo>
                    <a:pt x="1582546" y="1025342"/>
                  </a:lnTo>
                  <a:lnTo>
                    <a:pt x="1582719" y="1025261"/>
                  </a:lnTo>
                  <a:lnTo>
                    <a:pt x="1583581" y="1024856"/>
                  </a:lnTo>
                  <a:lnTo>
                    <a:pt x="1585132" y="1024127"/>
                  </a:lnTo>
                  <a:lnTo>
                    <a:pt x="1585994" y="1023722"/>
                  </a:lnTo>
                  <a:lnTo>
                    <a:pt x="1588236" y="1022668"/>
                  </a:lnTo>
                  <a:lnTo>
                    <a:pt x="1588408" y="1022587"/>
                  </a:lnTo>
                  <a:lnTo>
                    <a:pt x="1589615" y="1022020"/>
                  </a:lnTo>
                  <a:lnTo>
                    <a:pt x="1590649" y="1021534"/>
                  </a:lnTo>
                  <a:lnTo>
                    <a:pt x="1591167" y="1021291"/>
                  </a:lnTo>
                  <a:lnTo>
                    <a:pt x="1591856" y="1020967"/>
                  </a:lnTo>
                  <a:lnTo>
                    <a:pt x="1592374" y="1020723"/>
                  </a:lnTo>
                  <a:lnTo>
                    <a:pt x="1594098" y="1019913"/>
                  </a:lnTo>
                  <a:lnTo>
                    <a:pt x="1594960" y="1019508"/>
                  </a:lnTo>
                  <a:lnTo>
                    <a:pt x="1597201" y="1018454"/>
                  </a:lnTo>
                  <a:lnTo>
                    <a:pt x="1598236" y="1017968"/>
                  </a:lnTo>
                  <a:lnTo>
                    <a:pt x="1598925" y="1017643"/>
                  </a:lnTo>
                  <a:lnTo>
                    <a:pt x="1599270" y="1017481"/>
                  </a:lnTo>
                  <a:lnTo>
                    <a:pt x="1601166" y="1016589"/>
                  </a:lnTo>
                  <a:lnTo>
                    <a:pt x="1616683" y="1009290"/>
                  </a:lnTo>
                  <a:lnTo>
                    <a:pt x="1624269" y="1005719"/>
                  </a:lnTo>
                  <a:lnTo>
                    <a:pt x="1724094" y="958622"/>
                  </a:lnTo>
                  <a:lnTo>
                    <a:pt x="1727715" y="956910"/>
                  </a:lnTo>
                  <a:lnTo>
                    <a:pt x="1727887" y="956828"/>
                  </a:lnTo>
                  <a:lnTo>
                    <a:pt x="1730301" y="955687"/>
                  </a:lnTo>
                  <a:lnTo>
                    <a:pt x="1732198" y="954790"/>
                  </a:lnTo>
                  <a:lnTo>
                    <a:pt x="1735991" y="952995"/>
                  </a:lnTo>
                  <a:lnTo>
                    <a:pt x="1736853" y="952587"/>
                  </a:lnTo>
                  <a:lnTo>
                    <a:pt x="1738404" y="951853"/>
                  </a:lnTo>
                  <a:lnTo>
                    <a:pt x="1742025" y="950140"/>
                  </a:lnTo>
                  <a:lnTo>
                    <a:pt x="1742542" y="949895"/>
                  </a:lnTo>
                  <a:lnTo>
                    <a:pt x="1742887" y="949732"/>
                  </a:lnTo>
                  <a:lnTo>
                    <a:pt x="1744439" y="948998"/>
                  </a:lnTo>
                  <a:lnTo>
                    <a:pt x="1744784" y="948835"/>
                  </a:lnTo>
                  <a:lnTo>
                    <a:pt x="1744956" y="948753"/>
                  </a:lnTo>
                  <a:lnTo>
                    <a:pt x="1745646" y="948427"/>
                  </a:lnTo>
                  <a:lnTo>
                    <a:pt x="1746163" y="948182"/>
                  </a:lnTo>
                  <a:lnTo>
                    <a:pt x="1747025" y="947774"/>
                  </a:lnTo>
                  <a:lnTo>
                    <a:pt x="1747197" y="947692"/>
                  </a:lnTo>
                  <a:lnTo>
                    <a:pt x="1749094" y="946795"/>
                  </a:lnTo>
                  <a:lnTo>
                    <a:pt x="1749611" y="946550"/>
                  </a:lnTo>
                  <a:lnTo>
                    <a:pt x="1750818" y="945978"/>
                  </a:lnTo>
                  <a:lnTo>
                    <a:pt x="1751852" y="945489"/>
                  </a:lnTo>
                  <a:lnTo>
                    <a:pt x="1752370" y="945244"/>
                  </a:lnTo>
                  <a:lnTo>
                    <a:pt x="1752714" y="945081"/>
                  </a:lnTo>
                  <a:lnTo>
                    <a:pt x="1753404" y="944754"/>
                  </a:lnTo>
                  <a:lnTo>
                    <a:pt x="1754956" y="944019"/>
                  </a:lnTo>
                  <a:lnTo>
                    <a:pt x="1755128" y="943938"/>
                  </a:lnTo>
                  <a:lnTo>
                    <a:pt x="1755990" y="943530"/>
                  </a:lnTo>
                  <a:lnTo>
                    <a:pt x="1757542" y="942795"/>
                  </a:lnTo>
                  <a:lnTo>
                    <a:pt x="1758404" y="942387"/>
                  </a:lnTo>
                  <a:lnTo>
                    <a:pt x="1760645" y="941325"/>
                  </a:lnTo>
                  <a:lnTo>
                    <a:pt x="1760818" y="941244"/>
                  </a:lnTo>
                  <a:lnTo>
                    <a:pt x="1762025" y="940672"/>
                  </a:lnTo>
                  <a:lnTo>
                    <a:pt x="1763059" y="940182"/>
                  </a:lnTo>
                  <a:lnTo>
                    <a:pt x="1763576" y="939937"/>
                  </a:lnTo>
                  <a:lnTo>
                    <a:pt x="1764266" y="939610"/>
                  </a:lnTo>
                  <a:lnTo>
                    <a:pt x="1764783" y="939365"/>
                  </a:lnTo>
                  <a:lnTo>
                    <a:pt x="1766507" y="938549"/>
                  </a:lnTo>
                  <a:lnTo>
                    <a:pt x="1767369" y="938140"/>
                  </a:lnTo>
                  <a:lnTo>
                    <a:pt x="1769611" y="937079"/>
                  </a:lnTo>
                  <a:lnTo>
                    <a:pt x="1770645" y="936588"/>
                  </a:lnTo>
                  <a:lnTo>
                    <a:pt x="1771335" y="936262"/>
                  </a:lnTo>
                  <a:lnTo>
                    <a:pt x="1771679" y="936098"/>
                  </a:lnTo>
                  <a:lnTo>
                    <a:pt x="1773576" y="935200"/>
                  </a:lnTo>
                  <a:lnTo>
                    <a:pt x="1789093" y="927844"/>
                  </a:lnTo>
                  <a:lnTo>
                    <a:pt x="1796679" y="924247"/>
                  </a:lnTo>
                  <a:lnTo>
                    <a:pt x="1896504" y="876797"/>
                  </a:lnTo>
                  <a:lnTo>
                    <a:pt x="1900125" y="875072"/>
                  </a:lnTo>
                  <a:lnTo>
                    <a:pt x="1900297" y="874990"/>
                  </a:lnTo>
                  <a:lnTo>
                    <a:pt x="1902711" y="873840"/>
                  </a:lnTo>
                  <a:lnTo>
                    <a:pt x="1904607" y="872937"/>
                  </a:lnTo>
                  <a:lnTo>
                    <a:pt x="1908400" y="871129"/>
                  </a:lnTo>
                  <a:lnTo>
                    <a:pt x="1909262" y="870718"/>
                  </a:lnTo>
                  <a:lnTo>
                    <a:pt x="1910814" y="869979"/>
                  </a:lnTo>
                  <a:lnTo>
                    <a:pt x="1914435" y="868253"/>
                  </a:lnTo>
                  <a:lnTo>
                    <a:pt x="1914952" y="868007"/>
                  </a:lnTo>
                  <a:lnTo>
                    <a:pt x="1915297" y="867842"/>
                  </a:lnTo>
                  <a:lnTo>
                    <a:pt x="1916848" y="867103"/>
                  </a:lnTo>
                  <a:lnTo>
                    <a:pt x="1917193" y="866938"/>
                  </a:lnTo>
                  <a:lnTo>
                    <a:pt x="1917365" y="866856"/>
                  </a:lnTo>
                  <a:lnTo>
                    <a:pt x="1918055" y="866527"/>
                  </a:lnTo>
                  <a:lnTo>
                    <a:pt x="1918572" y="866281"/>
                  </a:lnTo>
                  <a:lnTo>
                    <a:pt x="1919434" y="865870"/>
                  </a:lnTo>
                  <a:lnTo>
                    <a:pt x="1919607" y="865787"/>
                  </a:lnTo>
                  <a:lnTo>
                    <a:pt x="1921503" y="864883"/>
                  </a:lnTo>
                  <a:lnTo>
                    <a:pt x="1922021" y="864637"/>
                  </a:lnTo>
                  <a:lnTo>
                    <a:pt x="1923227" y="864061"/>
                  </a:lnTo>
                  <a:lnTo>
                    <a:pt x="1924262" y="863568"/>
                  </a:lnTo>
                  <a:lnTo>
                    <a:pt x="1924779" y="863321"/>
                  </a:lnTo>
                  <a:lnTo>
                    <a:pt x="1925124" y="863157"/>
                  </a:lnTo>
                  <a:lnTo>
                    <a:pt x="1925814" y="862828"/>
                  </a:lnTo>
                  <a:lnTo>
                    <a:pt x="1927365" y="862088"/>
                  </a:lnTo>
                  <a:lnTo>
                    <a:pt x="1927538" y="862006"/>
                  </a:lnTo>
                  <a:lnTo>
                    <a:pt x="1928400" y="861595"/>
                  </a:lnTo>
                  <a:lnTo>
                    <a:pt x="1929951" y="860855"/>
                  </a:lnTo>
                  <a:lnTo>
                    <a:pt x="1930813" y="860443"/>
                  </a:lnTo>
                  <a:lnTo>
                    <a:pt x="1933055" y="859374"/>
                  </a:lnTo>
                  <a:lnTo>
                    <a:pt x="1933227" y="859292"/>
                  </a:lnTo>
                  <a:lnTo>
                    <a:pt x="1934434" y="858716"/>
                  </a:lnTo>
                  <a:lnTo>
                    <a:pt x="1935468" y="858223"/>
                  </a:lnTo>
                  <a:lnTo>
                    <a:pt x="1935986" y="857976"/>
                  </a:lnTo>
                  <a:lnTo>
                    <a:pt x="1936675" y="857647"/>
                  </a:lnTo>
                  <a:lnTo>
                    <a:pt x="1937193" y="857400"/>
                  </a:lnTo>
                  <a:lnTo>
                    <a:pt x="1938917" y="856578"/>
                  </a:lnTo>
                  <a:lnTo>
                    <a:pt x="1939779" y="856166"/>
                  </a:lnTo>
                  <a:lnTo>
                    <a:pt x="1942020" y="855097"/>
                  </a:lnTo>
                  <a:lnTo>
                    <a:pt x="1943054" y="854603"/>
                  </a:lnTo>
                  <a:lnTo>
                    <a:pt x="1943744" y="854274"/>
                  </a:lnTo>
                  <a:lnTo>
                    <a:pt x="1944089" y="854110"/>
                  </a:lnTo>
                  <a:lnTo>
                    <a:pt x="1945985" y="853204"/>
                  </a:lnTo>
                  <a:lnTo>
                    <a:pt x="1961502" y="845796"/>
                  </a:lnTo>
                  <a:lnTo>
                    <a:pt x="1969088" y="842173"/>
                  </a:lnTo>
                  <a:lnTo>
                    <a:pt x="2068913" y="794394"/>
                  </a:lnTo>
                  <a:lnTo>
                    <a:pt x="2072534" y="792658"/>
                  </a:lnTo>
                  <a:lnTo>
                    <a:pt x="2072706" y="792575"/>
                  </a:lnTo>
                  <a:lnTo>
                    <a:pt x="2075120" y="791417"/>
                  </a:lnTo>
                  <a:lnTo>
                    <a:pt x="2077017" y="790508"/>
                  </a:lnTo>
                  <a:lnTo>
                    <a:pt x="2080810" y="788688"/>
                  </a:lnTo>
                  <a:lnTo>
                    <a:pt x="2081672" y="788275"/>
                  </a:lnTo>
                  <a:lnTo>
                    <a:pt x="2083223" y="787530"/>
                  </a:lnTo>
                  <a:lnTo>
                    <a:pt x="2086844" y="785793"/>
                  </a:lnTo>
                  <a:lnTo>
                    <a:pt x="2087361" y="785545"/>
                  </a:lnTo>
                  <a:lnTo>
                    <a:pt x="2087706" y="785379"/>
                  </a:lnTo>
                  <a:lnTo>
                    <a:pt x="2089258" y="784635"/>
                  </a:lnTo>
                  <a:lnTo>
                    <a:pt x="2089603" y="784469"/>
                  </a:lnTo>
                  <a:lnTo>
                    <a:pt x="2089775" y="784387"/>
                  </a:lnTo>
                  <a:lnTo>
                    <a:pt x="2090465" y="784056"/>
                  </a:lnTo>
                  <a:lnTo>
                    <a:pt x="2090982" y="783807"/>
                  </a:lnTo>
                  <a:lnTo>
                    <a:pt x="2091844" y="783394"/>
                  </a:lnTo>
                  <a:lnTo>
                    <a:pt x="2092016" y="783311"/>
                  </a:lnTo>
                  <a:lnTo>
                    <a:pt x="2093913" y="782401"/>
                  </a:lnTo>
                  <a:lnTo>
                    <a:pt x="2094430" y="782152"/>
                  </a:lnTo>
                  <a:lnTo>
                    <a:pt x="2095637" y="781573"/>
                  </a:lnTo>
                  <a:lnTo>
                    <a:pt x="2096671" y="781077"/>
                  </a:lnTo>
                  <a:lnTo>
                    <a:pt x="2097189" y="780828"/>
                  </a:lnTo>
                  <a:lnTo>
                    <a:pt x="2097533" y="780663"/>
                  </a:lnTo>
                  <a:lnTo>
                    <a:pt x="2098223" y="780332"/>
                  </a:lnTo>
                  <a:lnTo>
                    <a:pt x="2099775" y="779587"/>
                  </a:lnTo>
                  <a:lnTo>
                    <a:pt x="2099947" y="779504"/>
                  </a:lnTo>
                  <a:lnTo>
                    <a:pt x="2100809" y="779090"/>
                  </a:lnTo>
                  <a:lnTo>
                    <a:pt x="2102361" y="778345"/>
                  </a:lnTo>
                  <a:lnTo>
                    <a:pt x="2103223" y="777931"/>
                  </a:lnTo>
                  <a:lnTo>
                    <a:pt x="2105464" y="776855"/>
                  </a:lnTo>
                  <a:lnTo>
                    <a:pt x="2105637" y="776772"/>
                  </a:lnTo>
                  <a:lnTo>
                    <a:pt x="2106844" y="776193"/>
                  </a:lnTo>
                  <a:lnTo>
                    <a:pt x="2107878" y="775696"/>
                  </a:lnTo>
                  <a:lnTo>
                    <a:pt x="2108395" y="775448"/>
                  </a:lnTo>
                  <a:lnTo>
                    <a:pt x="2109085" y="775117"/>
                  </a:lnTo>
                  <a:lnTo>
                    <a:pt x="2109602" y="774868"/>
                  </a:lnTo>
                  <a:lnTo>
                    <a:pt x="2111326" y="774040"/>
                  </a:lnTo>
                  <a:lnTo>
                    <a:pt x="2112188" y="773626"/>
                  </a:lnTo>
                  <a:lnTo>
                    <a:pt x="2114430" y="772550"/>
                  </a:lnTo>
                  <a:lnTo>
                    <a:pt x="2115464" y="772053"/>
                  </a:lnTo>
                  <a:lnTo>
                    <a:pt x="2116154" y="771721"/>
                  </a:lnTo>
                  <a:lnTo>
                    <a:pt x="2116498" y="771556"/>
                  </a:lnTo>
                  <a:lnTo>
                    <a:pt x="2118395" y="770645"/>
                  </a:lnTo>
                  <a:lnTo>
                    <a:pt x="2133912" y="763189"/>
                  </a:lnTo>
                  <a:lnTo>
                    <a:pt x="2141498" y="759542"/>
                  </a:lnTo>
                  <a:lnTo>
                    <a:pt x="2241323" y="711465"/>
                  </a:lnTo>
                  <a:lnTo>
                    <a:pt x="2244944" y="709719"/>
                  </a:lnTo>
                  <a:lnTo>
                    <a:pt x="2245116" y="709635"/>
                  </a:lnTo>
                  <a:lnTo>
                    <a:pt x="2247530" y="708471"/>
                  </a:lnTo>
                  <a:lnTo>
                    <a:pt x="2249426" y="707556"/>
                  </a:lnTo>
                  <a:lnTo>
                    <a:pt x="2253219" y="705725"/>
                  </a:lnTo>
                  <a:lnTo>
                    <a:pt x="2254081" y="705309"/>
                  </a:lnTo>
                  <a:lnTo>
                    <a:pt x="2255633" y="704560"/>
                  </a:lnTo>
                  <a:lnTo>
                    <a:pt x="2259254" y="702813"/>
                  </a:lnTo>
                  <a:lnTo>
                    <a:pt x="2259771" y="702563"/>
                  </a:lnTo>
                  <a:lnTo>
                    <a:pt x="2260116" y="702397"/>
                  </a:lnTo>
                  <a:lnTo>
                    <a:pt x="2261667" y="701648"/>
                  </a:lnTo>
                  <a:lnTo>
                    <a:pt x="2262012" y="701481"/>
                  </a:lnTo>
                  <a:lnTo>
                    <a:pt x="2262184" y="701398"/>
                  </a:lnTo>
                  <a:lnTo>
                    <a:pt x="2262874" y="701065"/>
                  </a:lnTo>
                  <a:lnTo>
                    <a:pt x="2263391" y="700816"/>
                  </a:lnTo>
                  <a:lnTo>
                    <a:pt x="2264253" y="700399"/>
                  </a:lnTo>
                  <a:lnTo>
                    <a:pt x="2264426" y="700316"/>
                  </a:lnTo>
                  <a:lnTo>
                    <a:pt x="2266322" y="699401"/>
                  </a:lnTo>
                  <a:lnTo>
                    <a:pt x="2266840" y="699151"/>
                  </a:lnTo>
                  <a:lnTo>
                    <a:pt x="2268046" y="698568"/>
                  </a:lnTo>
                  <a:lnTo>
                    <a:pt x="2269081" y="698069"/>
                  </a:lnTo>
                  <a:lnTo>
                    <a:pt x="2269598" y="697819"/>
                  </a:lnTo>
                  <a:lnTo>
                    <a:pt x="2269943" y="697652"/>
                  </a:lnTo>
                  <a:lnTo>
                    <a:pt x="2270633" y="697319"/>
                  </a:lnTo>
                  <a:lnTo>
                    <a:pt x="2272184" y="696570"/>
                  </a:lnTo>
                  <a:lnTo>
                    <a:pt x="2272357" y="696487"/>
                  </a:lnTo>
                  <a:lnTo>
                    <a:pt x="2273219" y="696071"/>
                  </a:lnTo>
                  <a:lnTo>
                    <a:pt x="2274770" y="695321"/>
                  </a:lnTo>
                  <a:lnTo>
                    <a:pt x="2275632" y="694905"/>
                  </a:lnTo>
                  <a:lnTo>
                    <a:pt x="2277874" y="693823"/>
                  </a:lnTo>
                  <a:lnTo>
                    <a:pt x="2278046" y="693739"/>
                  </a:lnTo>
                  <a:lnTo>
                    <a:pt x="2279253" y="693156"/>
                  </a:lnTo>
                  <a:lnTo>
                    <a:pt x="2280287" y="692657"/>
                  </a:lnTo>
                  <a:lnTo>
                    <a:pt x="2280805" y="692407"/>
                  </a:lnTo>
                  <a:lnTo>
                    <a:pt x="2281494" y="692074"/>
                  </a:lnTo>
                  <a:lnTo>
                    <a:pt x="2282012" y="691824"/>
                  </a:lnTo>
                  <a:lnTo>
                    <a:pt x="2283736" y="690991"/>
                  </a:lnTo>
                  <a:lnTo>
                    <a:pt x="2284598" y="690575"/>
                  </a:lnTo>
                  <a:lnTo>
                    <a:pt x="2286839" y="689492"/>
                  </a:lnTo>
                  <a:lnTo>
                    <a:pt x="2287873" y="688992"/>
                  </a:lnTo>
                  <a:lnTo>
                    <a:pt x="2288563" y="688659"/>
                  </a:lnTo>
                  <a:lnTo>
                    <a:pt x="2288908" y="688492"/>
                  </a:lnTo>
                  <a:lnTo>
                    <a:pt x="2290804" y="687576"/>
                  </a:lnTo>
                  <a:lnTo>
                    <a:pt x="2306321" y="680077"/>
                  </a:lnTo>
                  <a:lnTo>
                    <a:pt x="2313907" y="676410"/>
                  </a:lnTo>
                  <a:lnTo>
                    <a:pt x="2413732" y="628071"/>
                  </a:lnTo>
                  <a:lnTo>
                    <a:pt x="2417353" y="626316"/>
                  </a:lnTo>
                  <a:lnTo>
                    <a:pt x="2417525" y="626232"/>
                  </a:lnTo>
                  <a:lnTo>
                    <a:pt x="2419939" y="625061"/>
                  </a:lnTo>
                  <a:lnTo>
                    <a:pt x="2421836" y="624141"/>
                  </a:lnTo>
                  <a:lnTo>
                    <a:pt x="2425629" y="622302"/>
                  </a:lnTo>
                  <a:lnTo>
                    <a:pt x="2426491" y="621883"/>
                  </a:lnTo>
                  <a:lnTo>
                    <a:pt x="2428042" y="621131"/>
                  </a:lnTo>
                  <a:lnTo>
                    <a:pt x="2431663" y="619374"/>
                  </a:lnTo>
                  <a:lnTo>
                    <a:pt x="2432180" y="619123"/>
                  </a:lnTo>
                  <a:lnTo>
                    <a:pt x="2432525" y="618956"/>
                  </a:lnTo>
                  <a:lnTo>
                    <a:pt x="2434077" y="618203"/>
                  </a:lnTo>
                  <a:lnTo>
                    <a:pt x="2434422" y="618036"/>
                  </a:lnTo>
                  <a:lnTo>
                    <a:pt x="2434594" y="617952"/>
                  </a:lnTo>
                  <a:lnTo>
                    <a:pt x="2435284" y="617618"/>
                  </a:lnTo>
                  <a:lnTo>
                    <a:pt x="2435801" y="617367"/>
                  </a:lnTo>
                  <a:lnTo>
                    <a:pt x="2436663" y="616948"/>
                  </a:lnTo>
                  <a:lnTo>
                    <a:pt x="2436835" y="616865"/>
                  </a:lnTo>
                  <a:lnTo>
                    <a:pt x="2438732" y="615944"/>
                  </a:lnTo>
                  <a:lnTo>
                    <a:pt x="2439249" y="615693"/>
                  </a:lnTo>
                  <a:lnTo>
                    <a:pt x="2440456" y="615108"/>
                  </a:lnTo>
                  <a:lnTo>
                    <a:pt x="2441490" y="614606"/>
                  </a:lnTo>
                  <a:lnTo>
                    <a:pt x="2442008" y="614355"/>
                  </a:lnTo>
                  <a:lnTo>
                    <a:pt x="2442352" y="614187"/>
                  </a:lnTo>
                  <a:lnTo>
                    <a:pt x="2443042" y="613853"/>
                  </a:lnTo>
                  <a:lnTo>
                    <a:pt x="2444594" y="613100"/>
                  </a:lnTo>
                  <a:lnTo>
                    <a:pt x="2444766" y="613016"/>
                  </a:lnTo>
                  <a:lnTo>
                    <a:pt x="2445628" y="612597"/>
                  </a:lnTo>
                  <a:lnTo>
                    <a:pt x="2447180" y="611844"/>
                  </a:lnTo>
                  <a:lnTo>
                    <a:pt x="2448042" y="611426"/>
                  </a:lnTo>
                  <a:lnTo>
                    <a:pt x="2450283" y="610338"/>
                  </a:lnTo>
                  <a:lnTo>
                    <a:pt x="2450456" y="610254"/>
                  </a:lnTo>
                  <a:lnTo>
                    <a:pt x="2451662" y="609668"/>
                  </a:lnTo>
                  <a:lnTo>
                    <a:pt x="2452697" y="609166"/>
                  </a:lnTo>
                  <a:lnTo>
                    <a:pt x="2453214" y="608915"/>
                  </a:lnTo>
                  <a:lnTo>
                    <a:pt x="2453904" y="608580"/>
                  </a:lnTo>
                  <a:lnTo>
                    <a:pt x="2454421" y="608329"/>
                  </a:lnTo>
                  <a:lnTo>
                    <a:pt x="2456145" y="607492"/>
                  </a:lnTo>
                  <a:lnTo>
                    <a:pt x="2457007" y="607074"/>
                  </a:lnTo>
                  <a:lnTo>
                    <a:pt x="2459249" y="605986"/>
                  </a:lnTo>
                  <a:lnTo>
                    <a:pt x="2460283" y="605483"/>
                  </a:lnTo>
                  <a:lnTo>
                    <a:pt x="2460973" y="605149"/>
                  </a:lnTo>
                  <a:lnTo>
                    <a:pt x="2461317" y="604981"/>
                  </a:lnTo>
                  <a:lnTo>
                    <a:pt x="2463214" y="604060"/>
                  </a:lnTo>
                  <a:lnTo>
                    <a:pt x="2478731" y="596524"/>
                  </a:lnTo>
                  <a:lnTo>
                    <a:pt x="2486317" y="592838"/>
                  </a:lnTo>
                  <a:lnTo>
                    <a:pt x="2586142" y="544275"/>
                  </a:lnTo>
                  <a:lnTo>
                    <a:pt x="2589763" y="542511"/>
                  </a:lnTo>
                  <a:lnTo>
                    <a:pt x="2589935" y="542427"/>
                  </a:lnTo>
                  <a:lnTo>
                    <a:pt x="2592349" y="541251"/>
                  </a:lnTo>
                  <a:lnTo>
                    <a:pt x="2594245" y="540327"/>
                  </a:lnTo>
                  <a:lnTo>
                    <a:pt x="2598038" y="538479"/>
                  </a:lnTo>
                  <a:lnTo>
                    <a:pt x="2598900" y="538059"/>
                  </a:lnTo>
                  <a:lnTo>
                    <a:pt x="2600452" y="537303"/>
                  </a:lnTo>
                  <a:lnTo>
                    <a:pt x="2604072" y="535539"/>
                  </a:lnTo>
                  <a:lnTo>
                    <a:pt x="2604590" y="535287"/>
                  </a:lnTo>
                  <a:lnTo>
                    <a:pt x="2604935" y="535119"/>
                  </a:lnTo>
                  <a:lnTo>
                    <a:pt x="2606486" y="534363"/>
                  </a:lnTo>
                  <a:lnTo>
                    <a:pt x="2606831" y="534195"/>
                  </a:lnTo>
                  <a:lnTo>
                    <a:pt x="2607003" y="534111"/>
                  </a:lnTo>
                  <a:lnTo>
                    <a:pt x="2607693" y="533775"/>
                  </a:lnTo>
                  <a:lnTo>
                    <a:pt x="2608210" y="533523"/>
                  </a:lnTo>
                  <a:lnTo>
                    <a:pt x="2609072" y="533103"/>
                  </a:lnTo>
                  <a:lnTo>
                    <a:pt x="2609245" y="533019"/>
                  </a:lnTo>
                  <a:lnTo>
                    <a:pt x="2611141" y="532094"/>
                  </a:lnTo>
                  <a:lnTo>
                    <a:pt x="2611659" y="531842"/>
                  </a:lnTo>
                  <a:lnTo>
                    <a:pt x="2612865" y="531254"/>
                  </a:lnTo>
                  <a:lnTo>
                    <a:pt x="2613900" y="530750"/>
                  </a:lnTo>
                  <a:lnTo>
                    <a:pt x="2614417" y="530498"/>
                  </a:lnTo>
                  <a:lnTo>
                    <a:pt x="2614762" y="530330"/>
                  </a:lnTo>
                  <a:lnTo>
                    <a:pt x="2615452" y="529993"/>
                  </a:lnTo>
                  <a:lnTo>
                    <a:pt x="2617003" y="529237"/>
                  </a:lnTo>
                  <a:lnTo>
                    <a:pt x="2617176" y="529153"/>
                  </a:lnTo>
                  <a:lnTo>
                    <a:pt x="2618038" y="528733"/>
                  </a:lnTo>
                  <a:lnTo>
                    <a:pt x="2619589" y="527977"/>
                  </a:lnTo>
                  <a:lnTo>
                    <a:pt x="2620451" y="527556"/>
                  </a:lnTo>
                  <a:lnTo>
                    <a:pt x="2622693" y="526464"/>
                  </a:lnTo>
                  <a:lnTo>
                    <a:pt x="2622865" y="526380"/>
                  </a:lnTo>
                  <a:lnTo>
                    <a:pt x="2624072" y="525791"/>
                  </a:lnTo>
                  <a:lnTo>
                    <a:pt x="2625106" y="525287"/>
                  </a:lnTo>
                  <a:lnTo>
                    <a:pt x="2625624" y="525035"/>
                  </a:lnTo>
                  <a:lnTo>
                    <a:pt x="2626313" y="524699"/>
                  </a:lnTo>
                  <a:lnTo>
                    <a:pt x="2626831" y="524446"/>
                  </a:lnTo>
                  <a:lnTo>
                    <a:pt x="2628555" y="523606"/>
                  </a:lnTo>
                  <a:lnTo>
                    <a:pt x="2629417" y="523185"/>
                  </a:lnTo>
                  <a:lnTo>
                    <a:pt x="2631658" y="522093"/>
                  </a:lnTo>
                  <a:lnTo>
                    <a:pt x="2632692" y="521588"/>
                  </a:lnTo>
                  <a:lnTo>
                    <a:pt x="2633382" y="521252"/>
                  </a:lnTo>
                  <a:lnTo>
                    <a:pt x="2633727" y="521084"/>
                  </a:lnTo>
                  <a:lnTo>
                    <a:pt x="2635623" y="520159"/>
                  </a:lnTo>
                  <a:lnTo>
                    <a:pt x="2651140" y="512591"/>
                  </a:lnTo>
                  <a:lnTo>
                    <a:pt x="2658726" y="508890"/>
                  </a:lnTo>
                  <a:lnTo>
                    <a:pt x="2758551" y="460134"/>
                  </a:lnTo>
                  <a:lnTo>
                    <a:pt x="2762172" y="458364"/>
                  </a:lnTo>
                  <a:lnTo>
                    <a:pt x="2762344" y="458280"/>
                  </a:lnTo>
                  <a:lnTo>
                    <a:pt x="2764758" y="457100"/>
                  </a:lnTo>
                  <a:lnTo>
                    <a:pt x="2766655" y="456172"/>
                  </a:lnTo>
                  <a:lnTo>
                    <a:pt x="2770448" y="454317"/>
                  </a:lnTo>
                  <a:lnTo>
                    <a:pt x="2771310" y="453896"/>
                  </a:lnTo>
                  <a:lnTo>
                    <a:pt x="2772861" y="453137"/>
                  </a:lnTo>
                  <a:lnTo>
                    <a:pt x="2776482" y="451366"/>
                  </a:lnTo>
                  <a:lnTo>
                    <a:pt x="2776999" y="451113"/>
                  </a:lnTo>
                  <a:lnTo>
                    <a:pt x="2777344" y="450945"/>
                  </a:lnTo>
                  <a:lnTo>
                    <a:pt x="2778896" y="450186"/>
                  </a:lnTo>
                  <a:lnTo>
                    <a:pt x="2779241" y="450017"/>
                  </a:lnTo>
                  <a:lnTo>
                    <a:pt x="2779413" y="449933"/>
                  </a:lnTo>
                  <a:lnTo>
                    <a:pt x="2780103" y="449595"/>
                  </a:lnTo>
                  <a:lnTo>
                    <a:pt x="2780620" y="449342"/>
                  </a:lnTo>
                  <a:lnTo>
                    <a:pt x="2781482" y="448921"/>
                  </a:lnTo>
                  <a:lnTo>
                    <a:pt x="2781654" y="448836"/>
                  </a:lnTo>
                  <a:lnTo>
                    <a:pt x="2783551" y="447909"/>
                  </a:lnTo>
                  <a:lnTo>
                    <a:pt x="2784068" y="447656"/>
                  </a:lnTo>
                  <a:lnTo>
                    <a:pt x="2785275" y="447065"/>
                  </a:lnTo>
                  <a:lnTo>
                    <a:pt x="2786309" y="446559"/>
                  </a:lnTo>
                  <a:lnTo>
                    <a:pt x="2786827" y="446306"/>
                  </a:lnTo>
                  <a:lnTo>
                    <a:pt x="2787171" y="446138"/>
                  </a:lnTo>
                  <a:lnTo>
                    <a:pt x="2787861" y="445800"/>
                  </a:lnTo>
                  <a:lnTo>
                    <a:pt x="2789413" y="445041"/>
                  </a:lnTo>
                  <a:lnTo>
                    <a:pt x="2789585" y="444957"/>
                  </a:lnTo>
                  <a:lnTo>
                    <a:pt x="2790447" y="444535"/>
                  </a:lnTo>
                  <a:lnTo>
                    <a:pt x="2791999" y="443776"/>
                  </a:lnTo>
                  <a:lnTo>
                    <a:pt x="2792861" y="443354"/>
                  </a:lnTo>
                  <a:lnTo>
                    <a:pt x="2795102" y="442258"/>
                  </a:lnTo>
                  <a:lnTo>
                    <a:pt x="2795275" y="442173"/>
                  </a:lnTo>
                  <a:lnTo>
                    <a:pt x="2796481" y="441583"/>
                  </a:lnTo>
                  <a:lnTo>
                    <a:pt x="2797516" y="441077"/>
                  </a:lnTo>
                  <a:lnTo>
                    <a:pt x="2798033" y="440824"/>
                  </a:lnTo>
                  <a:lnTo>
                    <a:pt x="2798723" y="440486"/>
                  </a:lnTo>
                  <a:lnTo>
                    <a:pt x="2799240" y="440233"/>
                  </a:lnTo>
                  <a:lnTo>
                    <a:pt x="2800964" y="439390"/>
                  </a:lnTo>
                  <a:lnTo>
                    <a:pt x="2801826" y="438968"/>
                  </a:lnTo>
                  <a:lnTo>
                    <a:pt x="2804068" y="437871"/>
                  </a:lnTo>
                  <a:lnTo>
                    <a:pt x="2805102" y="437365"/>
                  </a:lnTo>
                  <a:lnTo>
                    <a:pt x="2805792" y="437027"/>
                  </a:lnTo>
                  <a:lnTo>
                    <a:pt x="2806136" y="436859"/>
                  </a:lnTo>
                  <a:lnTo>
                    <a:pt x="2808033" y="435930"/>
                  </a:lnTo>
                  <a:lnTo>
                    <a:pt x="2823550" y="428336"/>
                  </a:lnTo>
                  <a:lnTo>
                    <a:pt x="2831136" y="424622"/>
                  </a:lnTo>
                  <a:lnTo>
                    <a:pt x="2930961" y="375704"/>
                  </a:lnTo>
                  <a:lnTo>
                    <a:pt x="2934581" y="373928"/>
                  </a:lnTo>
                  <a:lnTo>
                    <a:pt x="2934754" y="373844"/>
                  </a:lnTo>
                  <a:lnTo>
                    <a:pt x="2937168" y="372660"/>
                  </a:lnTo>
                  <a:lnTo>
                    <a:pt x="2939064" y="371729"/>
                  </a:lnTo>
                  <a:lnTo>
                    <a:pt x="2942857" y="369869"/>
                  </a:lnTo>
                  <a:lnTo>
                    <a:pt x="2943719" y="369446"/>
                  </a:lnTo>
                  <a:lnTo>
                    <a:pt x="2945271" y="368685"/>
                  </a:lnTo>
                  <a:lnTo>
                    <a:pt x="2948891" y="366909"/>
                  </a:lnTo>
                  <a:lnTo>
                    <a:pt x="2949409" y="366655"/>
                  </a:lnTo>
                  <a:lnTo>
                    <a:pt x="2949754" y="366486"/>
                  </a:lnTo>
                  <a:lnTo>
                    <a:pt x="2951305" y="365724"/>
                  </a:lnTo>
                  <a:lnTo>
                    <a:pt x="2951650" y="365555"/>
                  </a:lnTo>
                  <a:lnTo>
                    <a:pt x="2951822" y="365471"/>
                  </a:lnTo>
                  <a:lnTo>
                    <a:pt x="2952512" y="365132"/>
                  </a:lnTo>
                  <a:lnTo>
                    <a:pt x="2953029" y="364878"/>
                  </a:lnTo>
                  <a:lnTo>
                    <a:pt x="2953891" y="364455"/>
                  </a:lnTo>
                  <a:lnTo>
                    <a:pt x="2954064" y="364371"/>
                  </a:lnTo>
                  <a:lnTo>
                    <a:pt x="2955960" y="363440"/>
                  </a:lnTo>
                  <a:lnTo>
                    <a:pt x="2956477" y="363187"/>
                  </a:lnTo>
                  <a:lnTo>
                    <a:pt x="2957684" y="362594"/>
                  </a:lnTo>
                  <a:lnTo>
                    <a:pt x="2958719" y="362087"/>
                  </a:lnTo>
                  <a:lnTo>
                    <a:pt x="2959236" y="361833"/>
                  </a:lnTo>
                  <a:lnTo>
                    <a:pt x="2959581" y="361664"/>
                  </a:lnTo>
                  <a:lnTo>
                    <a:pt x="2960271" y="361325"/>
                  </a:lnTo>
                  <a:lnTo>
                    <a:pt x="2961822" y="360564"/>
                  </a:lnTo>
                  <a:lnTo>
                    <a:pt x="2961995" y="360479"/>
                  </a:lnTo>
                  <a:lnTo>
                    <a:pt x="2962857" y="360056"/>
                  </a:lnTo>
                  <a:lnTo>
                    <a:pt x="2964408" y="359295"/>
                  </a:lnTo>
                  <a:lnTo>
                    <a:pt x="2965270" y="358872"/>
                  </a:lnTo>
                  <a:lnTo>
                    <a:pt x="2967512" y="357772"/>
                  </a:lnTo>
                  <a:lnTo>
                    <a:pt x="2967684" y="357687"/>
                  </a:lnTo>
                  <a:lnTo>
                    <a:pt x="2968891" y="357095"/>
                  </a:lnTo>
                  <a:lnTo>
                    <a:pt x="2969925" y="356587"/>
                  </a:lnTo>
                  <a:lnTo>
                    <a:pt x="2970443" y="356334"/>
                  </a:lnTo>
                  <a:lnTo>
                    <a:pt x="2971132" y="355995"/>
                  </a:lnTo>
                  <a:lnTo>
                    <a:pt x="2971650" y="355741"/>
                  </a:lnTo>
                  <a:lnTo>
                    <a:pt x="2973374" y="354895"/>
                  </a:lnTo>
                  <a:lnTo>
                    <a:pt x="2974236" y="354472"/>
                  </a:lnTo>
                  <a:lnTo>
                    <a:pt x="2976477" y="353372"/>
                  </a:lnTo>
                  <a:lnTo>
                    <a:pt x="2977511" y="352864"/>
                  </a:lnTo>
                  <a:lnTo>
                    <a:pt x="2978201" y="352526"/>
                  </a:lnTo>
                  <a:lnTo>
                    <a:pt x="2978546" y="352357"/>
                  </a:lnTo>
                  <a:lnTo>
                    <a:pt x="2980442" y="351426"/>
                  </a:lnTo>
                  <a:lnTo>
                    <a:pt x="2995959" y="343808"/>
                  </a:lnTo>
                  <a:lnTo>
                    <a:pt x="3003545" y="340083"/>
                  </a:lnTo>
                  <a:lnTo>
                    <a:pt x="3103370" y="291030"/>
                  </a:lnTo>
                  <a:lnTo>
                    <a:pt x="3106991" y="289249"/>
                  </a:lnTo>
                  <a:lnTo>
                    <a:pt x="3107163" y="289165"/>
                  </a:lnTo>
                  <a:lnTo>
                    <a:pt x="3109577" y="287977"/>
                  </a:lnTo>
                  <a:lnTo>
                    <a:pt x="3111474" y="287045"/>
                  </a:lnTo>
                  <a:lnTo>
                    <a:pt x="3115267" y="285179"/>
                  </a:lnTo>
                  <a:lnTo>
                    <a:pt x="3116129" y="284755"/>
                  </a:lnTo>
                  <a:lnTo>
                    <a:pt x="3117680" y="283992"/>
                  </a:lnTo>
                  <a:lnTo>
                    <a:pt x="3121301" y="282211"/>
                  </a:lnTo>
                  <a:lnTo>
                    <a:pt x="3121818" y="281957"/>
                  </a:lnTo>
                  <a:lnTo>
                    <a:pt x="3122163" y="281787"/>
                  </a:lnTo>
                  <a:lnTo>
                    <a:pt x="3123715" y="281024"/>
                  </a:lnTo>
                  <a:lnTo>
                    <a:pt x="3124060" y="280854"/>
                  </a:lnTo>
                  <a:lnTo>
                    <a:pt x="3124232" y="280770"/>
                  </a:lnTo>
                  <a:lnTo>
                    <a:pt x="3124922" y="280430"/>
                  </a:lnTo>
                  <a:lnTo>
                    <a:pt x="3125439" y="280176"/>
                  </a:lnTo>
                  <a:lnTo>
                    <a:pt x="3126301" y="279752"/>
                  </a:lnTo>
                  <a:lnTo>
                    <a:pt x="3126473" y="279667"/>
                  </a:lnTo>
                  <a:lnTo>
                    <a:pt x="3128370" y="278734"/>
                  </a:lnTo>
                  <a:lnTo>
                    <a:pt x="3128887" y="278480"/>
                  </a:lnTo>
                  <a:lnTo>
                    <a:pt x="3130094" y="277886"/>
                  </a:lnTo>
                  <a:lnTo>
                    <a:pt x="3131128" y="277377"/>
                  </a:lnTo>
                  <a:lnTo>
                    <a:pt x="3131646" y="277123"/>
                  </a:lnTo>
                  <a:lnTo>
                    <a:pt x="3131990" y="276953"/>
                  </a:lnTo>
                  <a:lnTo>
                    <a:pt x="3132680" y="276614"/>
                  </a:lnTo>
                  <a:lnTo>
                    <a:pt x="3134232" y="275850"/>
                  </a:lnTo>
                  <a:lnTo>
                    <a:pt x="3134404" y="275766"/>
                  </a:lnTo>
                  <a:lnTo>
                    <a:pt x="3135266" y="275342"/>
                  </a:lnTo>
                  <a:lnTo>
                    <a:pt x="3136818" y="274578"/>
                  </a:lnTo>
                  <a:lnTo>
                    <a:pt x="3137680" y="274154"/>
                  </a:lnTo>
                  <a:lnTo>
                    <a:pt x="3139921" y="273051"/>
                  </a:lnTo>
                  <a:lnTo>
                    <a:pt x="3140094" y="272967"/>
                  </a:lnTo>
                  <a:lnTo>
                    <a:pt x="3141300" y="272373"/>
                  </a:lnTo>
                  <a:lnTo>
                    <a:pt x="3142335" y="271864"/>
                  </a:lnTo>
                  <a:lnTo>
                    <a:pt x="3142852" y="271609"/>
                  </a:lnTo>
                  <a:lnTo>
                    <a:pt x="3143542" y="271270"/>
                  </a:lnTo>
                  <a:lnTo>
                    <a:pt x="3144059" y="271016"/>
                  </a:lnTo>
                  <a:lnTo>
                    <a:pt x="3145783" y="270167"/>
                  </a:lnTo>
                  <a:lnTo>
                    <a:pt x="3146645" y="269743"/>
                  </a:lnTo>
                  <a:lnTo>
                    <a:pt x="3148886" y="268640"/>
                  </a:lnTo>
                  <a:lnTo>
                    <a:pt x="3149921" y="268131"/>
                  </a:lnTo>
                  <a:lnTo>
                    <a:pt x="3150611" y="267792"/>
                  </a:lnTo>
                  <a:lnTo>
                    <a:pt x="3150955" y="267622"/>
                  </a:lnTo>
                  <a:lnTo>
                    <a:pt x="3152852" y="266689"/>
                  </a:lnTo>
                  <a:lnTo>
                    <a:pt x="3168369" y="259053"/>
                  </a:lnTo>
                  <a:lnTo>
                    <a:pt x="3175955" y="255319"/>
                  </a:lnTo>
                  <a:lnTo>
                    <a:pt x="3275780" y="206151"/>
                  </a:lnTo>
                  <a:lnTo>
                    <a:pt x="3279400" y="204367"/>
                  </a:lnTo>
                  <a:lnTo>
                    <a:pt x="3279573" y="204282"/>
                  </a:lnTo>
                  <a:lnTo>
                    <a:pt x="3281987" y="203092"/>
                  </a:lnTo>
                  <a:lnTo>
                    <a:pt x="3283883" y="202157"/>
                  </a:lnTo>
                  <a:lnTo>
                    <a:pt x="3287676" y="200288"/>
                  </a:lnTo>
                  <a:lnTo>
                    <a:pt x="3288538" y="199863"/>
                  </a:lnTo>
                  <a:lnTo>
                    <a:pt x="3290090" y="199098"/>
                  </a:lnTo>
                  <a:lnTo>
                    <a:pt x="3293710" y="197313"/>
                  </a:lnTo>
                  <a:lnTo>
                    <a:pt x="3294228" y="197058"/>
                  </a:lnTo>
                  <a:lnTo>
                    <a:pt x="3294573" y="196888"/>
                  </a:lnTo>
                  <a:lnTo>
                    <a:pt x="3296124" y="196123"/>
                  </a:lnTo>
                  <a:lnTo>
                    <a:pt x="3296469" y="195953"/>
                  </a:lnTo>
                  <a:lnTo>
                    <a:pt x="3296641" y="195868"/>
                  </a:lnTo>
                  <a:lnTo>
                    <a:pt x="3297331" y="195528"/>
                  </a:lnTo>
                  <a:lnTo>
                    <a:pt x="3297848" y="195273"/>
                  </a:lnTo>
                  <a:lnTo>
                    <a:pt x="3298710" y="194848"/>
                  </a:lnTo>
                  <a:lnTo>
                    <a:pt x="3298883" y="194763"/>
                  </a:lnTo>
                  <a:lnTo>
                    <a:pt x="3300779" y="193829"/>
                  </a:lnTo>
                  <a:lnTo>
                    <a:pt x="3301296" y="193574"/>
                  </a:lnTo>
                  <a:lnTo>
                    <a:pt x="3302503" y="192979"/>
                  </a:lnTo>
                  <a:lnTo>
                    <a:pt x="3303538" y="192469"/>
                  </a:lnTo>
                  <a:lnTo>
                    <a:pt x="3304055" y="192214"/>
                  </a:lnTo>
                  <a:lnTo>
                    <a:pt x="3304400" y="192044"/>
                  </a:lnTo>
                  <a:lnTo>
                    <a:pt x="3305089" y="191704"/>
                  </a:lnTo>
                  <a:lnTo>
                    <a:pt x="3306641" y="190939"/>
                  </a:lnTo>
                  <a:lnTo>
                    <a:pt x="3306814" y="190854"/>
                  </a:lnTo>
                  <a:lnTo>
                    <a:pt x="3307676" y="190429"/>
                  </a:lnTo>
                  <a:lnTo>
                    <a:pt x="3309227" y="189664"/>
                  </a:lnTo>
                  <a:lnTo>
                    <a:pt x="3310089" y="189239"/>
                  </a:lnTo>
                  <a:lnTo>
                    <a:pt x="3312331" y="188134"/>
                  </a:lnTo>
                  <a:lnTo>
                    <a:pt x="3312503" y="188049"/>
                  </a:lnTo>
                  <a:lnTo>
                    <a:pt x="3313710" y="187453"/>
                  </a:lnTo>
                  <a:lnTo>
                    <a:pt x="3314744" y="186943"/>
                  </a:lnTo>
                  <a:lnTo>
                    <a:pt x="3315262" y="186688"/>
                  </a:lnTo>
                  <a:lnTo>
                    <a:pt x="3315951" y="186348"/>
                  </a:lnTo>
                  <a:lnTo>
                    <a:pt x="3316469" y="186093"/>
                  </a:lnTo>
                  <a:lnTo>
                    <a:pt x="3318193" y="185243"/>
                  </a:lnTo>
                  <a:lnTo>
                    <a:pt x="3319055" y="184818"/>
                  </a:lnTo>
                  <a:lnTo>
                    <a:pt x="3321296" y="183713"/>
                  </a:lnTo>
                  <a:lnTo>
                    <a:pt x="3322330" y="183203"/>
                  </a:lnTo>
                  <a:lnTo>
                    <a:pt x="3323020" y="182863"/>
                  </a:lnTo>
                  <a:lnTo>
                    <a:pt x="3323365" y="182693"/>
                  </a:lnTo>
                  <a:lnTo>
                    <a:pt x="3325261" y="181758"/>
                  </a:lnTo>
                  <a:lnTo>
                    <a:pt x="3340778" y="174105"/>
                  </a:lnTo>
                  <a:lnTo>
                    <a:pt x="3348364" y="170364"/>
                  </a:lnTo>
                  <a:lnTo>
                    <a:pt x="3448189" y="121100"/>
                  </a:lnTo>
                  <a:lnTo>
                    <a:pt x="3451810" y="119312"/>
                  </a:lnTo>
                  <a:lnTo>
                    <a:pt x="3451982" y="119227"/>
                  </a:lnTo>
                  <a:lnTo>
                    <a:pt x="3454396" y="118035"/>
                  </a:lnTo>
                  <a:lnTo>
                    <a:pt x="3456293" y="117099"/>
                  </a:lnTo>
                  <a:lnTo>
                    <a:pt x="3460086" y="115226"/>
                  </a:lnTo>
                  <a:lnTo>
                    <a:pt x="3460948" y="114800"/>
                  </a:lnTo>
                  <a:lnTo>
                    <a:pt x="3462499" y="114034"/>
                  </a:lnTo>
                  <a:lnTo>
                    <a:pt x="3466120" y="112246"/>
                  </a:lnTo>
                  <a:lnTo>
                    <a:pt x="3466637" y="111991"/>
                  </a:lnTo>
                  <a:lnTo>
                    <a:pt x="3466982" y="111820"/>
                  </a:lnTo>
                  <a:lnTo>
                    <a:pt x="3468534" y="111054"/>
                  </a:lnTo>
                  <a:lnTo>
                    <a:pt x="3468879" y="110884"/>
                  </a:lnTo>
                  <a:lnTo>
                    <a:pt x="3469051" y="110799"/>
                  </a:lnTo>
                  <a:lnTo>
                    <a:pt x="3469741" y="110458"/>
                  </a:lnTo>
                  <a:lnTo>
                    <a:pt x="3470258" y="110203"/>
                  </a:lnTo>
                  <a:lnTo>
                    <a:pt x="3471120" y="109777"/>
                  </a:lnTo>
                  <a:lnTo>
                    <a:pt x="3471292" y="109692"/>
                  </a:lnTo>
                  <a:lnTo>
                    <a:pt x="3473189" y="108755"/>
                  </a:lnTo>
                  <a:lnTo>
                    <a:pt x="3473706" y="108500"/>
                  </a:lnTo>
                  <a:lnTo>
                    <a:pt x="3474913" y="107904"/>
                  </a:lnTo>
                  <a:lnTo>
                    <a:pt x="3475947" y="107393"/>
                  </a:lnTo>
                  <a:lnTo>
                    <a:pt x="3476465" y="107137"/>
                  </a:lnTo>
                  <a:lnTo>
                    <a:pt x="3476809" y="106967"/>
                  </a:lnTo>
                  <a:lnTo>
                    <a:pt x="3477499" y="106626"/>
                  </a:lnTo>
                  <a:lnTo>
                    <a:pt x="3479051" y="105860"/>
                  </a:lnTo>
                  <a:lnTo>
                    <a:pt x="3479223" y="105775"/>
                  </a:lnTo>
                  <a:lnTo>
                    <a:pt x="3480085" y="105349"/>
                  </a:lnTo>
                  <a:lnTo>
                    <a:pt x="3481637" y="104583"/>
                  </a:lnTo>
                  <a:lnTo>
                    <a:pt x="3482499" y="104157"/>
                  </a:lnTo>
                  <a:lnTo>
                    <a:pt x="3484740" y="103050"/>
                  </a:lnTo>
                  <a:lnTo>
                    <a:pt x="3484913" y="102965"/>
                  </a:lnTo>
                  <a:lnTo>
                    <a:pt x="3486119" y="102369"/>
                  </a:lnTo>
                  <a:lnTo>
                    <a:pt x="3487154" y="101858"/>
                  </a:lnTo>
                  <a:lnTo>
                    <a:pt x="3487671" y="101602"/>
                  </a:lnTo>
                  <a:lnTo>
                    <a:pt x="3488361" y="101262"/>
                  </a:lnTo>
                  <a:lnTo>
                    <a:pt x="3488878" y="101006"/>
                  </a:lnTo>
                  <a:lnTo>
                    <a:pt x="3490602" y="100155"/>
                  </a:lnTo>
                  <a:lnTo>
                    <a:pt x="3491464" y="99729"/>
                  </a:lnTo>
                  <a:lnTo>
                    <a:pt x="3493705" y="98622"/>
                  </a:lnTo>
                  <a:lnTo>
                    <a:pt x="3494740" y="98111"/>
                  </a:lnTo>
                  <a:lnTo>
                    <a:pt x="3495430" y="97770"/>
                  </a:lnTo>
                  <a:lnTo>
                    <a:pt x="3495774" y="97600"/>
                  </a:lnTo>
                  <a:lnTo>
                    <a:pt x="3497671" y="96663"/>
                  </a:lnTo>
                  <a:lnTo>
                    <a:pt x="3513188" y="88997"/>
                  </a:lnTo>
                  <a:lnTo>
                    <a:pt x="3520774" y="85249"/>
                  </a:lnTo>
                  <a:lnTo>
                    <a:pt x="3620599" y="35905"/>
                  </a:lnTo>
                  <a:lnTo>
                    <a:pt x="3624219" y="34114"/>
                  </a:lnTo>
                  <a:lnTo>
                    <a:pt x="3624392" y="34029"/>
                  </a:lnTo>
                  <a:lnTo>
                    <a:pt x="3626806" y="32835"/>
                  </a:lnTo>
                  <a:lnTo>
                    <a:pt x="3628702" y="31897"/>
                  </a:lnTo>
                  <a:lnTo>
                    <a:pt x="3632495" y="30021"/>
                  </a:lnTo>
                  <a:lnTo>
                    <a:pt x="3633357" y="29595"/>
                  </a:lnTo>
                  <a:lnTo>
                    <a:pt x="3634909" y="28828"/>
                  </a:lnTo>
                  <a:lnTo>
                    <a:pt x="3638529" y="27037"/>
                  </a:lnTo>
                  <a:lnTo>
                    <a:pt x="3639047" y="26781"/>
                  </a:lnTo>
                  <a:lnTo>
                    <a:pt x="3639391" y="26611"/>
                  </a:lnTo>
                  <a:lnTo>
                    <a:pt x="3640943" y="25843"/>
                  </a:lnTo>
                  <a:lnTo>
                    <a:pt x="3641288" y="25672"/>
                  </a:lnTo>
                  <a:lnTo>
                    <a:pt x="3641460" y="25587"/>
                  </a:lnTo>
                  <a:lnTo>
                    <a:pt x="3642150" y="25246"/>
                  </a:lnTo>
                  <a:lnTo>
                    <a:pt x="3642667" y="24990"/>
                  </a:lnTo>
                  <a:lnTo>
                    <a:pt x="3643529" y="24564"/>
                  </a:lnTo>
                  <a:lnTo>
                    <a:pt x="3643702" y="24479"/>
                  </a:lnTo>
                  <a:lnTo>
                    <a:pt x="3645598" y="23541"/>
                  </a:lnTo>
                  <a:lnTo>
                    <a:pt x="3646115" y="23285"/>
                  </a:lnTo>
                  <a:lnTo>
                    <a:pt x="3647322" y="22688"/>
                  </a:lnTo>
                  <a:lnTo>
                    <a:pt x="3648357" y="22176"/>
                  </a:lnTo>
                  <a:lnTo>
                    <a:pt x="3648874" y="21920"/>
                  </a:lnTo>
                  <a:lnTo>
                    <a:pt x="3649219" y="21750"/>
                  </a:lnTo>
                  <a:lnTo>
                    <a:pt x="3649908" y="21409"/>
                  </a:lnTo>
                  <a:lnTo>
                    <a:pt x="3651460" y="20641"/>
                  </a:lnTo>
                  <a:lnTo>
                    <a:pt x="3651633" y="20556"/>
                  </a:lnTo>
                  <a:lnTo>
                    <a:pt x="3652495" y="20129"/>
                  </a:lnTo>
                  <a:lnTo>
                    <a:pt x="3654046" y="19362"/>
                  </a:lnTo>
                  <a:lnTo>
                    <a:pt x="3654908" y="18935"/>
                  </a:lnTo>
                  <a:lnTo>
                    <a:pt x="3657150" y="17827"/>
                  </a:lnTo>
                  <a:lnTo>
                    <a:pt x="3657322" y="17741"/>
                  </a:lnTo>
                  <a:lnTo>
                    <a:pt x="3658529" y="17144"/>
                  </a:lnTo>
                  <a:lnTo>
                    <a:pt x="3659563" y="16633"/>
                  </a:lnTo>
                  <a:lnTo>
                    <a:pt x="3660081" y="16377"/>
                  </a:lnTo>
                  <a:lnTo>
                    <a:pt x="3660770" y="16036"/>
                  </a:lnTo>
                  <a:lnTo>
                    <a:pt x="3661288" y="15780"/>
                  </a:lnTo>
                  <a:lnTo>
                    <a:pt x="3663012" y="14927"/>
                  </a:lnTo>
                  <a:lnTo>
                    <a:pt x="3663874" y="14500"/>
                  </a:lnTo>
                  <a:lnTo>
                    <a:pt x="3666115" y="13392"/>
                  </a:lnTo>
                  <a:lnTo>
                    <a:pt x="3667149" y="12880"/>
                  </a:lnTo>
                  <a:lnTo>
                    <a:pt x="3667839" y="12539"/>
                  </a:lnTo>
                  <a:lnTo>
                    <a:pt x="3668184" y="12368"/>
                  </a:lnTo>
                  <a:lnTo>
                    <a:pt x="3670080" y="11430"/>
                  </a:lnTo>
                  <a:lnTo>
                    <a:pt x="3685597" y="3753"/>
                  </a:lnTo>
                  <a:lnTo>
                    <a:pt x="369318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" name="pl11"/>
            <p:cNvSpPr/>
            <p:nvPr/>
          </p:nvSpPr>
          <p:spPr>
            <a:xfrm>
              <a:off x="3588882" y="2981852"/>
              <a:ext cx="3693183" cy="1717884"/>
            </a:xfrm>
            <a:custGeom>
              <a:avLst/>
              <a:pathLst>
                <a:path w="3693183" h="1717884">
                  <a:moveTo>
                    <a:pt x="3693183" y="0"/>
                  </a:moveTo>
                  <a:lnTo>
                    <a:pt x="3685597" y="3363"/>
                  </a:lnTo>
                  <a:lnTo>
                    <a:pt x="3670080" y="10244"/>
                  </a:lnTo>
                  <a:lnTo>
                    <a:pt x="3668184" y="11085"/>
                  </a:lnTo>
                  <a:lnTo>
                    <a:pt x="3667839" y="11238"/>
                  </a:lnTo>
                  <a:lnTo>
                    <a:pt x="3667149" y="11544"/>
                  </a:lnTo>
                  <a:lnTo>
                    <a:pt x="3666115" y="12003"/>
                  </a:lnTo>
                  <a:lnTo>
                    <a:pt x="3663874" y="12997"/>
                  </a:lnTo>
                  <a:lnTo>
                    <a:pt x="3663012" y="13379"/>
                  </a:lnTo>
                  <a:lnTo>
                    <a:pt x="3661288" y="14144"/>
                  </a:lnTo>
                  <a:lnTo>
                    <a:pt x="3660770" y="14373"/>
                  </a:lnTo>
                  <a:lnTo>
                    <a:pt x="3660081" y="14679"/>
                  </a:lnTo>
                  <a:lnTo>
                    <a:pt x="3659563" y="14909"/>
                  </a:lnTo>
                  <a:lnTo>
                    <a:pt x="3658529" y="15367"/>
                  </a:lnTo>
                  <a:lnTo>
                    <a:pt x="3657322" y="15903"/>
                  </a:lnTo>
                  <a:lnTo>
                    <a:pt x="3657150" y="15979"/>
                  </a:lnTo>
                  <a:lnTo>
                    <a:pt x="3654908" y="16973"/>
                  </a:lnTo>
                  <a:lnTo>
                    <a:pt x="3654046" y="17356"/>
                  </a:lnTo>
                  <a:lnTo>
                    <a:pt x="3652495" y="18044"/>
                  </a:lnTo>
                  <a:lnTo>
                    <a:pt x="3651633" y="18426"/>
                  </a:lnTo>
                  <a:lnTo>
                    <a:pt x="3651460" y="18503"/>
                  </a:lnTo>
                  <a:lnTo>
                    <a:pt x="3649908" y="19191"/>
                  </a:lnTo>
                  <a:lnTo>
                    <a:pt x="3649219" y="19497"/>
                  </a:lnTo>
                  <a:lnTo>
                    <a:pt x="3648874" y="19650"/>
                  </a:lnTo>
                  <a:lnTo>
                    <a:pt x="3648357" y="19879"/>
                  </a:lnTo>
                  <a:lnTo>
                    <a:pt x="3647322" y="20338"/>
                  </a:lnTo>
                  <a:lnTo>
                    <a:pt x="3646115" y="20873"/>
                  </a:lnTo>
                  <a:lnTo>
                    <a:pt x="3645598" y="21103"/>
                  </a:lnTo>
                  <a:lnTo>
                    <a:pt x="3643702" y="21944"/>
                  </a:lnTo>
                  <a:lnTo>
                    <a:pt x="3643529" y="22021"/>
                  </a:lnTo>
                  <a:lnTo>
                    <a:pt x="3642667" y="22403"/>
                  </a:lnTo>
                  <a:lnTo>
                    <a:pt x="3642150" y="22632"/>
                  </a:lnTo>
                  <a:lnTo>
                    <a:pt x="3641460" y="22938"/>
                  </a:lnTo>
                  <a:lnTo>
                    <a:pt x="3641288" y="23015"/>
                  </a:lnTo>
                  <a:lnTo>
                    <a:pt x="3640943" y="23168"/>
                  </a:lnTo>
                  <a:lnTo>
                    <a:pt x="3639391" y="23856"/>
                  </a:lnTo>
                  <a:lnTo>
                    <a:pt x="3639047" y="24009"/>
                  </a:lnTo>
                  <a:lnTo>
                    <a:pt x="3638529" y="24239"/>
                  </a:lnTo>
                  <a:lnTo>
                    <a:pt x="3634909" y="25845"/>
                  </a:lnTo>
                  <a:lnTo>
                    <a:pt x="3633357" y="26533"/>
                  </a:lnTo>
                  <a:lnTo>
                    <a:pt x="3632495" y="26916"/>
                  </a:lnTo>
                  <a:lnTo>
                    <a:pt x="3628702" y="28598"/>
                  </a:lnTo>
                  <a:lnTo>
                    <a:pt x="3626806" y="29440"/>
                  </a:lnTo>
                  <a:lnTo>
                    <a:pt x="3624392" y="30511"/>
                  </a:lnTo>
                  <a:lnTo>
                    <a:pt x="3624219" y="30587"/>
                  </a:lnTo>
                  <a:lnTo>
                    <a:pt x="3620599" y="32193"/>
                  </a:lnTo>
                  <a:lnTo>
                    <a:pt x="3520774" y="76505"/>
                  </a:lnTo>
                  <a:lnTo>
                    <a:pt x="3513188" y="79874"/>
                  </a:lnTo>
                  <a:lnTo>
                    <a:pt x="3497671" y="86767"/>
                  </a:lnTo>
                  <a:lnTo>
                    <a:pt x="3495774" y="87609"/>
                  </a:lnTo>
                  <a:lnTo>
                    <a:pt x="3495430" y="87762"/>
                  </a:lnTo>
                  <a:lnTo>
                    <a:pt x="3494740" y="88069"/>
                  </a:lnTo>
                  <a:lnTo>
                    <a:pt x="3493705" y="88528"/>
                  </a:lnTo>
                  <a:lnTo>
                    <a:pt x="3491464" y="89524"/>
                  </a:lnTo>
                  <a:lnTo>
                    <a:pt x="3490602" y="89907"/>
                  </a:lnTo>
                  <a:lnTo>
                    <a:pt x="3488878" y="90673"/>
                  </a:lnTo>
                  <a:lnTo>
                    <a:pt x="3488361" y="90903"/>
                  </a:lnTo>
                  <a:lnTo>
                    <a:pt x="3487671" y="91209"/>
                  </a:lnTo>
                  <a:lnTo>
                    <a:pt x="3487154" y="91439"/>
                  </a:lnTo>
                  <a:lnTo>
                    <a:pt x="3486119" y="91898"/>
                  </a:lnTo>
                  <a:lnTo>
                    <a:pt x="3484913" y="92435"/>
                  </a:lnTo>
                  <a:lnTo>
                    <a:pt x="3484740" y="92511"/>
                  </a:lnTo>
                  <a:lnTo>
                    <a:pt x="3482499" y="93507"/>
                  </a:lnTo>
                  <a:lnTo>
                    <a:pt x="3481637" y="93890"/>
                  </a:lnTo>
                  <a:lnTo>
                    <a:pt x="3480085" y="94579"/>
                  </a:lnTo>
                  <a:lnTo>
                    <a:pt x="3479223" y="94962"/>
                  </a:lnTo>
                  <a:lnTo>
                    <a:pt x="3479051" y="95039"/>
                  </a:lnTo>
                  <a:lnTo>
                    <a:pt x="3477499" y="95728"/>
                  </a:lnTo>
                  <a:lnTo>
                    <a:pt x="3476809" y="96035"/>
                  </a:lnTo>
                  <a:lnTo>
                    <a:pt x="3476465" y="96188"/>
                  </a:lnTo>
                  <a:lnTo>
                    <a:pt x="3475947" y="96418"/>
                  </a:lnTo>
                  <a:lnTo>
                    <a:pt x="3474913" y="96877"/>
                  </a:lnTo>
                  <a:lnTo>
                    <a:pt x="3473706" y="97414"/>
                  </a:lnTo>
                  <a:lnTo>
                    <a:pt x="3473189" y="97644"/>
                  </a:lnTo>
                  <a:lnTo>
                    <a:pt x="3471292" y="98486"/>
                  </a:lnTo>
                  <a:lnTo>
                    <a:pt x="3471120" y="98563"/>
                  </a:lnTo>
                  <a:lnTo>
                    <a:pt x="3470258" y="98946"/>
                  </a:lnTo>
                  <a:lnTo>
                    <a:pt x="3469741" y="99176"/>
                  </a:lnTo>
                  <a:lnTo>
                    <a:pt x="3469051" y="99482"/>
                  </a:lnTo>
                  <a:lnTo>
                    <a:pt x="3468879" y="99559"/>
                  </a:lnTo>
                  <a:lnTo>
                    <a:pt x="3468534" y="99712"/>
                  </a:lnTo>
                  <a:lnTo>
                    <a:pt x="3466982" y="100402"/>
                  </a:lnTo>
                  <a:lnTo>
                    <a:pt x="3466637" y="100555"/>
                  </a:lnTo>
                  <a:lnTo>
                    <a:pt x="3466120" y="100785"/>
                  </a:lnTo>
                  <a:lnTo>
                    <a:pt x="3462499" y="102393"/>
                  </a:lnTo>
                  <a:lnTo>
                    <a:pt x="3460948" y="103083"/>
                  </a:lnTo>
                  <a:lnTo>
                    <a:pt x="3460086" y="103466"/>
                  </a:lnTo>
                  <a:lnTo>
                    <a:pt x="3456293" y="105152"/>
                  </a:lnTo>
                  <a:lnTo>
                    <a:pt x="3454396" y="105995"/>
                  </a:lnTo>
                  <a:lnTo>
                    <a:pt x="3451982" y="107067"/>
                  </a:lnTo>
                  <a:lnTo>
                    <a:pt x="3451810" y="107144"/>
                  </a:lnTo>
                  <a:lnTo>
                    <a:pt x="3448189" y="108753"/>
                  </a:lnTo>
                  <a:lnTo>
                    <a:pt x="3348364" y="153146"/>
                  </a:lnTo>
                  <a:lnTo>
                    <a:pt x="3340778" y="156521"/>
                  </a:lnTo>
                  <a:lnTo>
                    <a:pt x="3325261" y="163427"/>
                  </a:lnTo>
                  <a:lnTo>
                    <a:pt x="3323365" y="164271"/>
                  </a:lnTo>
                  <a:lnTo>
                    <a:pt x="3323020" y="164425"/>
                  </a:lnTo>
                  <a:lnTo>
                    <a:pt x="3322330" y="164732"/>
                  </a:lnTo>
                  <a:lnTo>
                    <a:pt x="3321296" y="165192"/>
                  </a:lnTo>
                  <a:lnTo>
                    <a:pt x="3319055" y="166190"/>
                  </a:lnTo>
                  <a:lnTo>
                    <a:pt x="3318193" y="166573"/>
                  </a:lnTo>
                  <a:lnTo>
                    <a:pt x="3316469" y="167341"/>
                  </a:lnTo>
                  <a:lnTo>
                    <a:pt x="3315951" y="167571"/>
                  </a:lnTo>
                  <a:lnTo>
                    <a:pt x="3315262" y="167878"/>
                  </a:lnTo>
                  <a:lnTo>
                    <a:pt x="3314744" y="168108"/>
                  </a:lnTo>
                  <a:lnTo>
                    <a:pt x="3313710" y="168569"/>
                  </a:lnTo>
                  <a:lnTo>
                    <a:pt x="3312503" y="169106"/>
                  </a:lnTo>
                  <a:lnTo>
                    <a:pt x="3312331" y="169183"/>
                  </a:lnTo>
                  <a:lnTo>
                    <a:pt x="3310089" y="170181"/>
                  </a:lnTo>
                  <a:lnTo>
                    <a:pt x="3309227" y="170564"/>
                  </a:lnTo>
                  <a:lnTo>
                    <a:pt x="3307676" y="171255"/>
                  </a:lnTo>
                  <a:lnTo>
                    <a:pt x="3306814" y="171639"/>
                  </a:lnTo>
                  <a:lnTo>
                    <a:pt x="3306641" y="171716"/>
                  </a:lnTo>
                  <a:lnTo>
                    <a:pt x="3305089" y="172407"/>
                  </a:lnTo>
                  <a:lnTo>
                    <a:pt x="3304400" y="172714"/>
                  </a:lnTo>
                  <a:lnTo>
                    <a:pt x="3304055" y="172867"/>
                  </a:lnTo>
                  <a:lnTo>
                    <a:pt x="3303538" y="173097"/>
                  </a:lnTo>
                  <a:lnTo>
                    <a:pt x="3302503" y="173558"/>
                  </a:lnTo>
                  <a:lnTo>
                    <a:pt x="3301296" y="174095"/>
                  </a:lnTo>
                  <a:lnTo>
                    <a:pt x="3300779" y="174325"/>
                  </a:lnTo>
                  <a:lnTo>
                    <a:pt x="3298883" y="175170"/>
                  </a:lnTo>
                  <a:lnTo>
                    <a:pt x="3298710" y="175247"/>
                  </a:lnTo>
                  <a:lnTo>
                    <a:pt x="3297848" y="175630"/>
                  </a:lnTo>
                  <a:lnTo>
                    <a:pt x="3297331" y="175861"/>
                  </a:lnTo>
                  <a:lnTo>
                    <a:pt x="3296641" y="176168"/>
                  </a:lnTo>
                  <a:lnTo>
                    <a:pt x="3296469" y="176245"/>
                  </a:lnTo>
                  <a:lnTo>
                    <a:pt x="3296124" y="176398"/>
                  </a:lnTo>
                  <a:lnTo>
                    <a:pt x="3294573" y="177089"/>
                  </a:lnTo>
                  <a:lnTo>
                    <a:pt x="3294228" y="177243"/>
                  </a:lnTo>
                  <a:lnTo>
                    <a:pt x="3293710" y="177473"/>
                  </a:lnTo>
                  <a:lnTo>
                    <a:pt x="3290090" y="179085"/>
                  </a:lnTo>
                  <a:lnTo>
                    <a:pt x="3288538" y="179776"/>
                  </a:lnTo>
                  <a:lnTo>
                    <a:pt x="3287676" y="180160"/>
                  </a:lnTo>
                  <a:lnTo>
                    <a:pt x="3283883" y="181849"/>
                  </a:lnTo>
                  <a:lnTo>
                    <a:pt x="3281987" y="182693"/>
                  </a:lnTo>
                  <a:lnTo>
                    <a:pt x="3279573" y="183768"/>
                  </a:lnTo>
                  <a:lnTo>
                    <a:pt x="3279400" y="183845"/>
                  </a:lnTo>
                  <a:lnTo>
                    <a:pt x="3275780" y="185458"/>
                  </a:lnTo>
                  <a:lnTo>
                    <a:pt x="3175955" y="229946"/>
                  </a:lnTo>
                  <a:lnTo>
                    <a:pt x="3168369" y="233329"/>
                  </a:lnTo>
                  <a:lnTo>
                    <a:pt x="3152852" y="240251"/>
                  </a:lnTo>
                  <a:lnTo>
                    <a:pt x="3150955" y="241097"/>
                  </a:lnTo>
                  <a:lnTo>
                    <a:pt x="3150611" y="241251"/>
                  </a:lnTo>
                  <a:lnTo>
                    <a:pt x="3149921" y="241559"/>
                  </a:lnTo>
                  <a:lnTo>
                    <a:pt x="3148886" y="242020"/>
                  </a:lnTo>
                  <a:lnTo>
                    <a:pt x="3146645" y="243020"/>
                  </a:lnTo>
                  <a:lnTo>
                    <a:pt x="3145783" y="243405"/>
                  </a:lnTo>
                  <a:lnTo>
                    <a:pt x="3144059" y="244174"/>
                  </a:lnTo>
                  <a:lnTo>
                    <a:pt x="3143542" y="244405"/>
                  </a:lnTo>
                  <a:lnTo>
                    <a:pt x="3142852" y="244713"/>
                  </a:lnTo>
                  <a:lnTo>
                    <a:pt x="3142335" y="244943"/>
                  </a:lnTo>
                  <a:lnTo>
                    <a:pt x="3141300" y="245405"/>
                  </a:lnTo>
                  <a:lnTo>
                    <a:pt x="3140094" y="245943"/>
                  </a:lnTo>
                  <a:lnTo>
                    <a:pt x="3139921" y="246020"/>
                  </a:lnTo>
                  <a:lnTo>
                    <a:pt x="3137680" y="247020"/>
                  </a:lnTo>
                  <a:lnTo>
                    <a:pt x="3136818" y="247405"/>
                  </a:lnTo>
                  <a:lnTo>
                    <a:pt x="3135266" y="248097"/>
                  </a:lnTo>
                  <a:lnTo>
                    <a:pt x="3134404" y="248482"/>
                  </a:lnTo>
                  <a:lnTo>
                    <a:pt x="3134232" y="248559"/>
                  </a:lnTo>
                  <a:lnTo>
                    <a:pt x="3132680" y="249252"/>
                  </a:lnTo>
                  <a:lnTo>
                    <a:pt x="3131990" y="249559"/>
                  </a:lnTo>
                  <a:lnTo>
                    <a:pt x="3131646" y="249713"/>
                  </a:lnTo>
                  <a:lnTo>
                    <a:pt x="3131128" y="249944"/>
                  </a:lnTo>
                  <a:lnTo>
                    <a:pt x="3130094" y="250406"/>
                  </a:lnTo>
                  <a:lnTo>
                    <a:pt x="3128887" y="250944"/>
                  </a:lnTo>
                  <a:lnTo>
                    <a:pt x="3128370" y="251175"/>
                  </a:lnTo>
                  <a:lnTo>
                    <a:pt x="3126473" y="252021"/>
                  </a:lnTo>
                  <a:lnTo>
                    <a:pt x="3126301" y="252098"/>
                  </a:lnTo>
                  <a:lnTo>
                    <a:pt x="3125439" y="252483"/>
                  </a:lnTo>
                  <a:lnTo>
                    <a:pt x="3124922" y="252714"/>
                  </a:lnTo>
                  <a:lnTo>
                    <a:pt x="3124232" y="253022"/>
                  </a:lnTo>
                  <a:lnTo>
                    <a:pt x="3124060" y="253099"/>
                  </a:lnTo>
                  <a:lnTo>
                    <a:pt x="3123715" y="253253"/>
                  </a:lnTo>
                  <a:lnTo>
                    <a:pt x="3122163" y="253945"/>
                  </a:lnTo>
                  <a:lnTo>
                    <a:pt x="3121818" y="254099"/>
                  </a:lnTo>
                  <a:lnTo>
                    <a:pt x="3121301" y="254330"/>
                  </a:lnTo>
                  <a:lnTo>
                    <a:pt x="3117680" y="255946"/>
                  </a:lnTo>
                  <a:lnTo>
                    <a:pt x="3116129" y="256639"/>
                  </a:lnTo>
                  <a:lnTo>
                    <a:pt x="3115267" y="257023"/>
                  </a:lnTo>
                  <a:lnTo>
                    <a:pt x="3111474" y="258716"/>
                  </a:lnTo>
                  <a:lnTo>
                    <a:pt x="3109577" y="259563"/>
                  </a:lnTo>
                  <a:lnTo>
                    <a:pt x="3107163" y="260641"/>
                  </a:lnTo>
                  <a:lnTo>
                    <a:pt x="3106991" y="260718"/>
                  </a:lnTo>
                  <a:lnTo>
                    <a:pt x="3103370" y="262334"/>
                  </a:lnTo>
                  <a:lnTo>
                    <a:pt x="3003545" y="306937"/>
                  </a:lnTo>
                  <a:lnTo>
                    <a:pt x="2995959" y="310329"/>
                  </a:lnTo>
                  <a:lnTo>
                    <a:pt x="2980442" y="317270"/>
                  </a:lnTo>
                  <a:lnTo>
                    <a:pt x="2978546" y="318118"/>
                  </a:lnTo>
                  <a:lnTo>
                    <a:pt x="2978201" y="318272"/>
                  </a:lnTo>
                  <a:lnTo>
                    <a:pt x="2977511" y="318581"/>
                  </a:lnTo>
                  <a:lnTo>
                    <a:pt x="2976477" y="319044"/>
                  </a:lnTo>
                  <a:lnTo>
                    <a:pt x="2974236" y="320046"/>
                  </a:lnTo>
                  <a:lnTo>
                    <a:pt x="2973374" y="320432"/>
                  </a:lnTo>
                  <a:lnTo>
                    <a:pt x="2971650" y="321203"/>
                  </a:lnTo>
                  <a:lnTo>
                    <a:pt x="2971132" y="321435"/>
                  </a:lnTo>
                  <a:lnTo>
                    <a:pt x="2970443" y="321743"/>
                  </a:lnTo>
                  <a:lnTo>
                    <a:pt x="2969925" y="321975"/>
                  </a:lnTo>
                  <a:lnTo>
                    <a:pt x="2968891" y="322438"/>
                  </a:lnTo>
                  <a:lnTo>
                    <a:pt x="2967684" y="322978"/>
                  </a:lnTo>
                  <a:lnTo>
                    <a:pt x="2967512" y="323055"/>
                  </a:lnTo>
                  <a:lnTo>
                    <a:pt x="2965270" y="324058"/>
                  </a:lnTo>
                  <a:lnTo>
                    <a:pt x="2964408" y="324444"/>
                  </a:lnTo>
                  <a:lnTo>
                    <a:pt x="2962857" y="325138"/>
                  </a:lnTo>
                  <a:lnTo>
                    <a:pt x="2961995" y="325524"/>
                  </a:lnTo>
                  <a:lnTo>
                    <a:pt x="2961822" y="325601"/>
                  </a:lnTo>
                  <a:lnTo>
                    <a:pt x="2960271" y="326295"/>
                  </a:lnTo>
                  <a:lnTo>
                    <a:pt x="2959581" y="326604"/>
                  </a:lnTo>
                  <a:lnTo>
                    <a:pt x="2959236" y="326758"/>
                  </a:lnTo>
                  <a:lnTo>
                    <a:pt x="2958719" y="326990"/>
                  </a:lnTo>
                  <a:lnTo>
                    <a:pt x="2957684" y="327453"/>
                  </a:lnTo>
                  <a:lnTo>
                    <a:pt x="2956477" y="327993"/>
                  </a:lnTo>
                  <a:lnTo>
                    <a:pt x="2955960" y="328224"/>
                  </a:lnTo>
                  <a:lnTo>
                    <a:pt x="2954064" y="329073"/>
                  </a:lnTo>
                  <a:lnTo>
                    <a:pt x="2953891" y="329150"/>
                  </a:lnTo>
                  <a:lnTo>
                    <a:pt x="2953029" y="329536"/>
                  </a:lnTo>
                  <a:lnTo>
                    <a:pt x="2952512" y="329767"/>
                  </a:lnTo>
                  <a:lnTo>
                    <a:pt x="2951822" y="330076"/>
                  </a:lnTo>
                  <a:lnTo>
                    <a:pt x="2951650" y="330153"/>
                  </a:lnTo>
                  <a:lnTo>
                    <a:pt x="2951305" y="330308"/>
                  </a:lnTo>
                  <a:lnTo>
                    <a:pt x="2949754" y="331002"/>
                  </a:lnTo>
                  <a:lnTo>
                    <a:pt x="2949409" y="331156"/>
                  </a:lnTo>
                  <a:lnTo>
                    <a:pt x="2948891" y="331388"/>
                  </a:lnTo>
                  <a:lnTo>
                    <a:pt x="2945271" y="333009"/>
                  </a:lnTo>
                  <a:lnTo>
                    <a:pt x="2943719" y="333703"/>
                  </a:lnTo>
                  <a:lnTo>
                    <a:pt x="2942857" y="334089"/>
                  </a:lnTo>
                  <a:lnTo>
                    <a:pt x="2939064" y="335787"/>
                  </a:lnTo>
                  <a:lnTo>
                    <a:pt x="2937168" y="336636"/>
                  </a:lnTo>
                  <a:lnTo>
                    <a:pt x="2934754" y="337717"/>
                  </a:lnTo>
                  <a:lnTo>
                    <a:pt x="2934581" y="337794"/>
                  </a:lnTo>
                  <a:lnTo>
                    <a:pt x="2930961" y="339415"/>
                  </a:lnTo>
                  <a:lnTo>
                    <a:pt x="2831136" y="384154"/>
                  </a:lnTo>
                  <a:lnTo>
                    <a:pt x="2823550" y="387557"/>
                  </a:lnTo>
                  <a:lnTo>
                    <a:pt x="2808033" y="394520"/>
                  </a:lnTo>
                  <a:lnTo>
                    <a:pt x="2806136" y="395371"/>
                  </a:lnTo>
                  <a:lnTo>
                    <a:pt x="2805792" y="395526"/>
                  </a:lnTo>
                  <a:lnTo>
                    <a:pt x="2805102" y="395836"/>
                  </a:lnTo>
                  <a:lnTo>
                    <a:pt x="2804068" y="396300"/>
                  </a:lnTo>
                  <a:lnTo>
                    <a:pt x="2801826" y="397306"/>
                  </a:lnTo>
                  <a:lnTo>
                    <a:pt x="2800964" y="397693"/>
                  </a:lnTo>
                  <a:lnTo>
                    <a:pt x="2799240" y="398467"/>
                  </a:lnTo>
                  <a:lnTo>
                    <a:pt x="2798723" y="398699"/>
                  </a:lnTo>
                  <a:lnTo>
                    <a:pt x="2798033" y="399009"/>
                  </a:lnTo>
                  <a:lnTo>
                    <a:pt x="2797516" y="399241"/>
                  </a:lnTo>
                  <a:lnTo>
                    <a:pt x="2796481" y="399705"/>
                  </a:lnTo>
                  <a:lnTo>
                    <a:pt x="2795275" y="400247"/>
                  </a:lnTo>
                  <a:lnTo>
                    <a:pt x="2795102" y="400325"/>
                  </a:lnTo>
                  <a:lnTo>
                    <a:pt x="2792861" y="401331"/>
                  </a:lnTo>
                  <a:lnTo>
                    <a:pt x="2791999" y="401718"/>
                  </a:lnTo>
                  <a:lnTo>
                    <a:pt x="2790447" y="402414"/>
                  </a:lnTo>
                  <a:lnTo>
                    <a:pt x="2789585" y="402801"/>
                  </a:lnTo>
                  <a:lnTo>
                    <a:pt x="2789413" y="402879"/>
                  </a:lnTo>
                  <a:lnTo>
                    <a:pt x="2787861" y="403576"/>
                  </a:lnTo>
                  <a:lnTo>
                    <a:pt x="2787171" y="403885"/>
                  </a:lnTo>
                  <a:lnTo>
                    <a:pt x="2786827" y="404040"/>
                  </a:lnTo>
                  <a:lnTo>
                    <a:pt x="2786309" y="404272"/>
                  </a:lnTo>
                  <a:lnTo>
                    <a:pt x="2785275" y="404737"/>
                  </a:lnTo>
                  <a:lnTo>
                    <a:pt x="2784068" y="405279"/>
                  </a:lnTo>
                  <a:lnTo>
                    <a:pt x="2783551" y="405511"/>
                  </a:lnTo>
                  <a:lnTo>
                    <a:pt x="2781654" y="406363"/>
                  </a:lnTo>
                  <a:lnTo>
                    <a:pt x="2781482" y="406440"/>
                  </a:lnTo>
                  <a:lnTo>
                    <a:pt x="2780620" y="406827"/>
                  </a:lnTo>
                  <a:lnTo>
                    <a:pt x="2780103" y="407059"/>
                  </a:lnTo>
                  <a:lnTo>
                    <a:pt x="2779413" y="407369"/>
                  </a:lnTo>
                  <a:lnTo>
                    <a:pt x="2779241" y="407447"/>
                  </a:lnTo>
                  <a:lnTo>
                    <a:pt x="2778896" y="407601"/>
                  </a:lnTo>
                  <a:lnTo>
                    <a:pt x="2777344" y="408298"/>
                  </a:lnTo>
                  <a:lnTo>
                    <a:pt x="2776999" y="408453"/>
                  </a:lnTo>
                  <a:lnTo>
                    <a:pt x="2776482" y="408685"/>
                  </a:lnTo>
                  <a:lnTo>
                    <a:pt x="2772861" y="410312"/>
                  </a:lnTo>
                  <a:lnTo>
                    <a:pt x="2771310" y="411009"/>
                  </a:lnTo>
                  <a:lnTo>
                    <a:pt x="2770448" y="411396"/>
                  </a:lnTo>
                  <a:lnTo>
                    <a:pt x="2766655" y="413100"/>
                  </a:lnTo>
                  <a:lnTo>
                    <a:pt x="2764758" y="413952"/>
                  </a:lnTo>
                  <a:lnTo>
                    <a:pt x="2762344" y="415036"/>
                  </a:lnTo>
                  <a:lnTo>
                    <a:pt x="2762172" y="415113"/>
                  </a:lnTo>
                  <a:lnTo>
                    <a:pt x="2758551" y="416740"/>
                  </a:lnTo>
                  <a:lnTo>
                    <a:pt x="2658726" y="461640"/>
                  </a:lnTo>
                  <a:lnTo>
                    <a:pt x="2651140" y="465057"/>
                  </a:lnTo>
                  <a:lnTo>
                    <a:pt x="2635623" y="472047"/>
                  </a:lnTo>
                  <a:lnTo>
                    <a:pt x="2633727" y="472901"/>
                  </a:lnTo>
                  <a:lnTo>
                    <a:pt x="2633382" y="473057"/>
                  </a:lnTo>
                  <a:lnTo>
                    <a:pt x="2632692" y="473367"/>
                  </a:lnTo>
                  <a:lnTo>
                    <a:pt x="2631658" y="473834"/>
                  </a:lnTo>
                  <a:lnTo>
                    <a:pt x="2629417" y="474844"/>
                  </a:lnTo>
                  <a:lnTo>
                    <a:pt x="2628555" y="475232"/>
                  </a:lnTo>
                  <a:lnTo>
                    <a:pt x="2626831" y="476009"/>
                  </a:lnTo>
                  <a:lnTo>
                    <a:pt x="2626313" y="476242"/>
                  </a:lnTo>
                  <a:lnTo>
                    <a:pt x="2625624" y="476553"/>
                  </a:lnTo>
                  <a:lnTo>
                    <a:pt x="2625106" y="476786"/>
                  </a:lnTo>
                  <a:lnTo>
                    <a:pt x="2624072" y="477252"/>
                  </a:lnTo>
                  <a:lnTo>
                    <a:pt x="2622865" y="477796"/>
                  </a:lnTo>
                  <a:lnTo>
                    <a:pt x="2622693" y="477874"/>
                  </a:lnTo>
                  <a:lnTo>
                    <a:pt x="2620451" y="478884"/>
                  </a:lnTo>
                  <a:lnTo>
                    <a:pt x="2619589" y="479273"/>
                  </a:lnTo>
                  <a:lnTo>
                    <a:pt x="2618038" y="479972"/>
                  </a:lnTo>
                  <a:lnTo>
                    <a:pt x="2617176" y="480361"/>
                  </a:lnTo>
                  <a:lnTo>
                    <a:pt x="2617003" y="480438"/>
                  </a:lnTo>
                  <a:lnTo>
                    <a:pt x="2615452" y="481138"/>
                  </a:lnTo>
                  <a:lnTo>
                    <a:pt x="2614762" y="481449"/>
                  </a:lnTo>
                  <a:lnTo>
                    <a:pt x="2614417" y="481604"/>
                  </a:lnTo>
                  <a:lnTo>
                    <a:pt x="2613900" y="481837"/>
                  </a:lnTo>
                  <a:lnTo>
                    <a:pt x="2612865" y="482304"/>
                  </a:lnTo>
                  <a:lnTo>
                    <a:pt x="2611659" y="482848"/>
                  </a:lnTo>
                  <a:lnTo>
                    <a:pt x="2611141" y="483081"/>
                  </a:lnTo>
                  <a:lnTo>
                    <a:pt x="2609245" y="483936"/>
                  </a:lnTo>
                  <a:lnTo>
                    <a:pt x="2609072" y="484014"/>
                  </a:lnTo>
                  <a:lnTo>
                    <a:pt x="2608210" y="484402"/>
                  </a:lnTo>
                  <a:lnTo>
                    <a:pt x="2607693" y="484636"/>
                  </a:lnTo>
                  <a:lnTo>
                    <a:pt x="2607003" y="484946"/>
                  </a:lnTo>
                  <a:lnTo>
                    <a:pt x="2606831" y="485024"/>
                  </a:lnTo>
                  <a:lnTo>
                    <a:pt x="2606486" y="485180"/>
                  </a:lnTo>
                  <a:lnTo>
                    <a:pt x="2604935" y="485879"/>
                  </a:lnTo>
                  <a:lnTo>
                    <a:pt x="2604590" y="486035"/>
                  </a:lnTo>
                  <a:lnTo>
                    <a:pt x="2604072" y="486268"/>
                  </a:lnTo>
                  <a:lnTo>
                    <a:pt x="2600452" y="487901"/>
                  </a:lnTo>
                  <a:lnTo>
                    <a:pt x="2598900" y="488600"/>
                  </a:lnTo>
                  <a:lnTo>
                    <a:pt x="2598038" y="488989"/>
                  </a:lnTo>
                  <a:lnTo>
                    <a:pt x="2594245" y="490700"/>
                  </a:lnTo>
                  <a:lnTo>
                    <a:pt x="2592349" y="491555"/>
                  </a:lnTo>
                  <a:lnTo>
                    <a:pt x="2589935" y="492644"/>
                  </a:lnTo>
                  <a:lnTo>
                    <a:pt x="2589763" y="492722"/>
                  </a:lnTo>
                  <a:lnTo>
                    <a:pt x="2586142" y="494355"/>
                  </a:lnTo>
                  <a:lnTo>
                    <a:pt x="2486317" y="539447"/>
                  </a:lnTo>
                  <a:lnTo>
                    <a:pt x="2478731" y="542879"/>
                  </a:lnTo>
                  <a:lnTo>
                    <a:pt x="2463214" y="549901"/>
                  </a:lnTo>
                  <a:lnTo>
                    <a:pt x="2461317" y="550759"/>
                  </a:lnTo>
                  <a:lnTo>
                    <a:pt x="2460973" y="550915"/>
                  </a:lnTo>
                  <a:lnTo>
                    <a:pt x="2460283" y="551228"/>
                  </a:lnTo>
                  <a:lnTo>
                    <a:pt x="2459249" y="551696"/>
                  </a:lnTo>
                  <a:lnTo>
                    <a:pt x="2457007" y="552710"/>
                  </a:lnTo>
                  <a:lnTo>
                    <a:pt x="2456145" y="553101"/>
                  </a:lnTo>
                  <a:lnTo>
                    <a:pt x="2454421" y="553881"/>
                  </a:lnTo>
                  <a:lnTo>
                    <a:pt x="2453904" y="554115"/>
                  </a:lnTo>
                  <a:lnTo>
                    <a:pt x="2453214" y="554428"/>
                  </a:lnTo>
                  <a:lnTo>
                    <a:pt x="2452697" y="554662"/>
                  </a:lnTo>
                  <a:lnTo>
                    <a:pt x="2451662" y="555130"/>
                  </a:lnTo>
                  <a:lnTo>
                    <a:pt x="2450456" y="555677"/>
                  </a:lnTo>
                  <a:lnTo>
                    <a:pt x="2450283" y="555755"/>
                  </a:lnTo>
                  <a:lnTo>
                    <a:pt x="2448042" y="556770"/>
                  </a:lnTo>
                  <a:lnTo>
                    <a:pt x="2447180" y="557160"/>
                  </a:lnTo>
                  <a:lnTo>
                    <a:pt x="2445628" y="557863"/>
                  </a:lnTo>
                  <a:lnTo>
                    <a:pt x="2444766" y="558253"/>
                  </a:lnTo>
                  <a:lnTo>
                    <a:pt x="2444594" y="558331"/>
                  </a:lnTo>
                  <a:lnTo>
                    <a:pt x="2443042" y="559034"/>
                  </a:lnTo>
                  <a:lnTo>
                    <a:pt x="2442352" y="559346"/>
                  </a:lnTo>
                  <a:lnTo>
                    <a:pt x="2442008" y="559502"/>
                  </a:lnTo>
                  <a:lnTo>
                    <a:pt x="2441490" y="559737"/>
                  </a:lnTo>
                  <a:lnTo>
                    <a:pt x="2440456" y="560205"/>
                  </a:lnTo>
                  <a:lnTo>
                    <a:pt x="2439249" y="560752"/>
                  </a:lnTo>
                  <a:lnTo>
                    <a:pt x="2438732" y="560986"/>
                  </a:lnTo>
                  <a:lnTo>
                    <a:pt x="2436835" y="561845"/>
                  </a:lnTo>
                  <a:lnTo>
                    <a:pt x="2436663" y="561923"/>
                  </a:lnTo>
                  <a:lnTo>
                    <a:pt x="2435801" y="562314"/>
                  </a:lnTo>
                  <a:lnTo>
                    <a:pt x="2435284" y="562548"/>
                  </a:lnTo>
                  <a:lnTo>
                    <a:pt x="2434594" y="562860"/>
                  </a:lnTo>
                  <a:lnTo>
                    <a:pt x="2434422" y="562938"/>
                  </a:lnTo>
                  <a:lnTo>
                    <a:pt x="2434077" y="563095"/>
                  </a:lnTo>
                  <a:lnTo>
                    <a:pt x="2432525" y="563798"/>
                  </a:lnTo>
                  <a:lnTo>
                    <a:pt x="2432180" y="563954"/>
                  </a:lnTo>
                  <a:lnTo>
                    <a:pt x="2431663" y="564188"/>
                  </a:lnTo>
                  <a:lnTo>
                    <a:pt x="2428042" y="565829"/>
                  </a:lnTo>
                  <a:lnTo>
                    <a:pt x="2426491" y="566532"/>
                  </a:lnTo>
                  <a:lnTo>
                    <a:pt x="2425629" y="566922"/>
                  </a:lnTo>
                  <a:lnTo>
                    <a:pt x="2421836" y="568641"/>
                  </a:lnTo>
                  <a:lnTo>
                    <a:pt x="2419939" y="569500"/>
                  </a:lnTo>
                  <a:lnTo>
                    <a:pt x="2417525" y="570594"/>
                  </a:lnTo>
                  <a:lnTo>
                    <a:pt x="2417353" y="570672"/>
                  </a:lnTo>
                  <a:lnTo>
                    <a:pt x="2413732" y="572314"/>
                  </a:lnTo>
                  <a:lnTo>
                    <a:pt x="2313907" y="617632"/>
                  </a:lnTo>
                  <a:lnTo>
                    <a:pt x="2306321" y="621081"/>
                  </a:lnTo>
                  <a:lnTo>
                    <a:pt x="2290804" y="628140"/>
                  </a:lnTo>
                  <a:lnTo>
                    <a:pt x="2288908" y="629003"/>
                  </a:lnTo>
                  <a:lnTo>
                    <a:pt x="2288563" y="629160"/>
                  </a:lnTo>
                  <a:lnTo>
                    <a:pt x="2287873" y="629474"/>
                  </a:lnTo>
                  <a:lnTo>
                    <a:pt x="2286839" y="629945"/>
                  </a:lnTo>
                  <a:lnTo>
                    <a:pt x="2284598" y="630965"/>
                  </a:lnTo>
                  <a:lnTo>
                    <a:pt x="2283736" y="631357"/>
                  </a:lnTo>
                  <a:lnTo>
                    <a:pt x="2282012" y="632142"/>
                  </a:lnTo>
                  <a:lnTo>
                    <a:pt x="2281494" y="632377"/>
                  </a:lnTo>
                  <a:lnTo>
                    <a:pt x="2280805" y="632691"/>
                  </a:lnTo>
                  <a:lnTo>
                    <a:pt x="2280287" y="632927"/>
                  </a:lnTo>
                  <a:lnTo>
                    <a:pt x="2279253" y="633398"/>
                  </a:lnTo>
                  <a:lnTo>
                    <a:pt x="2278046" y="633947"/>
                  </a:lnTo>
                  <a:lnTo>
                    <a:pt x="2277874" y="634025"/>
                  </a:lnTo>
                  <a:lnTo>
                    <a:pt x="2275632" y="635046"/>
                  </a:lnTo>
                  <a:lnTo>
                    <a:pt x="2274770" y="635438"/>
                  </a:lnTo>
                  <a:lnTo>
                    <a:pt x="2273219" y="636145"/>
                  </a:lnTo>
                  <a:lnTo>
                    <a:pt x="2272357" y="636537"/>
                  </a:lnTo>
                  <a:lnTo>
                    <a:pt x="2272184" y="636616"/>
                  </a:lnTo>
                  <a:lnTo>
                    <a:pt x="2270633" y="637322"/>
                  </a:lnTo>
                  <a:lnTo>
                    <a:pt x="2269943" y="637636"/>
                  </a:lnTo>
                  <a:lnTo>
                    <a:pt x="2269598" y="637793"/>
                  </a:lnTo>
                  <a:lnTo>
                    <a:pt x="2269081" y="638029"/>
                  </a:lnTo>
                  <a:lnTo>
                    <a:pt x="2268046" y="638500"/>
                  </a:lnTo>
                  <a:lnTo>
                    <a:pt x="2266840" y="639050"/>
                  </a:lnTo>
                  <a:lnTo>
                    <a:pt x="2266322" y="639285"/>
                  </a:lnTo>
                  <a:lnTo>
                    <a:pt x="2264426" y="640149"/>
                  </a:lnTo>
                  <a:lnTo>
                    <a:pt x="2264253" y="640227"/>
                  </a:lnTo>
                  <a:lnTo>
                    <a:pt x="2263391" y="640620"/>
                  </a:lnTo>
                  <a:lnTo>
                    <a:pt x="2262874" y="640856"/>
                  </a:lnTo>
                  <a:lnTo>
                    <a:pt x="2262184" y="641170"/>
                  </a:lnTo>
                  <a:lnTo>
                    <a:pt x="2262012" y="641248"/>
                  </a:lnTo>
                  <a:lnTo>
                    <a:pt x="2261667" y="641405"/>
                  </a:lnTo>
                  <a:lnTo>
                    <a:pt x="2260116" y="642112"/>
                  </a:lnTo>
                  <a:lnTo>
                    <a:pt x="2259771" y="642269"/>
                  </a:lnTo>
                  <a:lnTo>
                    <a:pt x="2259254" y="642505"/>
                  </a:lnTo>
                  <a:lnTo>
                    <a:pt x="2255633" y="644154"/>
                  </a:lnTo>
                  <a:lnTo>
                    <a:pt x="2254081" y="644861"/>
                  </a:lnTo>
                  <a:lnTo>
                    <a:pt x="2253219" y="645254"/>
                  </a:lnTo>
                  <a:lnTo>
                    <a:pt x="2249426" y="646982"/>
                  </a:lnTo>
                  <a:lnTo>
                    <a:pt x="2247530" y="647846"/>
                  </a:lnTo>
                  <a:lnTo>
                    <a:pt x="2245116" y="648946"/>
                  </a:lnTo>
                  <a:lnTo>
                    <a:pt x="2244944" y="649025"/>
                  </a:lnTo>
                  <a:lnTo>
                    <a:pt x="2241323" y="650675"/>
                  </a:lnTo>
                  <a:lnTo>
                    <a:pt x="2141498" y="696255"/>
                  </a:lnTo>
                  <a:lnTo>
                    <a:pt x="2133912" y="699725"/>
                  </a:lnTo>
                  <a:lnTo>
                    <a:pt x="2118395" y="706827"/>
                  </a:lnTo>
                  <a:lnTo>
                    <a:pt x="2116498" y="707695"/>
                  </a:lnTo>
                  <a:lnTo>
                    <a:pt x="2116154" y="707853"/>
                  </a:lnTo>
                  <a:lnTo>
                    <a:pt x="2115464" y="708169"/>
                  </a:lnTo>
                  <a:lnTo>
                    <a:pt x="2114430" y="708642"/>
                  </a:lnTo>
                  <a:lnTo>
                    <a:pt x="2112188" y="709669"/>
                  </a:lnTo>
                  <a:lnTo>
                    <a:pt x="2111326" y="710063"/>
                  </a:lnTo>
                  <a:lnTo>
                    <a:pt x="2109602" y="710853"/>
                  </a:lnTo>
                  <a:lnTo>
                    <a:pt x="2109085" y="711090"/>
                  </a:lnTo>
                  <a:lnTo>
                    <a:pt x="2108395" y="711406"/>
                  </a:lnTo>
                  <a:lnTo>
                    <a:pt x="2107878" y="711643"/>
                  </a:lnTo>
                  <a:lnTo>
                    <a:pt x="2106844" y="712116"/>
                  </a:lnTo>
                  <a:lnTo>
                    <a:pt x="2105637" y="712669"/>
                  </a:lnTo>
                  <a:lnTo>
                    <a:pt x="2105464" y="712748"/>
                  </a:lnTo>
                  <a:lnTo>
                    <a:pt x="2103223" y="713775"/>
                  </a:lnTo>
                  <a:lnTo>
                    <a:pt x="2102361" y="714170"/>
                  </a:lnTo>
                  <a:lnTo>
                    <a:pt x="2100809" y="714881"/>
                  </a:lnTo>
                  <a:lnTo>
                    <a:pt x="2099947" y="715275"/>
                  </a:lnTo>
                  <a:lnTo>
                    <a:pt x="2099775" y="715354"/>
                  </a:lnTo>
                  <a:lnTo>
                    <a:pt x="2098223" y="716065"/>
                  </a:lnTo>
                  <a:lnTo>
                    <a:pt x="2097533" y="716381"/>
                  </a:lnTo>
                  <a:lnTo>
                    <a:pt x="2097189" y="716539"/>
                  </a:lnTo>
                  <a:lnTo>
                    <a:pt x="2096671" y="716776"/>
                  </a:lnTo>
                  <a:lnTo>
                    <a:pt x="2095637" y="717250"/>
                  </a:lnTo>
                  <a:lnTo>
                    <a:pt x="2094430" y="717803"/>
                  </a:lnTo>
                  <a:lnTo>
                    <a:pt x="2093913" y="718040"/>
                  </a:lnTo>
                  <a:lnTo>
                    <a:pt x="2092016" y="718909"/>
                  </a:lnTo>
                  <a:lnTo>
                    <a:pt x="2091844" y="718988"/>
                  </a:lnTo>
                  <a:lnTo>
                    <a:pt x="2090982" y="719383"/>
                  </a:lnTo>
                  <a:lnTo>
                    <a:pt x="2090465" y="719620"/>
                  </a:lnTo>
                  <a:lnTo>
                    <a:pt x="2089775" y="719937"/>
                  </a:lnTo>
                  <a:lnTo>
                    <a:pt x="2089603" y="720016"/>
                  </a:lnTo>
                  <a:lnTo>
                    <a:pt x="2089258" y="720174"/>
                  </a:lnTo>
                  <a:lnTo>
                    <a:pt x="2087706" y="720885"/>
                  </a:lnTo>
                  <a:lnTo>
                    <a:pt x="2087361" y="721043"/>
                  </a:lnTo>
                  <a:lnTo>
                    <a:pt x="2086844" y="721280"/>
                  </a:lnTo>
                  <a:lnTo>
                    <a:pt x="2083223" y="722940"/>
                  </a:lnTo>
                  <a:lnTo>
                    <a:pt x="2081672" y="723651"/>
                  </a:lnTo>
                  <a:lnTo>
                    <a:pt x="2080810" y="724046"/>
                  </a:lnTo>
                  <a:lnTo>
                    <a:pt x="2077017" y="725785"/>
                  </a:lnTo>
                  <a:lnTo>
                    <a:pt x="2075120" y="726655"/>
                  </a:lnTo>
                  <a:lnTo>
                    <a:pt x="2072706" y="727762"/>
                  </a:lnTo>
                  <a:lnTo>
                    <a:pt x="2072534" y="727841"/>
                  </a:lnTo>
                  <a:lnTo>
                    <a:pt x="2068913" y="729501"/>
                  </a:lnTo>
                  <a:lnTo>
                    <a:pt x="1969088" y="775379"/>
                  </a:lnTo>
                  <a:lnTo>
                    <a:pt x="1961502" y="778873"/>
                  </a:lnTo>
                  <a:lnTo>
                    <a:pt x="1945985" y="786023"/>
                  </a:lnTo>
                  <a:lnTo>
                    <a:pt x="1944089" y="786897"/>
                  </a:lnTo>
                  <a:lnTo>
                    <a:pt x="1943744" y="787056"/>
                  </a:lnTo>
                  <a:lnTo>
                    <a:pt x="1943054" y="787374"/>
                  </a:lnTo>
                  <a:lnTo>
                    <a:pt x="1942020" y="787850"/>
                  </a:lnTo>
                  <a:lnTo>
                    <a:pt x="1939779" y="788884"/>
                  </a:lnTo>
                  <a:lnTo>
                    <a:pt x="1938917" y="789281"/>
                  </a:lnTo>
                  <a:lnTo>
                    <a:pt x="1937193" y="790076"/>
                  </a:lnTo>
                  <a:lnTo>
                    <a:pt x="1936675" y="790315"/>
                  </a:lnTo>
                  <a:lnTo>
                    <a:pt x="1935986" y="790633"/>
                  </a:lnTo>
                  <a:lnTo>
                    <a:pt x="1935468" y="790871"/>
                  </a:lnTo>
                  <a:lnTo>
                    <a:pt x="1934434" y="791348"/>
                  </a:lnTo>
                  <a:lnTo>
                    <a:pt x="1933227" y="791905"/>
                  </a:lnTo>
                  <a:lnTo>
                    <a:pt x="1933055" y="791984"/>
                  </a:lnTo>
                  <a:lnTo>
                    <a:pt x="1930813" y="793018"/>
                  </a:lnTo>
                  <a:lnTo>
                    <a:pt x="1929951" y="793416"/>
                  </a:lnTo>
                  <a:lnTo>
                    <a:pt x="1928400" y="794131"/>
                  </a:lnTo>
                  <a:lnTo>
                    <a:pt x="1927538" y="794529"/>
                  </a:lnTo>
                  <a:lnTo>
                    <a:pt x="1927365" y="794609"/>
                  </a:lnTo>
                  <a:lnTo>
                    <a:pt x="1925814" y="795324"/>
                  </a:lnTo>
                  <a:lnTo>
                    <a:pt x="1925124" y="795642"/>
                  </a:lnTo>
                  <a:lnTo>
                    <a:pt x="1924779" y="795802"/>
                  </a:lnTo>
                  <a:lnTo>
                    <a:pt x="1924262" y="796040"/>
                  </a:lnTo>
                  <a:lnTo>
                    <a:pt x="1923227" y="796517"/>
                  </a:lnTo>
                  <a:lnTo>
                    <a:pt x="1922021" y="797074"/>
                  </a:lnTo>
                  <a:lnTo>
                    <a:pt x="1921503" y="797313"/>
                  </a:lnTo>
                  <a:lnTo>
                    <a:pt x="1919607" y="798188"/>
                  </a:lnTo>
                  <a:lnTo>
                    <a:pt x="1919434" y="798268"/>
                  </a:lnTo>
                  <a:lnTo>
                    <a:pt x="1918572" y="798665"/>
                  </a:lnTo>
                  <a:lnTo>
                    <a:pt x="1918055" y="798904"/>
                  </a:lnTo>
                  <a:lnTo>
                    <a:pt x="1917365" y="799222"/>
                  </a:lnTo>
                  <a:lnTo>
                    <a:pt x="1917193" y="799302"/>
                  </a:lnTo>
                  <a:lnTo>
                    <a:pt x="1916848" y="799461"/>
                  </a:lnTo>
                  <a:lnTo>
                    <a:pt x="1915297" y="800177"/>
                  </a:lnTo>
                  <a:lnTo>
                    <a:pt x="1914952" y="800336"/>
                  </a:lnTo>
                  <a:lnTo>
                    <a:pt x="1914435" y="800575"/>
                  </a:lnTo>
                  <a:lnTo>
                    <a:pt x="1910814" y="802246"/>
                  </a:lnTo>
                  <a:lnTo>
                    <a:pt x="1909262" y="802962"/>
                  </a:lnTo>
                  <a:lnTo>
                    <a:pt x="1908400" y="803360"/>
                  </a:lnTo>
                  <a:lnTo>
                    <a:pt x="1904607" y="805112"/>
                  </a:lnTo>
                  <a:lnTo>
                    <a:pt x="1902711" y="805987"/>
                  </a:lnTo>
                  <a:lnTo>
                    <a:pt x="1900297" y="807102"/>
                  </a:lnTo>
                  <a:lnTo>
                    <a:pt x="1900125" y="807182"/>
                  </a:lnTo>
                  <a:lnTo>
                    <a:pt x="1896504" y="808854"/>
                  </a:lnTo>
                  <a:lnTo>
                    <a:pt x="1796679" y="855060"/>
                  </a:lnTo>
                  <a:lnTo>
                    <a:pt x="1789093" y="858580"/>
                  </a:lnTo>
                  <a:lnTo>
                    <a:pt x="1773576" y="865783"/>
                  </a:lnTo>
                  <a:lnTo>
                    <a:pt x="1771679" y="866663"/>
                  </a:lnTo>
                  <a:lnTo>
                    <a:pt x="1771335" y="866823"/>
                  </a:lnTo>
                  <a:lnTo>
                    <a:pt x="1770645" y="867144"/>
                  </a:lnTo>
                  <a:lnTo>
                    <a:pt x="1769611" y="867624"/>
                  </a:lnTo>
                  <a:lnTo>
                    <a:pt x="1767369" y="868665"/>
                  </a:lnTo>
                  <a:lnTo>
                    <a:pt x="1766507" y="869065"/>
                  </a:lnTo>
                  <a:lnTo>
                    <a:pt x="1764783" y="869866"/>
                  </a:lnTo>
                  <a:lnTo>
                    <a:pt x="1764266" y="870107"/>
                  </a:lnTo>
                  <a:lnTo>
                    <a:pt x="1763576" y="870427"/>
                  </a:lnTo>
                  <a:lnTo>
                    <a:pt x="1763059" y="870667"/>
                  </a:lnTo>
                  <a:lnTo>
                    <a:pt x="1762025" y="871148"/>
                  </a:lnTo>
                  <a:lnTo>
                    <a:pt x="1760818" y="871708"/>
                  </a:lnTo>
                  <a:lnTo>
                    <a:pt x="1760645" y="871789"/>
                  </a:lnTo>
                  <a:lnTo>
                    <a:pt x="1758404" y="872830"/>
                  </a:lnTo>
                  <a:lnTo>
                    <a:pt x="1757542" y="873231"/>
                  </a:lnTo>
                  <a:lnTo>
                    <a:pt x="1755990" y="873952"/>
                  </a:lnTo>
                  <a:lnTo>
                    <a:pt x="1755128" y="874352"/>
                  </a:lnTo>
                  <a:lnTo>
                    <a:pt x="1754956" y="874432"/>
                  </a:lnTo>
                  <a:lnTo>
                    <a:pt x="1753404" y="875153"/>
                  </a:lnTo>
                  <a:lnTo>
                    <a:pt x="1752714" y="875474"/>
                  </a:lnTo>
                  <a:lnTo>
                    <a:pt x="1752370" y="875634"/>
                  </a:lnTo>
                  <a:lnTo>
                    <a:pt x="1751852" y="875875"/>
                  </a:lnTo>
                  <a:lnTo>
                    <a:pt x="1750818" y="876355"/>
                  </a:lnTo>
                  <a:lnTo>
                    <a:pt x="1749611" y="876916"/>
                  </a:lnTo>
                  <a:lnTo>
                    <a:pt x="1749094" y="877157"/>
                  </a:lnTo>
                  <a:lnTo>
                    <a:pt x="1747197" y="878038"/>
                  </a:lnTo>
                  <a:lnTo>
                    <a:pt x="1747025" y="878119"/>
                  </a:lnTo>
                  <a:lnTo>
                    <a:pt x="1746163" y="878519"/>
                  </a:lnTo>
                  <a:lnTo>
                    <a:pt x="1745646" y="878760"/>
                  </a:lnTo>
                  <a:lnTo>
                    <a:pt x="1744956" y="879080"/>
                  </a:lnTo>
                  <a:lnTo>
                    <a:pt x="1744784" y="879161"/>
                  </a:lnTo>
                  <a:lnTo>
                    <a:pt x="1744439" y="879321"/>
                  </a:lnTo>
                  <a:lnTo>
                    <a:pt x="1742887" y="880042"/>
                  </a:lnTo>
                  <a:lnTo>
                    <a:pt x="1742542" y="880203"/>
                  </a:lnTo>
                  <a:lnTo>
                    <a:pt x="1742025" y="880443"/>
                  </a:lnTo>
                  <a:lnTo>
                    <a:pt x="1738404" y="882127"/>
                  </a:lnTo>
                  <a:lnTo>
                    <a:pt x="1736853" y="882849"/>
                  </a:lnTo>
                  <a:lnTo>
                    <a:pt x="1735991" y="883250"/>
                  </a:lnTo>
                  <a:lnTo>
                    <a:pt x="1732198" y="885014"/>
                  </a:lnTo>
                  <a:lnTo>
                    <a:pt x="1730301" y="885896"/>
                  </a:lnTo>
                  <a:lnTo>
                    <a:pt x="1727887" y="887019"/>
                  </a:lnTo>
                  <a:lnTo>
                    <a:pt x="1727715" y="887099"/>
                  </a:lnTo>
                  <a:lnTo>
                    <a:pt x="1724094" y="888784"/>
                  </a:lnTo>
                  <a:lnTo>
                    <a:pt x="1624269" y="935343"/>
                  </a:lnTo>
                  <a:lnTo>
                    <a:pt x="1616683" y="938890"/>
                  </a:lnTo>
                  <a:lnTo>
                    <a:pt x="1601166" y="946148"/>
                  </a:lnTo>
                  <a:lnTo>
                    <a:pt x="1599270" y="947036"/>
                  </a:lnTo>
                  <a:lnTo>
                    <a:pt x="1598925" y="947197"/>
                  </a:lnTo>
                  <a:lnTo>
                    <a:pt x="1598236" y="947520"/>
                  </a:lnTo>
                  <a:lnTo>
                    <a:pt x="1597201" y="948004"/>
                  </a:lnTo>
                  <a:lnTo>
                    <a:pt x="1594960" y="949053"/>
                  </a:lnTo>
                  <a:lnTo>
                    <a:pt x="1594098" y="949456"/>
                  </a:lnTo>
                  <a:lnTo>
                    <a:pt x="1592374" y="950264"/>
                  </a:lnTo>
                  <a:lnTo>
                    <a:pt x="1591856" y="950506"/>
                  </a:lnTo>
                  <a:lnTo>
                    <a:pt x="1591167" y="950829"/>
                  </a:lnTo>
                  <a:lnTo>
                    <a:pt x="1590649" y="951071"/>
                  </a:lnTo>
                  <a:lnTo>
                    <a:pt x="1589615" y="951555"/>
                  </a:lnTo>
                  <a:lnTo>
                    <a:pt x="1588408" y="952120"/>
                  </a:lnTo>
                  <a:lnTo>
                    <a:pt x="1588236" y="952201"/>
                  </a:lnTo>
                  <a:lnTo>
                    <a:pt x="1585994" y="953250"/>
                  </a:lnTo>
                  <a:lnTo>
                    <a:pt x="1585132" y="953654"/>
                  </a:lnTo>
                  <a:lnTo>
                    <a:pt x="1583581" y="954381"/>
                  </a:lnTo>
                  <a:lnTo>
                    <a:pt x="1582719" y="954784"/>
                  </a:lnTo>
                  <a:lnTo>
                    <a:pt x="1582546" y="954865"/>
                  </a:lnTo>
                  <a:lnTo>
                    <a:pt x="1580995" y="955592"/>
                  </a:lnTo>
                  <a:lnTo>
                    <a:pt x="1580305" y="955915"/>
                  </a:lnTo>
                  <a:lnTo>
                    <a:pt x="1579960" y="956076"/>
                  </a:lnTo>
                  <a:lnTo>
                    <a:pt x="1579443" y="956318"/>
                  </a:lnTo>
                  <a:lnTo>
                    <a:pt x="1578408" y="956803"/>
                  </a:lnTo>
                  <a:lnTo>
                    <a:pt x="1577202" y="957368"/>
                  </a:lnTo>
                  <a:lnTo>
                    <a:pt x="1576684" y="957611"/>
                  </a:lnTo>
                  <a:lnTo>
                    <a:pt x="1574788" y="958499"/>
                  </a:lnTo>
                  <a:lnTo>
                    <a:pt x="1574615" y="958580"/>
                  </a:lnTo>
                  <a:lnTo>
                    <a:pt x="1573753" y="958984"/>
                  </a:lnTo>
                  <a:lnTo>
                    <a:pt x="1573236" y="959226"/>
                  </a:lnTo>
                  <a:lnTo>
                    <a:pt x="1572546" y="959549"/>
                  </a:lnTo>
                  <a:lnTo>
                    <a:pt x="1572374" y="959630"/>
                  </a:lnTo>
                  <a:lnTo>
                    <a:pt x="1572029" y="959792"/>
                  </a:lnTo>
                  <a:lnTo>
                    <a:pt x="1570478" y="960519"/>
                  </a:lnTo>
                  <a:lnTo>
                    <a:pt x="1570133" y="960680"/>
                  </a:lnTo>
                  <a:lnTo>
                    <a:pt x="1569616" y="960923"/>
                  </a:lnTo>
                  <a:lnTo>
                    <a:pt x="1565995" y="962619"/>
                  </a:lnTo>
                  <a:lnTo>
                    <a:pt x="1564443" y="963347"/>
                  </a:lnTo>
                  <a:lnTo>
                    <a:pt x="1563581" y="963751"/>
                  </a:lnTo>
                  <a:lnTo>
                    <a:pt x="1559788" y="965529"/>
                  </a:lnTo>
                  <a:lnTo>
                    <a:pt x="1557892" y="966418"/>
                  </a:lnTo>
                  <a:lnTo>
                    <a:pt x="1555478" y="967550"/>
                  </a:lnTo>
                  <a:lnTo>
                    <a:pt x="1555306" y="967631"/>
                  </a:lnTo>
                  <a:lnTo>
                    <a:pt x="1551685" y="969328"/>
                  </a:lnTo>
                  <a:lnTo>
                    <a:pt x="1451860" y="1016250"/>
                  </a:lnTo>
                  <a:lnTo>
                    <a:pt x="1444274" y="1019825"/>
                  </a:lnTo>
                  <a:lnTo>
                    <a:pt x="1428757" y="1027140"/>
                  </a:lnTo>
                  <a:lnTo>
                    <a:pt x="1426860" y="1028034"/>
                  </a:lnTo>
                  <a:lnTo>
                    <a:pt x="1426516" y="1028197"/>
                  </a:lnTo>
                  <a:lnTo>
                    <a:pt x="1425826" y="1028522"/>
                  </a:lnTo>
                  <a:lnTo>
                    <a:pt x="1424792" y="1029010"/>
                  </a:lnTo>
                  <a:lnTo>
                    <a:pt x="1422550" y="1030067"/>
                  </a:lnTo>
                  <a:lnTo>
                    <a:pt x="1421688" y="1030474"/>
                  </a:lnTo>
                  <a:lnTo>
                    <a:pt x="1419964" y="1031287"/>
                  </a:lnTo>
                  <a:lnTo>
                    <a:pt x="1419447" y="1031531"/>
                  </a:lnTo>
                  <a:lnTo>
                    <a:pt x="1418757" y="1031856"/>
                  </a:lnTo>
                  <a:lnTo>
                    <a:pt x="1418240" y="1032100"/>
                  </a:lnTo>
                  <a:lnTo>
                    <a:pt x="1417206" y="1032588"/>
                  </a:lnTo>
                  <a:lnTo>
                    <a:pt x="1415999" y="1033158"/>
                  </a:lnTo>
                  <a:lnTo>
                    <a:pt x="1415826" y="1033239"/>
                  </a:lnTo>
                  <a:lnTo>
                    <a:pt x="1413585" y="1034297"/>
                  </a:lnTo>
                  <a:lnTo>
                    <a:pt x="1412723" y="1034704"/>
                  </a:lnTo>
                  <a:lnTo>
                    <a:pt x="1411171" y="1035436"/>
                  </a:lnTo>
                  <a:lnTo>
                    <a:pt x="1410309" y="1035843"/>
                  </a:lnTo>
                  <a:lnTo>
                    <a:pt x="1410137" y="1035924"/>
                  </a:lnTo>
                  <a:lnTo>
                    <a:pt x="1408585" y="1036657"/>
                  </a:lnTo>
                  <a:lnTo>
                    <a:pt x="1407895" y="1036982"/>
                  </a:lnTo>
                  <a:lnTo>
                    <a:pt x="1407551" y="1037145"/>
                  </a:lnTo>
                  <a:lnTo>
                    <a:pt x="1407033" y="1037389"/>
                  </a:lnTo>
                  <a:lnTo>
                    <a:pt x="1405999" y="1037877"/>
                  </a:lnTo>
                  <a:lnTo>
                    <a:pt x="1404792" y="1038447"/>
                  </a:lnTo>
                  <a:lnTo>
                    <a:pt x="1404275" y="1038691"/>
                  </a:lnTo>
                  <a:lnTo>
                    <a:pt x="1402378" y="1039587"/>
                  </a:lnTo>
                  <a:lnTo>
                    <a:pt x="1402206" y="1039668"/>
                  </a:lnTo>
                  <a:lnTo>
                    <a:pt x="1401344" y="1040075"/>
                  </a:lnTo>
                  <a:lnTo>
                    <a:pt x="1400827" y="1040319"/>
                  </a:lnTo>
                  <a:lnTo>
                    <a:pt x="1400137" y="1040645"/>
                  </a:lnTo>
                  <a:lnTo>
                    <a:pt x="1399965" y="1040726"/>
                  </a:lnTo>
                  <a:lnTo>
                    <a:pt x="1399620" y="1040889"/>
                  </a:lnTo>
                  <a:lnTo>
                    <a:pt x="1398068" y="1041622"/>
                  </a:lnTo>
                  <a:lnTo>
                    <a:pt x="1397723" y="1041785"/>
                  </a:lnTo>
                  <a:lnTo>
                    <a:pt x="1397206" y="1042029"/>
                  </a:lnTo>
                  <a:lnTo>
                    <a:pt x="1393585" y="1043739"/>
                  </a:lnTo>
                  <a:lnTo>
                    <a:pt x="1392034" y="1044472"/>
                  </a:lnTo>
                  <a:lnTo>
                    <a:pt x="1391172" y="1044879"/>
                  </a:lnTo>
                  <a:lnTo>
                    <a:pt x="1387379" y="1046671"/>
                  </a:lnTo>
                  <a:lnTo>
                    <a:pt x="1385482" y="1047567"/>
                  </a:lnTo>
                  <a:lnTo>
                    <a:pt x="1383068" y="1048707"/>
                  </a:lnTo>
                  <a:lnTo>
                    <a:pt x="1382896" y="1048789"/>
                  </a:lnTo>
                  <a:lnTo>
                    <a:pt x="1379275" y="1050500"/>
                  </a:lnTo>
                  <a:lnTo>
                    <a:pt x="1279450" y="1097781"/>
                  </a:lnTo>
                  <a:lnTo>
                    <a:pt x="1271864" y="1101382"/>
                  </a:lnTo>
                  <a:lnTo>
                    <a:pt x="1256347" y="1108752"/>
                  </a:lnTo>
                  <a:lnTo>
                    <a:pt x="1254451" y="1109653"/>
                  </a:lnTo>
                  <a:lnTo>
                    <a:pt x="1254106" y="1109817"/>
                  </a:lnTo>
                  <a:lnTo>
                    <a:pt x="1253417" y="1110145"/>
                  </a:lnTo>
                  <a:lnTo>
                    <a:pt x="1252382" y="1110637"/>
                  </a:lnTo>
                  <a:lnTo>
                    <a:pt x="1250141" y="1111702"/>
                  </a:lnTo>
                  <a:lnTo>
                    <a:pt x="1249279" y="1112111"/>
                  </a:lnTo>
                  <a:lnTo>
                    <a:pt x="1247555" y="1112931"/>
                  </a:lnTo>
                  <a:lnTo>
                    <a:pt x="1247037" y="1113177"/>
                  </a:lnTo>
                  <a:lnTo>
                    <a:pt x="1246348" y="1113504"/>
                  </a:lnTo>
                  <a:lnTo>
                    <a:pt x="1245831" y="1113750"/>
                  </a:lnTo>
                  <a:lnTo>
                    <a:pt x="1244796" y="1114242"/>
                  </a:lnTo>
                  <a:lnTo>
                    <a:pt x="1243589" y="1114816"/>
                  </a:lnTo>
                  <a:lnTo>
                    <a:pt x="1243417" y="1114898"/>
                  </a:lnTo>
                  <a:lnTo>
                    <a:pt x="1241175" y="1115963"/>
                  </a:lnTo>
                  <a:lnTo>
                    <a:pt x="1240313" y="1116373"/>
                  </a:lnTo>
                  <a:lnTo>
                    <a:pt x="1238762" y="1117111"/>
                  </a:lnTo>
                  <a:lnTo>
                    <a:pt x="1237900" y="1117521"/>
                  </a:lnTo>
                  <a:lnTo>
                    <a:pt x="1237727" y="1117603"/>
                  </a:lnTo>
                  <a:lnTo>
                    <a:pt x="1236176" y="1118340"/>
                  </a:lnTo>
                  <a:lnTo>
                    <a:pt x="1235486" y="1118668"/>
                  </a:lnTo>
                  <a:lnTo>
                    <a:pt x="1235141" y="1118832"/>
                  </a:lnTo>
                  <a:lnTo>
                    <a:pt x="1234624" y="1119078"/>
                  </a:lnTo>
                  <a:lnTo>
                    <a:pt x="1233589" y="1119570"/>
                  </a:lnTo>
                  <a:lnTo>
                    <a:pt x="1232383" y="1120144"/>
                  </a:lnTo>
                  <a:lnTo>
                    <a:pt x="1231865" y="1120390"/>
                  </a:lnTo>
                  <a:lnTo>
                    <a:pt x="1229969" y="1121292"/>
                  </a:lnTo>
                  <a:lnTo>
                    <a:pt x="1229796" y="1121374"/>
                  </a:lnTo>
                  <a:lnTo>
                    <a:pt x="1228934" y="1121784"/>
                  </a:lnTo>
                  <a:lnTo>
                    <a:pt x="1228417" y="1122030"/>
                  </a:lnTo>
                  <a:lnTo>
                    <a:pt x="1227728" y="1122358"/>
                  </a:lnTo>
                  <a:lnTo>
                    <a:pt x="1227555" y="1122440"/>
                  </a:lnTo>
                  <a:lnTo>
                    <a:pt x="1227210" y="1122604"/>
                  </a:lnTo>
                  <a:lnTo>
                    <a:pt x="1225659" y="1123343"/>
                  </a:lnTo>
                  <a:lnTo>
                    <a:pt x="1225314" y="1123507"/>
                  </a:lnTo>
                  <a:lnTo>
                    <a:pt x="1224797" y="1123753"/>
                  </a:lnTo>
                  <a:lnTo>
                    <a:pt x="1221176" y="1125475"/>
                  </a:lnTo>
                  <a:lnTo>
                    <a:pt x="1219624" y="1126214"/>
                  </a:lnTo>
                  <a:lnTo>
                    <a:pt x="1218762" y="1126624"/>
                  </a:lnTo>
                  <a:lnTo>
                    <a:pt x="1214969" y="1128429"/>
                  </a:lnTo>
                  <a:lnTo>
                    <a:pt x="1213073" y="1129332"/>
                  </a:lnTo>
                  <a:lnTo>
                    <a:pt x="1210659" y="1130481"/>
                  </a:lnTo>
                  <a:lnTo>
                    <a:pt x="1210487" y="1130563"/>
                  </a:lnTo>
                  <a:lnTo>
                    <a:pt x="1206866" y="1132286"/>
                  </a:lnTo>
                  <a:lnTo>
                    <a:pt x="1107041" y="1179909"/>
                  </a:lnTo>
                  <a:lnTo>
                    <a:pt x="1099455" y="1183536"/>
                  </a:lnTo>
                  <a:lnTo>
                    <a:pt x="1083938" y="1190958"/>
                  </a:lnTo>
                  <a:lnTo>
                    <a:pt x="1082041" y="1191865"/>
                  </a:lnTo>
                  <a:lnTo>
                    <a:pt x="1081697" y="1192030"/>
                  </a:lnTo>
                  <a:lnTo>
                    <a:pt x="1081007" y="1192360"/>
                  </a:lnTo>
                  <a:lnTo>
                    <a:pt x="1079973" y="1192855"/>
                  </a:lnTo>
                  <a:lnTo>
                    <a:pt x="1077731" y="1193928"/>
                  </a:lnTo>
                  <a:lnTo>
                    <a:pt x="1076869" y="1194340"/>
                  </a:lnTo>
                  <a:lnTo>
                    <a:pt x="1075145" y="1195165"/>
                  </a:lnTo>
                  <a:lnTo>
                    <a:pt x="1074628" y="1195413"/>
                  </a:lnTo>
                  <a:lnTo>
                    <a:pt x="1073938" y="1195743"/>
                  </a:lnTo>
                  <a:lnTo>
                    <a:pt x="1073421" y="1195990"/>
                  </a:lnTo>
                  <a:lnTo>
                    <a:pt x="1072387" y="1196486"/>
                  </a:lnTo>
                  <a:lnTo>
                    <a:pt x="1071180" y="1197063"/>
                  </a:lnTo>
                  <a:lnTo>
                    <a:pt x="1071007" y="1197146"/>
                  </a:lnTo>
                  <a:lnTo>
                    <a:pt x="1068766" y="1198219"/>
                  </a:lnTo>
                  <a:lnTo>
                    <a:pt x="1067904" y="1198631"/>
                  </a:lnTo>
                  <a:lnTo>
                    <a:pt x="1066352" y="1199374"/>
                  </a:lnTo>
                  <a:lnTo>
                    <a:pt x="1065490" y="1199787"/>
                  </a:lnTo>
                  <a:lnTo>
                    <a:pt x="1065318" y="1199870"/>
                  </a:lnTo>
                  <a:lnTo>
                    <a:pt x="1063766" y="1200612"/>
                  </a:lnTo>
                  <a:lnTo>
                    <a:pt x="1063076" y="1200943"/>
                  </a:lnTo>
                  <a:lnTo>
                    <a:pt x="1062732" y="1201108"/>
                  </a:lnTo>
                  <a:lnTo>
                    <a:pt x="1062214" y="1201355"/>
                  </a:lnTo>
                  <a:lnTo>
                    <a:pt x="1061180" y="1201851"/>
                  </a:lnTo>
                  <a:lnTo>
                    <a:pt x="1059973" y="1202429"/>
                  </a:lnTo>
                  <a:lnTo>
                    <a:pt x="1059456" y="1202676"/>
                  </a:lnTo>
                  <a:lnTo>
                    <a:pt x="1057559" y="1203585"/>
                  </a:lnTo>
                  <a:lnTo>
                    <a:pt x="1057387" y="1203667"/>
                  </a:lnTo>
                  <a:lnTo>
                    <a:pt x="1056525" y="1204080"/>
                  </a:lnTo>
                  <a:lnTo>
                    <a:pt x="1056008" y="1204328"/>
                  </a:lnTo>
                  <a:lnTo>
                    <a:pt x="1055318" y="1204658"/>
                  </a:lnTo>
                  <a:lnTo>
                    <a:pt x="1055146" y="1204741"/>
                  </a:lnTo>
                  <a:lnTo>
                    <a:pt x="1054801" y="1204906"/>
                  </a:lnTo>
                  <a:lnTo>
                    <a:pt x="1053249" y="1205649"/>
                  </a:lnTo>
                  <a:lnTo>
                    <a:pt x="1052904" y="1205814"/>
                  </a:lnTo>
                  <a:lnTo>
                    <a:pt x="1052387" y="1206062"/>
                  </a:lnTo>
                  <a:lnTo>
                    <a:pt x="1048766" y="1207796"/>
                  </a:lnTo>
                  <a:lnTo>
                    <a:pt x="1047215" y="1208540"/>
                  </a:lnTo>
                  <a:lnTo>
                    <a:pt x="1046353" y="1208953"/>
                  </a:lnTo>
                  <a:lnTo>
                    <a:pt x="1042560" y="1210770"/>
                  </a:lnTo>
                  <a:lnTo>
                    <a:pt x="1040663" y="1211679"/>
                  </a:lnTo>
                  <a:lnTo>
                    <a:pt x="1038249" y="1212836"/>
                  </a:lnTo>
                  <a:lnTo>
                    <a:pt x="1038077" y="1212919"/>
                  </a:lnTo>
                  <a:lnTo>
                    <a:pt x="1034456" y="1214654"/>
                  </a:lnTo>
                  <a:lnTo>
                    <a:pt x="934631" y="1262591"/>
                  </a:lnTo>
                  <a:lnTo>
                    <a:pt x="927045" y="1266240"/>
                  </a:lnTo>
                  <a:lnTo>
                    <a:pt x="911528" y="1273709"/>
                  </a:lnTo>
                  <a:lnTo>
                    <a:pt x="909632" y="1274622"/>
                  </a:lnTo>
                  <a:lnTo>
                    <a:pt x="909287" y="1274788"/>
                  </a:lnTo>
                  <a:lnTo>
                    <a:pt x="908598" y="1275120"/>
                  </a:lnTo>
                  <a:lnTo>
                    <a:pt x="907563" y="1275618"/>
                  </a:lnTo>
                  <a:lnTo>
                    <a:pt x="905322" y="1276697"/>
                  </a:lnTo>
                  <a:lnTo>
                    <a:pt x="904460" y="1277112"/>
                  </a:lnTo>
                  <a:lnTo>
                    <a:pt x="902736" y="1277943"/>
                  </a:lnTo>
                  <a:lnTo>
                    <a:pt x="902218" y="1278192"/>
                  </a:lnTo>
                  <a:lnTo>
                    <a:pt x="901529" y="1278524"/>
                  </a:lnTo>
                  <a:lnTo>
                    <a:pt x="901012" y="1278773"/>
                  </a:lnTo>
                  <a:lnTo>
                    <a:pt x="899977" y="1279271"/>
                  </a:lnTo>
                  <a:lnTo>
                    <a:pt x="898770" y="1279852"/>
                  </a:lnTo>
                  <a:lnTo>
                    <a:pt x="898598" y="1279935"/>
                  </a:lnTo>
                  <a:lnTo>
                    <a:pt x="896356" y="1281015"/>
                  </a:lnTo>
                  <a:lnTo>
                    <a:pt x="895494" y="1281430"/>
                  </a:lnTo>
                  <a:lnTo>
                    <a:pt x="893943" y="1282178"/>
                  </a:lnTo>
                  <a:lnTo>
                    <a:pt x="893081" y="1282593"/>
                  </a:lnTo>
                  <a:lnTo>
                    <a:pt x="892908" y="1282676"/>
                  </a:lnTo>
                  <a:lnTo>
                    <a:pt x="891357" y="1283424"/>
                  </a:lnTo>
                  <a:lnTo>
                    <a:pt x="890667" y="1283756"/>
                  </a:lnTo>
                  <a:lnTo>
                    <a:pt x="890322" y="1283922"/>
                  </a:lnTo>
                  <a:lnTo>
                    <a:pt x="889805" y="1284171"/>
                  </a:lnTo>
                  <a:lnTo>
                    <a:pt x="888770" y="1284670"/>
                  </a:lnTo>
                  <a:lnTo>
                    <a:pt x="887564" y="1285251"/>
                  </a:lnTo>
                  <a:lnTo>
                    <a:pt x="887046" y="1285500"/>
                  </a:lnTo>
                  <a:lnTo>
                    <a:pt x="885150" y="1286414"/>
                  </a:lnTo>
                  <a:lnTo>
                    <a:pt x="884977" y="1286497"/>
                  </a:lnTo>
                  <a:lnTo>
                    <a:pt x="884115" y="1286913"/>
                  </a:lnTo>
                  <a:lnTo>
                    <a:pt x="883598" y="1287162"/>
                  </a:lnTo>
                  <a:lnTo>
                    <a:pt x="882909" y="1287494"/>
                  </a:lnTo>
                  <a:lnTo>
                    <a:pt x="882736" y="1287577"/>
                  </a:lnTo>
                  <a:lnTo>
                    <a:pt x="882391" y="1287743"/>
                  </a:lnTo>
                  <a:lnTo>
                    <a:pt x="880840" y="1288491"/>
                  </a:lnTo>
                  <a:lnTo>
                    <a:pt x="880495" y="1288657"/>
                  </a:lnTo>
                  <a:lnTo>
                    <a:pt x="879978" y="1288907"/>
                  </a:lnTo>
                  <a:lnTo>
                    <a:pt x="876357" y="1290652"/>
                  </a:lnTo>
                  <a:lnTo>
                    <a:pt x="874805" y="1291400"/>
                  </a:lnTo>
                  <a:lnTo>
                    <a:pt x="873943" y="1291815"/>
                  </a:lnTo>
                  <a:lnTo>
                    <a:pt x="870150" y="1293644"/>
                  </a:lnTo>
                  <a:lnTo>
                    <a:pt x="868254" y="1294558"/>
                  </a:lnTo>
                  <a:lnTo>
                    <a:pt x="865840" y="1295722"/>
                  </a:lnTo>
                  <a:lnTo>
                    <a:pt x="865668" y="1295805"/>
                  </a:lnTo>
                  <a:lnTo>
                    <a:pt x="862047" y="1297551"/>
                  </a:lnTo>
                  <a:lnTo>
                    <a:pt x="762222" y="1345767"/>
                  </a:lnTo>
                  <a:lnTo>
                    <a:pt x="754636" y="1349437"/>
                  </a:lnTo>
                  <a:lnTo>
                    <a:pt x="739119" y="1356947"/>
                  </a:lnTo>
                  <a:lnTo>
                    <a:pt x="737222" y="1357865"/>
                  </a:lnTo>
                  <a:lnTo>
                    <a:pt x="736878" y="1358032"/>
                  </a:lnTo>
                  <a:lnTo>
                    <a:pt x="736188" y="1358366"/>
                  </a:lnTo>
                  <a:lnTo>
                    <a:pt x="735154" y="1358867"/>
                  </a:lnTo>
                  <a:lnTo>
                    <a:pt x="732912" y="1359952"/>
                  </a:lnTo>
                  <a:lnTo>
                    <a:pt x="732050" y="1360369"/>
                  </a:lnTo>
                  <a:lnTo>
                    <a:pt x="730326" y="1361204"/>
                  </a:lnTo>
                  <a:lnTo>
                    <a:pt x="729809" y="1361454"/>
                  </a:lnTo>
                  <a:lnTo>
                    <a:pt x="729119" y="1361788"/>
                  </a:lnTo>
                  <a:lnTo>
                    <a:pt x="728602" y="1362039"/>
                  </a:lnTo>
                  <a:lnTo>
                    <a:pt x="727568" y="1362540"/>
                  </a:lnTo>
                  <a:lnTo>
                    <a:pt x="726361" y="1363124"/>
                  </a:lnTo>
                  <a:lnTo>
                    <a:pt x="726188" y="1363208"/>
                  </a:lnTo>
                  <a:lnTo>
                    <a:pt x="723947" y="1364293"/>
                  </a:lnTo>
                  <a:lnTo>
                    <a:pt x="723085" y="1364710"/>
                  </a:lnTo>
                  <a:lnTo>
                    <a:pt x="721533" y="1365462"/>
                  </a:lnTo>
                  <a:lnTo>
                    <a:pt x="720671" y="1365880"/>
                  </a:lnTo>
                  <a:lnTo>
                    <a:pt x="720499" y="1365963"/>
                  </a:lnTo>
                  <a:lnTo>
                    <a:pt x="718947" y="1366715"/>
                  </a:lnTo>
                  <a:lnTo>
                    <a:pt x="718257" y="1367049"/>
                  </a:lnTo>
                  <a:lnTo>
                    <a:pt x="717913" y="1367216"/>
                  </a:lnTo>
                  <a:lnTo>
                    <a:pt x="717395" y="1367466"/>
                  </a:lnTo>
                  <a:lnTo>
                    <a:pt x="716361" y="1367967"/>
                  </a:lnTo>
                  <a:lnTo>
                    <a:pt x="715154" y="1368552"/>
                  </a:lnTo>
                  <a:lnTo>
                    <a:pt x="714637" y="1368802"/>
                  </a:lnTo>
                  <a:lnTo>
                    <a:pt x="712740" y="1369721"/>
                  </a:lnTo>
                  <a:lnTo>
                    <a:pt x="712568" y="1369805"/>
                  </a:lnTo>
                  <a:lnTo>
                    <a:pt x="711706" y="1370222"/>
                  </a:lnTo>
                  <a:lnTo>
                    <a:pt x="711189" y="1370473"/>
                  </a:lnTo>
                  <a:lnTo>
                    <a:pt x="710499" y="1370807"/>
                  </a:lnTo>
                  <a:lnTo>
                    <a:pt x="710327" y="1370891"/>
                  </a:lnTo>
                  <a:lnTo>
                    <a:pt x="709982" y="1371058"/>
                  </a:lnTo>
                  <a:lnTo>
                    <a:pt x="708430" y="1371809"/>
                  </a:lnTo>
                  <a:lnTo>
                    <a:pt x="708085" y="1371977"/>
                  </a:lnTo>
                  <a:lnTo>
                    <a:pt x="707568" y="1372227"/>
                  </a:lnTo>
                  <a:lnTo>
                    <a:pt x="703947" y="1373982"/>
                  </a:lnTo>
                  <a:lnTo>
                    <a:pt x="702396" y="1374733"/>
                  </a:lnTo>
                  <a:lnTo>
                    <a:pt x="701534" y="1375151"/>
                  </a:lnTo>
                  <a:lnTo>
                    <a:pt x="697741" y="1376989"/>
                  </a:lnTo>
                  <a:lnTo>
                    <a:pt x="695844" y="1377909"/>
                  </a:lnTo>
                  <a:lnTo>
                    <a:pt x="693430" y="1379079"/>
                  </a:lnTo>
                  <a:lnTo>
                    <a:pt x="693258" y="1379162"/>
                  </a:lnTo>
                  <a:lnTo>
                    <a:pt x="689637" y="1380917"/>
                  </a:lnTo>
                  <a:lnTo>
                    <a:pt x="589812" y="1429376"/>
                  </a:lnTo>
                  <a:lnTo>
                    <a:pt x="582226" y="1433064"/>
                  </a:lnTo>
                  <a:lnTo>
                    <a:pt x="566710" y="1440609"/>
                  </a:lnTo>
                  <a:lnTo>
                    <a:pt x="564813" y="1441532"/>
                  </a:lnTo>
                  <a:lnTo>
                    <a:pt x="564468" y="1441699"/>
                  </a:lnTo>
                  <a:lnTo>
                    <a:pt x="563779" y="1442035"/>
                  </a:lnTo>
                  <a:lnTo>
                    <a:pt x="562744" y="1442538"/>
                  </a:lnTo>
                  <a:lnTo>
                    <a:pt x="560503" y="1443628"/>
                  </a:lnTo>
                  <a:lnTo>
                    <a:pt x="559641" y="1444048"/>
                  </a:lnTo>
                  <a:lnTo>
                    <a:pt x="557917" y="1444886"/>
                  </a:lnTo>
                  <a:lnTo>
                    <a:pt x="557399" y="1445138"/>
                  </a:lnTo>
                  <a:lnTo>
                    <a:pt x="556710" y="1445473"/>
                  </a:lnTo>
                  <a:lnTo>
                    <a:pt x="556193" y="1445725"/>
                  </a:lnTo>
                  <a:lnTo>
                    <a:pt x="555158" y="1446228"/>
                  </a:lnTo>
                  <a:lnTo>
                    <a:pt x="553951" y="1446816"/>
                  </a:lnTo>
                  <a:lnTo>
                    <a:pt x="553779" y="1446899"/>
                  </a:lnTo>
                  <a:lnTo>
                    <a:pt x="551537" y="1447990"/>
                  </a:lnTo>
                  <a:lnTo>
                    <a:pt x="550675" y="1448409"/>
                  </a:lnTo>
                  <a:lnTo>
                    <a:pt x="549124" y="1449164"/>
                  </a:lnTo>
                  <a:lnTo>
                    <a:pt x="548262" y="1449584"/>
                  </a:lnTo>
                  <a:lnTo>
                    <a:pt x="548089" y="1449668"/>
                  </a:lnTo>
                  <a:lnTo>
                    <a:pt x="546538" y="1450423"/>
                  </a:lnTo>
                  <a:lnTo>
                    <a:pt x="545848" y="1450758"/>
                  </a:lnTo>
                  <a:lnTo>
                    <a:pt x="545503" y="1450926"/>
                  </a:lnTo>
                  <a:lnTo>
                    <a:pt x="544986" y="1451178"/>
                  </a:lnTo>
                  <a:lnTo>
                    <a:pt x="543951" y="1451681"/>
                  </a:lnTo>
                  <a:lnTo>
                    <a:pt x="542745" y="1452269"/>
                  </a:lnTo>
                  <a:lnTo>
                    <a:pt x="542227" y="1452520"/>
                  </a:lnTo>
                  <a:lnTo>
                    <a:pt x="540331" y="1453443"/>
                  </a:lnTo>
                  <a:lnTo>
                    <a:pt x="540158" y="1453527"/>
                  </a:lnTo>
                  <a:lnTo>
                    <a:pt x="539296" y="1453947"/>
                  </a:lnTo>
                  <a:lnTo>
                    <a:pt x="538779" y="1454198"/>
                  </a:lnTo>
                  <a:lnTo>
                    <a:pt x="538090" y="1454534"/>
                  </a:lnTo>
                  <a:lnTo>
                    <a:pt x="537917" y="1454618"/>
                  </a:lnTo>
                  <a:lnTo>
                    <a:pt x="537572" y="1454786"/>
                  </a:lnTo>
                  <a:lnTo>
                    <a:pt x="536021" y="1455541"/>
                  </a:lnTo>
                  <a:lnTo>
                    <a:pt x="535676" y="1455709"/>
                  </a:lnTo>
                  <a:lnTo>
                    <a:pt x="535159" y="1455961"/>
                  </a:lnTo>
                  <a:lnTo>
                    <a:pt x="531538" y="1457723"/>
                  </a:lnTo>
                  <a:lnTo>
                    <a:pt x="529986" y="1458478"/>
                  </a:lnTo>
                  <a:lnTo>
                    <a:pt x="529124" y="1458898"/>
                  </a:lnTo>
                  <a:lnTo>
                    <a:pt x="525331" y="1460745"/>
                  </a:lnTo>
                  <a:lnTo>
                    <a:pt x="523435" y="1461668"/>
                  </a:lnTo>
                  <a:lnTo>
                    <a:pt x="521021" y="1462843"/>
                  </a:lnTo>
                  <a:lnTo>
                    <a:pt x="520849" y="1462927"/>
                  </a:lnTo>
                  <a:lnTo>
                    <a:pt x="517228" y="1464690"/>
                  </a:lnTo>
                  <a:lnTo>
                    <a:pt x="417403" y="1513357"/>
                  </a:lnTo>
                  <a:lnTo>
                    <a:pt x="409817" y="1517060"/>
                  </a:lnTo>
                  <a:lnTo>
                    <a:pt x="394300" y="1524636"/>
                  </a:lnTo>
                  <a:lnTo>
                    <a:pt x="392404" y="1525562"/>
                  </a:lnTo>
                  <a:lnTo>
                    <a:pt x="392059" y="1525730"/>
                  </a:lnTo>
                  <a:lnTo>
                    <a:pt x="391369" y="1526067"/>
                  </a:lnTo>
                  <a:lnTo>
                    <a:pt x="390335" y="1526572"/>
                  </a:lnTo>
                  <a:lnTo>
                    <a:pt x="388093" y="1527667"/>
                  </a:lnTo>
                  <a:lnTo>
                    <a:pt x="387231" y="1528088"/>
                  </a:lnTo>
                  <a:lnTo>
                    <a:pt x="385507" y="1528930"/>
                  </a:lnTo>
                  <a:lnTo>
                    <a:pt x="384990" y="1529182"/>
                  </a:lnTo>
                  <a:lnTo>
                    <a:pt x="384300" y="1529519"/>
                  </a:lnTo>
                  <a:lnTo>
                    <a:pt x="383783" y="1529772"/>
                  </a:lnTo>
                  <a:lnTo>
                    <a:pt x="382749" y="1530277"/>
                  </a:lnTo>
                  <a:lnTo>
                    <a:pt x="381542" y="1530866"/>
                  </a:lnTo>
                  <a:lnTo>
                    <a:pt x="381369" y="1530951"/>
                  </a:lnTo>
                  <a:lnTo>
                    <a:pt x="379128" y="1532045"/>
                  </a:lnTo>
                  <a:lnTo>
                    <a:pt x="378266" y="1532466"/>
                  </a:lnTo>
                  <a:lnTo>
                    <a:pt x="376714" y="1533224"/>
                  </a:lnTo>
                  <a:lnTo>
                    <a:pt x="375852" y="1533646"/>
                  </a:lnTo>
                  <a:lnTo>
                    <a:pt x="375680" y="1533730"/>
                  </a:lnTo>
                  <a:lnTo>
                    <a:pt x="374128" y="1534488"/>
                  </a:lnTo>
                  <a:lnTo>
                    <a:pt x="373438" y="1534825"/>
                  </a:lnTo>
                  <a:lnTo>
                    <a:pt x="373094" y="1534993"/>
                  </a:lnTo>
                  <a:lnTo>
                    <a:pt x="372576" y="1535246"/>
                  </a:lnTo>
                  <a:lnTo>
                    <a:pt x="371542" y="1535751"/>
                  </a:lnTo>
                  <a:lnTo>
                    <a:pt x="370335" y="1536341"/>
                  </a:lnTo>
                  <a:lnTo>
                    <a:pt x="369818" y="1536593"/>
                  </a:lnTo>
                  <a:lnTo>
                    <a:pt x="367921" y="1537520"/>
                  </a:lnTo>
                  <a:lnTo>
                    <a:pt x="367749" y="1537604"/>
                  </a:lnTo>
                  <a:lnTo>
                    <a:pt x="366887" y="1538025"/>
                  </a:lnTo>
                  <a:lnTo>
                    <a:pt x="366370" y="1538278"/>
                  </a:lnTo>
                  <a:lnTo>
                    <a:pt x="365680" y="1538615"/>
                  </a:lnTo>
                  <a:lnTo>
                    <a:pt x="365508" y="1538699"/>
                  </a:lnTo>
                  <a:lnTo>
                    <a:pt x="365163" y="1538868"/>
                  </a:lnTo>
                  <a:lnTo>
                    <a:pt x="363611" y="1539626"/>
                  </a:lnTo>
                  <a:lnTo>
                    <a:pt x="363266" y="1539794"/>
                  </a:lnTo>
                  <a:lnTo>
                    <a:pt x="362749" y="1540047"/>
                  </a:lnTo>
                  <a:lnTo>
                    <a:pt x="359128" y="1541816"/>
                  </a:lnTo>
                  <a:lnTo>
                    <a:pt x="357577" y="1542575"/>
                  </a:lnTo>
                  <a:lnTo>
                    <a:pt x="356715" y="1542996"/>
                  </a:lnTo>
                  <a:lnTo>
                    <a:pt x="352922" y="1544850"/>
                  </a:lnTo>
                  <a:lnTo>
                    <a:pt x="351025" y="1545777"/>
                  </a:lnTo>
                  <a:lnTo>
                    <a:pt x="348611" y="1546956"/>
                  </a:lnTo>
                  <a:lnTo>
                    <a:pt x="348439" y="1547041"/>
                  </a:lnTo>
                  <a:lnTo>
                    <a:pt x="344818" y="1548810"/>
                  </a:lnTo>
                  <a:lnTo>
                    <a:pt x="244993" y="1597653"/>
                  </a:lnTo>
                  <a:lnTo>
                    <a:pt x="237407" y="1601368"/>
                  </a:lnTo>
                  <a:lnTo>
                    <a:pt x="221891" y="1608970"/>
                  </a:lnTo>
                  <a:lnTo>
                    <a:pt x="219994" y="1609899"/>
                  </a:lnTo>
                  <a:lnTo>
                    <a:pt x="219649" y="1610068"/>
                  </a:lnTo>
                  <a:lnTo>
                    <a:pt x="218960" y="1610406"/>
                  </a:lnTo>
                  <a:lnTo>
                    <a:pt x="217925" y="1610913"/>
                  </a:lnTo>
                  <a:lnTo>
                    <a:pt x="215684" y="1612011"/>
                  </a:lnTo>
                  <a:lnTo>
                    <a:pt x="214822" y="1612433"/>
                  </a:lnTo>
                  <a:lnTo>
                    <a:pt x="213098" y="1613278"/>
                  </a:lnTo>
                  <a:lnTo>
                    <a:pt x="212580" y="1613532"/>
                  </a:lnTo>
                  <a:lnTo>
                    <a:pt x="211891" y="1613870"/>
                  </a:lnTo>
                  <a:lnTo>
                    <a:pt x="211374" y="1614123"/>
                  </a:lnTo>
                  <a:lnTo>
                    <a:pt x="210339" y="1614630"/>
                  </a:lnTo>
                  <a:lnTo>
                    <a:pt x="209132" y="1615221"/>
                  </a:lnTo>
                  <a:lnTo>
                    <a:pt x="208960" y="1615306"/>
                  </a:lnTo>
                  <a:lnTo>
                    <a:pt x="206718" y="1616404"/>
                  </a:lnTo>
                  <a:lnTo>
                    <a:pt x="205856" y="1616827"/>
                  </a:lnTo>
                  <a:lnTo>
                    <a:pt x="204305" y="1617587"/>
                  </a:lnTo>
                  <a:lnTo>
                    <a:pt x="203443" y="1618010"/>
                  </a:lnTo>
                  <a:lnTo>
                    <a:pt x="203270" y="1618094"/>
                  </a:lnTo>
                  <a:lnTo>
                    <a:pt x="201719" y="1618855"/>
                  </a:lnTo>
                  <a:lnTo>
                    <a:pt x="201029" y="1619193"/>
                  </a:lnTo>
                  <a:lnTo>
                    <a:pt x="200684" y="1619362"/>
                  </a:lnTo>
                  <a:lnTo>
                    <a:pt x="200167" y="1619615"/>
                  </a:lnTo>
                  <a:lnTo>
                    <a:pt x="199132" y="1620122"/>
                  </a:lnTo>
                  <a:lnTo>
                    <a:pt x="197926" y="1620714"/>
                  </a:lnTo>
                  <a:lnTo>
                    <a:pt x="197408" y="1620967"/>
                  </a:lnTo>
                  <a:lnTo>
                    <a:pt x="195512" y="1621897"/>
                  </a:lnTo>
                  <a:lnTo>
                    <a:pt x="195339" y="1621981"/>
                  </a:lnTo>
                  <a:lnTo>
                    <a:pt x="194477" y="1622404"/>
                  </a:lnTo>
                  <a:lnTo>
                    <a:pt x="193960" y="1622658"/>
                  </a:lnTo>
                  <a:lnTo>
                    <a:pt x="193271" y="1622996"/>
                  </a:lnTo>
                  <a:lnTo>
                    <a:pt x="193098" y="1623080"/>
                  </a:lnTo>
                  <a:lnTo>
                    <a:pt x="192753" y="1623249"/>
                  </a:lnTo>
                  <a:lnTo>
                    <a:pt x="191202" y="1624010"/>
                  </a:lnTo>
                  <a:lnTo>
                    <a:pt x="190857" y="1624179"/>
                  </a:lnTo>
                  <a:lnTo>
                    <a:pt x="190340" y="1624432"/>
                  </a:lnTo>
                  <a:lnTo>
                    <a:pt x="186719" y="1626207"/>
                  </a:lnTo>
                  <a:lnTo>
                    <a:pt x="185167" y="1626968"/>
                  </a:lnTo>
                  <a:lnTo>
                    <a:pt x="184305" y="1627391"/>
                  </a:lnTo>
                  <a:lnTo>
                    <a:pt x="180512" y="1629250"/>
                  </a:lnTo>
                  <a:lnTo>
                    <a:pt x="178616" y="1630180"/>
                  </a:lnTo>
                  <a:lnTo>
                    <a:pt x="176202" y="1631364"/>
                  </a:lnTo>
                  <a:lnTo>
                    <a:pt x="176030" y="1631448"/>
                  </a:lnTo>
                  <a:lnTo>
                    <a:pt x="172409" y="1633224"/>
                  </a:lnTo>
                  <a:lnTo>
                    <a:pt x="72584" y="1682214"/>
                  </a:lnTo>
                  <a:lnTo>
                    <a:pt x="64998" y="1685940"/>
                  </a:lnTo>
                  <a:lnTo>
                    <a:pt x="49481" y="1693563"/>
                  </a:lnTo>
                  <a:lnTo>
                    <a:pt x="47585" y="1694495"/>
                  </a:lnTo>
                  <a:lnTo>
                    <a:pt x="47240" y="1694665"/>
                  </a:lnTo>
                  <a:lnTo>
                    <a:pt x="46550" y="1695003"/>
                  </a:lnTo>
                  <a:lnTo>
                    <a:pt x="45516" y="1695512"/>
                  </a:lnTo>
                  <a:lnTo>
                    <a:pt x="43274" y="1696613"/>
                  </a:lnTo>
                  <a:lnTo>
                    <a:pt x="42412" y="1697037"/>
                  </a:lnTo>
                  <a:lnTo>
                    <a:pt x="40688" y="1697884"/>
                  </a:lnTo>
                  <a:lnTo>
                    <a:pt x="40171" y="1698138"/>
                  </a:lnTo>
                  <a:lnTo>
                    <a:pt x="39481" y="1698477"/>
                  </a:lnTo>
                  <a:lnTo>
                    <a:pt x="38964" y="1698731"/>
                  </a:lnTo>
                  <a:lnTo>
                    <a:pt x="37930" y="1699239"/>
                  </a:lnTo>
                  <a:lnTo>
                    <a:pt x="36723" y="1699832"/>
                  </a:lnTo>
                  <a:lnTo>
                    <a:pt x="36550" y="1699917"/>
                  </a:lnTo>
                  <a:lnTo>
                    <a:pt x="34309" y="1701019"/>
                  </a:lnTo>
                  <a:lnTo>
                    <a:pt x="33447" y="1701442"/>
                  </a:lnTo>
                  <a:lnTo>
                    <a:pt x="31895" y="1702205"/>
                  </a:lnTo>
                  <a:lnTo>
                    <a:pt x="31033" y="1702628"/>
                  </a:lnTo>
                  <a:lnTo>
                    <a:pt x="30861" y="1702713"/>
                  </a:lnTo>
                  <a:lnTo>
                    <a:pt x="29309" y="1703476"/>
                  </a:lnTo>
                  <a:lnTo>
                    <a:pt x="28619" y="1703815"/>
                  </a:lnTo>
                  <a:lnTo>
                    <a:pt x="28275" y="1703984"/>
                  </a:lnTo>
                  <a:lnTo>
                    <a:pt x="27757" y="1704238"/>
                  </a:lnTo>
                  <a:lnTo>
                    <a:pt x="26723" y="1704747"/>
                  </a:lnTo>
                  <a:lnTo>
                    <a:pt x="25516" y="1705340"/>
                  </a:lnTo>
                  <a:lnTo>
                    <a:pt x="24999" y="1705594"/>
                  </a:lnTo>
                  <a:lnTo>
                    <a:pt x="23102" y="1706526"/>
                  </a:lnTo>
                  <a:lnTo>
                    <a:pt x="22930" y="1706611"/>
                  </a:lnTo>
                  <a:lnTo>
                    <a:pt x="22068" y="1707035"/>
                  </a:lnTo>
                  <a:lnTo>
                    <a:pt x="21551" y="1707289"/>
                  </a:lnTo>
                  <a:lnTo>
                    <a:pt x="20861" y="1707628"/>
                  </a:lnTo>
                  <a:lnTo>
                    <a:pt x="20689" y="1707713"/>
                  </a:lnTo>
                  <a:lnTo>
                    <a:pt x="20344" y="1707882"/>
                  </a:lnTo>
                  <a:lnTo>
                    <a:pt x="18792" y="1708645"/>
                  </a:lnTo>
                  <a:lnTo>
                    <a:pt x="18447" y="1708814"/>
                  </a:lnTo>
                  <a:lnTo>
                    <a:pt x="17930" y="1709069"/>
                  </a:lnTo>
                  <a:lnTo>
                    <a:pt x="14309" y="1710848"/>
                  </a:lnTo>
                  <a:lnTo>
                    <a:pt x="12758" y="1711611"/>
                  </a:lnTo>
                  <a:lnTo>
                    <a:pt x="11896" y="1712035"/>
                  </a:lnTo>
                  <a:lnTo>
                    <a:pt x="8103" y="1713900"/>
                  </a:lnTo>
                  <a:lnTo>
                    <a:pt x="6206" y="1714832"/>
                  </a:lnTo>
                  <a:lnTo>
                    <a:pt x="3793" y="1716019"/>
                  </a:lnTo>
                  <a:lnTo>
                    <a:pt x="3620" y="1716103"/>
                  </a:lnTo>
                  <a:lnTo>
                    <a:pt x="0" y="171788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" name="pg12"/>
            <p:cNvSpPr/>
            <p:nvPr/>
          </p:nvSpPr>
          <p:spPr>
            <a:xfrm>
              <a:off x="3588882" y="2855376"/>
              <a:ext cx="3693183" cy="1707193"/>
            </a:xfrm>
            <a:custGeom>
              <a:avLst/>
              <a:pathLst>
                <a:path w="3693183" h="1707193">
                  <a:moveTo>
                    <a:pt x="0" y="1561848"/>
                  </a:moveTo>
                  <a:lnTo>
                    <a:pt x="3620" y="1560408"/>
                  </a:lnTo>
                  <a:lnTo>
                    <a:pt x="3793" y="1560339"/>
                  </a:lnTo>
                  <a:lnTo>
                    <a:pt x="6206" y="1559378"/>
                  </a:lnTo>
                  <a:lnTo>
                    <a:pt x="8103" y="1558624"/>
                  </a:lnTo>
                  <a:lnTo>
                    <a:pt x="11896" y="1557114"/>
                  </a:lnTo>
                  <a:lnTo>
                    <a:pt x="12758" y="1556771"/>
                  </a:lnTo>
                  <a:lnTo>
                    <a:pt x="14309" y="1556153"/>
                  </a:lnTo>
                  <a:lnTo>
                    <a:pt x="17930" y="1554712"/>
                  </a:lnTo>
                  <a:lnTo>
                    <a:pt x="18447" y="1554506"/>
                  </a:lnTo>
                  <a:lnTo>
                    <a:pt x="18792" y="1554368"/>
                  </a:lnTo>
                  <a:lnTo>
                    <a:pt x="20344" y="1553751"/>
                  </a:lnTo>
                  <a:lnTo>
                    <a:pt x="20689" y="1553613"/>
                  </a:lnTo>
                  <a:lnTo>
                    <a:pt x="20861" y="1553545"/>
                  </a:lnTo>
                  <a:lnTo>
                    <a:pt x="21551" y="1553270"/>
                  </a:lnTo>
                  <a:lnTo>
                    <a:pt x="22068" y="1553064"/>
                  </a:lnTo>
                  <a:lnTo>
                    <a:pt x="22930" y="1552721"/>
                  </a:lnTo>
                  <a:lnTo>
                    <a:pt x="23102" y="1552652"/>
                  </a:lnTo>
                  <a:lnTo>
                    <a:pt x="24999" y="1551897"/>
                  </a:lnTo>
                  <a:lnTo>
                    <a:pt x="25516" y="1551691"/>
                  </a:lnTo>
                  <a:lnTo>
                    <a:pt x="26723" y="1551211"/>
                  </a:lnTo>
                  <a:lnTo>
                    <a:pt x="27757" y="1550799"/>
                  </a:lnTo>
                  <a:lnTo>
                    <a:pt x="28275" y="1550593"/>
                  </a:lnTo>
                  <a:lnTo>
                    <a:pt x="28619" y="1550456"/>
                  </a:lnTo>
                  <a:lnTo>
                    <a:pt x="29309" y="1550181"/>
                  </a:lnTo>
                  <a:lnTo>
                    <a:pt x="30861" y="1549563"/>
                  </a:lnTo>
                  <a:lnTo>
                    <a:pt x="31033" y="1549494"/>
                  </a:lnTo>
                  <a:lnTo>
                    <a:pt x="31895" y="1549151"/>
                  </a:lnTo>
                  <a:lnTo>
                    <a:pt x="33447" y="1548533"/>
                  </a:lnTo>
                  <a:lnTo>
                    <a:pt x="34309" y="1548190"/>
                  </a:lnTo>
                  <a:lnTo>
                    <a:pt x="36550" y="1547297"/>
                  </a:lnTo>
                  <a:lnTo>
                    <a:pt x="36723" y="1547228"/>
                  </a:lnTo>
                  <a:lnTo>
                    <a:pt x="37930" y="1546748"/>
                  </a:lnTo>
                  <a:lnTo>
                    <a:pt x="38964" y="1546336"/>
                  </a:lnTo>
                  <a:lnTo>
                    <a:pt x="39481" y="1546130"/>
                  </a:lnTo>
                  <a:lnTo>
                    <a:pt x="40171" y="1545855"/>
                  </a:lnTo>
                  <a:lnTo>
                    <a:pt x="40688" y="1545649"/>
                  </a:lnTo>
                  <a:lnTo>
                    <a:pt x="42412" y="1544962"/>
                  </a:lnTo>
                  <a:lnTo>
                    <a:pt x="43274" y="1544619"/>
                  </a:lnTo>
                  <a:lnTo>
                    <a:pt x="45516" y="1543726"/>
                  </a:lnTo>
                  <a:lnTo>
                    <a:pt x="46550" y="1543314"/>
                  </a:lnTo>
                  <a:lnTo>
                    <a:pt x="47240" y="1543039"/>
                  </a:lnTo>
                  <a:lnTo>
                    <a:pt x="47585" y="1542902"/>
                  </a:lnTo>
                  <a:lnTo>
                    <a:pt x="49481" y="1542146"/>
                  </a:lnTo>
                  <a:lnTo>
                    <a:pt x="64998" y="1535963"/>
                  </a:lnTo>
                  <a:lnTo>
                    <a:pt x="72584" y="1532940"/>
                  </a:lnTo>
                  <a:lnTo>
                    <a:pt x="172409" y="1493101"/>
                  </a:lnTo>
                  <a:lnTo>
                    <a:pt x="176030" y="1491654"/>
                  </a:lnTo>
                  <a:lnTo>
                    <a:pt x="176202" y="1491585"/>
                  </a:lnTo>
                  <a:lnTo>
                    <a:pt x="178616" y="1490620"/>
                  </a:lnTo>
                  <a:lnTo>
                    <a:pt x="180512" y="1489862"/>
                  </a:lnTo>
                  <a:lnTo>
                    <a:pt x="184305" y="1488346"/>
                  </a:lnTo>
                  <a:lnTo>
                    <a:pt x="185167" y="1488002"/>
                  </a:lnTo>
                  <a:lnTo>
                    <a:pt x="186719" y="1487382"/>
                  </a:lnTo>
                  <a:lnTo>
                    <a:pt x="190340" y="1485934"/>
                  </a:lnTo>
                  <a:lnTo>
                    <a:pt x="190857" y="1485728"/>
                  </a:lnTo>
                  <a:lnTo>
                    <a:pt x="191202" y="1485590"/>
                  </a:lnTo>
                  <a:lnTo>
                    <a:pt x="192753" y="1484969"/>
                  </a:lnTo>
                  <a:lnTo>
                    <a:pt x="193098" y="1484831"/>
                  </a:lnTo>
                  <a:lnTo>
                    <a:pt x="193271" y="1484763"/>
                  </a:lnTo>
                  <a:lnTo>
                    <a:pt x="193960" y="1484487"/>
                  </a:lnTo>
                  <a:lnTo>
                    <a:pt x="194477" y="1484280"/>
                  </a:lnTo>
                  <a:lnTo>
                    <a:pt x="195339" y="1483935"/>
                  </a:lnTo>
                  <a:lnTo>
                    <a:pt x="195512" y="1483866"/>
                  </a:lnTo>
                  <a:lnTo>
                    <a:pt x="197408" y="1483108"/>
                  </a:lnTo>
                  <a:lnTo>
                    <a:pt x="197926" y="1482901"/>
                  </a:lnTo>
                  <a:lnTo>
                    <a:pt x="199132" y="1482419"/>
                  </a:lnTo>
                  <a:lnTo>
                    <a:pt x="200167" y="1482005"/>
                  </a:lnTo>
                  <a:lnTo>
                    <a:pt x="200684" y="1481798"/>
                  </a:lnTo>
                  <a:lnTo>
                    <a:pt x="201029" y="1481660"/>
                  </a:lnTo>
                  <a:lnTo>
                    <a:pt x="201719" y="1481385"/>
                  </a:lnTo>
                  <a:lnTo>
                    <a:pt x="203270" y="1480764"/>
                  </a:lnTo>
                  <a:lnTo>
                    <a:pt x="203443" y="1480695"/>
                  </a:lnTo>
                  <a:lnTo>
                    <a:pt x="204305" y="1480351"/>
                  </a:lnTo>
                  <a:lnTo>
                    <a:pt x="205856" y="1479730"/>
                  </a:lnTo>
                  <a:lnTo>
                    <a:pt x="206718" y="1479385"/>
                  </a:lnTo>
                  <a:lnTo>
                    <a:pt x="208960" y="1478489"/>
                  </a:lnTo>
                  <a:lnTo>
                    <a:pt x="209132" y="1478420"/>
                  </a:lnTo>
                  <a:lnTo>
                    <a:pt x="210339" y="1477937"/>
                  </a:lnTo>
                  <a:lnTo>
                    <a:pt x="211374" y="1477523"/>
                  </a:lnTo>
                  <a:lnTo>
                    <a:pt x="211891" y="1477317"/>
                  </a:lnTo>
                  <a:lnTo>
                    <a:pt x="212580" y="1477041"/>
                  </a:lnTo>
                  <a:lnTo>
                    <a:pt x="213098" y="1476834"/>
                  </a:lnTo>
                  <a:lnTo>
                    <a:pt x="214822" y="1476144"/>
                  </a:lnTo>
                  <a:lnTo>
                    <a:pt x="215684" y="1475799"/>
                  </a:lnTo>
                  <a:lnTo>
                    <a:pt x="217925" y="1474903"/>
                  </a:lnTo>
                  <a:lnTo>
                    <a:pt x="218960" y="1474489"/>
                  </a:lnTo>
                  <a:lnTo>
                    <a:pt x="219649" y="1474213"/>
                  </a:lnTo>
                  <a:lnTo>
                    <a:pt x="219994" y="1474075"/>
                  </a:lnTo>
                  <a:lnTo>
                    <a:pt x="221891" y="1473316"/>
                  </a:lnTo>
                  <a:lnTo>
                    <a:pt x="237407" y="1467107"/>
                  </a:lnTo>
                  <a:lnTo>
                    <a:pt x="244993" y="1464070"/>
                  </a:lnTo>
                  <a:lnTo>
                    <a:pt x="344818" y="1424052"/>
                  </a:lnTo>
                  <a:lnTo>
                    <a:pt x="348439" y="1422599"/>
                  </a:lnTo>
                  <a:lnTo>
                    <a:pt x="348611" y="1422529"/>
                  </a:lnTo>
                  <a:lnTo>
                    <a:pt x="351025" y="1421560"/>
                  </a:lnTo>
                  <a:lnTo>
                    <a:pt x="352922" y="1420799"/>
                  </a:lnTo>
                  <a:lnTo>
                    <a:pt x="356715" y="1419276"/>
                  </a:lnTo>
                  <a:lnTo>
                    <a:pt x="357577" y="1418930"/>
                  </a:lnTo>
                  <a:lnTo>
                    <a:pt x="359128" y="1418306"/>
                  </a:lnTo>
                  <a:lnTo>
                    <a:pt x="362749" y="1416852"/>
                  </a:lnTo>
                  <a:lnTo>
                    <a:pt x="363266" y="1416644"/>
                  </a:lnTo>
                  <a:lnTo>
                    <a:pt x="363611" y="1416506"/>
                  </a:lnTo>
                  <a:lnTo>
                    <a:pt x="365163" y="1415883"/>
                  </a:lnTo>
                  <a:lnTo>
                    <a:pt x="365508" y="1415744"/>
                  </a:lnTo>
                  <a:lnTo>
                    <a:pt x="365680" y="1415675"/>
                  </a:lnTo>
                  <a:lnTo>
                    <a:pt x="366370" y="1415398"/>
                  </a:lnTo>
                  <a:lnTo>
                    <a:pt x="366887" y="1415190"/>
                  </a:lnTo>
                  <a:lnTo>
                    <a:pt x="367749" y="1414844"/>
                  </a:lnTo>
                  <a:lnTo>
                    <a:pt x="367921" y="1414775"/>
                  </a:lnTo>
                  <a:lnTo>
                    <a:pt x="369818" y="1414013"/>
                  </a:lnTo>
                  <a:lnTo>
                    <a:pt x="370335" y="1413805"/>
                  </a:lnTo>
                  <a:lnTo>
                    <a:pt x="371542" y="1413320"/>
                  </a:lnTo>
                  <a:lnTo>
                    <a:pt x="372576" y="1412905"/>
                  </a:lnTo>
                  <a:lnTo>
                    <a:pt x="373094" y="1412697"/>
                  </a:lnTo>
                  <a:lnTo>
                    <a:pt x="373438" y="1412558"/>
                  </a:lnTo>
                  <a:lnTo>
                    <a:pt x="374128" y="1412281"/>
                  </a:lnTo>
                  <a:lnTo>
                    <a:pt x="375680" y="1411658"/>
                  </a:lnTo>
                  <a:lnTo>
                    <a:pt x="375852" y="1411588"/>
                  </a:lnTo>
                  <a:lnTo>
                    <a:pt x="376714" y="1411242"/>
                  </a:lnTo>
                  <a:lnTo>
                    <a:pt x="378266" y="1410619"/>
                  </a:lnTo>
                  <a:lnTo>
                    <a:pt x="379128" y="1410272"/>
                  </a:lnTo>
                  <a:lnTo>
                    <a:pt x="381369" y="1409371"/>
                  </a:lnTo>
                  <a:lnTo>
                    <a:pt x="381542" y="1409302"/>
                  </a:lnTo>
                  <a:lnTo>
                    <a:pt x="382749" y="1408817"/>
                  </a:lnTo>
                  <a:lnTo>
                    <a:pt x="383783" y="1408401"/>
                  </a:lnTo>
                  <a:lnTo>
                    <a:pt x="384300" y="1408194"/>
                  </a:lnTo>
                  <a:lnTo>
                    <a:pt x="384990" y="1407916"/>
                  </a:lnTo>
                  <a:lnTo>
                    <a:pt x="385507" y="1407708"/>
                  </a:lnTo>
                  <a:lnTo>
                    <a:pt x="387231" y="1407016"/>
                  </a:lnTo>
                  <a:lnTo>
                    <a:pt x="388093" y="1406669"/>
                  </a:lnTo>
                  <a:lnTo>
                    <a:pt x="390335" y="1405768"/>
                  </a:lnTo>
                  <a:lnTo>
                    <a:pt x="391369" y="1405352"/>
                  </a:lnTo>
                  <a:lnTo>
                    <a:pt x="392059" y="1405075"/>
                  </a:lnTo>
                  <a:lnTo>
                    <a:pt x="392404" y="1404936"/>
                  </a:lnTo>
                  <a:lnTo>
                    <a:pt x="394300" y="1404174"/>
                  </a:lnTo>
                  <a:lnTo>
                    <a:pt x="409817" y="1397935"/>
                  </a:lnTo>
                  <a:lnTo>
                    <a:pt x="417403" y="1394883"/>
                  </a:lnTo>
                  <a:lnTo>
                    <a:pt x="517228" y="1354662"/>
                  </a:lnTo>
                  <a:lnTo>
                    <a:pt x="520849" y="1353201"/>
                  </a:lnTo>
                  <a:lnTo>
                    <a:pt x="521021" y="1353132"/>
                  </a:lnTo>
                  <a:lnTo>
                    <a:pt x="523435" y="1352157"/>
                  </a:lnTo>
                  <a:lnTo>
                    <a:pt x="525331" y="1351392"/>
                  </a:lnTo>
                  <a:lnTo>
                    <a:pt x="529124" y="1349861"/>
                  </a:lnTo>
                  <a:lnTo>
                    <a:pt x="529986" y="1349513"/>
                  </a:lnTo>
                  <a:lnTo>
                    <a:pt x="531538" y="1348886"/>
                  </a:lnTo>
                  <a:lnTo>
                    <a:pt x="535159" y="1347425"/>
                  </a:lnTo>
                  <a:lnTo>
                    <a:pt x="535676" y="1347216"/>
                  </a:lnTo>
                  <a:lnTo>
                    <a:pt x="536021" y="1347076"/>
                  </a:lnTo>
                  <a:lnTo>
                    <a:pt x="537572" y="1346450"/>
                  </a:lnTo>
                  <a:lnTo>
                    <a:pt x="537917" y="1346311"/>
                  </a:lnTo>
                  <a:lnTo>
                    <a:pt x="538090" y="1346241"/>
                  </a:lnTo>
                  <a:lnTo>
                    <a:pt x="538779" y="1345963"/>
                  </a:lnTo>
                  <a:lnTo>
                    <a:pt x="539296" y="1345754"/>
                  </a:lnTo>
                  <a:lnTo>
                    <a:pt x="540158" y="1345406"/>
                  </a:lnTo>
                  <a:lnTo>
                    <a:pt x="540331" y="1345336"/>
                  </a:lnTo>
                  <a:lnTo>
                    <a:pt x="542227" y="1344570"/>
                  </a:lnTo>
                  <a:lnTo>
                    <a:pt x="542745" y="1344361"/>
                  </a:lnTo>
                  <a:lnTo>
                    <a:pt x="543951" y="1343874"/>
                  </a:lnTo>
                  <a:lnTo>
                    <a:pt x="544986" y="1343456"/>
                  </a:lnTo>
                  <a:lnTo>
                    <a:pt x="545503" y="1343247"/>
                  </a:lnTo>
                  <a:lnTo>
                    <a:pt x="545848" y="1343108"/>
                  </a:lnTo>
                  <a:lnTo>
                    <a:pt x="546538" y="1342829"/>
                  </a:lnTo>
                  <a:lnTo>
                    <a:pt x="548089" y="1342202"/>
                  </a:lnTo>
                  <a:lnTo>
                    <a:pt x="548262" y="1342133"/>
                  </a:lnTo>
                  <a:lnTo>
                    <a:pt x="549124" y="1341784"/>
                  </a:lnTo>
                  <a:lnTo>
                    <a:pt x="550675" y="1341158"/>
                  </a:lnTo>
                  <a:lnTo>
                    <a:pt x="551537" y="1340809"/>
                  </a:lnTo>
                  <a:lnTo>
                    <a:pt x="553779" y="1339904"/>
                  </a:lnTo>
                  <a:lnTo>
                    <a:pt x="553951" y="1339834"/>
                  </a:lnTo>
                  <a:lnTo>
                    <a:pt x="555158" y="1339347"/>
                  </a:lnTo>
                  <a:lnTo>
                    <a:pt x="556193" y="1338929"/>
                  </a:lnTo>
                  <a:lnTo>
                    <a:pt x="556710" y="1338720"/>
                  </a:lnTo>
                  <a:lnTo>
                    <a:pt x="557399" y="1338441"/>
                  </a:lnTo>
                  <a:lnTo>
                    <a:pt x="557917" y="1338232"/>
                  </a:lnTo>
                  <a:lnTo>
                    <a:pt x="559641" y="1337535"/>
                  </a:lnTo>
                  <a:lnTo>
                    <a:pt x="560503" y="1337187"/>
                  </a:lnTo>
                  <a:lnTo>
                    <a:pt x="562744" y="1336281"/>
                  </a:lnTo>
                  <a:lnTo>
                    <a:pt x="563779" y="1335863"/>
                  </a:lnTo>
                  <a:lnTo>
                    <a:pt x="564468" y="1335584"/>
                  </a:lnTo>
                  <a:lnTo>
                    <a:pt x="564813" y="1335445"/>
                  </a:lnTo>
                  <a:lnTo>
                    <a:pt x="566710" y="1334679"/>
                  </a:lnTo>
                  <a:lnTo>
                    <a:pt x="582226" y="1328405"/>
                  </a:lnTo>
                  <a:lnTo>
                    <a:pt x="589812" y="1325337"/>
                  </a:lnTo>
                  <a:lnTo>
                    <a:pt x="689637" y="1284889"/>
                  </a:lnTo>
                  <a:lnTo>
                    <a:pt x="693258" y="1283419"/>
                  </a:lnTo>
                  <a:lnTo>
                    <a:pt x="693430" y="1283349"/>
                  </a:lnTo>
                  <a:lnTo>
                    <a:pt x="695844" y="1282370"/>
                  </a:lnTo>
                  <a:lnTo>
                    <a:pt x="697741" y="1281600"/>
                  </a:lnTo>
                  <a:lnTo>
                    <a:pt x="701534" y="1280060"/>
                  </a:lnTo>
                  <a:lnTo>
                    <a:pt x="702396" y="1279709"/>
                  </a:lnTo>
                  <a:lnTo>
                    <a:pt x="703947" y="1279079"/>
                  </a:lnTo>
                  <a:lnTo>
                    <a:pt x="707568" y="1277609"/>
                  </a:lnTo>
                  <a:lnTo>
                    <a:pt x="708085" y="1277399"/>
                  </a:lnTo>
                  <a:lnTo>
                    <a:pt x="708430" y="1277259"/>
                  </a:lnTo>
                  <a:lnTo>
                    <a:pt x="709982" y="1276629"/>
                  </a:lnTo>
                  <a:lnTo>
                    <a:pt x="710327" y="1276489"/>
                  </a:lnTo>
                  <a:lnTo>
                    <a:pt x="710499" y="1276419"/>
                  </a:lnTo>
                  <a:lnTo>
                    <a:pt x="711189" y="1276138"/>
                  </a:lnTo>
                  <a:lnTo>
                    <a:pt x="711706" y="1275928"/>
                  </a:lnTo>
                  <a:lnTo>
                    <a:pt x="712568" y="1275578"/>
                  </a:lnTo>
                  <a:lnTo>
                    <a:pt x="712740" y="1275508"/>
                  </a:lnTo>
                  <a:lnTo>
                    <a:pt x="714637" y="1274738"/>
                  </a:lnTo>
                  <a:lnTo>
                    <a:pt x="715154" y="1274528"/>
                  </a:lnTo>
                  <a:lnTo>
                    <a:pt x="716361" y="1274037"/>
                  </a:lnTo>
                  <a:lnTo>
                    <a:pt x="717395" y="1273617"/>
                  </a:lnTo>
                  <a:lnTo>
                    <a:pt x="717913" y="1273407"/>
                  </a:lnTo>
                  <a:lnTo>
                    <a:pt x="718257" y="1273267"/>
                  </a:lnTo>
                  <a:lnTo>
                    <a:pt x="718947" y="1272986"/>
                  </a:lnTo>
                  <a:lnTo>
                    <a:pt x="720499" y="1272356"/>
                  </a:lnTo>
                  <a:lnTo>
                    <a:pt x="720671" y="1272286"/>
                  </a:lnTo>
                  <a:lnTo>
                    <a:pt x="721533" y="1271936"/>
                  </a:lnTo>
                  <a:lnTo>
                    <a:pt x="723085" y="1271305"/>
                  </a:lnTo>
                  <a:lnTo>
                    <a:pt x="723947" y="1270955"/>
                  </a:lnTo>
                  <a:lnTo>
                    <a:pt x="726188" y="1270044"/>
                  </a:lnTo>
                  <a:lnTo>
                    <a:pt x="726361" y="1269974"/>
                  </a:lnTo>
                  <a:lnTo>
                    <a:pt x="727568" y="1269483"/>
                  </a:lnTo>
                  <a:lnTo>
                    <a:pt x="728602" y="1269063"/>
                  </a:lnTo>
                  <a:lnTo>
                    <a:pt x="729119" y="1268853"/>
                  </a:lnTo>
                  <a:lnTo>
                    <a:pt x="729809" y="1268572"/>
                  </a:lnTo>
                  <a:lnTo>
                    <a:pt x="730326" y="1268362"/>
                  </a:lnTo>
                  <a:lnTo>
                    <a:pt x="732050" y="1267661"/>
                  </a:lnTo>
                  <a:lnTo>
                    <a:pt x="732912" y="1267311"/>
                  </a:lnTo>
                  <a:lnTo>
                    <a:pt x="735154" y="1266400"/>
                  </a:lnTo>
                  <a:lnTo>
                    <a:pt x="736188" y="1265979"/>
                  </a:lnTo>
                  <a:lnTo>
                    <a:pt x="736878" y="1265699"/>
                  </a:lnTo>
                  <a:lnTo>
                    <a:pt x="737222" y="1265559"/>
                  </a:lnTo>
                  <a:lnTo>
                    <a:pt x="739119" y="1264787"/>
                  </a:lnTo>
                  <a:lnTo>
                    <a:pt x="754636" y="1258476"/>
                  </a:lnTo>
                  <a:lnTo>
                    <a:pt x="762222" y="1255390"/>
                  </a:lnTo>
                  <a:lnTo>
                    <a:pt x="862047" y="1214691"/>
                  </a:lnTo>
                  <a:lnTo>
                    <a:pt x="865668" y="1213212"/>
                  </a:lnTo>
                  <a:lnTo>
                    <a:pt x="865840" y="1213142"/>
                  </a:lnTo>
                  <a:lnTo>
                    <a:pt x="868254" y="1212155"/>
                  </a:lnTo>
                  <a:lnTo>
                    <a:pt x="870150" y="1211381"/>
                  </a:lnTo>
                  <a:lnTo>
                    <a:pt x="873943" y="1209831"/>
                  </a:lnTo>
                  <a:lnTo>
                    <a:pt x="874805" y="1209478"/>
                  </a:lnTo>
                  <a:lnTo>
                    <a:pt x="876357" y="1208844"/>
                  </a:lnTo>
                  <a:lnTo>
                    <a:pt x="879978" y="1207364"/>
                  </a:lnTo>
                  <a:lnTo>
                    <a:pt x="880495" y="1207153"/>
                  </a:lnTo>
                  <a:lnTo>
                    <a:pt x="880840" y="1207012"/>
                  </a:lnTo>
                  <a:lnTo>
                    <a:pt x="882391" y="1206378"/>
                  </a:lnTo>
                  <a:lnTo>
                    <a:pt x="882736" y="1206237"/>
                  </a:lnTo>
                  <a:lnTo>
                    <a:pt x="882909" y="1206166"/>
                  </a:lnTo>
                  <a:lnTo>
                    <a:pt x="883598" y="1205884"/>
                  </a:lnTo>
                  <a:lnTo>
                    <a:pt x="884115" y="1205673"/>
                  </a:lnTo>
                  <a:lnTo>
                    <a:pt x="884977" y="1205321"/>
                  </a:lnTo>
                  <a:lnTo>
                    <a:pt x="885150" y="1205250"/>
                  </a:lnTo>
                  <a:lnTo>
                    <a:pt x="887046" y="1204475"/>
                  </a:lnTo>
                  <a:lnTo>
                    <a:pt x="887564" y="1204263"/>
                  </a:lnTo>
                  <a:lnTo>
                    <a:pt x="888770" y="1203770"/>
                  </a:lnTo>
                  <a:lnTo>
                    <a:pt x="889805" y="1203347"/>
                  </a:lnTo>
                  <a:lnTo>
                    <a:pt x="890322" y="1203135"/>
                  </a:lnTo>
                  <a:lnTo>
                    <a:pt x="890667" y="1202994"/>
                  </a:lnTo>
                  <a:lnTo>
                    <a:pt x="891357" y="1202712"/>
                  </a:lnTo>
                  <a:lnTo>
                    <a:pt x="892908" y="1202078"/>
                  </a:lnTo>
                  <a:lnTo>
                    <a:pt x="893081" y="1202007"/>
                  </a:lnTo>
                  <a:lnTo>
                    <a:pt x="893943" y="1201655"/>
                  </a:lnTo>
                  <a:lnTo>
                    <a:pt x="895494" y="1201020"/>
                  </a:lnTo>
                  <a:lnTo>
                    <a:pt x="896356" y="1200668"/>
                  </a:lnTo>
                  <a:lnTo>
                    <a:pt x="898598" y="1199751"/>
                  </a:lnTo>
                  <a:lnTo>
                    <a:pt x="898770" y="1199680"/>
                  </a:lnTo>
                  <a:lnTo>
                    <a:pt x="899977" y="1199187"/>
                  </a:lnTo>
                  <a:lnTo>
                    <a:pt x="901012" y="1198763"/>
                  </a:lnTo>
                  <a:lnTo>
                    <a:pt x="901529" y="1198552"/>
                  </a:lnTo>
                  <a:lnTo>
                    <a:pt x="902218" y="1198270"/>
                  </a:lnTo>
                  <a:lnTo>
                    <a:pt x="902736" y="1198058"/>
                  </a:lnTo>
                  <a:lnTo>
                    <a:pt x="904460" y="1197353"/>
                  </a:lnTo>
                  <a:lnTo>
                    <a:pt x="905322" y="1197000"/>
                  </a:lnTo>
                  <a:lnTo>
                    <a:pt x="907563" y="1196083"/>
                  </a:lnTo>
                  <a:lnTo>
                    <a:pt x="908598" y="1195660"/>
                  </a:lnTo>
                  <a:lnTo>
                    <a:pt x="909287" y="1195377"/>
                  </a:lnTo>
                  <a:lnTo>
                    <a:pt x="909632" y="1195236"/>
                  </a:lnTo>
                  <a:lnTo>
                    <a:pt x="911528" y="1194460"/>
                  </a:lnTo>
                  <a:lnTo>
                    <a:pt x="927045" y="1188108"/>
                  </a:lnTo>
                  <a:lnTo>
                    <a:pt x="934631" y="1185001"/>
                  </a:lnTo>
                  <a:lnTo>
                    <a:pt x="1034456" y="1144030"/>
                  </a:lnTo>
                  <a:lnTo>
                    <a:pt x="1038077" y="1142541"/>
                  </a:lnTo>
                  <a:lnTo>
                    <a:pt x="1038249" y="1142471"/>
                  </a:lnTo>
                  <a:lnTo>
                    <a:pt x="1040663" y="1141478"/>
                  </a:lnTo>
                  <a:lnTo>
                    <a:pt x="1042560" y="1140698"/>
                  </a:lnTo>
                  <a:lnTo>
                    <a:pt x="1046353" y="1139137"/>
                  </a:lnTo>
                  <a:lnTo>
                    <a:pt x="1047215" y="1138782"/>
                  </a:lnTo>
                  <a:lnTo>
                    <a:pt x="1048766" y="1138144"/>
                  </a:lnTo>
                  <a:lnTo>
                    <a:pt x="1052387" y="1136654"/>
                  </a:lnTo>
                  <a:lnTo>
                    <a:pt x="1052904" y="1136441"/>
                  </a:lnTo>
                  <a:lnTo>
                    <a:pt x="1053249" y="1136299"/>
                  </a:lnTo>
                  <a:lnTo>
                    <a:pt x="1054801" y="1135661"/>
                  </a:lnTo>
                  <a:lnTo>
                    <a:pt x="1055146" y="1135519"/>
                  </a:lnTo>
                  <a:lnTo>
                    <a:pt x="1055318" y="1135448"/>
                  </a:lnTo>
                  <a:lnTo>
                    <a:pt x="1056008" y="1135164"/>
                  </a:lnTo>
                  <a:lnTo>
                    <a:pt x="1056525" y="1134951"/>
                  </a:lnTo>
                  <a:lnTo>
                    <a:pt x="1057387" y="1134596"/>
                  </a:lnTo>
                  <a:lnTo>
                    <a:pt x="1057559" y="1134525"/>
                  </a:lnTo>
                  <a:lnTo>
                    <a:pt x="1059456" y="1133744"/>
                  </a:lnTo>
                  <a:lnTo>
                    <a:pt x="1059973" y="1133531"/>
                  </a:lnTo>
                  <a:lnTo>
                    <a:pt x="1061180" y="1133035"/>
                  </a:lnTo>
                  <a:lnTo>
                    <a:pt x="1062214" y="1132609"/>
                  </a:lnTo>
                  <a:lnTo>
                    <a:pt x="1062732" y="1132396"/>
                  </a:lnTo>
                  <a:lnTo>
                    <a:pt x="1063076" y="1132254"/>
                  </a:lnTo>
                  <a:lnTo>
                    <a:pt x="1063766" y="1131970"/>
                  </a:lnTo>
                  <a:lnTo>
                    <a:pt x="1065318" y="1131331"/>
                  </a:lnTo>
                  <a:lnTo>
                    <a:pt x="1065490" y="1131260"/>
                  </a:lnTo>
                  <a:lnTo>
                    <a:pt x="1066352" y="1130905"/>
                  </a:lnTo>
                  <a:lnTo>
                    <a:pt x="1067904" y="1130266"/>
                  </a:lnTo>
                  <a:lnTo>
                    <a:pt x="1068766" y="1129911"/>
                  </a:lnTo>
                  <a:lnTo>
                    <a:pt x="1071007" y="1128988"/>
                  </a:lnTo>
                  <a:lnTo>
                    <a:pt x="1071180" y="1128917"/>
                  </a:lnTo>
                  <a:lnTo>
                    <a:pt x="1072387" y="1128420"/>
                  </a:lnTo>
                  <a:lnTo>
                    <a:pt x="1073421" y="1127994"/>
                  </a:lnTo>
                  <a:lnTo>
                    <a:pt x="1073938" y="1127781"/>
                  </a:lnTo>
                  <a:lnTo>
                    <a:pt x="1074628" y="1127497"/>
                  </a:lnTo>
                  <a:lnTo>
                    <a:pt x="1075145" y="1127284"/>
                  </a:lnTo>
                  <a:lnTo>
                    <a:pt x="1076869" y="1126573"/>
                  </a:lnTo>
                  <a:lnTo>
                    <a:pt x="1077731" y="1126218"/>
                  </a:lnTo>
                  <a:lnTo>
                    <a:pt x="1079973" y="1125295"/>
                  </a:lnTo>
                  <a:lnTo>
                    <a:pt x="1081007" y="1124869"/>
                  </a:lnTo>
                  <a:lnTo>
                    <a:pt x="1081697" y="1124585"/>
                  </a:lnTo>
                  <a:lnTo>
                    <a:pt x="1082041" y="1124442"/>
                  </a:lnTo>
                  <a:lnTo>
                    <a:pt x="1083938" y="1123661"/>
                  </a:lnTo>
                  <a:lnTo>
                    <a:pt x="1099455" y="1117265"/>
                  </a:lnTo>
                  <a:lnTo>
                    <a:pt x="1107041" y="1114136"/>
                  </a:lnTo>
                  <a:lnTo>
                    <a:pt x="1206866" y="1072877"/>
                  </a:lnTo>
                  <a:lnTo>
                    <a:pt x="1210487" y="1071377"/>
                  </a:lnTo>
                  <a:lnTo>
                    <a:pt x="1210659" y="1071306"/>
                  </a:lnTo>
                  <a:lnTo>
                    <a:pt x="1213073" y="1070306"/>
                  </a:lnTo>
                  <a:lnTo>
                    <a:pt x="1214969" y="1069520"/>
                  </a:lnTo>
                  <a:lnTo>
                    <a:pt x="1218762" y="1067949"/>
                  </a:lnTo>
                  <a:lnTo>
                    <a:pt x="1219624" y="1067591"/>
                  </a:lnTo>
                  <a:lnTo>
                    <a:pt x="1221176" y="1066948"/>
                  </a:lnTo>
                  <a:lnTo>
                    <a:pt x="1224797" y="1065448"/>
                  </a:lnTo>
                  <a:lnTo>
                    <a:pt x="1225314" y="1065233"/>
                  </a:lnTo>
                  <a:lnTo>
                    <a:pt x="1225659" y="1065091"/>
                  </a:lnTo>
                  <a:lnTo>
                    <a:pt x="1227210" y="1064447"/>
                  </a:lnTo>
                  <a:lnTo>
                    <a:pt x="1227555" y="1064304"/>
                  </a:lnTo>
                  <a:lnTo>
                    <a:pt x="1227728" y="1064233"/>
                  </a:lnTo>
                  <a:lnTo>
                    <a:pt x="1228417" y="1063947"/>
                  </a:lnTo>
                  <a:lnTo>
                    <a:pt x="1228934" y="1063733"/>
                  </a:lnTo>
                  <a:lnTo>
                    <a:pt x="1229796" y="1063375"/>
                  </a:lnTo>
                  <a:lnTo>
                    <a:pt x="1229969" y="1063304"/>
                  </a:lnTo>
                  <a:lnTo>
                    <a:pt x="1231865" y="1062518"/>
                  </a:lnTo>
                  <a:lnTo>
                    <a:pt x="1232383" y="1062303"/>
                  </a:lnTo>
                  <a:lnTo>
                    <a:pt x="1233589" y="1061803"/>
                  </a:lnTo>
                  <a:lnTo>
                    <a:pt x="1234624" y="1061374"/>
                  </a:lnTo>
                  <a:lnTo>
                    <a:pt x="1235141" y="1061159"/>
                  </a:lnTo>
                  <a:lnTo>
                    <a:pt x="1235486" y="1061016"/>
                  </a:lnTo>
                  <a:lnTo>
                    <a:pt x="1236176" y="1060730"/>
                  </a:lnTo>
                  <a:lnTo>
                    <a:pt x="1237727" y="1060087"/>
                  </a:lnTo>
                  <a:lnTo>
                    <a:pt x="1237900" y="1060015"/>
                  </a:lnTo>
                  <a:lnTo>
                    <a:pt x="1238762" y="1059658"/>
                  </a:lnTo>
                  <a:lnTo>
                    <a:pt x="1240313" y="1059014"/>
                  </a:lnTo>
                  <a:lnTo>
                    <a:pt x="1241175" y="1058657"/>
                  </a:lnTo>
                  <a:lnTo>
                    <a:pt x="1243417" y="1057727"/>
                  </a:lnTo>
                  <a:lnTo>
                    <a:pt x="1243589" y="1057656"/>
                  </a:lnTo>
                  <a:lnTo>
                    <a:pt x="1244796" y="1057155"/>
                  </a:lnTo>
                  <a:lnTo>
                    <a:pt x="1245831" y="1056726"/>
                  </a:lnTo>
                  <a:lnTo>
                    <a:pt x="1246348" y="1056511"/>
                  </a:lnTo>
                  <a:lnTo>
                    <a:pt x="1247037" y="1056225"/>
                  </a:lnTo>
                  <a:lnTo>
                    <a:pt x="1247555" y="1056010"/>
                  </a:lnTo>
                  <a:lnTo>
                    <a:pt x="1249279" y="1055295"/>
                  </a:lnTo>
                  <a:lnTo>
                    <a:pt x="1250141" y="1054937"/>
                  </a:lnTo>
                  <a:lnTo>
                    <a:pt x="1252382" y="1054007"/>
                  </a:lnTo>
                  <a:lnTo>
                    <a:pt x="1253417" y="1053578"/>
                  </a:lnTo>
                  <a:lnTo>
                    <a:pt x="1254106" y="1053292"/>
                  </a:lnTo>
                  <a:lnTo>
                    <a:pt x="1254451" y="1053149"/>
                  </a:lnTo>
                  <a:lnTo>
                    <a:pt x="1256347" y="1052362"/>
                  </a:lnTo>
                  <a:lnTo>
                    <a:pt x="1271864" y="1045920"/>
                  </a:lnTo>
                  <a:lnTo>
                    <a:pt x="1279450" y="1042769"/>
                  </a:lnTo>
                  <a:lnTo>
                    <a:pt x="1379275" y="1001211"/>
                  </a:lnTo>
                  <a:lnTo>
                    <a:pt x="1382896" y="999700"/>
                  </a:lnTo>
                  <a:lnTo>
                    <a:pt x="1383068" y="999628"/>
                  </a:lnTo>
                  <a:lnTo>
                    <a:pt x="1385482" y="998621"/>
                  </a:lnTo>
                  <a:lnTo>
                    <a:pt x="1387379" y="997830"/>
                  </a:lnTo>
                  <a:lnTo>
                    <a:pt x="1391172" y="996246"/>
                  </a:lnTo>
                  <a:lnTo>
                    <a:pt x="1392034" y="995887"/>
                  </a:lnTo>
                  <a:lnTo>
                    <a:pt x="1393585" y="995239"/>
                  </a:lnTo>
                  <a:lnTo>
                    <a:pt x="1397206" y="993727"/>
                  </a:lnTo>
                  <a:lnTo>
                    <a:pt x="1397723" y="993512"/>
                  </a:lnTo>
                  <a:lnTo>
                    <a:pt x="1398068" y="993368"/>
                  </a:lnTo>
                  <a:lnTo>
                    <a:pt x="1399620" y="992720"/>
                  </a:lnTo>
                  <a:lnTo>
                    <a:pt x="1399965" y="992576"/>
                  </a:lnTo>
                  <a:lnTo>
                    <a:pt x="1400137" y="992504"/>
                  </a:lnTo>
                  <a:lnTo>
                    <a:pt x="1400827" y="992216"/>
                  </a:lnTo>
                  <a:lnTo>
                    <a:pt x="1401344" y="992000"/>
                  </a:lnTo>
                  <a:lnTo>
                    <a:pt x="1402206" y="991640"/>
                  </a:lnTo>
                  <a:lnTo>
                    <a:pt x="1402378" y="991568"/>
                  </a:lnTo>
                  <a:lnTo>
                    <a:pt x="1404275" y="990776"/>
                  </a:lnTo>
                  <a:lnTo>
                    <a:pt x="1404792" y="990560"/>
                  </a:lnTo>
                  <a:lnTo>
                    <a:pt x="1405999" y="990056"/>
                  </a:lnTo>
                  <a:lnTo>
                    <a:pt x="1407033" y="989624"/>
                  </a:lnTo>
                  <a:lnTo>
                    <a:pt x="1407551" y="989408"/>
                  </a:lnTo>
                  <a:lnTo>
                    <a:pt x="1407895" y="989264"/>
                  </a:lnTo>
                  <a:lnTo>
                    <a:pt x="1408585" y="988976"/>
                  </a:lnTo>
                  <a:lnTo>
                    <a:pt x="1410137" y="988327"/>
                  </a:lnTo>
                  <a:lnTo>
                    <a:pt x="1410309" y="988255"/>
                  </a:lnTo>
                  <a:lnTo>
                    <a:pt x="1411171" y="987895"/>
                  </a:lnTo>
                  <a:lnTo>
                    <a:pt x="1412723" y="987247"/>
                  </a:lnTo>
                  <a:lnTo>
                    <a:pt x="1413585" y="986887"/>
                  </a:lnTo>
                  <a:lnTo>
                    <a:pt x="1415826" y="985951"/>
                  </a:lnTo>
                  <a:lnTo>
                    <a:pt x="1415999" y="985878"/>
                  </a:lnTo>
                  <a:lnTo>
                    <a:pt x="1417206" y="985374"/>
                  </a:lnTo>
                  <a:lnTo>
                    <a:pt x="1418240" y="984942"/>
                  </a:lnTo>
                  <a:lnTo>
                    <a:pt x="1418757" y="984726"/>
                  </a:lnTo>
                  <a:lnTo>
                    <a:pt x="1419447" y="984438"/>
                  </a:lnTo>
                  <a:lnTo>
                    <a:pt x="1419964" y="984222"/>
                  </a:lnTo>
                  <a:lnTo>
                    <a:pt x="1421688" y="983501"/>
                  </a:lnTo>
                  <a:lnTo>
                    <a:pt x="1422550" y="983141"/>
                  </a:lnTo>
                  <a:lnTo>
                    <a:pt x="1424792" y="982204"/>
                  </a:lnTo>
                  <a:lnTo>
                    <a:pt x="1425826" y="981772"/>
                  </a:lnTo>
                  <a:lnTo>
                    <a:pt x="1426516" y="981483"/>
                  </a:lnTo>
                  <a:lnTo>
                    <a:pt x="1426860" y="981339"/>
                  </a:lnTo>
                  <a:lnTo>
                    <a:pt x="1428757" y="980546"/>
                  </a:lnTo>
                  <a:lnTo>
                    <a:pt x="1444274" y="974057"/>
                  </a:lnTo>
                  <a:lnTo>
                    <a:pt x="1451860" y="970883"/>
                  </a:lnTo>
                  <a:lnTo>
                    <a:pt x="1551685" y="929024"/>
                  </a:lnTo>
                  <a:lnTo>
                    <a:pt x="1555306" y="927503"/>
                  </a:lnTo>
                  <a:lnTo>
                    <a:pt x="1555478" y="927430"/>
                  </a:lnTo>
                  <a:lnTo>
                    <a:pt x="1557892" y="926416"/>
                  </a:lnTo>
                  <a:lnTo>
                    <a:pt x="1559788" y="925619"/>
                  </a:lnTo>
                  <a:lnTo>
                    <a:pt x="1563581" y="924024"/>
                  </a:lnTo>
                  <a:lnTo>
                    <a:pt x="1564443" y="923662"/>
                  </a:lnTo>
                  <a:lnTo>
                    <a:pt x="1565995" y="923009"/>
                  </a:lnTo>
                  <a:lnTo>
                    <a:pt x="1569616" y="921487"/>
                  </a:lnTo>
                  <a:lnTo>
                    <a:pt x="1570133" y="921270"/>
                  </a:lnTo>
                  <a:lnTo>
                    <a:pt x="1570478" y="921125"/>
                  </a:lnTo>
                  <a:lnTo>
                    <a:pt x="1572029" y="920472"/>
                  </a:lnTo>
                  <a:lnTo>
                    <a:pt x="1572374" y="920327"/>
                  </a:lnTo>
                  <a:lnTo>
                    <a:pt x="1572546" y="920255"/>
                  </a:lnTo>
                  <a:lnTo>
                    <a:pt x="1573236" y="919964"/>
                  </a:lnTo>
                  <a:lnTo>
                    <a:pt x="1573753" y="919747"/>
                  </a:lnTo>
                  <a:lnTo>
                    <a:pt x="1574615" y="919384"/>
                  </a:lnTo>
                  <a:lnTo>
                    <a:pt x="1574788" y="919312"/>
                  </a:lnTo>
                  <a:lnTo>
                    <a:pt x="1576684" y="918514"/>
                  </a:lnTo>
                  <a:lnTo>
                    <a:pt x="1577202" y="918297"/>
                  </a:lnTo>
                  <a:lnTo>
                    <a:pt x="1578408" y="917789"/>
                  </a:lnTo>
                  <a:lnTo>
                    <a:pt x="1579443" y="917354"/>
                  </a:lnTo>
                  <a:lnTo>
                    <a:pt x="1579960" y="917136"/>
                  </a:lnTo>
                  <a:lnTo>
                    <a:pt x="1580305" y="916991"/>
                  </a:lnTo>
                  <a:lnTo>
                    <a:pt x="1580995" y="916701"/>
                  </a:lnTo>
                  <a:lnTo>
                    <a:pt x="1582546" y="916048"/>
                  </a:lnTo>
                  <a:lnTo>
                    <a:pt x="1582719" y="915976"/>
                  </a:lnTo>
                  <a:lnTo>
                    <a:pt x="1583581" y="915613"/>
                  </a:lnTo>
                  <a:lnTo>
                    <a:pt x="1585132" y="914960"/>
                  </a:lnTo>
                  <a:lnTo>
                    <a:pt x="1585994" y="914597"/>
                  </a:lnTo>
                  <a:lnTo>
                    <a:pt x="1588236" y="913654"/>
                  </a:lnTo>
                  <a:lnTo>
                    <a:pt x="1588408" y="913582"/>
                  </a:lnTo>
                  <a:lnTo>
                    <a:pt x="1589615" y="913074"/>
                  </a:lnTo>
                  <a:lnTo>
                    <a:pt x="1590649" y="912638"/>
                  </a:lnTo>
                  <a:lnTo>
                    <a:pt x="1591167" y="912421"/>
                  </a:lnTo>
                  <a:lnTo>
                    <a:pt x="1591856" y="912130"/>
                  </a:lnTo>
                  <a:lnTo>
                    <a:pt x="1592374" y="911913"/>
                  </a:lnTo>
                  <a:lnTo>
                    <a:pt x="1594098" y="911187"/>
                  </a:lnTo>
                  <a:lnTo>
                    <a:pt x="1594960" y="910824"/>
                  </a:lnTo>
                  <a:lnTo>
                    <a:pt x="1597201" y="909881"/>
                  </a:lnTo>
                  <a:lnTo>
                    <a:pt x="1598236" y="909445"/>
                  </a:lnTo>
                  <a:lnTo>
                    <a:pt x="1598925" y="909155"/>
                  </a:lnTo>
                  <a:lnTo>
                    <a:pt x="1599270" y="909010"/>
                  </a:lnTo>
                  <a:lnTo>
                    <a:pt x="1601166" y="908211"/>
                  </a:lnTo>
                  <a:lnTo>
                    <a:pt x="1616683" y="901676"/>
                  </a:lnTo>
                  <a:lnTo>
                    <a:pt x="1624269" y="898479"/>
                  </a:lnTo>
                  <a:lnTo>
                    <a:pt x="1724094" y="856324"/>
                  </a:lnTo>
                  <a:lnTo>
                    <a:pt x="1727715" y="854792"/>
                  </a:lnTo>
                  <a:lnTo>
                    <a:pt x="1727887" y="854719"/>
                  </a:lnTo>
                  <a:lnTo>
                    <a:pt x="1730301" y="853698"/>
                  </a:lnTo>
                  <a:lnTo>
                    <a:pt x="1732198" y="852895"/>
                  </a:lnTo>
                  <a:lnTo>
                    <a:pt x="1735991" y="851289"/>
                  </a:lnTo>
                  <a:lnTo>
                    <a:pt x="1736853" y="850925"/>
                  </a:lnTo>
                  <a:lnTo>
                    <a:pt x="1738404" y="850268"/>
                  </a:lnTo>
                  <a:lnTo>
                    <a:pt x="1742025" y="848735"/>
                  </a:lnTo>
                  <a:lnTo>
                    <a:pt x="1742542" y="848516"/>
                  </a:lnTo>
                  <a:lnTo>
                    <a:pt x="1742887" y="848370"/>
                  </a:lnTo>
                  <a:lnTo>
                    <a:pt x="1744439" y="847713"/>
                  </a:lnTo>
                  <a:lnTo>
                    <a:pt x="1744784" y="847567"/>
                  </a:lnTo>
                  <a:lnTo>
                    <a:pt x="1744956" y="847494"/>
                  </a:lnTo>
                  <a:lnTo>
                    <a:pt x="1745646" y="847202"/>
                  </a:lnTo>
                  <a:lnTo>
                    <a:pt x="1746163" y="846982"/>
                  </a:lnTo>
                  <a:lnTo>
                    <a:pt x="1747025" y="846617"/>
                  </a:lnTo>
                  <a:lnTo>
                    <a:pt x="1747197" y="846544"/>
                  </a:lnTo>
                  <a:lnTo>
                    <a:pt x="1749094" y="845741"/>
                  </a:lnTo>
                  <a:lnTo>
                    <a:pt x="1749611" y="845522"/>
                  </a:lnTo>
                  <a:lnTo>
                    <a:pt x="1750818" y="845011"/>
                  </a:lnTo>
                  <a:lnTo>
                    <a:pt x="1751852" y="844573"/>
                  </a:lnTo>
                  <a:lnTo>
                    <a:pt x="1752370" y="844354"/>
                  </a:lnTo>
                  <a:lnTo>
                    <a:pt x="1752714" y="844208"/>
                  </a:lnTo>
                  <a:lnTo>
                    <a:pt x="1753404" y="843915"/>
                  </a:lnTo>
                  <a:lnTo>
                    <a:pt x="1754956" y="843258"/>
                  </a:lnTo>
                  <a:lnTo>
                    <a:pt x="1755128" y="843185"/>
                  </a:lnTo>
                  <a:lnTo>
                    <a:pt x="1755990" y="842820"/>
                  </a:lnTo>
                  <a:lnTo>
                    <a:pt x="1757542" y="842162"/>
                  </a:lnTo>
                  <a:lnTo>
                    <a:pt x="1758404" y="841797"/>
                  </a:lnTo>
                  <a:lnTo>
                    <a:pt x="1760645" y="840848"/>
                  </a:lnTo>
                  <a:lnTo>
                    <a:pt x="1760818" y="840775"/>
                  </a:lnTo>
                  <a:lnTo>
                    <a:pt x="1762025" y="840263"/>
                  </a:lnTo>
                  <a:lnTo>
                    <a:pt x="1763059" y="839825"/>
                  </a:lnTo>
                  <a:lnTo>
                    <a:pt x="1763576" y="839606"/>
                  </a:lnTo>
                  <a:lnTo>
                    <a:pt x="1764266" y="839313"/>
                  </a:lnTo>
                  <a:lnTo>
                    <a:pt x="1764783" y="839094"/>
                  </a:lnTo>
                  <a:lnTo>
                    <a:pt x="1766507" y="838363"/>
                  </a:lnTo>
                  <a:lnTo>
                    <a:pt x="1767369" y="837998"/>
                  </a:lnTo>
                  <a:lnTo>
                    <a:pt x="1769611" y="837048"/>
                  </a:lnTo>
                  <a:lnTo>
                    <a:pt x="1770645" y="836610"/>
                  </a:lnTo>
                  <a:lnTo>
                    <a:pt x="1771335" y="836317"/>
                  </a:lnTo>
                  <a:lnTo>
                    <a:pt x="1771679" y="836171"/>
                  </a:lnTo>
                  <a:lnTo>
                    <a:pt x="1773576" y="835367"/>
                  </a:lnTo>
                  <a:lnTo>
                    <a:pt x="1789093" y="828787"/>
                  </a:lnTo>
                  <a:lnTo>
                    <a:pt x="1796679" y="825568"/>
                  </a:lnTo>
                  <a:lnTo>
                    <a:pt x="1896504" y="783131"/>
                  </a:lnTo>
                  <a:lnTo>
                    <a:pt x="1900125" y="781588"/>
                  </a:lnTo>
                  <a:lnTo>
                    <a:pt x="1900297" y="781515"/>
                  </a:lnTo>
                  <a:lnTo>
                    <a:pt x="1902711" y="780487"/>
                  </a:lnTo>
                  <a:lnTo>
                    <a:pt x="1904607" y="779679"/>
                  </a:lnTo>
                  <a:lnTo>
                    <a:pt x="1908400" y="778063"/>
                  </a:lnTo>
                  <a:lnTo>
                    <a:pt x="1909262" y="777695"/>
                  </a:lnTo>
                  <a:lnTo>
                    <a:pt x="1910814" y="777034"/>
                  </a:lnTo>
                  <a:lnTo>
                    <a:pt x="1914435" y="775491"/>
                  </a:lnTo>
                  <a:lnTo>
                    <a:pt x="1914952" y="775271"/>
                  </a:lnTo>
                  <a:lnTo>
                    <a:pt x="1915297" y="775124"/>
                  </a:lnTo>
                  <a:lnTo>
                    <a:pt x="1916848" y="774462"/>
                  </a:lnTo>
                  <a:lnTo>
                    <a:pt x="1917193" y="774315"/>
                  </a:lnTo>
                  <a:lnTo>
                    <a:pt x="1917365" y="774242"/>
                  </a:lnTo>
                  <a:lnTo>
                    <a:pt x="1918055" y="773948"/>
                  </a:lnTo>
                  <a:lnTo>
                    <a:pt x="1918572" y="773728"/>
                  </a:lnTo>
                  <a:lnTo>
                    <a:pt x="1919434" y="773360"/>
                  </a:lnTo>
                  <a:lnTo>
                    <a:pt x="1919607" y="773287"/>
                  </a:lnTo>
                  <a:lnTo>
                    <a:pt x="1921503" y="772478"/>
                  </a:lnTo>
                  <a:lnTo>
                    <a:pt x="1922021" y="772258"/>
                  </a:lnTo>
                  <a:lnTo>
                    <a:pt x="1923227" y="771743"/>
                  </a:lnTo>
                  <a:lnTo>
                    <a:pt x="1924262" y="771302"/>
                  </a:lnTo>
                  <a:lnTo>
                    <a:pt x="1924779" y="771082"/>
                  </a:lnTo>
                  <a:lnTo>
                    <a:pt x="1925124" y="770935"/>
                  </a:lnTo>
                  <a:lnTo>
                    <a:pt x="1925814" y="770641"/>
                  </a:lnTo>
                  <a:lnTo>
                    <a:pt x="1927365" y="769979"/>
                  </a:lnTo>
                  <a:lnTo>
                    <a:pt x="1927538" y="769905"/>
                  </a:lnTo>
                  <a:lnTo>
                    <a:pt x="1928400" y="769538"/>
                  </a:lnTo>
                  <a:lnTo>
                    <a:pt x="1929951" y="768876"/>
                  </a:lnTo>
                  <a:lnTo>
                    <a:pt x="1930813" y="768509"/>
                  </a:lnTo>
                  <a:lnTo>
                    <a:pt x="1933055" y="767553"/>
                  </a:lnTo>
                  <a:lnTo>
                    <a:pt x="1933227" y="767479"/>
                  </a:lnTo>
                  <a:lnTo>
                    <a:pt x="1934434" y="766964"/>
                  </a:lnTo>
                  <a:lnTo>
                    <a:pt x="1935468" y="766523"/>
                  </a:lnTo>
                  <a:lnTo>
                    <a:pt x="1935986" y="766303"/>
                  </a:lnTo>
                  <a:lnTo>
                    <a:pt x="1936675" y="766008"/>
                  </a:lnTo>
                  <a:lnTo>
                    <a:pt x="1937193" y="765788"/>
                  </a:lnTo>
                  <a:lnTo>
                    <a:pt x="1938917" y="765052"/>
                  </a:lnTo>
                  <a:lnTo>
                    <a:pt x="1939779" y="764685"/>
                  </a:lnTo>
                  <a:lnTo>
                    <a:pt x="1942020" y="763729"/>
                  </a:lnTo>
                  <a:lnTo>
                    <a:pt x="1943054" y="763287"/>
                  </a:lnTo>
                  <a:lnTo>
                    <a:pt x="1943744" y="762993"/>
                  </a:lnTo>
                  <a:lnTo>
                    <a:pt x="1944089" y="762846"/>
                  </a:lnTo>
                  <a:lnTo>
                    <a:pt x="1945985" y="762037"/>
                  </a:lnTo>
                  <a:lnTo>
                    <a:pt x="1961502" y="755414"/>
                  </a:lnTo>
                  <a:lnTo>
                    <a:pt x="1969088" y="752175"/>
                  </a:lnTo>
                  <a:lnTo>
                    <a:pt x="2068913" y="709473"/>
                  </a:lnTo>
                  <a:lnTo>
                    <a:pt x="2072534" y="707922"/>
                  </a:lnTo>
                  <a:lnTo>
                    <a:pt x="2072706" y="707848"/>
                  </a:lnTo>
                  <a:lnTo>
                    <a:pt x="2075120" y="706813"/>
                  </a:lnTo>
                  <a:lnTo>
                    <a:pt x="2077017" y="706000"/>
                  </a:lnTo>
                  <a:lnTo>
                    <a:pt x="2080810" y="704375"/>
                  </a:lnTo>
                  <a:lnTo>
                    <a:pt x="2081672" y="704005"/>
                  </a:lnTo>
                  <a:lnTo>
                    <a:pt x="2083223" y="703340"/>
                  </a:lnTo>
                  <a:lnTo>
                    <a:pt x="2086844" y="701788"/>
                  </a:lnTo>
                  <a:lnTo>
                    <a:pt x="2087361" y="701566"/>
                  </a:lnTo>
                  <a:lnTo>
                    <a:pt x="2087706" y="701418"/>
                  </a:lnTo>
                  <a:lnTo>
                    <a:pt x="2089258" y="700753"/>
                  </a:lnTo>
                  <a:lnTo>
                    <a:pt x="2089603" y="700605"/>
                  </a:lnTo>
                  <a:lnTo>
                    <a:pt x="2089775" y="700531"/>
                  </a:lnTo>
                  <a:lnTo>
                    <a:pt x="2090465" y="700235"/>
                  </a:lnTo>
                  <a:lnTo>
                    <a:pt x="2090982" y="700013"/>
                  </a:lnTo>
                  <a:lnTo>
                    <a:pt x="2091844" y="699644"/>
                  </a:lnTo>
                  <a:lnTo>
                    <a:pt x="2092016" y="699570"/>
                  </a:lnTo>
                  <a:lnTo>
                    <a:pt x="2093913" y="698756"/>
                  </a:lnTo>
                  <a:lnTo>
                    <a:pt x="2094430" y="698535"/>
                  </a:lnTo>
                  <a:lnTo>
                    <a:pt x="2095637" y="698017"/>
                  </a:lnTo>
                  <a:lnTo>
                    <a:pt x="2096671" y="697573"/>
                  </a:lnTo>
                  <a:lnTo>
                    <a:pt x="2097189" y="697351"/>
                  </a:lnTo>
                  <a:lnTo>
                    <a:pt x="2097533" y="697204"/>
                  </a:lnTo>
                  <a:lnTo>
                    <a:pt x="2098223" y="696908"/>
                  </a:lnTo>
                  <a:lnTo>
                    <a:pt x="2099775" y="696242"/>
                  </a:lnTo>
                  <a:lnTo>
                    <a:pt x="2099947" y="696168"/>
                  </a:lnTo>
                  <a:lnTo>
                    <a:pt x="2100809" y="695798"/>
                  </a:lnTo>
                  <a:lnTo>
                    <a:pt x="2102361" y="695133"/>
                  </a:lnTo>
                  <a:lnTo>
                    <a:pt x="2103223" y="694763"/>
                  </a:lnTo>
                  <a:lnTo>
                    <a:pt x="2105464" y="693802"/>
                  </a:lnTo>
                  <a:lnTo>
                    <a:pt x="2105637" y="693728"/>
                  </a:lnTo>
                  <a:lnTo>
                    <a:pt x="2106844" y="693210"/>
                  </a:lnTo>
                  <a:lnTo>
                    <a:pt x="2107878" y="692766"/>
                  </a:lnTo>
                  <a:lnTo>
                    <a:pt x="2108395" y="692544"/>
                  </a:lnTo>
                  <a:lnTo>
                    <a:pt x="2109085" y="692248"/>
                  </a:lnTo>
                  <a:lnTo>
                    <a:pt x="2109602" y="692026"/>
                  </a:lnTo>
                  <a:lnTo>
                    <a:pt x="2111326" y="691286"/>
                  </a:lnTo>
                  <a:lnTo>
                    <a:pt x="2112188" y="690917"/>
                  </a:lnTo>
                  <a:lnTo>
                    <a:pt x="2114430" y="689955"/>
                  </a:lnTo>
                  <a:lnTo>
                    <a:pt x="2115464" y="689511"/>
                  </a:lnTo>
                  <a:lnTo>
                    <a:pt x="2116154" y="689215"/>
                  </a:lnTo>
                  <a:lnTo>
                    <a:pt x="2116498" y="689067"/>
                  </a:lnTo>
                  <a:lnTo>
                    <a:pt x="2118395" y="688253"/>
                  </a:lnTo>
                  <a:lnTo>
                    <a:pt x="2133912" y="681591"/>
                  </a:lnTo>
                  <a:lnTo>
                    <a:pt x="2141498" y="678333"/>
                  </a:lnTo>
                  <a:lnTo>
                    <a:pt x="2241323" y="635389"/>
                  </a:lnTo>
                  <a:lnTo>
                    <a:pt x="2244944" y="633829"/>
                  </a:lnTo>
                  <a:lnTo>
                    <a:pt x="2245116" y="633755"/>
                  </a:lnTo>
                  <a:lnTo>
                    <a:pt x="2247530" y="632715"/>
                  </a:lnTo>
                  <a:lnTo>
                    <a:pt x="2249426" y="631898"/>
                  </a:lnTo>
                  <a:lnTo>
                    <a:pt x="2253219" y="630263"/>
                  </a:lnTo>
                  <a:lnTo>
                    <a:pt x="2254081" y="629891"/>
                  </a:lnTo>
                  <a:lnTo>
                    <a:pt x="2255633" y="629222"/>
                  </a:lnTo>
                  <a:lnTo>
                    <a:pt x="2259254" y="627662"/>
                  </a:lnTo>
                  <a:lnTo>
                    <a:pt x="2259771" y="627439"/>
                  </a:lnTo>
                  <a:lnTo>
                    <a:pt x="2260116" y="627290"/>
                  </a:lnTo>
                  <a:lnTo>
                    <a:pt x="2261667" y="626621"/>
                  </a:lnTo>
                  <a:lnTo>
                    <a:pt x="2262012" y="626473"/>
                  </a:lnTo>
                  <a:lnTo>
                    <a:pt x="2262184" y="626398"/>
                  </a:lnTo>
                  <a:lnTo>
                    <a:pt x="2262874" y="626101"/>
                  </a:lnTo>
                  <a:lnTo>
                    <a:pt x="2263391" y="625878"/>
                  </a:lnTo>
                  <a:lnTo>
                    <a:pt x="2264253" y="625506"/>
                  </a:lnTo>
                  <a:lnTo>
                    <a:pt x="2264426" y="625432"/>
                  </a:lnTo>
                  <a:lnTo>
                    <a:pt x="2266322" y="624614"/>
                  </a:lnTo>
                  <a:lnTo>
                    <a:pt x="2266840" y="624391"/>
                  </a:lnTo>
                  <a:lnTo>
                    <a:pt x="2268046" y="623871"/>
                  </a:lnTo>
                  <a:lnTo>
                    <a:pt x="2269081" y="623425"/>
                  </a:lnTo>
                  <a:lnTo>
                    <a:pt x="2269598" y="623202"/>
                  </a:lnTo>
                  <a:lnTo>
                    <a:pt x="2269943" y="623053"/>
                  </a:lnTo>
                  <a:lnTo>
                    <a:pt x="2270633" y="622756"/>
                  </a:lnTo>
                  <a:lnTo>
                    <a:pt x="2272184" y="622086"/>
                  </a:lnTo>
                  <a:lnTo>
                    <a:pt x="2272357" y="622012"/>
                  </a:lnTo>
                  <a:lnTo>
                    <a:pt x="2273219" y="621640"/>
                  </a:lnTo>
                  <a:lnTo>
                    <a:pt x="2274770" y="620971"/>
                  </a:lnTo>
                  <a:lnTo>
                    <a:pt x="2275632" y="620599"/>
                  </a:lnTo>
                  <a:lnTo>
                    <a:pt x="2277874" y="619633"/>
                  </a:lnTo>
                  <a:lnTo>
                    <a:pt x="2278046" y="619558"/>
                  </a:lnTo>
                  <a:lnTo>
                    <a:pt x="2279253" y="619038"/>
                  </a:lnTo>
                  <a:lnTo>
                    <a:pt x="2280287" y="618592"/>
                  </a:lnTo>
                  <a:lnTo>
                    <a:pt x="2280805" y="618368"/>
                  </a:lnTo>
                  <a:lnTo>
                    <a:pt x="2281494" y="618071"/>
                  </a:lnTo>
                  <a:lnTo>
                    <a:pt x="2282012" y="617848"/>
                  </a:lnTo>
                  <a:lnTo>
                    <a:pt x="2283736" y="617104"/>
                  </a:lnTo>
                  <a:lnTo>
                    <a:pt x="2284598" y="616732"/>
                  </a:lnTo>
                  <a:lnTo>
                    <a:pt x="2286839" y="615765"/>
                  </a:lnTo>
                  <a:lnTo>
                    <a:pt x="2287873" y="615319"/>
                  </a:lnTo>
                  <a:lnTo>
                    <a:pt x="2288563" y="615021"/>
                  </a:lnTo>
                  <a:lnTo>
                    <a:pt x="2288908" y="614873"/>
                  </a:lnTo>
                  <a:lnTo>
                    <a:pt x="2290804" y="614054"/>
                  </a:lnTo>
                  <a:lnTo>
                    <a:pt x="2306321" y="607358"/>
                  </a:lnTo>
                  <a:lnTo>
                    <a:pt x="2313907" y="604082"/>
                  </a:lnTo>
                  <a:lnTo>
                    <a:pt x="2413732" y="560921"/>
                  </a:lnTo>
                  <a:lnTo>
                    <a:pt x="2417353" y="559353"/>
                  </a:lnTo>
                  <a:lnTo>
                    <a:pt x="2417525" y="559278"/>
                  </a:lnTo>
                  <a:lnTo>
                    <a:pt x="2419939" y="558233"/>
                  </a:lnTo>
                  <a:lnTo>
                    <a:pt x="2421836" y="557412"/>
                  </a:lnTo>
                  <a:lnTo>
                    <a:pt x="2425629" y="555769"/>
                  </a:lnTo>
                  <a:lnTo>
                    <a:pt x="2426491" y="555396"/>
                  </a:lnTo>
                  <a:lnTo>
                    <a:pt x="2428042" y="554724"/>
                  </a:lnTo>
                  <a:lnTo>
                    <a:pt x="2431663" y="553155"/>
                  </a:lnTo>
                  <a:lnTo>
                    <a:pt x="2432180" y="552931"/>
                  </a:lnTo>
                  <a:lnTo>
                    <a:pt x="2432525" y="552782"/>
                  </a:lnTo>
                  <a:lnTo>
                    <a:pt x="2434077" y="552110"/>
                  </a:lnTo>
                  <a:lnTo>
                    <a:pt x="2434422" y="551960"/>
                  </a:lnTo>
                  <a:lnTo>
                    <a:pt x="2434594" y="551886"/>
                  </a:lnTo>
                  <a:lnTo>
                    <a:pt x="2435284" y="551587"/>
                  </a:lnTo>
                  <a:lnTo>
                    <a:pt x="2435801" y="551363"/>
                  </a:lnTo>
                  <a:lnTo>
                    <a:pt x="2436663" y="550989"/>
                  </a:lnTo>
                  <a:lnTo>
                    <a:pt x="2436835" y="550915"/>
                  </a:lnTo>
                  <a:lnTo>
                    <a:pt x="2438732" y="550093"/>
                  </a:lnTo>
                  <a:lnTo>
                    <a:pt x="2439249" y="549869"/>
                  </a:lnTo>
                  <a:lnTo>
                    <a:pt x="2440456" y="549346"/>
                  </a:lnTo>
                  <a:lnTo>
                    <a:pt x="2441490" y="548898"/>
                  </a:lnTo>
                  <a:lnTo>
                    <a:pt x="2442008" y="548674"/>
                  </a:lnTo>
                  <a:lnTo>
                    <a:pt x="2442352" y="548524"/>
                  </a:lnTo>
                  <a:lnTo>
                    <a:pt x="2443042" y="548226"/>
                  </a:lnTo>
                  <a:lnTo>
                    <a:pt x="2444594" y="547553"/>
                  </a:lnTo>
                  <a:lnTo>
                    <a:pt x="2444766" y="547479"/>
                  </a:lnTo>
                  <a:lnTo>
                    <a:pt x="2445628" y="547105"/>
                  </a:lnTo>
                  <a:lnTo>
                    <a:pt x="2447180" y="546433"/>
                  </a:lnTo>
                  <a:lnTo>
                    <a:pt x="2448042" y="546059"/>
                  </a:lnTo>
                  <a:lnTo>
                    <a:pt x="2450283" y="545088"/>
                  </a:lnTo>
                  <a:lnTo>
                    <a:pt x="2450456" y="545013"/>
                  </a:lnTo>
                  <a:lnTo>
                    <a:pt x="2451662" y="544490"/>
                  </a:lnTo>
                  <a:lnTo>
                    <a:pt x="2452697" y="544042"/>
                  </a:lnTo>
                  <a:lnTo>
                    <a:pt x="2453214" y="543817"/>
                  </a:lnTo>
                  <a:lnTo>
                    <a:pt x="2453904" y="543519"/>
                  </a:lnTo>
                  <a:lnTo>
                    <a:pt x="2454421" y="543294"/>
                  </a:lnTo>
                  <a:lnTo>
                    <a:pt x="2456145" y="542547"/>
                  </a:lnTo>
                  <a:lnTo>
                    <a:pt x="2457007" y="542173"/>
                  </a:lnTo>
                  <a:lnTo>
                    <a:pt x="2459249" y="541202"/>
                  </a:lnTo>
                  <a:lnTo>
                    <a:pt x="2460283" y="540753"/>
                  </a:lnTo>
                  <a:lnTo>
                    <a:pt x="2460973" y="540455"/>
                  </a:lnTo>
                  <a:lnTo>
                    <a:pt x="2461317" y="540305"/>
                  </a:lnTo>
                  <a:lnTo>
                    <a:pt x="2463214" y="539483"/>
                  </a:lnTo>
                  <a:lnTo>
                    <a:pt x="2478731" y="532755"/>
                  </a:lnTo>
                  <a:lnTo>
                    <a:pt x="2486317" y="529464"/>
                  </a:lnTo>
                  <a:lnTo>
                    <a:pt x="2586142" y="486109"/>
                  </a:lnTo>
                  <a:lnTo>
                    <a:pt x="2589763" y="484535"/>
                  </a:lnTo>
                  <a:lnTo>
                    <a:pt x="2589935" y="484460"/>
                  </a:lnTo>
                  <a:lnTo>
                    <a:pt x="2592349" y="483410"/>
                  </a:lnTo>
                  <a:lnTo>
                    <a:pt x="2594245" y="482585"/>
                  </a:lnTo>
                  <a:lnTo>
                    <a:pt x="2598038" y="480935"/>
                  </a:lnTo>
                  <a:lnTo>
                    <a:pt x="2598900" y="480560"/>
                  </a:lnTo>
                  <a:lnTo>
                    <a:pt x="2600452" y="479885"/>
                  </a:lnTo>
                  <a:lnTo>
                    <a:pt x="2604072" y="478311"/>
                  </a:lnTo>
                  <a:lnTo>
                    <a:pt x="2604590" y="478086"/>
                  </a:lnTo>
                  <a:lnTo>
                    <a:pt x="2604935" y="477936"/>
                  </a:lnTo>
                  <a:lnTo>
                    <a:pt x="2606486" y="477261"/>
                  </a:lnTo>
                  <a:lnTo>
                    <a:pt x="2606831" y="477111"/>
                  </a:lnTo>
                  <a:lnTo>
                    <a:pt x="2607003" y="477036"/>
                  </a:lnTo>
                  <a:lnTo>
                    <a:pt x="2607693" y="476735"/>
                  </a:lnTo>
                  <a:lnTo>
                    <a:pt x="2608210" y="476510"/>
                  </a:lnTo>
                  <a:lnTo>
                    <a:pt x="2609072" y="476135"/>
                  </a:lnTo>
                  <a:lnTo>
                    <a:pt x="2609245" y="476060"/>
                  </a:lnTo>
                  <a:lnTo>
                    <a:pt x="2611141" y="475235"/>
                  </a:lnTo>
                  <a:lnTo>
                    <a:pt x="2611659" y="475010"/>
                  </a:lnTo>
                  <a:lnTo>
                    <a:pt x="2612865" y="474485"/>
                  </a:lnTo>
                  <a:lnTo>
                    <a:pt x="2613900" y="474035"/>
                  </a:lnTo>
                  <a:lnTo>
                    <a:pt x="2614417" y="473810"/>
                  </a:lnTo>
                  <a:lnTo>
                    <a:pt x="2614762" y="473660"/>
                  </a:lnTo>
                  <a:lnTo>
                    <a:pt x="2615452" y="473360"/>
                  </a:lnTo>
                  <a:lnTo>
                    <a:pt x="2617003" y="472685"/>
                  </a:lnTo>
                  <a:lnTo>
                    <a:pt x="2617176" y="472610"/>
                  </a:lnTo>
                  <a:lnTo>
                    <a:pt x="2618038" y="472235"/>
                  </a:lnTo>
                  <a:lnTo>
                    <a:pt x="2619589" y="471559"/>
                  </a:lnTo>
                  <a:lnTo>
                    <a:pt x="2620451" y="471184"/>
                  </a:lnTo>
                  <a:lnTo>
                    <a:pt x="2622693" y="470209"/>
                  </a:lnTo>
                  <a:lnTo>
                    <a:pt x="2622865" y="470134"/>
                  </a:lnTo>
                  <a:lnTo>
                    <a:pt x="2624072" y="469609"/>
                  </a:lnTo>
                  <a:lnTo>
                    <a:pt x="2625106" y="469158"/>
                  </a:lnTo>
                  <a:lnTo>
                    <a:pt x="2625624" y="468933"/>
                  </a:lnTo>
                  <a:lnTo>
                    <a:pt x="2626313" y="468633"/>
                  </a:lnTo>
                  <a:lnTo>
                    <a:pt x="2626831" y="468408"/>
                  </a:lnTo>
                  <a:lnTo>
                    <a:pt x="2628555" y="467658"/>
                  </a:lnTo>
                  <a:lnTo>
                    <a:pt x="2629417" y="467282"/>
                  </a:lnTo>
                  <a:lnTo>
                    <a:pt x="2631658" y="466307"/>
                  </a:lnTo>
                  <a:lnTo>
                    <a:pt x="2632692" y="465856"/>
                  </a:lnTo>
                  <a:lnTo>
                    <a:pt x="2633382" y="465556"/>
                  </a:lnTo>
                  <a:lnTo>
                    <a:pt x="2633727" y="465406"/>
                  </a:lnTo>
                  <a:lnTo>
                    <a:pt x="2635623" y="464581"/>
                  </a:lnTo>
                  <a:lnTo>
                    <a:pt x="2651140" y="457824"/>
                  </a:lnTo>
                  <a:lnTo>
                    <a:pt x="2658726" y="454521"/>
                  </a:lnTo>
                  <a:lnTo>
                    <a:pt x="2758551" y="410995"/>
                  </a:lnTo>
                  <a:lnTo>
                    <a:pt x="2762172" y="409415"/>
                  </a:lnTo>
                  <a:lnTo>
                    <a:pt x="2762344" y="409340"/>
                  </a:lnTo>
                  <a:lnTo>
                    <a:pt x="2764758" y="408286"/>
                  </a:lnTo>
                  <a:lnTo>
                    <a:pt x="2766655" y="407458"/>
                  </a:lnTo>
                  <a:lnTo>
                    <a:pt x="2770448" y="405802"/>
                  </a:lnTo>
                  <a:lnTo>
                    <a:pt x="2771310" y="405426"/>
                  </a:lnTo>
                  <a:lnTo>
                    <a:pt x="2772861" y="404749"/>
                  </a:lnTo>
                  <a:lnTo>
                    <a:pt x="2776482" y="403168"/>
                  </a:lnTo>
                  <a:lnTo>
                    <a:pt x="2776999" y="402942"/>
                  </a:lnTo>
                  <a:lnTo>
                    <a:pt x="2777344" y="402791"/>
                  </a:lnTo>
                  <a:lnTo>
                    <a:pt x="2778896" y="402114"/>
                  </a:lnTo>
                  <a:lnTo>
                    <a:pt x="2779241" y="401963"/>
                  </a:lnTo>
                  <a:lnTo>
                    <a:pt x="2779413" y="401888"/>
                  </a:lnTo>
                  <a:lnTo>
                    <a:pt x="2780103" y="401587"/>
                  </a:lnTo>
                  <a:lnTo>
                    <a:pt x="2780620" y="401361"/>
                  </a:lnTo>
                  <a:lnTo>
                    <a:pt x="2781482" y="400985"/>
                  </a:lnTo>
                  <a:lnTo>
                    <a:pt x="2781654" y="400909"/>
                  </a:lnTo>
                  <a:lnTo>
                    <a:pt x="2783551" y="400081"/>
                  </a:lnTo>
                  <a:lnTo>
                    <a:pt x="2784068" y="399855"/>
                  </a:lnTo>
                  <a:lnTo>
                    <a:pt x="2785275" y="399328"/>
                  </a:lnTo>
                  <a:lnTo>
                    <a:pt x="2786309" y="398876"/>
                  </a:lnTo>
                  <a:lnTo>
                    <a:pt x="2786827" y="398651"/>
                  </a:lnTo>
                  <a:lnTo>
                    <a:pt x="2787171" y="398500"/>
                  </a:lnTo>
                  <a:lnTo>
                    <a:pt x="2787861" y="398199"/>
                  </a:lnTo>
                  <a:lnTo>
                    <a:pt x="2789413" y="397521"/>
                  </a:lnTo>
                  <a:lnTo>
                    <a:pt x="2789585" y="397446"/>
                  </a:lnTo>
                  <a:lnTo>
                    <a:pt x="2790447" y="397069"/>
                  </a:lnTo>
                  <a:lnTo>
                    <a:pt x="2791999" y="396392"/>
                  </a:lnTo>
                  <a:lnTo>
                    <a:pt x="2792861" y="396015"/>
                  </a:lnTo>
                  <a:lnTo>
                    <a:pt x="2795102" y="395036"/>
                  </a:lnTo>
                  <a:lnTo>
                    <a:pt x="2795275" y="394961"/>
                  </a:lnTo>
                  <a:lnTo>
                    <a:pt x="2796481" y="394434"/>
                  </a:lnTo>
                  <a:lnTo>
                    <a:pt x="2797516" y="393982"/>
                  </a:lnTo>
                  <a:lnTo>
                    <a:pt x="2798033" y="393756"/>
                  </a:lnTo>
                  <a:lnTo>
                    <a:pt x="2798723" y="393455"/>
                  </a:lnTo>
                  <a:lnTo>
                    <a:pt x="2799240" y="393229"/>
                  </a:lnTo>
                  <a:lnTo>
                    <a:pt x="2800964" y="392475"/>
                  </a:lnTo>
                  <a:lnTo>
                    <a:pt x="2801826" y="392099"/>
                  </a:lnTo>
                  <a:lnTo>
                    <a:pt x="2804068" y="391120"/>
                  </a:lnTo>
                  <a:lnTo>
                    <a:pt x="2805102" y="390668"/>
                  </a:lnTo>
                  <a:lnTo>
                    <a:pt x="2805792" y="390367"/>
                  </a:lnTo>
                  <a:lnTo>
                    <a:pt x="2806136" y="390216"/>
                  </a:lnTo>
                  <a:lnTo>
                    <a:pt x="2808033" y="389387"/>
                  </a:lnTo>
                  <a:lnTo>
                    <a:pt x="2823550" y="382607"/>
                  </a:lnTo>
                  <a:lnTo>
                    <a:pt x="2831136" y="379291"/>
                  </a:lnTo>
                  <a:lnTo>
                    <a:pt x="2930961" y="335617"/>
                  </a:lnTo>
                  <a:lnTo>
                    <a:pt x="2934581" y="334032"/>
                  </a:lnTo>
                  <a:lnTo>
                    <a:pt x="2934754" y="333956"/>
                  </a:lnTo>
                  <a:lnTo>
                    <a:pt x="2937168" y="332899"/>
                  </a:lnTo>
                  <a:lnTo>
                    <a:pt x="2939064" y="332069"/>
                  </a:lnTo>
                  <a:lnTo>
                    <a:pt x="2942857" y="330408"/>
                  </a:lnTo>
                  <a:lnTo>
                    <a:pt x="2943719" y="330030"/>
                  </a:lnTo>
                  <a:lnTo>
                    <a:pt x="2945271" y="329350"/>
                  </a:lnTo>
                  <a:lnTo>
                    <a:pt x="2948891" y="327764"/>
                  </a:lnTo>
                  <a:lnTo>
                    <a:pt x="2949409" y="327538"/>
                  </a:lnTo>
                  <a:lnTo>
                    <a:pt x="2949754" y="327387"/>
                  </a:lnTo>
                  <a:lnTo>
                    <a:pt x="2951305" y="326707"/>
                  </a:lnTo>
                  <a:lnTo>
                    <a:pt x="2951650" y="326556"/>
                  </a:lnTo>
                  <a:lnTo>
                    <a:pt x="2951822" y="326481"/>
                  </a:lnTo>
                  <a:lnTo>
                    <a:pt x="2952512" y="326178"/>
                  </a:lnTo>
                  <a:lnTo>
                    <a:pt x="2953029" y="325952"/>
                  </a:lnTo>
                  <a:lnTo>
                    <a:pt x="2953891" y="325574"/>
                  </a:lnTo>
                  <a:lnTo>
                    <a:pt x="2954064" y="325499"/>
                  </a:lnTo>
                  <a:lnTo>
                    <a:pt x="2955960" y="324668"/>
                  </a:lnTo>
                  <a:lnTo>
                    <a:pt x="2956477" y="324441"/>
                  </a:lnTo>
                  <a:lnTo>
                    <a:pt x="2957684" y="323913"/>
                  </a:lnTo>
                  <a:lnTo>
                    <a:pt x="2958719" y="323459"/>
                  </a:lnTo>
                  <a:lnTo>
                    <a:pt x="2959236" y="323233"/>
                  </a:lnTo>
                  <a:lnTo>
                    <a:pt x="2959581" y="323082"/>
                  </a:lnTo>
                  <a:lnTo>
                    <a:pt x="2960271" y="322779"/>
                  </a:lnTo>
                  <a:lnTo>
                    <a:pt x="2961822" y="322100"/>
                  </a:lnTo>
                  <a:lnTo>
                    <a:pt x="2961995" y="322024"/>
                  </a:lnTo>
                  <a:lnTo>
                    <a:pt x="2962857" y="321646"/>
                  </a:lnTo>
                  <a:lnTo>
                    <a:pt x="2964408" y="320967"/>
                  </a:lnTo>
                  <a:lnTo>
                    <a:pt x="2965270" y="320589"/>
                  </a:lnTo>
                  <a:lnTo>
                    <a:pt x="2967512" y="319607"/>
                  </a:lnTo>
                  <a:lnTo>
                    <a:pt x="2967684" y="319531"/>
                  </a:lnTo>
                  <a:lnTo>
                    <a:pt x="2968891" y="319002"/>
                  </a:lnTo>
                  <a:lnTo>
                    <a:pt x="2969925" y="318549"/>
                  </a:lnTo>
                  <a:lnTo>
                    <a:pt x="2970443" y="318322"/>
                  </a:lnTo>
                  <a:lnTo>
                    <a:pt x="2971132" y="318020"/>
                  </a:lnTo>
                  <a:lnTo>
                    <a:pt x="2971650" y="317794"/>
                  </a:lnTo>
                  <a:lnTo>
                    <a:pt x="2973374" y="317038"/>
                  </a:lnTo>
                  <a:lnTo>
                    <a:pt x="2974236" y="316660"/>
                  </a:lnTo>
                  <a:lnTo>
                    <a:pt x="2976477" y="315678"/>
                  </a:lnTo>
                  <a:lnTo>
                    <a:pt x="2977511" y="315225"/>
                  </a:lnTo>
                  <a:lnTo>
                    <a:pt x="2978201" y="314922"/>
                  </a:lnTo>
                  <a:lnTo>
                    <a:pt x="2978546" y="314771"/>
                  </a:lnTo>
                  <a:lnTo>
                    <a:pt x="2980442" y="313940"/>
                  </a:lnTo>
                  <a:lnTo>
                    <a:pt x="2995959" y="307139"/>
                  </a:lnTo>
                  <a:lnTo>
                    <a:pt x="3003545" y="303813"/>
                  </a:lnTo>
                  <a:lnTo>
                    <a:pt x="3103370" y="260010"/>
                  </a:lnTo>
                  <a:lnTo>
                    <a:pt x="3106991" y="258420"/>
                  </a:lnTo>
                  <a:lnTo>
                    <a:pt x="3107163" y="258344"/>
                  </a:lnTo>
                  <a:lnTo>
                    <a:pt x="3109577" y="257284"/>
                  </a:lnTo>
                  <a:lnTo>
                    <a:pt x="3111474" y="256451"/>
                  </a:lnTo>
                  <a:lnTo>
                    <a:pt x="3115267" y="254785"/>
                  </a:lnTo>
                  <a:lnTo>
                    <a:pt x="3116129" y="254406"/>
                  </a:lnTo>
                  <a:lnTo>
                    <a:pt x="3117680" y="253725"/>
                  </a:lnTo>
                  <a:lnTo>
                    <a:pt x="3121301" y="252135"/>
                  </a:lnTo>
                  <a:lnTo>
                    <a:pt x="3121818" y="251907"/>
                  </a:lnTo>
                  <a:lnTo>
                    <a:pt x="3122163" y="251756"/>
                  </a:lnTo>
                  <a:lnTo>
                    <a:pt x="3123715" y="251074"/>
                  </a:lnTo>
                  <a:lnTo>
                    <a:pt x="3124060" y="250923"/>
                  </a:lnTo>
                  <a:lnTo>
                    <a:pt x="3124232" y="250847"/>
                  </a:lnTo>
                  <a:lnTo>
                    <a:pt x="3124922" y="250544"/>
                  </a:lnTo>
                  <a:lnTo>
                    <a:pt x="3125439" y="250317"/>
                  </a:lnTo>
                  <a:lnTo>
                    <a:pt x="3126301" y="249938"/>
                  </a:lnTo>
                  <a:lnTo>
                    <a:pt x="3126473" y="249862"/>
                  </a:lnTo>
                  <a:lnTo>
                    <a:pt x="3128370" y="249029"/>
                  </a:lnTo>
                  <a:lnTo>
                    <a:pt x="3128887" y="248802"/>
                  </a:lnTo>
                  <a:lnTo>
                    <a:pt x="3130094" y="248272"/>
                  </a:lnTo>
                  <a:lnTo>
                    <a:pt x="3131128" y="247817"/>
                  </a:lnTo>
                  <a:lnTo>
                    <a:pt x="3131646" y="247590"/>
                  </a:lnTo>
                  <a:lnTo>
                    <a:pt x="3131990" y="247439"/>
                  </a:lnTo>
                  <a:lnTo>
                    <a:pt x="3132680" y="247136"/>
                  </a:lnTo>
                  <a:lnTo>
                    <a:pt x="3134232" y="246454"/>
                  </a:lnTo>
                  <a:lnTo>
                    <a:pt x="3134404" y="246378"/>
                  </a:lnTo>
                  <a:lnTo>
                    <a:pt x="3135266" y="245999"/>
                  </a:lnTo>
                  <a:lnTo>
                    <a:pt x="3136818" y="245318"/>
                  </a:lnTo>
                  <a:lnTo>
                    <a:pt x="3137680" y="244939"/>
                  </a:lnTo>
                  <a:lnTo>
                    <a:pt x="3139921" y="243954"/>
                  </a:lnTo>
                  <a:lnTo>
                    <a:pt x="3140094" y="243878"/>
                  </a:lnTo>
                  <a:lnTo>
                    <a:pt x="3141300" y="243348"/>
                  </a:lnTo>
                  <a:lnTo>
                    <a:pt x="3142335" y="242894"/>
                  </a:lnTo>
                  <a:lnTo>
                    <a:pt x="3142852" y="242666"/>
                  </a:lnTo>
                  <a:lnTo>
                    <a:pt x="3143542" y="242363"/>
                  </a:lnTo>
                  <a:lnTo>
                    <a:pt x="3144059" y="242136"/>
                  </a:lnTo>
                  <a:lnTo>
                    <a:pt x="3145783" y="241378"/>
                  </a:lnTo>
                  <a:lnTo>
                    <a:pt x="3146645" y="241000"/>
                  </a:lnTo>
                  <a:lnTo>
                    <a:pt x="3148886" y="240015"/>
                  </a:lnTo>
                  <a:lnTo>
                    <a:pt x="3149921" y="239560"/>
                  </a:lnTo>
                  <a:lnTo>
                    <a:pt x="3150611" y="239257"/>
                  </a:lnTo>
                  <a:lnTo>
                    <a:pt x="3150955" y="239106"/>
                  </a:lnTo>
                  <a:lnTo>
                    <a:pt x="3152852" y="238272"/>
                  </a:lnTo>
                  <a:lnTo>
                    <a:pt x="3168369" y="231452"/>
                  </a:lnTo>
                  <a:lnTo>
                    <a:pt x="3175955" y="228117"/>
                  </a:lnTo>
                  <a:lnTo>
                    <a:pt x="3275780" y="184202"/>
                  </a:lnTo>
                  <a:lnTo>
                    <a:pt x="3279400" y="182608"/>
                  </a:lnTo>
                  <a:lnTo>
                    <a:pt x="3279573" y="182532"/>
                  </a:lnTo>
                  <a:lnTo>
                    <a:pt x="3281987" y="181470"/>
                  </a:lnTo>
                  <a:lnTo>
                    <a:pt x="3283883" y="180635"/>
                  </a:lnTo>
                  <a:lnTo>
                    <a:pt x="3287676" y="178965"/>
                  </a:lnTo>
                  <a:lnTo>
                    <a:pt x="3288538" y="178585"/>
                  </a:lnTo>
                  <a:lnTo>
                    <a:pt x="3290090" y="177902"/>
                  </a:lnTo>
                  <a:lnTo>
                    <a:pt x="3293710" y="176308"/>
                  </a:lnTo>
                  <a:lnTo>
                    <a:pt x="3294228" y="176080"/>
                  </a:lnTo>
                  <a:lnTo>
                    <a:pt x="3294573" y="175928"/>
                  </a:lnTo>
                  <a:lnTo>
                    <a:pt x="3296124" y="175245"/>
                  </a:lnTo>
                  <a:lnTo>
                    <a:pt x="3296469" y="175093"/>
                  </a:lnTo>
                  <a:lnTo>
                    <a:pt x="3296641" y="175017"/>
                  </a:lnTo>
                  <a:lnTo>
                    <a:pt x="3297331" y="174714"/>
                  </a:lnTo>
                  <a:lnTo>
                    <a:pt x="3297848" y="174486"/>
                  </a:lnTo>
                  <a:lnTo>
                    <a:pt x="3298710" y="174106"/>
                  </a:lnTo>
                  <a:lnTo>
                    <a:pt x="3298883" y="174030"/>
                  </a:lnTo>
                  <a:lnTo>
                    <a:pt x="3300779" y="173195"/>
                  </a:lnTo>
                  <a:lnTo>
                    <a:pt x="3301296" y="172967"/>
                  </a:lnTo>
                  <a:lnTo>
                    <a:pt x="3302503" y="172436"/>
                  </a:lnTo>
                  <a:lnTo>
                    <a:pt x="3303538" y="171980"/>
                  </a:lnTo>
                  <a:lnTo>
                    <a:pt x="3304055" y="171753"/>
                  </a:lnTo>
                  <a:lnTo>
                    <a:pt x="3304400" y="171601"/>
                  </a:lnTo>
                  <a:lnTo>
                    <a:pt x="3305089" y="171297"/>
                  </a:lnTo>
                  <a:lnTo>
                    <a:pt x="3306641" y="170614"/>
                  </a:lnTo>
                  <a:lnTo>
                    <a:pt x="3306814" y="170538"/>
                  </a:lnTo>
                  <a:lnTo>
                    <a:pt x="3307676" y="170158"/>
                  </a:lnTo>
                  <a:lnTo>
                    <a:pt x="3309227" y="169475"/>
                  </a:lnTo>
                  <a:lnTo>
                    <a:pt x="3310089" y="169095"/>
                  </a:lnTo>
                  <a:lnTo>
                    <a:pt x="3312331" y="168108"/>
                  </a:lnTo>
                  <a:lnTo>
                    <a:pt x="3312503" y="168032"/>
                  </a:lnTo>
                  <a:lnTo>
                    <a:pt x="3313710" y="167500"/>
                  </a:lnTo>
                  <a:lnTo>
                    <a:pt x="3314744" y="167045"/>
                  </a:lnTo>
                  <a:lnTo>
                    <a:pt x="3315262" y="166817"/>
                  </a:lnTo>
                  <a:lnTo>
                    <a:pt x="3315951" y="166513"/>
                  </a:lnTo>
                  <a:lnTo>
                    <a:pt x="3316469" y="166285"/>
                  </a:lnTo>
                  <a:lnTo>
                    <a:pt x="3318193" y="165526"/>
                  </a:lnTo>
                  <a:lnTo>
                    <a:pt x="3319055" y="165146"/>
                  </a:lnTo>
                  <a:lnTo>
                    <a:pt x="3321296" y="164159"/>
                  </a:lnTo>
                  <a:lnTo>
                    <a:pt x="3322330" y="163703"/>
                  </a:lnTo>
                  <a:lnTo>
                    <a:pt x="3323020" y="163400"/>
                  </a:lnTo>
                  <a:lnTo>
                    <a:pt x="3323365" y="163248"/>
                  </a:lnTo>
                  <a:lnTo>
                    <a:pt x="3325261" y="162412"/>
                  </a:lnTo>
                  <a:lnTo>
                    <a:pt x="3340778" y="155577"/>
                  </a:lnTo>
                  <a:lnTo>
                    <a:pt x="3348364" y="152234"/>
                  </a:lnTo>
                  <a:lnTo>
                    <a:pt x="3448189" y="108222"/>
                  </a:lnTo>
                  <a:lnTo>
                    <a:pt x="3451810" y="106624"/>
                  </a:lnTo>
                  <a:lnTo>
                    <a:pt x="3451982" y="106548"/>
                  </a:lnTo>
                  <a:lnTo>
                    <a:pt x="3454396" y="105483"/>
                  </a:lnTo>
                  <a:lnTo>
                    <a:pt x="3456293" y="104647"/>
                  </a:lnTo>
                  <a:lnTo>
                    <a:pt x="3460086" y="102973"/>
                  </a:lnTo>
                  <a:lnTo>
                    <a:pt x="3460948" y="102593"/>
                  </a:lnTo>
                  <a:lnTo>
                    <a:pt x="3462499" y="101908"/>
                  </a:lnTo>
                  <a:lnTo>
                    <a:pt x="3466120" y="100311"/>
                  </a:lnTo>
                  <a:lnTo>
                    <a:pt x="3466637" y="100082"/>
                  </a:lnTo>
                  <a:lnTo>
                    <a:pt x="3466982" y="99930"/>
                  </a:lnTo>
                  <a:lnTo>
                    <a:pt x="3468534" y="99246"/>
                  </a:lnTo>
                  <a:lnTo>
                    <a:pt x="3468879" y="99093"/>
                  </a:lnTo>
                  <a:lnTo>
                    <a:pt x="3469051" y="99017"/>
                  </a:lnTo>
                  <a:lnTo>
                    <a:pt x="3469741" y="98713"/>
                  </a:lnTo>
                  <a:lnTo>
                    <a:pt x="3470258" y="98485"/>
                  </a:lnTo>
                  <a:lnTo>
                    <a:pt x="3471120" y="98104"/>
                  </a:lnTo>
                  <a:lnTo>
                    <a:pt x="3471292" y="98028"/>
                  </a:lnTo>
                  <a:lnTo>
                    <a:pt x="3473189" y="97191"/>
                  </a:lnTo>
                  <a:lnTo>
                    <a:pt x="3473706" y="96963"/>
                  </a:lnTo>
                  <a:lnTo>
                    <a:pt x="3474913" y="96431"/>
                  </a:lnTo>
                  <a:lnTo>
                    <a:pt x="3475947" y="95974"/>
                  </a:lnTo>
                  <a:lnTo>
                    <a:pt x="3476465" y="95746"/>
                  </a:lnTo>
                  <a:lnTo>
                    <a:pt x="3476809" y="95594"/>
                  </a:lnTo>
                  <a:lnTo>
                    <a:pt x="3477499" y="95289"/>
                  </a:lnTo>
                  <a:lnTo>
                    <a:pt x="3479051" y="94605"/>
                  </a:lnTo>
                  <a:lnTo>
                    <a:pt x="3479223" y="94529"/>
                  </a:lnTo>
                  <a:lnTo>
                    <a:pt x="3480085" y="94148"/>
                  </a:lnTo>
                  <a:lnTo>
                    <a:pt x="3481637" y="93463"/>
                  </a:lnTo>
                  <a:lnTo>
                    <a:pt x="3482499" y="93083"/>
                  </a:lnTo>
                  <a:lnTo>
                    <a:pt x="3484740" y="92094"/>
                  </a:lnTo>
                  <a:lnTo>
                    <a:pt x="3484913" y="92018"/>
                  </a:lnTo>
                  <a:lnTo>
                    <a:pt x="3486119" y="91485"/>
                  </a:lnTo>
                  <a:lnTo>
                    <a:pt x="3487154" y="91028"/>
                  </a:lnTo>
                  <a:lnTo>
                    <a:pt x="3487671" y="90800"/>
                  </a:lnTo>
                  <a:lnTo>
                    <a:pt x="3488361" y="90496"/>
                  </a:lnTo>
                  <a:lnTo>
                    <a:pt x="3488878" y="90267"/>
                  </a:lnTo>
                  <a:lnTo>
                    <a:pt x="3490602" y="89507"/>
                  </a:lnTo>
                  <a:lnTo>
                    <a:pt x="3491464" y="89126"/>
                  </a:lnTo>
                  <a:lnTo>
                    <a:pt x="3493705" y="88137"/>
                  </a:lnTo>
                  <a:lnTo>
                    <a:pt x="3494740" y="87680"/>
                  </a:lnTo>
                  <a:lnTo>
                    <a:pt x="3495430" y="87376"/>
                  </a:lnTo>
                  <a:lnTo>
                    <a:pt x="3495774" y="87224"/>
                  </a:lnTo>
                  <a:lnTo>
                    <a:pt x="3497671" y="86386"/>
                  </a:lnTo>
                  <a:lnTo>
                    <a:pt x="3513188" y="79537"/>
                  </a:lnTo>
                  <a:lnTo>
                    <a:pt x="3520774" y="76188"/>
                  </a:lnTo>
                  <a:lnTo>
                    <a:pt x="3620599" y="32091"/>
                  </a:lnTo>
                  <a:lnTo>
                    <a:pt x="3624219" y="30490"/>
                  </a:lnTo>
                  <a:lnTo>
                    <a:pt x="3624392" y="30414"/>
                  </a:lnTo>
                  <a:lnTo>
                    <a:pt x="3626806" y="29347"/>
                  </a:lnTo>
                  <a:lnTo>
                    <a:pt x="3628702" y="28509"/>
                  </a:lnTo>
                  <a:lnTo>
                    <a:pt x="3632495" y="26833"/>
                  </a:lnTo>
                  <a:lnTo>
                    <a:pt x="3633357" y="26452"/>
                  </a:lnTo>
                  <a:lnTo>
                    <a:pt x="3634909" y="25766"/>
                  </a:lnTo>
                  <a:lnTo>
                    <a:pt x="3638529" y="24165"/>
                  </a:lnTo>
                  <a:lnTo>
                    <a:pt x="3639047" y="23937"/>
                  </a:lnTo>
                  <a:lnTo>
                    <a:pt x="3639391" y="23784"/>
                  </a:lnTo>
                  <a:lnTo>
                    <a:pt x="3640943" y="23098"/>
                  </a:lnTo>
                  <a:lnTo>
                    <a:pt x="3641288" y="22946"/>
                  </a:lnTo>
                  <a:lnTo>
                    <a:pt x="3641460" y="22870"/>
                  </a:lnTo>
                  <a:lnTo>
                    <a:pt x="3642150" y="22565"/>
                  </a:lnTo>
                  <a:lnTo>
                    <a:pt x="3642667" y="22336"/>
                  </a:lnTo>
                  <a:lnTo>
                    <a:pt x="3643529" y="21955"/>
                  </a:lnTo>
                  <a:lnTo>
                    <a:pt x="3643702" y="21879"/>
                  </a:lnTo>
                  <a:lnTo>
                    <a:pt x="3645598" y="21040"/>
                  </a:lnTo>
                  <a:lnTo>
                    <a:pt x="3646115" y="20812"/>
                  </a:lnTo>
                  <a:lnTo>
                    <a:pt x="3647322" y="20278"/>
                  </a:lnTo>
                  <a:lnTo>
                    <a:pt x="3648357" y="19821"/>
                  </a:lnTo>
                  <a:lnTo>
                    <a:pt x="3648874" y="19592"/>
                  </a:lnTo>
                  <a:lnTo>
                    <a:pt x="3649219" y="19440"/>
                  </a:lnTo>
                  <a:lnTo>
                    <a:pt x="3649908" y="19135"/>
                  </a:lnTo>
                  <a:lnTo>
                    <a:pt x="3651460" y="18449"/>
                  </a:lnTo>
                  <a:lnTo>
                    <a:pt x="3651633" y="18373"/>
                  </a:lnTo>
                  <a:lnTo>
                    <a:pt x="3652495" y="17992"/>
                  </a:lnTo>
                  <a:lnTo>
                    <a:pt x="3654046" y="17306"/>
                  </a:lnTo>
                  <a:lnTo>
                    <a:pt x="3654908" y="16925"/>
                  </a:lnTo>
                  <a:lnTo>
                    <a:pt x="3657150" y="15934"/>
                  </a:lnTo>
                  <a:lnTo>
                    <a:pt x="3657322" y="15857"/>
                  </a:lnTo>
                  <a:lnTo>
                    <a:pt x="3658529" y="15324"/>
                  </a:lnTo>
                  <a:lnTo>
                    <a:pt x="3659563" y="14866"/>
                  </a:lnTo>
                  <a:lnTo>
                    <a:pt x="3660081" y="14638"/>
                  </a:lnTo>
                  <a:lnTo>
                    <a:pt x="3660770" y="14333"/>
                  </a:lnTo>
                  <a:lnTo>
                    <a:pt x="3661288" y="14104"/>
                  </a:lnTo>
                  <a:lnTo>
                    <a:pt x="3663012" y="13342"/>
                  </a:lnTo>
                  <a:lnTo>
                    <a:pt x="3663874" y="12961"/>
                  </a:lnTo>
                  <a:lnTo>
                    <a:pt x="3666115" y="11970"/>
                  </a:lnTo>
                  <a:lnTo>
                    <a:pt x="3667149" y="11512"/>
                  </a:lnTo>
                  <a:lnTo>
                    <a:pt x="3667839" y="11207"/>
                  </a:lnTo>
                  <a:lnTo>
                    <a:pt x="3668184" y="11055"/>
                  </a:lnTo>
                  <a:lnTo>
                    <a:pt x="3670080" y="10216"/>
                  </a:lnTo>
                  <a:lnTo>
                    <a:pt x="3685597" y="3354"/>
                  </a:lnTo>
                  <a:lnTo>
                    <a:pt x="3693183" y="0"/>
                  </a:lnTo>
                  <a:lnTo>
                    <a:pt x="3693183" y="187164"/>
                  </a:lnTo>
                  <a:lnTo>
                    <a:pt x="3685597" y="190139"/>
                  </a:lnTo>
                  <a:lnTo>
                    <a:pt x="3670080" y="196226"/>
                  </a:lnTo>
                  <a:lnTo>
                    <a:pt x="3668184" y="196970"/>
                  </a:lnTo>
                  <a:lnTo>
                    <a:pt x="3667839" y="197105"/>
                  </a:lnTo>
                  <a:lnTo>
                    <a:pt x="3667149" y="197376"/>
                  </a:lnTo>
                  <a:lnTo>
                    <a:pt x="3666115" y="197782"/>
                  </a:lnTo>
                  <a:lnTo>
                    <a:pt x="3663874" y="198661"/>
                  </a:lnTo>
                  <a:lnTo>
                    <a:pt x="3663012" y="198999"/>
                  </a:lnTo>
                  <a:lnTo>
                    <a:pt x="3661288" y="199676"/>
                  </a:lnTo>
                  <a:lnTo>
                    <a:pt x="3660770" y="199879"/>
                  </a:lnTo>
                  <a:lnTo>
                    <a:pt x="3660081" y="200149"/>
                  </a:lnTo>
                  <a:lnTo>
                    <a:pt x="3659563" y="200352"/>
                  </a:lnTo>
                  <a:lnTo>
                    <a:pt x="3658529" y="200758"/>
                  </a:lnTo>
                  <a:lnTo>
                    <a:pt x="3657322" y="201232"/>
                  </a:lnTo>
                  <a:lnTo>
                    <a:pt x="3657150" y="201299"/>
                  </a:lnTo>
                  <a:lnTo>
                    <a:pt x="3654908" y="202179"/>
                  </a:lnTo>
                  <a:lnTo>
                    <a:pt x="3654046" y="202517"/>
                  </a:lnTo>
                  <a:lnTo>
                    <a:pt x="3652495" y="203126"/>
                  </a:lnTo>
                  <a:lnTo>
                    <a:pt x="3651633" y="203464"/>
                  </a:lnTo>
                  <a:lnTo>
                    <a:pt x="3651460" y="203532"/>
                  </a:lnTo>
                  <a:lnTo>
                    <a:pt x="3649908" y="204140"/>
                  </a:lnTo>
                  <a:lnTo>
                    <a:pt x="3649219" y="204411"/>
                  </a:lnTo>
                  <a:lnTo>
                    <a:pt x="3648874" y="204546"/>
                  </a:lnTo>
                  <a:lnTo>
                    <a:pt x="3648357" y="204749"/>
                  </a:lnTo>
                  <a:lnTo>
                    <a:pt x="3647322" y="205155"/>
                  </a:lnTo>
                  <a:lnTo>
                    <a:pt x="3646115" y="205629"/>
                  </a:lnTo>
                  <a:lnTo>
                    <a:pt x="3645598" y="205832"/>
                  </a:lnTo>
                  <a:lnTo>
                    <a:pt x="3643702" y="206576"/>
                  </a:lnTo>
                  <a:lnTo>
                    <a:pt x="3643529" y="206644"/>
                  </a:lnTo>
                  <a:lnTo>
                    <a:pt x="3642667" y="206982"/>
                  </a:lnTo>
                  <a:lnTo>
                    <a:pt x="3642150" y="207185"/>
                  </a:lnTo>
                  <a:lnTo>
                    <a:pt x="3641460" y="207455"/>
                  </a:lnTo>
                  <a:lnTo>
                    <a:pt x="3641288" y="207523"/>
                  </a:lnTo>
                  <a:lnTo>
                    <a:pt x="3640943" y="207658"/>
                  </a:lnTo>
                  <a:lnTo>
                    <a:pt x="3639391" y="208267"/>
                  </a:lnTo>
                  <a:lnTo>
                    <a:pt x="3639047" y="208403"/>
                  </a:lnTo>
                  <a:lnTo>
                    <a:pt x="3638529" y="208606"/>
                  </a:lnTo>
                  <a:lnTo>
                    <a:pt x="3634909" y="210027"/>
                  </a:lnTo>
                  <a:lnTo>
                    <a:pt x="3633357" y="210636"/>
                  </a:lnTo>
                  <a:lnTo>
                    <a:pt x="3632495" y="210974"/>
                  </a:lnTo>
                  <a:lnTo>
                    <a:pt x="3628702" y="212462"/>
                  </a:lnTo>
                  <a:lnTo>
                    <a:pt x="3626806" y="213207"/>
                  </a:lnTo>
                  <a:lnTo>
                    <a:pt x="3624392" y="214154"/>
                  </a:lnTo>
                  <a:lnTo>
                    <a:pt x="3624219" y="214222"/>
                  </a:lnTo>
                  <a:lnTo>
                    <a:pt x="3620599" y="215643"/>
                  </a:lnTo>
                  <a:lnTo>
                    <a:pt x="3520774" y="254848"/>
                  </a:lnTo>
                  <a:lnTo>
                    <a:pt x="3513188" y="257829"/>
                  </a:lnTo>
                  <a:lnTo>
                    <a:pt x="3497671" y="263928"/>
                  </a:lnTo>
                  <a:lnTo>
                    <a:pt x="3495774" y="264673"/>
                  </a:lnTo>
                  <a:lnTo>
                    <a:pt x="3495430" y="264809"/>
                  </a:lnTo>
                  <a:lnTo>
                    <a:pt x="3494740" y="265080"/>
                  </a:lnTo>
                  <a:lnTo>
                    <a:pt x="3493705" y="265486"/>
                  </a:lnTo>
                  <a:lnTo>
                    <a:pt x="3491464" y="266368"/>
                  </a:lnTo>
                  <a:lnTo>
                    <a:pt x="3490602" y="266706"/>
                  </a:lnTo>
                  <a:lnTo>
                    <a:pt x="3488878" y="267384"/>
                  </a:lnTo>
                  <a:lnTo>
                    <a:pt x="3488361" y="267588"/>
                  </a:lnTo>
                  <a:lnTo>
                    <a:pt x="3487671" y="267859"/>
                  </a:lnTo>
                  <a:lnTo>
                    <a:pt x="3487154" y="268062"/>
                  </a:lnTo>
                  <a:lnTo>
                    <a:pt x="3486119" y="268469"/>
                  </a:lnTo>
                  <a:lnTo>
                    <a:pt x="3484913" y="268943"/>
                  </a:lnTo>
                  <a:lnTo>
                    <a:pt x="3484740" y="269011"/>
                  </a:lnTo>
                  <a:lnTo>
                    <a:pt x="3482499" y="269892"/>
                  </a:lnTo>
                  <a:lnTo>
                    <a:pt x="3481637" y="270231"/>
                  </a:lnTo>
                  <a:lnTo>
                    <a:pt x="3480085" y="270841"/>
                  </a:lnTo>
                  <a:lnTo>
                    <a:pt x="3479223" y="271180"/>
                  </a:lnTo>
                  <a:lnTo>
                    <a:pt x="3479051" y="271248"/>
                  </a:lnTo>
                  <a:lnTo>
                    <a:pt x="3477499" y="271858"/>
                  </a:lnTo>
                  <a:lnTo>
                    <a:pt x="3476809" y="272129"/>
                  </a:lnTo>
                  <a:lnTo>
                    <a:pt x="3476465" y="272265"/>
                  </a:lnTo>
                  <a:lnTo>
                    <a:pt x="3475947" y="272468"/>
                  </a:lnTo>
                  <a:lnTo>
                    <a:pt x="3474913" y="272875"/>
                  </a:lnTo>
                  <a:lnTo>
                    <a:pt x="3473706" y="273349"/>
                  </a:lnTo>
                  <a:lnTo>
                    <a:pt x="3473189" y="273553"/>
                  </a:lnTo>
                  <a:lnTo>
                    <a:pt x="3471292" y="274298"/>
                  </a:lnTo>
                  <a:lnTo>
                    <a:pt x="3471120" y="274366"/>
                  </a:lnTo>
                  <a:lnTo>
                    <a:pt x="3470258" y="274705"/>
                  </a:lnTo>
                  <a:lnTo>
                    <a:pt x="3469741" y="274908"/>
                  </a:lnTo>
                  <a:lnTo>
                    <a:pt x="3469051" y="275180"/>
                  </a:lnTo>
                  <a:lnTo>
                    <a:pt x="3468879" y="275247"/>
                  </a:lnTo>
                  <a:lnTo>
                    <a:pt x="3468534" y="275383"/>
                  </a:lnTo>
                  <a:lnTo>
                    <a:pt x="3466982" y="275993"/>
                  </a:lnTo>
                  <a:lnTo>
                    <a:pt x="3466637" y="276129"/>
                  </a:lnTo>
                  <a:lnTo>
                    <a:pt x="3466120" y="276332"/>
                  </a:lnTo>
                  <a:lnTo>
                    <a:pt x="3462499" y="277756"/>
                  </a:lnTo>
                  <a:lnTo>
                    <a:pt x="3460948" y="278366"/>
                  </a:lnTo>
                  <a:lnTo>
                    <a:pt x="3460086" y="278705"/>
                  </a:lnTo>
                  <a:lnTo>
                    <a:pt x="3456293" y="280197"/>
                  </a:lnTo>
                  <a:lnTo>
                    <a:pt x="3454396" y="280943"/>
                  </a:lnTo>
                  <a:lnTo>
                    <a:pt x="3451982" y="281892"/>
                  </a:lnTo>
                  <a:lnTo>
                    <a:pt x="3451810" y="281960"/>
                  </a:lnTo>
                  <a:lnTo>
                    <a:pt x="3448189" y="283384"/>
                  </a:lnTo>
                  <a:lnTo>
                    <a:pt x="3348364" y="322673"/>
                  </a:lnTo>
                  <a:lnTo>
                    <a:pt x="3340778" y="325661"/>
                  </a:lnTo>
                  <a:lnTo>
                    <a:pt x="3325261" y="331774"/>
                  </a:lnTo>
                  <a:lnTo>
                    <a:pt x="3323365" y="332521"/>
                  </a:lnTo>
                  <a:lnTo>
                    <a:pt x="3323020" y="332657"/>
                  </a:lnTo>
                  <a:lnTo>
                    <a:pt x="3322330" y="332928"/>
                  </a:lnTo>
                  <a:lnTo>
                    <a:pt x="3321296" y="333336"/>
                  </a:lnTo>
                  <a:lnTo>
                    <a:pt x="3319055" y="334219"/>
                  </a:lnTo>
                  <a:lnTo>
                    <a:pt x="3318193" y="334559"/>
                  </a:lnTo>
                  <a:lnTo>
                    <a:pt x="3316469" y="335238"/>
                  </a:lnTo>
                  <a:lnTo>
                    <a:pt x="3315951" y="335442"/>
                  </a:lnTo>
                  <a:lnTo>
                    <a:pt x="3315262" y="335714"/>
                  </a:lnTo>
                  <a:lnTo>
                    <a:pt x="3314744" y="335917"/>
                  </a:lnTo>
                  <a:lnTo>
                    <a:pt x="3313710" y="336325"/>
                  </a:lnTo>
                  <a:lnTo>
                    <a:pt x="3312503" y="336801"/>
                  </a:lnTo>
                  <a:lnTo>
                    <a:pt x="3312331" y="336868"/>
                  </a:lnTo>
                  <a:lnTo>
                    <a:pt x="3310089" y="337752"/>
                  </a:lnTo>
                  <a:lnTo>
                    <a:pt x="3309227" y="338091"/>
                  </a:lnTo>
                  <a:lnTo>
                    <a:pt x="3307676" y="338703"/>
                  </a:lnTo>
                  <a:lnTo>
                    <a:pt x="3306814" y="339043"/>
                  </a:lnTo>
                  <a:lnTo>
                    <a:pt x="3306641" y="339110"/>
                  </a:lnTo>
                  <a:lnTo>
                    <a:pt x="3305089" y="339722"/>
                  </a:lnTo>
                  <a:lnTo>
                    <a:pt x="3304400" y="339994"/>
                  </a:lnTo>
                  <a:lnTo>
                    <a:pt x="3304055" y="340130"/>
                  </a:lnTo>
                  <a:lnTo>
                    <a:pt x="3303538" y="340333"/>
                  </a:lnTo>
                  <a:lnTo>
                    <a:pt x="3302503" y="340741"/>
                  </a:lnTo>
                  <a:lnTo>
                    <a:pt x="3301296" y="341217"/>
                  </a:lnTo>
                  <a:lnTo>
                    <a:pt x="3300779" y="341421"/>
                  </a:lnTo>
                  <a:lnTo>
                    <a:pt x="3298883" y="342168"/>
                  </a:lnTo>
                  <a:lnTo>
                    <a:pt x="3298710" y="342236"/>
                  </a:lnTo>
                  <a:lnTo>
                    <a:pt x="3297848" y="342576"/>
                  </a:lnTo>
                  <a:lnTo>
                    <a:pt x="3297331" y="342780"/>
                  </a:lnTo>
                  <a:lnTo>
                    <a:pt x="3296641" y="343051"/>
                  </a:lnTo>
                  <a:lnTo>
                    <a:pt x="3296469" y="343119"/>
                  </a:lnTo>
                  <a:lnTo>
                    <a:pt x="3296124" y="343255"/>
                  </a:lnTo>
                  <a:lnTo>
                    <a:pt x="3294573" y="343867"/>
                  </a:lnTo>
                  <a:lnTo>
                    <a:pt x="3294228" y="344003"/>
                  </a:lnTo>
                  <a:lnTo>
                    <a:pt x="3293710" y="344207"/>
                  </a:lnTo>
                  <a:lnTo>
                    <a:pt x="3290090" y="345634"/>
                  </a:lnTo>
                  <a:lnTo>
                    <a:pt x="3288538" y="346245"/>
                  </a:lnTo>
                  <a:lnTo>
                    <a:pt x="3287676" y="346585"/>
                  </a:lnTo>
                  <a:lnTo>
                    <a:pt x="3283883" y="348080"/>
                  </a:lnTo>
                  <a:lnTo>
                    <a:pt x="3281987" y="348828"/>
                  </a:lnTo>
                  <a:lnTo>
                    <a:pt x="3279573" y="349780"/>
                  </a:lnTo>
                  <a:lnTo>
                    <a:pt x="3279400" y="349848"/>
                  </a:lnTo>
                  <a:lnTo>
                    <a:pt x="3275780" y="351275"/>
                  </a:lnTo>
                  <a:lnTo>
                    <a:pt x="3175955" y="390662"/>
                  </a:lnTo>
                  <a:lnTo>
                    <a:pt x="3168369" y="393657"/>
                  </a:lnTo>
                  <a:lnTo>
                    <a:pt x="3152852" y="399786"/>
                  </a:lnTo>
                  <a:lnTo>
                    <a:pt x="3150955" y="400535"/>
                  </a:lnTo>
                  <a:lnTo>
                    <a:pt x="3150611" y="400671"/>
                  </a:lnTo>
                  <a:lnTo>
                    <a:pt x="3149921" y="400943"/>
                  </a:lnTo>
                  <a:lnTo>
                    <a:pt x="3148886" y="401352"/>
                  </a:lnTo>
                  <a:lnTo>
                    <a:pt x="3146645" y="402238"/>
                  </a:lnTo>
                  <a:lnTo>
                    <a:pt x="3145783" y="402578"/>
                  </a:lnTo>
                  <a:lnTo>
                    <a:pt x="3144059" y="403259"/>
                  </a:lnTo>
                  <a:lnTo>
                    <a:pt x="3143542" y="403464"/>
                  </a:lnTo>
                  <a:lnTo>
                    <a:pt x="3142852" y="403736"/>
                  </a:lnTo>
                  <a:lnTo>
                    <a:pt x="3142335" y="403940"/>
                  </a:lnTo>
                  <a:lnTo>
                    <a:pt x="3141300" y="404349"/>
                  </a:lnTo>
                  <a:lnTo>
                    <a:pt x="3140094" y="404826"/>
                  </a:lnTo>
                  <a:lnTo>
                    <a:pt x="3139921" y="404894"/>
                  </a:lnTo>
                  <a:lnTo>
                    <a:pt x="3137680" y="405780"/>
                  </a:lnTo>
                  <a:lnTo>
                    <a:pt x="3136818" y="406120"/>
                  </a:lnTo>
                  <a:lnTo>
                    <a:pt x="3135266" y="406733"/>
                  </a:lnTo>
                  <a:lnTo>
                    <a:pt x="3134404" y="407074"/>
                  </a:lnTo>
                  <a:lnTo>
                    <a:pt x="3134232" y="407142"/>
                  </a:lnTo>
                  <a:lnTo>
                    <a:pt x="3132680" y="407755"/>
                  </a:lnTo>
                  <a:lnTo>
                    <a:pt x="3131990" y="408028"/>
                  </a:lnTo>
                  <a:lnTo>
                    <a:pt x="3131646" y="408164"/>
                  </a:lnTo>
                  <a:lnTo>
                    <a:pt x="3131128" y="408368"/>
                  </a:lnTo>
                  <a:lnTo>
                    <a:pt x="3130094" y="408777"/>
                  </a:lnTo>
                  <a:lnTo>
                    <a:pt x="3128887" y="409254"/>
                  </a:lnTo>
                  <a:lnTo>
                    <a:pt x="3128370" y="409458"/>
                  </a:lnTo>
                  <a:lnTo>
                    <a:pt x="3126473" y="410208"/>
                  </a:lnTo>
                  <a:lnTo>
                    <a:pt x="3126301" y="410276"/>
                  </a:lnTo>
                  <a:lnTo>
                    <a:pt x="3125439" y="410617"/>
                  </a:lnTo>
                  <a:lnTo>
                    <a:pt x="3124922" y="410821"/>
                  </a:lnTo>
                  <a:lnTo>
                    <a:pt x="3124232" y="411094"/>
                  </a:lnTo>
                  <a:lnTo>
                    <a:pt x="3124060" y="411162"/>
                  </a:lnTo>
                  <a:lnTo>
                    <a:pt x="3123715" y="411298"/>
                  </a:lnTo>
                  <a:lnTo>
                    <a:pt x="3122163" y="411911"/>
                  </a:lnTo>
                  <a:lnTo>
                    <a:pt x="3121818" y="412047"/>
                  </a:lnTo>
                  <a:lnTo>
                    <a:pt x="3121301" y="412252"/>
                  </a:lnTo>
                  <a:lnTo>
                    <a:pt x="3117680" y="413683"/>
                  </a:lnTo>
                  <a:lnTo>
                    <a:pt x="3116129" y="414296"/>
                  </a:lnTo>
                  <a:lnTo>
                    <a:pt x="3115267" y="414637"/>
                  </a:lnTo>
                  <a:lnTo>
                    <a:pt x="3111474" y="416136"/>
                  </a:lnTo>
                  <a:lnTo>
                    <a:pt x="3109577" y="416886"/>
                  </a:lnTo>
                  <a:lnTo>
                    <a:pt x="3107163" y="417840"/>
                  </a:lnTo>
                  <a:lnTo>
                    <a:pt x="3106991" y="417908"/>
                  </a:lnTo>
                  <a:lnTo>
                    <a:pt x="3103370" y="419339"/>
                  </a:lnTo>
                  <a:lnTo>
                    <a:pt x="3003545" y="458838"/>
                  </a:lnTo>
                  <a:lnTo>
                    <a:pt x="2995959" y="461843"/>
                  </a:lnTo>
                  <a:lnTo>
                    <a:pt x="2980442" y="467989"/>
                  </a:lnTo>
                  <a:lnTo>
                    <a:pt x="2978546" y="468741"/>
                  </a:lnTo>
                  <a:lnTo>
                    <a:pt x="2978201" y="468878"/>
                  </a:lnTo>
                  <a:lnTo>
                    <a:pt x="2977511" y="469151"/>
                  </a:lnTo>
                  <a:lnTo>
                    <a:pt x="2976477" y="469561"/>
                  </a:lnTo>
                  <a:lnTo>
                    <a:pt x="2974236" y="470449"/>
                  </a:lnTo>
                  <a:lnTo>
                    <a:pt x="2973374" y="470790"/>
                  </a:lnTo>
                  <a:lnTo>
                    <a:pt x="2971650" y="471474"/>
                  </a:lnTo>
                  <a:lnTo>
                    <a:pt x="2971132" y="471678"/>
                  </a:lnTo>
                  <a:lnTo>
                    <a:pt x="2970443" y="471952"/>
                  </a:lnTo>
                  <a:lnTo>
                    <a:pt x="2969925" y="472157"/>
                  </a:lnTo>
                  <a:lnTo>
                    <a:pt x="2968891" y="472567"/>
                  </a:lnTo>
                  <a:lnTo>
                    <a:pt x="2967684" y="473045"/>
                  </a:lnTo>
                  <a:lnTo>
                    <a:pt x="2967512" y="473113"/>
                  </a:lnTo>
                  <a:lnTo>
                    <a:pt x="2965270" y="474002"/>
                  </a:lnTo>
                  <a:lnTo>
                    <a:pt x="2964408" y="474343"/>
                  </a:lnTo>
                  <a:lnTo>
                    <a:pt x="2962857" y="474958"/>
                  </a:lnTo>
                  <a:lnTo>
                    <a:pt x="2961995" y="475300"/>
                  </a:lnTo>
                  <a:lnTo>
                    <a:pt x="2961822" y="475368"/>
                  </a:lnTo>
                  <a:lnTo>
                    <a:pt x="2960271" y="475983"/>
                  </a:lnTo>
                  <a:lnTo>
                    <a:pt x="2959581" y="476256"/>
                  </a:lnTo>
                  <a:lnTo>
                    <a:pt x="2959236" y="476393"/>
                  </a:lnTo>
                  <a:lnTo>
                    <a:pt x="2958719" y="476598"/>
                  </a:lnTo>
                  <a:lnTo>
                    <a:pt x="2957684" y="477008"/>
                  </a:lnTo>
                  <a:lnTo>
                    <a:pt x="2956477" y="477487"/>
                  </a:lnTo>
                  <a:lnTo>
                    <a:pt x="2955960" y="477692"/>
                  </a:lnTo>
                  <a:lnTo>
                    <a:pt x="2954064" y="478443"/>
                  </a:lnTo>
                  <a:lnTo>
                    <a:pt x="2953891" y="478512"/>
                  </a:lnTo>
                  <a:lnTo>
                    <a:pt x="2953029" y="478853"/>
                  </a:lnTo>
                  <a:lnTo>
                    <a:pt x="2952512" y="479058"/>
                  </a:lnTo>
                  <a:lnTo>
                    <a:pt x="2951822" y="479332"/>
                  </a:lnTo>
                  <a:lnTo>
                    <a:pt x="2951650" y="479400"/>
                  </a:lnTo>
                  <a:lnTo>
                    <a:pt x="2951305" y="479537"/>
                  </a:lnTo>
                  <a:lnTo>
                    <a:pt x="2949754" y="480152"/>
                  </a:lnTo>
                  <a:lnTo>
                    <a:pt x="2949409" y="480289"/>
                  </a:lnTo>
                  <a:lnTo>
                    <a:pt x="2948891" y="480494"/>
                  </a:lnTo>
                  <a:lnTo>
                    <a:pt x="2945271" y="481929"/>
                  </a:lnTo>
                  <a:lnTo>
                    <a:pt x="2943719" y="482544"/>
                  </a:lnTo>
                  <a:lnTo>
                    <a:pt x="2942857" y="482886"/>
                  </a:lnTo>
                  <a:lnTo>
                    <a:pt x="2939064" y="484390"/>
                  </a:lnTo>
                  <a:lnTo>
                    <a:pt x="2937168" y="485142"/>
                  </a:lnTo>
                  <a:lnTo>
                    <a:pt x="2934754" y="486099"/>
                  </a:lnTo>
                  <a:lnTo>
                    <a:pt x="2934581" y="486168"/>
                  </a:lnTo>
                  <a:lnTo>
                    <a:pt x="2930961" y="487603"/>
                  </a:lnTo>
                  <a:lnTo>
                    <a:pt x="2831136" y="527231"/>
                  </a:lnTo>
                  <a:lnTo>
                    <a:pt x="2823550" y="530246"/>
                  </a:lnTo>
                  <a:lnTo>
                    <a:pt x="2808033" y="536414"/>
                  </a:lnTo>
                  <a:lnTo>
                    <a:pt x="2806136" y="537168"/>
                  </a:lnTo>
                  <a:lnTo>
                    <a:pt x="2805792" y="537305"/>
                  </a:lnTo>
                  <a:lnTo>
                    <a:pt x="2805102" y="537579"/>
                  </a:lnTo>
                  <a:lnTo>
                    <a:pt x="2804068" y="537991"/>
                  </a:lnTo>
                  <a:lnTo>
                    <a:pt x="2801826" y="538882"/>
                  </a:lnTo>
                  <a:lnTo>
                    <a:pt x="2800964" y="539225"/>
                  </a:lnTo>
                  <a:lnTo>
                    <a:pt x="2799240" y="539910"/>
                  </a:lnTo>
                  <a:lnTo>
                    <a:pt x="2798723" y="540116"/>
                  </a:lnTo>
                  <a:lnTo>
                    <a:pt x="2798033" y="540390"/>
                  </a:lnTo>
                  <a:lnTo>
                    <a:pt x="2797516" y="540596"/>
                  </a:lnTo>
                  <a:lnTo>
                    <a:pt x="2796481" y="541007"/>
                  </a:lnTo>
                  <a:lnTo>
                    <a:pt x="2795275" y="541487"/>
                  </a:lnTo>
                  <a:lnTo>
                    <a:pt x="2795102" y="541556"/>
                  </a:lnTo>
                  <a:lnTo>
                    <a:pt x="2792861" y="542447"/>
                  </a:lnTo>
                  <a:lnTo>
                    <a:pt x="2791999" y="542790"/>
                  </a:lnTo>
                  <a:lnTo>
                    <a:pt x="2790447" y="543407"/>
                  </a:lnTo>
                  <a:lnTo>
                    <a:pt x="2789585" y="543750"/>
                  </a:lnTo>
                  <a:lnTo>
                    <a:pt x="2789413" y="543819"/>
                  </a:lnTo>
                  <a:lnTo>
                    <a:pt x="2787861" y="544436"/>
                  </a:lnTo>
                  <a:lnTo>
                    <a:pt x="2787171" y="544710"/>
                  </a:lnTo>
                  <a:lnTo>
                    <a:pt x="2786827" y="544847"/>
                  </a:lnTo>
                  <a:lnTo>
                    <a:pt x="2786309" y="545053"/>
                  </a:lnTo>
                  <a:lnTo>
                    <a:pt x="2785275" y="545464"/>
                  </a:lnTo>
                  <a:lnTo>
                    <a:pt x="2784068" y="545944"/>
                  </a:lnTo>
                  <a:lnTo>
                    <a:pt x="2783551" y="546150"/>
                  </a:lnTo>
                  <a:lnTo>
                    <a:pt x="2781654" y="546905"/>
                  </a:lnTo>
                  <a:lnTo>
                    <a:pt x="2781482" y="546973"/>
                  </a:lnTo>
                  <a:lnTo>
                    <a:pt x="2780620" y="547316"/>
                  </a:lnTo>
                  <a:lnTo>
                    <a:pt x="2780103" y="547522"/>
                  </a:lnTo>
                  <a:lnTo>
                    <a:pt x="2779413" y="547796"/>
                  </a:lnTo>
                  <a:lnTo>
                    <a:pt x="2779241" y="547865"/>
                  </a:lnTo>
                  <a:lnTo>
                    <a:pt x="2778896" y="548002"/>
                  </a:lnTo>
                  <a:lnTo>
                    <a:pt x="2777344" y="548619"/>
                  </a:lnTo>
                  <a:lnTo>
                    <a:pt x="2776999" y="548756"/>
                  </a:lnTo>
                  <a:lnTo>
                    <a:pt x="2776482" y="548962"/>
                  </a:lnTo>
                  <a:lnTo>
                    <a:pt x="2772861" y="550403"/>
                  </a:lnTo>
                  <a:lnTo>
                    <a:pt x="2771310" y="551020"/>
                  </a:lnTo>
                  <a:lnTo>
                    <a:pt x="2770448" y="551363"/>
                  </a:lnTo>
                  <a:lnTo>
                    <a:pt x="2766655" y="552872"/>
                  </a:lnTo>
                  <a:lnTo>
                    <a:pt x="2764758" y="553627"/>
                  </a:lnTo>
                  <a:lnTo>
                    <a:pt x="2762344" y="554588"/>
                  </a:lnTo>
                  <a:lnTo>
                    <a:pt x="2762172" y="554656"/>
                  </a:lnTo>
                  <a:lnTo>
                    <a:pt x="2758551" y="556097"/>
                  </a:lnTo>
                  <a:lnTo>
                    <a:pt x="2658726" y="595874"/>
                  </a:lnTo>
                  <a:lnTo>
                    <a:pt x="2651140" y="598900"/>
                  </a:lnTo>
                  <a:lnTo>
                    <a:pt x="2635623" y="605093"/>
                  </a:lnTo>
                  <a:lnTo>
                    <a:pt x="2633727" y="605850"/>
                  </a:lnTo>
                  <a:lnTo>
                    <a:pt x="2633382" y="605987"/>
                  </a:lnTo>
                  <a:lnTo>
                    <a:pt x="2632692" y="606263"/>
                  </a:lnTo>
                  <a:lnTo>
                    <a:pt x="2631658" y="606676"/>
                  </a:lnTo>
                  <a:lnTo>
                    <a:pt x="2629417" y="607570"/>
                  </a:lnTo>
                  <a:lnTo>
                    <a:pt x="2628555" y="607914"/>
                  </a:lnTo>
                  <a:lnTo>
                    <a:pt x="2626831" y="608603"/>
                  </a:lnTo>
                  <a:lnTo>
                    <a:pt x="2626313" y="608809"/>
                  </a:lnTo>
                  <a:lnTo>
                    <a:pt x="2625624" y="609085"/>
                  </a:lnTo>
                  <a:lnTo>
                    <a:pt x="2625106" y="609291"/>
                  </a:lnTo>
                  <a:lnTo>
                    <a:pt x="2624072" y="609704"/>
                  </a:lnTo>
                  <a:lnTo>
                    <a:pt x="2622865" y="610186"/>
                  </a:lnTo>
                  <a:lnTo>
                    <a:pt x="2622693" y="610255"/>
                  </a:lnTo>
                  <a:lnTo>
                    <a:pt x="2620451" y="611150"/>
                  </a:lnTo>
                  <a:lnTo>
                    <a:pt x="2619589" y="611494"/>
                  </a:lnTo>
                  <a:lnTo>
                    <a:pt x="2618038" y="612114"/>
                  </a:lnTo>
                  <a:lnTo>
                    <a:pt x="2617176" y="612458"/>
                  </a:lnTo>
                  <a:lnTo>
                    <a:pt x="2617003" y="612527"/>
                  </a:lnTo>
                  <a:lnTo>
                    <a:pt x="2615452" y="613146"/>
                  </a:lnTo>
                  <a:lnTo>
                    <a:pt x="2614762" y="613422"/>
                  </a:lnTo>
                  <a:lnTo>
                    <a:pt x="2614417" y="613559"/>
                  </a:lnTo>
                  <a:lnTo>
                    <a:pt x="2613900" y="613766"/>
                  </a:lnTo>
                  <a:lnTo>
                    <a:pt x="2612865" y="614179"/>
                  </a:lnTo>
                  <a:lnTo>
                    <a:pt x="2611659" y="614661"/>
                  </a:lnTo>
                  <a:lnTo>
                    <a:pt x="2611141" y="614868"/>
                  </a:lnTo>
                  <a:lnTo>
                    <a:pt x="2609245" y="615625"/>
                  </a:lnTo>
                  <a:lnTo>
                    <a:pt x="2609072" y="615694"/>
                  </a:lnTo>
                  <a:lnTo>
                    <a:pt x="2608210" y="616038"/>
                  </a:lnTo>
                  <a:lnTo>
                    <a:pt x="2607693" y="616245"/>
                  </a:lnTo>
                  <a:lnTo>
                    <a:pt x="2607003" y="616520"/>
                  </a:lnTo>
                  <a:lnTo>
                    <a:pt x="2606831" y="616589"/>
                  </a:lnTo>
                  <a:lnTo>
                    <a:pt x="2606486" y="616727"/>
                  </a:lnTo>
                  <a:lnTo>
                    <a:pt x="2604935" y="617347"/>
                  </a:lnTo>
                  <a:lnTo>
                    <a:pt x="2604590" y="617485"/>
                  </a:lnTo>
                  <a:lnTo>
                    <a:pt x="2604072" y="617691"/>
                  </a:lnTo>
                  <a:lnTo>
                    <a:pt x="2600452" y="619138"/>
                  </a:lnTo>
                  <a:lnTo>
                    <a:pt x="2598900" y="619758"/>
                  </a:lnTo>
                  <a:lnTo>
                    <a:pt x="2598038" y="620102"/>
                  </a:lnTo>
                  <a:lnTo>
                    <a:pt x="2594245" y="621617"/>
                  </a:lnTo>
                  <a:lnTo>
                    <a:pt x="2592349" y="622375"/>
                  </a:lnTo>
                  <a:lnTo>
                    <a:pt x="2589935" y="623340"/>
                  </a:lnTo>
                  <a:lnTo>
                    <a:pt x="2589763" y="623409"/>
                  </a:lnTo>
                  <a:lnTo>
                    <a:pt x="2586142" y="624855"/>
                  </a:lnTo>
                  <a:lnTo>
                    <a:pt x="2486317" y="664802"/>
                  </a:lnTo>
                  <a:lnTo>
                    <a:pt x="2478731" y="667842"/>
                  </a:lnTo>
                  <a:lnTo>
                    <a:pt x="2463214" y="674062"/>
                  </a:lnTo>
                  <a:lnTo>
                    <a:pt x="2461317" y="674823"/>
                  </a:lnTo>
                  <a:lnTo>
                    <a:pt x="2460973" y="674961"/>
                  </a:lnTo>
                  <a:lnTo>
                    <a:pt x="2460283" y="675237"/>
                  </a:lnTo>
                  <a:lnTo>
                    <a:pt x="2459249" y="675652"/>
                  </a:lnTo>
                  <a:lnTo>
                    <a:pt x="2457007" y="676551"/>
                  </a:lnTo>
                  <a:lnTo>
                    <a:pt x="2456145" y="676897"/>
                  </a:lnTo>
                  <a:lnTo>
                    <a:pt x="2454421" y="677588"/>
                  </a:lnTo>
                  <a:lnTo>
                    <a:pt x="2453904" y="677796"/>
                  </a:lnTo>
                  <a:lnTo>
                    <a:pt x="2453214" y="678072"/>
                  </a:lnTo>
                  <a:lnTo>
                    <a:pt x="2452697" y="678280"/>
                  </a:lnTo>
                  <a:lnTo>
                    <a:pt x="2451662" y="678694"/>
                  </a:lnTo>
                  <a:lnTo>
                    <a:pt x="2450456" y="679179"/>
                  </a:lnTo>
                  <a:lnTo>
                    <a:pt x="2450283" y="679248"/>
                  </a:lnTo>
                  <a:lnTo>
                    <a:pt x="2448042" y="680147"/>
                  </a:lnTo>
                  <a:lnTo>
                    <a:pt x="2447180" y="680493"/>
                  </a:lnTo>
                  <a:lnTo>
                    <a:pt x="2445628" y="681115"/>
                  </a:lnTo>
                  <a:lnTo>
                    <a:pt x="2444766" y="681461"/>
                  </a:lnTo>
                  <a:lnTo>
                    <a:pt x="2444594" y="681530"/>
                  </a:lnTo>
                  <a:lnTo>
                    <a:pt x="2443042" y="682152"/>
                  </a:lnTo>
                  <a:lnTo>
                    <a:pt x="2442352" y="682429"/>
                  </a:lnTo>
                  <a:lnTo>
                    <a:pt x="2442008" y="682567"/>
                  </a:lnTo>
                  <a:lnTo>
                    <a:pt x="2441490" y="682775"/>
                  </a:lnTo>
                  <a:lnTo>
                    <a:pt x="2440456" y="683190"/>
                  </a:lnTo>
                  <a:lnTo>
                    <a:pt x="2439249" y="683674"/>
                  </a:lnTo>
                  <a:lnTo>
                    <a:pt x="2438732" y="683882"/>
                  </a:lnTo>
                  <a:lnTo>
                    <a:pt x="2436835" y="684643"/>
                  </a:lnTo>
                  <a:lnTo>
                    <a:pt x="2436663" y="684712"/>
                  </a:lnTo>
                  <a:lnTo>
                    <a:pt x="2435801" y="685058"/>
                  </a:lnTo>
                  <a:lnTo>
                    <a:pt x="2435284" y="685265"/>
                  </a:lnTo>
                  <a:lnTo>
                    <a:pt x="2434594" y="685542"/>
                  </a:lnTo>
                  <a:lnTo>
                    <a:pt x="2434422" y="685611"/>
                  </a:lnTo>
                  <a:lnTo>
                    <a:pt x="2434077" y="685750"/>
                  </a:lnTo>
                  <a:lnTo>
                    <a:pt x="2432525" y="686372"/>
                  </a:lnTo>
                  <a:lnTo>
                    <a:pt x="2432180" y="686511"/>
                  </a:lnTo>
                  <a:lnTo>
                    <a:pt x="2431663" y="686718"/>
                  </a:lnTo>
                  <a:lnTo>
                    <a:pt x="2428042" y="688171"/>
                  </a:lnTo>
                  <a:lnTo>
                    <a:pt x="2426491" y="688794"/>
                  </a:lnTo>
                  <a:lnTo>
                    <a:pt x="2425629" y="689140"/>
                  </a:lnTo>
                  <a:lnTo>
                    <a:pt x="2421836" y="690663"/>
                  </a:lnTo>
                  <a:lnTo>
                    <a:pt x="2419939" y="691424"/>
                  </a:lnTo>
                  <a:lnTo>
                    <a:pt x="2417525" y="692393"/>
                  </a:lnTo>
                  <a:lnTo>
                    <a:pt x="2417353" y="692462"/>
                  </a:lnTo>
                  <a:lnTo>
                    <a:pt x="2413732" y="693916"/>
                  </a:lnTo>
                  <a:lnTo>
                    <a:pt x="2313907" y="734056"/>
                  </a:lnTo>
                  <a:lnTo>
                    <a:pt x="2306321" y="737111"/>
                  </a:lnTo>
                  <a:lnTo>
                    <a:pt x="2290804" y="743363"/>
                  </a:lnTo>
                  <a:lnTo>
                    <a:pt x="2288908" y="744127"/>
                  </a:lnTo>
                  <a:lnTo>
                    <a:pt x="2288563" y="744266"/>
                  </a:lnTo>
                  <a:lnTo>
                    <a:pt x="2287873" y="744544"/>
                  </a:lnTo>
                  <a:lnTo>
                    <a:pt x="2286839" y="744961"/>
                  </a:lnTo>
                  <a:lnTo>
                    <a:pt x="2284598" y="745864"/>
                  </a:lnTo>
                  <a:lnTo>
                    <a:pt x="2283736" y="746212"/>
                  </a:lnTo>
                  <a:lnTo>
                    <a:pt x="2282012" y="746906"/>
                  </a:lnTo>
                  <a:lnTo>
                    <a:pt x="2281494" y="747115"/>
                  </a:lnTo>
                  <a:lnTo>
                    <a:pt x="2280805" y="747393"/>
                  </a:lnTo>
                  <a:lnTo>
                    <a:pt x="2280287" y="747602"/>
                  </a:lnTo>
                  <a:lnTo>
                    <a:pt x="2279253" y="748019"/>
                  </a:lnTo>
                  <a:lnTo>
                    <a:pt x="2278046" y="748505"/>
                  </a:lnTo>
                  <a:lnTo>
                    <a:pt x="2277874" y="748575"/>
                  </a:lnTo>
                  <a:lnTo>
                    <a:pt x="2275632" y="749478"/>
                  </a:lnTo>
                  <a:lnTo>
                    <a:pt x="2274770" y="749826"/>
                  </a:lnTo>
                  <a:lnTo>
                    <a:pt x="2273219" y="750451"/>
                  </a:lnTo>
                  <a:lnTo>
                    <a:pt x="2272357" y="750799"/>
                  </a:lnTo>
                  <a:lnTo>
                    <a:pt x="2272184" y="750869"/>
                  </a:lnTo>
                  <a:lnTo>
                    <a:pt x="2270633" y="751494"/>
                  </a:lnTo>
                  <a:lnTo>
                    <a:pt x="2269943" y="751772"/>
                  </a:lnTo>
                  <a:lnTo>
                    <a:pt x="2269598" y="751911"/>
                  </a:lnTo>
                  <a:lnTo>
                    <a:pt x="2269081" y="752120"/>
                  </a:lnTo>
                  <a:lnTo>
                    <a:pt x="2268046" y="752537"/>
                  </a:lnTo>
                  <a:lnTo>
                    <a:pt x="2266840" y="753024"/>
                  </a:lnTo>
                  <a:lnTo>
                    <a:pt x="2266322" y="753232"/>
                  </a:lnTo>
                  <a:lnTo>
                    <a:pt x="2264426" y="753997"/>
                  </a:lnTo>
                  <a:lnTo>
                    <a:pt x="2264253" y="754067"/>
                  </a:lnTo>
                  <a:lnTo>
                    <a:pt x="2263391" y="754415"/>
                  </a:lnTo>
                  <a:lnTo>
                    <a:pt x="2262874" y="754623"/>
                  </a:lnTo>
                  <a:lnTo>
                    <a:pt x="2262184" y="754901"/>
                  </a:lnTo>
                  <a:lnTo>
                    <a:pt x="2262012" y="754971"/>
                  </a:lnTo>
                  <a:lnTo>
                    <a:pt x="2261667" y="755110"/>
                  </a:lnTo>
                  <a:lnTo>
                    <a:pt x="2260116" y="755736"/>
                  </a:lnTo>
                  <a:lnTo>
                    <a:pt x="2259771" y="755875"/>
                  </a:lnTo>
                  <a:lnTo>
                    <a:pt x="2259254" y="756084"/>
                  </a:lnTo>
                  <a:lnTo>
                    <a:pt x="2255633" y="757544"/>
                  </a:lnTo>
                  <a:lnTo>
                    <a:pt x="2254081" y="758170"/>
                  </a:lnTo>
                  <a:lnTo>
                    <a:pt x="2253219" y="758518"/>
                  </a:lnTo>
                  <a:lnTo>
                    <a:pt x="2249426" y="760049"/>
                  </a:lnTo>
                  <a:lnTo>
                    <a:pt x="2247530" y="760814"/>
                  </a:lnTo>
                  <a:lnTo>
                    <a:pt x="2245116" y="761788"/>
                  </a:lnTo>
                  <a:lnTo>
                    <a:pt x="2244944" y="761857"/>
                  </a:lnTo>
                  <a:lnTo>
                    <a:pt x="2241323" y="763319"/>
                  </a:lnTo>
                  <a:lnTo>
                    <a:pt x="2141498" y="803676"/>
                  </a:lnTo>
                  <a:lnTo>
                    <a:pt x="2133912" y="806749"/>
                  </a:lnTo>
                  <a:lnTo>
                    <a:pt x="2118395" y="813036"/>
                  </a:lnTo>
                  <a:lnTo>
                    <a:pt x="2116498" y="813804"/>
                  </a:lnTo>
                  <a:lnTo>
                    <a:pt x="2116154" y="813944"/>
                  </a:lnTo>
                  <a:lnTo>
                    <a:pt x="2115464" y="814224"/>
                  </a:lnTo>
                  <a:lnTo>
                    <a:pt x="2114430" y="814643"/>
                  </a:lnTo>
                  <a:lnTo>
                    <a:pt x="2112188" y="815552"/>
                  </a:lnTo>
                  <a:lnTo>
                    <a:pt x="2111326" y="815901"/>
                  </a:lnTo>
                  <a:lnTo>
                    <a:pt x="2109602" y="816600"/>
                  </a:lnTo>
                  <a:lnTo>
                    <a:pt x="2109085" y="816810"/>
                  </a:lnTo>
                  <a:lnTo>
                    <a:pt x="2108395" y="817089"/>
                  </a:lnTo>
                  <a:lnTo>
                    <a:pt x="2107878" y="817299"/>
                  </a:lnTo>
                  <a:lnTo>
                    <a:pt x="2106844" y="817718"/>
                  </a:lnTo>
                  <a:lnTo>
                    <a:pt x="2105637" y="818208"/>
                  </a:lnTo>
                  <a:lnTo>
                    <a:pt x="2105464" y="818277"/>
                  </a:lnTo>
                  <a:lnTo>
                    <a:pt x="2103223" y="819186"/>
                  </a:lnTo>
                  <a:lnTo>
                    <a:pt x="2102361" y="819536"/>
                  </a:lnTo>
                  <a:lnTo>
                    <a:pt x="2100809" y="820165"/>
                  </a:lnTo>
                  <a:lnTo>
                    <a:pt x="2099947" y="820515"/>
                  </a:lnTo>
                  <a:lnTo>
                    <a:pt x="2099775" y="820585"/>
                  </a:lnTo>
                  <a:lnTo>
                    <a:pt x="2098223" y="821214"/>
                  </a:lnTo>
                  <a:lnTo>
                    <a:pt x="2097533" y="821494"/>
                  </a:lnTo>
                  <a:lnTo>
                    <a:pt x="2097189" y="821633"/>
                  </a:lnTo>
                  <a:lnTo>
                    <a:pt x="2096671" y="821843"/>
                  </a:lnTo>
                  <a:lnTo>
                    <a:pt x="2095637" y="822263"/>
                  </a:lnTo>
                  <a:lnTo>
                    <a:pt x="2094430" y="822752"/>
                  </a:lnTo>
                  <a:lnTo>
                    <a:pt x="2093913" y="822962"/>
                  </a:lnTo>
                  <a:lnTo>
                    <a:pt x="2092016" y="823731"/>
                  </a:lnTo>
                  <a:lnTo>
                    <a:pt x="2091844" y="823801"/>
                  </a:lnTo>
                  <a:lnTo>
                    <a:pt x="2090982" y="824151"/>
                  </a:lnTo>
                  <a:lnTo>
                    <a:pt x="2090465" y="824361"/>
                  </a:lnTo>
                  <a:lnTo>
                    <a:pt x="2089775" y="824641"/>
                  </a:lnTo>
                  <a:lnTo>
                    <a:pt x="2089603" y="824711"/>
                  </a:lnTo>
                  <a:lnTo>
                    <a:pt x="2089258" y="824850"/>
                  </a:lnTo>
                  <a:lnTo>
                    <a:pt x="2087706" y="825480"/>
                  </a:lnTo>
                  <a:lnTo>
                    <a:pt x="2087361" y="825620"/>
                  </a:lnTo>
                  <a:lnTo>
                    <a:pt x="2086844" y="825830"/>
                  </a:lnTo>
                  <a:lnTo>
                    <a:pt x="2083223" y="827299"/>
                  </a:lnTo>
                  <a:lnTo>
                    <a:pt x="2081672" y="827928"/>
                  </a:lnTo>
                  <a:lnTo>
                    <a:pt x="2080810" y="828278"/>
                  </a:lnTo>
                  <a:lnTo>
                    <a:pt x="2077017" y="829818"/>
                  </a:lnTo>
                  <a:lnTo>
                    <a:pt x="2075120" y="830587"/>
                  </a:lnTo>
                  <a:lnTo>
                    <a:pt x="2072706" y="831567"/>
                  </a:lnTo>
                  <a:lnTo>
                    <a:pt x="2072534" y="831637"/>
                  </a:lnTo>
                  <a:lnTo>
                    <a:pt x="2068913" y="833107"/>
                  </a:lnTo>
                  <a:lnTo>
                    <a:pt x="1969088" y="873706"/>
                  </a:lnTo>
                  <a:lnTo>
                    <a:pt x="1961502" y="876798"/>
                  </a:lnTo>
                  <a:lnTo>
                    <a:pt x="1945985" y="883124"/>
                  </a:lnTo>
                  <a:lnTo>
                    <a:pt x="1944089" y="883897"/>
                  </a:lnTo>
                  <a:lnTo>
                    <a:pt x="1943744" y="884038"/>
                  </a:lnTo>
                  <a:lnTo>
                    <a:pt x="1943054" y="884319"/>
                  </a:lnTo>
                  <a:lnTo>
                    <a:pt x="1942020" y="884741"/>
                  </a:lnTo>
                  <a:lnTo>
                    <a:pt x="1939779" y="885655"/>
                  </a:lnTo>
                  <a:lnTo>
                    <a:pt x="1938917" y="886007"/>
                  </a:lnTo>
                  <a:lnTo>
                    <a:pt x="1937193" y="886710"/>
                  </a:lnTo>
                  <a:lnTo>
                    <a:pt x="1936675" y="886921"/>
                  </a:lnTo>
                  <a:lnTo>
                    <a:pt x="1935986" y="887202"/>
                  </a:lnTo>
                  <a:lnTo>
                    <a:pt x="1935468" y="887413"/>
                  </a:lnTo>
                  <a:lnTo>
                    <a:pt x="1934434" y="887835"/>
                  </a:lnTo>
                  <a:lnTo>
                    <a:pt x="1933227" y="888328"/>
                  </a:lnTo>
                  <a:lnTo>
                    <a:pt x="1933055" y="888398"/>
                  </a:lnTo>
                  <a:lnTo>
                    <a:pt x="1930813" y="889313"/>
                  </a:lnTo>
                  <a:lnTo>
                    <a:pt x="1929951" y="889664"/>
                  </a:lnTo>
                  <a:lnTo>
                    <a:pt x="1928400" y="890298"/>
                  </a:lnTo>
                  <a:lnTo>
                    <a:pt x="1927538" y="890649"/>
                  </a:lnTo>
                  <a:lnTo>
                    <a:pt x="1927365" y="890720"/>
                  </a:lnTo>
                  <a:lnTo>
                    <a:pt x="1925814" y="891353"/>
                  </a:lnTo>
                  <a:lnTo>
                    <a:pt x="1925124" y="891634"/>
                  </a:lnTo>
                  <a:lnTo>
                    <a:pt x="1924779" y="891775"/>
                  </a:lnTo>
                  <a:lnTo>
                    <a:pt x="1924262" y="891986"/>
                  </a:lnTo>
                  <a:lnTo>
                    <a:pt x="1923227" y="892408"/>
                  </a:lnTo>
                  <a:lnTo>
                    <a:pt x="1922021" y="892901"/>
                  </a:lnTo>
                  <a:lnTo>
                    <a:pt x="1921503" y="893112"/>
                  </a:lnTo>
                  <a:lnTo>
                    <a:pt x="1919607" y="893886"/>
                  </a:lnTo>
                  <a:lnTo>
                    <a:pt x="1919434" y="893957"/>
                  </a:lnTo>
                  <a:lnTo>
                    <a:pt x="1918572" y="894309"/>
                  </a:lnTo>
                  <a:lnTo>
                    <a:pt x="1918055" y="894520"/>
                  </a:lnTo>
                  <a:lnTo>
                    <a:pt x="1917365" y="894801"/>
                  </a:lnTo>
                  <a:lnTo>
                    <a:pt x="1917193" y="894872"/>
                  </a:lnTo>
                  <a:lnTo>
                    <a:pt x="1916848" y="895012"/>
                  </a:lnTo>
                  <a:lnTo>
                    <a:pt x="1915297" y="895646"/>
                  </a:lnTo>
                  <a:lnTo>
                    <a:pt x="1914952" y="895787"/>
                  </a:lnTo>
                  <a:lnTo>
                    <a:pt x="1914435" y="895998"/>
                  </a:lnTo>
                  <a:lnTo>
                    <a:pt x="1910814" y="897476"/>
                  </a:lnTo>
                  <a:lnTo>
                    <a:pt x="1909262" y="898110"/>
                  </a:lnTo>
                  <a:lnTo>
                    <a:pt x="1908400" y="898462"/>
                  </a:lnTo>
                  <a:lnTo>
                    <a:pt x="1904607" y="900011"/>
                  </a:lnTo>
                  <a:lnTo>
                    <a:pt x="1902711" y="900786"/>
                  </a:lnTo>
                  <a:lnTo>
                    <a:pt x="1900297" y="901772"/>
                  </a:lnTo>
                  <a:lnTo>
                    <a:pt x="1900125" y="901842"/>
                  </a:lnTo>
                  <a:lnTo>
                    <a:pt x="1896504" y="903321"/>
                  </a:lnTo>
                  <a:lnTo>
                    <a:pt x="1796679" y="944185"/>
                  </a:lnTo>
                  <a:lnTo>
                    <a:pt x="1789093" y="947297"/>
                  </a:lnTo>
                  <a:lnTo>
                    <a:pt x="1773576" y="953665"/>
                  </a:lnTo>
                  <a:lnTo>
                    <a:pt x="1771679" y="954444"/>
                  </a:lnTo>
                  <a:lnTo>
                    <a:pt x="1771335" y="954585"/>
                  </a:lnTo>
                  <a:lnTo>
                    <a:pt x="1770645" y="954869"/>
                  </a:lnTo>
                  <a:lnTo>
                    <a:pt x="1769611" y="955293"/>
                  </a:lnTo>
                  <a:lnTo>
                    <a:pt x="1767369" y="956214"/>
                  </a:lnTo>
                  <a:lnTo>
                    <a:pt x="1766507" y="956568"/>
                  </a:lnTo>
                  <a:lnTo>
                    <a:pt x="1764783" y="957276"/>
                  </a:lnTo>
                  <a:lnTo>
                    <a:pt x="1764266" y="957488"/>
                  </a:lnTo>
                  <a:lnTo>
                    <a:pt x="1763576" y="957771"/>
                  </a:lnTo>
                  <a:lnTo>
                    <a:pt x="1763059" y="957984"/>
                  </a:lnTo>
                  <a:lnTo>
                    <a:pt x="1762025" y="958409"/>
                  </a:lnTo>
                  <a:lnTo>
                    <a:pt x="1760818" y="958904"/>
                  </a:lnTo>
                  <a:lnTo>
                    <a:pt x="1760645" y="958975"/>
                  </a:lnTo>
                  <a:lnTo>
                    <a:pt x="1758404" y="959896"/>
                  </a:lnTo>
                  <a:lnTo>
                    <a:pt x="1757542" y="960250"/>
                  </a:lnTo>
                  <a:lnTo>
                    <a:pt x="1755990" y="960887"/>
                  </a:lnTo>
                  <a:lnTo>
                    <a:pt x="1755128" y="961241"/>
                  </a:lnTo>
                  <a:lnTo>
                    <a:pt x="1754956" y="961312"/>
                  </a:lnTo>
                  <a:lnTo>
                    <a:pt x="1753404" y="961950"/>
                  </a:lnTo>
                  <a:lnTo>
                    <a:pt x="1752714" y="962233"/>
                  </a:lnTo>
                  <a:lnTo>
                    <a:pt x="1752370" y="962375"/>
                  </a:lnTo>
                  <a:lnTo>
                    <a:pt x="1751852" y="962587"/>
                  </a:lnTo>
                  <a:lnTo>
                    <a:pt x="1750818" y="963012"/>
                  </a:lnTo>
                  <a:lnTo>
                    <a:pt x="1749611" y="963508"/>
                  </a:lnTo>
                  <a:lnTo>
                    <a:pt x="1749094" y="963721"/>
                  </a:lnTo>
                  <a:lnTo>
                    <a:pt x="1747197" y="964500"/>
                  </a:lnTo>
                  <a:lnTo>
                    <a:pt x="1747025" y="964571"/>
                  </a:lnTo>
                  <a:lnTo>
                    <a:pt x="1746163" y="964925"/>
                  </a:lnTo>
                  <a:lnTo>
                    <a:pt x="1745646" y="965138"/>
                  </a:lnTo>
                  <a:lnTo>
                    <a:pt x="1744956" y="965421"/>
                  </a:lnTo>
                  <a:lnTo>
                    <a:pt x="1744784" y="965492"/>
                  </a:lnTo>
                  <a:lnTo>
                    <a:pt x="1744439" y="965634"/>
                  </a:lnTo>
                  <a:lnTo>
                    <a:pt x="1742887" y="966272"/>
                  </a:lnTo>
                  <a:lnTo>
                    <a:pt x="1742542" y="966414"/>
                  </a:lnTo>
                  <a:lnTo>
                    <a:pt x="1742025" y="966626"/>
                  </a:lnTo>
                  <a:lnTo>
                    <a:pt x="1738404" y="968114"/>
                  </a:lnTo>
                  <a:lnTo>
                    <a:pt x="1736853" y="968752"/>
                  </a:lnTo>
                  <a:lnTo>
                    <a:pt x="1735991" y="969107"/>
                  </a:lnTo>
                  <a:lnTo>
                    <a:pt x="1732198" y="970666"/>
                  </a:lnTo>
                  <a:lnTo>
                    <a:pt x="1730301" y="971446"/>
                  </a:lnTo>
                  <a:lnTo>
                    <a:pt x="1727887" y="972439"/>
                  </a:lnTo>
                  <a:lnTo>
                    <a:pt x="1727715" y="972510"/>
                  </a:lnTo>
                  <a:lnTo>
                    <a:pt x="1724094" y="973999"/>
                  </a:lnTo>
                  <a:lnTo>
                    <a:pt x="1624269" y="1015146"/>
                  </a:lnTo>
                  <a:lnTo>
                    <a:pt x="1616683" y="1018280"/>
                  </a:lnTo>
                  <a:lnTo>
                    <a:pt x="1601166" y="1024693"/>
                  </a:lnTo>
                  <a:lnTo>
                    <a:pt x="1599270" y="1025477"/>
                  </a:lnTo>
                  <a:lnTo>
                    <a:pt x="1598925" y="1025620"/>
                  </a:lnTo>
                  <a:lnTo>
                    <a:pt x="1598236" y="1025905"/>
                  </a:lnTo>
                  <a:lnTo>
                    <a:pt x="1597201" y="1026332"/>
                  </a:lnTo>
                  <a:lnTo>
                    <a:pt x="1594960" y="1027259"/>
                  </a:lnTo>
                  <a:lnTo>
                    <a:pt x="1594098" y="1027616"/>
                  </a:lnTo>
                  <a:lnTo>
                    <a:pt x="1592374" y="1028329"/>
                  </a:lnTo>
                  <a:lnTo>
                    <a:pt x="1591856" y="1028543"/>
                  </a:lnTo>
                  <a:lnTo>
                    <a:pt x="1591167" y="1028828"/>
                  </a:lnTo>
                  <a:lnTo>
                    <a:pt x="1590649" y="1029042"/>
                  </a:lnTo>
                  <a:lnTo>
                    <a:pt x="1589615" y="1029470"/>
                  </a:lnTo>
                  <a:lnTo>
                    <a:pt x="1588408" y="1029969"/>
                  </a:lnTo>
                  <a:lnTo>
                    <a:pt x="1588236" y="1030040"/>
                  </a:lnTo>
                  <a:lnTo>
                    <a:pt x="1585994" y="1030967"/>
                  </a:lnTo>
                  <a:lnTo>
                    <a:pt x="1585132" y="1031324"/>
                  </a:lnTo>
                  <a:lnTo>
                    <a:pt x="1583581" y="1031966"/>
                  </a:lnTo>
                  <a:lnTo>
                    <a:pt x="1582719" y="1032323"/>
                  </a:lnTo>
                  <a:lnTo>
                    <a:pt x="1582546" y="1032394"/>
                  </a:lnTo>
                  <a:lnTo>
                    <a:pt x="1580995" y="1033036"/>
                  </a:lnTo>
                  <a:lnTo>
                    <a:pt x="1580305" y="1033321"/>
                  </a:lnTo>
                  <a:lnTo>
                    <a:pt x="1579960" y="1033464"/>
                  </a:lnTo>
                  <a:lnTo>
                    <a:pt x="1579443" y="1033678"/>
                  </a:lnTo>
                  <a:lnTo>
                    <a:pt x="1578408" y="1034106"/>
                  </a:lnTo>
                  <a:lnTo>
                    <a:pt x="1577202" y="1034606"/>
                  </a:lnTo>
                  <a:lnTo>
                    <a:pt x="1576684" y="1034820"/>
                  </a:lnTo>
                  <a:lnTo>
                    <a:pt x="1574788" y="1035605"/>
                  </a:lnTo>
                  <a:lnTo>
                    <a:pt x="1574615" y="1035676"/>
                  </a:lnTo>
                  <a:lnTo>
                    <a:pt x="1573753" y="1036033"/>
                  </a:lnTo>
                  <a:lnTo>
                    <a:pt x="1573236" y="1036247"/>
                  </a:lnTo>
                  <a:lnTo>
                    <a:pt x="1572546" y="1036532"/>
                  </a:lnTo>
                  <a:lnTo>
                    <a:pt x="1572374" y="1036604"/>
                  </a:lnTo>
                  <a:lnTo>
                    <a:pt x="1572029" y="1036746"/>
                  </a:lnTo>
                  <a:lnTo>
                    <a:pt x="1570478" y="1037389"/>
                  </a:lnTo>
                  <a:lnTo>
                    <a:pt x="1570133" y="1037531"/>
                  </a:lnTo>
                  <a:lnTo>
                    <a:pt x="1569616" y="1037746"/>
                  </a:lnTo>
                  <a:lnTo>
                    <a:pt x="1565995" y="1039244"/>
                  </a:lnTo>
                  <a:lnTo>
                    <a:pt x="1564443" y="1039887"/>
                  </a:lnTo>
                  <a:lnTo>
                    <a:pt x="1563581" y="1040244"/>
                  </a:lnTo>
                  <a:lnTo>
                    <a:pt x="1559788" y="1041815"/>
                  </a:lnTo>
                  <a:lnTo>
                    <a:pt x="1557892" y="1042600"/>
                  </a:lnTo>
                  <a:lnTo>
                    <a:pt x="1555478" y="1043600"/>
                  </a:lnTo>
                  <a:lnTo>
                    <a:pt x="1555306" y="1043671"/>
                  </a:lnTo>
                  <a:lnTo>
                    <a:pt x="1551685" y="1045171"/>
                  </a:lnTo>
                  <a:lnTo>
                    <a:pt x="1451860" y="1086614"/>
                  </a:lnTo>
                  <a:lnTo>
                    <a:pt x="1444274" y="1089770"/>
                  </a:lnTo>
                  <a:lnTo>
                    <a:pt x="1428757" y="1096230"/>
                  </a:lnTo>
                  <a:lnTo>
                    <a:pt x="1426860" y="1097019"/>
                  </a:lnTo>
                  <a:lnTo>
                    <a:pt x="1426516" y="1097163"/>
                  </a:lnTo>
                  <a:lnTo>
                    <a:pt x="1425826" y="1097450"/>
                  </a:lnTo>
                  <a:lnTo>
                    <a:pt x="1424792" y="1097881"/>
                  </a:lnTo>
                  <a:lnTo>
                    <a:pt x="1422550" y="1098815"/>
                  </a:lnTo>
                  <a:lnTo>
                    <a:pt x="1421688" y="1099174"/>
                  </a:lnTo>
                  <a:lnTo>
                    <a:pt x="1419964" y="1099892"/>
                  </a:lnTo>
                  <a:lnTo>
                    <a:pt x="1419447" y="1100107"/>
                  </a:lnTo>
                  <a:lnTo>
                    <a:pt x="1418757" y="1100395"/>
                  </a:lnTo>
                  <a:lnTo>
                    <a:pt x="1418240" y="1100610"/>
                  </a:lnTo>
                  <a:lnTo>
                    <a:pt x="1417206" y="1101041"/>
                  </a:lnTo>
                  <a:lnTo>
                    <a:pt x="1415999" y="1101544"/>
                  </a:lnTo>
                  <a:lnTo>
                    <a:pt x="1415826" y="1101616"/>
                  </a:lnTo>
                  <a:lnTo>
                    <a:pt x="1413585" y="1102550"/>
                  </a:lnTo>
                  <a:lnTo>
                    <a:pt x="1412723" y="1102909"/>
                  </a:lnTo>
                  <a:lnTo>
                    <a:pt x="1411171" y="1103555"/>
                  </a:lnTo>
                  <a:lnTo>
                    <a:pt x="1410309" y="1103915"/>
                  </a:lnTo>
                  <a:lnTo>
                    <a:pt x="1410137" y="1103987"/>
                  </a:lnTo>
                  <a:lnTo>
                    <a:pt x="1408585" y="1104633"/>
                  </a:lnTo>
                  <a:lnTo>
                    <a:pt x="1407895" y="1104921"/>
                  </a:lnTo>
                  <a:lnTo>
                    <a:pt x="1407551" y="1105064"/>
                  </a:lnTo>
                  <a:lnTo>
                    <a:pt x="1407033" y="1105280"/>
                  </a:lnTo>
                  <a:lnTo>
                    <a:pt x="1405999" y="1105711"/>
                  </a:lnTo>
                  <a:lnTo>
                    <a:pt x="1404792" y="1106214"/>
                  </a:lnTo>
                  <a:lnTo>
                    <a:pt x="1404275" y="1106430"/>
                  </a:lnTo>
                  <a:lnTo>
                    <a:pt x="1402378" y="1107220"/>
                  </a:lnTo>
                  <a:lnTo>
                    <a:pt x="1402206" y="1107292"/>
                  </a:lnTo>
                  <a:lnTo>
                    <a:pt x="1401344" y="1107652"/>
                  </a:lnTo>
                  <a:lnTo>
                    <a:pt x="1400827" y="1107867"/>
                  </a:lnTo>
                  <a:lnTo>
                    <a:pt x="1400137" y="1108155"/>
                  </a:lnTo>
                  <a:lnTo>
                    <a:pt x="1399965" y="1108227"/>
                  </a:lnTo>
                  <a:lnTo>
                    <a:pt x="1399620" y="1108371"/>
                  </a:lnTo>
                  <a:lnTo>
                    <a:pt x="1398068" y="1109017"/>
                  </a:lnTo>
                  <a:lnTo>
                    <a:pt x="1397723" y="1109161"/>
                  </a:lnTo>
                  <a:lnTo>
                    <a:pt x="1397206" y="1109377"/>
                  </a:lnTo>
                  <a:lnTo>
                    <a:pt x="1393585" y="1110887"/>
                  </a:lnTo>
                  <a:lnTo>
                    <a:pt x="1392034" y="1111534"/>
                  </a:lnTo>
                  <a:lnTo>
                    <a:pt x="1391172" y="1111893"/>
                  </a:lnTo>
                  <a:lnTo>
                    <a:pt x="1387379" y="1113476"/>
                  </a:lnTo>
                  <a:lnTo>
                    <a:pt x="1385482" y="1114267"/>
                  </a:lnTo>
                  <a:lnTo>
                    <a:pt x="1383068" y="1115274"/>
                  </a:lnTo>
                  <a:lnTo>
                    <a:pt x="1382896" y="1115346"/>
                  </a:lnTo>
                  <a:lnTo>
                    <a:pt x="1379275" y="1116856"/>
                  </a:lnTo>
                  <a:lnTo>
                    <a:pt x="1279450" y="1158600"/>
                  </a:lnTo>
                  <a:lnTo>
                    <a:pt x="1271864" y="1161779"/>
                  </a:lnTo>
                  <a:lnTo>
                    <a:pt x="1256347" y="1168286"/>
                  </a:lnTo>
                  <a:lnTo>
                    <a:pt x="1254451" y="1169081"/>
                  </a:lnTo>
                  <a:lnTo>
                    <a:pt x="1254106" y="1169226"/>
                  </a:lnTo>
                  <a:lnTo>
                    <a:pt x="1253417" y="1169515"/>
                  </a:lnTo>
                  <a:lnTo>
                    <a:pt x="1252382" y="1169949"/>
                  </a:lnTo>
                  <a:lnTo>
                    <a:pt x="1250141" y="1170890"/>
                  </a:lnTo>
                  <a:lnTo>
                    <a:pt x="1249279" y="1171251"/>
                  </a:lnTo>
                  <a:lnTo>
                    <a:pt x="1247555" y="1171975"/>
                  </a:lnTo>
                  <a:lnTo>
                    <a:pt x="1247037" y="1172192"/>
                  </a:lnTo>
                  <a:lnTo>
                    <a:pt x="1246348" y="1172481"/>
                  </a:lnTo>
                  <a:lnTo>
                    <a:pt x="1245831" y="1172698"/>
                  </a:lnTo>
                  <a:lnTo>
                    <a:pt x="1244796" y="1173132"/>
                  </a:lnTo>
                  <a:lnTo>
                    <a:pt x="1243589" y="1173639"/>
                  </a:lnTo>
                  <a:lnTo>
                    <a:pt x="1243417" y="1173711"/>
                  </a:lnTo>
                  <a:lnTo>
                    <a:pt x="1241175" y="1174652"/>
                  </a:lnTo>
                  <a:lnTo>
                    <a:pt x="1240313" y="1175013"/>
                  </a:lnTo>
                  <a:lnTo>
                    <a:pt x="1238762" y="1175665"/>
                  </a:lnTo>
                  <a:lnTo>
                    <a:pt x="1237900" y="1176027"/>
                  </a:lnTo>
                  <a:lnTo>
                    <a:pt x="1237727" y="1176099"/>
                  </a:lnTo>
                  <a:lnTo>
                    <a:pt x="1236176" y="1176750"/>
                  </a:lnTo>
                  <a:lnTo>
                    <a:pt x="1235486" y="1177040"/>
                  </a:lnTo>
                  <a:lnTo>
                    <a:pt x="1235141" y="1177185"/>
                  </a:lnTo>
                  <a:lnTo>
                    <a:pt x="1234624" y="1177402"/>
                  </a:lnTo>
                  <a:lnTo>
                    <a:pt x="1233589" y="1177836"/>
                  </a:lnTo>
                  <a:lnTo>
                    <a:pt x="1232383" y="1178343"/>
                  </a:lnTo>
                  <a:lnTo>
                    <a:pt x="1231865" y="1178560"/>
                  </a:lnTo>
                  <a:lnTo>
                    <a:pt x="1229969" y="1179356"/>
                  </a:lnTo>
                  <a:lnTo>
                    <a:pt x="1229796" y="1179429"/>
                  </a:lnTo>
                  <a:lnTo>
                    <a:pt x="1228934" y="1179791"/>
                  </a:lnTo>
                  <a:lnTo>
                    <a:pt x="1228417" y="1180008"/>
                  </a:lnTo>
                  <a:lnTo>
                    <a:pt x="1227728" y="1180297"/>
                  </a:lnTo>
                  <a:lnTo>
                    <a:pt x="1227555" y="1180370"/>
                  </a:lnTo>
                  <a:lnTo>
                    <a:pt x="1227210" y="1180515"/>
                  </a:lnTo>
                  <a:lnTo>
                    <a:pt x="1225659" y="1181166"/>
                  </a:lnTo>
                  <a:lnTo>
                    <a:pt x="1225314" y="1181311"/>
                  </a:lnTo>
                  <a:lnTo>
                    <a:pt x="1224797" y="1181528"/>
                  </a:lnTo>
                  <a:lnTo>
                    <a:pt x="1221176" y="1183049"/>
                  </a:lnTo>
                  <a:lnTo>
                    <a:pt x="1219624" y="1183701"/>
                  </a:lnTo>
                  <a:lnTo>
                    <a:pt x="1218762" y="1184063"/>
                  </a:lnTo>
                  <a:lnTo>
                    <a:pt x="1214969" y="1185657"/>
                  </a:lnTo>
                  <a:lnTo>
                    <a:pt x="1213073" y="1186453"/>
                  </a:lnTo>
                  <a:lnTo>
                    <a:pt x="1210659" y="1187468"/>
                  </a:lnTo>
                  <a:lnTo>
                    <a:pt x="1210487" y="1187540"/>
                  </a:lnTo>
                  <a:lnTo>
                    <a:pt x="1206866" y="1189062"/>
                  </a:lnTo>
                  <a:lnTo>
                    <a:pt x="1107041" y="1231104"/>
                  </a:lnTo>
                  <a:lnTo>
                    <a:pt x="1099455" y="1234306"/>
                  </a:lnTo>
                  <a:lnTo>
                    <a:pt x="1083938" y="1240859"/>
                  </a:lnTo>
                  <a:lnTo>
                    <a:pt x="1082041" y="1241660"/>
                  </a:lnTo>
                  <a:lnTo>
                    <a:pt x="1081697" y="1241805"/>
                  </a:lnTo>
                  <a:lnTo>
                    <a:pt x="1081007" y="1242097"/>
                  </a:lnTo>
                  <a:lnTo>
                    <a:pt x="1079973" y="1242534"/>
                  </a:lnTo>
                  <a:lnTo>
                    <a:pt x="1077731" y="1243481"/>
                  </a:lnTo>
                  <a:lnTo>
                    <a:pt x="1076869" y="1243845"/>
                  </a:lnTo>
                  <a:lnTo>
                    <a:pt x="1075145" y="1244573"/>
                  </a:lnTo>
                  <a:lnTo>
                    <a:pt x="1074628" y="1244792"/>
                  </a:lnTo>
                  <a:lnTo>
                    <a:pt x="1073938" y="1245083"/>
                  </a:lnTo>
                  <a:lnTo>
                    <a:pt x="1073421" y="1245302"/>
                  </a:lnTo>
                  <a:lnTo>
                    <a:pt x="1072387" y="1245739"/>
                  </a:lnTo>
                  <a:lnTo>
                    <a:pt x="1071180" y="1246249"/>
                  </a:lnTo>
                  <a:lnTo>
                    <a:pt x="1071007" y="1246322"/>
                  </a:lnTo>
                  <a:lnTo>
                    <a:pt x="1068766" y="1247269"/>
                  </a:lnTo>
                  <a:lnTo>
                    <a:pt x="1067904" y="1247634"/>
                  </a:lnTo>
                  <a:lnTo>
                    <a:pt x="1066352" y="1248289"/>
                  </a:lnTo>
                  <a:lnTo>
                    <a:pt x="1065490" y="1248654"/>
                  </a:lnTo>
                  <a:lnTo>
                    <a:pt x="1065318" y="1248727"/>
                  </a:lnTo>
                  <a:lnTo>
                    <a:pt x="1063766" y="1249383"/>
                  </a:lnTo>
                  <a:lnTo>
                    <a:pt x="1063076" y="1249674"/>
                  </a:lnTo>
                  <a:lnTo>
                    <a:pt x="1062732" y="1249820"/>
                  </a:lnTo>
                  <a:lnTo>
                    <a:pt x="1062214" y="1250039"/>
                  </a:lnTo>
                  <a:lnTo>
                    <a:pt x="1061180" y="1250476"/>
                  </a:lnTo>
                  <a:lnTo>
                    <a:pt x="1059973" y="1250986"/>
                  </a:lnTo>
                  <a:lnTo>
                    <a:pt x="1059456" y="1251205"/>
                  </a:lnTo>
                  <a:lnTo>
                    <a:pt x="1057559" y="1252007"/>
                  </a:lnTo>
                  <a:lnTo>
                    <a:pt x="1057387" y="1252080"/>
                  </a:lnTo>
                  <a:lnTo>
                    <a:pt x="1056525" y="1252444"/>
                  </a:lnTo>
                  <a:lnTo>
                    <a:pt x="1056008" y="1252663"/>
                  </a:lnTo>
                  <a:lnTo>
                    <a:pt x="1055318" y="1252955"/>
                  </a:lnTo>
                  <a:lnTo>
                    <a:pt x="1055146" y="1253027"/>
                  </a:lnTo>
                  <a:lnTo>
                    <a:pt x="1054801" y="1253173"/>
                  </a:lnTo>
                  <a:lnTo>
                    <a:pt x="1053249" y="1253830"/>
                  </a:lnTo>
                  <a:lnTo>
                    <a:pt x="1052904" y="1253975"/>
                  </a:lnTo>
                  <a:lnTo>
                    <a:pt x="1052387" y="1254194"/>
                  </a:lnTo>
                  <a:lnTo>
                    <a:pt x="1048766" y="1255725"/>
                  </a:lnTo>
                  <a:lnTo>
                    <a:pt x="1047215" y="1256382"/>
                  </a:lnTo>
                  <a:lnTo>
                    <a:pt x="1046353" y="1256747"/>
                  </a:lnTo>
                  <a:lnTo>
                    <a:pt x="1042560" y="1258351"/>
                  </a:lnTo>
                  <a:lnTo>
                    <a:pt x="1040663" y="1259154"/>
                  </a:lnTo>
                  <a:lnTo>
                    <a:pt x="1038249" y="1260175"/>
                  </a:lnTo>
                  <a:lnTo>
                    <a:pt x="1038077" y="1260248"/>
                  </a:lnTo>
                  <a:lnTo>
                    <a:pt x="1034456" y="1261780"/>
                  </a:lnTo>
                  <a:lnTo>
                    <a:pt x="934631" y="1304111"/>
                  </a:lnTo>
                  <a:lnTo>
                    <a:pt x="927045" y="1307335"/>
                  </a:lnTo>
                  <a:lnTo>
                    <a:pt x="911528" y="1313931"/>
                  </a:lnTo>
                  <a:lnTo>
                    <a:pt x="909632" y="1314738"/>
                  </a:lnTo>
                  <a:lnTo>
                    <a:pt x="909287" y="1314884"/>
                  </a:lnTo>
                  <a:lnTo>
                    <a:pt x="908598" y="1315177"/>
                  </a:lnTo>
                  <a:lnTo>
                    <a:pt x="907563" y="1315617"/>
                  </a:lnTo>
                  <a:lnTo>
                    <a:pt x="905322" y="1316571"/>
                  </a:lnTo>
                  <a:lnTo>
                    <a:pt x="904460" y="1316937"/>
                  </a:lnTo>
                  <a:lnTo>
                    <a:pt x="902736" y="1317671"/>
                  </a:lnTo>
                  <a:lnTo>
                    <a:pt x="902218" y="1317891"/>
                  </a:lnTo>
                  <a:lnTo>
                    <a:pt x="901529" y="1318184"/>
                  </a:lnTo>
                  <a:lnTo>
                    <a:pt x="901012" y="1318404"/>
                  </a:lnTo>
                  <a:lnTo>
                    <a:pt x="899977" y="1318844"/>
                  </a:lnTo>
                  <a:lnTo>
                    <a:pt x="898770" y="1319358"/>
                  </a:lnTo>
                  <a:lnTo>
                    <a:pt x="898598" y="1319431"/>
                  </a:lnTo>
                  <a:lnTo>
                    <a:pt x="896356" y="1320384"/>
                  </a:lnTo>
                  <a:lnTo>
                    <a:pt x="895494" y="1320751"/>
                  </a:lnTo>
                  <a:lnTo>
                    <a:pt x="893943" y="1321412"/>
                  </a:lnTo>
                  <a:lnTo>
                    <a:pt x="893081" y="1321778"/>
                  </a:lnTo>
                  <a:lnTo>
                    <a:pt x="892908" y="1321852"/>
                  </a:lnTo>
                  <a:lnTo>
                    <a:pt x="891357" y="1322512"/>
                  </a:lnTo>
                  <a:lnTo>
                    <a:pt x="890667" y="1322805"/>
                  </a:lnTo>
                  <a:lnTo>
                    <a:pt x="890322" y="1322952"/>
                  </a:lnTo>
                  <a:lnTo>
                    <a:pt x="889805" y="1323172"/>
                  </a:lnTo>
                  <a:lnTo>
                    <a:pt x="888770" y="1323613"/>
                  </a:lnTo>
                  <a:lnTo>
                    <a:pt x="887564" y="1324126"/>
                  </a:lnTo>
                  <a:lnTo>
                    <a:pt x="887046" y="1324346"/>
                  </a:lnTo>
                  <a:lnTo>
                    <a:pt x="885150" y="1325154"/>
                  </a:lnTo>
                  <a:lnTo>
                    <a:pt x="884977" y="1325227"/>
                  </a:lnTo>
                  <a:lnTo>
                    <a:pt x="884115" y="1325594"/>
                  </a:lnTo>
                  <a:lnTo>
                    <a:pt x="883598" y="1325814"/>
                  </a:lnTo>
                  <a:lnTo>
                    <a:pt x="882909" y="1326108"/>
                  </a:lnTo>
                  <a:lnTo>
                    <a:pt x="882736" y="1326181"/>
                  </a:lnTo>
                  <a:lnTo>
                    <a:pt x="882391" y="1326328"/>
                  </a:lnTo>
                  <a:lnTo>
                    <a:pt x="880840" y="1326988"/>
                  </a:lnTo>
                  <a:lnTo>
                    <a:pt x="880495" y="1327135"/>
                  </a:lnTo>
                  <a:lnTo>
                    <a:pt x="879978" y="1327355"/>
                  </a:lnTo>
                  <a:lnTo>
                    <a:pt x="876357" y="1328897"/>
                  </a:lnTo>
                  <a:lnTo>
                    <a:pt x="874805" y="1329558"/>
                  </a:lnTo>
                  <a:lnTo>
                    <a:pt x="873943" y="1329925"/>
                  </a:lnTo>
                  <a:lnTo>
                    <a:pt x="870150" y="1331540"/>
                  </a:lnTo>
                  <a:lnTo>
                    <a:pt x="868254" y="1332348"/>
                  </a:lnTo>
                  <a:lnTo>
                    <a:pt x="865840" y="1333376"/>
                  </a:lnTo>
                  <a:lnTo>
                    <a:pt x="865668" y="1333449"/>
                  </a:lnTo>
                  <a:lnTo>
                    <a:pt x="862047" y="1334991"/>
                  </a:lnTo>
                  <a:lnTo>
                    <a:pt x="762222" y="1377594"/>
                  </a:lnTo>
                  <a:lnTo>
                    <a:pt x="754636" y="1380838"/>
                  </a:lnTo>
                  <a:lnTo>
                    <a:pt x="739119" y="1387476"/>
                  </a:lnTo>
                  <a:lnTo>
                    <a:pt x="737222" y="1388287"/>
                  </a:lnTo>
                  <a:lnTo>
                    <a:pt x="736878" y="1388435"/>
                  </a:lnTo>
                  <a:lnTo>
                    <a:pt x="736188" y="1388730"/>
                  </a:lnTo>
                  <a:lnTo>
                    <a:pt x="735154" y="1389172"/>
                  </a:lnTo>
                  <a:lnTo>
                    <a:pt x="732912" y="1390132"/>
                  </a:lnTo>
                  <a:lnTo>
                    <a:pt x="732050" y="1390501"/>
                  </a:lnTo>
                  <a:lnTo>
                    <a:pt x="730326" y="1391238"/>
                  </a:lnTo>
                  <a:lnTo>
                    <a:pt x="729809" y="1391460"/>
                  </a:lnTo>
                  <a:lnTo>
                    <a:pt x="729119" y="1391755"/>
                  </a:lnTo>
                  <a:lnTo>
                    <a:pt x="728602" y="1391976"/>
                  </a:lnTo>
                  <a:lnTo>
                    <a:pt x="727568" y="1392419"/>
                  </a:lnTo>
                  <a:lnTo>
                    <a:pt x="726361" y="1392936"/>
                  </a:lnTo>
                  <a:lnTo>
                    <a:pt x="726188" y="1393010"/>
                  </a:lnTo>
                  <a:lnTo>
                    <a:pt x="723947" y="1393969"/>
                  </a:lnTo>
                  <a:lnTo>
                    <a:pt x="723085" y="1394338"/>
                  </a:lnTo>
                  <a:lnTo>
                    <a:pt x="721533" y="1395002"/>
                  </a:lnTo>
                  <a:lnTo>
                    <a:pt x="720671" y="1395371"/>
                  </a:lnTo>
                  <a:lnTo>
                    <a:pt x="720499" y="1395445"/>
                  </a:lnTo>
                  <a:lnTo>
                    <a:pt x="718947" y="1396110"/>
                  </a:lnTo>
                  <a:lnTo>
                    <a:pt x="718257" y="1396405"/>
                  </a:lnTo>
                  <a:lnTo>
                    <a:pt x="717913" y="1396553"/>
                  </a:lnTo>
                  <a:lnTo>
                    <a:pt x="717395" y="1396774"/>
                  </a:lnTo>
                  <a:lnTo>
                    <a:pt x="716361" y="1397217"/>
                  </a:lnTo>
                  <a:lnTo>
                    <a:pt x="715154" y="1397734"/>
                  </a:lnTo>
                  <a:lnTo>
                    <a:pt x="714637" y="1397955"/>
                  </a:lnTo>
                  <a:lnTo>
                    <a:pt x="712740" y="1398767"/>
                  </a:lnTo>
                  <a:lnTo>
                    <a:pt x="712568" y="1398841"/>
                  </a:lnTo>
                  <a:lnTo>
                    <a:pt x="711706" y="1399210"/>
                  </a:lnTo>
                  <a:lnTo>
                    <a:pt x="711189" y="1399432"/>
                  </a:lnTo>
                  <a:lnTo>
                    <a:pt x="710499" y="1399727"/>
                  </a:lnTo>
                  <a:lnTo>
                    <a:pt x="710327" y="1399801"/>
                  </a:lnTo>
                  <a:lnTo>
                    <a:pt x="709982" y="1399949"/>
                  </a:lnTo>
                  <a:lnTo>
                    <a:pt x="708430" y="1400613"/>
                  </a:lnTo>
                  <a:lnTo>
                    <a:pt x="708085" y="1400761"/>
                  </a:lnTo>
                  <a:lnTo>
                    <a:pt x="707568" y="1400983"/>
                  </a:lnTo>
                  <a:lnTo>
                    <a:pt x="703947" y="1402534"/>
                  </a:lnTo>
                  <a:lnTo>
                    <a:pt x="702396" y="1403198"/>
                  </a:lnTo>
                  <a:lnTo>
                    <a:pt x="701534" y="1403568"/>
                  </a:lnTo>
                  <a:lnTo>
                    <a:pt x="697741" y="1405193"/>
                  </a:lnTo>
                  <a:lnTo>
                    <a:pt x="695844" y="1406005"/>
                  </a:lnTo>
                  <a:lnTo>
                    <a:pt x="693430" y="1407040"/>
                  </a:lnTo>
                  <a:lnTo>
                    <a:pt x="693258" y="1407114"/>
                  </a:lnTo>
                  <a:lnTo>
                    <a:pt x="689637" y="1408665"/>
                  </a:lnTo>
                  <a:lnTo>
                    <a:pt x="589812" y="1451519"/>
                  </a:lnTo>
                  <a:lnTo>
                    <a:pt x="582226" y="1454781"/>
                  </a:lnTo>
                  <a:lnTo>
                    <a:pt x="566710" y="1461456"/>
                  </a:lnTo>
                  <a:lnTo>
                    <a:pt x="564813" y="1462272"/>
                  </a:lnTo>
                  <a:lnTo>
                    <a:pt x="564468" y="1462421"/>
                  </a:lnTo>
                  <a:lnTo>
                    <a:pt x="563779" y="1462718"/>
                  </a:lnTo>
                  <a:lnTo>
                    <a:pt x="562744" y="1463163"/>
                  </a:lnTo>
                  <a:lnTo>
                    <a:pt x="560503" y="1464127"/>
                  </a:lnTo>
                  <a:lnTo>
                    <a:pt x="559641" y="1464498"/>
                  </a:lnTo>
                  <a:lnTo>
                    <a:pt x="557917" y="1465240"/>
                  </a:lnTo>
                  <a:lnTo>
                    <a:pt x="557399" y="1465463"/>
                  </a:lnTo>
                  <a:lnTo>
                    <a:pt x="556710" y="1465760"/>
                  </a:lnTo>
                  <a:lnTo>
                    <a:pt x="556193" y="1465982"/>
                  </a:lnTo>
                  <a:lnTo>
                    <a:pt x="555158" y="1466428"/>
                  </a:lnTo>
                  <a:lnTo>
                    <a:pt x="553951" y="1466947"/>
                  </a:lnTo>
                  <a:lnTo>
                    <a:pt x="553779" y="1467021"/>
                  </a:lnTo>
                  <a:lnTo>
                    <a:pt x="551537" y="1467986"/>
                  </a:lnTo>
                  <a:lnTo>
                    <a:pt x="550675" y="1468357"/>
                  </a:lnTo>
                  <a:lnTo>
                    <a:pt x="549124" y="1469025"/>
                  </a:lnTo>
                  <a:lnTo>
                    <a:pt x="548262" y="1469396"/>
                  </a:lnTo>
                  <a:lnTo>
                    <a:pt x="548089" y="1469471"/>
                  </a:lnTo>
                  <a:lnTo>
                    <a:pt x="546538" y="1470139"/>
                  </a:lnTo>
                  <a:lnTo>
                    <a:pt x="545848" y="1470436"/>
                  </a:lnTo>
                  <a:lnTo>
                    <a:pt x="545503" y="1470584"/>
                  </a:lnTo>
                  <a:lnTo>
                    <a:pt x="544986" y="1470807"/>
                  </a:lnTo>
                  <a:lnTo>
                    <a:pt x="543951" y="1471252"/>
                  </a:lnTo>
                  <a:lnTo>
                    <a:pt x="542745" y="1471772"/>
                  </a:lnTo>
                  <a:lnTo>
                    <a:pt x="542227" y="1471995"/>
                  </a:lnTo>
                  <a:lnTo>
                    <a:pt x="540331" y="1472811"/>
                  </a:lnTo>
                  <a:lnTo>
                    <a:pt x="540158" y="1472886"/>
                  </a:lnTo>
                  <a:lnTo>
                    <a:pt x="539296" y="1473257"/>
                  </a:lnTo>
                  <a:lnTo>
                    <a:pt x="538779" y="1473480"/>
                  </a:lnTo>
                  <a:lnTo>
                    <a:pt x="538090" y="1473777"/>
                  </a:lnTo>
                  <a:lnTo>
                    <a:pt x="537917" y="1473851"/>
                  </a:lnTo>
                  <a:lnTo>
                    <a:pt x="537572" y="1473999"/>
                  </a:lnTo>
                  <a:lnTo>
                    <a:pt x="536021" y="1474668"/>
                  </a:lnTo>
                  <a:lnTo>
                    <a:pt x="535676" y="1474816"/>
                  </a:lnTo>
                  <a:lnTo>
                    <a:pt x="535159" y="1475039"/>
                  </a:lnTo>
                  <a:lnTo>
                    <a:pt x="531538" y="1476598"/>
                  </a:lnTo>
                  <a:lnTo>
                    <a:pt x="529986" y="1477267"/>
                  </a:lnTo>
                  <a:lnTo>
                    <a:pt x="529124" y="1477638"/>
                  </a:lnTo>
                  <a:lnTo>
                    <a:pt x="525331" y="1479272"/>
                  </a:lnTo>
                  <a:lnTo>
                    <a:pt x="523435" y="1480089"/>
                  </a:lnTo>
                  <a:lnTo>
                    <a:pt x="521021" y="1481129"/>
                  </a:lnTo>
                  <a:lnTo>
                    <a:pt x="520849" y="1481204"/>
                  </a:lnTo>
                  <a:lnTo>
                    <a:pt x="517228" y="1482764"/>
                  </a:lnTo>
                  <a:lnTo>
                    <a:pt x="417403" y="1525845"/>
                  </a:lnTo>
                  <a:lnTo>
                    <a:pt x="409817" y="1529124"/>
                  </a:lnTo>
                  <a:lnTo>
                    <a:pt x="394300" y="1535833"/>
                  </a:lnTo>
                  <a:lnTo>
                    <a:pt x="392404" y="1536653"/>
                  </a:lnTo>
                  <a:lnTo>
                    <a:pt x="392059" y="1536802"/>
                  </a:lnTo>
                  <a:lnTo>
                    <a:pt x="391369" y="1537100"/>
                  </a:lnTo>
                  <a:lnTo>
                    <a:pt x="390335" y="1537548"/>
                  </a:lnTo>
                  <a:lnTo>
                    <a:pt x="388093" y="1538517"/>
                  </a:lnTo>
                  <a:lnTo>
                    <a:pt x="387231" y="1538890"/>
                  </a:lnTo>
                  <a:lnTo>
                    <a:pt x="385507" y="1539636"/>
                  </a:lnTo>
                  <a:lnTo>
                    <a:pt x="384990" y="1539859"/>
                  </a:lnTo>
                  <a:lnTo>
                    <a:pt x="384300" y="1540158"/>
                  </a:lnTo>
                  <a:lnTo>
                    <a:pt x="383783" y="1540381"/>
                  </a:lnTo>
                  <a:lnTo>
                    <a:pt x="382749" y="1540829"/>
                  </a:lnTo>
                  <a:lnTo>
                    <a:pt x="381542" y="1541351"/>
                  </a:lnTo>
                  <a:lnTo>
                    <a:pt x="381369" y="1541426"/>
                  </a:lnTo>
                  <a:lnTo>
                    <a:pt x="379128" y="1542395"/>
                  </a:lnTo>
                  <a:lnTo>
                    <a:pt x="378266" y="1542768"/>
                  </a:lnTo>
                  <a:lnTo>
                    <a:pt x="376714" y="1543440"/>
                  </a:lnTo>
                  <a:lnTo>
                    <a:pt x="375852" y="1543813"/>
                  </a:lnTo>
                  <a:lnTo>
                    <a:pt x="375680" y="1543887"/>
                  </a:lnTo>
                  <a:lnTo>
                    <a:pt x="374128" y="1544559"/>
                  </a:lnTo>
                  <a:lnTo>
                    <a:pt x="373438" y="1544857"/>
                  </a:lnTo>
                  <a:lnTo>
                    <a:pt x="373094" y="1545006"/>
                  </a:lnTo>
                  <a:lnTo>
                    <a:pt x="372576" y="1545230"/>
                  </a:lnTo>
                  <a:lnTo>
                    <a:pt x="371542" y="1545678"/>
                  </a:lnTo>
                  <a:lnTo>
                    <a:pt x="370335" y="1546200"/>
                  </a:lnTo>
                  <a:lnTo>
                    <a:pt x="369818" y="1546424"/>
                  </a:lnTo>
                  <a:lnTo>
                    <a:pt x="367921" y="1547244"/>
                  </a:lnTo>
                  <a:lnTo>
                    <a:pt x="367749" y="1547319"/>
                  </a:lnTo>
                  <a:lnTo>
                    <a:pt x="366887" y="1547692"/>
                  </a:lnTo>
                  <a:lnTo>
                    <a:pt x="366370" y="1547916"/>
                  </a:lnTo>
                  <a:lnTo>
                    <a:pt x="365680" y="1548214"/>
                  </a:lnTo>
                  <a:lnTo>
                    <a:pt x="365508" y="1548289"/>
                  </a:lnTo>
                  <a:lnTo>
                    <a:pt x="365163" y="1548438"/>
                  </a:lnTo>
                  <a:lnTo>
                    <a:pt x="363611" y="1549110"/>
                  </a:lnTo>
                  <a:lnTo>
                    <a:pt x="363266" y="1549259"/>
                  </a:lnTo>
                  <a:lnTo>
                    <a:pt x="362749" y="1549483"/>
                  </a:lnTo>
                  <a:lnTo>
                    <a:pt x="359128" y="1551050"/>
                  </a:lnTo>
                  <a:lnTo>
                    <a:pt x="357577" y="1551722"/>
                  </a:lnTo>
                  <a:lnTo>
                    <a:pt x="356715" y="1552095"/>
                  </a:lnTo>
                  <a:lnTo>
                    <a:pt x="352922" y="1553737"/>
                  </a:lnTo>
                  <a:lnTo>
                    <a:pt x="351025" y="1554558"/>
                  </a:lnTo>
                  <a:lnTo>
                    <a:pt x="348611" y="1555603"/>
                  </a:lnTo>
                  <a:lnTo>
                    <a:pt x="348439" y="1555678"/>
                  </a:lnTo>
                  <a:lnTo>
                    <a:pt x="344818" y="1557246"/>
                  </a:lnTo>
                  <a:lnTo>
                    <a:pt x="244993" y="1600530"/>
                  </a:lnTo>
                  <a:lnTo>
                    <a:pt x="237407" y="1603823"/>
                  </a:lnTo>
                  <a:lnTo>
                    <a:pt x="221891" y="1610562"/>
                  </a:lnTo>
                  <a:lnTo>
                    <a:pt x="219994" y="1611386"/>
                  </a:lnTo>
                  <a:lnTo>
                    <a:pt x="219649" y="1611536"/>
                  </a:lnTo>
                  <a:lnTo>
                    <a:pt x="218960" y="1611835"/>
                  </a:lnTo>
                  <a:lnTo>
                    <a:pt x="217925" y="1612285"/>
                  </a:lnTo>
                  <a:lnTo>
                    <a:pt x="215684" y="1613259"/>
                  </a:lnTo>
                  <a:lnTo>
                    <a:pt x="214822" y="1613633"/>
                  </a:lnTo>
                  <a:lnTo>
                    <a:pt x="213098" y="1614382"/>
                  </a:lnTo>
                  <a:lnTo>
                    <a:pt x="212580" y="1614607"/>
                  </a:lnTo>
                  <a:lnTo>
                    <a:pt x="211891" y="1614907"/>
                  </a:lnTo>
                  <a:lnTo>
                    <a:pt x="211374" y="1615131"/>
                  </a:lnTo>
                  <a:lnTo>
                    <a:pt x="210339" y="1615581"/>
                  </a:lnTo>
                  <a:lnTo>
                    <a:pt x="209132" y="1616105"/>
                  </a:lnTo>
                  <a:lnTo>
                    <a:pt x="208960" y="1616180"/>
                  </a:lnTo>
                  <a:lnTo>
                    <a:pt x="206718" y="1617154"/>
                  </a:lnTo>
                  <a:lnTo>
                    <a:pt x="205856" y="1617529"/>
                  </a:lnTo>
                  <a:lnTo>
                    <a:pt x="204305" y="1618203"/>
                  </a:lnTo>
                  <a:lnTo>
                    <a:pt x="203443" y="1618578"/>
                  </a:lnTo>
                  <a:lnTo>
                    <a:pt x="203270" y="1618652"/>
                  </a:lnTo>
                  <a:lnTo>
                    <a:pt x="201719" y="1619327"/>
                  </a:lnTo>
                  <a:lnTo>
                    <a:pt x="201029" y="1619627"/>
                  </a:lnTo>
                  <a:lnTo>
                    <a:pt x="200684" y="1619776"/>
                  </a:lnTo>
                  <a:lnTo>
                    <a:pt x="200167" y="1620001"/>
                  </a:lnTo>
                  <a:lnTo>
                    <a:pt x="199132" y="1620451"/>
                  </a:lnTo>
                  <a:lnTo>
                    <a:pt x="197926" y="1620975"/>
                  </a:lnTo>
                  <a:lnTo>
                    <a:pt x="197408" y="1621200"/>
                  </a:lnTo>
                  <a:lnTo>
                    <a:pt x="195512" y="1622024"/>
                  </a:lnTo>
                  <a:lnTo>
                    <a:pt x="195339" y="1622099"/>
                  </a:lnTo>
                  <a:lnTo>
                    <a:pt x="194477" y="1622474"/>
                  </a:lnTo>
                  <a:lnTo>
                    <a:pt x="193960" y="1622699"/>
                  </a:lnTo>
                  <a:lnTo>
                    <a:pt x="193271" y="1622999"/>
                  </a:lnTo>
                  <a:lnTo>
                    <a:pt x="193098" y="1623074"/>
                  </a:lnTo>
                  <a:lnTo>
                    <a:pt x="192753" y="1623224"/>
                  </a:lnTo>
                  <a:lnTo>
                    <a:pt x="191202" y="1623898"/>
                  </a:lnTo>
                  <a:lnTo>
                    <a:pt x="190857" y="1624048"/>
                  </a:lnTo>
                  <a:lnTo>
                    <a:pt x="190340" y="1624273"/>
                  </a:lnTo>
                  <a:lnTo>
                    <a:pt x="186719" y="1625847"/>
                  </a:lnTo>
                  <a:lnTo>
                    <a:pt x="185167" y="1626521"/>
                  </a:lnTo>
                  <a:lnTo>
                    <a:pt x="184305" y="1626896"/>
                  </a:lnTo>
                  <a:lnTo>
                    <a:pt x="180512" y="1628545"/>
                  </a:lnTo>
                  <a:lnTo>
                    <a:pt x="178616" y="1629370"/>
                  </a:lnTo>
                  <a:lnTo>
                    <a:pt x="176202" y="1630420"/>
                  </a:lnTo>
                  <a:lnTo>
                    <a:pt x="176030" y="1630495"/>
                  </a:lnTo>
                  <a:lnTo>
                    <a:pt x="172409" y="1632069"/>
                  </a:lnTo>
                  <a:lnTo>
                    <a:pt x="72584" y="1675532"/>
                  </a:lnTo>
                  <a:lnTo>
                    <a:pt x="64998" y="1678838"/>
                  </a:lnTo>
                  <a:lnTo>
                    <a:pt x="49481" y="1685604"/>
                  </a:lnTo>
                  <a:lnTo>
                    <a:pt x="47585" y="1686431"/>
                  </a:lnTo>
                  <a:lnTo>
                    <a:pt x="47240" y="1686581"/>
                  </a:lnTo>
                  <a:lnTo>
                    <a:pt x="46550" y="1686882"/>
                  </a:lnTo>
                  <a:lnTo>
                    <a:pt x="45516" y="1687333"/>
                  </a:lnTo>
                  <a:lnTo>
                    <a:pt x="43274" y="1688311"/>
                  </a:lnTo>
                  <a:lnTo>
                    <a:pt x="42412" y="1688687"/>
                  </a:lnTo>
                  <a:lnTo>
                    <a:pt x="40688" y="1689439"/>
                  </a:lnTo>
                  <a:lnTo>
                    <a:pt x="40171" y="1689664"/>
                  </a:lnTo>
                  <a:lnTo>
                    <a:pt x="39481" y="1689965"/>
                  </a:lnTo>
                  <a:lnTo>
                    <a:pt x="38964" y="1690191"/>
                  </a:lnTo>
                  <a:lnTo>
                    <a:pt x="37930" y="1690642"/>
                  </a:lnTo>
                  <a:lnTo>
                    <a:pt x="36723" y="1691168"/>
                  </a:lnTo>
                  <a:lnTo>
                    <a:pt x="36550" y="1691244"/>
                  </a:lnTo>
                  <a:lnTo>
                    <a:pt x="34309" y="1692221"/>
                  </a:lnTo>
                  <a:lnTo>
                    <a:pt x="33447" y="1692597"/>
                  </a:lnTo>
                  <a:lnTo>
                    <a:pt x="31895" y="1693274"/>
                  </a:lnTo>
                  <a:lnTo>
                    <a:pt x="31033" y="1693650"/>
                  </a:lnTo>
                  <a:lnTo>
                    <a:pt x="30861" y="1693725"/>
                  </a:lnTo>
                  <a:lnTo>
                    <a:pt x="29309" y="1694402"/>
                  </a:lnTo>
                  <a:lnTo>
                    <a:pt x="28619" y="1694703"/>
                  </a:lnTo>
                  <a:lnTo>
                    <a:pt x="28275" y="1694854"/>
                  </a:lnTo>
                  <a:lnTo>
                    <a:pt x="27757" y="1695079"/>
                  </a:lnTo>
                  <a:lnTo>
                    <a:pt x="26723" y="1695531"/>
                  </a:lnTo>
                  <a:lnTo>
                    <a:pt x="25516" y="1696057"/>
                  </a:lnTo>
                  <a:lnTo>
                    <a:pt x="24999" y="1696283"/>
                  </a:lnTo>
                  <a:lnTo>
                    <a:pt x="23102" y="1697110"/>
                  </a:lnTo>
                  <a:lnTo>
                    <a:pt x="22930" y="1697186"/>
                  </a:lnTo>
                  <a:lnTo>
                    <a:pt x="22068" y="1697562"/>
                  </a:lnTo>
                  <a:lnTo>
                    <a:pt x="21551" y="1697787"/>
                  </a:lnTo>
                  <a:lnTo>
                    <a:pt x="20861" y="1698088"/>
                  </a:lnTo>
                  <a:lnTo>
                    <a:pt x="20689" y="1698164"/>
                  </a:lnTo>
                  <a:lnTo>
                    <a:pt x="20344" y="1698314"/>
                  </a:lnTo>
                  <a:lnTo>
                    <a:pt x="18792" y="1698991"/>
                  </a:lnTo>
                  <a:lnTo>
                    <a:pt x="18447" y="1699142"/>
                  </a:lnTo>
                  <a:lnTo>
                    <a:pt x="17930" y="1699367"/>
                  </a:lnTo>
                  <a:lnTo>
                    <a:pt x="14309" y="1700947"/>
                  </a:lnTo>
                  <a:lnTo>
                    <a:pt x="12758" y="1701624"/>
                  </a:lnTo>
                  <a:lnTo>
                    <a:pt x="11896" y="1702001"/>
                  </a:lnTo>
                  <a:lnTo>
                    <a:pt x="8103" y="1703656"/>
                  </a:lnTo>
                  <a:lnTo>
                    <a:pt x="6206" y="1704484"/>
                  </a:lnTo>
                  <a:lnTo>
                    <a:pt x="3793" y="1705537"/>
                  </a:lnTo>
                  <a:lnTo>
                    <a:pt x="3620" y="1705613"/>
                  </a:lnTo>
                  <a:lnTo>
                    <a:pt x="0" y="1707193"/>
                  </a:lnTo>
                  <a:close/>
                </a:path>
              </a:pathLst>
            </a:custGeom>
            <a:solidFill>
              <a:srgbClr val="619CFF">
                <a:alpha val="14901"/>
              </a:srgbClr>
            </a:solidFill>
          </p:spPr>
          <p:txBody>
            <a:bodyPr/>
            <a:lstStyle/>
            <a:p/>
          </p:txBody>
        </p:sp>
        <p:sp>
          <p:nvSpPr>
            <p:cNvPr id="14" name="pl13"/>
            <p:cNvSpPr/>
            <p:nvPr/>
          </p:nvSpPr>
          <p:spPr>
            <a:xfrm>
              <a:off x="3588882" y="2855376"/>
              <a:ext cx="3693183" cy="1561848"/>
            </a:xfrm>
            <a:custGeom>
              <a:avLst/>
              <a:pathLst>
                <a:path w="3693183" h="1561848">
                  <a:moveTo>
                    <a:pt x="0" y="1561848"/>
                  </a:moveTo>
                  <a:lnTo>
                    <a:pt x="3620" y="1560408"/>
                  </a:lnTo>
                  <a:lnTo>
                    <a:pt x="3793" y="1560339"/>
                  </a:lnTo>
                  <a:lnTo>
                    <a:pt x="6206" y="1559378"/>
                  </a:lnTo>
                  <a:lnTo>
                    <a:pt x="8103" y="1558624"/>
                  </a:lnTo>
                  <a:lnTo>
                    <a:pt x="11896" y="1557114"/>
                  </a:lnTo>
                  <a:lnTo>
                    <a:pt x="12758" y="1556771"/>
                  </a:lnTo>
                  <a:lnTo>
                    <a:pt x="14309" y="1556153"/>
                  </a:lnTo>
                  <a:lnTo>
                    <a:pt x="17930" y="1554712"/>
                  </a:lnTo>
                  <a:lnTo>
                    <a:pt x="18447" y="1554506"/>
                  </a:lnTo>
                  <a:lnTo>
                    <a:pt x="18792" y="1554368"/>
                  </a:lnTo>
                  <a:lnTo>
                    <a:pt x="20344" y="1553751"/>
                  </a:lnTo>
                  <a:lnTo>
                    <a:pt x="20689" y="1553613"/>
                  </a:lnTo>
                  <a:lnTo>
                    <a:pt x="20861" y="1553545"/>
                  </a:lnTo>
                  <a:lnTo>
                    <a:pt x="21551" y="1553270"/>
                  </a:lnTo>
                  <a:lnTo>
                    <a:pt x="22068" y="1553064"/>
                  </a:lnTo>
                  <a:lnTo>
                    <a:pt x="22930" y="1552721"/>
                  </a:lnTo>
                  <a:lnTo>
                    <a:pt x="23102" y="1552652"/>
                  </a:lnTo>
                  <a:lnTo>
                    <a:pt x="24999" y="1551897"/>
                  </a:lnTo>
                  <a:lnTo>
                    <a:pt x="25516" y="1551691"/>
                  </a:lnTo>
                  <a:lnTo>
                    <a:pt x="26723" y="1551211"/>
                  </a:lnTo>
                  <a:lnTo>
                    <a:pt x="27757" y="1550799"/>
                  </a:lnTo>
                  <a:lnTo>
                    <a:pt x="28275" y="1550593"/>
                  </a:lnTo>
                  <a:lnTo>
                    <a:pt x="28619" y="1550456"/>
                  </a:lnTo>
                  <a:lnTo>
                    <a:pt x="29309" y="1550181"/>
                  </a:lnTo>
                  <a:lnTo>
                    <a:pt x="30861" y="1549563"/>
                  </a:lnTo>
                  <a:lnTo>
                    <a:pt x="31033" y="1549494"/>
                  </a:lnTo>
                  <a:lnTo>
                    <a:pt x="31895" y="1549151"/>
                  </a:lnTo>
                  <a:lnTo>
                    <a:pt x="33447" y="1548533"/>
                  </a:lnTo>
                  <a:lnTo>
                    <a:pt x="34309" y="1548190"/>
                  </a:lnTo>
                  <a:lnTo>
                    <a:pt x="36550" y="1547297"/>
                  </a:lnTo>
                  <a:lnTo>
                    <a:pt x="36723" y="1547228"/>
                  </a:lnTo>
                  <a:lnTo>
                    <a:pt x="37930" y="1546748"/>
                  </a:lnTo>
                  <a:lnTo>
                    <a:pt x="38964" y="1546336"/>
                  </a:lnTo>
                  <a:lnTo>
                    <a:pt x="39481" y="1546130"/>
                  </a:lnTo>
                  <a:lnTo>
                    <a:pt x="40171" y="1545855"/>
                  </a:lnTo>
                  <a:lnTo>
                    <a:pt x="40688" y="1545649"/>
                  </a:lnTo>
                  <a:lnTo>
                    <a:pt x="42412" y="1544962"/>
                  </a:lnTo>
                  <a:lnTo>
                    <a:pt x="43274" y="1544619"/>
                  </a:lnTo>
                  <a:lnTo>
                    <a:pt x="45516" y="1543726"/>
                  </a:lnTo>
                  <a:lnTo>
                    <a:pt x="46550" y="1543314"/>
                  </a:lnTo>
                  <a:lnTo>
                    <a:pt x="47240" y="1543039"/>
                  </a:lnTo>
                  <a:lnTo>
                    <a:pt x="47585" y="1542902"/>
                  </a:lnTo>
                  <a:lnTo>
                    <a:pt x="49481" y="1542146"/>
                  </a:lnTo>
                  <a:lnTo>
                    <a:pt x="64998" y="1535963"/>
                  </a:lnTo>
                  <a:lnTo>
                    <a:pt x="72584" y="1532940"/>
                  </a:lnTo>
                  <a:lnTo>
                    <a:pt x="172409" y="1493101"/>
                  </a:lnTo>
                  <a:lnTo>
                    <a:pt x="176030" y="1491654"/>
                  </a:lnTo>
                  <a:lnTo>
                    <a:pt x="176202" y="1491585"/>
                  </a:lnTo>
                  <a:lnTo>
                    <a:pt x="178616" y="1490620"/>
                  </a:lnTo>
                  <a:lnTo>
                    <a:pt x="180512" y="1489862"/>
                  </a:lnTo>
                  <a:lnTo>
                    <a:pt x="184305" y="1488346"/>
                  </a:lnTo>
                  <a:lnTo>
                    <a:pt x="185167" y="1488002"/>
                  </a:lnTo>
                  <a:lnTo>
                    <a:pt x="186719" y="1487382"/>
                  </a:lnTo>
                  <a:lnTo>
                    <a:pt x="190340" y="1485934"/>
                  </a:lnTo>
                  <a:lnTo>
                    <a:pt x="190857" y="1485728"/>
                  </a:lnTo>
                  <a:lnTo>
                    <a:pt x="191202" y="1485590"/>
                  </a:lnTo>
                  <a:lnTo>
                    <a:pt x="192753" y="1484969"/>
                  </a:lnTo>
                  <a:lnTo>
                    <a:pt x="193098" y="1484831"/>
                  </a:lnTo>
                  <a:lnTo>
                    <a:pt x="193271" y="1484763"/>
                  </a:lnTo>
                  <a:lnTo>
                    <a:pt x="193960" y="1484487"/>
                  </a:lnTo>
                  <a:lnTo>
                    <a:pt x="194477" y="1484280"/>
                  </a:lnTo>
                  <a:lnTo>
                    <a:pt x="195339" y="1483935"/>
                  </a:lnTo>
                  <a:lnTo>
                    <a:pt x="195512" y="1483866"/>
                  </a:lnTo>
                  <a:lnTo>
                    <a:pt x="197408" y="1483108"/>
                  </a:lnTo>
                  <a:lnTo>
                    <a:pt x="197926" y="1482901"/>
                  </a:lnTo>
                  <a:lnTo>
                    <a:pt x="199132" y="1482419"/>
                  </a:lnTo>
                  <a:lnTo>
                    <a:pt x="200167" y="1482005"/>
                  </a:lnTo>
                  <a:lnTo>
                    <a:pt x="200684" y="1481798"/>
                  </a:lnTo>
                  <a:lnTo>
                    <a:pt x="201029" y="1481660"/>
                  </a:lnTo>
                  <a:lnTo>
                    <a:pt x="201719" y="1481385"/>
                  </a:lnTo>
                  <a:lnTo>
                    <a:pt x="203270" y="1480764"/>
                  </a:lnTo>
                  <a:lnTo>
                    <a:pt x="203443" y="1480695"/>
                  </a:lnTo>
                  <a:lnTo>
                    <a:pt x="204305" y="1480351"/>
                  </a:lnTo>
                  <a:lnTo>
                    <a:pt x="205856" y="1479730"/>
                  </a:lnTo>
                  <a:lnTo>
                    <a:pt x="206718" y="1479385"/>
                  </a:lnTo>
                  <a:lnTo>
                    <a:pt x="208960" y="1478489"/>
                  </a:lnTo>
                  <a:lnTo>
                    <a:pt x="209132" y="1478420"/>
                  </a:lnTo>
                  <a:lnTo>
                    <a:pt x="210339" y="1477937"/>
                  </a:lnTo>
                  <a:lnTo>
                    <a:pt x="211374" y="1477523"/>
                  </a:lnTo>
                  <a:lnTo>
                    <a:pt x="211891" y="1477317"/>
                  </a:lnTo>
                  <a:lnTo>
                    <a:pt x="212580" y="1477041"/>
                  </a:lnTo>
                  <a:lnTo>
                    <a:pt x="213098" y="1476834"/>
                  </a:lnTo>
                  <a:lnTo>
                    <a:pt x="214822" y="1476144"/>
                  </a:lnTo>
                  <a:lnTo>
                    <a:pt x="215684" y="1475799"/>
                  </a:lnTo>
                  <a:lnTo>
                    <a:pt x="217925" y="1474903"/>
                  </a:lnTo>
                  <a:lnTo>
                    <a:pt x="218960" y="1474489"/>
                  </a:lnTo>
                  <a:lnTo>
                    <a:pt x="219649" y="1474213"/>
                  </a:lnTo>
                  <a:lnTo>
                    <a:pt x="219994" y="1474075"/>
                  </a:lnTo>
                  <a:lnTo>
                    <a:pt x="221891" y="1473316"/>
                  </a:lnTo>
                  <a:lnTo>
                    <a:pt x="237407" y="1467107"/>
                  </a:lnTo>
                  <a:lnTo>
                    <a:pt x="244993" y="1464070"/>
                  </a:lnTo>
                  <a:lnTo>
                    <a:pt x="344818" y="1424052"/>
                  </a:lnTo>
                  <a:lnTo>
                    <a:pt x="348439" y="1422599"/>
                  </a:lnTo>
                  <a:lnTo>
                    <a:pt x="348611" y="1422529"/>
                  </a:lnTo>
                  <a:lnTo>
                    <a:pt x="351025" y="1421560"/>
                  </a:lnTo>
                  <a:lnTo>
                    <a:pt x="352922" y="1420799"/>
                  </a:lnTo>
                  <a:lnTo>
                    <a:pt x="356715" y="1419276"/>
                  </a:lnTo>
                  <a:lnTo>
                    <a:pt x="357577" y="1418930"/>
                  </a:lnTo>
                  <a:lnTo>
                    <a:pt x="359128" y="1418306"/>
                  </a:lnTo>
                  <a:lnTo>
                    <a:pt x="362749" y="1416852"/>
                  </a:lnTo>
                  <a:lnTo>
                    <a:pt x="363266" y="1416644"/>
                  </a:lnTo>
                  <a:lnTo>
                    <a:pt x="363611" y="1416506"/>
                  </a:lnTo>
                  <a:lnTo>
                    <a:pt x="365163" y="1415883"/>
                  </a:lnTo>
                  <a:lnTo>
                    <a:pt x="365508" y="1415744"/>
                  </a:lnTo>
                  <a:lnTo>
                    <a:pt x="365680" y="1415675"/>
                  </a:lnTo>
                  <a:lnTo>
                    <a:pt x="366370" y="1415398"/>
                  </a:lnTo>
                  <a:lnTo>
                    <a:pt x="366887" y="1415190"/>
                  </a:lnTo>
                  <a:lnTo>
                    <a:pt x="367749" y="1414844"/>
                  </a:lnTo>
                  <a:lnTo>
                    <a:pt x="367921" y="1414775"/>
                  </a:lnTo>
                  <a:lnTo>
                    <a:pt x="369818" y="1414013"/>
                  </a:lnTo>
                  <a:lnTo>
                    <a:pt x="370335" y="1413805"/>
                  </a:lnTo>
                  <a:lnTo>
                    <a:pt x="371542" y="1413320"/>
                  </a:lnTo>
                  <a:lnTo>
                    <a:pt x="372576" y="1412905"/>
                  </a:lnTo>
                  <a:lnTo>
                    <a:pt x="373094" y="1412697"/>
                  </a:lnTo>
                  <a:lnTo>
                    <a:pt x="373438" y="1412558"/>
                  </a:lnTo>
                  <a:lnTo>
                    <a:pt x="374128" y="1412281"/>
                  </a:lnTo>
                  <a:lnTo>
                    <a:pt x="375680" y="1411658"/>
                  </a:lnTo>
                  <a:lnTo>
                    <a:pt x="375852" y="1411588"/>
                  </a:lnTo>
                  <a:lnTo>
                    <a:pt x="376714" y="1411242"/>
                  </a:lnTo>
                  <a:lnTo>
                    <a:pt x="378266" y="1410619"/>
                  </a:lnTo>
                  <a:lnTo>
                    <a:pt x="379128" y="1410272"/>
                  </a:lnTo>
                  <a:lnTo>
                    <a:pt x="381369" y="1409371"/>
                  </a:lnTo>
                  <a:lnTo>
                    <a:pt x="381542" y="1409302"/>
                  </a:lnTo>
                  <a:lnTo>
                    <a:pt x="382749" y="1408817"/>
                  </a:lnTo>
                  <a:lnTo>
                    <a:pt x="383783" y="1408401"/>
                  </a:lnTo>
                  <a:lnTo>
                    <a:pt x="384300" y="1408194"/>
                  </a:lnTo>
                  <a:lnTo>
                    <a:pt x="384990" y="1407916"/>
                  </a:lnTo>
                  <a:lnTo>
                    <a:pt x="385507" y="1407708"/>
                  </a:lnTo>
                  <a:lnTo>
                    <a:pt x="387231" y="1407016"/>
                  </a:lnTo>
                  <a:lnTo>
                    <a:pt x="388093" y="1406669"/>
                  </a:lnTo>
                  <a:lnTo>
                    <a:pt x="390335" y="1405768"/>
                  </a:lnTo>
                  <a:lnTo>
                    <a:pt x="391369" y="1405352"/>
                  </a:lnTo>
                  <a:lnTo>
                    <a:pt x="392059" y="1405075"/>
                  </a:lnTo>
                  <a:lnTo>
                    <a:pt x="392404" y="1404936"/>
                  </a:lnTo>
                  <a:lnTo>
                    <a:pt x="394300" y="1404174"/>
                  </a:lnTo>
                  <a:lnTo>
                    <a:pt x="409817" y="1397935"/>
                  </a:lnTo>
                  <a:lnTo>
                    <a:pt x="417403" y="1394883"/>
                  </a:lnTo>
                  <a:lnTo>
                    <a:pt x="517228" y="1354662"/>
                  </a:lnTo>
                  <a:lnTo>
                    <a:pt x="520849" y="1353201"/>
                  </a:lnTo>
                  <a:lnTo>
                    <a:pt x="521021" y="1353132"/>
                  </a:lnTo>
                  <a:lnTo>
                    <a:pt x="523435" y="1352157"/>
                  </a:lnTo>
                  <a:lnTo>
                    <a:pt x="525331" y="1351392"/>
                  </a:lnTo>
                  <a:lnTo>
                    <a:pt x="529124" y="1349861"/>
                  </a:lnTo>
                  <a:lnTo>
                    <a:pt x="529986" y="1349513"/>
                  </a:lnTo>
                  <a:lnTo>
                    <a:pt x="531538" y="1348886"/>
                  </a:lnTo>
                  <a:lnTo>
                    <a:pt x="535159" y="1347425"/>
                  </a:lnTo>
                  <a:lnTo>
                    <a:pt x="535676" y="1347216"/>
                  </a:lnTo>
                  <a:lnTo>
                    <a:pt x="536021" y="1347076"/>
                  </a:lnTo>
                  <a:lnTo>
                    <a:pt x="537572" y="1346450"/>
                  </a:lnTo>
                  <a:lnTo>
                    <a:pt x="537917" y="1346311"/>
                  </a:lnTo>
                  <a:lnTo>
                    <a:pt x="538090" y="1346241"/>
                  </a:lnTo>
                  <a:lnTo>
                    <a:pt x="538779" y="1345963"/>
                  </a:lnTo>
                  <a:lnTo>
                    <a:pt x="539296" y="1345754"/>
                  </a:lnTo>
                  <a:lnTo>
                    <a:pt x="540158" y="1345406"/>
                  </a:lnTo>
                  <a:lnTo>
                    <a:pt x="540331" y="1345336"/>
                  </a:lnTo>
                  <a:lnTo>
                    <a:pt x="542227" y="1344570"/>
                  </a:lnTo>
                  <a:lnTo>
                    <a:pt x="542745" y="1344361"/>
                  </a:lnTo>
                  <a:lnTo>
                    <a:pt x="543951" y="1343874"/>
                  </a:lnTo>
                  <a:lnTo>
                    <a:pt x="544986" y="1343456"/>
                  </a:lnTo>
                  <a:lnTo>
                    <a:pt x="545503" y="1343247"/>
                  </a:lnTo>
                  <a:lnTo>
                    <a:pt x="545848" y="1343108"/>
                  </a:lnTo>
                  <a:lnTo>
                    <a:pt x="546538" y="1342829"/>
                  </a:lnTo>
                  <a:lnTo>
                    <a:pt x="548089" y="1342202"/>
                  </a:lnTo>
                  <a:lnTo>
                    <a:pt x="548262" y="1342133"/>
                  </a:lnTo>
                  <a:lnTo>
                    <a:pt x="549124" y="1341784"/>
                  </a:lnTo>
                  <a:lnTo>
                    <a:pt x="550675" y="1341158"/>
                  </a:lnTo>
                  <a:lnTo>
                    <a:pt x="551537" y="1340809"/>
                  </a:lnTo>
                  <a:lnTo>
                    <a:pt x="553779" y="1339904"/>
                  </a:lnTo>
                  <a:lnTo>
                    <a:pt x="553951" y="1339834"/>
                  </a:lnTo>
                  <a:lnTo>
                    <a:pt x="555158" y="1339347"/>
                  </a:lnTo>
                  <a:lnTo>
                    <a:pt x="556193" y="1338929"/>
                  </a:lnTo>
                  <a:lnTo>
                    <a:pt x="556710" y="1338720"/>
                  </a:lnTo>
                  <a:lnTo>
                    <a:pt x="557399" y="1338441"/>
                  </a:lnTo>
                  <a:lnTo>
                    <a:pt x="557917" y="1338232"/>
                  </a:lnTo>
                  <a:lnTo>
                    <a:pt x="559641" y="1337535"/>
                  </a:lnTo>
                  <a:lnTo>
                    <a:pt x="560503" y="1337187"/>
                  </a:lnTo>
                  <a:lnTo>
                    <a:pt x="562744" y="1336281"/>
                  </a:lnTo>
                  <a:lnTo>
                    <a:pt x="563779" y="1335863"/>
                  </a:lnTo>
                  <a:lnTo>
                    <a:pt x="564468" y="1335584"/>
                  </a:lnTo>
                  <a:lnTo>
                    <a:pt x="564813" y="1335445"/>
                  </a:lnTo>
                  <a:lnTo>
                    <a:pt x="566710" y="1334679"/>
                  </a:lnTo>
                  <a:lnTo>
                    <a:pt x="582226" y="1328405"/>
                  </a:lnTo>
                  <a:lnTo>
                    <a:pt x="589812" y="1325337"/>
                  </a:lnTo>
                  <a:lnTo>
                    <a:pt x="689637" y="1284889"/>
                  </a:lnTo>
                  <a:lnTo>
                    <a:pt x="693258" y="1283419"/>
                  </a:lnTo>
                  <a:lnTo>
                    <a:pt x="693430" y="1283349"/>
                  </a:lnTo>
                  <a:lnTo>
                    <a:pt x="695844" y="1282370"/>
                  </a:lnTo>
                  <a:lnTo>
                    <a:pt x="697741" y="1281600"/>
                  </a:lnTo>
                  <a:lnTo>
                    <a:pt x="701534" y="1280060"/>
                  </a:lnTo>
                  <a:lnTo>
                    <a:pt x="702396" y="1279709"/>
                  </a:lnTo>
                  <a:lnTo>
                    <a:pt x="703947" y="1279079"/>
                  </a:lnTo>
                  <a:lnTo>
                    <a:pt x="707568" y="1277609"/>
                  </a:lnTo>
                  <a:lnTo>
                    <a:pt x="708085" y="1277399"/>
                  </a:lnTo>
                  <a:lnTo>
                    <a:pt x="708430" y="1277259"/>
                  </a:lnTo>
                  <a:lnTo>
                    <a:pt x="709982" y="1276629"/>
                  </a:lnTo>
                  <a:lnTo>
                    <a:pt x="710327" y="1276489"/>
                  </a:lnTo>
                  <a:lnTo>
                    <a:pt x="710499" y="1276419"/>
                  </a:lnTo>
                  <a:lnTo>
                    <a:pt x="711189" y="1276138"/>
                  </a:lnTo>
                  <a:lnTo>
                    <a:pt x="711706" y="1275928"/>
                  </a:lnTo>
                  <a:lnTo>
                    <a:pt x="712568" y="1275578"/>
                  </a:lnTo>
                  <a:lnTo>
                    <a:pt x="712740" y="1275508"/>
                  </a:lnTo>
                  <a:lnTo>
                    <a:pt x="714637" y="1274738"/>
                  </a:lnTo>
                  <a:lnTo>
                    <a:pt x="715154" y="1274528"/>
                  </a:lnTo>
                  <a:lnTo>
                    <a:pt x="716361" y="1274037"/>
                  </a:lnTo>
                  <a:lnTo>
                    <a:pt x="717395" y="1273617"/>
                  </a:lnTo>
                  <a:lnTo>
                    <a:pt x="717913" y="1273407"/>
                  </a:lnTo>
                  <a:lnTo>
                    <a:pt x="718257" y="1273267"/>
                  </a:lnTo>
                  <a:lnTo>
                    <a:pt x="718947" y="1272986"/>
                  </a:lnTo>
                  <a:lnTo>
                    <a:pt x="720499" y="1272356"/>
                  </a:lnTo>
                  <a:lnTo>
                    <a:pt x="720671" y="1272286"/>
                  </a:lnTo>
                  <a:lnTo>
                    <a:pt x="721533" y="1271936"/>
                  </a:lnTo>
                  <a:lnTo>
                    <a:pt x="723085" y="1271305"/>
                  </a:lnTo>
                  <a:lnTo>
                    <a:pt x="723947" y="1270955"/>
                  </a:lnTo>
                  <a:lnTo>
                    <a:pt x="726188" y="1270044"/>
                  </a:lnTo>
                  <a:lnTo>
                    <a:pt x="726361" y="1269974"/>
                  </a:lnTo>
                  <a:lnTo>
                    <a:pt x="727568" y="1269483"/>
                  </a:lnTo>
                  <a:lnTo>
                    <a:pt x="728602" y="1269063"/>
                  </a:lnTo>
                  <a:lnTo>
                    <a:pt x="729119" y="1268853"/>
                  </a:lnTo>
                  <a:lnTo>
                    <a:pt x="729809" y="1268572"/>
                  </a:lnTo>
                  <a:lnTo>
                    <a:pt x="730326" y="1268362"/>
                  </a:lnTo>
                  <a:lnTo>
                    <a:pt x="732050" y="1267661"/>
                  </a:lnTo>
                  <a:lnTo>
                    <a:pt x="732912" y="1267311"/>
                  </a:lnTo>
                  <a:lnTo>
                    <a:pt x="735154" y="1266400"/>
                  </a:lnTo>
                  <a:lnTo>
                    <a:pt x="736188" y="1265979"/>
                  </a:lnTo>
                  <a:lnTo>
                    <a:pt x="736878" y="1265699"/>
                  </a:lnTo>
                  <a:lnTo>
                    <a:pt x="737222" y="1265559"/>
                  </a:lnTo>
                  <a:lnTo>
                    <a:pt x="739119" y="1264787"/>
                  </a:lnTo>
                  <a:lnTo>
                    <a:pt x="754636" y="1258476"/>
                  </a:lnTo>
                  <a:lnTo>
                    <a:pt x="762222" y="1255390"/>
                  </a:lnTo>
                  <a:lnTo>
                    <a:pt x="862047" y="1214691"/>
                  </a:lnTo>
                  <a:lnTo>
                    <a:pt x="865668" y="1213212"/>
                  </a:lnTo>
                  <a:lnTo>
                    <a:pt x="865840" y="1213142"/>
                  </a:lnTo>
                  <a:lnTo>
                    <a:pt x="868254" y="1212155"/>
                  </a:lnTo>
                  <a:lnTo>
                    <a:pt x="870150" y="1211381"/>
                  </a:lnTo>
                  <a:lnTo>
                    <a:pt x="873943" y="1209831"/>
                  </a:lnTo>
                  <a:lnTo>
                    <a:pt x="874805" y="1209478"/>
                  </a:lnTo>
                  <a:lnTo>
                    <a:pt x="876357" y="1208844"/>
                  </a:lnTo>
                  <a:lnTo>
                    <a:pt x="879978" y="1207364"/>
                  </a:lnTo>
                  <a:lnTo>
                    <a:pt x="880495" y="1207153"/>
                  </a:lnTo>
                  <a:lnTo>
                    <a:pt x="880840" y="1207012"/>
                  </a:lnTo>
                  <a:lnTo>
                    <a:pt x="882391" y="1206378"/>
                  </a:lnTo>
                  <a:lnTo>
                    <a:pt x="882736" y="1206237"/>
                  </a:lnTo>
                  <a:lnTo>
                    <a:pt x="882909" y="1206166"/>
                  </a:lnTo>
                  <a:lnTo>
                    <a:pt x="883598" y="1205884"/>
                  </a:lnTo>
                  <a:lnTo>
                    <a:pt x="884115" y="1205673"/>
                  </a:lnTo>
                  <a:lnTo>
                    <a:pt x="884977" y="1205321"/>
                  </a:lnTo>
                  <a:lnTo>
                    <a:pt x="885150" y="1205250"/>
                  </a:lnTo>
                  <a:lnTo>
                    <a:pt x="887046" y="1204475"/>
                  </a:lnTo>
                  <a:lnTo>
                    <a:pt x="887564" y="1204263"/>
                  </a:lnTo>
                  <a:lnTo>
                    <a:pt x="888770" y="1203770"/>
                  </a:lnTo>
                  <a:lnTo>
                    <a:pt x="889805" y="1203347"/>
                  </a:lnTo>
                  <a:lnTo>
                    <a:pt x="890322" y="1203135"/>
                  </a:lnTo>
                  <a:lnTo>
                    <a:pt x="890667" y="1202994"/>
                  </a:lnTo>
                  <a:lnTo>
                    <a:pt x="891357" y="1202712"/>
                  </a:lnTo>
                  <a:lnTo>
                    <a:pt x="892908" y="1202078"/>
                  </a:lnTo>
                  <a:lnTo>
                    <a:pt x="893081" y="1202007"/>
                  </a:lnTo>
                  <a:lnTo>
                    <a:pt x="893943" y="1201655"/>
                  </a:lnTo>
                  <a:lnTo>
                    <a:pt x="895494" y="1201020"/>
                  </a:lnTo>
                  <a:lnTo>
                    <a:pt x="896356" y="1200668"/>
                  </a:lnTo>
                  <a:lnTo>
                    <a:pt x="898598" y="1199751"/>
                  </a:lnTo>
                  <a:lnTo>
                    <a:pt x="898770" y="1199680"/>
                  </a:lnTo>
                  <a:lnTo>
                    <a:pt x="899977" y="1199187"/>
                  </a:lnTo>
                  <a:lnTo>
                    <a:pt x="901012" y="1198763"/>
                  </a:lnTo>
                  <a:lnTo>
                    <a:pt x="901529" y="1198552"/>
                  </a:lnTo>
                  <a:lnTo>
                    <a:pt x="902218" y="1198270"/>
                  </a:lnTo>
                  <a:lnTo>
                    <a:pt x="902736" y="1198058"/>
                  </a:lnTo>
                  <a:lnTo>
                    <a:pt x="904460" y="1197353"/>
                  </a:lnTo>
                  <a:lnTo>
                    <a:pt x="905322" y="1197000"/>
                  </a:lnTo>
                  <a:lnTo>
                    <a:pt x="907563" y="1196083"/>
                  </a:lnTo>
                  <a:lnTo>
                    <a:pt x="908598" y="1195660"/>
                  </a:lnTo>
                  <a:lnTo>
                    <a:pt x="909287" y="1195377"/>
                  </a:lnTo>
                  <a:lnTo>
                    <a:pt x="909632" y="1195236"/>
                  </a:lnTo>
                  <a:lnTo>
                    <a:pt x="911528" y="1194460"/>
                  </a:lnTo>
                  <a:lnTo>
                    <a:pt x="927045" y="1188108"/>
                  </a:lnTo>
                  <a:lnTo>
                    <a:pt x="934631" y="1185001"/>
                  </a:lnTo>
                  <a:lnTo>
                    <a:pt x="1034456" y="1144030"/>
                  </a:lnTo>
                  <a:lnTo>
                    <a:pt x="1038077" y="1142541"/>
                  </a:lnTo>
                  <a:lnTo>
                    <a:pt x="1038249" y="1142471"/>
                  </a:lnTo>
                  <a:lnTo>
                    <a:pt x="1040663" y="1141478"/>
                  </a:lnTo>
                  <a:lnTo>
                    <a:pt x="1042560" y="1140698"/>
                  </a:lnTo>
                  <a:lnTo>
                    <a:pt x="1046353" y="1139137"/>
                  </a:lnTo>
                  <a:lnTo>
                    <a:pt x="1047215" y="1138782"/>
                  </a:lnTo>
                  <a:lnTo>
                    <a:pt x="1048766" y="1138144"/>
                  </a:lnTo>
                  <a:lnTo>
                    <a:pt x="1052387" y="1136654"/>
                  </a:lnTo>
                  <a:lnTo>
                    <a:pt x="1052904" y="1136441"/>
                  </a:lnTo>
                  <a:lnTo>
                    <a:pt x="1053249" y="1136299"/>
                  </a:lnTo>
                  <a:lnTo>
                    <a:pt x="1054801" y="1135661"/>
                  </a:lnTo>
                  <a:lnTo>
                    <a:pt x="1055146" y="1135519"/>
                  </a:lnTo>
                  <a:lnTo>
                    <a:pt x="1055318" y="1135448"/>
                  </a:lnTo>
                  <a:lnTo>
                    <a:pt x="1056008" y="1135164"/>
                  </a:lnTo>
                  <a:lnTo>
                    <a:pt x="1056525" y="1134951"/>
                  </a:lnTo>
                  <a:lnTo>
                    <a:pt x="1057387" y="1134596"/>
                  </a:lnTo>
                  <a:lnTo>
                    <a:pt x="1057559" y="1134525"/>
                  </a:lnTo>
                  <a:lnTo>
                    <a:pt x="1059456" y="1133744"/>
                  </a:lnTo>
                  <a:lnTo>
                    <a:pt x="1059973" y="1133531"/>
                  </a:lnTo>
                  <a:lnTo>
                    <a:pt x="1061180" y="1133035"/>
                  </a:lnTo>
                  <a:lnTo>
                    <a:pt x="1062214" y="1132609"/>
                  </a:lnTo>
                  <a:lnTo>
                    <a:pt x="1062732" y="1132396"/>
                  </a:lnTo>
                  <a:lnTo>
                    <a:pt x="1063076" y="1132254"/>
                  </a:lnTo>
                  <a:lnTo>
                    <a:pt x="1063766" y="1131970"/>
                  </a:lnTo>
                  <a:lnTo>
                    <a:pt x="1065318" y="1131331"/>
                  </a:lnTo>
                  <a:lnTo>
                    <a:pt x="1065490" y="1131260"/>
                  </a:lnTo>
                  <a:lnTo>
                    <a:pt x="1066352" y="1130905"/>
                  </a:lnTo>
                  <a:lnTo>
                    <a:pt x="1067904" y="1130266"/>
                  </a:lnTo>
                  <a:lnTo>
                    <a:pt x="1068766" y="1129911"/>
                  </a:lnTo>
                  <a:lnTo>
                    <a:pt x="1071007" y="1128988"/>
                  </a:lnTo>
                  <a:lnTo>
                    <a:pt x="1071180" y="1128917"/>
                  </a:lnTo>
                  <a:lnTo>
                    <a:pt x="1072387" y="1128420"/>
                  </a:lnTo>
                  <a:lnTo>
                    <a:pt x="1073421" y="1127994"/>
                  </a:lnTo>
                  <a:lnTo>
                    <a:pt x="1073938" y="1127781"/>
                  </a:lnTo>
                  <a:lnTo>
                    <a:pt x="1074628" y="1127497"/>
                  </a:lnTo>
                  <a:lnTo>
                    <a:pt x="1075145" y="1127284"/>
                  </a:lnTo>
                  <a:lnTo>
                    <a:pt x="1076869" y="1126573"/>
                  </a:lnTo>
                  <a:lnTo>
                    <a:pt x="1077731" y="1126218"/>
                  </a:lnTo>
                  <a:lnTo>
                    <a:pt x="1079973" y="1125295"/>
                  </a:lnTo>
                  <a:lnTo>
                    <a:pt x="1081007" y="1124869"/>
                  </a:lnTo>
                  <a:lnTo>
                    <a:pt x="1081697" y="1124585"/>
                  </a:lnTo>
                  <a:lnTo>
                    <a:pt x="1082041" y="1124442"/>
                  </a:lnTo>
                  <a:lnTo>
                    <a:pt x="1083938" y="1123661"/>
                  </a:lnTo>
                  <a:lnTo>
                    <a:pt x="1099455" y="1117265"/>
                  </a:lnTo>
                  <a:lnTo>
                    <a:pt x="1107041" y="1114136"/>
                  </a:lnTo>
                  <a:lnTo>
                    <a:pt x="1206866" y="1072877"/>
                  </a:lnTo>
                  <a:lnTo>
                    <a:pt x="1210487" y="1071377"/>
                  </a:lnTo>
                  <a:lnTo>
                    <a:pt x="1210659" y="1071306"/>
                  </a:lnTo>
                  <a:lnTo>
                    <a:pt x="1213073" y="1070306"/>
                  </a:lnTo>
                  <a:lnTo>
                    <a:pt x="1214969" y="1069520"/>
                  </a:lnTo>
                  <a:lnTo>
                    <a:pt x="1218762" y="1067949"/>
                  </a:lnTo>
                  <a:lnTo>
                    <a:pt x="1219624" y="1067591"/>
                  </a:lnTo>
                  <a:lnTo>
                    <a:pt x="1221176" y="1066948"/>
                  </a:lnTo>
                  <a:lnTo>
                    <a:pt x="1224797" y="1065448"/>
                  </a:lnTo>
                  <a:lnTo>
                    <a:pt x="1225314" y="1065233"/>
                  </a:lnTo>
                  <a:lnTo>
                    <a:pt x="1225659" y="1065091"/>
                  </a:lnTo>
                  <a:lnTo>
                    <a:pt x="1227210" y="1064447"/>
                  </a:lnTo>
                  <a:lnTo>
                    <a:pt x="1227555" y="1064304"/>
                  </a:lnTo>
                  <a:lnTo>
                    <a:pt x="1227728" y="1064233"/>
                  </a:lnTo>
                  <a:lnTo>
                    <a:pt x="1228417" y="1063947"/>
                  </a:lnTo>
                  <a:lnTo>
                    <a:pt x="1228934" y="1063733"/>
                  </a:lnTo>
                  <a:lnTo>
                    <a:pt x="1229796" y="1063375"/>
                  </a:lnTo>
                  <a:lnTo>
                    <a:pt x="1229969" y="1063304"/>
                  </a:lnTo>
                  <a:lnTo>
                    <a:pt x="1231865" y="1062518"/>
                  </a:lnTo>
                  <a:lnTo>
                    <a:pt x="1232383" y="1062303"/>
                  </a:lnTo>
                  <a:lnTo>
                    <a:pt x="1233589" y="1061803"/>
                  </a:lnTo>
                  <a:lnTo>
                    <a:pt x="1234624" y="1061374"/>
                  </a:lnTo>
                  <a:lnTo>
                    <a:pt x="1235141" y="1061159"/>
                  </a:lnTo>
                  <a:lnTo>
                    <a:pt x="1235486" y="1061016"/>
                  </a:lnTo>
                  <a:lnTo>
                    <a:pt x="1236176" y="1060730"/>
                  </a:lnTo>
                  <a:lnTo>
                    <a:pt x="1237727" y="1060087"/>
                  </a:lnTo>
                  <a:lnTo>
                    <a:pt x="1237900" y="1060015"/>
                  </a:lnTo>
                  <a:lnTo>
                    <a:pt x="1238762" y="1059658"/>
                  </a:lnTo>
                  <a:lnTo>
                    <a:pt x="1240313" y="1059014"/>
                  </a:lnTo>
                  <a:lnTo>
                    <a:pt x="1241175" y="1058657"/>
                  </a:lnTo>
                  <a:lnTo>
                    <a:pt x="1243417" y="1057727"/>
                  </a:lnTo>
                  <a:lnTo>
                    <a:pt x="1243589" y="1057656"/>
                  </a:lnTo>
                  <a:lnTo>
                    <a:pt x="1244796" y="1057155"/>
                  </a:lnTo>
                  <a:lnTo>
                    <a:pt x="1245831" y="1056726"/>
                  </a:lnTo>
                  <a:lnTo>
                    <a:pt x="1246348" y="1056511"/>
                  </a:lnTo>
                  <a:lnTo>
                    <a:pt x="1247037" y="1056225"/>
                  </a:lnTo>
                  <a:lnTo>
                    <a:pt x="1247555" y="1056010"/>
                  </a:lnTo>
                  <a:lnTo>
                    <a:pt x="1249279" y="1055295"/>
                  </a:lnTo>
                  <a:lnTo>
                    <a:pt x="1250141" y="1054937"/>
                  </a:lnTo>
                  <a:lnTo>
                    <a:pt x="1252382" y="1054007"/>
                  </a:lnTo>
                  <a:lnTo>
                    <a:pt x="1253417" y="1053578"/>
                  </a:lnTo>
                  <a:lnTo>
                    <a:pt x="1254106" y="1053292"/>
                  </a:lnTo>
                  <a:lnTo>
                    <a:pt x="1254451" y="1053149"/>
                  </a:lnTo>
                  <a:lnTo>
                    <a:pt x="1256347" y="1052362"/>
                  </a:lnTo>
                  <a:lnTo>
                    <a:pt x="1271864" y="1045920"/>
                  </a:lnTo>
                  <a:lnTo>
                    <a:pt x="1279450" y="1042769"/>
                  </a:lnTo>
                  <a:lnTo>
                    <a:pt x="1379275" y="1001211"/>
                  </a:lnTo>
                  <a:lnTo>
                    <a:pt x="1382896" y="999700"/>
                  </a:lnTo>
                  <a:lnTo>
                    <a:pt x="1383068" y="999628"/>
                  </a:lnTo>
                  <a:lnTo>
                    <a:pt x="1385482" y="998621"/>
                  </a:lnTo>
                  <a:lnTo>
                    <a:pt x="1387379" y="997830"/>
                  </a:lnTo>
                  <a:lnTo>
                    <a:pt x="1391172" y="996246"/>
                  </a:lnTo>
                  <a:lnTo>
                    <a:pt x="1392034" y="995887"/>
                  </a:lnTo>
                  <a:lnTo>
                    <a:pt x="1393585" y="995239"/>
                  </a:lnTo>
                  <a:lnTo>
                    <a:pt x="1397206" y="993727"/>
                  </a:lnTo>
                  <a:lnTo>
                    <a:pt x="1397723" y="993512"/>
                  </a:lnTo>
                  <a:lnTo>
                    <a:pt x="1398068" y="993368"/>
                  </a:lnTo>
                  <a:lnTo>
                    <a:pt x="1399620" y="992720"/>
                  </a:lnTo>
                  <a:lnTo>
                    <a:pt x="1399965" y="992576"/>
                  </a:lnTo>
                  <a:lnTo>
                    <a:pt x="1400137" y="992504"/>
                  </a:lnTo>
                  <a:lnTo>
                    <a:pt x="1400827" y="992216"/>
                  </a:lnTo>
                  <a:lnTo>
                    <a:pt x="1401344" y="992000"/>
                  </a:lnTo>
                  <a:lnTo>
                    <a:pt x="1402206" y="991640"/>
                  </a:lnTo>
                  <a:lnTo>
                    <a:pt x="1402378" y="991568"/>
                  </a:lnTo>
                  <a:lnTo>
                    <a:pt x="1404275" y="990776"/>
                  </a:lnTo>
                  <a:lnTo>
                    <a:pt x="1404792" y="990560"/>
                  </a:lnTo>
                  <a:lnTo>
                    <a:pt x="1405999" y="990056"/>
                  </a:lnTo>
                  <a:lnTo>
                    <a:pt x="1407033" y="989624"/>
                  </a:lnTo>
                  <a:lnTo>
                    <a:pt x="1407551" y="989408"/>
                  </a:lnTo>
                  <a:lnTo>
                    <a:pt x="1407895" y="989264"/>
                  </a:lnTo>
                  <a:lnTo>
                    <a:pt x="1408585" y="988976"/>
                  </a:lnTo>
                  <a:lnTo>
                    <a:pt x="1410137" y="988327"/>
                  </a:lnTo>
                  <a:lnTo>
                    <a:pt x="1410309" y="988255"/>
                  </a:lnTo>
                  <a:lnTo>
                    <a:pt x="1411171" y="987895"/>
                  </a:lnTo>
                  <a:lnTo>
                    <a:pt x="1412723" y="987247"/>
                  </a:lnTo>
                  <a:lnTo>
                    <a:pt x="1413585" y="986887"/>
                  </a:lnTo>
                  <a:lnTo>
                    <a:pt x="1415826" y="985951"/>
                  </a:lnTo>
                  <a:lnTo>
                    <a:pt x="1415999" y="985878"/>
                  </a:lnTo>
                  <a:lnTo>
                    <a:pt x="1417206" y="985374"/>
                  </a:lnTo>
                  <a:lnTo>
                    <a:pt x="1418240" y="984942"/>
                  </a:lnTo>
                  <a:lnTo>
                    <a:pt x="1418757" y="984726"/>
                  </a:lnTo>
                  <a:lnTo>
                    <a:pt x="1419447" y="984438"/>
                  </a:lnTo>
                  <a:lnTo>
                    <a:pt x="1419964" y="984222"/>
                  </a:lnTo>
                  <a:lnTo>
                    <a:pt x="1421688" y="983501"/>
                  </a:lnTo>
                  <a:lnTo>
                    <a:pt x="1422550" y="983141"/>
                  </a:lnTo>
                  <a:lnTo>
                    <a:pt x="1424792" y="982204"/>
                  </a:lnTo>
                  <a:lnTo>
                    <a:pt x="1425826" y="981772"/>
                  </a:lnTo>
                  <a:lnTo>
                    <a:pt x="1426516" y="981483"/>
                  </a:lnTo>
                  <a:lnTo>
                    <a:pt x="1426860" y="981339"/>
                  </a:lnTo>
                  <a:lnTo>
                    <a:pt x="1428757" y="980546"/>
                  </a:lnTo>
                  <a:lnTo>
                    <a:pt x="1444274" y="974057"/>
                  </a:lnTo>
                  <a:lnTo>
                    <a:pt x="1451860" y="970883"/>
                  </a:lnTo>
                  <a:lnTo>
                    <a:pt x="1551685" y="929024"/>
                  </a:lnTo>
                  <a:lnTo>
                    <a:pt x="1555306" y="927503"/>
                  </a:lnTo>
                  <a:lnTo>
                    <a:pt x="1555478" y="927430"/>
                  </a:lnTo>
                  <a:lnTo>
                    <a:pt x="1557892" y="926416"/>
                  </a:lnTo>
                  <a:lnTo>
                    <a:pt x="1559788" y="925619"/>
                  </a:lnTo>
                  <a:lnTo>
                    <a:pt x="1563581" y="924024"/>
                  </a:lnTo>
                  <a:lnTo>
                    <a:pt x="1564443" y="923662"/>
                  </a:lnTo>
                  <a:lnTo>
                    <a:pt x="1565995" y="923009"/>
                  </a:lnTo>
                  <a:lnTo>
                    <a:pt x="1569616" y="921487"/>
                  </a:lnTo>
                  <a:lnTo>
                    <a:pt x="1570133" y="921270"/>
                  </a:lnTo>
                  <a:lnTo>
                    <a:pt x="1570478" y="921125"/>
                  </a:lnTo>
                  <a:lnTo>
                    <a:pt x="1572029" y="920472"/>
                  </a:lnTo>
                  <a:lnTo>
                    <a:pt x="1572374" y="920327"/>
                  </a:lnTo>
                  <a:lnTo>
                    <a:pt x="1572546" y="920255"/>
                  </a:lnTo>
                  <a:lnTo>
                    <a:pt x="1573236" y="919964"/>
                  </a:lnTo>
                  <a:lnTo>
                    <a:pt x="1573753" y="919747"/>
                  </a:lnTo>
                  <a:lnTo>
                    <a:pt x="1574615" y="919384"/>
                  </a:lnTo>
                  <a:lnTo>
                    <a:pt x="1574788" y="919312"/>
                  </a:lnTo>
                  <a:lnTo>
                    <a:pt x="1576684" y="918514"/>
                  </a:lnTo>
                  <a:lnTo>
                    <a:pt x="1577202" y="918297"/>
                  </a:lnTo>
                  <a:lnTo>
                    <a:pt x="1578408" y="917789"/>
                  </a:lnTo>
                  <a:lnTo>
                    <a:pt x="1579443" y="917354"/>
                  </a:lnTo>
                  <a:lnTo>
                    <a:pt x="1579960" y="917136"/>
                  </a:lnTo>
                  <a:lnTo>
                    <a:pt x="1580305" y="916991"/>
                  </a:lnTo>
                  <a:lnTo>
                    <a:pt x="1580995" y="916701"/>
                  </a:lnTo>
                  <a:lnTo>
                    <a:pt x="1582546" y="916048"/>
                  </a:lnTo>
                  <a:lnTo>
                    <a:pt x="1582719" y="915976"/>
                  </a:lnTo>
                  <a:lnTo>
                    <a:pt x="1583581" y="915613"/>
                  </a:lnTo>
                  <a:lnTo>
                    <a:pt x="1585132" y="914960"/>
                  </a:lnTo>
                  <a:lnTo>
                    <a:pt x="1585994" y="914597"/>
                  </a:lnTo>
                  <a:lnTo>
                    <a:pt x="1588236" y="913654"/>
                  </a:lnTo>
                  <a:lnTo>
                    <a:pt x="1588408" y="913582"/>
                  </a:lnTo>
                  <a:lnTo>
                    <a:pt x="1589615" y="913074"/>
                  </a:lnTo>
                  <a:lnTo>
                    <a:pt x="1590649" y="912638"/>
                  </a:lnTo>
                  <a:lnTo>
                    <a:pt x="1591167" y="912421"/>
                  </a:lnTo>
                  <a:lnTo>
                    <a:pt x="1591856" y="912130"/>
                  </a:lnTo>
                  <a:lnTo>
                    <a:pt x="1592374" y="911913"/>
                  </a:lnTo>
                  <a:lnTo>
                    <a:pt x="1594098" y="911187"/>
                  </a:lnTo>
                  <a:lnTo>
                    <a:pt x="1594960" y="910824"/>
                  </a:lnTo>
                  <a:lnTo>
                    <a:pt x="1597201" y="909881"/>
                  </a:lnTo>
                  <a:lnTo>
                    <a:pt x="1598236" y="909445"/>
                  </a:lnTo>
                  <a:lnTo>
                    <a:pt x="1598925" y="909155"/>
                  </a:lnTo>
                  <a:lnTo>
                    <a:pt x="1599270" y="909010"/>
                  </a:lnTo>
                  <a:lnTo>
                    <a:pt x="1601166" y="908211"/>
                  </a:lnTo>
                  <a:lnTo>
                    <a:pt x="1616683" y="901676"/>
                  </a:lnTo>
                  <a:lnTo>
                    <a:pt x="1624269" y="898479"/>
                  </a:lnTo>
                  <a:lnTo>
                    <a:pt x="1724094" y="856324"/>
                  </a:lnTo>
                  <a:lnTo>
                    <a:pt x="1727715" y="854792"/>
                  </a:lnTo>
                  <a:lnTo>
                    <a:pt x="1727887" y="854719"/>
                  </a:lnTo>
                  <a:lnTo>
                    <a:pt x="1730301" y="853698"/>
                  </a:lnTo>
                  <a:lnTo>
                    <a:pt x="1732198" y="852895"/>
                  </a:lnTo>
                  <a:lnTo>
                    <a:pt x="1735991" y="851289"/>
                  </a:lnTo>
                  <a:lnTo>
                    <a:pt x="1736853" y="850925"/>
                  </a:lnTo>
                  <a:lnTo>
                    <a:pt x="1738404" y="850268"/>
                  </a:lnTo>
                  <a:lnTo>
                    <a:pt x="1742025" y="848735"/>
                  </a:lnTo>
                  <a:lnTo>
                    <a:pt x="1742542" y="848516"/>
                  </a:lnTo>
                  <a:lnTo>
                    <a:pt x="1742887" y="848370"/>
                  </a:lnTo>
                  <a:lnTo>
                    <a:pt x="1744439" y="847713"/>
                  </a:lnTo>
                  <a:lnTo>
                    <a:pt x="1744784" y="847567"/>
                  </a:lnTo>
                  <a:lnTo>
                    <a:pt x="1744956" y="847494"/>
                  </a:lnTo>
                  <a:lnTo>
                    <a:pt x="1745646" y="847202"/>
                  </a:lnTo>
                  <a:lnTo>
                    <a:pt x="1746163" y="846982"/>
                  </a:lnTo>
                  <a:lnTo>
                    <a:pt x="1747025" y="846617"/>
                  </a:lnTo>
                  <a:lnTo>
                    <a:pt x="1747197" y="846544"/>
                  </a:lnTo>
                  <a:lnTo>
                    <a:pt x="1749094" y="845741"/>
                  </a:lnTo>
                  <a:lnTo>
                    <a:pt x="1749611" y="845522"/>
                  </a:lnTo>
                  <a:lnTo>
                    <a:pt x="1750818" y="845011"/>
                  </a:lnTo>
                  <a:lnTo>
                    <a:pt x="1751852" y="844573"/>
                  </a:lnTo>
                  <a:lnTo>
                    <a:pt x="1752370" y="844354"/>
                  </a:lnTo>
                  <a:lnTo>
                    <a:pt x="1752714" y="844208"/>
                  </a:lnTo>
                  <a:lnTo>
                    <a:pt x="1753404" y="843915"/>
                  </a:lnTo>
                  <a:lnTo>
                    <a:pt x="1754956" y="843258"/>
                  </a:lnTo>
                  <a:lnTo>
                    <a:pt x="1755128" y="843185"/>
                  </a:lnTo>
                  <a:lnTo>
                    <a:pt x="1755990" y="842820"/>
                  </a:lnTo>
                  <a:lnTo>
                    <a:pt x="1757542" y="842162"/>
                  </a:lnTo>
                  <a:lnTo>
                    <a:pt x="1758404" y="841797"/>
                  </a:lnTo>
                  <a:lnTo>
                    <a:pt x="1760645" y="840848"/>
                  </a:lnTo>
                  <a:lnTo>
                    <a:pt x="1760818" y="840775"/>
                  </a:lnTo>
                  <a:lnTo>
                    <a:pt x="1762025" y="840263"/>
                  </a:lnTo>
                  <a:lnTo>
                    <a:pt x="1763059" y="839825"/>
                  </a:lnTo>
                  <a:lnTo>
                    <a:pt x="1763576" y="839606"/>
                  </a:lnTo>
                  <a:lnTo>
                    <a:pt x="1764266" y="839313"/>
                  </a:lnTo>
                  <a:lnTo>
                    <a:pt x="1764783" y="839094"/>
                  </a:lnTo>
                  <a:lnTo>
                    <a:pt x="1766507" y="838363"/>
                  </a:lnTo>
                  <a:lnTo>
                    <a:pt x="1767369" y="837998"/>
                  </a:lnTo>
                  <a:lnTo>
                    <a:pt x="1769611" y="837048"/>
                  </a:lnTo>
                  <a:lnTo>
                    <a:pt x="1770645" y="836610"/>
                  </a:lnTo>
                  <a:lnTo>
                    <a:pt x="1771335" y="836317"/>
                  </a:lnTo>
                  <a:lnTo>
                    <a:pt x="1771679" y="836171"/>
                  </a:lnTo>
                  <a:lnTo>
                    <a:pt x="1773576" y="835367"/>
                  </a:lnTo>
                  <a:lnTo>
                    <a:pt x="1789093" y="828787"/>
                  </a:lnTo>
                  <a:lnTo>
                    <a:pt x="1796679" y="825568"/>
                  </a:lnTo>
                  <a:lnTo>
                    <a:pt x="1896504" y="783131"/>
                  </a:lnTo>
                  <a:lnTo>
                    <a:pt x="1900125" y="781588"/>
                  </a:lnTo>
                  <a:lnTo>
                    <a:pt x="1900297" y="781515"/>
                  </a:lnTo>
                  <a:lnTo>
                    <a:pt x="1902711" y="780487"/>
                  </a:lnTo>
                  <a:lnTo>
                    <a:pt x="1904607" y="779679"/>
                  </a:lnTo>
                  <a:lnTo>
                    <a:pt x="1908400" y="778063"/>
                  </a:lnTo>
                  <a:lnTo>
                    <a:pt x="1909262" y="777695"/>
                  </a:lnTo>
                  <a:lnTo>
                    <a:pt x="1910814" y="777034"/>
                  </a:lnTo>
                  <a:lnTo>
                    <a:pt x="1914435" y="775491"/>
                  </a:lnTo>
                  <a:lnTo>
                    <a:pt x="1914952" y="775271"/>
                  </a:lnTo>
                  <a:lnTo>
                    <a:pt x="1915297" y="775124"/>
                  </a:lnTo>
                  <a:lnTo>
                    <a:pt x="1916848" y="774462"/>
                  </a:lnTo>
                  <a:lnTo>
                    <a:pt x="1917193" y="774315"/>
                  </a:lnTo>
                  <a:lnTo>
                    <a:pt x="1917365" y="774242"/>
                  </a:lnTo>
                  <a:lnTo>
                    <a:pt x="1918055" y="773948"/>
                  </a:lnTo>
                  <a:lnTo>
                    <a:pt x="1918572" y="773728"/>
                  </a:lnTo>
                  <a:lnTo>
                    <a:pt x="1919434" y="773360"/>
                  </a:lnTo>
                  <a:lnTo>
                    <a:pt x="1919607" y="773287"/>
                  </a:lnTo>
                  <a:lnTo>
                    <a:pt x="1921503" y="772478"/>
                  </a:lnTo>
                  <a:lnTo>
                    <a:pt x="1922021" y="772258"/>
                  </a:lnTo>
                  <a:lnTo>
                    <a:pt x="1923227" y="771743"/>
                  </a:lnTo>
                  <a:lnTo>
                    <a:pt x="1924262" y="771302"/>
                  </a:lnTo>
                  <a:lnTo>
                    <a:pt x="1924779" y="771082"/>
                  </a:lnTo>
                  <a:lnTo>
                    <a:pt x="1925124" y="770935"/>
                  </a:lnTo>
                  <a:lnTo>
                    <a:pt x="1925814" y="770641"/>
                  </a:lnTo>
                  <a:lnTo>
                    <a:pt x="1927365" y="769979"/>
                  </a:lnTo>
                  <a:lnTo>
                    <a:pt x="1927538" y="769905"/>
                  </a:lnTo>
                  <a:lnTo>
                    <a:pt x="1928400" y="769538"/>
                  </a:lnTo>
                  <a:lnTo>
                    <a:pt x="1929951" y="768876"/>
                  </a:lnTo>
                  <a:lnTo>
                    <a:pt x="1930813" y="768509"/>
                  </a:lnTo>
                  <a:lnTo>
                    <a:pt x="1933055" y="767553"/>
                  </a:lnTo>
                  <a:lnTo>
                    <a:pt x="1933227" y="767479"/>
                  </a:lnTo>
                  <a:lnTo>
                    <a:pt x="1934434" y="766964"/>
                  </a:lnTo>
                  <a:lnTo>
                    <a:pt x="1935468" y="766523"/>
                  </a:lnTo>
                  <a:lnTo>
                    <a:pt x="1935986" y="766303"/>
                  </a:lnTo>
                  <a:lnTo>
                    <a:pt x="1936675" y="766008"/>
                  </a:lnTo>
                  <a:lnTo>
                    <a:pt x="1937193" y="765788"/>
                  </a:lnTo>
                  <a:lnTo>
                    <a:pt x="1938917" y="765052"/>
                  </a:lnTo>
                  <a:lnTo>
                    <a:pt x="1939779" y="764685"/>
                  </a:lnTo>
                  <a:lnTo>
                    <a:pt x="1942020" y="763729"/>
                  </a:lnTo>
                  <a:lnTo>
                    <a:pt x="1943054" y="763287"/>
                  </a:lnTo>
                  <a:lnTo>
                    <a:pt x="1943744" y="762993"/>
                  </a:lnTo>
                  <a:lnTo>
                    <a:pt x="1944089" y="762846"/>
                  </a:lnTo>
                  <a:lnTo>
                    <a:pt x="1945985" y="762037"/>
                  </a:lnTo>
                  <a:lnTo>
                    <a:pt x="1961502" y="755414"/>
                  </a:lnTo>
                  <a:lnTo>
                    <a:pt x="1969088" y="752175"/>
                  </a:lnTo>
                  <a:lnTo>
                    <a:pt x="2068913" y="709473"/>
                  </a:lnTo>
                  <a:lnTo>
                    <a:pt x="2072534" y="707922"/>
                  </a:lnTo>
                  <a:lnTo>
                    <a:pt x="2072706" y="707848"/>
                  </a:lnTo>
                  <a:lnTo>
                    <a:pt x="2075120" y="706813"/>
                  </a:lnTo>
                  <a:lnTo>
                    <a:pt x="2077017" y="706000"/>
                  </a:lnTo>
                  <a:lnTo>
                    <a:pt x="2080810" y="704375"/>
                  </a:lnTo>
                  <a:lnTo>
                    <a:pt x="2081672" y="704005"/>
                  </a:lnTo>
                  <a:lnTo>
                    <a:pt x="2083223" y="703340"/>
                  </a:lnTo>
                  <a:lnTo>
                    <a:pt x="2086844" y="701788"/>
                  </a:lnTo>
                  <a:lnTo>
                    <a:pt x="2087361" y="701566"/>
                  </a:lnTo>
                  <a:lnTo>
                    <a:pt x="2087706" y="701418"/>
                  </a:lnTo>
                  <a:lnTo>
                    <a:pt x="2089258" y="700753"/>
                  </a:lnTo>
                  <a:lnTo>
                    <a:pt x="2089603" y="700605"/>
                  </a:lnTo>
                  <a:lnTo>
                    <a:pt x="2089775" y="700531"/>
                  </a:lnTo>
                  <a:lnTo>
                    <a:pt x="2090465" y="700235"/>
                  </a:lnTo>
                  <a:lnTo>
                    <a:pt x="2090982" y="700013"/>
                  </a:lnTo>
                  <a:lnTo>
                    <a:pt x="2091844" y="699644"/>
                  </a:lnTo>
                  <a:lnTo>
                    <a:pt x="2092016" y="699570"/>
                  </a:lnTo>
                  <a:lnTo>
                    <a:pt x="2093913" y="698756"/>
                  </a:lnTo>
                  <a:lnTo>
                    <a:pt x="2094430" y="698535"/>
                  </a:lnTo>
                  <a:lnTo>
                    <a:pt x="2095637" y="698017"/>
                  </a:lnTo>
                  <a:lnTo>
                    <a:pt x="2096671" y="697573"/>
                  </a:lnTo>
                  <a:lnTo>
                    <a:pt x="2097189" y="697351"/>
                  </a:lnTo>
                  <a:lnTo>
                    <a:pt x="2097533" y="697204"/>
                  </a:lnTo>
                  <a:lnTo>
                    <a:pt x="2098223" y="696908"/>
                  </a:lnTo>
                  <a:lnTo>
                    <a:pt x="2099775" y="696242"/>
                  </a:lnTo>
                  <a:lnTo>
                    <a:pt x="2099947" y="696168"/>
                  </a:lnTo>
                  <a:lnTo>
                    <a:pt x="2100809" y="695798"/>
                  </a:lnTo>
                  <a:lnTo>
                    <a:pt x="2102361" y="695133"/>
                  </a:lnTo>
                  <a:lnTo>
                    <a:pt x="2103223" y="694763"/>
                  </a:lnTo>
                  <a:lnTo>
                    <a:pt x="2105464" y="693802"/>
                  </a:lnTo>
                  <a:lnTo>
                    <a:pt x="2105637" y="693728"/>
                  </a:lnTo>
                  <a:lnTo>
                    <a:pt x="2106844" y="693210"/>
                  </a:lnTo>
                  <a:lnTo>
                    <a:pt x="2107878" y="692766"/>
                  </a:lnTo>
                  <a:lnTo>
                    <a:pt x="2108395" y="692544"/>
                  </a:lnTo>
                  <a:lnTo>
                    <a:pt x="2109085" y="692248"/>
                  </a:lnTo>
                  <a:lnTo>
                    <a:pt x="2109602" y="692026"/>
                  </a:lnTo>
                  <a:lnTo>
                    <a:pt x="2111326" y="691286"/>
                  </a:lnTo>
                  <a:lnTo>
                    <a:pt x="2112188" y="690917"/>
                  </a:lnTo>
                  <a:lnTo>
                    <a:pt x="2114430" y="689955"/>
                  </a:lnTo>
                  <a:lnTo>
                    <a:pt x="2115464" y="689511"/>
                  </a:lnTo>
                  <a:lnTo>
                    <a:pt x="2116154" y="689215"/>
                  </a:lnTo>
                  <a:lnTo>
                    <a:pt x="2116498" y="689067"/>
                  </a:lnTo>
                  <a:lnTo>
                    <a:pt x="2118395" y="688253"/>
                  </a:lnTo>
                  <a:lnTo>
                    <a:pt x="2133912" y="681591"/>
                  </a:lnTo>
                  <a:lnTo>
                    <a:pt x="2141498" y="678333"/>
                  </a:lnTo>
                  <a:lnTo>
                    <a:pt x="2241323" y="635389"/>
                  </a:lnTo>
                  <a:lnTo>
                    <a:pt x="2244944" y="633829"/>
                  </a:lnTo>
                  <a:lnTo>
                    <a:pt x="2245116" y="633755"/>
                  </a:lnTo>
                  <a:lnTo>
                    <a:pt x="2247530" y="632715"/>
                  </a:lnTo>
                  <a:lnTo>
                    <a:pt x="2249426" y="631898"/>
                  </a:lnTo>
                  <a:lnTo>
                    <a:pt x="2253219" y="630263"/>
                  </a:lnTo>
                  <a:lnTo>
                    <a:pt x="2254081" y="629891"/>
                  </a:lnTo>
                  <a:lnTo>
                    <a:pt x="2255633" y="629222"/>
                  </a:lnTo>
                  <a:lnTo>
                    <a:pt x="2259254" y="627662"/>
                  </a:lnTo>
                  <a:lnTo>
                    <a:pt x="2259771" y="627439"/>
                  </a:lnTo>
                  <a:lnTo>
                    <a:pt x="2260116" y="627290"/>
                  </a:lnTo>
                  <a:lnTo>
                    <a:pt x="2261667" y="626621"/>
                  </a:lnTo>
                  <a:lnTo>
                    <a:pt x="2262012" y="626473"/>
                  </a:lnTo>
                  <a:lnTo>
                    <a:pt x="2262184" y="626398"/>
                  </a:lnTo>
                  <a:lnTo>
                    <a:pt x="2262874" y="626101"/>
                  </a:lnTo>
                  <a:lnTo>
                    <a:pt x="2263391" y="625878"/>
                  </a:lnTo>
                  <a:lnTo>
                    <a:pt x="2264253" y="625506"/>
                  </a:lnTo>
                  <a:lnTo>
                    <a:pt x="2264426" y="625432"/>
                  </a:lnTo>
                  <a:lnTo>
                    <a:pt x="2266322" y="624614"/>
                  </a:lnTo>
                  <a:lnTo>
                    <a:pt x="2266840" y="624391"/>
                  </a:lnTo>
                  <a:lnTo>
                    <a:pt x="2268046" y="623871"/>
                  </a:lnTo>
                  <a:lnTo>
                    <a:pt x="2269081" y="623425"/>
                  </a:lnTo>
                  <a:lnTo>
                    <a:pt x="2269598" y="623202"/>
                  </a:lnTo>
                  <a:lnTo>
                    <a:pt x="2269943" y="623053"/>
                  </a:lnTo>
                  <a:lnTo>
                    <a:pt x="2270633" y="622756"/>
                  </a:lnTo>
                  <a:lnTo>
                    <a:pt x="2272184" y="622086"/>
                  </a:lnTo>
                  <a:lnTo>
                    <a:pt x="2272357" y="622012"/>
                  </a:lnTo>
                  <a:lnTo>
                    <a:pt x="2273219" y="621640"/>
                  </a:lnTo>
                  <a:lnTo>
                    <a:pt x="2274770" y="620971"/>
                  </a:lnTo>
                  <a:lnTo>
                    <a:pt x="2275632" y="620599"/>
                  </a:lnTo>
                  <a:lnTo>
                    <a:pt x="2277874" y="619633"/>
                  </a:lnTo>
                  <a:lnTo>
                    <a:pt x="2278046" y="619558"/>
                  </a:lnTo>
                  <a:lnTo>
                    <a:pt x="2279253" y="619038"/>
                  </a:lnTo>
                  <a:lnTo>
                    <a:pt x="2280287" y="618592"/>
                  </a:lnTo>
                  <a:lnTo>
                    <a:pt x="2280805" y="618368"/>
                  </a:lnTo>
                  <a:lnTo>
                    <a:pt x="2281494" y="618071"/>
                  </a:lnTo>
                  <a:lnTo>
                    <a:pt x="2282012" y="617848"/>
                  </a:lnTo>
                  <a:lnTo>
                    <a:pt x="2283736" y="617104"/>
                  </a:lnTo>
                  <a:lnTo>
                    <a:pt x="2284598" y="616732"/>
                  </a:lnTo>
                  <a:lnTo>
                    <a:pt x="2286839" y="615765"/>
                  </a:lnTo>
                  <a:lnTo>
                    <a:pt x="2287873" y="615319"/>
                  </a:lnTo>
                  <a:lnTo>
                    <a:pt x="2288563" y="615021"/>
                  </a:lnTo>
                  <a:lnTo>
                    <a:pt x="2288908" y="614873"/>
                  </a:lnTo>
                  <a:lnTo>
                    <a:pt x="2290804" y="614054"/>
                  </a:lnTo>
                  <a:lnTo>
                    <a:pt x="2306321" y="607358"/>
                  </a:lnTo>
                  <a:lnTo>
                    <a:pt x="2313907" y="604082"/>
                  </a:lnTo>
                  <a:lnTo>
                    <a:pt x="2413732" y="560921"/>
                  </a:lnTo>
                  <a:lnTo>
                    <a:pt x="2417353" y="559353"/>
                  </a:lnTo>
                  <a:lnTo>
                    <a:pt x="2417525" y="559278"/>
                  </a:lnTo>
                  <a:lnTo>
                    <a:pt x="2419939" y="558233"/>
                  </a:lnTo>
                  <a:lnTo>
                    <a:pt x="2421836" y="557412"/>
                  </a:lnTo>
                  <a:lnTo>
                    <a:pt x="2425629" y="555769"/>
                  </a:lnTo>
                  <a:lnTo>
                    <a:pt x="2426491" y="555396"/>
                  </a:lnTo>
                  <a:lnTo>
                    <a:pt x="2428042" y="554724"/>
                  </a:lnTo>
                  <a:lnTo>
                    <a:pt x="2431663" y="553155"/>
                  </a:lnTo>
                  <a:lnTo>
                    <a:pt x="2432180" y="552931"/>
                  </a:lnTo>
                  <a:lnTo>
                    <a:pt x="2432525" y="552782"/>
                  </a:lnTo>
                  <a:lnTo>
                    <a:pt x="2434077" y="552110"/>
                  </a:lnTo>
                  <a:lnTo>
                    <a:pt x="2434422" y="551960"/>
                  </a:lnTo>
                  <a:lnTo>
                    <a:pt x="2434594" y="551886"/>
                  </a:lnTo>
                  <a:lnTo>
                    <a:pt x="2435284" y="551587"/>
                  </a:lnTo>
                  <a:lnTo>
                    <a:pt x="2435801" y="551363"/>
                  </a:lnTo>
                  <a:lnTo>
                    <a:pt x="2436663" y="550989"/>
                  </a:lnTo>
                  <a:lnTo>
                    <a:pt x="2436835" y="550915"/>
                  </a:lnTo>
                  <a:lnTo>
                    <a:pt x="2438732" y="550093"/>
                  </a:lnTo>
                  <a:lnTo>
                    <a:pt x="2439249" y="549869"/>
                  </a:lnTo>
                  <a:lnTo>
                    <a:pt x="2440456" y="549346"/>
                  </a:lnTo>
                  <a:lnTo>
                    <a:pt x="2441490" y="548898"/>
                  </a:lnTo>
                  <a:lnTo>
                    <a:pt x="2442008" y="548674"/>
                  </a:lnTo>
                  <a:lnTo>
                    <a:pt x="2442352" y="548524"/>
                  </a:lnTo>
                  <a:lnTo>
                    <a:pt x="2443042" y="548226"/>
                  </a:lnTo>
                  <a:lnTo>
                    <a:pt x="2444594" y="547553"/>
                  </a:lnTo>
                  <a:lnTo>
                    <a:pt x="2444766" y="547479"/>
                  </a:lnTo>
                  <a:lnTo>
                    <a:pt x="2445628" y="547105"/>
                  </a:lnTo>
                  <a:lnTo>
                    <a:pt x="2447180" y="546433"/>
                  </a:lnTo>
                  <a:lnTo>
                    <a:pt x="2448042" y="546059"/>
                  </a:lnTo>
                  <a:lnTo>
                    <a:pt x="2450283" y="545088"/>
                  </a:lnTo>
                  <a:lnTo>
                    <a:pt x="2450456" y="545013"/>
                  </a:lnTo>
                  <a:lnTo>
                    <a:pt x="2451662" y="544490"/>
                  </a:lnTo>
                  <a:lnTo>
                    <a:pt x="2452697" y="544042"/>
                  </a:lnTo>
                  <a:lnTo>
                    <a:pt x="2453214" y="543817"/>
                  </a:lnTo>
                  <a:lnTo>
                    <a:pt x="2453904" y="543519"/>
                  </a:lnTo>
                  <a:lnTo>
                    <a:pt x="2454421" y="543294"/>
                  </a:lnTo>
                  <a:lnTo>
                    <a:pt x="2456145" y="542547"/>
                  </a:lnTo>
                  <a:lnTo>
                    <a:pt x="2457007" y="542173"/>
                  </a:lnTo>
                  <a:lnTo>
                    <a:pt x="2459249" y="541202"/>
                  </a:lnTo>
                  <a:lnTo>
                    <a:pt x="2460283" y="540753"/>
                  </a:lnTo>
                  <a:lnTo>
                    <a:pt x="2460973" y="540455"/>
                  </a:lnTo>
                  <a:lnTo>
                    <a:pt x="2461317" y="540305"/>
                  </a:lnTo>
                  <a:lnTo>
                    <a:pt x="2463214" y="539483"/>
                  </a:lnTo>
                  <a:lnTo>
                    <a:pt x="2478731" y="532755"/>
                  </a:lnTo>
                  <a:lnTo>
                    <a:pt x="2486317" y="529464"/>
                  </a:lnTo>
                  <a:lnTo>
                    <a:pt x="2586142" y="486109"/>
                  </a:lnTo>
                  <a:lnTo>
                    <a:pt x="2589763" y="484535"/>
                  </a:lnTo>
                  <a:lnTo>
                    <a:pt x="2589935" y="484460"/>
                  </a:lnTo>
                  <a:lnTo>
                    <a:pt x="2592349" y="483410"/>
                  </a:lnTo>
                  <a:lnTo>
                    <a:pt x="2594245" y="482585"/>
                  </a:lnTo>
                  <a:lnTo>
                    <a:pt x="2598038" y="480935"/>
                  </a:lnTo>
                  <a:lnTo>
                    <a:pt x="2598900" y="480560"/>
                  </a:lnTo>
                  <a:lnTo>
                    <a:pt x="2600452" y="479885"/>
                  </a:lnTo>
                  <a:lnTo>
                    <a:pt x="2604072" y="478311"/>
                  </a:lnTo>
                  <a:lnTo>
                    <a:pt x="2604590" y="478086"/>
                  </a:lnTo>
                  <a:lnTo>
                    <a:pt x="2604935" y="477936"/>
                  </a:lnTo>
                  <a:lnTo>
                    <a:pt x="2606486" y="477261"/>
                  </a:lnTo>
                  <a:lnTo>
                    <a:pt x="2606831" y="477111"/>
                  </a:lnTo>
                  <a:lnTo>
                    <a:pt x="2607003" y="477036"/>
                  </a:lnTo>
                  <a:lnTo>
                    <a:pt x="2607693" y="476735"/>
                  </a:lnTo>
                  <a:lnTo>
                    <a:pt x="2608210" y="476510"/>
                  </a:lnTo>
                  <a:lnTo>
                    <a:pt x="2609072" y="476135"/>
                  </a:lnTo>
                  <a:lnTo>
                    <a:pt x="2609245" y="476060"/>
                  </a:lnTo>
                  <a:lnTo>
                    <a:pt x="2611141" y="475235"/>
                  </a:lnTo>
                  <a:lnTo>
                    <a:pt x="2611659" y="475010"/>
                  </a:lnTo>
                  <a:lnTo>
                    <a:pt x="2612865" y="474485"/>
                  </a:lnTo>
                  <a:lnTo>
                    <a:pt x="2613900" y="474035"/>
                  </a:lnTo>
                  <a:lnTo>
                    <a:pt x="2614417" y="473810"/>
                  </a:lnTo>
                  <a:lnTo>
                    <a:pt x="2614762" y="473660"/>
                  </a:lnTo>
                  <a:lnTo>
                    <a:pt x="2615452" y="473360"/>
                  </a:lnTo>
                  <a:lnTo>
                    <a:pt x="2617003" y="472685"/>
                  </a:lnTo>
                  <a:lnTo>
                    <a:pt x="2617176" y="472610"/>
                  </a:lnTo>
                  <a:lnTo>
                    <a:pt x="2618038" y="472235"/>
                  </a:lnTo>
                  <a:lnTo>
                    <a:pt x="2619589" y="471559"/>
                  </a:lnTo>
                  <a:lnTo>
                    <a:pt x="2620451" y="471184"/>
                  </a:lnTo>
                  <a:lnTo>
                    <a:pt x="2622693" y="470209"/>
                  </a:lnTo>
                  <a:lnTo>
                    <a:pt x="2622865" y="470134"/>
                  </a:lnTo>
                  <a:lnTo>
                    <a:pt x="2624072" y="469609"/>
                  </a:lnTo>
                  <a:lnTo>
                    <a:pt x="2625106" y="469158"/>
                  </a:lnTo>
                  <a:lnTo>
                    <a:pt x="2625624" y="468933"/>
                  </a:lnTo>
                  <a:lnTo>
                    <a:pt x="2626313" y="468633"/>
                  </a:lnTo>
                  <a:lnTo>
                    <a:pt x="2626831" y="468408"/>
                  </a:lnTo>
                  <a:lnTo>
                    <a:pt x="2628555" y="467658"/>
                  </a:lnTo>
                  <a:lnTo>
                    <a:pt x="2629417" y="467282"/>
                  </a:lnTo>
                  <a:lnTo>
                    <a:pt x="2631658" y="466307"/>
                  </a:lnTo>
                  <a:lnTo>
                    <a:pt x="2632692" y="465856"/>
                  </a:lnTo>
                  <a:lnTo>
                    <a:pt x="2633382" y="465556"/>
                  </a:lnTo>
                  <a:lnTo>
                    <a:pt x="2633727" y="465406"/>
                  </a:lnTo>
                  <a:lnTo>
                    <a:pt x="2635623" y="464581"/>
                  </a:lnTo>
                  <a:lnTo>
                    <a:pt x="2651140" y="457824"/>
                  </a:lnTo>
                  <a:lnTo>
                    <a:pt x="2658726" y="454521"/>
                  </a:lnTo>
                  <a:lnTo>
                    <a:pt x="2758551" y="410995"/>
                  </a:lnTo>
                  <a:lnTo>
                    <a:pt x="2762172" y="409415"/>
                  </a:lnTo>
                  <a:lnTo>
                    <a:pt x="2762344" y="409340"/>
                  </a:lnTo>
                  <a:lnTo>
                    <a:pt x="2764758" y="408286"/>
                  </a:lnTo>
                  <a:lnTo>
                    <a:pt x="2766655" y="407458"/>
                  </a:lnTo>
                  <a:lnTo>
                    <a:pt x="2770448" y="405802"/>
                  </a:lnTo>
                  <a:lnTo>
                    <a:pt x="2771310" y="405426"/>
                  </a:lnTo>
                  <a:lnTo>
                    <a:pt x="2772861" y="404749"/>
                  </a:lnTo>
                  <a:lnTo>
                    <a:pt x="2776482" y="403168"/>
                  </a:lnTo>
                  <a:lnTo>
                    <a:pt x="2776999" y="402942"/>
                  </a:lnTo>
                  <a:lnTo>
                    <a:pt x="2777344" y="402791"/>
                  </a:lnTo>
                  <a:lnTo>
                    <a:pt x="2778896" y="402114"/>
                  </a:lnTo>
                  <a:lnTo>
                    <a:pt x="2779241" y="401963"/>
                  </a:lnTo>
                  <a:lnTo>
                    <a:pt x="2779413" y="401888"/>
                  </a:lnTo>
                  <a:lnTo>
                    <a:pt x="2780103" y="401587"/>
                  </a:lnTo>
                  <a:lnTo>
                    <a:pt x="2780620" y="401361"/>
                  </a:lnTo>
                  <a:lnTo>
                    <a:pt x="2781482" y="400985"/>
                  </a:lnTo>
                  <a:lnTo>
                    <a:pt x="2781654" y="400909"/>
                  </a:lnTo>
                  <a:lnTo>
                    <a:pt x="2783551" y="400081"/>
                  </a:lnTo>
                  <a:lnTo>
                    <a:pt x="2784068" y="399855"/>
                  </a:lnTo>
                  <a:lnTo>
                    <a:pt x="2785275" y="399328"/>
                  </a:lnTo>
                  <a:lnTo>
                    <a:pt x="2786309" y="398876"/>
                  </a:lnTo>
                  <a:lnTo>
                    <a:pt x="2786827" y="398651"/>
                  </a:lnTo>
                  <a:lnTo>
                    <a:pt x="2787171" y="398500"/>
                  </a:lnTo>
                  <a:lnTo>
                    <a:pt x="2787861" y="398199"/>
                  </a:lnTo>
                  <a:lnTo>
                    <a:pt x="2789413" y="397521"/>
                  </a:lnTo>
                  <a:lnTo>
                    <a:pt x="2789585" y="397446"/>
                  </a:lnTo>
                  <a:lnTo>
                    <a:pt x="2790447" y="397069"/>
                  </a:lnTo>
                  <a:lnTo>
                    <a:pt x="2791999" y="396392"/>
                  </a:lnTo>
                  <a:lnTo>
                    <a:pt x="2792861" y="396015"/>
                  </a:lnTo>
                  <a:lnTo>
                    <a:pt x="2795102" y="395036"/>
                  </a:lnTo>
                  <a:lnTo>
                    <a:pt x="2795275" y="394961"/>
                  </a:lnTo>
                  <a:lnTo>
                    <a:pt x="2796481" y="394434"/>
                  </a:lnTo>
                  <a:lnTo>
                    <a:pt x="2797516" y="393982"/>
                  </a:lnTo>
                  <a:lnTo>
                    <a:pt x="2798033" y="393756"/>
                  </a:lnTo>
                  <a:lnTo>
                    <a:pt x="2798723" y="393455"/>
                  </a:lnTo>
                  <a:lnTo>
                    <a:pt x="2799240" y="393229"/>
                  </a:lnTo>
                  <a:lnTo>
                    <a:pt x="2800964" y="392475"/>
                  </a:lnTo>
                  <a:lnTo>
                    <a:pt x="2801826" y="392099"/>
                  </a:lnTo>
                  <a:lnTo>
                    <a:pt x="2804068" y="391120"/>
                  </a:lnTo>
                  <a:lnTo>
                    <a:pt x="2805102" y="390668"/>
                  </a:lnTo>
                  <a:lnTo>
                    <a:pt x="2805792" y="390367"/>
                  </a:lnTo>
                  <a:lnTo>
                    <a:pt x="2806136" y="390216"/>
                  </a:lnTo>
                  <a:lnTo>
                    <a:pt x="2808033" y="389387"/>
                  </a:lnTo>
                  <a:lnTo>
                    <a:pt x="2823550" y="382607"/>
                  </a:lnTo>
                  <a:lnTo>
                    <a:pt x="2831136" y="379291"/>
                  </a:lnTo>
                  <a:lnTo>
                    <a:pt x="2930961" y="335617"/>
                  </a:lnTo>
                  <a:lnTo>
                    <a:pt x="2934581" y="334032"/>
                  </a:lnTo>
                  <a:lnTo>
                    <a:pt x="2934754" y="333956"/>
                  </a:lnTo>
                  <a:lnTo>
                    <a:pt x="2937168" y="332899"/>
                  </a:lnTo>
                  <a:lnTo>
                    <a:pt x="2939064" y="332069"/>
                  </a:lnTo>
                  <a:lnTo>
                    <a:pt x="2942857" y="330408"/>
                  </a:lnTo>
                  <a:lnTo>
                    <a:pt x="2943719" y="330030"/>
                  </a:lnTo>
                  <a:lnTo>
                    <a:pt x="2945271" y="329350"/>
                  </a:lnTo>
                  <a:lnTo>
                    <a:pt x="2948891" y="327764"/>
                  </a:lnTo>
                  <a:lnTo>
                    <a:pt x="2949409" y="327538"/>
                  </a:lnTo>
                  <a:lnTo>
                    <a:pt x="2949754" y="327387"/>
                  </a:lnTo>
                  <a:lnTo>
                    <a:pt x="2951305" y="326707"/>
                  </a:lnTo>
                  <a:lnTo>
                    <a:pt x="2951650" y="326556"/>
                  </a:lnTo>
                  <a:lnTo>
                    <a:pt x="2951822" y="326481"/>
                  </a:lnTo>
                  <a:lnTo>
                    <a:pt x="2952512" y="326178"/>
                  </a:lnTo>
                  <a:lnTo>
                    <a:pt x="2953029" y="325952"/>
                  </a:lnTo>
                  <a:lnTo>
                    <a:pt x="2953891" y="325574"/>
                  </a:lnTo>
                  <a:lnTo>
                    <a:pt x="2954064" y="325499"/>
                  </a:lnTo>
                  <a:lnTo>
                    <a:pt x="2955960" y="324668"/>
                  </a:lnTo>
                  <a:lnTo>
                    <a:pt x="2956477" y="324441"/>
                  </a:lnTo>
                  <a:lnTo>
                    <a:pt x="2957684" y="323913"/>
                  </a:lnTo>
                  <a:lnTo>
                    <a:pt x="2958719" y="323459"/>
                  </a:lnTo>
                  <a:lnTo>
                    <a:pt x="2959236" y="323233"/>
                  </a:lnTo>
                  <a:lnTo>
                    <a:pt x="2959581" y="323082"/>
                  </a:lnTo>
                  <a:lnTo>
                    <a:pt x="2960271" y="322779"/>
                  </a:lnTo>
                  <a:lnTo>
                    <a:pt x="2961822" y="322100"/>
                  </a:lnTo>
                  <a:lnTo>
                    <a:pt x="2961995" y="322024"/>
                  </a:lnTo>
                  <a:lnTo>
                    <a:pt x="2962857" y="321646"/>
                  </a:lnTo>
                  <a:lnTo>
                    <a:pt x="2964408" y="320967"/>
                  </a:lnTo>
                  <a:lnTo>
                    <a:pt x="2965270" y="320589"/>
                  </a:lnTo>
                  <a:lnTo>
                    <a:pt x="2967512" y="319607"/>
                  </a:lnTo>
                  <a:lnTo>
                    <a:pt x="2967684" y="319531"/>
                  </a:lnTo>
                  <a:lnTo>
                    <a:pt x="2968891" y="319002"/>
                  </a:lnTo>
                  <a:lnTo>
                    <a:pt x="2969925" y="318549"/>
                  </a:lnTo>
                  <a:lnTo>
                    <a:pt x="2970443" y="318322"/>
                  </a:lnTo>
                  <a:lnTo>
                    <a:pt x="2971132" y="318020"/>
                  </a:lnTo>
                  <a:lnTo>
                    <a:pt x="2971650" y="317794"/>
                  </a:lnTo>
                  <a:lnTo>
                    <a:pt x="2973374" y="317038"/>
                  </a:lnTo>
                  <a:lnTo>
                    <a:pt x="2974236" y="316660"/>
                  </a:lnTo>
                  <a:lnTo>
                    <a:pt x="2976477" y="315678"/>
                  </a:lnTo>
                  <a:lnTo>
                    <a:pt x="2977511" y="315225"/>
                  </a:lnTo>
                  <a:lnTo>
                    <a:pt x="2978201" y="314922"/>
                  </a:lnTo>
                  <a:lnTo>
                    <a:pt x="2978546" y="314771"/>
                  </a:lnTo>
                  <a:lnTo>
                    <a:pt x="2980442" y="313940"/>
                  </a:lnTo>
                  <a:lnTo>
                    <a:pt x="2995959" y="307139"/>
                  </a:lnTo>
                  <a:lnTo>
                    <a:pt x="3003545" y="303813"/>
                  </a:lnTo>
                  <a:lnTo>
                    <a:pt x="3103370" y="260010"/>
                  </a:lnTo>
                  <a:lnTo>
                    <a:pt x="3106991" y="258420"/>
                  </a:lnTo>
                  <a:lnTo>
                    <a:pt x="3107163" y="258344"/>
                  </a:lnTo>
                  <a:lnTo>
                    <a:pt x="3109577" y="257284"/>
                  </a:lnTo>
                  <a:lnTo>
                    <a:pt x="3111474" y="256451"/>
                  </a:lnTo>
                  <a:lnTo>
                    <a:pt x="3115267" y="254785"/>
                  </a:lnTo>
                  <a:lnTo>
                    <a:pt x="3116129" y="254406"/>
                  </a:lnTo>
                  <a:lnTo>
                    <a:pt x="3117680" y="253725"/>
                  </a:lnTo>
                  <a:lnTo>
                    <a:pt x="3121301" y="252135"/>
                  </a:lnTo>
                  <a:lnTo>
                    <a:pt x="3121818" y="251907"/>
                  </a:lnTo>
                  <a:lnTo>
                    <a:pt x="3122163" y="251756"/>
                  </a:lnTo>
                  <a:lnTo>
                    <a:pt x="3123715" y="251074"/>
                  </a:lnTo>
                  <a:lnTo>
                    <a:pt x="3124060" y="250923"/>
                  </a:lnTo>
                  <a:lnTo>
                    <a:pt x="3124232" y="250847"/>
                  </a:lnTo>
                  <a:lnTo>
                    <a:pt x="3124922" y="250544"/>
                  </a:lnTo>
                  <a:lnTo>
                    <a:pt x="3125439" y="250317"/>
                  </a:lnTo>
                  <a:lnTo>
                    <a:pt x="3126301" y="249938"/>
                  </a:lnTo>
                  <a:lnTo>
                    <a:pt x="3126473" y="249862"/>
                  </a:lnTo>
                  <a:lnTo>
                    <a:pt x="3128370" y="249029"/>
                  </a:lnTo>
                  <a:lnTo>
                    <a:pt x="3128887" y="248802"/>
                  </a:lnTo>
                  <a:lnTo>
                    <a:pt x="3130094" y="248272"/>
                  </a:lnTo>
                  <a:lnTo>
                    <a:pt x="3131128" y="247817"/>
                  </a:lnTo>
                  <a:lnTo>
                    <a:pt x="3131646" y="247590"/>
                  </a:lnTo>
                  <a:lnTo>
                    <a:pt x="3131990" y="247439"/>
                  </a:lnTo>
                  <a:lnTo>
                    <a:pt x="3132680" y="247136"/>
                  </a:lnTo>
                  <a:lnTo>
                    <a:pt x="3134232" y="246454"/>
                  </a:lnTo>
                  <a:lnTo>
                    <a:pt x="3134404" y="246378"/>
                  </a:lnTo>
                  <a:lnTo>
                    <a:pt x="3135266" y="245999"/>
                  </a:lnTo>
                  <a:lnTo>
                    <a:pt x="3136818" y="245318"/>
                  </a:lnTo>
                  <a:lnTo>
                    <a:pt x="3137680" y="244939"/>
                  </a:lnTo>
                  <a:lnTo>
                    <a:pt x="3139921" y="243954"/>
                  </a:lnTo>
                  <a:lnTo>
                    <a:pt x="3140094" y="243878"/>
                  </a:lnTo>
                  <a:lnTo>
                    <a:pt x="3141300" y="243348"/>
                  </a:lnTo>
                  <a:lnTo>
                    <a:pt x="3142335" y="242894"/>
                  </a:lnTo>
                  <a:lnTo>
                    <a:pt x="3142852" y="242666"/>
                  </a:lnTo>
                  <a:lnTo>
                    <a:pt x="3143542" y="242363"/>
                  </a:lnTo>
                  <a:lnTo>
                    <a:pt x="3144059" y="242136"/>
                  </a:lnTo>
                  <a:lnTo>
                    <a:pt x="3145783" y="241378"/>
                  </a:lnTo>
                  <a:lnTo>
                    <a:pt x="3146645" y="241000"/>
                  </a:lnTo>
                  <a:lnTo>
                    <a:pt x="3148886" y="240015"/>
                  </a:lnTo>
                  <a:lnTo>
                    <a:pt x="3149921" y="239560"/>
                  </a:lnTo>
                  <a:lnTo>
                    <a:pt x="3150611" y="239257"/>
                  </a:lnTo>
                  <a:lnTo>
                    <a:pt x="3150955" y="239106"/>
                  </a:lnTo>
                  <a:lnTo>
                    <a:pt x="3152852" y="238272"/>
                  </a:lnTo>
                  <a:lnTo>
                    <a:pt x="3168369" y="231452"/>
                  </a:lnTo>
                  <a:lnTo>
                    <a:pt x="3175955" y="228117"/>
                  </a:lnTo>
                  <a:lnTo>
                    <a:pt x="3275780" y="184202"/>
                  </a:lnTo>
                  <a:lnTo>
                    <a:pt x="3279400" y="182608"/>
                  </a:lnTo>
                  <a:lnTo>
                    <a:pt x="3279573" y="182532"/>
                  </a:lnTo>
                  <a:lnTo>
                    <a:pt x="3281987" y="181470"/>
                  </a:lnTo>
                  <a:lnTo>
                    <a:pt x="3283883" y="180635"/>
                  </a:lnTo>
                  <a:lnTo>
                    <a:pt x="3287676" y="178965"/>
                  </a:lnTo>
                  <a:lnTo>
                    <a:pt x="3288538" y="178585"/>
                  </a:lnTo>
                  <a:lnTo>
                    <a:pt x="3290090" y="177902"/>
                  </a:lnTo>
                  <a:lnTo>
                    <a:pt x="3293710" y="176308"/>
                  </a:lnTo>
                  <a:lnTo>
                    <a:pt x="3294228" y="176080"/>
                  </a:lnTo>
                  <a:lnTo>
                    <a:pt x="3294573" y="175928"/>
                  </a:lnTo>
                  <a:lnTo>
                    <a:pt x="3296124" y="175245"/>
                  </a:lnTo>
                  <a:lnTo>
                    <a:pt x="3296469" y="175093"/>
                  </a:lnTo>
                  <a:lnTo>
                    <a:pt x="3296641" y="175017"/>
                  </a:lnTo>
                  <a:lnTo>
                    <a:pt x="3297331" y="174714"/>
                  </a:lnTo>
                  <a:lnTo>
                    <a:pt x="3297848" y="174486"/>
                  </a:lnTo>
                  <a:lnTo>
                    <a:pt x="3298710" y="174106"/>
                  </a:lnTo>
                  <a:lnTo>
                    <a:pt x="3298883" y="174030"/>
                  </a:lnTo>
                  <a:lnTo>
                    <a:pt x="3300779" y="173195"/>
                  </a:lnTo>
                  <a:lnTo>
                    <a:pt x="3301296" y="172967"/>
                  </a:lnTo>
                  <a:lnTo>
                    <a:pt x="3302503" y="172436"/>
                  </a:lnTo>
                  <a:lnTo>
                    <a:pt x="3303538" y="171980"/>
                  </a:lnTo>
                  <a:lnTo>
                    <a:pt x="3304055" y="171753"/>
                  </a:lnTo>
                  <a:lnTo>
                    <a:pt x="3304400" y="171601"/>
                  </a:lnTo>
                  <a:lnTo>
                    <a:pt x="3305089" y="171297"/>
                  </a:lnTo>
                  <a:lnTo>
                    <a:pt x="3306641" y="170614"/>
                  </a:lnTo>
                  <a:lnTo>
                    <a:pt x="3306814" y="170538"/>
                  </a:lnTo>
                  <a:lnTo>
                    <a:pt x="3307676" y="170158"/>
                  </a:lnTo>
                  <a:lnTo>
                    <a:pt x="3309227" y="169475"/>
                  </a:lnTo>
                  <a:lnTo>
                    <a:pt x="3310089" y="169095"/>
                  </a:lnTo>
                  <a:lnTo>
                    <a:pt x="3312331" y="168108"/>
                  </a:lnTo>
                  <a:lnTo>
                    <a:pt x="3312503" y="168032"/>
                  </a:lnTo>
                  <a:lnTo>
                    <a:pt x="3313710" y="167500"/>
                  </a:lnTo>
                  <a:lnTo>
                    <a:pt x="3314744" y="167045"/>
                  </a:lnTo>
                  <a:lnTo>
                    <a:pt x="3315262" y="166817"/>
                  </a:lnTo>
                  <a:lnTo>
                    <a:pt x="3315951" y="166513"/>
                  </a:lnTo>
                  <a:lnTo>
                    <a:pt x="3316469" y="166285"/>
                  </a:lnTo>
                  <a:lnTo>
                    <a:pt x="3318193" y="165526"/>
                  </a:lnTo>
                  <a:lnTo>
                    <a:pt x="3319055" y="165146"/>
                  </a:lnTo>
                  <a:lnTo>
                    <a:pt x="3321296" y="164159"/>
                  </a:lnTo>
                  <a:lnTo>
                    <a:pt x="3322330" y="163703"/>
                  </a:lnTo>
                  <a:lnTo>
                    <a:pt x="3323020" y="163400"/>
                  </a:lnTo>
                  <a:lnTo>
                    <a:pt x="3323365" y="163248"/>
                  </a:lnTo>
                  <a:lnTo>
                    <a:pt x="3325261" y="162412"/>
                  </a:lnTo>
                  <a:lnTo>
                    <a:pt x="3340778" y="155577"/>
                  </a:lnTo>
                  <a:lnTo>
                    <a:pt x="3348364" y="152234"/>
                  </a:lnTo>
                  <a:lnTo>
                    <a:pt x="3448189" y="108222"/>
                  </a:lnTo>
                  <a:lnTo>
                    <a:pt x="3451810" y="106624"/>
                  </a:lnTo>
                  <a:lnTo>
                    <a:pt x="3451982" y="106548"/>
                  </a:lnTo>
                  <a:lnTo>
                    <a:pt x="3454396" y="105483"/>
                  </a:lnTo>
                  <a:lnTo>
                    <a:pt x="3456293" y="104647"/>
                  </a:lnTo>
                  <a:lnTo>
                    <a:pt x="3460086" y="102973"/>
                  </a:lnTo>
                  <a:lnTo>
                    <a:pt x="3460948" y="102593"/>
                  </a:lnTo>
                  <a:lnTo>
                    <a:pt x="3462499" y="101908"/>
                  </a:lnTo>
                  <a:lnTo>
                    <a:pt x="3466120" y="100311"/>
                  </a:lnTo>
                  <a:lnTo>
                    <a:pt x="3466637" y="100082"/>
                  </a:lnTo>
                  <a:lnTo>
                    <a:pt x="3466982" y="99930"/>
                  </a:lnTo>
                  <a:lnTo>
                    <a:pt x="3468534" y="99246"/>
                  </a:lnTo>
                  <a:lnTo>
                    <a:pt x="3468879" y="99093"/>
                  </a:lnTo>
                  <a:lnTo>
                    <a:pt x="3469051" y="99017"/>
                  </a:lnTo>
                  <a:lnTo>
                    <a:pt x="3469741" y="98713"/>
                  </a:lnTo>
                  <a:lnTo>
                    <a:pt x="3470258" y="98485"/>
                  </a:lnTo>
                  <a:lnTo>
                    <a:pt x="3471120" y="98104"/>
                  </a:lnTo>
                  <a:lnTo>
                    <a:pt x="3471292" y="98028"/>
                  </a:lnTo>
                  <a:lnTo>
                    <a:pt x="3473189" y="97191"/>
                  </a:lnTo>
                  <a:lnTo>
                    <a:pt x="3473706" y="96963"/>
                  </a:lnTo>
                  <a:lnTo>
                    <a:pt x="3474913" y="96431"/>
                  </a:lnTo>
                  <a:lnTo>
                    <a:pt x="3475947" y="95974"/>
                  </a:lnTo>
                  <a:lnTo>
                    <a:pt x="3476465" y="95746"/>
                  </a:lnTo>
                  <a:lnTo>
                    <a:pt x="3476809" y="95594"/>
                  </a:lnTo>
                  <a:lnTo>
                    <a:pt x="3477499" y="95289"/>
                  </a:lnTo>
                  <a:lnTo>
                    <a:pt x="3479051" y="94605"/>
                  </a:lnTo>
                  <a:lnTo>
                    <a:pt x="3479223" y="94529"/>
                  </a:lnTo>
                  <a:lnTo>
                    <a:pt x="3480085" y="94148"/>
                  </a:lnTo>
                  <a:lnTo>
                    <a:pt x="3481637" y="93463"/>
                  </a:lnTo>
                  <a:lnTo>
                    <a:pt x="3482499" y="93083"/>
                  </a:lnTo>
                  <a:lnTo>
                    <a:pt x="3484740" y="92094"/>
                  </a:lnTo>
                  <a:lnTo>
                    <a:pt x="3484913" y="92018"/>
                  </a:lnTo>
                  <a:lnTo>
                    <a:pt x="3486119" y="91485"/>
                  </a:lnTo>
                  <a:lnTo>
                    <a:pt x="3487154" y="91028"/>
                  </a:lnTo>
                  <a:lnTo>
                    <a:pt x="3487671" y="90800"/>
                  </a:lnTo>
                  <a:lnTo>
                    <a:pt x="3488361" y="90496"/>
                  </a:lnTo>
                  <a:lnTo>
                    <a:pt x="3488878" y="90267"/>
                  </a:lnTo>
                  <a:lnTo>
                    <a:pt x="3490602" y="89507"/>
                  </a:lnTo>
                  <a:lnTo>
                    <a:pt x="3491464" y="89126"/>
                  </a:lnTo>
                  <a:lnTo>
                    <a:pt x="3493705" y="88137"/>
                  </a:lnTo>
                  <a:lnTo>
                    <a:pt x="3494740" y="87680"/>
                  </a:lnTo>
                  <a:lnTo>
                    <a:pt x="3495430" y="87376"/>
                  </a:lnTo>
                  <a:lnTo>
                    <a:pt x="3495774" y="87224"/>
                  </a:lnTo>
                  <a:lnTo>
                    <a:pt x="3497671" y="86386"/>
                  </a:lnTo>
                  <a:lnTo>
                    <a:pt x="3513188" y="79537"/>
                  </a:lnTo>
                  <a:lnTo>
                    <a:pt x="3520774" y="76188"/>
                  </a:lnTo>
                  <a:lnTo>
                    <a:pt x="3620599" y="32091"/>
                  </a:lnTo>
                  <a:lnTo>
                    <a:pt x="3624219" y="30490"/>
                  </a:lnTo>
                  <a:lnTo>
                    <a:pt x="3624392" y="30414"/>
                  </a:lnTo>
                  <a:lnTo>
                    <a:pt x="3626806" y="29347"/>
                  </a:lnTo>
                  <a:lnTo>
                    <a:pt x="3628702" y="28509"/>
                  </a:lnTo>
                  <a:lnTo>
                    <a:pt x="3632495" y="26833"/>
                  </a:lnTo>
                  <a:lnTo>
                    <a:pt x="3633357" y="26452"/>
                  </a:lnTo>
                  <a:lnTo>
                    <a:pt x="3634909" y="25766"/>
                  </a:lnTo>
                  <a:lnTo>
                    <a:pt x="3638529" y="24165"/>
                  </a:lnTo>
                  <a:lnTo>
                    <a:pt x="3639047" y="23937"/>
                  </a:lnTo>
                  <a:lnTo>
                    <a:pt x="3639391" y="23784"/>
                  </a:lnTo>
                  <a:lnTo>
                    <a:pt x="3640943" y="23098"/>
                  </a:lnTo>
                  <a:lnTo>
                    <a:pt x="3641288" y="22946"/>
                  </a:lnTo>
                  <a:lnTo>
                    <a:pt x="3641460" y="22870"/>
                  </a:lnTo>
                  <a:lnTo>
                    <a:pt x="3642150" y="22565"/>
                  </a:lnTo>
                  <a:lnTo>
                    <a:pt x="3642667" y="22336"/>
                  </a:lnTo>
                  <a:lnTo>
                    <a:pt x="3643529" y="21955"/>
                  </a:lnTo>
                  <a:lnTo>
                    <a:pt x="3643702" y="21879"/>
                  </a:lnTo>
                  <a:lnTo>
                    <a:pt x="3645598" y="21040"/>
                  </a:lnTo>
                  <a:lnTo>
                    <a:pt x="3646115" y="20812"/>
                  </a:lnTo>
                  <a:lnTo>
                    <a:pt x="3647322" y="20278"/>
                  </a:lnTo>
                  <a:lnTo>
                    <a:pt x="3648357" y="19821"/>
                  </a:lnTo>
                  <a:lnTo>
                    <a:pt x="3648874" y="19592"/>
                  </a:lnTo>
                  <a:lnTo>
                    <a:pt x="3649219" y="19440"/>
                  </a:lnTo>
                  <a:lnTo>
                    <a:pt x="3649908" y="19135"/>
                  </a:lnTo>
                  <a:lnTo>
                    <a:pt x="3651460" y="18449"/>
                  </a:lnTo>
                  <a:lnTo>
                    <a:pt x="3651633" y="18373"/>
                  </a:lnTo>
                  <a:lnTo>
                    <a:pt x="3652495" y="17992"/>
                  </a:lnTo>
                  <a:lnTo>
                    <a:pt x="3654046" y="17306"/>
                  </a:lnTo>
                  <a:lnTo>
                    <a:pt x="3654908" y="16925"/>
                  </a:lnTo>
                  <a:lnTo>
                    <a:pt x="3657150" y="15934"/>
                  </a:lnTo>
                  <a:lnTo>
                    <a:pt x="3657322" y="15857"/>
                  </a:lnTo>
                  <a:lnTo>
                    <a:pt x="3658529" y="15324"/>
                  </a:lnTo>
                  <a:lnTo>
                    <a:pt x="3659563" y="14866"/>
                  </a:lnTo>
                  <a:lnTo>
                    <a:pt x="3660081" y="14638"/>
                  </a:lnTo>
                  <a:lnTo>
                    <a:pt x="3660770" y="14333"/>
                  </a:lnTo>
                  <a:lnTo>
                    <a:pt x="3661288" y="14104"/>
                  </a:lnTo>
                  <a:lnTo>
                    <a:pt x="3663012" y="13342"/>
                  </a:lnTo>
                  <a:lnTo>
                    <a:pt x="3663874" y="12961"/>
                  </a:lnTo>
                  <a:lnTo>
                    <a:pt x="3666115" y="11970"/>
                  </a:lnTo>
                  <a:lnTo>
                    <a:pt x="3667149" y="11512"/>
                  </a:lnTo>
                  <a:lnTo>
                    <a:pt x="3667839" y="11207"/>
                  </a:lnTo>
                  <a:lnTo>
                    <a:pt x="3668184" y="11055"/>
                  </a:lnTo>
                  <a:lnTo>
                    <a:pt x="3670080" y="10216"/>
                  </a:lnTo>
                  <a:lnTo>
                    <a:pt x="3685597" y="3354"/>
                  </a:lnTo>
                  <a:lnTo>
                    <a:pt x="3693183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" name="pl14"/>
            <p:cNvSpPr/>
            <p:nvPr/>
          </p:nvSpPr>
          <p:spPr>
            <a:xfrm>
              <a:off x="3588882" y="3042541"/>
              <a:ext cx="3693183" cy="1520028"/>
            </a:xfrm>
            <a:custGeom>
              <a:avLst/>
              <a:pathLst>
                <a:path w="3693183" h="1520028">
                  <a:moveTo>
                    <a:pt x="3693183" y="0"/>
                  </a:moveTo>
                  <a:lnTo>
                    <a:pt x="3685597" y="2975"/>
                  </a:lnTo>
                  <a:lnTo>
                    <a:pt x="3670080" y="9062"/>
                  </a:lnTo>
                  <a:lnTo>
                    <a:pt x="3668184" y="9806"/>
                  </a:lnTo>
                  <a:lnTo>
                    <a:pt x="3667839" y="9941"/>
                  </a:lnTo>
                  <a:lnTo>
                    <a:pt x="3667149" y="10211"/>
                  </a:lnTo>
                  <a:lnTo>
                    <a:pt x="3666115" y="10617"/>
                  </a:lnTo>
                  <a:lnTo>
                    <a:pt x="3663874" y="11497"/>
                  </a:lnTo>
                  <a:lnTo>
                    <a:pt x="3663012" y="11835"/>
                  </a:lnTo>
                  <a:lnTo>
                    <a:pt x="3661288" y="12511"/>
                  </a:lnTo>
                  <a:lnTo>
                    <a:pt x="3660770" y="12714"/>
                  </a:lnTo>
                  <a:lnTo>
                    <a:pt x="3660081" y="12985"/>
                  </a:lnTo>
                  <a:lnTo>
                    <a:pt x="3659563" y="13188"/>
                  </a:lnTo>
                  <a:lnTo>
                    <a:pt x="3658529" y="13593"/>
                  </a:lnTo>
                  <a:lnTo>
                    <a:pt x="3657322" y="14067"/>
                  </a:lnTo>
                  <a:lnTo>
                    <a:pt x="3657150" y="14135"/>
                  </a:lnTo>
                  <a:lnTo>
                    <a:pt x="3654908" y="15014"/>
                  </a:lnTo>
                  <a:lnTo>
                    <a:pt x="3654046" y="15352"/>
                  </a:lnTo>
                  <a:lnTo>
                    <a:pt x="3652495" y="15961"/>
                  </a:lnTo>
                  <a:lnTo>
                    <a:pt x="3651633" y="16299"/>
                  </a:lnTo>
                  <a:lnTo>
                    <a:pt x="3651460" y="16367"/>
                  </a:lnTo>
                  <a:lnTo>
                    <a:pt x="3649908" y="16976"/>
                  </a:lnTo>
                  <a:lnTo>
                    <a:pt x="3649219" y="17246"/>
                  </a:lnTo>
                  <a:lnTo>
                    <a:pt x="3648874" y="17382"/>
                  </a:lnTo>
                  <a:lnTo>
                    <a:pt x="3648357" y="17585"/>
                  </a:lnTo>
                  <a:lnTo>
                    <a:pt x="3647322" y="17991"/>
                  </a:lnTo>
                  <a:lnTo>
                    <a:pt x="3646115" y="18464"/>
                  </a:lnTo>
                  <a:lnTo>
                    <a:pt x="3645598" y="18667"/>
                  </a:lnTo>
                  <a:lnTo>
                    <a:pt x="3643702" y="19411"/>
                  </a:lnTo>
                  <a:lnTo>
                    <a:pt x="3643529" y="19479"/>
                  </a:lnTo>
                  <a:lnTo>
                    <a:pt x="3642667" y="19817"/>
                  </a:lnTo>
                  <a:lnTo>
                    <a:pt x="3642150" y="20020"/>
                  </a:lnTo>
                  <a:lnTo>
                    <a:pt x="3641460" y="20291"/>
                  </a:lnTo>
                  <a:lnTo>
                    <a:pt x="3641288" y="20359"/>
                  </a:lnTo>
                  <a:lnTo>
                    <a:pt x="3640943" y="20494"/>
                  </a:lnTo>
                  <a:lnTo>
                    <a:pt x="3639391" y="21103"/>
                  </a:lnTo>
                  <a:lnTo>
                    <a:pt x="3639047" y="21238"/>
                  </a:lnTo>
                  <a:lnTo>
                    <a:pt x="3638529" y="21441"/>
                  </a:lnTo>
                  <a:lnTo>
                    <a:pt x="3634909" y="22862"/>
                  </a:lnTo>
                  <a:lnTo>
                    <a:pt x="3633357" y="23471"/>
                  </a:lnTo>
                  <a:lnTo>
                    <a:pt x="3632495" y="23809"/>
                  </a:lnTo>
                  <a:lnTo>
                    <a:pt x="3628702" y="25298"/>
                  </a:lnTo>
                  <a:lnTo>
                    <a:pt x="3626806" y="26042"/>
                  </a:lnTo>
                  <a:lnTo>
                    <a:pt x="3624392" y="26990"/>
                  </a:lnTo>
                  <a:lnTo>
                    <a:pt x="3624219" y="27057"/>
                  </a:lnTo>
                  <a:lnTo>
                    <a:pt x="3620599" y="28478"/>
                  </a:lnTo>
                  <a:lnTo>
                    <a:pt x="3520774" y="67683"/>
                  </a:lnTo>
                  <a:lnTo>
                    <a:pt x="3513188" y="70664"/>
                  </a:lnTo>
                  <a:lnTo>
                    <a:pt x="3497671" y="76763"/>
                  </a:lnTo>
                  <a:lnTo>
                    <a:pt x="3495774" y="77509"/>
                  </a:lnTo>
                  <a:lnTo>
                    <a:pt x="3495430" y="77644"/>
                  </a:lnTo>
                  <a:lnTo>
                    <a:pt x="3494740" y="77915"/>
                  </a:lnTo>
                  <a:lnTo>
                    <a:pt x="3493705" y="78322"/>
                  </a:lnTo>
                  <a:lnTo>
                    <a:pt x="3491464" y="79203"/>
                  </a:lnTo>
                  <a:lnTo>
                    <a:pt x="3490602" y="79542"/>
                  </a:lnTo>
                  <a:lnTo>
                    <a:pt x="3488878" y="80220"/>
                  </a:lnTo>
                  <a:lnTo>
                    <a:pt x="3488361" y="80423"/>
                  </a:lnTo>
                  <a:lnTo>
                    <a:pt x="3487671" y="80694"/>
                  </a:lnTo>
                  <a:lnTo>
                    <a:pt x="3487154" y="80897"/>
                  </a:lnTo>
                  <a:lnTo>
                    <a:pt x="3486119" y="81304"/>
                  </a:lnTo>
                  <a:lnTo>
                    <a:pt x="3484913" y="81779"/>
                  </a:lnTo>
                  <a:lnTo>
                    <a:pt x="3484740" y="81846"/>
                  </a:lnTo>
                  <a:lnTo>
                    <a:pt x="3482499" y="82727"/>
                  </a:lnTo>
                  <a:lnTo>
                    <a:pt x="3481637" y="83066"/>
                  </a:lnTo>
                  <a:lnTo>
                    <a:pt x="3480085" y="83676"/>
                  </a:lnTo>
                  <a:lnTo>
                    <a:pt x="3479223" y="84015"/>
                  </a:lnTo>
                  <a:lnTo>
                    <a:pt x="3479051" y="84083"/>
                  </a:lnTo>
                  <a:lnTo>
                    <a:pt x="3477499" y="84693"/>
                  </a:lnTo>
                  <a:lnTo>
                    <a:pt x="3476809" y="84964"/>
                  </a:lnTo>
                  <a:lnTo>
                    <a:pt x="3476465" y="85100"/>
                  </a:lnTo>
                  <a:lnTo>
                    <a:pt x="3475947" y="85303"/>
                  </a:lnTo>
                  <a:lnTo>
                    <a:pt x="3474913" y="85710"/>
                  </a:lnTo>
                  <a:lnTo>
                    <a:pt x="3473706" y="86185"/>
                  </a:lnTo>
                  <a:lnTo>
                    <a:pt x="3473189" y="86388"/>
                  </a:lnTo>
                  <a:lnTo>
                    <a:pt x="3471292" y="87134"/>
                  </a:lnTo>
                  <a:lnTo>
                    <a:pt x="3471120" y="87201"/>
                  </a:lnTo>
                  <a:lnTo>
                    <a:pt x="3470258" y="87540"/>
                  </a:lnTo>
                  <a:lnTo>
                    <a:pt x="3469741" y="87744"/>
                  </a:lnTo>
                  <a:lnTo>
                    <a:pt x="3469051" y="88015"/>
                  </a:lnTo>
                  <a:lnTo>
                    <a:pt x="3468879" y="88083"/>
                  </a:lnTo>
                  <a:lnTo>
                    <a:pt x="3468534" y="88218"/>
                  </a:lnTo>
                  <a:lnTo>
                    <a:pt x="3466982" y="88829"/>
                  </a:lnTo>
                  <a:lnTo>
                    <a:pt x="3466637" y="88964"/>
                  </a:lnTo>
                  <a:lnTo>
                    <a:pt x="3466120" y="89168"/>
                  </a:lnTo>
                  <a:lnTo>
                    <a:pt x="3462499" y="90591"/>
                  </a:lnTo>
                  <a:lnTo>
                    <a:pt x="3460948" y="91202"/>
                  </a:lnTo>
                  <a:lnTo>
                    <a:pt x="3460086" y="91541"/>
                  </a:lnTo>
                  <a:lnTo>
                    <a:pt x="3456293" y="93032"/>
                  </a:lnTo>
                  <a:lnTo>
                    <a:pt x="3454396" y="93778"/>
                  </a:lnTo>
                  <a:lnTo>
                    <a:pt x="3451982" y="94727"/>
                  </a:lnTo>
                  <a:lnTo>
                    <a:pt x="3451810" y="94795"/>
                  </a:lnTo>
                  <a:lnTo>
                    <a:pt x="3448189" y="96219"/>
                  </a:lnTo>
                  <a:lnTo>
                    <a:pt x="3348364" y="135509"/>
                  </a:lnTo>
                  <a:lnTo>
                    <a:pt x="3340778" y="138496"/>
                  </a:lnTo>
                  <a:lnTo>
                    <a:pt x="3325261" y="144609"/>
                  </a:lnTo>
                  <a:lnTo>
                    <a:pt x="3323365" y="145356"/>
                  </a:lnTo>
                  <a:lnTo>
                    <a:pt x="3323020" y="145492"/>
                  </a:lnTo>
                  <a:lnTo>
                    <a:pt x="3322330" y="145764"/>
                  </a:lnTo>
                  <a:lnTo>
                    <a:pt x="3321296" y="146171"/>
                  </a:lnTo>
                  <a:lnTo>
                    <a:pt x="3319055" y="147054"/>
                  </a:lnTo>
                  <a:lnTo>
                    <a:pt x="3318193" y="147394"/>
                  </a:lnTo>
                  <a:lnTo>
                    <a:pt x="3316469" y="148073"/>
                  </a:lnTo>
                  <a:lnTo>
                    <a:pt x="3315951" y="148277"/>
                  </a:lnTo>
                  <a:lnTo>
                    <a:pt x="3315262" y="148549"/>
                  </a:lnTo>
                  <a:lnTo>
                    <a:pt x="3314744" y="148753"/>
                  </a:lnTo>
                  <a:lnTo>
                    <a:pt x="3313710" y="149160"/>
                  </a:lnTo>
                  <a:lnTo>
                    <a:pt x="3312503" y="149636"/>
                  </a:lnTo>
                  <a:lnTo>
                    <a:pt x="3312331" y="149704"/>
                  </a:lnTo>
                  <a:lnTo>
                    <a:pt x="3310089" y="150587"/>
                  </a:lnTo>
                  <a:lnTo>
                    <a:pt x="3309227" y="150927"/>
                  </a:lnTo>
                  <a:lnTo>
                    <a:pt x="3307676" y="151538"/>
                  </a:lnTo>
                  <a:lnTo>
                    <a:pt x="3306814" y="151878"/>
                  </a:lnTo>
                  <a:lnTo>
                    <a:pt x="3306641" y="151946"/>
                  </a:lnTo>
                  <a:lnTo>
                    <a:pt x="3305089" y="152557"/>
                  </a:lnTo>
                  <a:lnTo>
                    <a:pt x="3304400" y="152829"/>
                  </a:lnTo>
                  <a:lnTo>
                    <a:pt x="3304055" y="152965"/>
                  </a:lnTo>
                  <a:lnTo>
                    <a:pt x="3303538" y="153169"/>
                  </a:lnTo>
                  <a:lnTo>
                    <a:pt x="3302503" y="153577"/>
                  </a:lnTo>
                  <a:lnTo>
                    <a:pt x="3301296" y="154052"/>
                  </a:lnTo>
                  <a:lnTo>
                    <a:pt x="3300779" y="154256"/>
                  </a:lnTo>
                  <a:lnTo>
                    <a:pt x="3298883" y="155003"/>
                  </a:lnTo>
                  <a:lnTo>
                    <a:pt x="3298710" y="155071"/>
                  </a:lnTo>
                  <a:lnTo>
                    <a:pt x="3297848" y="155411"/>
                  </a:lnTo>
                  <a:lnTo>
                    <a:pt x="3297331" y="155615"/>
                  </a:lnTo>
                  <a:lnTo>
                    <a:pt x="3296641" y="155887"/>
                  </a:lnTo>
                  <a:lnTo>
                    <a:pt x="3296469" y="155955"/>
                  </a:lnTo>
                  <a:lnTo>
                    <a:pt x="3296124" y="156091"/>
                  </a:lnTo>
                  <a:lnTo>
                    <a:pt x="3294573" y="156702"/>
                  </a:lnTo>
                  <a:lnTo>
                    <a:pt x="3294228" y="156838"/>
                  </a:lnTo>
                  <a:lnTo>
                    <a:pt x="3293710" y="157042"/>
                  </a:lnTo>
                  <a:lnTo>
                    <a:pt x="3290090" y="158469"/>
                  </a:lnTo>
                  <a:lnTo>
                    <a:pt x="3288538" y="159081"/>
                  </a:lnTo>
                  <a:lnTo>
                    <a:pt x="3287676" y="159421"/>
                  </a:lnTo>
                  <a:lnTo>
                    <a:pt x="3283883" y="160916"/>
                  </a:lnTo>
                  <a:lnTo>
                    <a:pt x="3281987" y="161663"/>
                  </a:lnTo>
                  <a:lnTo>
                    <a:pt x="3279573" y="162615"/>
                  </a:lnTo>
                  <a:lnTo>
                    <a:pt x="3279400" y="162683"/>
                  </a:lnTo>
                  <a:lnTo>
                    <a:pt x="3275780" y="164110"/>
                  </a:lnTo>
                  <a:lnTo>
                    <a:pt x="3175955" y="203497"/>
                  </a:lnTo>
                  <a:lnTo>
                    <a:pt x="3168369" y="206493"/>
                  </a:lnTo>
                  <a:lnTo>
                    <a:pt x="3152852" y="212621"/>
                  </a:lnTo>
                  <a:lnTo>
                    <a:pt x="3150955" y="213370"/>
                  </a:lnTo>
                  <a:lnTo>
                    <a:pt x="3150611" y="213506"/>
                  </a:lnTo>
                  <a:lnTo>
                    <a:pt x="3149921" y="213779"/>
                  </a:lnTo>
                  <a:lnTo>
                    <a:pt x="3148886" y="214188"/>
                  </a:lnTo>
                  <a:lnTo>
                    <a:pt x="3146645" y="215073"/>
                  </a:lnTo>
                  <a:lnTo>
                    <a:pt x="3145783" y="215414"/>
                  </a:lnTo>
                  <a:lnTo>
                    <a:pt x="3144059" y="216095"/>
                  </a:lnTo>
                  <a:lnTo>
                    <a:pt x="3143542" y="216299"/>
                  </a:lnTo>
                  <a:lnTo>
                    <a:pt x="3142852" y="216571"/>
                  </a:lnTo>
                  <a:lnTo>
                    <a:pt x="3142335" y="216776"/>
                  </a:lnTo>
                  <a:lnTo>
                    <a:pt x="3141300" y="217184"/>
                  </a:lnTo>
                  <a:lnTo>
                    <a:pt x="3140094" y="217661"/>
                  </a:lnTo>
                  <a:lnTo>
                    <a:pt x="3139921" y="217729"/>
                  </a:lnTo>
                  <a:lnTo>
                    <a:pt x="3137680" y="218615"/>
                  </a:lnTo>
                  <a:lnTo>
                    <a:pt x="3136818" y="218956"/>
                  </a:lnTo>
                  <a:lnTo>
                    <a:pt x="3135266" y="219569"/>
                  </a:lnTo>
                  <a:lnTo>
                    <a:pt x="3134404" y="219909"/>
                  </a:lnTo>
                  <a:lnTo>
                    <a:pt x="3134232" y="219977"/>
                  </a:lnTo>
                  <a:lnTo>
                    <a:pt x="3132680" y="220591"/>
                  </a:lnTo>
                  <a:lnTo>
                    <a:pt x="3131990" y="220863"/>
                  </a:lnTo>
                  <a:lnTo>
                    <a:pt x="3131646" y="220999"/>
                  </a:lnTo>
                  <a:lnTo>
                    <a:pt x="3131128" y="221204"/>
                  </a:lnTo>
                  <a:lnTo>
                    <a:pt x="3130094" y="221612"/>
                  </a:lnTo>
                  <a:lnTo>
                    <a:pt x="3128887" y="222089"/>
                  </a:lnTo>
                  <a:lnTo>
                    <a:pt x="3128370" y="222294"/>
                  </a:lnTo>
                  <a:lnTo>
                    <a:pt x="3126473" y="223043"/>
                  </a:lnTo>
                  <a:lnTo>
                    <a:pt x="3126301" y="223111"/>
                  </a:lnTo>
                  <a:lnTo>
                    <a:pt x="3125439" y="223452"/>
                  </a:lnTo>
                  <a:lnTo>
                    <a:pt x="3124922" y="223656"/>
                  </a:lnTo>
                  <a:lnTo>
                    <a:pt x="3124232" y="223929"/>
                  </a:lnTo>
                  <a:lnTo>
                    <a:pt x="3124060" y="223997"/>
                  </a:lnTo>
                  <a:lnTo>
                    <a:pt x="3123715" y="224133"/>
                  </a:lnTo>
                  <a:lnTo>
                    <a:pt x="3122163" y="224747"/>
                  </a:lnTo>
                  <a:lnTo>
                    <a:pt x="3121818" y="224883"/>
                  </a:lnTo>
                  <a:lnTo>
                    <a:pt x="3121301" y="225087"/>
                  </a:lnTo>
                  <a:lnTo>
                    <a:pt x="3117680" y="226518"/>
                  </a:lnTo>
                  <a:lnTo>
                    <a:pt x="3116129" y="227132"/>
                  </a:lnTo>
                  <a:lnTo>
                    <a:pt x="3115267" y="227472"/>
                  </a:lnTo>
                  <a:lnTo>
                    <a:pt x="3111474" y="228972"/>
                  </a:lnTo>
                  <a:lnTo>
                    <a:pt x="3109577" y="229721"/>
                  </a:lnTo>
                  <a:lnTo>
                    <a:pt x="3107163" y="230675"/>
                  </a:lnTo>
                  <a:lnTo>
                    <a:pt x="3106991" y="230743"/>
                  </a:lnTo>
                  <a:lnTo>
                    <a:pt x="3103370" y="232175"/>
                  </a:lnTo>
                  <a:lnTo>
                    <a:pt x="3003545" y="271673"/>
                  </a:lnTo>
                  <a:lnTo>
                    <a:pt x="2995959" y="274678"/>
                  </a:lnTo>
                  <a:lnTo>
                    <a:pt x="2980442" y="280825"/>
                  </a:lnTo>
                  <a:lnTo>
                    <a:pt x="2978546" y="281576"/>
                  </a:lnTo>
                  <a:lnTo>
                    <a:pt x="2978201" y="281713"/>
                  </a:lnTo>
                  <a:lnTo>
                    <a:pt x="2977511" y="281986"/>
                  </a:lnTo>
                  <a:lnTo>
                    <a:pt x="2976477" y="282396"/>
                  </a:lnTo>
                  <a:lnTo>
                    <a:pt x="2974236" y="283284"/>
                  </a:lnTo>
                  <a:lnTo>
                    <a:pt x="2973374" y="283626"/>
                  </a:lnTo>
                  <a:lnTo>
                    <a:pt x="2971650" y="284309"/>
                  </a:lnTo>
                  <a:lnTo>
                    <a:pt x="2971132" y="284514"/>
                  </a:lnTo>
                  <a:lnTo>
                    <a:pt x="2970443" y="284787"/>
                  </a:lnTo>
                  <a:lnTo>
                    <a:pt x="2969925" y="284992"/>
                  </a:lnTo>
                  <a:lnTo>
                    <a:pt x="2968891" y="285402"/>
                  </a:lnTo>
                  <a:lnTo>
                    <a:pt x="2967684" y="285880"/>
                  </a:lnTo>
                  <a:lnTo>
                    <a:pt x="2967512" y="285949"/>
                  </a:lnTo>
                  <a:lnTo>
                    <a:pt x="2965270" y="286837"/>
                  </a:lnTo>
                  <a:lnTo>
                    <a:pt x="2964408" y="287179"/>
                  </a:lnTo>
                  <a:lnTo>
                    <a:pt x="2962857" y="287794"/>
                  </a:lnTo>
                  <a:lnTo>
                    <a:pt x="2961995" y="288135"/>
                  </a:lnTo>
                  <a:lnTo>
                    <a:pt x="2961822" y="288204"/>
                  </a:lnTo>
                  <a:lnTo>
                    <a:pt x="2960271" y="288819"/>
                  </a:lnTo>
                  <a:lnTo>
                    <a:pt x="2959581" y="289092"/>
                  </a:lnTo>
                  <a:lnTo>
                    <a:pt x="2959236" y="289229"/>
                  </a:lnTo>
                  <a:lnTo>
                    <a:pt x="2958719" y="289434"/>
                  </a:lnTo>
                  <a:lnTo>
                    <a:pt x="2957684" y="289844"/>
                  </a:lnTo>
                  <a:lnTo>
                    <a:pt x="2956477" y="290322"/>
                  </a:lnTo>
                  <a:lnTo>
                    <a:pt x="2955960" y="290527"/>
                  </a:lnTo>
                  <a:lnTo>
                    <a:pt x="2954064" y="291279"/>
                  </a:lnTo>
                  <a:lnTo>
                    <a:pt x="2953891" y="291347"/>
                  </a:lnTo>
                  <a:lnTo>
                    <a:pt x="2953029" y="291689"/>
                  </a:lnTo>
                  <a:lnTo>
                    <a:pt x="2952512" y="291894"/>
                  </a:lnTo>
                  <a:lnTo>
                    <a:pt x="2951822" y="292167"/>
                  </a:lnTo>
                  <a:lnTo>
                    <a:pt x="2951650" y="292236"/>
                  </a:lnTo>
                  <a:lnTo>
                    <a:pt x="2951305" y="292372"/>
                  </a:lnTo>
                  <a:lnTo>
                    <a:pt x="2949754" y="292987"/>
                  </a:lnTo>
                  <a:lnTo>
                    <a:pt x="2949409" y="293124"/>
                  </a:lnTo>
                  <a:lnTo>
                    <a:pt x="2948891" y="293329"/>
                  </a:lnTo>
                  <a:lnTo>
                    <a:pt x="2945271" y="294765"/>
                  </a:lnTo>
                  <a:lnTo>
                    <a:pt x="2943719" y="295380"/>
                  </a:lnTo>
                  <a:lnTo>
                    <a:pt x="2942857" y="295722"/>
                  </a:lnTo>
                  <a:lnTo>
                    <a:pt x="2939064" y="297225"/>
                  </a:lnTo>
                  <a:lnTo>
                    <a:pt x="2937168" y="297977"/>
                  </a:lnTo>
                  <a:lnTo>
                    <a:pt x="2934754" y="298935"/>
                  </a:lnTo>
                  <a:lnTo>
                    <a:pt x="2934581" y="299003"/>
                  </a:lnTo>
                  <a:lnTo>
                    <a:pt x="2930961" y="300439"/>
                  </a:lnTo>
                  <a:lnTo>
                    <a:pt x="2831136" y="340067"/>
                  </a:lnTo>
                  <a:lnTo>
                    <a:pt x="2823550" y="343081"/>
                  </a:lnTo>
                  <a:lnTo>
                    <a:pt x="2808033" y="349250"/>
                  </a:lnTo>
                  <a:lnTo>
                    <a:pt x="2806136" y="350004"/>
                  </a:lnTo>
                  <a:lnTo>
                    <a:pt x="2805792" y="350141"/>
                  </a:lnTo>
                  <a:lnTo>
                    <a:pt x="2805102" y="350415"/>
                  </a:lnTo>
                  <a:lnTo>
                    <a:pt x="2804068" y="350826"/>
                  </a:lnTo>
                  <a:lnTo>
                    <a:pt x="2801826" y="351717"/>
                  </a:lnTo>
                  <a:lnTo>
                    <a:pt x="2800964" y="352060"/>
                  </a:lnTo>
                  <a:lnTo>
                    <a:pt x="2799240" y="352746"/>
                  </a:lnTo>
                  <a:lnTo>
                    <a:pt x="2798723" y="352951"/>
                  </a:lnTo>
                  <a:lnTo>
                    <a:pt x="2798033" y="353226"/>
                  </a:lnTo>
                  <a:lnTo>
                    <a:pt x="2797516" y="353431"/>
                  </a:lnTo>
                  <a:lnTo>
                    <a:pt x="2796481" y="353843"/>
                  </a:lnTo>
                  <a:lnTo>
                    <a:pt x="2795275" y="354323"/>
                  </a:lnTo>
                  <a:lnTo>
                    <a:pt x="2795102" y="354391"/>
                  </a:lnTo>
                  <a:lnTo>
                    <a:pt x="2792861" y="355283"/>
                  </a:lnTo>
                  <a:lnTo>
                    <a:pt x="2791999" y="355625"/>
                  </a:lnTo>
                  <a:lnTo>
                    <a:pt x="2790447" y="356243"/>
                  </a:lnTo>
                  <a:lnTo>
                    <a:pt x="2789585" y="356585"/>
                  </a:lnTo>
                  <a:lnTo>
                    <a:pt x="2789413" y="356654"/>
                  </a:lnTo>
                  <a:lnTo>
                    <a:pt x="2787861" y="357271"/>
                  </a:lnTo>
                  <a:lnTo>
                    <a:pt x="2787171" y="357545"/>
                  </a:lnTo>
                  <a:lnTo>
                    <a:pt x="2786827" y="357683"/>
                  </a:lnTo>
                  <a:lnTo>
                    <a:pt x="2786309" y="357888"/>
                  </a:lnTo>
                  <a:lnTo>
                    <a:pt x="2785275" y="358300"/>
                  </a:lnTo>
                  <a:lnTo>
                    <a:pt x="2784068" y="358780"/>
                  </a:lnTo>
                  <a:lnTo>
                    <a:pt x="2783551" y="358986"/>
                  </a:lnTo>
                  <a:lnTo>
                    <a:pt x="2781654" y="359740"/>
                  </a:lnTo>
                  <a:lnTo>
                    <a:pt x="2781482" y="359809"/>
                  </a:lnTo>
                  <a:lnTo>
                    <a:pt x="2780620" y="360152"/>
                  </a:lnTo>
                  <a:lnTo>
                    <a:pt x="2780103" y="360357"/>
                  </a:lnTo>
                  <a:lnTo>
                    <a:pt x="2779413" y="360632"/>
                  </a:lnTo>
                  <a:lnTo>
                    <a:pt x="2779241" y="360700"/>
                  </a:lnTo>
                  <a:lnTo>
                    <a:pt x="2778896" y="360837"/>
                  </a:lnTo>
                  <a:lnTo>
                    <a:pt x="2777344" y="361455"/>
                  </a:lnTo>
                  <a:lnTo>
                    <a:pt x="2776999" y="361592"/>
                  </a:lnTo>
                  <a:lnTo>
                    <a:pt x="2776482" y="361798"/>
                  </a:lnTo>
                  <a:lnTo>
                    <a:pt x="2772861" y="363238"/>
                  </a:lnTo>
                  <a:lnTo>
                    <a:pt x="2771310" y="363856"/>
                  </a:lnTo>
                  <a:lnTo>
                    <a:pt x="2770448" y="364199"/>
                  </a:lnTo>
                  <a:lnTo>
                    <a:pt x="2766655" y="365708"/>
                  </a:lnTo>
                  <a:lnTo>
                    <a:pt x="2764758" y="366463"/>
                  </a:lnTo>
                  <a:lnTo>
                    <a:pt x="2762344" y="367423"/>
                  </a:lnTo>
                  <a:lnTo>
                    <a:pt x="2762172" y="367492"/>
                  </a:lnTo>
                  <a:lnTo>
                    <a:pt x="2758551" y="368933"/>
                  </a:lnTo>
                  <a:lnTo>
                    <a:pt x="2658726" y="408709"/>
                  </a:lnTo>
                  <a:lnTo>
                    <a:pt x="2651140" y="411736"/>
                  </a:lnTo>
                  <a:lnTo>
                    <a:pt x="2635623" y="417928"/>
                  </a:lnTo>
                  <a:lnTo>
                    <a:pt x="2633727" y="418685"/>
                  </a:lnTo>
                  <a:lnTo>
                    <a:pt x="2633382" y="418823"/>
                  </a:lnTo>
                  <a:lnTo>
                    <a:pt x="2632692" y="419098"/>
                  </a:lnTo>
                  <a:lnTo>
                    <a:pt x="2631658" y="419511"/>
                  </a:lnTo>
                  <a:lnTo>
                    <a:pt x="2629417" y="420406"/>
                  </a:lnTo>
                  <a:lnTo>
                    <a:pt x="2628555" y="420750"/>
                  </a:lnTo>
                  <a:lnTo>
                    <a:pt x="2626831" y="421438"/>
                  </a:lnTo>
                  <a:lnTo>
                    <a:pt x="2626313" y="421645"/>
                  </a:lnTo>
                  <a:lnTo>
                    <a:pt x="2625624" y="421920"/>
                  </a:lnTo>
                  <a:lnTo>
                    <a:pt x="2625106" y="422127"/>
                  </a:lnTo>
                  <a:lnTo>
                    <a:pt x="2624072" y="422540"/>
                  </a:lnTo>
                  <a:lnTo>
                    <a:pt x="2622865" y="423021"/>
                  </a:lnTo>
                  <a:lnTo>
                    <a:pt x="2622693" y="423090"/>
                  </a:lnTo>
                  <a:lnTo>
                    <a:pt x="2620451" y="423985"/>
                  </a:lnTo>
                  <a:lnTo>
                    <a:pt x="2619589" y="424329"/>
                  </a:lnTo>
                  <a:lnTo>
                    <a:pt x="2618038" y="424949"/>
                  </a:lnTo>
                  <a:lnTo>
                    <a:pt x="2617176" y="425293"/>
                  </a:lnTo>
                  <a:lnTo>
                    <a:pt x="2617003" y="425362"/>
                  </a:lnTo>
                  <a:lnTo>
                    <a:pt x="2615452" y="425982"/>
                  </a:lnTo>
                  <a:lnTo>
                    <a:pt x="2614762" y="426257"/>
                  </a:lnTo>
                  <a:lnTo>
                    <a:pt x="2614417" y="426395"/>
                  </a:lnTo>
                  <a:lnTo>
                    <a:pt x="2613900" y="426601"/>
                  </a:lnTo>
                  <a:lnTo>
                    <a:pt x="2612865" y="427015"/>
                  </a:lnTo>
                  <a:lnTo>
                    <a:pt x="2611659" y="427497"/>
                  </a:lnTo>
                  <a:lnTo>
                    <a:pt x="2611141" y="427703"/>
                  </a:lnTo>
                  <a:lnTo>
                    <a:pt x="2609245" y="428461"/>
                  </a:lnTo>
                  <a:lnTo>
                    <a:pt x="2609072" y="428529"/>
                  </a:lnTo>
                  <a:lnTo>
                    <a:pt x="2608210" y="428874"/>
                  </a:lnTo>
                  <a:lnTo>
                    <a:pt x="2607693" y="429080"/>
                  </a:lnTo>
                  <a:lnTo>
                    <a:pt x="2607003" y="429356"/>
                  </a:lnTo>
                  <a:lnTo>
                    <a:pt x="2606831" y="429425"/>
                  </a:lnTo>
                  <a:lnTo>
                    <a:pt x="2606486" y="429562"/>
                  </a:lnTo>
                  <a:lnTo>
                    <a:pt x="2604935" y="430182"/>
                  </a:lnTo>
                  <a:lnTo>
                    <a:pt x="2604590" y="430320"/>
                  </a:lnTo>
                  <a:lnTo>
                    <a:pt x="2604072" y="430527"/>
                  </a:lnTo>
                  <a:lnTo>
                    <a:pt x="2600452" y="431973"/>
                  </a:lnTo>
                  <a:lnTo>
                    <a:pt x="2598900" y="432593"/>
                  </a:lnTo>
                  <a:lnTo>
                    <a:pt x="2598038" y="432937"/>
                  </a:lnTo>
                  <a:lnTo>
                    <a:pt x="2594245" y="434453"/>
                  </a:lnTo>
                  <a:lnTo>
                    <a:pt x="2592349" y="435211"/>
                  </a:lnTo>
                  <a:lnTo>
                    <a:pt x="2589935" y="436175"/>
                  </a:lnTo>
                  <a:lnTo>
                    <a:pt x="2589763" y="436244"/>
                  </a:lnTo>
                  <a:lnTo>
                    <a:pt x="2586142" y="437691"/>
                  </a:lnTo>
                  <a:lnTo>
                    <a:pt x="2486317" y="477637"/>
                  </a:lnTo>
                  <a:lnTo>
                    <a:pt x="2478731" y="480677"/>
                  </a:lnTo>
                  <a:lnTo>
                    <a:pt x="2463214" y="486898"/>
                  </a:lnTo>
                  <a:lnTo>
                    <a:pt x="2461317" y="487658"/>
                  </a:lnTo>
                  <a:lnTo>
                    <a:pt x="2460973" y="487796"/>
                  </a:lnTo>
                  <a:lnTo>
                    <a:pt x="2460283" y="488073"/>
                  </a:lnTo>
                  <a:lnTo>
                    <a:pt x="2459249" y="488488"/>
                  </a:lnTo>
                  <a:lnTo>
                    <a:pt x="2457007" y="489386"/>
                  </a:lnTo>
                  <a:lnTo>
                    <a:pt x="2456145" y="489732"/>
                  </a:lnTo>
                  <a:lnTo>
                    <a:pt x="2454421" y="490424"/>
                  </a:lnTo>
                  <a:lnTo>
                    <a:pt x="2453904" y="490631"/>
                  </a:lnTo>
                  <a:lnTo>
                    <a:pt x="2453214" y="490908"/>
                  </a:lnTo>
                  <a:lnTo>
                    <a:pt x="2452697" y="491115"/>
                  </a:lnTo>
                  <a:lnTo>
                    <a:pt x="2451662" y="491530"/>
                  </a:lnTo>
                  <a:lnTo>
                    <a:pt x="2450456" y="492014"/>
                  </a:lnTo>
                  <a:lnTo>
                    <a:pt x="2450283" y="492083"/>
                  </a:lnTo>
                  <a:lnTo>
                    <a:pt x="2448042" y="492982"/>
                  </a:lnTo>
                  <a:lnTo>
                    <a:pt x="2447180" y="493328"/>
                  </a:lnTo>
                  <a:lnTo>
                    <a:pt x="2445628" y="493950"/>
                  </a:lnTo>
                  <a:lnTo>
                    <a:pt x="2444766" y="494296"/>
                  </a:lnTo>
                  <a:lnTo>
                    <a:pt x="2444594" y="494365"/>
                  </a:lnTo>
                  <a:lnTo>
                    <a:pt x="2443042" y="494988"/>
                  </a:lnTo>
                  <a:lnTo>
                    <a:pt x="2442352" y="495264"/>
                  </a:lnTo>
                  <a:lnTo>
                    <a:pt x="2442008" y="495403"/>
                  </a:lnTo>
                  <a:lnTo>
                    <a:pt x="2441490" y="495610"/>
                  </a:lnTo>
                  <a:lnTo>
                    <a:pt x="2440456" y="496025"/>
                  </a:lnTo>
                  <a:lnTo>
                    <a:pt x="2439249" y="496510"/>
                  </a:lnTo>
                  <a:lnTo>
                    <a:pt x="2438732" y="496717"/>
                  </a:lnTo>
                  <a:lnTo>
                    <a:pt x="2436835" y="497478"/>
                  </a:lnTo>
                  <a:lnTo>
                    <a:pt x="2436663" y="497547"/>
                  </a:lnTo>
                  <a:lnTo>
                    <a:pt x="2435801" y="497893"/>
                  </a:lnTo>
                  <a:lnTo>
                    <a:pt x="2435284" y="498101"/>
                  </a:lnTo>
                  <a:lnTo>
                    <a:pt x="2434594" y="498377"/>
                  </a:lnTo>
                  <a:lnTo>
                    <a:pt x="2434422" y="498447"/>
                  </a:lnTo>
                  <a:lnTo>
                    <a:pt x="2434077" y="498585"/>
                  </a:lnTo>
                  <a:lnTo>
                    <a:pt x="2432525" y="499208"/>
                  </a:lnTo>
                  <a:lnTo>
                    <a:pt x="2432180" y="499346"/>
                  </a:lnTo>
                  <a:lnTo>
                    <a:pt x="2431663" y="499554"/>
                  </a:lnTo>
                  <a:lnTo>
                    <a:pt x="2428042" y="501007"/>
                  </a:lnTo>
                  <a:lnTo>
                    <a:pt x="2426491" y="501629"/>
                  </a:lnTo>
                  <a:lnTo>
                    <a:pt x="2425629" y="501975"/>
                  </a:lnTo>
                  <a:lnTo>
                    <a:pt x="2421836" y="503498"/>
                  </a:lnTo>
                  <a:lnTo>
                    <a:pt x="2419939" y="504259"/>
                  </a:lnTo>
                  <a:lnTo>
                    <a:pt x="2417525" y="505228"/>
                  </a:lnTo>
                  <a:lnTo>
                    <a:pt x="2417353" y="505297"/>
                  </a:lnTo>
                  <a:lnTo>
                    <a:pt x="2413732" y="506751"/>
                  </a:lnTo>
                  <a:lnTo>
                    <a:pt x="2313907" y="546891"/>
                  </a:lnTo>
                  <a:lnTo>
                    <a:pt x="2306321" y="549946"/>
                  </a:lnTo>
                  <a:lnTo>
                    <a:pt x="2290804" y="556198"/>
                  </a:lnTo>
                  <a:lnTo>
                    <a:pt x="2288908" y="556962"/>
                  </a:lnTo>
                  <a:lnTo>
                    <a:pt x="2288563" y="557101"/>
                  </a:lnTo>
                  <a:lnTo>
                    <a:pt x="2287873" y="557379"/>
                  </a:lnTo>
                  <a:lnTo>
                    <a:pt x="2286839" y="557796"/>
                  </a:lnTo>
                  <a:lnTo>
                    <a:pt x="2284598" y="558699"/>
                  </a:lnTo>
                  <a:lnTo>
                    <a:pt x="2283736" y="559047"/>
                  </a:lnTo>
                  <a:lnTo>
                    <a:pt x="2282012" y="559742"/>
                  </a:lnTo>
                  <a:lnTo>
                    <a:pt x="2281494" y="559950"/>
                  </a:lnTo>
                  <a:lnTo>
                    <a:pt x="2280805" y="560228"/>
                  </a:lnTo>
                  <a:lnTo>
                    <a:pt x="2280287" y="560437"/>
                  </a:lnTo>
                  <a:lnTo>
                    <a:pt x="2279253" y="560854"/>
                  </a:lnTo>
                  <a:lnTo>
                    <a:pt x="2278046" y="561340"/>
                  </a:lnTo>
                  <a:lnTo>
                    <a:pt x="2277874" y="561410"/>
                  </a:lnTo>
                  <a:lnTo>
                    <a:pt x="2275632" y="562314"/>
                  </a:lnTo>
                  <a:lnTo>
                    <a:pt x="2274770" y="562661"/>
                  </a:lnTo>
                  <a:lnTo>
                    <a:pt x="2273219" y="563287"/>
                  </a:lnTo>
                  <a:lnTo>
                    <a:pt x="2272357" y="563634"/>
                  </a:lnTo>
                  <a:lnTo>
                    <a:pt x="2272184" y="563704"/>
                  </a:lnTo>
                  <a:lnTo>
                    <a:pt x="2270633" y="564330"/>
                  </a:lnTo>
                  <a:lnTo>
                    <a:pt x="2269943" y="564608"/>
                  </a:lnTo>
                  <a:lnTo>
                    <a:pt x="2269598" y="564747"/>
                  </a:lnTo>
                  <a:lnTo>
                    <a:pt x="2269081" y="564955"/>
                  </a:lnTo>
                  <a:lnTo>
                    <a:pt x="2268046" y="565373"/>
                  </a:lnTo>
                  <a:lnTo>
                    <a:pt x="2266840" y="565859"/>
                  </a:lnTo>
                  <a:lnTo>
                    <a:pt x="2266322" y="566068"/>
                  </a:lnTo>
                  <a:lnTo>
                    <a:pt x="2264426" y="566833"/>
                  </a:lnTo>
                  <a:lnTo>
                    <a:pt x="2264253" y="566902"/>
                  </a:lnTo>
                  <a:lnTo>
                    <a:pt x="2263391" y="567250"/>
                  </a:lnTo>
                  <a:lnTo>
                    <a:pt x="2262874" y="567459"/>
                  </a:lnTo>
                  <a:lnTo>
                    <a:pt x="2262184" y="567737"/>
                  </a:lnTo>
                  <a:lnTo>
                    <a:pt x="2262012" y="567806"/>
                  </a:lnTo>
                  <a:lnTo>
                    <a:pt x="2261667" y="567945"/>
                  </a:lnTo>
                  <a:lnTo>
                    <a:pt x="2260116" y="568571"/>
                  </a:lnTo>
                  <a:lnTo>
                    <a:pt x="2259771" y="568710"/>
                  </a:lnTo>
                  <a:lnTo>
                    <a:pt x="2259254" y="568919"/>
                  </a:lnTo>
                  <a:lnTo>
                    <a:pt x="2255633" y="570380"/>
                  </a:lnTo>
                  <a:lnTo>
                    <a:pt x="2254081" y="571006"/>
                  </a:lnTo>
                  <a:lnTo>
                    <a:pt x="2253219" y="571353"/>
                  </a:lnTo>
                  <a:lnTo>
                    <a:pt x="2249426" y="572884"/>
                  </a:lnTo>
                  <a:lnTo>
                    <a:pt x="2247530" y="573649"/>
                  </a:lnTo>
                  <a:lnTo>
                    <a:pt x="2245116" y="574623"/>
                  </a:lnTo>
                  <a:lnTo>
                    <a:pt x="2244944" y="574693"/>
                  </a:lnTo>
                  <a:lnTo>
                    <a:pt x="2241323" y="576154"/>
                  </a:lnTo>
                  <a:lnTo>
                    <a:pt x="2141498" y="616512"/>
                  </a:lnTo>
                  <a:lnTo>
                    <a:pt x="2133912" y="619584"/>
                  </a:lnTo>
                  <a:lnTo>
                    <a:pt x="2118395" y="625871"/>
                  </a:lnTo>
                  <a:lnTo>
                    <a:pt x="2116498" y="626640"/>
                  </a:lnTo>
                  <a:lnTo>
                    <a:pt x="2116154" y="626780"/>
                  </a:lnTo>
                  <a:lnTo>
                    <a:pt x="2115464" y="627059"/>
                  </a:lnTo>
                  <a:lnTo>
                    <a:pt x="2114430" y="627478"/>
                  </a:lnTo>
                  <a:lnTo>
                    <a:pt x="2112188" y="628387"/>
                  </a:lnTo>
                  <a:lnTo>
                    <a:pt x="2111326" y="628736"/>
                  </a:lnTo>
                  <a:lnTo>
                    <a:pt x="2109602" y="629435"/>
                  </a:lnTo>
                  <a:lnTo>
                    <a:pt x="2109085" y="629645"/>
                  </a:lnTo>
                  <a:lnTo>
                    <a:pt x="2108395" y="629925"/>
                  </a:lnTo>
                  <a:lnTo>
                    <a:pt x="2107878" y="630134"/>
                  </a:lnTo>
                  <a:lnTo>
                    <a:pt x="2106844" y="630554"/>
                  </a:lnTo>
                  <a:lnTo>
                    <a:pt x="2105637" y="631043"/>
                  </a:lnTo>
                  <a:lnTo>
                    <a:pt x="2105464" y="631113"/>
                  </a:lnTo>
                  <a:lnTo>
                    <a:pt x="2103223" y="632022"/>
                  </a:lnTo>
                  <a:lnTo>
                    <a:pt x="2102361" y="632371"/>
                  </a:lnTo>
                  <a:lnTo>
                    <a:pt x="2100809" y="633000"/>
                  </a:lnTo>
                  <a:lnTo>
                    <a:pt x="2099947" y="633350"/>
                  </a:lnTo>
                  <a:lnTo>
                    <a:pt x="2099775" y="633420"/>
                  </a:lnTo>
                  <a:lnTo>
                    <a:pt x="2098223" y="634049"/>
                  </a:lnTo>
                  <a:lnTo>
                    <a:pt x="2097533" y="634329"/>
                  </a:lnTo>
                  <a:lnTo>
                    <a:pt x="2097189" y="634469"/>
                  </a:lnTo>
                  <a:lnTo>
                    <a:pt x="2096671" y="634679"/>
                  </a:lnTo>
                  <a:lnTo>
                    <a:pt x="2095637" y="635098"/>
                  </a:lnTo>
                  <a:lnTo>
                    <a:pt x="2094430" y="635588"/>
                  </a:lnTo>
                  <a:lnTo>
                    <a:pt x="2093913" y="635797"/>
                  </a:lnTo>
                  <a:lnTo>
                    <a:pt x="2092016" y="636567"/>
                  </a:lnTo>
                  <a:lnTo>
                    <a:pt x="2091844" y="636637"/>
                  </a:lnTo>
                  <a:lnTo>
                    <a:pt x="2090982" y="636986"/>
                  </a:lnTo>
                  <a:lnTo>
                    <a:pt x="2090465" y="637196"/>
                  </a:lnTo>
                  <a:lnTo>
                    <a:pt x="2089775" y="637476"/>
                  </a:lnTo>
                  <a:lnTo>
                    <a:pt x="2089603" y="637546"/>
                  </a:lnTo>
                  <a:lnTo>
                    <a:pt x="2089258" y="637686"/>
                  </a:lnTo>
                  <a:lnTo>
                    <a:pt x="2087706" y="638315"/>
                  </a:lnTo>
                  <a:lnTo>
                    <a:pt x="2087361" y="638455"/>
                  </a:lnTo>
                  <a:lnTo>
                    <a:pt x="2086844" y="638665"/>
                  </a:lnTo>
                  <a:lnTo>
                    <a:pt x="2083223" y="640134"/>
                  </a:lnTo>
                  <a:lnTo>
                    <a:pt x="2081672" y="640764"/>
                  </a:lnTo>
                  <a:lnTo>
                    <a:pt x="2080810" y="641114"/>
                  </a:lnTo>
                  <a:lnTo>
                    <a:pt x="2077017" y="642653"/>
                  </a:lnTo>
                  <a:lnTo>
                    <a:pt x="2075120" y="643423"/>
                  </a:lnTo>
                  <a:lnTo>
                    <a:pt x="2072706" y="644402"/>
                  </a:lnTo>
                  <a:lnTo>
                    <a:pt x="2072534" y="644472"/>
                  </a:lnTo>
                  <a:lnTo>
                    <a:pt x="2068913" y="645942"/>
                  </a:lnTo>
                  <a:lnTo>
                    <a:pt x="1969088" y="686542"/>
                  </a:lnTo>
                  <a:lnTo>
                    <a:pt x="1961502" y="689633"/>
                  </a:lnTo>
                  <a:lnTo>
                    <a:pt x="1945985" y="695959"/>
                  </a:lnTo>
                  <a:lnTo>
                    <a:pt x="1944089" y="696733"/>
                  </a:lnTo>
                  <a:lnTo>
                    <a:pt x="1943744" y="696873"/>
                  </a:lnTo>
                  <a:lnTo>
                    <a:pt x="1943054" y="697154"/>
                  </a:lnTo>
                  <a:lnTo>
                    <a:pt x="1942020" y="697576"/>
                  </a:lnTo>
                  <a:lnTo>
                    <a:pt x="1939779" y="698491"/>
                  </a:lnTo>
                  <a:lnTo>
                    <a:pt x="1938917" y="698842"/>
                  </a:lnTo>
                  <a:lnTo>
                    <a:pt x="1937193" y="699545"/>
                  </a:lnTo>
                  <a:lnTo>
                    <a:pt x="1936675" y="699756"/>
                  </a:lnTo>
                  <a:lnTo>
                    <a:pt x="1935986" y="700038"/>
                  </a:lnTo>
                  <a:lnTo>
                    <a:pt x="1935468" y="700249"/>
                  </a:lnTo>
                  <a:lnTo>
                    <a:pt x="1934434" y="700671"/>
                  </a:lnTo>
                  <a:lnTo>
                    <a:pt x="1933227" y="701163"/>
                  </a:lnTo>
                  <a:lnTo>
                    <a:pt x="1933055" y="701234"/>
                  </a:lnTo>
                  <a:lnTo>
                    <a:pt x="1930813" y="702148"/>
                  </a:lnTo>
                  <a:lnTo>
                    <a:pt x="1929951" y="702500"/>
                  </a:lnTo>
                  <a:lnTo>
                    <a:pt x="1928400" y="703133"/>
                  </a:lnTo>
                  <a:lnTo>
                    <a:pt x="1927538" y="703485"/>
                  </a:lnTo>
                  <a:lnTo>
                    <a:pt x="1927365" y="703555"/>
                  </a:lnTo>
                  <a:lnTo>
                    <a:pt x="1925814" y="704188"/>
                  </a:lnTo>
                  <a:lnTo>
                    <a:pt x="1925124" y="704470"/>
                  </a:lnTo>
                  <a:lnTo>
                    <a:pt x="1924779" y="704611"/>
                  </a:lnTo>
                  <a:lnTo>
                    <a:pt x="1924262" y="704822"/>
                  </a:lnTo>
                  <a:lnTo>
                    <a:pt x="1923227" y="705244"/>
                  </a:lnTo>
                  <a:lnTo>
                    <a:pt x="1922021" y="705736"/>
                  </a:lnTo>
                  <a:lnTo>
                    <a:pt x="1921503" y="705948"/>
                  </a:lnTo>
                  <a:lnTo>
                    <a:pt x="1919607" y="706722"/>
                  </a:lnTo>
                  <a:lnTo>
                    <a:pt x="1919434" y="706792"/>
                  </a:lnTo>
                  <a:lnTo>
                    <a:pt x="1918572" y="707144"/>
                  </a:lnTo>
                  <a:lnTo>
                    <a:pt x="1918055" y="707355"/>
                  </a:lnTo>
                  <a:lnTo>
                    <a:pt x="1917365" y="707637"/>
                  </a:lnTo>
                  <a:lnTo>
                    <a:pt x="1917193" y="707707"/>
                  </a:lnTo>
                  <a:lnTo>
                    <a:pt x="1916848" y="707848"/>
                  </a:lnTo>
                  <a:lnTo>
                    <a:pt x="1915297" y="708481"/>
                  </a:lnTo>
                  <a:lnTo>
                    <a:pt x="1914952" y="708622"/>
                  </a:lnTo>
                  <a:lnTo>
                    <a:pt x="1914435" y="708833"/>
                  </a:lnTo>
                  <a:lnTo>
                    <a:pt x="1910814" y="710312"/>
                  </a:lnTo>
                  <a:lnTo>
                    <a:pt x="1909262" y="710945"/>
                  </a:lnTo>
                  <a:lnTo>
                    <a:pt x="1908400" y="711297"/>
                  </a:lnTo>
                  <a:lnTo>
                    <a:pt x="1904607" y="712846"/>
                  </a:lnTo>
                  <a:lnTo>
                    <a:pt x="1902711" y="713621"/>
                  </a:lnTo>
                  <a:lnTo>
                    <a:pt x="1900297" y="714607"/>
                  </a:lnTo>
                  <a:lnTo>
                    <a:pt x="1900125" y="714677"/>
                  </a:lnTo>
                  <a:lnTo>
                    <a:pt x="1896504" y="716157"/>
                  </a:lnTo>
                  <a:lnTo>
                    <a:pt x="1796679" y="757020"/>
                  </a:lnTo>
                  <a:lnTo>
                    <a:pt x="1789093" y="760132"/>
                  </a:lnTo>
                  <a:lnTo>
                    <a:pt x="1773576" y="766501"/>
                  </a:lnTo>
                  <a:lnTo>
                    <a:pt x="1771679" y="767279"/>
                  </a:lnTo>
                  <a:lnTo>
                    <a:pt x="1771335" y="767421"/>
                  </a:lnTo>
                  <a:lnTo>
                    <a:pt x="1770645" y="767704"/>
                  </a:lnTo>
                  <a:lnTo>
                    <a:pt x="1769611" y="768129"/>
                  </a:lnTo>
                  <a:lnTo>
                    <a:pt x="1767369" y="769049"/>
                  </a:lnTo>
                  <a:lnTo>
                    <a:pt x="1766507" y="769403"/>
                  </a:lnTo>
                  <a:lnTo>
                    <a:pt x="1764783" y="770111"/>
                  </a:lnTo>
                  <a:lnTo>
                    <a:pt x="1764266" y="770323"/>
                  </a:lnTo>
                  <a:lnTo>
                    <a:pt x="1763576" y="770607"/>
                  </a:lnTo>
                  <a:lnTo>
                    <a:pt x="1763059" y="770819"/>
                  </a:lnTo>
                  <a:lnTo>
                    <a:pt x="1762025" y="771244"/>
                  </a:lnTo>
                  <a:lnTo>
                    <a:pt x="1760818" y="771740"/>
                  </a:lnTo>
                  <a:lnTo>
                    <a:pt x="1760645" y="771810"/>
                  </a:lnTo>
                  <a:lnTo>
                    <a:pt x="1758404" y="772731"/>
                  </a:lnTo>
                  <a:lnTo>
                    <a:pt x="1757542" y="773085"/>
                  </a:lnTo>
                  <a:lnTo>
                    <a:pt x="1755990" y="773723"/>
                  </a:lnTo>
                  <a:lnTo>
                    <a:pt x="1755128" y="774077"/>
                  </a:lnTo>
                  <a:lnTo>
                    <a:pt x="1754956" y="774148"/>
                  </a:lnTo>
                  <a:lnTo>
                    <a:pt x="1753404" y="774785"/>
                  </a:lnTo>
                  <a:lnTo>
                    <a:pt x="1752714" y="775069"/>
                  </a:lnTo>
                  <a:lnTo>
                    <a:pt x="1752370" y="775210"/>
                  </a:lnTo>
                  <a:lnTo>
                    <a:pt x="1751852" y="775423"/>
                  </a:lnTo>
                  <a:lnTo>
                    <a:pt x="1750818" y="775848"/>
                  </a:lnTo>
                  <a:lnTo>
                    <a:pt x="1749611" y="776344"/>
                  </a:lnTo>
                  <a:lnTo>
                    <a:pt x="1749094" y="776556"/>
                  </a:lnTo>
                  <a:lnTo>
                    <a:pt x="1747197" y="777336"/>
                  </a:lnTo>
                  <a:lnTo>
                    <a:pt x="1747025" y="777407"/>
                  </a:lnTo>
                  <a:lnTo>
                    <a:pt x="1746163" y="777761"/>
                  </a:lnTo>
                  <a:lnTo>
                    <a:pt x="1745646" y="777973"/>
                  </a:lnTo>
                  <a:lnTo>
                    <a:pt x="1744956" y="778257"/>
                  </a:lnTo>
                  <a:lnTo>
                    <a:pt x="1744784" y="778328"/>
                  </a:lnTo>
                  <a:lnTo>
                    <a:pt x="1744439" y="778469"/>
                  </a:lnTo>
                  <a:lnTo>
                    <a:pt x="1742887" y="779107"/>
                  </a:lnTo>
                  <a:lnTo>
                    <a:pt x="1742542" y="779249"/>
                  </a:lnTo>
                  <a:lnTo>
                    <a:pt x="1742025" y="779462"/>
                  </a:lnTo>
                  <a:lnTo>
                    <a:pt x="1738404" y="780950"/>
                  </a:lnTo>
                  <a:lnTo>
                    <a:pt x="1736853" y="781588"/>
                  </a:lnTo>
                  <a:lnTo>
                    <a:pt x="1735991" y="781942"/>
                  </a:lnTo>
                  <a:lnTo>
                    <a:pt x="1732198" y="783502"/>
                  </a:lnTo>
                  <a:lnTo>
                    <a:pt x="1730301" y="784282"/>
                  </a:lnTo>
                  <a:lnTo>
                    <a:pt x="1727887" y="785274"/>
                  </a:lnTo>
                  <a:lnTo>
                    <a:pt x="1727715" y="785345"/>
                  </a:lnTo>
                  <a:lnTo>
                    <a:pt x="1724094" y="786835"/>
                  </a:lnTo>
                  <a:lnTo>
                    <a:pt x="1624269" y="827981"/>
                  </a:lnTo>
                  <a:lnTo>
                    <a:pt x="1616683" y="831115"/>
                  </a:lnTo>
                  <a:lnTo>
                    <a:pt x="1601166" y="837528"/>
                  </a:lnTo>
                  <a:lnTo>
                    <a:pt x="1599270" y="838312"/>
                  </a:lnTo>
                  <a:lnTo>
                    <a:pt x="1598925" y="838455"/>
                  </a:lnTo>
                  <a:lnTo>
                    <a:pt x="1598236" y="838740"/>
                  </a:lnTo>
                  <a:lnTo>
                    <a:pt x="1597201" y="839168"/>
                  </a:lnTo>
                  <a:lnTo>
                    <a:pt x="1594960" y="840095"/>
                  </a:lnTo>
                  <a:lnTo>
                    <a:pt x="1594098" y="840451"/>
                  </a:lnTo>
                  <a:lnTo>
                    <a:pt x="1592374" y="841164"/>
                  </a:lnTo>
                  <a:lnTo>
                    <a:pt x="1591856" y="841378"/>
                  </a:lnTo>
                  <a:lnTo>
                    <a:pt x="1591167" y="841663"/>
                  </a:lnTo>
                  <a:lnTo>
                    <a:pt x="1590649" y="841877"/>
                  </a:lnTo>
                  <a:lnTo>
                    <a:pt x="1589615" y="842305"/>
                  </a:lnTo>
                  <a:lnTo>
                    <a:pt x="1588408" y="842804"/>
                  </a:lnTo>
                  <a:lnTo>
                    <a:pt x="1588236" y="842876"/>
                  </a:lnTo>
                  <a:lnTo>
                    <a:pt x="1585994" y="843803"/>
                  </a:lnTo>
                  <a:lnTo>
                    <a:pt x="1585132" y="844159"/>
                  </a:lnTo>
                  <a:lnTo>
                    <a:pt x="1583581" y="844801"/>
                  </a:lnTo>
                  <a:lnTo>
                    <a:pt x="1582719" y="845158"/>
                  </a:lnTo>
                  <a:lnTo>
                    <a:pt x="1582546" y="845229"/>
                  </a:lnTo>
                  <a:lnTo>
                    <a:pt x="1580995" y="845871"/>
                  </a:lnTo>
                  <a:lnTo>
                    <a:pt x="1580305" y="846157"/>
                  </a:lnTo>
                  <a:lnTo>
                    <a:pt x="1579960" y="846299"/>
                  </a:lnTo>
                  <a:lnTo>
                    <a:pt x="1579443" y="846514"/>
                  </a:lnTo>
                  <a:lnTo>
                    <a:pt x="1578408" y="846942"/>
                  </a:lnTo>
                  <a:lnTo>
                    <a:pt x="1577202" y="847441"/>
                  </a:lnTo>
                  <a:lnTo>
                    <a:pt x="1576684" y="847655"/>
                  </a:lnTo>
                  <a:lnTo>
                    <a:pt x="1574788" y="848440"/>
                  </a:lnTo>
                  <a:lnTo>
                    <a:pt x="1574615" y="848511"/>
                  </a:lnTo>
                  <a:lnTo>
                    <a:pt x="1573753" y="848868"/>
                  </a:lnTo>
                  <a:lnTo>
                    <a:pt x="1573236" y="849082"/>
                  </a:lnTo>
                  <a:lnTo>
                    <a:pt x="1572546" y="849368"/>
                  </a:lnTo>
                  <a:lnTo>
                    <a:pt x="1572374" y="849439"/>
                  </a:lnTo>
                  <a:lnTo>
                    <a:pt x="1572029" y="849582"/>
                  </a:lnTo>
                  <a:lnTo>
                    <a:pt x="1570478" y="850224"/>
                  </a:lnTo>
                  <a:lnTo>
                    <a:pt x="1570133" y="850367"/>
                  </a:lnTo>
                  <a:lnTo>
                    <a:pt x="1569616" y="850581"/>
                  </a:lnTo>
                  <a:lnTo>
                    <a:pt x="1565995" y="852080"/>
                  </a:lnTo>
                  <a:lnTo>
                    <a:pt x="1564443" y="852722"/>
                  </a:lnTo>
                  <a:lnTo>
                    <a:pt x="1563581" y="853079"/>
                  </a:lnTo>
                  <a:lnTo>
                    <a:pt x="1559788" y="854650"/>
                  </a:lnTo>
                  <a:lnTo>
                    <a:pt x="1557892" y="855435"/>
                  </a:lnTo>
                  <a:lnTo>
                    <a:pt x="1555478" y="856435"/>
                  </a:lnTo>
                  <a:lnTo>
                    <a:pt x="1555306" y="856507"/>
                  </a:lnTo>
                  <a:lnTo>
                    <a:pt x="1551685" y="858007"/>
                  </a:lnTo>
                  <a:lnTo>
                    <a:pt x="1451860" y="899449"/>
                  </a:lnTo>
                  <a:lnTo>
                    <a:pt x="1444274" y="902605"/>
                  </a:lnTo>
                  <a:lnTo>
                    <a:pt x="1428757" y="909065"/>
                  </a:lnTo>
                  <a:lnTo>
                    <a:pt x="1426860" y="909855"/>
                  </a:lnTo>
                  <a:lnTo>
                    <a:pt x="1426516" y="909998"/>
                  </a:lnTo>
                  <a:lnTo>
                    <a:pt x="1425826" y="910286"/>
                  </a:lnTo>
                  <a:lnTo>
                    <a:pt x="1424792" y="910716"/>
                  </a:lnTo>
                  <a:lnTo>
                    <a:pt x="1422550" y="911650"/>
                  </a:lnTo>
                  <a:lnTo>
                    <a:pt x="1421688" y="912009"/>
                  </a:lnTo>
                  <a:lnTo>
                    <a:pt x="1419964" y="912727"/>
                  </a:lnTo>
                  <a:lnTo>
                    <a:pt x="1419447" y="912943"/>
                  </a:lnTo>
                  <a:lnTo>
                    <a:pt x="1418757" y="913230"/>
                  </a:lnTo>
                  <a:lnTo>
                    <a:pt x="1418240" y="913445"/>
                  </a:lnTo>
                  <a:lnTo>
                    <a:pt x="1417206" y="913876"/>
                  </a:lnTo>
                  <a:lnTo>
                    <a:pt x="1415999" y="914379"/>
                  </a:lnTo>
                  <a:lnTo>
                    <a:pt x="1415826" y="914451"/>
                  </a:lnTo>
                  <a:lnTo>
                    <a:pt x="1413585" y="915385"/>
                  </a:lnTo>
                  <a:lnTo>
                    <a:pt x="1412723" y="915744"/>
                  </a:lnTo>
                  <a:lnTo>
                    <a:pt x="1411171" y="916391"/>
                  </a:lnTo>
                  <a:lnTo>
                    <a:pt x="1410309" y="916750"/>
                  </a:lnTo>
                  <a:lnTo>
                    <a:pt x="1410137" y="916822"/>
                  </a:lnTo>
                  <a:lnTo>
                    <a:pt x="1408585" y="917469"/>
                  </a:lnTo>
                  <a:lnTo>
                    <a:pt x="1407895" y="917756"/>
                  </a:lnTo>
                  <a:lnTo>
                    <a:pt x="1407551" y="917900"/>
                  </a:lnTo>
                  <a:lnTo>
                    <a:pt x="1407033" y="918115"/>
                  </a:lnTo>
                  <a:lnTo>
                    <a:pt x="1405999" y="918547"/>
                  </a:lnTo>
                  <a:lnTo>
                    <a:pt x="1404792" y="919050"/>
                  </a:lnTo>
                  <a:lnTo>
                    <a:pt x="1404275" y="919265"/>
                  </a:lnTo>
                  <a:lnTo>
                    <a:pt x="1402378" y="920056"/>
                  </a:lnTo>
                  <a:lnTo>
                    <a:pt x="1402206" y="920128"/>
                  </a:lnTo>
                  <a:lnTo>
                    <a:pt x="1401344" y="920487"/>
                  </a:lnTo>
                  <a:lnTo>
                    <a:pt x="1400827" y="920703"/>
                  </a:lnTo>
                  <a:lnTo>
                    <a:pt x="1400137" y="920990"/>
                  </a:lnTo>
                  <a:lnTo>
                    <a:pt x="1399965" y="921062"/>
                  </a:lnTo>
                  <a:lnTo>
                    <a:pt x="1399620" y="921206"/>
                  </a:lnTo>
                  <a:lnTo>
                    <a:pt x="1398068" y="921853"/>
                  </a:lnTo>
                  <a:lnTo>
                    <a:pt x="1397723" y="921997"/>
                  </a:lnTo>
                  <a:lnTo>
                    <a:pt x="1397206" y="922212"/>
                  </a:lnTo>
                  <a:lnTo>
                    <a:pt x="1393585" y="923722"/>
                  </a:lnTo>
                  <a:lnTo>
                    <a:pt x="1392034" y="924369"/>
                  </a:lnTo>
                  <a:lnTo>
                    <a:pt x="1391172" y="924729"/>
                  </a:lnTo>
                  <a:lnTo>
                    <a:pt x="1387379" y="926311"/>
                  </a:lnTo>
                  <a:lnTo>
                    <a:pt x="1385482" y="927102"/>
                  </a:lnTo>
                  <a:lnTo>
                    <a:pt x="1383068" y="928109"/>
                  </a:lnTo>
                  <a:lnTo>
                    <a:pt x="1382896" y="928181"/>
                  </a:lnTo>
                  <a:lnTo>
                    <a:pt x="1379275" y="929692"/>
                  </a:lnTo>
                  <a:lnTo>
                    <a:pt x="1279450" y="971436"/>
                  </a:lnTo>
                  <a:lnTo>
                    <a:pt x="1271864" y="974615"/>
                  </a:lnTo>
                  <a:lnTo>
                    <a:pt x="1256347" y="981121"/>
                  </a:lnTo>
                  <a:lnTo>
                    <a:pt x="1254451" y="981917"/>
                  </a:lnTo>
                  <a:lnTo>
                    <a:pt x="1254106" y="982061"/>
                  </a:lnTo>
                  <a:lnTo>
                    <a:pt x="1253417" y="982351"/>
                  </a:lnTo>
                  <a:lnTo>
                    <a:pt x="1252382" y="982785"/>
                  </a:lnTo>
                  <a:lnTo>
                    <a:pt x="1250141" y="983725"/>
                  </a:lnTo>
                  <a:lnTo>
                    <a:pt x="1249279" y="984087"/>
                  </a:lnTo>
                  <a:lnTo>
                    <a:pt x="1247555" y="984810"/>
                  </a:lnTo>
                  <a:lnTo>
                    <a:pt x="1247037" y="985027"/>
                  </a:lnTo>
                  <a:lnTo>
                    <a:pt x="1246348" y="985316"/>
                  </a:lnTo>
                  <a:lnTo>
                    <a:pt x="1245831" y="985534"/>
                  </a:lnTo>
                  <a:lnTo>
                    <a:pt x="1244796" y="985968"/>
                  </a:lnTo>
                  <a:lnTo>
                    <a:pt x="1243589" y="986474"/>
                  </a:lnTo>
                  <a:lnTo>
                    <a:pt x="1243417" y="986546"/>
                  </a:lnTo>
                  <a:lnTo>
                    <a:pt x="1241175" y="987487"/>
                  </a:lnTo>
                  <a:lnTo>
                    <a:pt x="1240313" y="987849"/>
                  </a:lnTo>
                  <a:lnTo>
                    <a:pt x="1238762" y="988500"/>
                  </a:lnTo>
                  <a:lnTo>
                    <a:pt x="1237900" y="988862"/>
                  </a:lnTo>
                  <a:lnTo>
                    <a:pt x="1237727" y="988934"/>
                  </a:lnTo>
                  <a:lnTo>
                    <a:pt x="1236176" y="989586"/>
                  </a:lnTo>
                  <a:lnTo>
                    <a:pt x="1235486" y="989875"/>
                  </a:lnTo>
                  <a:lnTo>
                    <a:pt x="1235141" y="990020"/>
                  </a:lnTo>
                  <a:lnTo>
                    <a:pt x="1234624" y="990237"/>
                  </a:lnTo>
                  <a:lnTo>
                    <a:pt x="1233589" y="990671"/>
                  </a:lnTo>
                  <a:lnTo>
                    <a:pt x="1232383" y="991178"/>
                  </a:lnTo>
                  <a:lnTo>
                    <a:pt x="1231865" y="991395"/>
                  </a:lnTo>
                  <a:lnTo>
                    <a:pt x="1229969" y="992192"/>
                  </a:lnTo>
                  <a:lnTo>
                    <a:pt x="1229796" y="992264"/>
                  </a:lnTo>
                  <a:lnTo>
                    <a:pt x="1228934" y="992626"/>
                  </a:lnTo>
                  <a:lnTo>
                    <a:pt x="1228417" y="992843"/>
                  </a:lnTo>
                  <a:lnTo>
                    <a:pt x="1227728" y="993133"/>
                  </a:lnTo>
                  <a:lnTo>
                    <a:pt x="1227555" y="993205"/>
                  </a:lnTo>
                  <a:lnTo>
                    <a:pt x="1227210" y="993350"/>
                  </a:lnTo>
                  <a:lnTo>
                    <a:pt x="1225659" y="994002"/>
                  </a:lnTo>
                  <a:lnTo>
                    <a:pt x="1225314" y="994147"/>
                  </a:lnTo>
                  <a:lnTo>
                    <a:pt x="1224797" y="994364"/>
                  </a:lnTo>
                  <a:lnTo>
                    <a:pt x="1221176" y="995885"/>
                  </a:lnTo>
                  <a:lnTo>
                    <a:pt x="1219624" y="996536"/>
                  </a:lnTo>
                  <a:lnTo>
                    <a:pt x="1218762" y="996898"/>
                  </a:lnTo>
                  <a:lnTo>
                    <a:pt x="1214969" y="998492"/>
                  </a:lnTo>
                  <a:lnTo>
                    <a:pt x="1213073" y="999289"/>
                  </a:lnTo>
                  <a:lnTo>
                    <a:pt x="1210659" y="1000303"/>
                  </a:lnTo>
                  <a:lnTo>
                    <a:pt x="1210487" y="1000376"/>
                  </a:lnTo>
                  <a:lnTo>
                    <a:pt x="1206866" y="1001897"/>
                  </a:lnTo>
                  <a:lnTo>
                    <a:pt x="1107041" y="1043940"/>
                  </a:lnTo>
                  <a:lnTo>
                    <a:pt x="1099455" y="1047142"/>
                  </a:lnTo>
                  <a:lnTo>
                    <a:pt x="1083938" y="1053694"/>
                  </a:lnTo>
                  <a:lnTo>
                    <a:pt x="1082041" y="1054495"/>
                  </a:lnTo>
                  <a:lnTo>
                    <a:pt x="1081697" y="1054641"/>
                  </a:lnTo>
                  <a:lnTo>
                    <a:pt x="1081007" y="1054932"/>
                  </a:lnTo>
                  <a:lnTo>
                    <a:pt x="1079973" y="1055369"/>
                  </a:lnTo>
                  <a:lnTo>
                    <a:pt x="1077731" y="1056316"/>
                  </a:lnTo>
                  <a:lnTo>
                    <a:pt x="1076869" y="1056680"/>
                  </a:lnTo>
                  <a:lnTo>
                    <a:pt x="1075145" y="1057409"/>
                  </a:lnTo>
                  <a:lnTo>
                    <a:pt x="1074628" y="1057627"/>
                  </a:lnTo>
                  <a:lnTo>
                    <a:pt x="1073938" y="1057919"/>
                  </a:lnTo>
                  <a:lnTo>
                    <a:pt x="1073421" y="1058137"/>
                  </a:lnTo>
                  <a:lnTo>
                    <a:pt x="1072387" y="1058574"/>
                  </a:lnTo>
                  <a:lnTo>
                    <a:pt x="1071180" y="1059084"/>
                  </a:lnTo>
                  <a:lnTo>
                    <a:pt x="1071007" y="1059157"/>
                  </a:lnTo>
                  <a:lnTo>
                    <a:pt x="1068766" y="1060105"/>
                  </a:lnTo>
                  <a:lnTo>
                    <a:pt x="1067904" y="1060469"/>
                  </a:lnTo>
                  <a:lnTo>
                    <a:pt x="1066352" y="1061125"/>
                  </a:lnTo>
                  <a:lnTo>
                    <a:pt x="1065490" y="1061489"/>
                  </a:lnTo>
                  <a:lnTo>
                    <a:pt x="1065318" y="1061562"/>
                  </a:lnTo>
                  <a:lnTo>
                    <a:pt x="1063766" y="1062218"/>
                  </a:lnTo>
                  <a:lnTo>
                    <a:pt x="1063076" y="1062510"/>
                  </a:lnTo>
                  <a:lnTo>
                    <a:pt x="1062732" y="1062655"/>
                  </a:lnTo>
                  <a:lnTo>
                    <a:pt x="1062214" y="1062874"/>
                  </a:lnTo>
                  <a:lnTo>
                    <a:pt x="1061180" y="1063311"/>
                  </a:lnTo>
                  <a:lnTo>
                    <a:pt x="1059973" y="1063822"/>
                  </a:lnTo>
                  <a:lnTo>
                    <a:pt x="1059456" y="1064040"/>
                  </a:lnTo>
                  <a:lnTo>
                    <a:pt x="1057559" y="1064842"/>
                  </a:lnTo>
                  <a:lnTo>
                    <a:pt x="1057387" y="1064915"/>
                  </a:lnTo>
                  <a:lnTo>
                    <a:pt x="1056525" y="1065280"/>
                  </a:lnTo>
                  <a:lnTo>
                    <a:pt x="1056008" y="1065498"/>
                  </a:lnTo>
                  <a:lnTo>
                    <a:pt x="1055318" y="1065790"/>
                  </a:lnTo>
                  <a:lnTo>
                    <a:pt x="1055146" y="1065863"/>
                  </a:lnTo>
                  <a:lnTo>
                    <a:pt x="1054801" y="1066009"/>
                  </a:lnTo>
                  <a:lnTo>
                    <a:pt x="1053249" y="1066665"/>
                  </a:lnTo>
                  <a:lnTo>
                    <a:pt x="1052904" y="1066811"/>
                  </a:lnTo>
                  <a:lnTo>
                    <a:pt x="1052387" y="1067029"/>
                  </a:lnTo>
                  <a:lnTo>
                    <a:pt x="1048766" y="1068561"/>
                  </a:lnTo>
                  <a:lnTo>
                    <a:pt x="1047215" y="1069217"/>
                  </a:lnTo>
                  <a:lnTo>
                    <a:pt x="1046353" y="1069582"/>
                  </a:lnTo>
                  <a:lnTo>
                    <a:pt x="1042560" y="1071187"/>
                  </a:lnTo>
                  <a:lnTo>
                    <a:pt x="1040663" y="1071989"/>
                  </a:lnTo>
                  <a:lnTo>
                    <a:pt x="1038249" y="1073010"/>
                  </a:lnTo>
                  <a:lnTo>
                    <a:pt x="1038077" y="1073083"/>
                  </a:lnTo>
                  <a:lnTo>
                    <a:pt x="1034456" y="1074616"/>
                  </a:lnTo>
                  <a:lnTo>
                    <a:pt x="934631" y="1116947"/>
                  </a:lnTo>
                  <a:lnTo>
                    <a:pt x="927045" y="1120170"/>
                  </a:lnTo>
                  <a:lnTo>
                    <a:pt x="911528" y="1126766"/>
                  </a:lnTo>
                  <a:lnTo>
                    <a:pt x="909632" y="1127573"/>
                  </a:lnTo>
                  <a:lnTo>
                    <a:pt x="909287" y="1127720"/>
                  </a:lnTo>
                  <a:lnTo>
                    <a:pt x="908598" y="1128013"/>
                  </a:lnTo>
                  <a:lnTo>
                    <a:pt x="907563" y="1128453"/>
                  </a:lnTo>
                  <a:lnTo>
                    <a:pt x="905322" y="1129406"/>
                  </a:lnTo>
                  <a:lnTo>
                    <a:pt x="904460" y="1129773"/>
                  </a:lnTo>
                  <a:lnTo>
                    <a:pt x="902736" y="1130506"/>
                  </a:lnTo>
                  <a:lnTo>
                    <a:pt x="902218" y="1130726"/>
                  </a:lnTo>
                  <a:lnTo>
                    <a:pt x="901529" y="1131019"/>
                  </a:lnTo>
                  <a:lnTo>
                    <a:pt x="901012" y="1131239"/>
                  </a:lnTo>
                  <a:lnTo>
                    <a:pt x="899977" y="1131680"/>
                  </a:lnTo>
                  <a:lnTo>
                    <a:pt x="898770" y="1132193"/>
                  </a:lnTo>
                  <a:lnTo>
                    <a:pt x="898598" y="1132266"/>
                  </a:lnTo>
                  <a:lnTo>
                    <a:pt x="896356" y="1133220"/>
                  </a:lnTo>
                  <a:lnTo>
                    <a:pt x="895494" y="1133587"/>
                  </a:lnTo>
                  <a:lnTo>
                    <a:pt x="893943" y="1134247"/>
                  </a:lnTo>
                  <a:lnTo>
                    <a:pt x="893081" y="1134614"/>
                  </a:lnTo>
                  <a:lnTo>
                    <a:pt x="892908" y="1134687"/>
                  </a:lnTo>
                  <a:lnTo>
                    <a:pt x="891357" y="1135347"/>
                  </a:lnTo>
                  <a:lnTo>
                    <a:pt x="890667" y="1135641"/>
                  </a:lnTo>
                  <a:lnTo>
                    <a:pt x="890322" y="1135788"/>
                  </a:lnTo>
                  <a:lnTo>
                    <a:pt x="889805" y="1136008"/>
                  </a:lnTo>
                  <a:lnTo>
                    <a:pt x="888770" y="1136448"/>
                  </a:lnTo>
                  <a:lnTo>
                    <a:pt x="887564" y="1136962"/>
                  </a:lnTo>
                  <a:lnTo>
                    <a:pt x="887046" y="1137182"/>
                  </a:lnTo>
                  <a:lnTo>
                    <a:pt x="885150" y="1137989"/>
                  </a:lnTo>
                  <a:lnTo>
                    <a:pt x="884977" y="1138062"/>
                  </a:lnTo>
                  <a:lnTo>
                    <a:pt x="884115" y="1138429"/>
                  </a:lnTo>
                  <a:lnTo>
                    <a:pt x="883598" y="1138649"/>
                  </a:lnTo>
                  <a:lnTo>
                    <a:pt x="882909" y="1138943"/>
                  </a:lnTo>
                  <a:lnTo>
                    <a:pt x="882736" y="1139016"/>
                  </a:lnTo>
                  <a:lnTo>
                    <a:pt x="882391" y="1139163"/>
                  </a:lnTo>
                  <a:lnTo>
                    <a:pt x="880840" y="1139824"/>
                  </a:lnTo>
                  <a:lnTo>
                    <a:pt x="880495" y="1139971"/>
                  </a:lnTo>
                  <a:lnTo>
                    <a:pt x="879978" y="1140191"/>
                  </a:lnTo>
                  <a:lnTo>
                    <a:pt x="876357" y="1141732"/>
                  </a:lnTo>
                  <a:lnTo>
                    <a:pt x="874805" y="1142393"/>
                  </a:lnTo>
                  <a:lnTo>
                    <a:pt x="873943" y="1142760"/>
                  </a:lnTo>
                  <a:lnTo>
                    <a:pt x="870150" y="1144375"/>
                  </a:lnTo>
                  <a:lnTo>
                    <a:pt x="868254" y="1145183"/>
                  </a:lnTo>
                  <a:lnTo>
                    <a:pt x="865840" y="1146211"/>
                  </a:lnTo>
                  <a:lnTo>
                    <a:pt x="865668" y="1146285"/>
                  </a:lnTo>
                  <a:lnTo>
                    <a:pt x="862047" y="1147827"/>
                  </a:lnTo>
                  <a:lnTo>
                    <a:pt x="762222" y="1190430"/>
                  </a:lnTo>
                  <a:lnTo>
                    <a:pt x="754636" y="1193674"/>
                  </a:lnTo>
                  <a:lnTo>
                    <a:pt x="739119" y="1200311"/>
                  </a:lnTo>
                  <a:lnTo>
                    <a:pt x="737222" y="1201123"/>
                  </a:lnTo>
                  <a:lnTo>
                    <a:pt x="736878" y="1201270"/>
                  </a:lnTo>
                  <a:lnTo>
                    <a:pt x="736188" y="1201565"/>
                  </a:lnTo>
                  <a:lnTo>
                    <a:pt x="735154" y="1202008"/>
                  </a:lnTo>
                  <a:lnTo>
                    <a:pt x="732912" y="1202967"/>
                  </a:lnTo>
                  <a:lnTo>
                    <a:pt x="732050" y="1203336"/>
                  </a:lnTo>
                  <a:lnTo>
                    <a:pt x="730326" y="1204074"/>
                  </a:lnTo>
                  <a:lnTo>
                    <a:pt x="729809" y="1204295"/>
                  </a:lnTo>
                  <a:lnTo>
                    <a:pt x="729119" y="1204590"/>
                  </a:lnTo>
                  <a:lnTo>
                    <a:pt x="728602" y="1204812"/>
                  </a:lnTo>
                  <a:lnTo>
                    <a:pt x="727568" y="1205255"/>
                  </a:lnTo>
                  <a:lnTo>
                    <a:pt x="726361" y="1205771"/>
                  </a:lnTo>
                  <a:lnTo>
                    <a:pt x="726188" y="1205845"/>
                  </a:lnTo>
                  <a:lnTo>
                    <a:pt x="723947" y="1206804"/>
                  </a:lnTo>
                  <a:lnTo>
                    <a:pt x="723085" y="1207173"/>
                  </a:lnTo>
                  <a:lnTo>
                    <a:pt x="721533" y="1207838"/>
                  </a:lnTo>
                  <a:lnTo>
                    <a:pt x="720671" y="1208207"/>
                  </a:lnTo>
                  <a:lnTo>
                    <a:pt x="720499" y="1208281"/>
                  </a:lnTo>
                  <a:lnTo>
                    <a:pt x="718947" y="1208945"/>
                  </a:lnTo>
                  <a:lnTo>
                    <a:pt x="718257" y="1209240"/>
                  </a:lnTo>
                  <a:lnTo>
                    <a:pt x="717913" y="1209388"/>
                  </a:lnTo>
                  <a:lnTo>
                    <a:pt x="717395" y="1209609"/>
                  </a:lnTo>
                  <a:lnTo>
                    <a:pt x="716361" y="1210052"/>
                  </a:lnTo>
                  <a:lnTo>
                    <a:pt x="715154" y="1210569"/>
                  </a:lnTo>
                  <a:lnTo>
                    <a:pt x="714637" y="1210791"/>
                  </a:lnTo>
                  <a:lnTo>
                    <a:pt x="712740" y="1211603"/>
                  </a:lnTo>
                  <a:lnTo>
                    <a:pt x="712568" y="1211677"/>
                  </a:lnTo>
                  <a:lnTo>
                    <a:pt x="711706" y="1212046"/>
                  </a:lnTo>
                  <a:lnTo>
                    <a:pt x="711189" y="1212267"/>
                  </a:lnTo>
                  <a:lnTo>
                    <a:pt x="710499" y="1212563"/>
                  </a:lnTo>
                  <a:lnTo>
                    <a:pt x="710327" y="1212637"/>
                  </a:lnTo>
                  <a:lnTo>
                    <a:pt x="709982" y="1212784"/>
                  </a:lnTo>
                  <a:lnTo>
                    <a:pt x="708430" y="1213449"/>
                  </a:lnTo>
                  <a:lnTo>
                    <a:pt x="708085" y="1213597"/>
                  </a:lnTo>
                  <a:lnTo>
                    <a:pt x="707568" y="1213818"/>
                  </a:lnTo>
                  <a:lnTo>
                    <a:pt x="703947" y="1215369"/>
                  </a:lnTo>
                  <a:lnTo>
                    <a:pt x="702396" y="1216034"/>
                  </a:lnTo>
                  <a:lnTo>
                    <a:pt x="701534" y="1216403"/>
                  </a:lnTo>
                  <a:lnTo>
                    <a:pt x="697741" y="1218028"/>
                  </a:lnTo>
                  <a:lnTo>
                    <a:pt x="695844" y="1218841"/>
                  </a:lnTo>
                  <a:lnTo>
                    <a:pt x="693430" y="1219875"/>
                  </a:lnTo>
                  <a:lnTo>
                    <a:pt x="693258" y="1219949"/>
                  </a:lnTo>
                  <a:lnTo>
                    <a:pt x="689637" y="1221501"/>
                  </a:lnTo>
                  <a:lnTo>
                    <a:pt x="589812" y="1264355"/>
                  </a:lnTo>
                  <a:lnTo>
                    <a:pt x="582226" y="1267617"/>
                  </a:lnTo>
                  <a:lnTo>
                    <a:pt x="566710" y="1274292"/>
                  </a:lnTo>
                  <a:lnTo>
                    <a:pt x="564813" y="1275108"/>
                  </a:lnTo>
                  <a:lnTo>
                    <a:pt x="564468" y="1275256"/>
                  </a:lnTo>
                  <a:lnTo>
                    <a:pt x="563779" y="1275553"/>
                  </a:lnTo>
                  <a:lnTo>
                    <a:pt x="562744" y="1275998"/>
                  </a:lnTo>
                  <a:lnTo>
                    <a:pt x="560503" y="1276963"/>
                  </a:lnTo>
                  <a:lnTo>
                    <a:pt x="559641" y="1277334"/>
                  </a:lnTo>
                  <a:lnTo>
                    <a:pt x="557917" y="1278076"/>
                  </a:lnTo>
                  <a:lnTo>
                    <a:pt x="557399" y="1278298"/>
                  </a:lnTo>
                  <a:lnTo>
                    <a:pt x="556710" y="1278595"/>
                  </a:lnTo>
                  <a:lnTo>
                    <a:pt x="556193" y="1278818"/>
                  </a:lnTo>
                  <a:lnTo>
                    <a:pt x="555158" y="1279263"/>
                  </a:lnTo>
                  <a:lnTo>
                    <a:pt x="553951" y="1279783"/>
                  </a:lnTo>
                  <a:lnTo>
                    <a:pt x="553779" y="1279857"/>
                  </a:lnTo>
                  <a:lnTo>
                    <a:pt x="551537" y="1280822"/>
                  </a:lnTo>
                  <a:lnTo>
                    <a:pt x="550675" y="1281193"/>
                  </a:lnTo>
                  <a:lnTo>
                    <a:pt x="549124" y="1281861"/>
                  </a:lnTo>
                  <a:lnTo>
                    <a:pt x="548262" y="1282232"/>
                  </a:lnTo>
                  <a:lnTo>
                    <a:pt x="548089" y="1282306"/>
                  </a:lnTo>
                  <a:lnTo>
                    <a:pt x="546538" y="1282974"/>
                  </a:lnTo>
                  <a:lnTo>
                    <a:pt x="545848" y="1283271"/>
                  </a:lnTo>
                  <a:lnTo>
                    <a:pt x="545503" y="1283420"/>
                  </a:lnTo>
                  <a:lnTo>
                    <a:pt x="544986" y="1283642"/>
                  </a:lnTo>
                  <a:lnTo>
                    <a:pt x="543951" y="1284088"/>
                  </a:lnTo>
                  <a:lnTo>
                    <a:pt x="542745" y="1284607"/>
                  </a:lnTo>
                  <a:lnTo>
                    <a:pt x="542227" y="1284830"/>
                  </a:lnTo>
                  <a:lnTo>
                    <a:pt x="540331" y="1285647"/>
                  </a:lnTo>
                  <a:lnTo>
                    <a:pt x="540158" y="1285721"/>
                  </a:lnTo>
                  <a:lnTo>
                    <a:pt x="539296" y="1286092"/>
                  </a:lnTo>
                  <a:lnTo>
                    <a:pt x="538779" y="1286315"/>
                  </a:lnTo>
                  <a:lnTo>
                    <a:pt x="538090" y="1286612"/>
                  </a:lnTo>
                  <a:lnTo>
                    <a:pt x="537917" y="1286686"/>
                  </a:lnTo>
                  <a:lnTo>
                    <a:pt x="537572" y="1286835"/>
                  </a:lnTo>
                  <a:lnTo>
                    <a:pt x="536021" y="1287503"/>
                  </a:lnTo>
                  <a:lnTo>
                    <a:pt x="535676" y="1287652"/>
                  </a:lnTo>
                  <a:lnTo>
                    <a:pt x="535159" y="1287874"/>
                  </a:lnTo>
                  <a:lnTo>
                    <a:pt x="531538" y="1289434"/>
                  </a:lnTo>
                  <a:lnTo>
                    <a:pt x="529986" y="1290102"/>
                  </a:lnTo>
                  <a:lnTo>
                    <a:pt x="529124" y="1290474"/>
                  </a:lnTo>
                  <a:lnTo>
                    <a:pt x="525331" y="1292108"/>
                  </a:lnTo>
                  <a:lnTo>
                    <a:pt x="523435" y="1292925"/>
                  </a:lnTo>
                  <a:lnTo>
                    <a:pt x="521021" y="1293965"/>
                  </a:lnTo>
                  <a:lnTo>
                    <a:pt x="520849" y="1294039"/>
                  </a:lnTo>
                  <a:lnTo>
                    <a:pt x="517228" y="1295599"/>
                  </a:lnTo>
                  <a:lnTo>
                    <a:pt x="417403" y="1338680"/>
                  </a:lnTo>
                  <a:lnTo>
                    <a:pt x="409817" y="1341959"/>
                  </a:lnTo>
                  <a:lnTo>
                    <a:pt x="394300" y="1348668"/>
                  </a:lnTo>
                  <a:lnTo>
                    <a:pt x="392404" y="1349488"/>
                  </a:lnTo>
                  <a:lnTo>
                    <a:pt x="392059" y="1349637"/>
                  </a:lnTo>
                  <a:lnTo>
                    <a:pt x="391369" y="1349936"/>
                  </a:lnTo>
                  <a:lnTo>
                    <a:pt x="390335" y="1350383"/>
                  </a:lnTo>
                  <a:lnTo>
                    <a:pt x="388093" y="1351352"/>
                  </a:lnTo>
                  <a:lnTo>
                    <a:pt x="387231" y="1351725"/>
                  </a:lnTo>
                  <a:lnTo>
                    <a:pt x="385507" y="1352471"/>
                  </a:lnTo>
                  <a:lnTo>
                    <a:pt x="384990" y="1352695"/>
                  </a:lnTo>
                  <a:lnTo>
                    <a:pt x="384300" y="1352993"/>
                  </a:lnTo>
                  <a:lnTo>
                    <a:pt x="383783" y="1353217"/>
                  </a:lnTo>
                  <a:lnTo>
                    <a:pt x="382749" y="1353664"/>
                  </a:lnTo>
                  <a:lnTo>
                    <a:pt x="381542" y="1354186"/>
                  </a:lnTo>
                  <a:lnTo>
                    <a:pt x="381369" y="1354261"/>
                  </a:lnTo>
                  <a:lnTo>
                    <a:pt x="379128" y="1355231"/>
                  </a:lnTo>
                  <a:lnTo>
                    <a:pt x="378266" y="1355604"/>
                  </a:lnTo>
                  <a:lnTo>
                    <a:pt x="376714" y="1356275"/>
                  </a:lnTo>
                  <a:lnTo>
                    <a:pt x="375852" y="1356648"/>
                  </a:lnTo>
                  <a:lnTo>
                    <a:pt x="375680" y="1356723"/>
                  </a:lnTo>
                  <a:lnTo>
                    <a:pt x="374128" y="1357394"/>
                  </a:lnTo>
                  <a:lnTo>
                    <a:pt x="373438" y="1357692"/>
                  </a:lnTo>
                  <a:lnTo>
                    <a:pt x="373094" y="1357842"/>
                  </a:lnTo>
                  <a:lnTo>
                    <a:pt x="372576" y="1358065"/>
                  </a:lnTo>
                  <a:lnTo>
                    <a:pt x="371542" y="1358513"/>
                  </a:lnTo>
                  <a:lnTo>
                    <a:pt x="370335" y="1359035"/>
                  </a:lnTo>
                  <a:lnTo>
                    <a:pt x="369818" y="1359259"/>
                  </a:lnTo>
                  <a:lnTo>
                    <a:pt x="367921" y="1360080"/>
                  </a:lnTo>
                  <a:lnTo>
                    <a:pt x="367749" y="1360154"/>
                  </a:lnTo>
                  <a:lnTo>
                    <a:pt x="366887" y="1360528"/>
                  </a:lnTo>
                  <a:lnTo>
                    <a:pt x="366370" y="1360751"/>
                  </a:lnTo>
                  <a:lnTo>
                    <a:pt x="365680" y="1361050"/>
                  </a:lnTo>
                  <a:lnTo>
                    <a:pt x="365508" y="1361124"/>
                  </a:lnTo>
                  <a:lnTo>
                    <a:pt x="365163" y="1361274"/>
                  </a:lnTo>
                  <a:lnTo>
                    <a:pt x="363611" y="1361945"/>
                  </a:lnTo>
                  <a:lnTo>
                    <a:pt x="363266" y="1362095"/>
                  </a:lnTo>
                  <a:lnTo>
                    <a:pt x="362749" y="1362318"/>
                  </a:lnTo>
                  <a:lnTo>
                    <a:pt x="359128" y="1363886"/>
                  </a:lnTo>
                  <a:lnTo>
                    <a:pt x="357577" y="1364557"/>
                  </a:lnTo>
                  <a:lnTo>
                    <a:pt x="356715" y="1364930"/>
                  </a:lnTo>
                  <a:lnTo>
                    <a:pt x="352922" y="1366573"/>
                  </a:lnTo>
                  <a:lnTo>
                    <a:pt x="351025" y="1367394"/>
                  </a:lnTo>
                  <a:lnTo>
                    <a:pt x="348611" y="1368439"/>
                  </a:lnTo>
                  <a:lnTo>
                    <a:pt x="348439" y="1368513"/>
                  </a:lnTo>
                  <a:lnTo>
                    <a:pt x="344818" y="1370081"/>
                  </a:lnTo>
                  <a:lnTo>
                    <a:pt x="244993" y="1413365"/>
                  </a:lnTo>
                  <a:lnTo>
                    <a:pt x="237407" y="1416659"/>
                  </a:lnTo>
                  <a:lnTo>
                    <a:pt x="221891" y="1423398"/>
                  </a:lnTo>
                  <a:lnTo>
                    <a:pt x="219994" y="1424222"/>
                  </a:lnTo>
                  <a:lnTo>
                    <a:pt x="219649" y="1424371"/>
                  </a:lnTo>
                  <a:lnTo>
                    <a:pt x="218960" y="1424671"/>
                  </a:lnTo>
                  <a:lnTo>
                    <a:pt x="217925" y="1425120"/>
                  </a:lnTo>
                  <a:lnTo>
                    <a:pt x="215684" y="1426094"/>
                  </a:lnTo>
                  <a:lnTo>
                    <a:pt x="214822" y="1426469"/>
                  </a:lnTo>
                  <a:lnTo>
                    <a:pt x="213098" y="1427218"/>
                  </a:lnTo>
                  <a:lnTo>
                    <a:pt x="212580" y="1427442"/>
                  </a:lnTo>
                  <a:lnTo>
                    <a:pt x="211891" y="1427742"/>
                  </a:lnTo>
                  <a:lnTo>
                    <a:pt x="211374" y="1427967"/>
                  </a:lnTo>
                  <a:lnTo>
                    <a:pt x="210339" y="1428416"/>
                  </a:lnTo>
                  <a:lnTo>
                    <a:pt x="209132" y="1428941"/>
                  </a:lnTo>
                  <a:lnTo>
                    <a:pt x="208960" y="1429015"/>
                  </a:lnTo>
                  <a:lnTo>
                    <a:pt x="206718" y="1429989"/>
                  </a:lnTo>
                  <a:lnTo>
                    <a:pt x="205856" y="1430364"/>
                  </a:lnTo>
                  <a:lnTo>
                    <a:pt x="204305" y="1431038"/>
                  </a:lnTo>
                  <a:lnTo>
                    <a:pt x="203443" y="1431413"/>
                  </a:lnTo>
                  <a:lnTo>
                    <a:pt x="203270" y="1431488"/>
                  </a:lnTo>
                  <a:lnTo>
                    <a:pt x="201719" y="1432162"/>
                  </a:lnTo>
                  <a:lnTo>
                    <a:pt x="201029" y="1432462"/>
                  </a:lnTo>
                  <a:lnTo>
                    <a:pt x="200684" y="1432612"/>
                  </a:lnTo>
                  <a:lnTo>
                    <a:pt x="200167" y="1432837"/>
                  </a:lnTo>
                  <a:lnTo>
                    <a:pt x="199132" y="1433286"/>
                  </a:lnTo>
                  <a:lnTo>
                    <a:pt x="197926" y="1433811"/>
                  </a:lnTo>
                  <a:lnTo>
                    <a:pt x="197408" y="1434036"/>
                  </a:lnTo>
                  <a:lnTo>
                    <a:pt x="195512" y="1434860"/>
                  </a:lnTo>
                  <a:lnTo>
                    <a:pt x="195339" y="1434935"/>
                  </a:lnTo>
                  <a:lnTo>
                    <a:pt x="194477" y="1435309"/>
                  </a:lnTo>
                  <a:lnTo>
                    <a:pt x="193960" y="1435534"/>
                  </a:lnTo>
                  <a:lnTo>
                    <a:pt x="193271" y="1435834"/>
                  </a:lnTo>
                  <a:lnTo>
                    <a:pt x="193098" y="1435909"/>
                  </a:lnTo>
                  <a:lnTo>
                    <a:pt x="192753" y="1436059"/>
                  </a:lnTo>
                  <a:lnTo>
                    <a:pt x="191202" y="1436733"/>
                  </a:lnTo>
                  <a:lnTo>
                    <a:pt x="190857" y="1436883"/>
                  </a:lnTo>
                  <a:lnTo>
                    <a:pt x="190340" y="1437108"/>
                  </a:lnTo>
                  <a:lnTo>
                    <a:pt x="186719" y="1438682"/>
                  </a:lnTo>
                  <a:lnTo>
                    <a:pt x="185167" y="1439357"/>
                  </a:lnTo>
                  <a:lnTo>
                    <a:pt x="184305" y="1439732"/>
                  </a:lnTo>
                  <a:lnTo>
                    <a:pt x="180512" y="1441381"/>
                  </a:lnTo>
                  <a:lnTo>
                    <a:pt x="178616" y="1442205"/>
                  </a:lnTo>
                  <a:lnTo>
                    <a:pt x="176202" y="1443255"/>
                  </a:lnTo>
                  <a:lnTo>
                    <a:pt x="176030" y="1443330"/>
                  </a:lnTo>
                  <a:lnTo>
                    <a:pt x="172409" y="1444904"/>
                  </a:lnTo>
                  <a:lnTo>
                    <a:pt x="72584" y="1488367"/>
                  </a:lnTo>
                  <a:lnTo>
                    <a:pt x="64998" y="1491674"/>
                  </a:lnTo>
                  <a:lnTo>
                    <a:pt x="49481" y="1498439"/>
                  </a:lnTo>
                  <a:lnTo>
                    <a:pt x="47585" y="1499266"/>
                  </a:lnTo>
                  <a:lnTo>
                    <a:pt x="47240" y="1499417"/>
                  </a:lnTo>
                  <a:lnTo>
                    <a:pt x="46550" y="1499718"/>
                  </a:lnTo>
                  <a:lnTo>
                    <a:pt x="45516" y="1500169"/>
                  </a:lnTo>
                  <a:lnTo>
                    <a:pt x="43274" y="1501146"/>
                  </a:lnTo>
                  <a:lnTo>
                    <a:pt x="42412" y="1501522"/>
                  </a:lnTo>
                  <a:lnTo>
                    <a:pt x="40688" y="1502274"/>
                  </a:lnTo>
                  <a:lnTo>
                    <a:pt x="40171" y="1502500"/>
                  </a:lnTo>
                  <a:lnTo>
                    <a:pt x="39481" y="1502801"/>
                  </a:lnTo>
                  <a:lnTo>
                    <a:pt x="38964" y="1503026"/>
                  </a:lnTo>
                  <a:lnTo>
                    <a:pt x="37930" y="1503477"/>
                  </a:lnTo>
                  <a:lnTo>
                    <a:pt x="36723" y="1504004"/>
                  </a:lnTo>
                  <a:lnTo>
                    <a:pt x="36550" y="1504079"/>
                  </a:lnTo>
                  <a:lnTo>
                    <a:pt x="34309" y="1505057"/>
                  </a:lnTo>
                  <a:lnTo>
                    <a:pt x="33447" y="1505433"/>
                  </a:lnTo>
                  <a:lnTo>
                    <a:pt x="31895" y="1506110"/>
                  </a:lnTo>
                  <a:lnTo>
                    <a:pt x="31033" y="1506486"/>
                  </a:lnTo>
                  <a:lnTo>
                    <a:pt x="30861" y="1506561"/>
                  </a:lnTo>
                  <a:lnTo>
                    <a:pt x="29309" y="1507238"/>
                  </a:lnTo>
                  <a:lnTo>
                    <a:pt x="28619" y="1507539"/>
                  </a:lnTo>
                  <a:lnTo>
                    <a:pt x="28275" y="1507689"/>
                  </a:lnTo>
                  <a:lnTo>
                    <a:pt x="27757" y="1507915"/>
                  </a:lnTo>
                  <a:lnTo>
                    <a:pt x="26723" y="1508366"/>
                  </a:lnTo>
                  <a:lnTo>
                    <a:pt x="25516" y="1508893"/>
                  </a:lnTo>
                  <a:lnTo>
                    <a:pt x="24999" y="1509118"/>
                  </a:lnTo>
                  <a:lnTo>
                    <a:pt x="23102" y="1509946"/>
                  </a:lnTo>
                  <a:lnTo>
                    <a:pt x="22930" y="1510021"/>
                  </a:lnTo>
                  <a:lnTo>
                    <a:pt x="22068" y="1510397"/>
                  </a:lnTo>
                  <a:lnTo>
                    <a:pt x="21551" y="1510623"/>
                  </a:lnTo>
                  <a:lnTo>
                    <a:pt x="20861" y="1510924"/>
                  </a:lnTo>
                  <a:lnTo>
                    <a:pt x="20689" y="1510999"/>
                  </a:lnTo>
                  <a:lnTo>
                    <a:pt x="20344" y="1511149"/>
                  </a:lnTo>
                  <a:lnTo>
                    <a:pt x="18792" y="1511827"/>
                  </a:lnTo>
                  <a:lnTo>
                    <a:pt x="18447" y="1511977"/>
                  </a:lnTo>
                  <a:lnTo>
                    <a:pt x="17930" y="1512203"/>
                  </a:lnTo>
                  <a:lnTo>
                    <a:pt x="14309" y="1513783"/>
                  </a:lnTo>
                  <a:lnTo>
                    <a:pt x="12758" y="1514460"/>
                  </a:lnTo>
                  <a:lnTo>
                    <a:pt x="11896" y="1514836"/>
                  </a:lnTo>
                  <a:lnTo>
                    <a:pt x="8103" y="1516491"/>
                  </a:lnTo>
                  <a:lnTo>
                    <a:pt x="6206" y="1517319"/>
                  </a:lnTo>
                  <a:lnTo>
                    <a:pt x="3793" y="1518373"/>
                  </a:lnTo>
                  <a:lnTo>
                    <a:pt x="3620" y="1518448"/>
                  </a:lnTo>
                  <a:lnTo>
                    <a:pt x="0" y="152002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" name="pl15"/>
            <p:cNvSpPr/>
            <p:nvPr/>
          </p:nvSpPr>
          <p:spPr>
            <a:xfrm>
              <a:off x="3588882" y="2829148"/>
              <a:ext cx="3693183" cy="1961705"/>
            </a:xfrm>
            <a:custGeom>
              <a:avLst/>
              <a:pathLst>
                <a:path w="3693183" h="1961705">
                  <a:moveTo>
                    <a:pt x="0" y="1961705"/>
                  </a:moveTo>
                  <a:lnTo>
                    <a:pt x="3620" y="1959782"/>
                  </a:lnTo>
                  <a:lnTo>
                    <a:pt x="3793" y="1959691"/>
                  </a:lnTo>
                  <a:lnTo>
                    <a:pt x="6206" y="1958409"/>
                  </a:lnTo>
                  <a:lnTo>
                    <a:pt x="8103" y="1957401"/>
                  </a:lnTo>
                  <a:lnTo>
                    <a:pt x="11896" y="1955386"/>
                  </a:lnTo>
                  <a:lnTo>
                    <a:pt x="12758" y="1954929"/>
                  </a:lnTo>
                  <a:lnTo>
                    <a:pt x="14309" y="1954104"/>
                  </a:lnTo>
                  <a:lnTo>
                    <a:pt x="17930" y="1952181"/>
                  </a:lnTo>
                  <a:lnTo>
                    <a:pt x="18447" y="1951906"/>
                  </a:lnTo>
                  <a:lnTo>
                    <a:pt x="18792" y="1951723"/>
                  </a:lnTo>
                  <a:lnTo>
                    <a:pt x="20344" y="1950899"/>
                  </a:lnTo>
                  <a:lnTo>
                    <a:pt x="20689" y="1950716"/>
                  </a:lnTo>
                  <a:lnTo>
                    <a:pt x="20861" y="1950624"/>
                  </a:lnTo>
                  <a:lnTo>
                    <a:pt x="21551" y="1950258"/>
                  </a:lnTo>
                  <a:lnTo>
                    <a:pt x="22068" y="1949983"/>
                  </a:lnTo>
                  <a:lnTo>
                    <a:pt x="22930" y="1949525"/>
                  </a:lnTo>
                  <a:lnTo>
                    <a:pt x="23102" y="1949434"/>
                  </a:lnTo>
                  <a:lnTo>
                    <a:pt x="24999" y="1948426"/>
                  </a:lnTo>
                  <a:lnTo>
                    <a:pt x="25516" y="1948152"/>
                  </a:lnTo>
                  <a:lnTo>
                    <a:pt x="26723" y="1947511"/>
                  </a:lnTo>
                  <a:lnTo>
                    <a:pt x="27757" y="1946961"/>
                  </a:lnTo>
                  <a:lnTo>
                    <a:pt x="28275" y="1946686"/>
                  </a:lnTo>
                  <a:lnTo>
                    <a:pt x="28619" y="1946503"/>
                  </a:lnTo>
                  <a:lnTo>
                    <a:pt x="29309" y="1946137"/>
                  </a:lnTo>
                  <a:lnTo>
                    <a:pt x="30861" y="1945313"/>
                  </a:lnTo>
                  <a:lnTo>
                    <a:pt x="31033" y="1945221"/>
                  </a:lnTo>
                  <a:lnTo>
                    <a:pt x="31895" y="1944763"/>
                  </a:lnTo>
                  <a:lnTo>
                    <a:pt x="33447" y="1943939"/>
                  </a:lnTo>
                  <a:lnTo>
                    <a:pt x="34309" y="1943481"/>
                  </a:lnTo>
                  <a:lnTo>
                    <a:pt x="36550" y="1942291"/>
                  </a:lnTo>
                  <a:lnTo>
                    <a:pt x="36723" y="1942199"/>
                  </a:lnTo>
                  <a:lnTo>
                    <a:pt x="37930" y="1941558"/>
                  </a:lnTo>
                  <a:lnTo>
                    <a:pt x="38964" y="1941009"/>
                  </a:lnTo>
                  <a:lnTo>
                    <a:pt x="39481" y="1940734"/>
                  </a:lnTo>
                  <a:lnTo>
                    <a:pt x="40171" y="1940368"/>
                  </a:lnTo>
                  <a:lnTo>
                    <a:pt x="40688" y="1940093"/>
                  </a:lnTo>
                  <a:lnTo>
                    <a:pt x="42412" y="1939177"/>
                  </a:lnTo>
                  <a:lnTo>
                    <a:pt x="43274" y="1938719"/>
                  </a:lnTo>
                  <a:lnTo>
                    <a:pt x="45516" y="1937529"/>
                  </a:lnTo>
                  <a:lnTo>
                    <a:pt x="46550" y="1936979"/>
                  </a:lnTo>
                  <a:lnTo>
                    <a:pt x="47240" y="1936613"/>
                  </a:lnTo>
                  <a:lnTo>
                    <a:pt x="47585" y="1936430"/>
                  </a:lnTo>
                  <a:lnTo>
                    <a:pt x="49481" y="1935422"/>
                  </a:lnTo>
                  <a:lnTo>
                    <a:pt x="64998" y="1927180"/>
                  </a:lnTo>
                  <a:lnTo>
                    <a:pt x="72584" y="1923151"/>
                  </a:lnTo>
                  <a:lnTo>
                    <a:pt x="172409" y="1870127"/>
                  </a:lnTo>
                  <a:lnTo>
                    <a:pt x="176030" y="1868204"/>
                  </a:lnTo>
                  <a:lnTo>
                    <a:pt x="176202" y="1868112"/>
                  </a:lnTo>
                  <a:lnTo>
                    <a:pt x="178616" y="1866830"/>
                  </a:lnTo>
                  <a:lnTo>
                    <a:pt x="180512" y="1865823"/>
                  </a:lnTo>
                  <a:lnTo>
                    <a:pt x="184305" y="1863808"/>
                  </a:lnTo>
                  <a:lnTo>
                    <a:pt x="185167" y="1863350"/>
                  </a:lnTo>
                  <a:lnTo>
                    <a:pt x="186719" y="1862526"/>
                  </a:lnTo>
                  <a:lnTo>
                    <a:pt x="190340" y="1860603"/>
                  </a:lnTo>
                  <a:lnTo>
                    <a:pt x="190857" y="1860328"/>
                  </a:lnTo>
                  <a:lnTo>
                    <a:pt x="191202" y="1860145"/>
                  </a:lnTo>
                  <a:lnTo>
                    <a:pt x="192753" y="1859320"/>
                  </a:lnTo>
                  <a:lnTo>
                    <a:pt x="193098" y="1859137"/>
                  </a:lnTo>
                  <a:lnTo>
                    <a:pt x="193271" y="1859046"/>
                  </a:lnTo>
                  <a:lnTo>
                    <a:pt x="193960" y="1858679"/>
                  </a:lnTo>
                  <a:lnTo>
                    <a:pt x="194477" y="1858405"/>
                  </a:lnTo>
                  <a:lnTo>
                    <a:pt x="195339" y="1857947"/>
                  </a:lnTo>
                  <a:lnTo>
                    <a:pt x="195512" y="1857855"/>
                  </a:lnTo>
                  <a:lnTo>
                    <a:pt x="197408" y="1856848"/>
                  </a:lnTo>
                  <a:lnTo>
                    <a:pt x="197926" y="1856573"/>
                  </a:lnTo>
                  <a:lnTo>
                    <a:pt x="199132" y="1855932"/>
                  </a:lnTo>
                  <a:lnTo>
                    <a:pt x="200167" y="1855383"/>
                  </a:lnTo>
                  <a:lnTo>
                    <a:pt x="200684" y="1855108"/>
                  </a:lnTo>
                  <a:lnTo>
                    <a:pt x="201029" y="1854925"/>
                  </a:lnTo>
                  <a:lnTo>
                    <a:pt x="201719" y="1854558"/>
                  </a:lnTo>
                  <a:lnTo>
                    <a:pt x="203270" y="1853734"/>
                  </a:lnTo>
                  <a:lnTo>
                    <a:pt x="203443" y="1853643"/>
                  </a:lnTo>
                  <a:lnTo>
                    <a:pt x="204305" y="1853185"/>
                  </a:lnTo>
                  <a:lnTo>
                    <a:pt x="205856" y="1852360"/>
                  </a:lnTo>
                  <a:lnTo>
                    <a:pt x="206718" y="1851903"/>
                  </a:lnTo>
                  <a:lnTo>
                    <a:pt x="208960" y="1850712"/>
                  </a:lnTo>
                  <a:lnTo>
                    <a:pt x="209132" y="1850621"/>
                  </a:lnTo>
                  <a:lnTo>
                    <a:pt x="210339" y="1849979"/>
                  </a:lnTo>
                  <a:lnTo>
                    <a:pt x="211374" y="1849430"/>
                  </a:lnTo>
                  <a:lnTo>
                    <a:pt x="211891" y="1849155"/>
                  </a:lnTo>
                  <a:lnTo>
                    <a:pt x="212580" y="1848789"/>
                  </a:lnTo>
                  <a:lnTo>
                    <a:pt x="213098" y="1848514"/>
                  </a:lnTo>
                  <a:lnTo>
                    <a:pt x="214822" y="1847598"/>
                  </a:lnTo>
                  <a:lnTo>
                    <a:pt x="215684" y="1847141"/>
                  </a:lnTo>
                  <a:lnTo>
                    <a:pt x="217925" y="1845950"/>
                  </a:lnTo>
                  <a:lnTo>
                    <a:pt x="218960" y="1845401"/>
                  </a:lnTo>
                  <a:lnTo>
                    <a:pt x="219649" y="1845034"/>
                  </a:lnTo>
                  <a:lnTo>
                    <a:pt x="219994" y="1844851"/>
                  </a:lnTo>
                  <a:lnTo>
                    <a:pt x="221891" y="1843844"/>
                  </a:lnTo>
                  <a:lnTo>
                    <a:pt x="237407" y="1835602"/>
                  </a:lnTo>
                  <a:lnTo>
                    <a:pt x="244993" y="1831572"/>
                  </a:lnTo>
                  <a:lnTo>
                    <a:pt x="344818" y="1778548"/>
                  </a:lnTo>
                  <a:lnTo>
                    <a:pt x="348439" y="1776625"/>
                  </a:lnTo>
                  <a:lnTo>
                    <a:pt x="348611" y="1776533"/>
                  </a:lnTo>
                  <a:lnTo>
                    <a:pt x="351025" y="1775251"/>
                  </a:lnTo>
                  <a:lnTo>
                    <a:pt x="352922" y="1774244"/>
                  </a:lnTo>
                  <a:lnTo>
                    <a:pt x="356715" y="1772229"/>
                  </a:lnTo>
                  <a:lnTo>
                    <a:pt x="357577" y="1771771"/>
                  </a:lnTo>
                  <a:lnTo>
                    <a:pt x="359128" y="1770947"/>
                  </a:lnTo>
                  <a:lnTo>
                    <a:pt x="362749" y="1769024"/>
                  </a:lnTo>
                  <a:lnTo>
                    <a:pt x="363266" y="1768749"/>
                  </a:lnTo>
                  <a:lnTo>
                    <a:pt x="363611" y="1768566"/>
                  </a:lnTo>
                  <a:lnTo>
                    <a:pt x="365163" y="1767742"/>
                  </a:lnTo>
                  <a:lnTo>
                    <a:pt x="365508" y="1767559"/>
                  </a:lnTo>
                  <a:lnTo>
                    <a:pt x="365680" y="1767467"/>
                  </a:lnTo>
                  <a:lnTo>
                    <a:pt x="366370" y="1767101"/>
                  </a:lnTo>
                  <a:lnTo>
                    <a:pt x="366887" y="1766826"/>
                  </a:lnTo>
                  <a:lnTo>
                    <a:pt x="367749" y="1766368"/>
                  </a:lnTo>
                  <a:lnTo>
                    <a:pt x="367921" y="1766277"/>
                  </a:lnTo>
                  <a:lnTo>
                    <a:pt x="369818" y="1765269"/>
                  </a:lnTo>
                  <a:lnTo>
                    <a:pt x="370335" y="1764994"/>
                  </a:lnTo>
                  <a:lnTo>
                    <a:pt x="371542" y="1764353"/>
                  </a:lnTo>
                  <a:lnTo>
                    <a:pt x="372576" y="1763804"/>
                  </a:lnTo>
                  <a:lnTo>
                    <a:pt x="373094" y="1763529"/>
                  </a:lnTo>
                  <a:lnTo>
                    <a:pt x="373438" y="1763346"/>
                  </a:lnTo>
                  <a:lnTo>
                    <a:pt x="374128" y="1762980"/>
                  </a:lnTo>
                  <a:lnTo>
                    <a:pt x="375680" y="1762156"/>
                  </a:lnTo>
                  <a:lnTo>
                    <a:pt x="375852" y="1762064"/>
                  </a:lnTo>
                  <a:lnTo>
                    <a:pt x="376714" y="1761606"/>
                  </a:lnTo>
                  <a:lnTo>
                    <a:pt x="378266" y="1760782"/>
                  </a:lnTo>
                  <a:lnTo>
                    <a:pt x="379128" y="1760324"/>
                  </a:lnTo>
                  <a:lnTo>
                    <a:pt x="381369" y="1759133"/>
                  </a:lnTo>
                  <a:lnTo>
                    <a:pt x="381542" y="1759042"/>
                  </a:lnTo>
                  <a:lnTo>
                    <a:pt x="382749" y="1758401"/>
                  </a:lnTo>
                  <a:lnTo>
                    <a:pt x="383783" y="1757851"/>
                  </a:lnTo>
                  <a:lnTo>
                    <a:pt x="384300" y="1757577"/>
                  </a:lnTo>
                  <a:lnTo>
                    <a:pt x="384990" y="1757210"/>
                  </a:lnTo>
                  <a:lnTo>
                    <a:pt x="385507" y="1756936"/>
                  </a:lnTo>
                  <a:lnTo>
                    <a:pt x="387231" y="1756020"/>
                  </a:lnTo>
                  <a:lnTo>
                    <a:pt x="388093" y="1755562"/>
                  </a:lnTo>
                  <a:lnTo>
                    <a:pt x="390335" y="1754371"/>
                  </a:lnTo>
                  <a:lnTo>
                    <a:pt x="391369" y="1753822"/>
                  </a:lnTo>
                  <a:lnTo>
                    <a:pt x="392059" y="1753456"/>
                  </a:lnTo>
                  <a:lnTo>
                    <a:pt x="392404" y="1753272"/>
                  </a:lnTo>
                  <a:lnTo>
                    <a:pt x="394300" y="1752265"/>
                  </a:lnTo>
                  <a:lnTo>
                    <a:pt x="409817" y="1744023"/>
                  </a:lnTo>
                  <a:lnTo>
                    <a:pt x="417403" y="1739994"/>
                  </a:lnTo>
                  <a:lnTo>
                    <a:pt x="517228" y="1686969"/>
                  </a:lnTo>
                  <a:lnTo>
                    <a:pt x="520849" y="1685046"/>
                  </a:lnTo>
                  <a:lnTo>
                    <a:pt x="521021" y="1684955"/>
                  </a:lnTo>
                  <a:lnTo>
                    <a:pt x="523435" y="1683673"/>
                  </a:lnTo>
                  <a:lnTo>
                    <a:pt x="525331" y="1682665"/>
                  </a:lnTo>
                  <a:lnTo>
                    <a:pt x="529124" y="1680651"/>
                  </a:lnTo>
                  <a:lnTo>
                    <a:pt x="529986" y="1680193"/>
                  </a:lnTo>
                  <a:lnTo>
                    <a:pt x="531538" y="1679368"/>
                  </a:lnTo>
                  <a:lnTo>
                    <a:pt x="535159" y="1677445"/>
                  </a:lnTo>
                  <a:lnTo>
                    <a:pt x="535676" y="1677171"/>
                  </a:lnTo>
                  <a:lnTo>
                    <a:pt x="536021" y="1676987"/>
                  </a:lnTo>
                  <a:lnTo>
                    <a:pt x="537572" y="1676163"/>
                  </a:lnTo>
                  <a:lnTo>
                    <a:pt x="537917" y="1675980"/>
                  </a:lnTo>
                  <a:lnTo>
                    <a:pt x="538090" y="1675888"/>
                  </a:lnTo>
                  <a:lnTo>
                    <a:pt x="538779" y="1675522"/>
                  </a:lnTo>
                  <a:lnTo>
                    <a:pt x="539296" y="1675247"/>
                  </a:lnTo>
                  <a:lnTo>
                    <a:pt x="540158" y="1674790"/>
                  </a:lnTo>
                  <a:lnTo>
                    <a:pt x="540331" y="1674698"/>
                  </a:lnTo>
                  <a:lnTo>
                    <a:pt x="542227" y="1673691"/>
                  </a:lnTo>
                  <a:lnTo>
                    <a:pt x="542745" y="1673416"/>
                  </a:lnTo>
                  <a:lnTo>
                    <a:pt x="543951" y="1672775"/>
                  </a:lnTo>
                  <a:lnTo>
                    <a:pt x="544986" y="1672225"/>
                  </a:lnTo>
                  <a:lnTo>
                    <a:pt x="545503" y="1671951"/>
                  </a:lnTo>
                  <a:lnTo>
                    <a:pt x="545848" y="1671767"/>
                  </a:lnTo>
                  <a:lnTo>
                    <a:pt x="546538" y="1671401"/>
                  </a:lnTo>
                  <a:lnTo>
                    <a:pt x="548089" y="1670577"/>
                  </a:lnTo>
                  <a:lnTo>
                    <a:pt x="548262" y="1670485"/>
                  </a:lnTo>
                  <a:lnTo>
                    <a:pt x="549124" y="1670027"/>
                  </a:lnTo>
                  <a:lnTo>
                    <a:pt x="550675" y="1669203"/>
                  </a:lnTo>
                  <a:lnTo>
                    <a:pt x="551537" y="1668745"/>
                  </a:lnTo>
                  <a:lnTo>
                    <a:pt x="553779" y="1667555"/>
                  </a:lnTo>
                  <a:lnTo>
                    <a:pt x="553951" y="1667463"/>
                  </a:lnTo>
                  <a:lnTo>
                    <a:pt x="555158" y="1666822"/>
                  </a:lnTo>
                  <a:lnTo>
                    <a:pt x="556193" y="1666273"/>
                  </a:lnTo>
                  <a:lnTo>
                    <a:pt x="556710" y="1665998"/>
                  </a:lnTo>
                  <a:lnTo>
                    <a:pt x="557399" y="1665632"/>
                  </a:lnTo>
                  <a:lnTo>
                    <a:pt x="557917" y="1665357"/>
                  </a:lnTo>
                  <a:lnTo>
                    <a:pt x="559641" y="1664441"/>
                  </a:lnTo>
                  <a:lnTo>
                    <a:pt x="560503" y="1663983"/>
                  </a:lnTo>
                  <a:lnTo>
                    <a:pt x="562744" y="1662793"/>
                  </a:lnTo>
                  <a:lnTo>
                    <a:pt x="563779" y="1662243"/>
                  </a:lnTo>
                  <a:lnTo>
                    <a:pt x="564468" y="1661877"/>
                  </a:lnTo>
                  <a:lnTo>
                    <a:pt x="564813" y="1661694"/>
                  </a:lnTo>
                  <a:lnTo>
                    <a:pt x="566710" y="1660686"/>
                  </a:lnTo>
                  <a:lnTo>
                    <a:pt x="582226" y="1652444"/>
                  </a:lnTo>
                  <a:lnTo>
                    <a:pt x="589812" y="1648415"/>
                  </a:lnTo>
                  <a:lnTo>
                    <a:pt x="689637" y="1595391"/>
                  </a:lnTo>
                  <a:lnTo>
                    <a:pt x="693258" y="1593468"/>
                  </a:lnTo>
                  <a:lnTo>
                    <a:pt x="693430" y="1593376"/>
                  </a:lnTo>
                  <a:lnTo>
                    <a:pt x="695844" y="1592094"/>
                  </a:lnTo>
                  <a:lnTo>
                    <a:pt x="697741" y="1591087"/>
                  </a:lnTo>
                  <a:lnTo>
                    <a:pt x="701534" y="1589072"/>
                  </a:lnTo>
                  <a:lnTo>
                    <a:pt x="702396" y="1588614"/>
                  </a:lnTo>
                  <a:lnTo>
                    <a:pt x="703947" y="1587790"/>
                  </a:lnTo>
                  <a:lnTo>
                    <a:pt x="707568" y="1585867"/>
                  </a:lnTo>
                  <a:lnTo>
                    <a:pt x="708085" y="1585592"/>
                  </a:lnTo>
                  <a:lnTo>
                    <a:pt x="708430" y="1585409"/>
                  </a:lnTo>
                  <a:lnTo>
                    <a:pt x="709982" y="1584585"/>
                  </a:lnTo>
                  <a:lnTo>
                    <a:pt x="710327" y="1584401"/>
                  </a:lnTo>
                  <a:lnTo>
                    <a:pt x="710499" y="1584310"/>
                  </a:lnTo>
                  <a:lnTo>
                    <a:pt x="711189" y="1583944"/>
                  </a:lnTo>
                  <a:lnTo>
                    <a:pt x="711706" y="1583669"/>
                  </a:lnTo>
                  <a:lnTo>
                    <a:pt x="712568" y="1583211"/>
                  </a:lnTo>
                  <a:lnTo>
                    <a:pt x="712740" y="1583119"/>
                  </a:lnTo>
                  <a:lnTo>
                    <a:pt x="714637" y="1582112"/>
                  </a:lnTo>
                  <a:lnTo>
                    <a:pt x="715154" y="1581837"/>
                  </a:lnTo>
                  <a:lnTo>
                    <a:pt x="716361" y="1581196"/>
                  </a:lnTo>
                  <a:lnTo>
                    <a:pt x="717395" y="1580647"/>
                  </a:lnTo>
                  <a:lnTo>
                    <a:pt x="717913" y="1580372"/>
                  </a:lnTo>
                  <a:lnTo>
                    <a:pt x="718257" y="1580189"/>
                  </a:lnTo>
                  <a:lnTo>
                    <a:pt x="718947" y="1579822"/>
                  </a:lnTo>
                  <a:lnTo>
                    <a:pt x="720499" y="1578998"/>
                  </a:lnTo>
                  <a:lnTo>
                    <a:pt x="720671" y="1578907"/>
                  </a:lnTo>
                  <a:lnTo>
                    <a:pt x="721533" y="1578449"/>
                  </a:lnTo>
                  <a:lnTo>
                    <a:pt x="723085" y="1577625"/>
                  </a:lnTo>
                  <a:lnTo>
                    <a:pt x="723947" y="1577167"/>
                  </a:lnTo>
                  <a:lnTo>
                    <a:pt x="726188" y="1575976"/>
                  </a:lnTo>
                  <a:lnTo>
                    <a:pt x="726361" y="1575885"/>
                  </a:lnTo>
                  <a:lnTo>
                    <a:pt x="727568" y="1575244"/>
                  </a:lnTo>
                  <a:lnTo>
                    <a:pt x="728602" y="1574694"/>
                  </a:lnTo>
                  <a:lnTo>
                    <a:pt x="729119" y="1574419"/>
                  </a:lnTo>
                  <a:lnTo>
                    <a:pt x="729809" y="1574053"/>
                  </a:lnTo>
                  <a:lnTo>
                    <a:pt x="730326" y="1573778"/>
                  </a:lnTo>
                  <a:lnTo>
                    <a:pt x="732050" y="1572863"/>
                  </a:lnTo>
                  <a:lnTo>
                    <a:pt x="732912" y="1572405"/>
                  </a:lnTo>
                  <a:lnTo>
                    <a:pt x="735154" y="1571214"/>
                  </a:lnTo>
                  <a:lnTo>
                    <a:pt x="736188" y="1570665"/>
                  </a:lnTo>
                  <a:lnTo>
                    <a:pt x="736878" y="1570298"/>
                  </a:lnTo>
                  <a:lnTo>
                    <a:pt x="737222" y="1570115"/>
                  </a:lnTo>
                  <a:lnTo>
                    <a:pt x="739119" y="1569108"/>
                  </a:lnTo>
                  <a:lnTo>
                    <a:pt x="754636" y="1560866"/>
                  </a:lnTo>
                  <a:lnTo>
                    <a:pt x="762222" y="1556836"/>
                  </a:lnTo>
                  <a:lnTo>
                    <a:pt x="862047" y="1503812"/>
                  </a:lnTo>
                  <a:lnTo>
                    <a:pt x="865668" y="1501889"/>
                  </a:lnTo>
                  <a:lnTo>
                    <a:pt x="865840" y="1501797"/>
                  </a:lnTo>
                  <a:lnTo>
                    <a:pt x="868254" y="1500515"/>
                  </a:lnTo>
                  <a:lnTo>
                    <a:pt x="870150" y="1499508"/>
                  </a:lnTo>
                  <a:lnTo>
                    <a:pt x="873943" y="1497493"/>
                  </a:lnTo>
                  <a:lnTo>
                    <a:pt x="874805" y="1497035"/>
                  </a:lnTo>
                  <a:lnTo>
                    <a:pt x="876357" y="1496211"/>
                  </a:lnTo>
                  <a:lnTo>
                    <a:pt x="879978" y="1494288"/>
                  </a:lnTo>
                  <a:lnTo>
                    <a:pt x="880495" y="1494013"/>
                  </a:lnTo>
                  <a:lnTo>
                    <a:pt x="880840" y="1493830"/>
                  </a:lnTo>
                  <a:lnTo>
                    <a:pt x="882391" y="1493006"/>
                  </a:lnTo>
                  <a:lnTo>
                    <a:pt x="882736" y="1492823"/>
                  </a:lnTo>
                  <a:lnTo>
                    <a:pt x="882909" y="1492731"/>
                  </a:lnTo>
                  <a:lnTo>
                    <a:pt x="883598" y="1492365"/>
                  </a:lnTo>
                  <a:lnTo>
                    <a:pt x="884115" y="1492090"/>
                  </a:lnTo>
                  <a:lnTo>
                    <a:pt x="884977" y="1491632"/>
                  </a:lnTo>
                  <a:lnTo>
                    <a:pt x="885150" y="1491541"/>
                  </a:lnTo>
                  <a:lnTo>
                    <a:pt x="887046" y="1490533"/>
                  </a:lnTo>
                  <a:lnTo>
                    <a:pt x="887564" y="1490259"/>
                  </a:lnTo>
                  <a:lnTo>
                    <a:pt x="888770" y="1489618"/>
                  </a:lnTo>
                  <a:lnTo>
                    <a:pt x="889805" y="1489068"/>
                  </a:lnTo>
                  <a:lnTo>
                    <a:pt x="890322" y="1488793"/>
                  </a:lnTo>
                  <a:lnTo>
                    <a:pt x="890667" y="1488610"/>
                  </a:lnTo>
                  <a:lnTo>
                    <a:pt x="891357" y="1488244"/>
                  </a:lnTo>
                  <a:lnTo>
                    <a:pt x="892908" y="1487420"/>
                  </a:lnTo>
                  <a:lnTo>
                    <a:pt x="893081" y="1487328"/>
                  </a:lnTo>
                  <a:lnTo>
                    <a:pt x="893943" y="1486870"/>
                  </a:lnTo>
                  <a:lnTo>
                    <a:pt x="895494" y="1486046"/>
                  </a:lnTo>
                  <a:lnTo>
                    <a:pt x="896356" y="1485588"/>
                  </a:lnTo>
                  <a:lnTo>
                    <a:pt x="898598" y="1484398"/>
                  </a:lnTo>
                  <a:lnTo>
                    <a:pt x="898770" y="1484306"/>
                  </a:lnTo>
                  <a:lnTo>
                    <a:pt x="899977" y="1483665"/>
                  </a:lnTo>
                  <a:lnTo>
                    <a:pt x="901012" y="1483115"/>
                  </a:lnTo>
                  <a:lnTo>
                    <a:pt x="901529" y="1482841"/>
                  </a:lnTo>
                  <a:lnTo>
                    <a:pt x="902218" y="1482474"/>
                  </a:lnTo>
                  <a:lnTo>
                    <a:pt x="902736" y="1482200"/>
                  </a:lnTo>
                  <a:lnTo>
                    <a:pt x="904460" y="1481284"/>
                  </a:lnTo>
                  <a:lnTo>
                    <a:pt x="905322" y="1480826"/>
                  </a:lnTo>
                  <a:lnTo>
                    <a:pt x="907563" y="1479635"/>
                  </a:lnTo>
                  <a:lnTo>
                    <a:pt x="908598" y="1479086"/>
                  </a:lnTo>
                  <a:lnTo>
                    <a:pt x="909287" y="1478720"/>
                  </a:lnTo>
                  <a:lnTo>
                    <a:pt x="909632" y="1478537"/>
                  </a:lnTo>
                  <a:lnTo>
                    <a:pt x="911528" y="1477529"/>
                  </a:lnTo>
                  <a:lnTo>
                    <a:pt x="927045" y="1469287"/>
                  </a:lnTo>
                  <a:lnTo>
                    <a:pt x="934631" y="1465258"/>
                  </a:lnTo>
                  <a:lnTo>
                    <a:pt x="1034456" y="1412234"/>
                  </a:lnTo>
                  <a:lnTo>
                    <a:pt x="1038077" y="1410310"/>
                  </a:lnTo>
                  <a:lnTo>
                    <a:pt x="1038249" y="1410219"/>
                  </a:lnTo>
                  <a:lnTo>
                    <a:pt x="1040663" y="1408937"/>
                  </a:lnTo>
                  <a:lnTo>
                    <a:pt x="1042560" y="1407929"/>
                  </a:lnTo>
                  <a:lnTo>
                    <a:pt x="1046353" y="1405915"/>
                  </a:lnTo>
                  <a:lnTo>
                    <a:pt x="1047215" y="1405457"/>
                  </a:lnTo>
                  <a:lnTo>
                    <a:pt x="1048766" y="1404633"/>
                  </a:lnTo>
                  <a:lnTo>
                    <a:pt x="1052387" y="1402709"/>
                  </a:lnTo>
                  <a:lnTo>
                    <a:pt x="1052904" y="1402435"/>
                  </a:lnTo>
                  <a:lnTo>
                    <a:pt x="1053249" y="1402252"/>
                  </a:lnTo>
                  <a:lnTo>
                    <a:pt x="1054801" y="1401427"/>
                  </a:lnTo>
                  <a:lnTo>
                    <a:pt x="1055146" y="1401244"/>
                  </a:lnTo>
                  <a:lnTo>
                    <a:pt x="1055318" y="1401153"/>
                  </a:lnTo>
                  <a:lnTo>
                    <a:pt x="1056008" y="1400786"/>
                  </a:lnTo>
                  <a:lnTo>
                    <a:pt x="1056525" y="1400512"/>
                  </a:lnTo>
                  <a:lnTo>
                    <a:pt x="1057387" y="1400054"/>
                  </a:lnTo>
                  <a:lnTo>
                    <a:pt x="1057559" y="1399962"/>
                  </a:lnTo>
                  <a:lnTo>
                    <a:pt x="1059456" y="1398955"/>
                  </a:lnTo>
                  <a:lnTo>
                    <a:pt x="1059973" y="1398680"/>
                  </a:lnTo>
                  <a:lnTo>
                    <a:pt x="1061180" y="1398039"/>
                  </a:lnTo>
                  <a:lnTo>
                    <a:pt x="1062214" y="1397489"/>
                  </a:lnTo>
                  <a:lnTo>
                    <a:pt x="1062732" y="1397215"/>
                  </a:lnTo>
                  <a:lnTo>
                    <a:pt x="1063076" y="1397032"/>
                  </a:lnTo>
                  <a:lnTo>
                    <a:pt x="1063766" y="1396665"/>
                  </a:lnTo>
                  <a:lnTo>
                    <a:pt x="1065318" y="1395841"/>
                  </a:lnTo>
                  <a:lnTo>
                    <a:pt x="1065490" y="1395749"/>
                  </a:lnTo>
                  <a:lnTo>
                    <a:pt x="1066352" y="1395292"/>
                  </a:lnTo>
                  <a:lnTo>
                    <a:pt x="1067904" y="1394467"/>
                  </a:lnTo>
                  <a:lnTo>
                    <a:pt x="1068766" y="1394009"/>
                  </a:lnTo>
                  <a:lnTo>
                    <a:pt x="1071007" y="1392819"/>
                  </a:lnTo>
                  <a:lnTo>
                    <a:pt x="1071180" y="1392727"/>
                  </a:lnTo>
                  <a:lnTo>
                    <a:pt x="1072387" y="1392086"/>
                  </a:lnTo>
                  <a:lnTo>
                    <a:pt x="1073421" y="1391537"/>
                  </a:lnTo>
                  <a:lnTo>
                    <a:pt x="1073938" y="1391262"/>
                  </a:lnTo>
                  <a:lnTo>
                    <a:pt x="1074628" y="1390896"/>
                  </a:lnTo>
                  <a:lnTo>
                    <a:pt x="1075145" y="1390621"/>
                  </a:lnTo>
                  <a:lnTo>
                    <a:pt x="1076869" y="1389705"/>
                  </a:lnTo>
                  <a:lnTo>
                    <a:pt x="1077731" y="1389247"/>
                  </a:lnTo>
                  <a:lnTo>
                    <a:pt x="1079973" y="1388057"/>
                  </a:lnTo>
                  <a:lnTo>
                    <a:pt x="1081007" y="1387507"/>
                  </a:lnTo>
                  <a:lnTo>
                    <a:pt x="1081697" y="1387141"/>
                  </a:lnTo>
                  <a:lnTo>
                    <a:pt x="1082041" y="1386958"/>
                  </a:lnTo>
                  <a:lnTo>
                    <a:pt x="1083938" y="1385951"/>
                  </a:lnTo>
                  <a:lnTo>
                    <a:pt x="1099455" y="1377708"/>
                  </a:lnTo>
                  <a:lnTo>
                    <a:pt x="1107041" y="1373679"/>
                  </a:lnTo>
                  <a:lnTo>
                    <a:pt x="1206866" y="1320655"/>
                  </a:lnTo>
                  <a:lnTo>
                    <a:pt x="1210487" y="1318732"/>
                  </a:lnTo>
                  <a:lnTo>
                    <a:pt x="1210659" y="1318640"/>
                  </a:lnTo>
                  <a:lnTo>
                    <a:pt x="1213073" y="1317358"/>
                  </a:lnTo>
                  <a:lnTo>
                    <a:pt x="1214969" y="1316351"/>
                  </a:lnTo>
                  <a:lnTo>
                    <a:pt x="1218762" y="1314336"/>
                  </a:lnTo>
                  <a:lnTo>
                    <a:pt x="1219624" y="1313878"/>
                  </a:lnTo>
                  <a:lnTo>
                    <a:pt x="1221176" y="1313054"/>
                  </a:lnTo>
                  <a:lnTo>
                    <a:pt x="1224797" y="1311131"/>
                  </a:lnTo>
                  <a:lnTo>
                    <a:pt x="1225314" y="1310856"/>
                  </a:lnTo>
                  <a:lnTo>
                    <a:pt x="1225659" y="1310673"/>
                  </a:lnTo>
                  <a:lnTo>
                    <a:pt x="1227210" y="1309849"/>
                  </a:lnTo>
                  <a:lnTo>
                    <a:pt x="1227555" y="1309666"/>
                  </a:lnTo>
                  <a:lnTo>
                    <a:pt x="1227728" y="1309574"/>
                  </a:lnTo>
                  <a:lnTo>
                    <a:pt x="1228417" y="1309208"/>
                  </a:lnTo>
                  <a:lnTo>
                    <a:pt x="1228934" y="1308933"/>
                  </a:lnTo>
                  <a:lnTo>
                    <a:pt x="1229796" y="1308475"/>
                  </a:lnTo>
                  <a:lnTo>
                    <a:pt x="1229969" y="1308383"/>
                  </a:lnTo>
                  <a:lnTo>
                    <a:pt x="1231865" y="1307376"/>
                  </a:lnTo>
                  <a:lnTo>
                    <a:pt x="1232383" y="1307101"/>
                  </a:lnTo>
                  <a:lnTo>
                    <a:pt x="1233589" y="1306460"/>
                  </a:lnTo>
                  <a:lnTo>
                    <a:pt x="1234624" y="1305911"/>
                  </a:lnTo>
                  <a:lnTo>
                    <a:pt x="1235141" y="1305636"/>
                  </a:lnTo>
                  <a:lnTo>
                    <a:pt x="1235486" y="1305453"/>
                  </a:lnTo>
                  <a:lnTo>
                    <a:pt x="1236176" y="1305087"/>
                  </a:lnTo>
                  <a:lnTo>
                    <a:pt x="1237727" y="1304262"/>
                  </a:lnTo>
                  <a:lnTo>
                    <a:pt x="1237900" y="1304171"/>
                  </a:lnTo>
                  <a:lnTo>
                    <a:pt x="1238762" y="1303713"/>
                  </a:lnTo>
                  <a:lnTo>
                    <a:pt x="1240313" y="1302889"/>
                  </a:lnTo>
                  <a:lnTo>
                    <a:pt x="1241175" y="1302431"/>
                  </a:lnTo>
                  <a:lnTo>
                    <a:pt x="1243417" y="1301240"/>
                  </a:lnTo>
                  <a:lnTo>
                    <a:pt x="1243589" y="1301149"/>
                  </a:lnTo>
                  <a:lnTo>
                    <a:pt x="1244796" y="1300508"/>
                  </a:lnTo>
                  <a:lnTo>
                    <a:pt x="1245831" y="1299958"/>
                  </a:lnTo>
                  <a:lnTo>
                    <a:pt x="1246348" y="1299683"/>
                  </a:lnTo>
                  <a:lnTo>
                    <a:pt x="1247037" y="1299317"/>
                  </a:lnTo>
                  <a:lnTo>
                    <a:pt x="1247555" y="1299042"/>
                  </a:lnTo>
                  <a:lnTo>
                    <a:pt x="1249279" y="1298127"/>
                  </a:lnTo>
                  <a:lnTo>
                    <a:pt x="1250141" y="1297669"/>
                  </a:lnTo>
                  <a:lnTo>
                    <a:pt x="1252382" y="1296478"/>
                  </a:lnTo>
                  <a:lnTo>
                    <a:pt x="1253417" y="1295929"/>
                  </a:lnTo>
                  <a:lnTo>
                    <a:pt x="1254106" y="1295562"/>
                  </a:lnTo>
                  <a:lnTo>
                    <a:pt x="1254451" y="1295379"/>
                  </a:lnTo>
                  <a:lnTo>
                    <a:pt x="1256347" y="1294372"/>
                  </a:lnTo>
                  <a:lnTo>
                    <a:pt x="1271864" y="1286130"/>
                  </a:lnTo>
                  <a:lnTo>
                    <a:pt x="1279450" y="1282100"/>
                  </a:lnTo>
                  <a:lnTo>
                    <a:pt x="1379275" y="1229076"/>
                  </a:lnTo>
                  <a:lnTo>
                    <a:pt x="1382896" y="1227153"/>
                  </a:lnTo>
                  <a:lnTo>
                    <a:pt x="1383068" y="1227062"/>
                  </a:lnTo>
                  <a:lnTo>
                    <a:pt x="1385482" y="1225779"/>
                  </a:lnTo>
                  <a:lnTo>
                    <a:pt x="1387379" y="1224772"/>
                  </a:lnTo>
                  <a:lnTo>
                    <a:pt x="1391172" y="1222757"/>
                  </a:lnTo>
                  <a:lnTo>
                    <a:pt x="1392034" y="1222300"/>
                  </a:lnTo>
                  <a:lnTo>
                    <a:pt x="1393585" y="1221475"/>
                  </a:lnTo>
                  <a:lnTo>
                    <a:pt x="1397206" y="1219552"/>
                  </a:lnTo>
                  <a:lnTo>
                    <a:pt x="1397723" y="1219277"/>
                  </a:lnTo>
                  <a:lnTo>
                    <a:pt x="1398068" y="1219094"/>
                  </a:lnTo>
                  <a:lnTo>
                    <a:pt x="1399620" y="1218270"/>
                  </a:lnTo>
                  <a:lnTo>
                    <a:pt x="1399965" y="1218087"/>
                  </a:lnTo>
                  <a:lnTo>
                    <a:pt x="1400137" y="1217995"/>
                  </a:lnTo>
                  <a:lnTo>
                    <a:pt x="1400827" y="1217629"/>
                  </a:lnTo>
                  <a:lnTo>
                    <a:pt x="1401344" y="1217354"/>
                  </a:lnTo>
                  <a:lnTo>
                    <a:pt x="1402206" y="1216896"/>
                  </a:lnTo>
                  <a:lnTo>
                    <a:pt x="1402378" y="1216805"/>
                  </a:lnTo>
                  <a:lnTo>
                    <a:pt x="1404275" y="1215797"/>
                  </a:lnTo>
                  <a:lnTo>
                    <a:pt x="1404792" y="1215523"/>
                  </a:lnTo>
                  <a:lnTo>
                    <a:pt x="1405999" y="1214882"/>
                  </a:lnTo>
                  <a:lnTo>
                    <a:pt x="1407033" y="1214332"/>
                  </a:lnTo>
                  <a:lnTo>
                    <a:pt x="1407551" y="1214057"/>
                  </a:lnTo>
                  <a:lnTo>
                    <a:pt x="1407895" y="1213874"/>
                  </a:lnTo>
                  <a:lnTo>
                    <a:pt x="1408585" y="1213508"/>
                  </a:lnTo>
                  <a:lnTo>
                    <a:pt x="1410137" y="1212684"/>
                  </a:lnTo>
                  <a:lnTo>
                    <a:pt x="1410309" y="1212592"/>
                  </a:lnTo>
                  <a:lnTo>
                    <a:pt x="1411171" y="1212134"/>
                  </a:lnTo>
                  <a:lnTo>
                    <a:pt x="1412723" y="1211310"/>
                  </a:lnTo>
                  <a:lnTo>
                    <a:pt x="1413585" y="1210852"/>
                  </a:lnTo>
                  <a:lnTo>
                    <a:pt x="1415826" y="1209662"/>
                  </a:lnTo>
                  <a:lnTo>
                    <a:pt x="1415999" y="1209570"/>
                  </a:lnTo>
                  <a:lnTo>
                    <a:pt x="1417206" y="1208929"/>
                  </a:lnTo>
                  <a:lnTo>
                    <a:pt x="1418240" y="1208380"/>
                  </a:lnTo>
                  <a:lnTo>
                    <a:pt x="1418757" y="1208105"/>
                  </a:lnTo>
                  <a:lnTo>
                    <a:pt x="1419447" y="1207739"/>
                  </a:lnTo>
                  <a:lnTo>
                    <a:pt x="1419964" y="1207464"/>
                  </a:lnTo>
                  <a:lnTo>
                    <a:pt x="1421688" y="1206548"/>
                  </a:lnTo>
                  <a:lnTo>
                    <a:pt x="1422550" y="1206090"/>
                  </a:lnTo>
                  <a:lnTo>
                    <a:pt x="1424792" y="1204900"/>
                  </a:lnTo>
                  <a:lnTo>
                    <a:pt x="1425826" y="1204350"/>
                  </a:lnTo>
                  <a:lnTo>
                    <a:pt x="1426516" y="1203984"/>
                  </a:lnTo>
                  <a:lnTo>
                    <a:pt x="1426860" y="1203801"/>
                  </a:lnTo>
                  <a:lnTo>
                    <a:pt x="1428757" y="1202793"/>
                  </a:lnTo>
                  <a:lnTo>
                    <a:pt x="1444274" y="1194551"/>
                  </a:lnTo>
                  <a:lnTo>
                    <a:pt x="1451860" y="1190522"/>
                  </a:lnTo>
                  <a:lnTo>
                    <a:pt x="1551685" y="1137498"/>
                  </a:lnTo>
                  <a:lnTo>
                    <a:pt x="1555306" y="1135575"/>
                  </a:lnTo>
                  <a:lnTo>
                    <a:pt x="1555478" y="1135483"/>
                  </a:lnTo>
                  <a:lnTo>
                    <a:pt x="1557892" y="1134201"/>
                  </a:lnTo>
                  <a:lnTo>
                    <a:pt x="1559788" y="1133193"/>
                  </a:lnTo>
                  <a:lnTo>
                    <a:pt x="1563581" y="1131179"/>
                  </a:lnTo>
                  <a:lnTo>
                    <a:pt x="1564443" y="1130721"/>
                  </a:lnTo>
                  <a:lnTo>
                    <a:pt x="1565995" y="1129897"/>
                  </a:lnTo>
                  <a:lnTo>
                    <a:pt x="1569616" y="1127974"/>
                  </a:lnTo>
                  <a:lnTo>
                    <a:pt x="1570133" y="1127699"/>
                  </a:lnTo>
                  <a:lnTo>
                    <a:pt x="1570478" y="1127516"/>
                  </a:lnTo>
                  <a:lnTo>
                    <a:pt x="1572029" y="1126691"/>
                  </a:lnTo>
                  <a:lnTo>
                    <a:pt x="1572374" y="1126508"/>
                  </a:lnTo>
                  <a:lnTo>
                    <a:pt x="1572546" y="1126417"/>
                  </a:lnTo>
                  <a:lnTo>
                    <a:pt x="1573236" y="1126050"/>
                  </a:lnTo>
                  <a:lnTo>
                    <a:pt x="1573753" y="1125776"/>
                  </a:lnTo>
                  <a:lnTo>
                    <a:pt x="1574615" y="1125318"/>
                  </a:lnTo>
                  <a:lnTo>
                    <a:pt x="1574788" y="1125226"/>
                  </a:lnTo>
                  <a:lnTo>
                    <a:pt x="1576684" y="1124219"/>
                  </a:lnTo>
                  <a:lnTo>
                    <a:pt x="1577202" y="1123944"/>
                  </a:lnTo>
                  <a:lnTo>
                    <a:pt x="1578408" y="1123303"/>
                  </a:lnTo>
                  <a:lnTo>
                    <a:pt x="1579443" y="1122754"/>
                  </a:lnTo>
                  <a:lnTo>
                    <a:pt x="1579960" y="1122479"/>
                  </a:lnTo>
                  <a:lnTo>
                    <a:pt x="1580305" y="1122296"/>
                  </a:lnTo>
                  <a:lnTo>
                    <a:pt x="1580995" y="1121929"/>
                  </a:lnTo>
                  <a:lnTo>
                    <a:pt x="1582546" y="1121105"/>
                  </a:lnTo>
                  <a:lnTo>
                    <a:pt x="1582719" y="1121014"/>
                  </a:lnTo>
                  <a:lnTo>
                    <a:pt x="1583581" y="1120556"/>
                  </a:lnTo>
                  <a:lnTo>
                    <a:pt x="1585132" y="1119731"/>
                  </a:lnTo>
                  <a:lnTo>
                    <a:pt x="1585994" y="1119274"/>
                  </a:lnTo>
                  <a:lnTo>
                    <a:pt x="1588236" y="1118083"/>
                  </a:lnTo>
                  <a:lnTo>
                    <a:pt x="1588408" y="1117991"/>
                  </a:lnTo>
                  <a:lnTo>
                    <a:pt x="1589615" y="1117350"/>
                  </a:lnTo>
                  <a:lnTo>
                    <a:pt x="1590649" y="1116801"/>
                  </a:lnTo>
                  <a:lnTo>
                    <a:pt x="1591167" y="1116526"/>
                  </a:lnTo>
                  <a:lnTo>
                    <a:pt x="1591856" y="1116160"/>
                  </a:lnTo>
                  <a:lnTo>
                    <a:pt x="1592374" y="1115885"/>
                  </a:lnTo>
                  <a:lnTo>
                    <a:pt x="1594098" y="1114969"/>
                  </a:lnTo>
                  <a:lnTo>
                    <a:pt x="1594960" y="1114511"/>
                  </a:lnTo>
                  <a:lnTo>
                    <a:pt x="1597201" y="1113321"/>
                  </a:lnTo>
                  <a:lnTo>
                    <a:pt x="1598236" y="1112771"/>
                  </a:lnTo>
                  <a:lnTo>
                    <a:pt x="1598925" y="1112405"/>
                  </a:lnTo>
                  <a:lnTo>
                    <a:pt x="1599270" y="1112222"/>
                  </a:lnTo>
                  <a:lnTo>
                    <a:pt x="1601166" y="1111215"/>
                  </a:lnTo>
                  <a:lnTo>
                    <a:pt x="1616683" y="1102973"/>
                  </a:lnTo>
                  <a:lnTo>
                    <a:pt x="1624269" y="1098943"/>
                  </a:lnTo>
                  <a:lnTo>
                    <a:pt x="1724094" y="1045919"/>
                  </a:lnTo>
                  <a:lnTo>
                    <a:pt x="1727715" y="1043996"/>
                  </a:lnTo>
                  <a:lnTo>
                    <a:pt x="1727887" y="1043904"/>
                  </a:lnTo>
                  <a:lnTo>
                    <a:pt x="1730301" y="1042622"/>
                  </a:lnTo>
                  <a:lnTo>
                    <a:pt x="1732198" y="1041615"/>
                  </a:lnTo>
                  <a:lnTo>
                    <a:pt x="1735991" y="1039600"/>
                  </a:lnTo>
                  <a:lnTo>
                    <a:pt x="1736853" y="1039142"/>
                  </a:lnTo>
                  <a:lnTo>
                    <a:pt x="1738404" y="1038318"/>
                  </a:lnTo>
                  <a:lnTo>
                    <a:pt x="1742025" y="1036395"/>
                  </a:lnTo>
                  <a:lnTo>
                    <a:pt x="1742542" y="1036120"/>
                  </a:lnTo>
                  <a:lnTo>
                    <a:pt x="1742887" y="1035937"/>
                  </a:lnTo>
                  <a:lnTo>
                    <a:pt x="1744439" y="1035113"/>
                  </a:lnTo>
                  <a:lnTo>
                    <a:pt x="1744784" y="1034930"/>
                  </a:lnTo>
                  <a:lnTo>
                    <a:pt x="1744956" y="1034838"/>
                  </a:lnTo>
                  <a:lnTo>
                    <a:pt x="1745646" y="1034472"/>
                  </a:lnTo>
                  <a:lnTo>
                    <a:pt x="1746163" y="1034197"/>
                  </a:lnTo>
                  <a:lnTo>
                    <a:pt x="1747025" y="1033739"/>
                  </a:lnTo>
                  <a:lnTo>
                    <a:pt x="1747197" y="1033648"/>
                  </a:lnTo>
                  <a:lnTo>
                    <a:pt x="1749094" y="1032640"/>
                  </a:lnTo>
                  <a:lnTo>
                    <a:pt x="1749611" y="1032365"/>
                  </a:lnTo>
                  <a:lnTo>
                    <a:pt x="1750818" y="1031724"/>
                  </a:lnTo>
                  <a:lnTo>
                    <a:pt x="1751852" y="1031175"/>
                  </a:lnTo>
                  <a:lnTo>
                    <a:pt x="1752370" y="1030900"/>
                  </a:lnTo>
                  <a:lnTo>
                    <a:pt x="1752714" y="1030717"/>
                  </a:lnTo>
                  <a:lnTo>
                    <a:pt x="1753404" y="1030351"/>
                  </a:lnTo>
                  <a:lnTo>
                    <a:pt x="1754956" y="1029526"/>
                  </a:lnTo>
                  <a:lnTo>
                    <a:pt x="1755128" y="1029435"/>
                  </a:lnTo>
                  <a:lnTo>
                    <a:pt x="1755990" y="1028977"/>
                  </a:lnTo>
                  <a:lnTo>
                    <a:pt x="1757542" y="1028153"/>
                  </a:lnTo>
                  <a:lnTo>
                    <a:pt x="1758404" y="1027695"/>
                  </a:lnTo>
                  <a:lnTo>
                    <a:pt x="1760645" y="1026504"/>
                  </a:lnTo>
                  <a:lnTo>
                    <a:pt x="1760818" y="1026413"/>
                  </a:lnTo>
                  <a:lnTo>
                    <a:pt x="1762025" y="1025772"/>
                  </a:lnTo>
                  <a:lnTo>
                    <a:pt x="1763059" y="1025222"/>
                  </a:lnTo>
                  <a:lnTo>
                    <a:pt x="1763576" y="1024948"/>
                  </a:lnTo>
                  <a:lnTo>
                    <a:pt x="1764266" y="1024581"/>
                  </a:lnTo>
                  <a:lnTo>
                    <a:pt x="1764783" y="1024307"/>
                  </a:lnTo>
                  <a:lnTo>
                    <a:pt x="1766507" y="1023391"/>
                  </a:lnTo>
                  <a:lnTo>
                    <a:pt x="1767369" y="1022933"/>
                  </a:lnTo>
                  <a:lnTo>
                    <a:pt x="1769611" y="1021742"/>
                  </a:lnTo>
                  <a:lnTo>
                    <a:pt x="1770645" y="1021193"/>
                  </a:lnTo>
                  <a:lnTo>
                    <a:pt x="1771335" y="1020827"/>
                  </a:lnTo>
                  <a:lnTo>
                    <a:pt x="1771679" y="1020643"/>
                  </a:lnTo>
                  <a:lnTo>
                    <a:pt x="1773576" y="1019636"/>
                  </a:lnTo>
                  <a:lnTo>
                    <a:pt x="1789093" y="1011394"/>
                  </a:lnTo>
                  <a:lnTo>
                    <a:pt x="1796679" y="1007364"/>
                  </a:lnTo>
                  <a:lnTo>
                    <a:pt x="1896504" y="954340"/>
                  </a:lnTo>
                  <a:lnTo>
                    <a:pt x="1900125" y="952417"/>
                  </a:lnTo>
                  <a:lnTo>
                    <a:pt x="1900297" y="952326"/>
                  </a:lnTo>
                  <a:lnTo>
                    <a:pt x="1902711" y="951044"/>
                  </a:lnTo>
                  <a:lnTo>
                    <a:pt x="1904607" y="950036"/>
                  </a:lnTo>
                  <a:lnTo>
                    <a:pt x="1908400" y="948022"/>
                  </a:lnTo>
                  <a:lnTo>
                    <a:pt x="1909262" y="947564"/>
                  </a:lnTo>
                  <a:lnTo>
                    <a:pt x="1910814" y="946739"/>
                  </a:lnTo>
                  <a:lnTo>
                    <a:pt x="1914435" y="944816"/>
                  </a:lnTo>
                  <a:lnTo>
                    <a:pt x="1914952" y="944542"/>
                  </a:lnTo>
                  <a:lnTo>
                    <a:pt x="1915297" y="944358"/>
                  </a:lnTo>
                  <a:lnTo>
                    <a:pt x="1916848" y="943534"/>
                  </a:lnTo>
                  <a:lnTo>
                    <a:pt x="1917193" y="943351"/>
                  </a:lnTo>
                  <a:lnTo>
                    <a:pt x="1917365" y="943259"/>
                  </a:lnTo>
                  <a:lnTo>
                    <a:pt x="1918055" y="942893"/>
                  </a:lnTo>
                  <a:lnTo>
                    <a:pt x="1918572" y="942618"/>
                  </a:lnTo>
                  <a:lnTo>
                    <a:pt x="1919434" y="942160"/>
                  </a:lnTo>
                  <a:lnTo>
                    <a:pt x="1919607" y="942069"/>
                  </a:lnTo>
                  <a:lnTo>
                    <a:pt x="1921503" y="941062"/>
                  </a:lnTo>
                  <a:lnTo>
                    <a:pt x="1922021" y="940787"/>
                  </a:lnTo>
                  <a:lnTo>
                    <a:pt x="1923227" y="940146"/>
                  </a:lnTo>
                  <a:lnTo>
                    <a:pt x="1924262" y="939596"/>
                  </a:lnTo>
                  <a:lnTo>
                    <a:pt x="1924779" y="939322"/>
                  </a:lnTo>
                  <a:lnTo>
                    <a:pt x="1925124" y="939138"/>
                  </a:lnTo>
                  <a:lnTo>
                    <a:pt x="1925814" y="938772"/>
                  </a:lnTo>
                  <a:lnTo>
                    <a:pt x="1927365" y="937948"/>
                  </a:lnTo>
                  <a:lnTo>
                    <a:pt x="1927538" y="937856"/>
                  </a:lnTo>
                  <a:lnTo>
                    <a:pt x="1928400" y="937398"/>
                  </a:lnTo>
                  <a:lnTo>
                    <a:pt x="1929951" y="936574"/>
                  </a:lnTo>
                  <a:lnTo>
                    <a:pt x="1930813" y="936116"/>
                  </a:lnTo>
                  <a:lnTo>
                    <a:pt x="1933055" y="934926"/>
                  </a:lnTo>
                  <a:lnTo>
                    <a:pt x="1933227" y="934834"/>
                  </a:lnTo>
                  <a:lnTo>
                    <a:pt x="1934434" y="934193"/>
                  </a:lnTo>
                  <a:lnTo>
                    <a:pt x="1935468" y="933644"/>
                  </a:lnTo>
                  <a:lnTo>
                    <a:pt x="1935986" y="933369"/>
                  </a:lnTo>
                  <a:lnTo>
                    <a:pt x="1936675" y="933003"/>
                  </a:lnTo>
                  <a:lnTo>
                    <a:pt x="1937193" y="932728"/>
                  </a:lnTo>
                  <a:lnTo>
                    <a:pt x="1938917" y="931812"/>
                  </a:lnTo>
                  <a:lnTo>
                    <a:pt x="1939779" y="931354"/>
                  </a:lnTo>
                  <a:lnTo>
                    <a:pt x="1942020" y="930164"/>
                  </a:lnTo>
                  <a:lnTo>
                    <a:pt x="1943054" y="929614"/>
                  </a:lnTo>
                  <a:lnTo>
                    <a:pt x="1943744" y="929248"/>
                  </a:lnTo>
                  <a:lnTo>
                    <a:pt x="1944089" y="929065"/>
                  </a:lnTo>
                  <a:lnTo>
                    <a:pt x="1945985" y="928057"/>
                  </a:lnTo>
                  <a:lnTo>
                    <a:pt x="1961502" y="919815"/>
                  </a:lnTo>
                  <a:lnTo>
                    <a:pt x="1969088" y="915786"/>
                  </a:lnTo>
                  <a:lnTo>
                    <a:pt x="2068913" y="862762"/>
                  </a:lnTo>
                  <a:lnTo>
                    <a:pt x="2072534" y="860839"/>
                  </a:lnTo>
                  <a:lnTo>
                    <a:pt x="2072706" y="860747"/>
                  </a:lnTo>
                  <a:lnTo>
                    <a:pt x="2075120" y="859465"/>
                  </a:lnTo>
                  <a:lnTo>
                    <a:pt x="2077017" y="858458"/>
                  </a:lnTo>
                  <a:lnTo>
                    <a:pt x="2080810" y="856443"/>
                  </a:lnTo>
                  <a:lnTo>
                    <a:pt x="2081672" y="855985"/>
                  </a:lnTo>
                  <a:lnTo>
                    <a:pt x="2083223" y="855161"/>
                  </a:lnTo>
                  <a:lnTo>
                    <a:pt x="2086844" y="853238"/>
                  </a:lnTo>
                  <a:lnTo>
                    <a:pt x="2087361" y="852963"/>
                  </a:lnTo>
                  <a:lnTo>
                    <a:pt x="2087706" y="852780"/>
                  </a:lnTo>
                  <a:lnTo>
                    <a:pt x="2089258" y="851956"/>
                  </a:lnTo>
                  <a:lnTo>
                    <a:pt x="2089603" y="851772"/>
                  </a:lnTo>
                  <a:lnTo>
                    <a:pt x="2089775" y="851681"/>
                  </a:lnTo>
                  <a:lnTo>
                    <a:pt x="2090465" y="851314"/>
                  </a:lnTo>
                  <a:lnTo>
                    <a:pt x="2090982" y="851040"/>
                  </a:lnTo>
                  <a:lnTo>
                    <a:pt x="2091844" y="850582"/>
                  </a:lnTo>
                  <a:lnTo>
                    <a:pt x="2092016" y="850490"/>
                  </a:lnTo>
                  <a:lnTo>
                    <a:pt x="2093913" y="849483"/>
                  </a:lnTo>
                  <a:lnTo>
                    <a:pt x="2094430" y="849208"/>
                  </a:lnTo>
                  <a:lnTo>
                    <a:pt x="2095637" y="848567"/>
                  </a:lnTo>
                  <a:lnTo>
                    <a:pt x="2096671" y="848018"/>
                  </a:lnTo>
                  <a:lnTo>
                    <a:pt x="2097189" y="847743"/>
                  </a:lnTo>
                  <a:lnTo>
                    <a:pt x="2097533" y="847560"/>
                  </a:lnTo>
                  <a:lnTo>
                    <a:pt x="2098223" y="847193"/>
                  </a:lnTo>
                  <a:lnTo>
                    <a:pt x="2099775" y="846369"/>
                  </a:lnTo>
                  <a:lnTo>
                    <a:pt x="2099947" y="846278"/>
                  </a:lnTo>
                  <a:lnTo>
                    <a:pt x="2100809" y="845820"/>
                  </a:lnTo>
                  <a:lnTo>
                    <a:pt x="2102361" y="844996"/>
                  </a:lnTo>
                  <a:lnTo>
                    <a:pt x="2103223" y="844538"/>
                  </a:lnTo>
                  <a:lnTo>
                    <a:pt x="2105464" y="843347"/>
                  </a:lnTo>
                  <a:lnTo>
                    <a:pt x="2105637" y="843256"/>
                  </a:lnTo>
                  <a:lnTo>
                    <a:pt x="2106844" y="842614"/>
                  </a:lnTo>
                  <a:lnTo>
                    <a:pt x="2107878" y="842065"/>
                  </a:lnTo>
                  <a:lnTo>
                    <a:pt x="2108395" y="841790"/>
                  </a:lnTo>
                  <a:lnTo>
                    <a:pt x="2109085" y="841424"/>
                  </a:lnTo>
                  <a:lnTo>
                    <a:pt x="2109602" y="841149"/>
                  </a:lnTo>
                  <a:lnTo>
                    <a:pt x="2111326" y="840233"/>
                  </a:lnTo>
                  <a:lnTo>
                    <a:pt x="2112188" y="839776"/>
                  </a:lnTo>
                  <a:lnTo>
                    <a:pt x="2114430" y="838585"/>
                  </a:lnTo>
                  <a:lnTo>
                    <a:pt x="2115464" y="838036"/>
                  </a:lnTo>
                  <a:lnTo>
                    <a:pt x="2116154" y="837669"/>
                  </a:lnTo>
                  <a:lnTo>
                    <a:pt x="2116498" y="837486"/>
                  </a:lnTo>
                  <a:lnTo>
                    <a:pt x="2118395" y="836479"/>
                  </a:lnTo>
                  <a:lnTo>
                    <a:pt x="2133912" y="828237"/>
                  </a:lnTo>
                  <a:lnTo>
                    <a:pt x="2141498" y="824207"/>
                  </a:lnTo>
                  <a:lnTo>
                    <a:pt x="2241323" y="771183"/>
                  </a:lnTo>
                  <a:lnTo>
                    <a:pt x="2244944" y="769260"/>
                  </a:lnTo>
                  <a:lnTo>
                    <a:pt x="2245116" y="769168"/>
                  </a:lnTo>
                  <a:lnTo>
                    <a:pt x="2247530" y="767886"/>
                  </a:lnTo>
                  <a:lnTo>
                    <a:pt x="2249426" y="766879"/>
                  </a:lnTo>
                  <a:lnTo>
                    <a:pt x="2253219" y="764864"/>
                  </a:lnTo>
                  <a:lnTo>
                    <a:pt x="2254081" y="764406"/>
                  </a:lnTo>
                  <a:lnTo>
                    <a:pt x="2255633" y="763582"/>
                  </a:lnTo>
                  <a:lnTo>
                    <a:pt x="2259254" y="761659"/>
                  </a:lnTo>
                  <a:lnTo>
                    <a:pt x="2259771" y="761384"/>
                  </a:lnTo>
                  <a:lnTo>
                    <a:pt x="2260116" y="761201"/>
                  </a:lnTo>
                  <a:lnTo>
                    <a:pt x="2261667" y="760377"/>
                  </a:lnTo>
                  <a:lnTo>
                    <a:pt x="2262012" y="760194"/>
                  </a:lnTo>
                  <a:lnTo>
                    <a:pt x="2262184" y="760102"/>
                  </a:lnTo>
                  <a:lnTo>
                    <a:pt x="2262874" y="759736"/>
                  </a:lnTo>
                  <a:lnTo>
                    <a:pt x="2263391" y="759461"/>
                  </a:lnTo>
                  <a:lnTo>
                    <a:pt x="2264253" y="759003"/>
                  </a:lnTo>
                  <a:lnTo>
                    <a:pt x="2264426" y="758912"/>
                  </a:lnTo>
                  <a:lnTo>
                    <a:pt x="2266322" y="757904"/>
                  </a:lnTo>
                  <a:lnTo>
                    <a:pt x="2266840" y="757630"/>
                  </a:lnTo>
                  <a:lnTo>
                    <a:pt x="2268046" y="756988"/>
                  </a:lnTo>
                  <a:lnTo>
                    <a:pt x="2269081" y="756439"/>
                  </a:lnTo>
                  <a:lnTo>
                    <a:pt x="2269598" y="756164"/>
                  </a:lnTo>
                  <a:lnTo>
                    <a:pt x="2269943" y="755981"/>
                  </a:lnTo>
                  <a:lnTo>
                    <a:pt x="2270633" y="755615"/>
                  </a:lnTo>
                  <a:lnTo>
                    <a:pt x="2272184" y="754791"/>
                  </a:lnTo>
                  <a:lnTo>
                    <a:pt x="2272357" y="754699"/>
                  </a:lnTo>
                  <a:lnTo>
                    <a:pt x="2273219" y="754241"/>
                  </a:lnTo>
                  <a:lnTo>
                    <a:pt x="2274770" y="753417"/>
                  </a:lnTo>
                  <a:lnTo>
                    <a:pt x="2275632" y="752959"/>
                  </a:lnTo>
                  <a:lnTo>
                    <a:pt x="2277874" y="751768"/>
                  </a:lnTo>
                  <a:lnTo>
                    <a:pt x="2278046" y="751677"/>
                  </a:lnTo>
                  <a:lnTo>
                    <a:pt x="2279253" y="751036"/>
                  </a:lnTo>
                  <a:lnTo>
                    <a:pt x="2280287" y="750486"/>
                  </a:lnTo>
                  <a:lnTo>
                    <a:pt x="2280805" y="750212"/>
                  </a:lnTo>
                  <a:lnTo>
                    <a:pt x="2281494" y="749845"/>
                  </a:lnTo>
                  <a:lnTo>
                    <a:pt x="2282012" y="749571"/>
                  </a:lnTo>
                  <a:lnTo>
                    <a:pt x="2283736" y="748655"/>
                  </a:lnTo>
                  <a:lnTo>
                    <a:pt x="2284598" y="748197"/>
                  </a:lnTo>
                  <a:lnTo>
                    <a:pt x="2286839" y="747006"/>
                  </a:lnTo>
                  <a:lnTo>
                    <a:pt x="2287873" y="746457"/>
                  </a:lnTo>
                  <a:lnTo>
                    <a:pt x="2288563" y="746091"/>
                  </a:lnTo>
                  <a:lnTo>
                    <a:pt x="2288908" y="745907"/>
                  </a:lnTo>
                  <a:lnTo>
                    <a:pt x="2290804" y="744900"/>
                  </a:lnTo>
                  <a:lnTo>
                    <a:pt x="2306321" y="736658"/>
                  </a:lnTo>
                  <a:lnTo>
                    <a:pt x="2313907" y="732629"/>
                  </a:lnTo>
                  <a:lnTo>
                    <a:pt x="2413732" y="679605"/>
                  </a:lnTo>
                  <a:lnTo>
                    <a:pt x="2417353" y="677681"/>
                  </a:lnTo>
                  <a:lnTo>
                    <a:pt x="2417525" y="677590"/>
                  </a:lnTo>
                  <a:lnTo>
                    <a:pt x="2419939" y="676308"/>
                  </a:lnTo>
                  <a:lnTo>
                    <a:pt x="2421836" y="675300"/>
                  </a:lnTo>
                  <a:lnTo>
                    <a:pt x="2425629" y="673286"/>
                  </a:lnTo>
                  <a:lnTo>
                    <a:pt x="2426491" y="672828"/>
                  </a:lnTo>
                  <a:lnTo>
                    <a:pt x="2428042" y="672004"/>
                  </a:lnTo>
                  <a:lnTo>
                    <a:pt x="2431663" y="670080"/>
                  </a:lnTo>
                  <a:lnTo>
                    <a:pt x="2432180" y="669806"/>
                  </a:lnTo>
                  <a:lnTo>
                    <a:pt x="2432525" y="669622"/>
                  </a:lnTo>
                  <a:lnTo>
                    <a:pt x="2434077" y="668798"/>
                  </a:lnTo>
                  <a:lnTo>
                    <a:pt x="2434422" y="668615"/>
                  </a:lnTo>
                  <a:lnTo>
                    <a:pt x="2434594" y="668524"/>
                  </a:lnTo>
                  <a:lnTo>
                    <a:pt x="2435284" y="668157"/>
                  </a:lnTo>
                  <a:lnTo>
                    <a:pt x="2435801" y="667882"/>
                  </a:lnTo>
                  <a:lnTo>
                    <a:pt x="2436663" y="667425"/>
                  </a:lnTo>
                  <a:lnTo>
                    <a:pt x="2436835" y="667333"/>
                  </a:lnTo>
                  <a:lnTo>
                    <a:pt x="2438732" y="666326"/>
                  </a:lnTo>
                  <a:lnTo>
                    <a:pt x="2439249" y="666051"/>
                  </a:lnTo>
                  <a:lnTo>
                    <a:pt x="2440456" y="665410"/>
                  </a:lnTo>
                  <a:lnTo>
                    <a:pt x="2441490" y="664860"/>
                  </a:lnTo>
                  <a:lnTo>
                    <a:pt x="2442008" y="664586"/>
                  </a:lnTo>
                  <a:lnTo>
                    <a:pt x="2442352" y="664402"/>
                  </a:lnTo>
                  <a:lnTo>
                    <a:pt x="2443042" y="664036"/>
                  </a:lnTo>
                  <a:lnTo>
                    <a:pt x="2444594" y="663212"/>
                  </a:lnTo>
                  <a:lnTo>
                    <a:pt x="2444766" y="663120"/>
                  </a:lnTo>
                  <a:lnTo>
                    <a:pt x="2445628" y="662662"/>
                  </a:lnTo>
                  <a:lnTo>
                    <a:pt x="2447180" y="661838"/>
                  </a:lnTo>
                  <a:lnTo>
                    <a:pt x="2448042" y="661380"/>
                  </a:lnTo>
                  <a:lnTo>
                    <a:pt x="2450283" y="660190"/>
                  </a:lnTo>
                  <a:lnTo>
                    <a:pt x="2450456" y="660098"/>
                  </a:lnTo>
                  <a:lnTo>
                    <a:pt x="2451662" y="659457"/>
                  </a:lnTo>
                  <a:lnTo>
                    <a:pt x="2452697" y="658908"/>
                  </a:lnTo>
                  <a:lnTo>
                    <a:pt x="2453214" y="658633"/>
                  </a:lnTo>
                  <a:lnTo>
                    <a:pt x="2453904" y="658267"/>
                  </a:lnTo>
                  <a:lnTo>
                    <a:pt x="2454421" y="657992"/>
                  </a:lnTo>
                  <a:lnTo>
                    <a:pt x="2456145" y="657076"/>
                  </a:lnTo>
                  <a:lnTo>
                    <a:pt x="2457007" y="656618"/>
                  </a:lnTo>
                  <a:lnTo>
                    <a:pt x="2459249" y="655428"/>
                  </a:lnTo>
                  <a:lnTo>
                    <a:pt x="2460283" y="654878"/>
                  </a:lnTo>
                  <a:lnTo>
                    <a:pt x="2460973" y="654512"/>
                  </a:lnTo>
                  <a:lnTo>
                    <a:pt x="2461317" y="654329"/>
                  </a:lnTo>
                  <a:lnTo>
                    <a:pt x="2463214" y="653321"/>
                  </a:lnTo>
                  <a:lnTo>
                    <a:pt x="2478731" y="645079"/>
                  </a:lnTo>
                  <a:lnTo>
                    <a:pt x="2486317" y="641050"/>
                  </a:lnTo>
                  <a:lnTo>
                    <a:pt x="2586142" y="588026"/>
                  </a:lnTo>
                  <a:lnTo>
                    <a:pt x="2589763" y="586103"/>
                  </a:lnTo>
                  <a:lnTo>
                    <a:pt x="2589935" y="586011"/>
                  </a:lnTo>
                  <a:lnTo>
                    <a:pt x="2592349" y="584729"/>
                  </a:lnTo>
                  <a:lnTo>
                    <a:pt x="2594245" y="583722"/>
                  </a:lnTo>
                  <a:lnTo>
                    <a:pt x="2598038" y="581707"/>
                  </a:lnTo>
                  <a:lnTo>
                    <a:pt x="2598900" y="581249"/>
                  </a:lnTo>
                  <a:lnTo>
                    <a:pt x="2600452" y="580425"/>
                  </a:lnTo>
                  <a:lnTo>
                    <a:pt x="2604072" y="578502"/>
                  </a:lnTo>
                  <a:lnTo>
                    <a:pt x="2604590" y="578227"/>
                  </a:lnTo>
                  <a:lnTo>
                    <a:pt x="2604935" y="578044"/>
                  </a:lnTo>
                  <a:lnTo>
                    <a:pt x="2606486" y="577220"/>
                  </a:lnTo>
                  <a:lnTo>
                    <a:pt x="2606831" y="577036"/>
                  </a:lnTo>
                  <a:lnTo>
                    <a:pt x="2607003" y="576945"/>
                  </a:lnTo>
                  <a:lnTo>
                    <a:pt x="2607693" y="576579"/>
                  </a:lnTo>
                  <a:lnTo>
                    <a:pt x="2608210" y="576304"/>
                  </a:lnTo>
                  <a:lnTo>
                    <a:pt x="2609072" y="575846"/>
                  </a:lnTo>
                  <a:lnTo>
                    <a:pt x="2609245" y="575754"/>
                  </a:lnTo>
                  <a:lnTo>
                    <a:pt x="2611141" y="574747"/>
                  </a:lnTo>
                  <a:lnTo>
                    <a:pt x="2611659" y="574472"/>
                  </a:lnTo>
                  <a:lnTo>
                    <a:pt x="2612865" y="573831"/>
                  </a:lnTo>
                  <a:lnTo>
                    <a:pt x="2613900" y="573282"/>
                  </a:lnTo>
                  <a:lnTo>
                    <a:pt x="2614417" y="573007"/>
                  </a:lnTo>
                  <a:lnTo>
                    <a:pt x="2614762" y="572824"/>
                  </a:lnTo>
                  <a:lnTo>
                    <a:pt x="2615452" y="572458"/>
                  </a:lnTo>
                  <a:lnTo>
                    <a:pt x="2617003" y="571633"/>
                  </a:lnTo>
                  <a:lnTo>
                    <a:pt x="2617176" y="571542"/>
                  </a:lnTo>
                  <a:lnTo>
                    <a:pt x="2618038" y="571084"/>
                  </a:lnTo>
                  <a:lnTo>
                    <a:pt x="2619589" y="570260"/>
                  </a:lnTo>
                  <a:lnTo>
                    <a:pt x="2620451" y="569802"/>
                  </a:lnTo>
                  <a:lnTo>
                    <a:pt x="2622693" y="568611"/>
                  </a:lnTo>
                  <a:lnTo>
                    <a:pt x="2622865" y="568520"/>
                  </a:lnTo>
                  <a:lnTo>
                    <a:pt x="2624072" y="567879"/>
                  </a:lnTo>
                  <a:lnTo>
                    <a:pt x="2625106" y="567329"/>
                  </a:lnTo>
                  <a:lnTo>
                    <a:pt x="2625624" y="567054"/>
                  </a:lnTo>
                  <a:lnTo>
                    <a:pt x="2626313" y="566688"/>
                  </a:lnTo>
                  <a:lnTo>
                    <a:pt x="2626831" y="566413"/>
                  </a:lnTo>
                  <a:lnTo>
                    <a:pt x="2628555" y="565498"/>
                  </a:lnTo>
                  <a:lnTo>
                    <a:pt x="2629417" y="565040"/>
                  </a:lnTo>
                  <a:lnTo>
                    <a:pt x="2631658" y="563849"/>
                  </a:lnTo>
                  <a:lnTo>
                    <a:pt x="2632692" y="563300"/>
                  </a:lnTo>
                  <a:lnTo>
                    <a:pt x="2633382" y="562933"/>
                  </a:lnTo>
                  <a:lnTo>
                    <a:pt x="2633727" y="562750"/>
                  </a:lnTo>
                  <a:lnTo>
                    <a:pt x="2635623" y="561743"/>
                  </a:lnTo>
                  <a:lnTo>
                    <a:pt x="2651140" y="553501"/>
                  </a:lnTo>
                  <a:lnTo>
                    <a:pt x="2658726" y="549471"/>
                  </a:lnTo>
                  <a:lnTo>
                    <a:pt x="2758551" y="496447"/>
                  </a:lnTo>
                  <a:lnTo>
                    <a:pt x="2762172" y="494524"/>
                  </a:lnTo>
                  <a:lnTo>
                    <a:pt x="2762344" y="494433"/>
                  </a:lnTo>
                  <a:lnTo>
                    <a:pt x="2764758" y="493150"/>
                  </a:lnTo>
                  <a:lnTo>
                    <a:pt x="2766655" y="492143"/>
                  </a:lnTo>
                  <a:lnTo>
                    <a:pt x="2770448" y="490128"/>
                  </a:lnTo>
                  <a:lnTo>
                    <a:pt x="2771310" y="489670"/>
                  </a:lnTo>
                  <a:lnTo>
                    <a:pt x="2772861" y="488846"/>
                  </a:lnTo>
                  <a:lnTo>
                    <a:pt x="2776482" y="486923"/>
                  </a:lnTo>
                  <a:lnTo>
                    <a:pt x="2776999" y="486648"/>
                  </a:lnTo>
                  <a:lnTo>
                    <a:pt x="2777344" y="486465"/>
                  </a:lnTo>
                  <a:lnTo>
                    <a:pt x="2778896" y="485641"/>
                  </a:lnTo>
                  <a:lnTo>
                    <a:pt x="2779241" y="485458"/>
                  </a:lnTo>
                  <a:lnTo>
                    <a:pt x="2779413" y="485366"/>
                  </a:lnTo>
                  <a:lnTo>
                    <a:pt x="2780103" y="485000"/>
                  </a:lnTo>
                  <a:lnTo>
                    <a:pt x="2780620" y="484725"/>
                  </a:lnTo>
                  <a:lnTo>
                    <a:pt x="2781482" y="484267"/>
                  </a:lnTo>
                  <a:lnTo>
                    <a:pt x="2781654" y="484176"/>
                  </a:lnTo>
                  <a:lnTo>
                    <a:pt x="2783551" y="483168"/>
                  </a:lnTo>
                  <a:lnTo>
                    <a:pt x="2784068" y="482894"/>
                  </a:lnTo>
                  <a:lnTo>
                    <a:pt x="2785275" y="482253"/>
                  </a:lnTo>
                  <a:lnTo>
                    <a:pt x="2786309" y="481703"/>
                  </a:lnTo>
                  <a:lnTo>
                    <a:pt x="2786827" y="481428"/>
                  </a:lnTo>
                  <a:lnTo>
                    <a:pt x="2787171" y="481245"/>
                  </a:lnTo>
                  <a:lnTo>
                    <a:pt x="2787861" y="480879"/>
                  </a:lnTo>
                  <a:lnTo>
                    <a:pt x="2789413" y="480055"/>
                  </a:lnTo>
                  <a:lnTo>
                    <a:pt x="2789585" y="479963"/>
                  </a:lnTo>
                  <a:lnTo>
                    <a:pt x="2790447" y="479505"/>
                  </a:lnTo>
                  <a:lnTo>
                    <a:pt x="2791999" y="478681"/>
                  </a:lnTo>
                  <a:lnTo>
                    <a:pt x="2792861" y="478223"/>
                  </a:lnTo>
                  <a:lnTo>
                    <a:pt x="2795102" y="477033"/>
                  </a:lnTo>
                  <a:lnTo>
                    <a:pt x="2795275" y="476941"/>
                  </a:lnTo>
                  <a:lnTo>
                    <a:pt x="2796481" y="476300"/>
                  </a:lnTo>
                  <a:lnTo>
                    <a:pt x="2797516" y="475750"/>
                  </a:lnTo>
                  <a:lnTo>
                    <a:pt x="2798033" y="475476"/>
                  </a:lnTo>
                  <a:lnTo>
                    <a:pt x="2798723" y="475109"/>
                  </a:lnTo>
                  <a:lnTo>
                    <a:pt x="2799240" y="474835"/>
                  </a:lnTo>
                  <a:lnTo>
                    <a:pt x="2800964" y="473919"/>
                  </a:lnTo>
                  <a:lnTo>
                    <a:pt x="2801826" y="473461"/>
                  </a:lnTo>
                  <a:lnTo>
                    <a:pt x="2804068" y="472271"/>
                  </a:lnTo>
                  <a:lnTo>
                    <a:pt x="2805102" y="471721"/>
                  </a:lnTo>
                  <a:lnTo>
                    <a:pt x="2805792" y="471355"/>
                  </a:lnTo>
                  <a:lnTo>
                    <a:pt x="2806136" y="471172"/>
                  </a:lnTo>
                  <a:lnTo>
                    <a:pt x="2808033" y="470164"/>
                  </a:lnTo>
                  <a:lnTo>
                    <a:pt x="2823550" y="461922"/>
                  </a:lnTo>
                  <a:lnTo>
                    <a:pt x="2831136" y="457893"/>
                  </a:lnTo>
                  <a:lnTo>
                    <a:pt x="2930961" y="404869"/>
                  </a:lnTo>
                  <a:lnTo>
                    <a:pt x="2934581" y="402945"/>
                  </a:lnTo>
                  <a:lnTo>
                    <a:pt x="2934754" y="402854"/>
                  </a:lnTo>
                  <a:lnTo>
                    <a:pt x="2937168" y="401572"/>
                  </a:lnTo>
                  <a:lnTo>
                    <a:pt x="2939064" y="400564"/>
                  </a:lnTo>
                  <a:lnTo>
                    <a:pt x="2942857" y="398550"/>
                  </a:lnTo>
                  <a:lnTo>
                    <a:pt x="2943719" y="398092"/>
                  </a:lnTo>
                  <a:lnTo>
                    <a:pt x="2945271" y="397268"/>
                  </a:lnTo>
                  <a:lnTo>
                    <a:pt x="2948891" y="395344"/>
                  </a:lnTo>
                  <a:lnTo>
                    <a:pt x="2949409" y="395070"/>
                  </a:lnTo>
                  <a:lnTo>
                    <a:pt x="2949754" y="394887"/>
                  </a:lnTo>
                  <a:lnTo>
                    <a:pt x="2951305" y="394062"/>
                  </a:lnTo>
                  <a:lnTo>
                    <a:pt x="2951650" y="393879"/>
                  </a:lnTo>
                  <a:lnTo>
                    <a:pt x="2951822" y="393788"/>
                  </a:lnTo>
                  <a:lnTo>
                    <a:pt x="2952512" y="393421"/>
                  </a:lnTo>
                  <a:lnTo>
                    <a:pt x="2953029" y="393147"/>
                  </a:lnTo>
                  <a:lnTo>
                    <a:pt x="2953891" y="392689"/>
                  </a:lnTo>
                  <a:lnTo>
                    <a:pt x="2954064" y="392597"/>
                  </a:lnTo>
                  <a:lnTo>
                    <a:pt x="2955960" y="391590"/>
                  </a:lnTo>
                  <a:lnTo>
                    <a:pt x="2956477" y="391315"/>
                  </a:lnTo>
                  <a:lnTo>
                    <a:pt x="2957684" y="390674"/>
                  </a:lnTo>
                  <a:lnTo>
                    <a:pt x="2958719" y="390124"/>
                  </a:lnTo>
                  <a:lnTo>
                    <a:pt x="2959236" y="389850"/>
                  </a:lnTo>
                  <a:lnTo>
                    <a:pt x="2959581" y="389667"/>
                  </a:lnTo>
                  <a:lnTo>
                    <a:pt x="2960271" y="389300"/>
                  </a:lnTo>
                  <a:lnTo>
                    <a:pt x="2961822" y="388476"/>
                  </a:lnTo>
                  <a:lnTo>
                    <a:pt x="2961995" y="388384"/>
                  </a:lnTo>
                  <a:lnTo>
                    <a:pt x="2962857" y="387927"/>
                  </a:lnTo>
                  <a:lnTo>
                    <a:pt x="2964408" y="387102"/>
                  </a:lnTo>
                  <a:lnTo>
                    <a:pt x="2965270" y="386644"/>
                  </a:lnTo>
                  <a:lnTo>
                    <a:pt x="2967512" y="385454"/>
                  </a:lnTo>
                  <a:lnTo>
                    <a:pt x="2967684" y="385362"/>
                  </a:lnTo>
                  <a:lnTo>
                    <a:pt x="2968891" y="384721"/>
                  </a:lnTo>
                  <a:lnTo>
                    <a:pt x="2969925" y="384172"/>
                  </a:lnTo>
                  <a:lnTo>
                    <a:pt x="2970443" y="383897"/>
                  </a:lnTo>
                  <a:lnTo>
                    <a:pt x="2971132" y="383531"/>
                  </a:lnTo>
                  <a:lnTo>
                    <a:pt x="2971650" y="383256"/>
                  </a:lnTo>
                  <a:lnTo>
                    <a:pt x="2973374" y="382340"/>
                  </a:lnTo>
                  <a:lnTo>
                    <a:pt x="2974236" y="381882"/>
                  </a:lnTo>
                  <a:lnTo>
                    <a:pt x="2976477" y="380692"/>
                  </a:lnTo>
                  <a:lnTo>
                    <a:pt x="2977511" y="380142"/>
                  </a:lnTo>
                  <a:lnTo>
                    <a:pt x="2978201" y="379776"/>
                  </a:lnTo>
                  <a:lnTo>
                    <a:pt x="2978546" y="379593"/>
                  </a:lnTo>
                  <a:lnTo>
                    <a:pt x="2980442" y="378586"/>
                  </a:lnTo>
                  <a:lnTo>
                    <a:pt x="2995959" y="370343"/>
                  </a:lnTo>
                  <a:lnTo>
                    <a:pt x="3003545" y="366314"/>
                  </a:lnTo>
                  <a:lnTo>
                    <a:pt x="3103370" y="313290"/>
                  </a:lnTo>
                  <a:lnTo>
                    <a:pt x="3106991" y="311367"/>
                  </a:lnTo>
                  <a:lnTo>
                    <a:pt x="3107163" y="311275"/>
                  </a:lnTo>
                  <a:lnTo>
                    <a:pt x="3109577" y="309993"/>
                  </a:lnTo>
                  <a:lnTo>
                    <a:pt x="3111474" y="308986"/>
                  </a:lnTo>
                  <a:lnTo>
                    <a:pt x="3115267" y="306971"/>
                  </a:lnTo>
                  <a:lnTo>
                    <a:pt x="3116129" y="306513"/>
                  </a:lnTo>
                  <a:lnTo>
                    <a:pt x="3117680" y="305689"/>
                  </a:lnTo>
                  <a:lnTo>
                    <a:pt x="3121301" y="303766"/>
                  </a:lnTo>
                  <a:lnTo>
                    <a:pt x="3121818" y="303491"/>
                  </a:lnTo>
                  <a:lnTo>
                    <a:pt x="3122163" y="303308"/>
                  </a:lnTo>
                  <a:lnTo>
                    <a:pt x="3123715" y="302484"/>
                  </a:lnTo>
                  <a:lnTo>
                    <a:pt x="3124060" y="302301"/>
                  </a:lnTo>
                  <a:lnTo>
                    <a:pt x="3124232" y="302209"/>
                  </a:lnTo>
                  <a:lnTo>
                    <a:pt x="3124922" y="301843"/>
                  </a:lnTo>
                  <a:lnTo>
                    <a:pt x="3125439" y="301568"/>
                  </a:lnTo>
                  <a:lnTo>
                    <a:pt x="3126301" y="301110"/>
                  </a:lnTo>
                  <a:lnTo>
                    <a:pt x="3126473" y="301018"/>
                  </a:lnTo>
                  <a:lnTo>
                    <a:pt x="3128370" y="300011"/>
                  </a:lnTo>
                  <a:lnTo>
                    <a:pt x="3128887" y="299736"/>
                  </a:lnTo>
                  <a:lnTo>
                    <a:pt x="3130094" y="299095"/>
                  </a:lnTo>
                  <a:lnTo>
                    <a:pt x="3131128" y="298546"/>
                  </a:lnTo>
                  <a:lnTo>
                    <a:pt x="3131646" y="298271"/>
                  </a:lnTo>
                  <a:lnTo>
                    <a:pt x="3131990" y="298088"/>
                  </a:lnTo>
                  <a:lnTo>
                    <a:pt x="3132680" y="297722"/>
                  </a:lnTo>
                  <a:lnTo>
                    <a:pt x="3134232" y="296897"/>
                  </a:lnTo>
                  <a:lnTo>
                    <a:pt x="3134404" y="296806"/>
                  </a:lnTo>
                  <a:lnTo>
                    <a:pt x="3135266" y="296348"/>
                  </a:lnTo>
                  <a:lnTo>
                    <a:pt x="3136818" y="295524"/>
                  </a:lnTo>
                  <a:lnTo>
                    <a:pt x="3137680" y="295066"/>
                  </a:lnTo>
                  <a:lnTo>
                    <a:pt x="3139921" y="293875"/>
                  </a:lnTo>
                  <a:lnTo>
                    <a:pt x="3140094" y="293784"/>
                  </a:lnTo>
                  <a:lnTo>
                    <a:pt x="3141300" y="293143"/>
                  </a:lnTo>
                  <a:lnTo>
                    <a:pt x="3142335" y="292593"/>
                  </a:lnTo>
                  <a:lnTo>
                    <a:pt x="3142852" y="292318"/>
                  </a:lnTo>
                  <a:lnTo>
                    <a:pt x="3143542" y="291952"/>
                  </a:lnTo>
                  <a:lnTo>
                    <a:pt x="3144059" y="291677"/>
                  </a:lnTo>
                  <a:lnTo>
                    <a:pt x="3145783" y="290762"/>
                  </a:lnTo>
                  <a:lnTo>
                    <a:pt x="3146645" y="290304"/>
                  </a:lnTo>
                  <a:lnTo>
                    <a:pt x="3148886" y="289113"/>
                  </a:lnTo>
                  <a:lnTo>
                    <a:pt x="3149921" y="288564"/>
                  </a:lnTo>
                  <a:lnTo>
                    <a:pt x="3150611" y="288197"/>
                  </a:lnTo>
                  <a:lnTo>
                    <a:pt x="3150955" y="288014"/>
                  </a:lnTo>
                  <a:lnTo>
                    <a:pt x="3152852" y="287007"/>
                  </a:lnTo>
                  <a:lnTo>
                    <a:pt x="3168369" y="278765"/>
                  </a:lnTo>
                  <a:lnTo>
                    <a:pt x="3175955" y="274735"/>
                  </a:lnTo>
                  <a:lnTo>
                    <a:pt x="3275780" y="221711"/>
                  </a:lnTo>
                  <a:lnTo>
                    <a:pt x="3279400" y="219788"/>
                  </a:lnTo>
                  <a:lnTo>
                    <a:pt x="3279573" y="219697"/>
                  </a:lnTo>
                  <a:lnTo>
                    <a:pt x="3281987" y="218415"/>
                  </a:lnTo>
                  <a:lnTo>
                    <a:pt x="3283883" y="217407"/>
                  </a:lnTo>
                  <a:lnTo>
                    <a:pt x="3287676" y="215392"/>
                  </a:lnTo>
                  <a:lnTo>
                    <a:pt x="3288538" y="214935"/>
                  </a:lnTo>
                  <a:lnTo>
                    <a:pt x="3290090" y="214110"/>
                  </a:lnTo>
                  <a:lnTo>
                    <a:pt x="3293710" y="212187"/>
                  </a:lnTo>
                  <a:lnTo>
                    <a:pt x="3294228" y="211912"/>
                  </a:lnTo>
                  <a:lnTo>
                    <a:pt x="3294573" y="211729"/>
                  </a:lnTo>
                  <a:lnTo>
                    <a:pt x="3296124" y="210905"/>
                  </a:lnTo>
                  <a:lnTo>
                    <a:pt x="3296469" y="210722"/>
                  </a:lnTo>
                  <a:lnTo>
                    <a:pt x="3296641" y="210630"/>
                  </a:lnTo>
                  <a:lnTo>
                    <a:pt x="3297331" y="210264"/>
                  </a:lnTo>
                  <a:lnTo>
                    <a:pt x="3297848" y="209989"/>
                  </a:lnTo>
                  <a:lnTo>
                    <a:pt x="3298710" y="209531"/>
                  </a:lnTo>
                  <a:lnTo>
                    <a:pt x="3298883" y="209440"/>
                  </a:lnTo>
                  <a:lnTo>
                    <a:pt x="3300779" y="208432"/>
                  </a:lnTo>
                  <a:lnTo>
                    <a:pt x="3301296" y="208158"/>
                  </a:lnTo>
                  <a:lnTo>
                    <a:pt x="3302503" y="207517"/>
                  </a:lnTo>
                  <a:lnTo>
                    <a:pt x="3303538" y="206967"/>
                  </a:lnTo>
                  <a:lnTo>
                    <a:pt x="3304055" y="206692"/>
                  </a:lnTo>
                  <a:lnTo>
                    <a:pt x="3304400" y="206509"/>
                  </a:lnTo>
                  <a:lnTo>
                    <a:pt x="3305089" y="206143"/>
                  </a:lnTo>
                  <a:lnTo>
                    <a:pt x="3306641" y="205319"/>
                  </a:lnTo>
                  <a:lnTo>
                    <a:pt x="3306814" y="205227"/>
                  </a:lnTo>
                  <a:lnTo>
                    <a:pt x="3307676" y="204769"/>
                  </a:lnTo>
                  <a:lnTo>
                    <a:pt x="3309227" y="203945"/>
                  </a:lnTo>
                  <a:lnTo>
                    <a:pt x="3310089" y="203487"/>
                  </a:lnTo>
                  <a:lnTo>
                    <a:pt x="3312331" y="202297"/>
                  </a:lnTo>
                  <a:lnTo>
                    <a:pt x="3312503" y="202205"/>
                  </a:lnTo>
                  <a:lnTo>
                    <a:pt x="3313710" y="201564"/>
                  </a:lnTo>
                  <a:lnTo>
                    <a:pt x="3314744" y="201015"/>
                  </a:lnTo>
                  <a:lnTo>
                    <a:pt x="3315262" y="200740"/>
                  </a:lnTo>
                  <a:lnTo>
                    <a:pt x="3315951" y="200374"/>
                  </a:lnTo>
                  <a:lnTo>
                    <a:pt x="3316469" y="200099"/>
                  </a:lnTo>
                  <a:lnTo>
                    <a:pt x="3318193" y="199183"/>
                  </a:lnTo>
                  <a:lnTo>
                    <a:pt x="3319055" y="198725"/>
                  </a:lnTo>
                  <a:lnTo>
                    <a:pt x="3321296" y="197535"/>
                  </a:lnTo>
                  <a:lnTo>
                    <a:pt x="3322330" y="196985"/>
                  </a:lnTo>
                  <a:lnTo>
                    <a:pt x="3323020" y="196619"/>
                  </a:lnTo>
                  <a:lnTo>
                    <a:pt x="3323365" y="196436"/>
                  </a:lnTo>
                  <a:lnTo>
                    <a:pt x="3325261" y="195428"/>
                  </a:lnTo>
                  <a:lnTo>
                    <a:pt x="3340778" y="187186"/>
                  </a:lnTo>
                  <a:lnTo>
                    <a:pt x="3348364" y="183157"/>
                  </a:lnTo>
                  <a:lnTo>
                    <a:pt x="3448189" y="130133"/>
                  </a:lnTo>
                  <a:lnTo>
                    <a:pt x="3451810" y="128210"/>
                  </a:lnTo>
                  <a:lnTo>
                    <a:pt x="3451982" y="128118"/>
                  </a:lnTo>
                  <a:lnTo>
                    <a:pt x="3454396" y="126836"/>
                  </a:lnTo>
                  <a:lnTo>
                    <a:pt x="3456293" y="125829"/>
                  </a:lnTo>
                  <a:lnTo>
                    <a:pt x="3460086" y="123814"/>
                  </a:lnTo>
                  <a:lnTo>
                    <a:pt x="3460948" y="123356"/>
                  </a:lnTo>
                  <a:lnTo>
                    <a:pt x="3462499" y="122532"/>
                  </a:lnTo>
                  <a:lnTo>
                    <a:pt x="3466120" y="120609"/>
                  </a:lnTo>
                  <a:lnTo>
                    <a:pt x="3466637" y="120334"/>
                  </a:lnTo>
                  <a:lnTo>
                    <a:pt x="3466982" y="120151"/>
                  </a:lnTo>
                  <a:lnTo>
                    <a:pt x="3468534" y="119326"/>
                  </a:lnTo>
                  <a:lnTo>
                    <a:pt x="3468879" y="119143"/>
                  </a:lnTo>
                  <a:lnTo>
                    <a:pt x="3469051" y="119052"/>
                  </a:lnTo>
                  <a:lnTo>
                    <a:pt x="3469741" y="118685"/>
                  </a:lnTo>
                  <a:lnTo>
                    <a:pt x="3470258" y="118411"/>
                  </a:lnTo>
                  <a:lnTo>
                    <a:pt x="3471120" y="117953"/>
                  </a:lnTo>
                  <a:lnTo>
                    <a:pt x="3471292" y="117861"/>
                  </a:lnTo>
                  <a:lnTo>
                    <a:pt x="3473189" y="116854"/>
                  </a:lnTo>
                  <a:lnTo>
                    <a:pt x="3473706" y="116579"/>
                  </a:lnTo>
                  <a:lnTo>
                    <a:pt x="3474913" y="115938"/>
                  </a:lnTo>
                  <a:lnTo>
                    <a:pt x="3475947" y="115389"/>
                  </a:lnTo>
                  <a:lnTo>
                    <a:pt x="3476465" y="115114"/>
                  </a:lnTo>
                  <a:lnTo>
                    <a:pt x="3476809" y="114931"/>
                  </a:lnTo>
                  <a:lnTo>
                    <a:pt x="3477499" y="114564"/>
                  </a:lnTo>
                  <a:lnTo>
                    <a:pt x="3479051" y="113740"/>
                  </a:lnTo>
                  <a:lnTo>
                    <a:pt x="3479223" y="113649"/>
                  </a:lnTo>
                  <a:lnTo>
                    <a:pt x="3480085" y="113191"/>
                  </a:lnTo>
                  <a:lnTo>
                    <a:pt x="3481637" y="112366"/>
                  </a:lnTo>
                  <a:lnTo>
                    <a:pt x="3482499" y="111909"/>
                  </a:lnTo>
                  <a:lnTo>
                    <a:pt x="3484740" y="110718"/>
                  </a:lnTo>
                  <a:lnTo>
                    <a:pt x="3484913" y="110626"/>
                  </a:lnTo>
                  <a:lnTo>
                    <a:pt x="3486119" y="109985"/>
                  </a:lnTo>
                  <a:lnTo>
                    <a:pt x="3487154" y="109436"/>
                  </a:lnTo>
                  <a:lnTo>
                    <a:pt x="3487671" y="109161"/>
                  </a:lnTo>
                  <a:lnTo>
                    <a:pt x="3488361" y="108795"/>
                  </a:lnTo>
                  <a:lnTo>
                    <a:pt x="3488878" y="108520"/>
                  </a:lnTo>
                  <a:lnTo>
                    <a:pt x="3490602" y="107604"/>
                  </a:lnTo>
                  <a:lnTo>
                    <a:pt x="3491464" y="107146"/>
                  </a:lnTo>
                  <a:lnTo>
                    <a:pt x="3493705" y="105956"/>
                  </a:lnTo>
                  <a:lnTo>
                    <a:pt x="3494740" y="105407"/>
                  </a:lnTo>
                  <a:lnTo>
                    <a:pt x="3495430" y="105040"/>
                  </a:lnTo>
                  <a:lnTo>
                    <a:pt x="3495774" y="104857"/>
                  </a:lnTo>
                  <a:lnTo>
                    <a:pt x="3497671" y="103850"/>
                  </a:lnTo>
                  <a:lnTo>
                    <a:pt x="3513188" y="95608"/>
                  </a:lnTo>
                  <a:lnTo>
                    <a:pt x="3520774" y="91578"/>
                  </a:lnTo>
                  <a:lnTo>
                    <a:pt x="3620599" y="38554"/>
                  </a:lnTo>
                  <a:lnTo>
                    <a:pt x="3624219" y="36631"/>
                  </a:lnTo>
                  <a:lnTo>
                    <a:pt x="3624392" y="36539"/>
                  </a:lnTo>
                  <a:lnTo>
                    <a:pt x="3626806" y="35257"/>
                  </a:lnTo>
                  <a:lnTo>
                    <a:pt x="3628702" y="34250"/>
                  </a:lnTo>
                  <a:lnTo>
                    <a:pt x="3632495" y="32235"/>
                  </a:lnTo>
                  <a:lnTo>
                    <a:pt x="3633357" y="31777"/>
                  </a:lnTo>
                  <a:lnTo>
                    <a:pt x="3634909" y="30953"/>
                  </a:lnTo>
                  <a:lnTo>
                    <a:pt x="3638529" y="29030"/>
                  </a:lnTo>
                  <a:lnTo>
                    <a:pt x="3639047" y="28755"/>
                  </a:lnTo>
                  <a:lnTo>
                    <a:pt x="3639391" y="28572"/>
                  </a:lnTo>
                  <a:lnTo>
                    <a:pt x="3640943" y="27748"/>
                  </a:lnTo>
                  <a:lnTo>
                    <a:pt x="3641288" y="27565"/>
                  </a:lnTo>
                  <a:lnTo>
                    <a:pt x="3641460" y="27473"/>
                  </a:lnTo>
                  <a:lnTo>
                    <a:pt x="3642150" y="27107"/>
                  </a:lnTo>
                  <a:lnTo>
                    <a:pt x="3642667" y="26832"/>
                  </a:lnTo>
                  <a:lnTo>
                    <a:pt x="3643529" y="26374"/>
                  </a:lnTo>
                  <a:lnTo>
                    <a:pt x="3643702" y="26283"/>
                  </a:lnTo>
                  <a:lnTo>
                    <a:pt x="3645598" y="25275"/>
                  </a:lnTo>
                  <a:lnTo>
                    <a:pt x="3646115" y="25000"/>
                  </a:lnTo>
                  <a:lnTo>
                    <a:pt x="3647322" y="24359"/>
                  </a:lnTo>
                  <a:lnTo>
                    <a:pt x="3648357" y="23810"/>
                  </a:lnTo>
                  <a:lnTo>
                    <a:pt x="3648874" y="23535"/>
                  </a:lnTo>
                  <a:lnTo>
                    <a:pt x="3649219" y="23352"/>
                  </a:lnTo>
                  <a:lnTo>
                    <a:pt x="3649908" y="22986"/>
                  </a:lnTo>
                  <a:lnTo>
                    <a:pt x="3651460" y="22162"/>
                  </a:lnTo>
                  <a:lnTo>
                    <a:pt x="3651633" y="22070"/>
                  </a:lnTo>
                  <a:lnTo>
                    <a:pt x="3652495" y="21612"/>
                  </a:lnTo>
                  <a:lnTo>
                    <a:pt x="3654046" y="20788"/>
                  </a:lnTo>
                  <a:lnTo>
                    <a:pt x="3654908" y="20330"/>
                  </a:lnTo>
                  <a:lnTo>
                    <a:pt x="3657150" y="19139"/>
                  </a:lnTo>
                  <a:lnTo>
                    <a:pt x="3657322" y="19048"/>
                  </a:lnTo>
                  <a:lnTo>
                    <a:pt x="3658529" y="18407"/>
                  </a:lnTo>
                  <a:lnTo>
                    <a:pt x="3659563" y="17857"/>
                  </a:lnTo>
                  <a:lnTo>
                    <a:pt x="3660081" y="17583"/>
                  </a:lnTo>
                  <a:lnTo>
                    <a:pt x="3660770" y="17216"/>
                  </a:lnTo>
                  <a:lnTo>
                    <a:pt x="3661288" y="16942"/>
                  </a:lnTo>
                  <a:lnTo>
                    <a:pt x="3663012" y="16026"/>
                  </a:lnTo>
                  <a:lnTo>
                    <a:pt x="3663874" y="15568"/>
                  </a:lnTo>
                  <a:lnTo>
                    <a:pt x="3666115" y="14377"/>
                  </a:lnTo>
                  <a:lnTo>
                    <a:pt x="3667149" y="13828"/>
                  </a:lnTo>
                  <a:lnTo>
                    <a:pt x="3667839" y="13462"/>
                  </a:lnTo>
                  <a:lnTo>
                    <a:pt x="3668184" y="13278"/>
                  </a:lnTo>
                  <a:lnTo>
                    <a:pt x="3670080" y="12271"/>
                  </a:lnTo>
                  <a:lnTo>
                    <a:pt x="3685597" y="4029"/>
                  </a:lnTo>
                  <a:lnTo>
                    <a:pt x="3693183" y="0"/>
                  </a:lnTo>
                </a:path>
              </a:pathLst>
            </a:custGeom>
            <a:ln w="32521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6"/>
            <p:cNvSpPr/>
            <p:nvPr/>
          </p:nvSpPr>
          <p:spPr>
            <a:xfrm>
              <a:off x="3588882" y="2900695"/>
              <a:ext cx="3693183" cy="1732479"/>
            </a:xfrm>
            <a:custGeom>
              <a:avLst/>
              <a:pathLst>
                <a:path w="3693183" h="1732479">
                  <a:moveTo>
                    <a:pt x="0" y="1732479"/>
                  </a:moveTo>
                  <a:lnTo>
                    <a:pt x="3620" y="1730781"/>
                  </a:lnTo>
                  <a:lnTo>
                    <a:pt x="3793" y="1730700"/>
                  </a:lnTo>
                  <a:lnTo>
                    <a:pt x="6206" y="1729568"/>
                  </a:lnTo>
                  <a:lnTo>
                    <a:pt x="8103" y="1728678"/>
                  </a:lnTo>
                  <a:lnTo>
                    <a:pt x="11896" y="1726899"/>
                  </a:lnTo>
                  <a:lnTo>
                    <a:pt x="12758" y="1726494"/>
                  </a:lnTo>
                  <a:lnTo>
                    <a:pt x="14309" y="1725767"/>
                  </a:lnTo>
                  <a:lnTo>
                    <a:pt x="17930" y="1724068"/>
                  </a:lnTo>
                  <a:lnTo>
                    <a:pt x="18447" y="1723825"/>
                  </a:lnTo>
                  <a:lnTo>
                    <a:pt x="18792" y="1723664"/>
                  </a:lnTo>
                  <a:lnTo>
                    <a:pt x="20344" y="1722936"/>
                  </a:lnTo>
                  <a:lnTo>
                    <a:pt x="20689" y="1722774"/>
                  </a:lnTo>
                  <a:lnTo>
                    <a:pt x="20861" y="1722693"/>
                  </a:lnTo>
                  <a:lnTo>
                    <a:pt x="21551" y="1722370"/>
                  </a:lnTo>
                  <a:lnTo>
                    <a:pt x="22068" y="1722127"/>
                  </a:lnTo>
                  <a:lnTo>
                    <a:pt x="22930" y="1721723"/>
                  </a:lnTo>
                  <a:lnTo>
                    <a:pt x="23102" y="1721642"/>
                  </a:lnTo>
                  <a:lnTo>
                    <a:pt x="24999" y="1720752"/>
                  </a:lnTo>
                  <a:lnTo>
                    <a:pt x="25516" y="1720509"/>
                  </a:lnTo>
                  <a:lnTo>
                    <a:pt x="26723" y="1719943"/>
                  </a:lnTo>
                  <a:lnTo>
                    <a:pt x="27757" y="1719458"/>
                  </a:lnTo>
                  <a:lnTo>
                    <a:pt x="28275" y="1719215"/>
                  </a:lnTo>
                  <a:lnTo>
                    <a:pt x="28619" y="1719054"/>
                  </a:lnTo>
                  <a:lnTo>
                    <a:pt x="29309" y="1718730"/>
                  </a:lnTo>
                  <a:lnTo>
                    <a:pt x="30861" y="1718002"/>
                  </a:lnTo>
                  <a:lnTo>
                    <a:pt x="31033" y="1717921"/>
                  </a:lnTo>
                  <a:lnTo>
                    <a:pt x="31895" y="1717517"/>
                  </a:lnTo>
                  <a:lnTo>
                    <a:pt x="33447" y="1716789"/>
                  </a:lnTo>
                  <a:lnTo>
                    <a:pt x="34309" y="1716385"/>
                  </a:lnTo>
                  <a:lnTo>
                    <a:pt x="36550" y="1715333"/>
                  </a:lnTo>
                  <a:lnTo>
                    <a:pt x="36723" y="1715252"/>
                  </a:lnTo>
                  <a:lnTo>
                    <a:pt x="37930" y="1714686"/>
                  </a:lnTo>
                  <a:lnTo>
                    <a:pt x="38964" y="1714201"/>
                  </a:lnTo>
                  <a:lnTo>
                    <a:pt x="39481" y="1713958"/>
                  </a:lnTo>
                  <a:lnTo>
                    <a:pt x="40171" y="1713635"/>
                  </a:lnTo>
                  <a:lnTo>
                    <a:pt x="40688" y="1713392"/>
                  </a:lnTo>
                  <a:lnTo>
                    <a:pt x="42412" y="1712583"/>
                  </a:lnTo>
                  <a:lnTo>
                    <a:pt x="43274" y="1712179"/>
                  </a:lnTo>
                  <a:lnTo>
                    <a:pt x="45516" y="1711128"/>
                  </a:lnTo>
                  <a:lnTo>
                    <a:pt x="46550" y="1710642"/>
                  </a:lnTo>
                  <a:lnTo>
                    <a:pt x="47240" y="1710319"/>
                  </a:lnTo>
                  <a:lnTo>
                    <a:pt x="47585" y="1710157"/>
                  </a:lnTo>
                  <a:lnTo>
                    <a:pt x="49481" y="1709267"/>
                  </a:lnTo>
                  <a:lnTo>
                    <a:pt x="64998" y="1701988"/>
                  </a:lnTo>
                  <a:lnTo>
                    <a:pt x="72584" y="1698430"/>
                  </a:lnTo>
                  <a:lnTo>
                    <a:pt x="172409" y="1651602"/>
                  </a:lnTo>
                  <a:lnTo>
                    <a:pt x="176030" y="1649903"/>
                  </a:lnTo>
                  <a:lnTo>
                    <a:pt x="176202" y="1649822"/>
                  </a:lnTo>
                  <a:lnTo>
                    <a:pt x="178616" y="1648690"/>
                  </a:lnTo>
                  <a:lnTo>
                    <a:pt x="180512" y="1647800"/>
                  </a:lnTo>
                  <a:lnTo>
                    <a:pt x="184305" y="1646021"/>
                  </a:lnTo>
                  <a:lnTo>
                    <a:pt x="185167" y="1645617"/>
                  </a:lnTo>
                  <a:lnTo>
                    <a:pt x="186719" y="1644889"/>
                  </a:lnTo>
                  <a:lnTo>
                    <a:pt x="190340" y="1643190"/>
                  </a:lnTo>
                  <a:lnTo>
                    <a:pt x="190857" y="1642948"/>
                  </a:lnTo>
                  <a:lnTo>
                    <a:pt x="191202" y="1642786"/>
                  </a:lnTo>
                  <a:lnTo>
                    <a:pt x="192753" y="1642058"/>
                  </a:lnTo>
                  <a:lnTo>
                    <a:pt x="193098" y="1641896"/>
                  </a:lnTo>
                  <a:lnTo>
                    <a:pt x="193271" y="1641816"/>
                  </a:lnTo>
                  <a:lnTo>
                    <a:pt x="193960" y="1641492"/>
                  </a:lnTo>
                  <a:lnTo>
                    <a:pt x="194477" y="1641249"/>
                  </a:lnTo>
                  <a:lnTo>
                    <a:pt x="195339" y="1640845"/>
                  </a:lnTo>
                  <a:lnTo>
                    <a:pt x="195512" y="1640764"/>
                  </a:lnTo>
                  <a:lnTo>
                    <a:pt x="197408" y="1639874"/>
                  </a:lnTo>
                  <a:lnTo>
                    <a:pt x="197926" y="1639632"/>
                  </a:lnTo>
                  <a:lnTo>
                    <a:pt x="199132" y="1639066"/>
                  </a:lnTo>
                  <a:lnTo>
                    <a:pt x="200167" y="1638580"/>
                  </a:lnTo>
                  <a:lnTo>
                    <a:pt x="200684" y="1638338"/>
                  </a:lnTo>
                  <a:lnTo>
                    <a:pt x="201029" y="1638176"/>
                  </a:lnTo>
                  <a:lnTo>
                    <a:pt x="201719" y="1637853"/>
                  </a:lnTo>
                  <a:lnTo>
                    <a:pt x="203270" y="1637125"/>
                  </a:lnTo>
                  <a:lnTo>
                    <a:pt x="203443" y="1637044"/>
                  </a:lnTo>
                  <a:lnTo>
                    <a:pt x="204305" y="1636639"/>
                  </a:lnTo>
                  <a:lnTo>
                    <a:pt x="205856" y="1635911"/>
                  </a:lnTo>
                  <a:lnTo>
                    <a:pt x="206718" y="1635507"/>
                  </a:lnTo>
                  <a:lnTo>
                    <a:pt x="208960" y="1634456"/>
                  </a:lnTo>
                  <a:lnTo>
                    <a:pt x="209132" y="1634375"/>
                  </a:lnTo>
                  <a:lnTo>
                    <a:pt x="210339" y="1633809"/>
                  </a:lnTo>
                  <a:lnTo>
                    <a:pt x="211374" y="1633323"/>
                  </a:lnTo>
                  <a:lnTo>
                    <a:pt x="211891" y="1633081"/>
                  </a:lnTo>
                  <a:lnTo>
                    <a:pt x="212580" y="1632757"/>
                  </a:lnTo>
                  <a:lnTo>
                    <a:pt x="213098" y="1632515"/>
                  </a:lnTo>
                  <a:lnTo>
                    <a:pt x="214822" y="1631706"/>
                  </a:lnTo>
                  <a:lnTo>
                    <a:pt x="215684" y="1631301"/>
                  </a:lnTo>
                  <a:lnTo>
                    <a:pt x="217925" y="1630250"/>
                  </a:lnTo>
                  <a:lnTo>
                    <a:pt x="218960" y="1629765"/>
                  </a:lnTo>
                  <a:lnTo>
                    <a:pt x="219649" y="1629441"/>
                  </a:lnTo>
                  <a:lnTo>
                    <a:pt x="219994" y="1629280"/>
                  </a:lnTo>
                  <a:lnTo>
                    <a:pt x="221891" y="1628390"/>
                  </a:lnTo>
                  <a:lnTo>
                    <a:pt x="237407" y="1621111"/>
                  </a:lnTo>
                  <a:lnTo>
                    <a:pt x="244993" y="1617552"/>
                  </a:lnTo>
                  <a:lnTo>
                    <a:pt x="344818" y="1570724"/>
                  </a:lnTo>
                  <a:lnTo>
                    <a:pt x="348439" y="1569026"/>
                  </a:lnTo>
                  <a:lnTo>
                    <a:pt x="348611" y="1568945"/>
                  </a:lnTo>
                  <a:lnTo>
                    <a:pt x="351025" y="1567812"/>
                  </a:lnTo>
                  <a:lnTo>
                    <a:pt x="352922" y="1566923"/>
                  </a:lnTo>
                  <a:lnTo>
                    <a:pt x="356715" y="1565144"/>
                  </a:lnTo>
                  <a:lnTo>
                    <a:pt x="357577" y="1564739"/>
                  </a:lnTo>
                  <a:lnTo>
                    <a:pt x="359128" y="1564011"/>
                  </a:lnTo>
                  <a:lnTo>
                    <a:pt x="362749" y="1562313"/>
                  </a:lnTo>
                  <a:lnTo>
                    <a:pt x="363266" y="1562070"/>
                  </a:lnTo>
                  <a:lnTo>
                    <a:pt x="363611" y="1561908"/>
                  </a:lnTo>
                  <a:lnTo>
                    <a:pt x="365163" y="1561181"/>
                  </a:lnTo>
                  <a:lnTo>
                    <a:pt x="365508" y="1561019"/>
                  </a:lnTo>
                  <a:lnTo>
                    <a:pt x="365680" y="1560938"/>
                  </a:lnTo>
                  <a:lnTo>
                    <a:pt x="366370" y="1560614"/>
                  </a:lnTo>
                  <a:lnTo>
                    <a:pt x="366887" y="1560372"/>
                  </a:lnTo>
                  <a:lnTo>
                    <a:pt x="367749" y="1559967"/>
                  </a:lnTo>
                  <a:lnTo>
                    <a:pt x="367921" y="1559886"/>
                  </a:lnTo>
                  <a:lnTo>
                    <a:pt x="369818" y="1558997"/>
                  </a:lnTo>
                  <a:lnTo>
                    <a:pt x="370335" y="1558754"/>
                  </a:lnTo>
                  <a:lnTo>
                    <a:pt x="371542" y="1558188"/>
                  </a:lnTo>
                  <a:lnTo>
                    <a:pt x="372576" y="1557703"/>
                  </a:lnTo>
                  <a:lnTo>
                    <a:pt x="373094" y="1557460"/>
                  </a:lnTo>
                  <a:lnTo>
                    <a:pt x="373438" y="1557298"/>
                  </a:lnTo>
                  <a:lnTo>
                    <a:pt x="374128" y="1556975"/>
                  </a:lnTo>
                  <a:lnTo>
                    <a:pt x="375680" y="1556247"/>
                  </a:lnTo>
                  <a:lnTo>
                    <a:pt x="375852" y="1556166"/>
                  </a:lnTo>
                  <a:lnTo>
                    <a:pt x="376714" y="1555762"/>
                  </a:lnTo>
                  <a:lnTo>
                    <a:pt x="378266" y="1555034"/>
                  </a:lnTo>
                  <a:lnTo>
                    <a:pt x="379128" y="1554629"/>
                  </a:lnTo>
                  <a:lnTo>
                    <a:pt x="381369" y="1553578"/>
                  </a:lnTo>
                  <a:lnTo>
                    <a:pt x="381542" y="1553497"/>
                  </a:lnTo>
                  <a:lnTo>
                    <a:pt x="382749" y="1552931"/>
                  </a:lnTo>
                  <a:lnTo>
                    <a:pt x="383783" y="1552446"/>
                  </a:lnTo>
                  <a:lnTo>
                    <a:pt x="384300" y="1552203"/>
                  </a:lnTo>
                  <a:lnTo>
                    <a:pt x="384990" y="1551880"/>
                  </a:lnTo>
                  <a:lnTo>
                    <a:pt x="385507" y="1551637"/>
                  </a:lnTo>
                  <a:lnTo>
                    <a:pt x="387231" y="1550828"/>
                  </a:lnTo>
                  <a:lnTo>
                    <a:pt x="388093" y="1550424"/>
                  </a:lnTo>
                  <a:lnTo>
                    <a:pt x="390335" y="1549372"/>
                  </a:lnTo>
                  <a:lnTo>
                    <a:pt x="391369" y="1548887"/>
                  </a:lnTo>
                  <a:lnTo>
                    <a:pt x="392059" y="1548564"/>
                  </a:lnTo>
                  <a:lnTo>
                    <a:pt x="392404" y="1548402"/>
                  </a:lnTo>
                  <a:lnTo>
                    <a:pt x="394300" y="1547512"/>
                  </a:lnTo>
                  <a:lnTo>
                    <a:pt x="409817" y="1540233"/>
                  </a:lnTo>
                  <a:lnTo>
                    <a:pt x="417403" y="1536675"/>
                  </a:lnTo>
                  <a:lnTo>
                    <a:pt x="517228" y="1489846"/>
                  </a:lnTo>
                  <a:lnTo>
                    <a:pt x="520849" y="1488148"/>
                  </a:lnTo>
                  <a:lnTo>
                    <a:pt x="521021" y="1488067"/>
                  </a:lnTo>
                  <a:lnTo>
                    <a:pt x="523435" y="1486935"/>
                  </a:lnTo>
                  <a:lnTo>
                    <a:pt x="525331" y="1486045"/>
                  </a:lnTo>
                  <a:lnTo>
                    <a:pt x="529124" y="1484266"/>
                  </a:lnTo>
                  <a:lnTo>
                    <a:pt x="529986" y="1483862"/>
                  </a:lnTo>
                  <a:lnTo>
                    <a:pt x="531538" y="1483134"/>
                  </a:lnTo>
                  <a:lnTo>
                    <a:pt x="535159" y="1481435"/>
                  </a:lnTo>
                  <a:lnTo>
                    <a:pt x="535676" y="1481193"/>
                  </a:lnTo>
                  <a:lnTo>
                    <a:pt x="536021" y="1481031"/>
                  </a:lnTo>
                  <a:lnTo>
                    <a:pt x="537572" y="1480303"/>
                  </a:lnTo>
                  <a:lnTo>
                    <a:pt x="537917" y="1480141"/>
                  </a:lnTo>
                  <a:lnTo>
                    <a:pt x="538090" y="1480060"/>
                  </a:lnTo>
                  <a:lnTo>
                    <a:pt x="538779" y="1479737"/>
                  </a:lnTo>
                  <a:lnTo>
                    <a:pt x="539296" y="1479494"/>
                  </a:lnTo>
                  <a:lnTo>
                    <a:pt x="540158" y="1479090"/>
                  </a:lnTo>
                  <a:lnTo>
                    <a:pt x="540331" y="1479009"/>
                  </a:lnTo>
                  <a:lnTo>
                    <a:pt x="542227" y="1478119"/>
                  </a:lnTo>
                  <a:lnTo>
                    <a:pt x="542745" y="1477877"/>
                  </a:lnTo>
                  <a:lnTo>
                    <a:pt x="543951" y="1477310"/>
                  </a:lnTo>
                  <a:lnTo>
                    <a:pt x="544986" y="1476825"/>
                  </a:lnTo>
                  <a:lnTo>
                    <a:pt x="545503" y="1476583"/>
                  </a:lnTo>
                  <a:lnTo>
                    <a:pt x="545848" y="1476421"/>
                  </a:lnTo>
                  <a:lnTo>
                    <a:pt x="546538" y="1476097"/>
                  </a:lnTo>
                  <a:lnTo>
                    <a:pt x="548089" y="1475369"/>
                  </a:lnTo>
                  <a:lnTo>
                    <a:pt x="548262" y="1475288"/>
                  </a:lnTo>
                  <a:lnTo>
                    <a:pt x="549124" y="1474884"/>
                  </a:lnTo>
                  <a:lnTo>
                    <a:pt x="550675" y="1474156"/>
                  </a:lnTo>
                  <a:lnTo>
                    <a:pt x="551537" y="1473752"/>
                  </a:lnTo>
                  <a:lnTo>
                    <a:pt x="553779" y="1472700"/>
                  </a:lnTo>
                  <a:lnTo>
                    <a:pt x="553951" y="1472620"/>
                  </a:lnTo>
                  <a:lnTo>
                    <a:pt x="555158" y="1472053"/>
                  </a:lnTo>
                  <a:lnTo>
                    <a:pt x="556193" y="1471568"/>
                  </a:lnTo>
                  <a:lnTo>
                    <a:pt x="556710" y="1471325"/>
                  </a:lnTo>
                  <a:lnTo>
                    <a:pt x="557399" y="1471002"/>
                  </a:lnTo>
                  <a:lnTo>
                    <a:pt x="557917" y="1470759"/>
                  </a:lnTo>
                  <a:lnTo>
                    <a:pt x="559641" y="1469951"/>
                  </a:lnTo>
                  <a:lnTo>
                    <a:pt x="560503" y="1469546"/>
                  </a:lnTo>
                  <a:lnTo>
                    <a:pt x="562744" y="1468495"/>
                  </a:lnTo>
                  <a:lnTo>
                    <a:pt x="563779" y="1468009"/>
                  </a:lnTo>
                  <a:lnTo>
                    <a:pt x="564468" y="1467686"/>
                  </a:lnTo>
                  <a:lnTo>
                    <a:pt x="564813" y="1467524"/>
                  </a:lnTo>
                  <a:lnTo>
                    <a:pt x="566710" y="1466635"/>
                  </a:lnTo>
                  <a:lnTo>
                    <a:pt x="582226" y="1459356"/>
                  </a:lnTo>
                  <a:lnTo>
                    <a:pt x="589812" y="1455797"/>
                  </a:lnTo>
                  <a:lnTo>
                    <a:pt x="689637" y="1408969"/>
                  </a:lnTo>
                  <a:lnTo>
                    <a:pt x="693258" y="1407270"/>
                  </a:lnTo>
                  <a:lnTo>
                    <a:pt x="693430" y="1407190"/>
                  </a:lnTo>
                  <a:lnTo>
                    <a:pt x="695844" y="1406057"/>
                  </a:lnTo>
                  <a:lnTo>
                    <a:pt x="697741" y="1405168"/>
                  </a:lnTo>
                  <a:lnTo>
                    <a:pt x="701534" y="1403388"/>
                  </a:lnTo>
                  <a:lnTo>
                    <a:pt x="702396" y="1402984"/>
                  </a:lnTo>
                  <a:lnTo>
                    <a:pt x="703947" y="1402256"/>
                  </a:lnTo>
                  <a:lnTo>
                    <a:pt x="707568" y="1400558"/>
                  </a:lnTo>
                  <a:lnTo>
                    <a:pt x="708085" y="1400315"/>
                  </a:lnTo>
                  <a:lnTo>
                    <a:pt x="708430" y="1400153"/>
                  </a:lnTo>
                  <a:lnTo>
                    <a:pt x="709982" y="1399425"/>
                  </a:lnTo>
                  <a:lnTo>
                    <a:pt x="710327" y="1399264"/>
                  </a:lnTo>
                  <a:lnTo>
                    <a:pt x="710499" y="1399183"/>
                  </a:lnTo>
                  <a:lnTo>
                    <a:pt x="711189" y="1398859"/>
                  </a:lnTo>
                  <a:lnTo>
                    <a:pt x="711706" y="1398616"/>
                  </a:lnTo>
                  <a:lnTo>
                    <a:pt x="712568" y="1398212"/>
                  </a:lnTo>
                  <a:lnTo>
                    <a:pt x="712740" y="1398131"/>
                  </a:lnTo>
                  <a:lnTo>
                    <a:pt x="714637" y="1397242"/>
                  </a:lnTo>
                  <a:lnTo>
                    <a:pt x="715154" y="1396999"/>
                  </a:lnTo>
                  <a:lnTo>
                    <a:pt x="716361" y="1396433"/>
                  </a:lnTo>
                  <a:lnTo>
                    <a:pt x="717395" y="1395948"/>
                  </a:lnTo>
                  <a:lnTo>
                    <a:pt x="717913" y="1395705"/>
                  </a:lnTo>
                  <a:lnTo>
                    <a:pt x="718257" y="1395543"/>
                  </a:lnTo>
                  <a:lnTo>
                    <a:pt x="718947" y="1395220"/>
                  </a:lnTo>
                  <a:lnTo>
                    <a:pt x="720499" y="1394492"/>
                  </a:lnTo>
                  <a:lnTo>
                    <a:pt x="720671" y="1394411"/>
                  </a:lnTo>
                  <a:lnTo>
                    <a:pt x="721533" y="1394006"/>
                  </a:lnTo>
                  <a:lnTo>
                    <a:pt x="723085" y="1393279"/>
                  </a:lnTo>
                  <a:lnTo>
                    <a:pt x="723947" y="1392874"/>
                  </a:lnTo>
                  <a:lnTo>
                    <a:pt x="726188" y="1391823"/>
                  </a:lnTo>
                  <a:lnTo>
                    <a:pt x="726361" y="1391742"/>
                  </a:lnTo>
                  <a:lnTo>
                    <a:pt x="727568" y="1391176"/>
                  </a:lnTo>
                  <a:lnTo>
                    <a:pt x="728602" y="1390690"/>
                  </a:lnTo>
                  <a:lnTo>
                    <a:pt x="729119" y="1390448"/>
                  </a:lnTo>
                  <a:lnTo>
                    <a:pt x="729809" y="1390124"/>
                  </a:lnTo>
                  <a:lnTo>
                    <a:pt x="730326" y="1389882"/>
                  </a:lnTo>
                  <a:lnTo>
                    <a:pt x="732050" y="1389073"/>
                  </a:lnTo>
                  <a:lnTo>
                    <a:pt x="732912" y="1388669"/>
                  </a:lnTo>
                  <a:lnTo>
                    <a:pt x="735154" y="1387617"/>
                  </a:lnTo>
                  <a:lnTo>
                    <a:pt x="736188" y="1387132"/>
                  </a:lnTo>
                  <a:lnTo>
                    <a:pt x="736878" y="1386808"/>
                  </a:lnTo>
                  <a:lnTo>
                    <a:pt x="737222" y="1386647"/>
                  </a:lnTo>
                  <a:lnTo>
                    <a:pt x="739119" y="1385757"/>
                  </a:lnTo>
                  <a:lnTo>
                    <a:pt x="754636" y="1378478"/>
                  </a:lnTo>
                  <a:lnTo>
                    <a:pt x="762222" y="1374919"/>
                  </a:lnTo>
                  <a:lnTo>
                    <a:pt x="862047" y="1328091"/>
                  </a:lnTo>
                  <a:lnTo>
                    <a:pt x="865668" y="1326393"/>
                  </a:lnTo>
                  <a:lnTo>
                    <a:pt x="865840" y="1326312"/>
                  </a:lnTo>
                  <a:lnTo>
                    <a:pt x="868254" y="1325180"/>
                  </a:lnTo>
                  <a:lnTo>
                    <a:pt x="870150" y="1324290"/>
                  </a:lnTo>
                  <a:lnTo>
                    <a:pt x="873943" y="1322511"/>
                  </a:lnTo>
                  <a:lnTo>
                    <a:pt x="874805" y="1322106"/>
                  </a:lnTo>
                  <a:lnTo>
                    <a:pt x="876357" y="1321378"/>
                  </a:lnTo>
                  <a:lnTo>
                    <a:pt x="879978" y="1319680"/>
                  </a:lnTo>
                  <a:lnTo>
                    <a:pt x="880495" y="1319437"/>
                  </a:lnTo>
                  <a:lnTo>
                    <a:pt x="880840" y="1319276"/>
                  </a:lnTo>
                  <a:lnTo>
                    <a:pt x="882391" y="1318548"/>
                  </a:lnTo>
                  <a:lnTo>
                    <a:pt x="882736" y="1318386"/>
                  </a:lnTo>
                  <a:lnTo>
                    <a:pt x="882909" y="1318305"/>
                  </a:lnTo>
                  <a:lnTo>
                    <a:pt x="883598" y="1317981"/>
                  </a:lnTo>
                  <a:lnTo>
                    <a:pt x="884115" y="1317739"/>
                  </a:lnTo>
                  <a:lnTo>
                    <a:pt x="884977" y="1317334"/>
                  </a:lnTo>
                  <a:lnTo>
                    <a:pt x="885150" y="1317254"/>
                  </a:lnTo>
                  <a:lnTo>
                    <a:pt x="887046" y="1316364"/>
                  </a:lnTo>
                  <a:lnTo>
                    <a:pt x="887564" y="1316121"/>
                  </a:lnTo>
                  <a:lnTo>
                    <a:pt x="888770" y="1315555"/>
                  </a:lnTo>
                  <a:lnTo>
                    <a:pt x="889805" y="1315070"/>
                  </a:lnTo>
                  <a:lnTo>
                    <a:pt x="890322" y="1314827"/>
                  </a:lnTo>
                  <a:lnTo>
                    <a:pt x="890667" y="1314665"/>
                  </a:lnTo>
                  <a:lnTo>
                    <a:pt x="891357" y="1314342"/>
                  </a:lnTo>
                  <a:lnTo>
                    <a:pt x="892908" y="1313614"/>
                  </a:lnTo>
                  <a:lnTo>
                    <a:pt x="893081" y="1313533"/>
                  </a:lnTo>
                  <a:lnTo>
                    <a:pt x="893943" y="1313129"/>
                  </a:lnTo>
                  <a:lnTo>
                    <a:pt x="895494" y="1312401"/>
                  </a:lnTo>
                  <a:lnTo>
                    <a:pt x="896356" y="1311997"/>
                  </a:lnTo>
                  <a:lnTo>
                    <a:pt x="898598" y="1310945"/>
                  </a:lnTo>
                  <a:lnTo>
                    <a:pt x="898770" y="1310864"/>
                  </a:lnTo>
                  <a:lnTo>
                    <a:pt x="899977" y="1310298"/>
                  </a:lnTo>
                  <a:lnTo>
                    <a:pt x="901012" y="1309813"/>
                  </a:lnTo>
                  <a:lnTo>
                    <a:pt x="901529" y="1309570"/>
                  </a:lnTo>
                  <a:lnTo>
                    <a:pt x="902218" y="1309247"/>
                  </a:lnTo>
                  <a:lnTo>
                    <a:pt x="902736" y="1309004"/>
                  </a:lnTo>
                  <a:lnTo>
                    <a:pt x="904460" y="1308195"/>
                  </a:lnTo>
                  <a:lnTo>
                    <a:pt x="905322" y="1307791"/>
                  </a:lnTo>
                  <a:lnTo>
                    <a:pt x="907563" y="1306739"/>
                  </a:lnTo>
                  <a:lnTo>
                    <a:pt x="908598" y="1306254"/>
                  </a:lnTo>
                  <a:lnTo>
                    <a:pt x="909287" y="1305931"/>
                  </a:lnTo>
                  <a:lnTo>
                    <a:pt x="909632" y="1305769"/>
                  </a:lnTo>
                  <a:lnTo>
                    <a:pt x="911528" y="1304879"/>
                  </a:lnTo>
                  <a:lnTo>
                    <a:pt x="927045" y="1297600"/>
                  </a:lnTo>
                  <a:lnTo>
                    <a:pt x="934631" y="1294042"/>
                  </a:lnTo>
                  <a:lnTo>
                    <a:pt x="1034456" y="1247214"/>
                  </a:lnTo>
                  <a:lnTo>
                    <a:pt x="1038077" y="1245515"/>
                  </a:lnTo>
                  <a:lnTo>
                    <a:pt x="1038249" y="1245434"/>
                  </a:lnTo>
                  <a:lnTo>
                    <a:pt x="1040663" y="1244302"/>
                  </a:lnTo>
                  <a:lnTo>
                    <a:pt x="1042560" y="1243412"/>
                  </a:lnTo>
                  <a:lnTo>
                    <a:pt x="1046353" y="1241633"/>
                  </a:lnTo>
                  <a:lnTo>
                    <a:pt x="1047215" y="1241229"/>
                  </a:lnTo>
                  <a:lnTo>
                    <a:pt x="1048766" y="1240501"/>
                  </a:lnTo>
                  <a:lnTo>
                    <a:pt x="1052387" y="1238802"/>
                  </a:lnTo>
                  <a:lnTo>
                    <a:pt x="1052904" y="1238560"/>
                  </a:lnTo>
                  <a:lnTo>
                    <a:pt x="1053249" y="1238398"/>
                  </a:lnTo>
                  <a:lnTo>
                    <a:pt x="1054801" y="1237670"/>
                  </a:lnTo>
                  <a:lnTo>
                    <a:pt x="1055146" y="1237508"/>
                  </a:lnTo>
                  <a:lnTo>
                    <a:pt x="1055318" y="1237427"/>
                  </a:lnTo>
                  <a:lnTo>
                    <a:pt x="1056008" y="1237104"/>
                  </a:lnTo>
                  <a:lnTo>
                    <a:pt x="1056525" y="1236861"/>
                  </a:lnTo>
                  <a:lnTo>
                    <a:pt x="1057387" y="1236457"/>
                  </a:lnTo>
                  <a:lnTo>
                    <a:pt x="1057559" y="1236376"/>
                  </a:lnTo>
                  <a:lnTo>
                    <a:pt x="1059456" y="1235486"/>
                  </a:lnTo>
                  <a:lnTo>
                    <a:pt x="1059973" y="1235244"/>
                  </a:lnTo>
                  <a:lnTo>
                    <a:pt x="1061180" y="1234678"/>
                  </a:lnTo>
                  <a:lnTo>
                    <a:pt x="1062214" y="1234192"/>
                  </a:lnTo>
                  <a:lnTo>
                    <a:pt x="1062732" y="1233950"/>
                  </a:lnTo>
                  <a:lnTo>
                    <a:pt x="1063076" y="1233788"/>
                  </a:lnTo>
                  <a:lnTo>
                    <a:pt x="1063766" y="1233464"/>
                  </a:lnTo>
                  <a:lnTo>
                    <a:pt x="1065318" y="1232736"/>
                  </a:lnTo>
                  <a:lnTo>
                    <a:pt x="1065490" y="1232656"/>
                  </a:lnTo>
                  <a:lnTo>
                    <a:pt x="1066352" y="1232251"/>
                  </a:lnTo>
                  <a:lnTo>
                    <a:pt x="1067904" y="1231523"/>
                  </a:lnTo>
                  <a:lnTo>
                    <a:pt x="1068766" y="1231119"/>
                  </a:lnTo>
                  <a:lnTo>
                    <a:pt x="1071007" y="1230067"/>
                  </a:lnTo>
                  <a:lnTo>
                    <a:pt x="1071180" y="1229987"/>
                  </a:lnTo>
                  <a:lnTo>
                    <a:pt x="1072387" y="1229420"/>
                  </a:lnTo>
                  <a:lnTo>
                    <a:pt x="1073421" y="1228935"/>
                  </a:lnTo>
                  <a:lnTo>
                    <a:pt x="1073938" y="1228693"/>
                  </a:lnTo>
                  <a:lnTo>
                    <a:pt x="1074628" y="1228369"/>
                  </a:lnTo>
                  <a:lnTo>
                    <a:pt x="1075145" y="1228126"/>
                  </a:lnTo>
                  <a:lnTo>
                    <a:pt x="1076869" y="1227318"/>
                  </a:lnTo>
                  <a:lnTo>
                    <a:pt x="1077731" y="1226913"/>
                  </a:lnTo>
                  <a:lnTo>
                    <a:pt x="1079973" y="1225862"/>
                  </a:lnTo>
                  <a:lnTo>
                    <a:pt x="1081007" y="1225377"/>
                  </a:lnTo>
                  <a:lnTo>
                    <a:pt x="1081697" y="1225053"/>
                  </a:lnTo>
                  <a:lnTo>
                    <a:pt x="1082041" y="1224891"/>
                  </a:lnTo>
                  <a:lnTo>
                    <a:pt x="1083938" y="1224002"/>
                  </a:lnTo>
                  <a:lnTo>
                    <a:pt x="1099455" y="1216723"/>
                  </a:lnTo>
                  <a:lnTo>
                    <a:pt x="1107041" y="1213164"/>
                  </a:lnTo>
                  <a:lnTo>
                    <a:pt x="1206866" y="1166336"/>
                  </a:lnTo>
                  <a:lnTo>
                    <a:pt x="1210487" y="1164637"/>
                  </a:lnTo>
                  <a:lnTo>
                    <a:pt x="1210659" y="1164557"/>
                  </a:lnTo>
                  <a:lnTo>
                    <a:pt x="1213073" y="1163424"/>
                  </a:lnTo>
                  <a:lnTo>
                    <a:pt x="1214969" y="1162535"/>
                  </a:lnTo>
                  <a:lnTo>
                    <a:pt x="1218762" y="1160755"/>
                  </a:lnTo>
                  <a:lnTo>
                    <a:pt x="1219624" y="1160351"/>
                  </a:lnTo>
                  <a:lnTo>
                    <a:pt x="1221176" y="1159623"/>
                  </a:lnTo>
                  <a:lnTo>
                    <a:pt x="1224797" y="1157925"/>
                  </a:lnTo>
                  <a:lnTo>
                    <a:pt x="1225314" y="1157682"/>
                  </a:lnTo>
                  <a:lnTo>
                    <a:pt x="1225659" y="1157520"/>
                  </a:lnTo>
                  <a:lnTo>
                    <a:pt x="1227210" y="1156792"/>
                  </a:lnTo>
                  <a:lnTo>
                    <a:pt x="1227555" y="1156631"/>
                  </a:lnTo>
                  <a:lnTo>
                    <a:pt x="1227728" y="1156550"/>
                  </a:lnTo>
                  <a:lnTo>
                    <a:pt x="1228417" y="1156226"/>
                  </a:lnTo>
                  <a:lnTo>
                    <a:pt x="1228934" y="1155984"/>
                  </a:lnTo>
                  <a:lnTo>
                    <a:pt x="1229796" y="1155579"/>
                  </a:lnTo>
                  <a:lnTo>
                    <a:pt x="1229969" y="1155498"/>
                  </a:lnTo>
                  <a:lnTo>
                    <a:pt x="1231865" y="1154609"/>
                  </a:lnTo>
                  <a:lnTo>
                    <a:pt x="1232383" y="1154366"/>
                  </a:lnTo>
                  <a:lnTo>
                    <a:pt x="1233589" y="1153800"/>
                  </a:lnTo>
                  <a:lnTo>
                    <a:pt x="1234624" y="1153315"/>
                  </a:lnTo>
                  <a:lnTo>
                    <a:pt x="1235141" y="1153072"/>
                  </a:lnTo>
                  <a:lnTo>
                    <a:pt x="1235486" y="1152910"/>
                  </a:lnTo>
                  <a:lnTo>
                    <a:pt x="1236176" y="1152587"/>
                  </a:lnTo>
                  <a:lnTo>
                    <a:pt x="1237727" y="1151859"/>
                  </a:lnTo>
                  <a:lnTo>
                    <a:pt x="1237900" y="1151778"/>
                  </a:lnTo>
                  <a:lnTo>
                    <a:pt x="1238762" y="1151374"/>
                  </a:lnTo>
                  <a:lnTo>
                    <a:pt x="1240313" y="1150646"/>
                  </a:lnTo>
                  <a:lnTo>
                    <a:pt x="1241175" y="1150241"/>
                  </a:lnTo>
                  <a:lnTo>
                    <a:pt x="1243417" y="1149190"/>
                  </a:lnTo>
                  <a:lnTo>
                    <a:pt x="1243589" y="1149109"/>
                  </a:lnTo>
                  <a:lnTo>
                    <a:pt x="1244796" y="1148543"/>
                  </a:lnTo>
                  <a:lnTo>
                    <a:pt x="1245831" y="1148058"/>
                  </a:lnTo>
                  <a:lnTo>
                    <a:pt x="1246348" y="1147815"/>
                  </a:lnTo>
                  <a:lnTo>
                    <a:pt x="1247037" y="1147491"/>
                  </a:lnTo>
                  <a:lnTo>
                    <a:pt x="1247555" y="1147249"/>
                  </a:lnTo>
                  <a:lnTo>
                    <a:pt x="1249279" y="1146440"/>
                  </a:lnTo>
                  <a:lnTo>
                    <a:pt x="1250141" y="1146036"/>
                  </a:lnTo>
                  <a:lnTo>
                    <a:pt x="1252382" y="1144984"/>
                  </a:lnTo>
                  <a:lnTo>
                    <a:pt x="1253417" y="1144499"/>
                  </a:lnTo>
                  <a:lnTo>
                    <a:pt x="1254106" y="1144175"/>
                  </a:lnTo>
                  <a:lnTo>
                    <a:pt x="1254451" y="1144014"/>
                  </a:lnTo>
                  <a:lnTo>
                    <a:pt x="1256347" y="1143124"/>
                  </a:lnTo>
                  <a:lnTo>
                    <a:pt x="1271864" y="1135845"/>
                  </a:lnTo>
                  <a:lnTo>
                    <a:pt x="1279450" y="1132286"/>
                  </a:lnTo>
                  <a:lnTo>
                    <a:pt x="1379275" y="1085458"/>
                  </a:lnTo>
                  <a:lnTo>
                    <a:pt x="1382896" y="1083760"/>
                  </a:lnTo>
                  <a:lnTo>
                    <a:pt x="1383068" y="1083679"/>
                  </a:lnTo>
                  <a:lnTo>
                    <a:pt x="1385482" y="1082547"/>
                  </a:lnTo>
                  <a:lnTo>
                    <a:pt x="1387379" y="1081657"/>
                  </a:lnTo>
                  <a:lnTo>
                    <a:pt x="1391172" y="1079878"/>
                  </a:lnTo>
                  <a:lnTo>
                    <a:pt x="1392034" y="1079473"/>
                  </a:lnTo>
                  <a:lnTo>
                    <a:pt x="1393585" y="1078745"/>
                  </a:lnTo>
                  <a:lnTo>
                    <a:pt x="1397206" y="1077047"/>
                  </a:lnTo>
                  <a:lnTo>
                    <a:pt x="1397723" y="1076804"/>
                  </a:lnTo>
                  <a:lnTo>
                    <a:pt x="1398068" y="1076643"/>
                  </a:lnTo>
                  <a:lnTo>
                    <a:pt x="1399620" y="1075915"/>
                  </a:lnTo>
                  <a:lnTo>
                    <a:pt x="1399965" y="1075753"/>
                  </a:lnTo>
                  <a:lnTo>
                    <a:pt x="1400137" y="1075672"/>
                  </a:lnTo>
                  <a:lnTo>
                    <a:pt x="1400827" y="1075349"/>
                  </a:lnTo>
                  <a:lnTo>
                    <a:pt x="1401344" y="1075106"/>
                  </a:lnTo>
                  <a:lnTo>
                    <a:pt x="1402206" y="1074702"/>
                  </a:lnTo>
                  <a:lnTo>
                    <a:pt x="1402378" y="1074621"/>
                  </a:lnTo>
                  <a:lnTo>
                    <a:pt x="1404275" y="1073731"/>
                  </a:lnTo>
                  <a:lnTo>
                    <a:pt x="1404792" y="1073488"/>
                  </a:lnTo>
                  <a:lnTo>
                    <a:pt x="1405999" y="1072922"/>
                  </a:lnTo>
                  <a:lnTo>
                    <a:pt x="1407033" y="1072437"/>
                  </a:lnTo>
                  <a:lnTo>
                    <a:pt x="1407551" y="1072194"/>
                  </a:lnTo>
                  <a:lnTo>
                    <a:pt x="1407895" y="1072033"/>
                  </a:lnTo>
                  <a:lnTo>
                    <a:pt x="1408585" y="1071709"/>
                  </a:lnTo>
                  <a:lnTo>
                    <a:pt x="1410137" y="1070981"/>
                  </a:lnTo>
                  <a:lnTo>
                    <a:pt x="1410309" y="1070900"/>
                  </a:lnTo>
                  <a:lnTo>
                    <a:pt x="1411171" y="1070496"/>
                  </a:lnTo>
                  <a:lnTo>
                    <a:pt x="1412723" y="1069768"/>
                  </a:lnTo>
                  <a:lnTo>
                    <a:pt x="1413585" y="1069364"/>
                  </a:lnTo>
                  <a:lnTo>
                    <a:pt x="1415826" y="1068312"/>
                  </a:lnTo>
                  <a:lnTo>
                    <a:pt x="1415999" y="1068231"/>
                  </a:lnTo>
                  <a:lnTo>
                    <a:pt x="1417206" y="1067665"/>
                  </a:lnTo>
                  <a:lnTo>
                    <a:pt x="1418240" y="1067180"/>
                  </a:lnTo>
                  <a:lnTo>
                    <a:pt x="1418757" y="1066937"/>
                  </a:lnTo>
                  <a:lnTo>
                    <a:pt x="1419447" y="1066614"/>
                  </a:lnTo>
                  <a:lnTo>
                    <a:pt x="1419964" y="1066371"/>
                  </a:lnTo>
                  <a:lnTo>
                    <a:pt x="1421688" y="1065562"/>
                  </a:lnTo>
                  <a:lnTo>
                    <a:pt x="1422550" y="1065158"/>
                  </a:lnTo>
                  <a:lnTo>
                    <a:pt x="1424792" y="1064107"/>
                  </a:lnTo>
                  <a:lnTo>
                    <a:pt x="1425826" y="1063621"/>
                  </a:lnTo>
                  <a:lnTo>
                    <a:pt x="1426516" y="1063298"/>
                  </a:lnTo>
                  <a:lnTo>
                    <a:pt x="1426860" y="1063136"/>
                  </a:lnTo>
                  <a:lnTo>
                    <a:pt x="1428757" y="1062246"/>
                  </a:lnTo>
                  <a:lnTo>
                    <a:pt x="1444274" y="1054967"/>
                  </a:lnTo>
                  <a:lnTo>
                    <a:pt x="1451860" y="1051409"/>
                  </a:lnTo>
                  <a:lnTo>
                    <a:pt x="1551685" y="1004581"/>
                  </a:lnTo>
                  <a:lnTo>
                    <a:pt x="1555306" y="1002882"/>
                  </a:lnTo>
                  <a:lnTo>
                    <a:pt x="1555478" y="1002801"/>
                  </a:lnTo>
                  <a:lnTo>
                    <a:pt x="1557892" y="1001669"/>
                  </a:lnTo>
                  <a:lnTo>
                    <a:pt x="1559788" y="1000779"/>
                  </a:lnTo>
                  <a:lnTo>
                    <a:pt x="1563581" y="999000"/>
                  </a:lnTo>
                  <a:lnTo>
                    <a:pt x="1564443" y="998596"/>
                  </a:lnTo>
                  <a:lnTo>
                    <a:pt x="1565995" y="997868"/>
                  </a:lnTo>
                  <a:lnTo>
                    <a:pt x="1569616" y="996169"/>
                  </a:lnTo>
                  <a:lnTo>
                    <a:pt x="1570133" y="995927"/>
                  </a:lnTo>
                  <a:lnTo>
                    <a:pt x="1570478" y="995765"/>
                  </a:lnTo>
                  <a:lnTo>
                    <a:pt x="1572029" y="995037"/>
                  </a:lnTo>
                  <a:lnTo>
                    <a:pt x="1572374" y="994875"/>
                  </a:lnTo>
                  <a:lnTo>
                    <a:pt x="1572546" y="994794"/>
                  </a:lnTo>
                  <a:lnTo>
                    <a:pt x="1573236" y="994471"/>
                  </a:lnTo>
                  <a:lnTo>
                    <a:pt x="1573753" y="994228"/>
                  </a:lnTo>
                  <a:lnTo>
                    <a:pt x="1574615" y="993824"/>
                  </a:lnTo>
                  <a:lnTo>
                    <a:pt x="1574788" y="993743"/>
                  </a:lnTo>
                  <a:lnTo>
                    <a:pt x="1576684" y="992853"/>
                  </a:lnTo>
                  <a:lnTo>
                    <a:pt x="1577202" y="992611"/>
                  </a:lnTo>
                  <a:lnTo>
                    <a:pt x="1578408" y="992045"/>
                  </a:lnTo>
                  <a:lnTo>
                    <a:pt x="1579443" y="991559"/>
                  </a:lnTo>
                  <a:lnTo>
                    <a:pt x="1579960" y="991317"/>
                  </a:lnTo>
                  <a:lnTo>
                    <a:pt x="1580305" y="991155"/>
                  </a:lnTo>
                  <a:lnTo>
                    <a:pt x="1580995" y="990831"/>
                  </a:lnTo>
                  <a:lnTo>
                    <a:pt x="1582546" y="990104"/>
                  </a:lnTo>
                  <a:lnTo>
                    <a:pt x="1582719" y="990023"/>
                  </a:lnTo>
                  <a:lnTo>
                    <a:pt x="1583581" y="989618"/>
                  </a:lnTo>
                  <a:lnTo>
                    <a:pt x="1585132" y="988890"/>
                  </a:lnTo>
                  <a:lnTo>
                    <a:pt x="1585994" y="988486"/>
                  </a:lnTo>
                  <a:lnTo>
                    <a:pt x="1588236" y="987435"/>
                  </a:lnTo>
                  <a:lnTo>
                    <a:pt x="1588408" y="987354"/>
                  </a:lnTo>
                  <a:lnTo>
                    <a:pt x="1589615" y="986788"/>
                  </a:lnTo>
                  <a:lnTo>
                    <a:pt x="1590649" y="986302"/>
                  </a:lnTo>
                  <a:lnTo>
                    <a:pt x="1591167" y="986060"/>
                  </a:lnTo>
                  <a:lnTo>
                    <a:pt x="1591856" y="985736"/>
                  </a:lnTo>
                  <a:lnTo>
                    <a:pt x="1592374" y="985494"/>
                  </a:lnTo>
                  <a:lnTo>
                    <a:pt x="1594098" y="984685"/>
                  </a:lnTo>
                  <a:lnTo>
                    <a:pt x="1594960" y="984280"/>
                  </a:lnTo>
                  <a:lnTo>
                    <a:pt x="1597201" y="983229"/>
                  </a:lnTo>
                  <a:lnTo>
                    <a:pt x="1598236" y="982744"/>
                  </a:lnTo>
                  <a:lnTo>
                    <a:pt x="1598925" y="982420"/>
                  </a:lnTo>
                  <a:lnTo>
                    <a:pt x="1599270" y="982258"/>
                  </a:lnTo>
                  <a:lnTo>
                    <a:pt x="1601166" y="981369"/>
                  </a:lnTo>
                  <a:lnTo>
                    <a:pt x="1616683" y="974090"/>
                  </a:lnTo>
                  <a:lnTo>
                    <a:pt x="1624269" y="970531"/>
                  </a:lnTo>
                  <a:lnTo>
                    <a:pt x="1724094" y="923703"/>
                  </a:lnTo>
                  <a:lnTo>
                    <a:pt x="1727715" y="922005"/>
                  </a:lnTo>
                  <a:lnTo>
                    <a:pt x="1727887" y="921924"/>
                  </a:lnTo>
                  <a:lnTo>
                    <a:pt x="1730301" y="920791"/>
                  </a:lnTo>
                  <a:lnTo>
                    <a:pt x="1732198" y="919902"/>
                  </a:lnTo>
                  <a:lnTo>
                    <a:pt x="1735991" y="918122"/>
                  </a:lnTo>
                  <a:lnTo>
                    <a:pt x="1736853" y="917718"/>
                  </a:lnTo>
                  <a:lnTo>
                    <a:pt x="1738404" y="916990"/>
                  </a:lnTo>
                  <a:lnTo>
                    <a:pt x="1742025" y="915292"/>
                  </a:lnTo>
                  <a:lnTo>
                    <a:pt x="1742542" y="915049"/>
                  </a:lnTo>
                  <a:lnTo>
                    <a:pt x="1742887" y="914887"/>
                  </a:lnTo>
                  <a:lnTo>
                    <a:pt x="1744439" y="914159"/>
                  </a:lnTo>
                  <a:lnTo>
                    <a:pt x="1744784" y="913998"/>
                  </a:lnTo>
                  <a:lnTo>
                    <a:pt x="1744956" y="913917"/>
                  </a:lnTo>
                  <a:lnTo>
                    <a:pt x="1745646" y="913593"/>
                  </a:lnTo>
                  <a:lnTo>
                    <a:pt x="1746163" y="913351"/>
                  </a:lnTo>
                  <a:lnTo>
                    <a:pt x="1747025" y="912946"/>
                  </a:lnTo>
                  <a:lnTo>
                    <a:pt x="1747197" y="912865"/>
                  </a:lnTo>
                  <a:lnTo>
                    <a:pt x="1749094" y="911976"/>
                  </a:lnTo>
                  <a:lnTo>
                    <a:pt x="1749611" y="911733"/>
                  </a:lnTo>
                  <a:lnTo>
                    <a:pt x="1750818" y="911167"/>
                  </a:lnTo>
                  <a:lnTo>
                    <a:pt x="1751852" y="910682"/>
                  </a:lnTo>
                  <a:lnTo>
                    <a:pt x="1752370" y="910439"/>
                  </a:lnTo>
                  <a:lnTo>
                    <a:pt x="1752714" y="910277"/>
                  </a:lnTo>
                  <a:lnTo>
                    <a:pt x="1753404" y="909954"/>
                  </a:lnTo>
                  <a:lnTo>
                    <a:pt x="1754956" y="909226"/>
                  </a:lnTo>
                  <a:lnTo>
                    <a:pt x="1755128" y="909145"/>
                  </a:lnTo>
                  <a:lnTo>
                    <a:pt x="1755990" y="908741"/>
                  </a:lnTo>
                  <a:lnTo>
                    <a:pt x="1757542" y="908013"/>
                  </a:lnTo>
                  <a:lnTo>
                    <a:pt x="1758404" y="907608"/>
                  </a:lnTo>
                  <a:lnTo>
                    <a:pt x="1760645" y="906557"/>
                  </a:lnTo>
                  <a:lnTo>
                    <a:pt x="1760818" y="906476"/>
                  </a:lnTo>
                  <a:lnTo>
                    <a:pt x="1762025" y="905910"/>
                  </a:lnTo>
                  <a:lnTo>
                    <a:pt x="1763059" y="905425"/>
                  </a:lnTo>
                  <a:lnTo>
                    <a:pt x="1763576" y="905182"/>
                  </a:lnTo>
                  <a:lnTo>
                    <a:pt x="1764266" y="904859"/>
                  </a:lnTo>
                  <a:lnTo>
                    <a:pt x="1764783" y="904616"/>
                  </a:lnTo>
                  <a:lnTo>
                    <a:pt x="1766507" y="903807"/>
                  </a:lnTo>
                  <a:lnTo>
                    <a:pt x="1767369" y="903403"/>
                  </a:lnTo>
                  <a:lnTo>
                    <a:pt x="1769611" y="902351"/>
                  </a:lnTo>
                  <a:lnTo>
                    <a:pt x="1770645" y="901866"/>
                  </a:lnTo>
                  <a:lnTo>
                    <a:pt x="1771335" y="901543"/>
                  </a:lnTo>
                  <a:lnTo>
                    <a:pt x="1771679" y="901381"/>
                  </a:lnTo>
                  <a:lnTo>
                    <a:pt x="1773576" y="900491"/>
                  </a:lnTo>
                  <a:lnTo>
                    <a:pt x="1789093" y="893212"/>
                  </a:lnTo>
                  <a:lnTo>
                    <a:pt x="1796679" y="889654"/>
                  </a:lnTo>
                  <a:lnTo>
                    <a:pt x="1896504" y="842825"/>
                  </a:lnTo>
                  <a:lnTo>
                    <a:pt x="1900125" y="841127"/>
                  </a:lnTo>
                  <a:lnTo>
                    <a:pt x="1900297" y="841046"/>
                  </a:lnTo>
                  <a:lnTo>
                    <a:pt x="1902711" y="839914"/>
                  </a:lnTo>
                  <a:lnTo>
                    <a:pt x="1904607" y="839024"/>
                  </a:lnTo>
                  <a:lnTo>
                    <a:pt x="1908400" y="837245"/>
                  </a:lnTo>
                  <a:lnTo>
                    <a:pt x="1909262" y="836840"/>
                  </a:lnTo>
                  <a:lnTo>
                    <a:pt x="1910814" y="836113"/>
                  </a:lnTo>
                  <a:lnTo>
                    <a:pt x="1914435" y="834414"/>
                  </a:lnTo>
                  <a:lnTo>
                    <a:pt x="1914952" y="834171"/>
                  </a:lnTo>
                  <a:lnTo>
                    <a:pt x="1915297" y="834010"/>
                  </a:lnTo>
                  <a:lnTo>
                    <a:pt x="1916848" y="833282"/>
                  </a:lnTo>
                  <a:lnTo>
                    <a:pt x="1917193" y="833120"/>
                  </a:lnTo>
                  <a:lnTo>
                    <a:pt x="1917365" y="833039"/>
                  </a:lnTo>
                  <a:lnTo>
                    <a:pt x="1918055" y="832716"/>
                  </a:lnTo>
                  <a:lnTo>
                    <a:pt x="1918572" y="832473"/>
                  </a:lnTo>
                  <a:lnTo>
                    <a:pt x="1919434" y="832069"/>
                  </a:lnTo>
                  <a:lnTo>
                    <a:pt x="1919607" y="831988"/>
                  </a:lnTo>
                  <a:lnTo>
                    <a:pt x="1921503" y="831098"/>
                  </a:lnTo>
                  <a:lnTo>
                    <a:pt x="1922021" y="830855"/>
                  </a:lnTo>
                  <a:lnTo>
                    <a:pt x="1923227" y="830289"/>
                  </a:lnTo>
                  <a:lnTo>
                    <a:pt x="1924262" y="829804"/>
                  </a:lnTo>
                  <a:lnTo>
                    <a:pt x="1924779" y="829561"/>
                  </a:lnTo>
                  <a:lnTo>
                    <a:pt x="1925124" y="829400"/>
                  </a:lnTo>
                  <a:lnTo>
                    <a:pt x="1925814" y="829076"/>
                  </a:lnTo>
                  <a:lnTo>
                    <a:pt x="1927365" y="828348"/>
                  </a:lnTo>
                  <a:lnTo>
                    <a:pt x="1927538" y="828267"/>
                  </a:lnTo>
                  <a:lnTo>
                    <a:pt x="1928400" y="827863"/>
                  </a:lnTo>
                  <a:lnTo>
                    <a:pt x="1929951" y="827135"/>
                  </a:lnTo>
                  <a:lnTo>
                    <a:pt x="1930813" y="826731"/>
                  </a:lnTo>
                  <a:lnTo>
                    <a:pt x="1933055" y="825679"/>
                  </a:lnTo>
                  <a:lnTo>
                    <a:pt x="1933227" y="825598"/>
                  </a:lnTo>
                  <a:lnTo>
                    <a:pt x="1934434" y="825032"/>
                  </a:lnTo>
                  <a:lnTo>
                    <a:pt x="1935468" y="824547"/>
                  </a:lnTo>
                  <a:lnTo>
                    <a:pt x="1935986" y="824304"/>
                  </a:lnTo>
                  <a:lnTo>
                    <a:pt x="1936675" y="823981"/>
                  </a:lnTo>
                  <a:lnTo>
                    <a:pt x="1937193" y="823738"/>
                  </a:lnTo>
                  <a:lnTo>
                    <a:pt x="1938917" y="822929"/>
                  </a:lnTo>
                  <a:lnTo>
                    <a:pt x="1939779" y="822525"/>
                  </a:lnTo>
                  <a:lnTo>
                    <a:pt x="1942020" y="821474"/>
                  </a:lnTo>
                  <a:lnTo>
                    <a:pt x="1943054" y="820988"/>
                  </a:lnTo>
                  <a:lnTo>
                    <a:pt x="1943744" y="820665"/>
                  </a:lnTo>
                  <a:lnTo>
                    <a:pt x="1944089" y="820503"/>
                  </a:lnTo>
                  <a:lnTo>
                    <a:pt x="1945985" y="819613"/>
                  </a:lnTo>
                  <a:lnTo>
                    <a:pt x="1961502" y="812334"/>
                  </a:lnTo>
                  <a:lnTo>
                    <a:pt x="1969088" y="808776"/>
                  </a:lnTo>
                  <a:lnTo>
                    <a:pt x="2068913" y="761948"/>
                  </a:lnTo>
                  <a:lnTo>
                    <a:pt x="2072534" y="760249"/>
                  </a:lnTo>
                  <a:lnTo>
                    <a:pt x="2072706" y="760168"/>
                  </a:lnTo>
                  <a:lnTo>
                    <a:pt x="2075120" y="759036"/>
                  </a:lnTo>
                  <a:lnTo>
                    <a:pt x="2077017" y="758146"/>
                  </a:lnTo>
                  <a:lnTo>
                    <a:pt x="2080810" y="756367"/>
                  </a:lnTo>
                  <a:lnTo>
                    <a:pt x="2081672" y="755963"/>
                  </a:lnTo>
                  <a:lnTo>
                    <a:pt x="2083223" y="755235"/>
                  </a:lnTo>
                  <a:lnTo>
                    <a:pt x="2086844" y="753536"/>
                  </a:lnTo>
                  <a:lnTo>
                    <a:pt x="2087361" y="753294"/>
                  </a:lnTo>
                  <a:lnTo>
                    <a:pt x="2087706" y="753132"/>
                  </a:lnTo>
                  <a:lnTo>
                    <a:pt x="2089258" y="752404"/>
                  </a:lnTo>
                  <a:lnTo>
                    <a:pt x="2089603" y="752242"/>
                  </a:lnTo>
                  <a:lnTo>
                    <a:pt x="2089775" y="752162"/>
                  </a:lnTo>
                  <a:lnTo>
                    <a:pt x="2090465" y="751838"/>
                  </a:lnTo>
                  <a:lnTo>
                    <a:pt x="2090982" y="751595"/>
                  </a:lnTo>
                  <a:lnTo>
                    <a:pt x="2091844" y="751191"/>
                  </a:lnTo>
                  <a:lnTo>
                    <a:pt x="2092016" y="751110"/>
                  </a:lnTo>
                  <a:lnTo>
                    <a:pt x="2093913" y="750220"/>
                  </a:lnTo>
                  <a:lnTo>
                    <a:pt x="2094430" y="749978"/>
                  </a:lnTo>
                  <a:lnTo>
                    <a:pt x="2095637" y="749412"/>
                  </a:lnTo>
                  <a:lnTo>
                    <a:pt x="2096671" y="748926"/>
                  </a:lnTo>
                  <a:lnTo>
                    <a:pt x="2097189" y="748684"/>
                  </a:lnTo>
                  <a:lnTo>
                    <a:pt x="2097533" y="748522"/>
                  </a:lnTo>
                  <a:lnTo>
                    <a:pt x="2098223" y="748199"/>
                  </a:lnTo>
                  <a:lnTo>
                    <a:pt x="2099775" y="747471"/>
                  </a:lnTo>
                  <a:lnTo>
                    <a:pt x="2099947" y="747390"/>
                  </a:lnTo>
                  <a:lnTo>
                    <a:pt x="2100809" y="746985"/>
                  </a:lnTo>
                  <a:lnTo>
                    <a:pt x="2102361" y="746257"/>
                  </a:lnTo>
                  <a:lnTo>
                    <a:pt x="2103223" y="745853"/>
                  </a:lnTo>
                  <a:lnTo>
                    <a:pt x="2105464" y="744802"/>
                  </a:lnTo>
                  <a:lnTo>
                    <a:pt x="2105637" y="744721"/>
                  </a:lnTo>
                  <a:lnTo>
                    <a:pt x="2106844" y="744155"/>
                  </a:lnTo>
                  <a:lnTo>
                    <a:pt x="2107878" y="743669"/>
                  </a:lnTo>
                  <a:lnTo>
                    <a:pt x="2108395" y="743427"/>
                  </a:lnTo>
                  <a:lnTo>
                    <a:pt x="2109085" y="743103"/>
                  </a:lnTo>
                  <a:lnTo>
                    <a:pt x="2109602" y="742861"/>
                  </a:lnTo>
                  <a:lnTo>
                    <a:pt x="2111326" y="742052"/>
                  </a:lnTo>
                  <a:lnTo>
                    <a:pt x="2112188" y="741647"/>
                  </a:lnTo>
                  <a:lnTo>
                    <a:pt x="2114430" y="740596"/>
                  </a:lnTo>
                  <a:lnTo>
                    <a:pt x="2115464" y="740111"/>
                  </a:lnTo>
                  <a:lnTo>
                    <a:pt x="2116154" y="739787"/>
                  </a:lnTo>
                  <a:lnTo>
                    <a:pt x="2116498" y="739625"/>
                  </a:lnTo>
                  <a:lnTo>
                    <a:pt x="2118395" y="738736"/>
                  </a:lnTo>
                  <a:lnTo>
                    <a:pt x="2133912" y="731457"/>
                  </a:lnTo>
                  <a:lnTo>
                    <a:pt x="2141498" y="727898"/>
                  </a:lnTo>
                  <a:lnTo>
                    <a:pt x="2241323" y="681070"/>
                  </a:lnTo>
                  <a:lnTo>
                    <a:pt x="2244944" y="679372"/>
                  </a:lnTo>
                  <a:lnTo>
                    <a:pt x="2245116" y="679291"/>
                  </a:lnTo>
                  <a:lnTo>
                    <a:pt x="2247530" y="678158"/>
                  </a:lnTo>
                  <a:lnTo>
                    <a:pt x="2249426" y="677269"/>
                  </a:lnTo>
                  <a:lnTo>
                    <a:pt x="2253219" y="675490"/>
                  </a:lnTo>
                  <a:lnTo>
                    <a:pt x="2254081" y="675085"/>
                  </a:lnTo>
                  <a:lnTo>
                    <a:pt x="2255633" y="674357"/>
                  </a:lnTo>
                  <a:lnTo>
                    <a:pt x="2259254" y="672659"/>
                  </a:lnTo>
                  <a:lnTo>
                    <a:pt x="2259771" y="672416"/>
                  </a:lnTo>
                  <a:lnTo>
                    <a:pt x="2260116" y="672254"/>
                  </a:lnTo>
                  <a:lnTo>
                    <a:pt x="2261667" y="671527"/>
                  </a:lnTo>
                  <a:lnTo>
                    <a:pt x="2262012" y="671365"/>
                  </a:lnTo>
                  <a:lnTo>
                    <a:pt x="2262184" y="671284"/>
                  </a:lnTo>
                  <a:lnTo>
                    <a:pt x="2262874" y="670960"/>
                  </a:lnTo>
                  <a:lnTo>
                    <a:pt x="2263391" y="670718"/>
                  </a:lnTo>
                  <a:lnTo>
                    <a:pt x="2264253" y="670313"/>
                  </a:lnTo>
                  <a:lnTo>
                    <a:pt x="2264426" y="670232"/>
                  </a:lnTo>
                  <a:lnTo>
                    <a:pt x="2266322" y="669343"/>
                  </a:lnTo>
                  <a:lnTo>
                    <a:pt x="2266840" y="669100"/>
                  </a:lnTo>
                  <a:lnTo>
                    <a:pt x="2268046" y="668534"/>
                  </a:lnTo>
                  <a:lnTo>
                    <a:pt x="2269081" y="668049"/>
                  </a:lnTo>
                  <a:lnTo>
                    <a:pt x="2269598" y="667806"/>
                  </a:lnTo>
                  <a:lnTo>
                    <a:pt x="2269943" y="667644"/>
                  </a:lnTo>
                  <a:lnTo>
                    <a:pt x="2270633" y="667321"/>
                  </a:lnTo>
                  <a:lnTo>
                    <a:pt x="2272184" y="666593"/>
                  </a:lnTo>
                  <a:lnTo>
                    <a:pt x="2272357" y="666512"/>
                  </a:lnTo>
                  <a:lnTo>
                    <a:pt x="2273219" y="666108"/>
                  </a:lnTo>
                  <a:lnTo>
                    <a:pt x="2274770" y="665380"/>
                  </a:lnTo>
                  <a:lnTo>
                    <a:pt x="2275632" y="664975"/>
                  </a:lnTo>
                  <a:lnTo>
                    <a:pt x="2277874" y="663924"/>
                  </a:lnTo>
                  <a:lnTo>
                    <a:pt x="2278046" y="663843"/>
                  </a:lnTo>
                  <a:lnTo>
                    <a:pt x="2279253" y="663277"/>
                  </a:lnTo>
                  <a:lnTo>
                    <a:pt x="2280287" y="662792"/>
                  </a:lnTo>
                  <a:lnTo>
                    <a:pt x="2280805" y="662549"/>
                  </a:lnTo>
                  <a:lnTo>
                    <a:pt x="2281494" y="662226"/>
                  </a:lnTo>
                  <a:lnTo>
                    <a:pt x="2282012" y="661983"/>
                  </a:lnTo>
                  <a:lnTo>
                    <a:pt x="2283736" y="661174"/>
                  </a:lnTo>
                  <a:lnTo>
                    <a:pt x="2284598" y="660770"/>
                  </a:lnTo>
                  <a:lnTo>
                    <a:pt x="2286839" y="659718"/>
                  </a:lnTo>
                  <a:lnTo>
                    <a:pt x="2287873" y="659233"/>
                  </a:lnTo>
                  <a:lnTo>
                    <a:pt x="2288563" y="658910"/>
                  </a:lnTo>
                  <a:lnTo>
                    <a:pt x="2288908" y="658748"/>
                  </a:lnTo>
                  <a:lnTo>
                    <a:pt x="2290804" y="657858"/>
                  </a:lnTo>
                  <a:lnTo>
                    <a:pt x="2306321" y="650579"/>
                  </a:lnTo>
                  <a:lnTo>
                    <a:pt x="2313907" y="647021"/>
                  </a:lnTo>
                  <a:lnTo>
                    <a:pt x="2413732" y="600192"/>
                  </a:lnTo>
                  <a:lnTo>
                    <a:pt x="2417353" y="598494"/>
                  </a:lnTo>
                  <a:lnTo>
                    <a:pt x="2417525" y="598413"/>
                  </a:lnTo>
                  <a:lnTo>
                    <a:pt x="2419939" y="597281"/>
                  </a:lnTo>
                  <a:lnTo>
                    <a:pt x="2421836" y="596391"/>
                  </a:lnTo>
                  <a:lnTo>
                    <a:pt x="2425629" y="594612"/>
                  </a:lnTo>
                  <a:lnTo>
                    <a:pt x="2426491" y="594208"/>
                  </a:lnTo>
                  <a:lnTo>
                    <a:pt x="2428042" y="593480"/>
                  </a:lnTo>
                  <a:lnTo>
                    <a:pt x="2431663" y="591781"/>
                  </a:lnTo>
                  <a:lnTo>
                    <a:pt x="2432180" y="591539"/>
                  </a:lnTo>
                  <a:lnTo>
                    <a:pt x="2432525" y="591377"/>
                  </a:lnTo>
                  <a:lnTo>
                    <a:pt x="2434077" y="590649"/>
                  </a:lnTo>
                  <a:lnTo>
                    <a:pt x="2434422" y="590487"/>
                  </a:lnTo>
                  <a:lnTo>
                    <a:pt x="2434594" y="590406"/>
                  </a:lnTo>
                  <a:lnTo>
                    <a:pt x="2435284" y="590083"/>
                  </a:lnTo>
                  <a:lnTo>
                    <a:pt x="2435801" y="589840"/>
                  </a:lnTo>
                  <a:lnTo>
                    <a:pt x="2436663" y="589436"/>
                  </a:lnTo>
                  <a:lnTo>
                    <a:pt x="2436835" y="589355"/>
                  </a:lnTo>
                  <a:lnTo>
                    <a:pt x="2438732" y="588465"/>
                  </a:lnTo>
                  <a:lnTo>
                    <a:pt x="2439249" y="588223"/>
                  </a:lnTo>
                  <a:lnTo>
                    <a:pt x="2440456" y="587656"/>
                  </a:lnTo>
                  <a:lnTo>
                    <a:pt x="2441490" y="587171"/>
                  </a:lnTo>
                  <a:lnTo>
                    <a:pt x="2442008" y="586929"/>
                  </a:lnTo>
                  <a:lnTo>
                    <a:pt x="2442352" y="586767"/>
                  </a:lnTo>
                  <a:lnTo>
                    <a:pt x="2443042" y="586443"/>
                  </a:lnTo>
                  <a:lnTo>
                    <a:pt x="2444594" y="585715"/>
                  </a:lnTo>
                  <a:lnTo>
                    <a:pt x="2444766" y="585634"/>
                  </a:lnTo>
                  <a:lnTo>
                    <a:pt x="2445628" y="585230"/>
                  </a:lnTo>
                  <a:lnTo>
                    <a:pt x="2447180" y="584502"/>
                  </a:lnTo>
                  <a:lnTo>
                    <a:pt x="2448042" y="584098"/>
                  </a:lnTo>
                  <a:lnTo>
                    <a:pt x="2450283" y="583046"/>
                  </a:lnTo>
                  <a:lnTo>
                    <a:pt x="2450456" y="582966"/>
                  </a:lnTo>
                  <a:lnTo>
                    <a:pt x="2451662" y="582399"/>
                  </a:lnTo>
                  <a:lnTo>
                    <a:pt x="2452697" y="581914"/>
                  </a:lnTo>
                  <a:lnTo>
                    <a:pt x="2453214" y="581671"/>
                  </a:lnTo>
                  <a:lnTo>
                    <a:pt x="2453904" y="581348"/>
                  </a:lnTo>
                  <a:lnTo>
                    <a:pt x="2454421" y="581105"/>
                  </a:lnTo>
                  <a:lnTo>
                    <a:pt x="2456145" y="580297"/>
                  </a:lnTo>
                  <a:lnTo>
                    <a:pt x="2457007" y="579892"/>
                  </a:lnTo>
                  <a:lnTo>
                    <a:pt x="2459249" y="578841"/>
                  </a:lnTo>
                  <a:lnTo>
                    <a:pt x="2460283" y="578355"/>
                  </a:lnTo>
                  <a:lnTo>
                    <a:pt x="2460973" y="578032"/>
                  </a:lnTo>
                  <a:lnTo>
                    <a:pt x="2461317" y="577870"/>
                  </a:lnTo>
                  <a:lnTo>
                    <a:pt x="2463214" y="576981"/>
                  </a:lnTo>
                  <a:lnTo>
                    <a:pt x="2478731" y="569702"/>
                  </a:lnTo>
                  <a:lnTo>
                    <a:pt x="2486317" y="566143"/>
                  </a:lnTo>
                  <a:lnTo>
                    <a:pt x="2586142" y="519315"/>
                  </a:lnTo>
                  <a:lnTo>
                    <a:pt x="2589763" y="517616"/>
                  </a:lnTo>
                  <a:lnTo>
                    <a:pt x="2589935" y="517536"/>
                  </a:lnTo>
                  <a:lnTo>
                    <a:pt x="2592349" y="516403"/>
                  </a:lnTo>
                  <a:lnTo>
                    <a:pt x="2594245" y="515514"/>
                  </a:lnTo>
                  <a:lnTo>
                    <a:pt x="2598038" y="513734"/>
                  </a:lnTo>
                  <a:lnTo>
                    <a:pt x="2598900" y="513330"/>
                  </a:lnTo>
                  <a:lnTo>
                    <a:pt x="2600452" y="512602"/>
                  </a:lnTo>
                  <a:lnTo>
                    <a:pt x="2604072" y="510904"/>
                  </a:lnTo>
                  <a:lnTo>
                    <a:pt x="2604590" y="510661"/>
                  </a:lnTo>
                  <a:lnTo>
                    <a:pt x="2604935" y="510499"/>
                  </a:lnTo>
                  <a:lnTo>
                    <a:pt x="2606486" y="509771"/>
                  </a:lnTo>
                  <a:lnTo>
                    <a:pt x="2606831" y="509609"/>
                  </a:lnTo>
                  <a:lnTo>
                    <a:pt x="2607003" y="509529"/>
                  </a:lnTo>
                  <a:lnTo>
                    <a:pt x="2607693" y="509205"/>
                  </a:lnTo>
                  <a:lnTo>
                    <a:pt x="2608210" y="508962"/>
                  </a:lnTo>
                  <a:lnTo>
                    <a:pt x="2609072" y="508558"/>
                  </a:lnTo>
                  <a:lnTo>
                    <a:pt x="2609245" y="508477"/>
                  </a:lnTo>
                  <a:lnTo>
                    <a:pt x="2611141" y="507588"/>
                  </a:lnTo>
                  <a:lnTo>
                    <a:pt x="2611659" y="507345"/>
                  </a:lnTo>
                  <a:lnTo>
                    <a:pt x="2612865" y="506779"/>
                  </a:lnTo>
                  <a:lnTo>
                    <a:pt x="2613900" y="506294"/>
                  </a:lnTo>
                  <a:lnTo>
                    <a:pt x="2614417" y="506051"/>
                  </a:lnTo>
                  <a:lnTo>
                    <a:pt x="2614762" y="505889"/>
                  </a:lnTo>
                  <a:lnTo>
                    <a:pt x="2615452" y="505566"/>
                  </a:lnTo>
                  <a:lnTo>
                    <a:pt x="2617003" y="504838"/>
                  </a:lnTo>
                  <a:lnTo>
                    <a:pt x="2617176" y="504757"/>
                  </a:lnTo>
                  <a:lnTo>
                    <a:pt x="2618038" y="504352"/>
                  </a:lnTo>
                  <a:lnTo>
                    <a:pt x="2619589" y="503625"/>
                  </a:lnTo>
                  <a:lnTo>
                    <a:pt x="2620451" y="503220"/>
                  </a:lnTo>
                  <a:lnTo>
                    <a:pt x="2622693" y="502169"/>
                  </a:lnTo>
                  <a:lnTo>
                    <a:pt x="2622865" y="502088"/>
                  </a:lnTo>
                  <a:lnTo>
                    <a:pt x="2624072" y="501522"/>
                  </a:lnTo>
                  <a:lnTo>
                    <a:pt x="2625106" y="501036"/>
                  </a:lnTo>
                  <a:lnTo>
                    <a:pt x="2625624" y="500794"/>
                  </a:lnTo>
                  <a:lnTo>
                    <a:pt x="2626313" y="500470"/>
                  </a:lnTo>
                  <a:lnTo>
                    <a:pt x="2626831" y="500228"/>
                  </a:lnTo>
                  <a:lnTo>
                    <a:pt x="2628555" y="499419"/>
                  </a:lnTo>
                  <a:lnTo>
                    <a:pt x="2629417" y="499015"/>
                  </a:lnTo>
                  <a:lnTo>
                    <a:pt x="2631658" y="497963"/>
                  </a:lnTo>
                  <a:lnTo>
                    <a:pt x="2632692" y="497478"/>
                  </a:lnTo>
                  <a:lnTo>
                    <a:pt x="2633382" y="497154"/>
                  </a:lnTo>
                  <a:lnTo>
                    <a:pt x="2633727" y="496993"/>
                  </a:lnTo>
                  <a:lnTo>
                    <a:pt x="2635623" y="496103"/>
                  </a:lnTo>
                  <a:lnTo>
                    <a:pt x="2651140" y="488824"/>
                  </a:lnTo>
                  <a:lnTo>
                    <a:pt x="2658726" y="485265"/>
                  </a:lnTo>
                  <a:lnTo>
                    <a:pt x="2758551" y="438437"/>
                  </a:lnTo>
                  <a:lnTo>
                    <a:pt x="2762172" y="436739"/>
                  </a:lnTo>
                  <a:lnTo>
                    <a:pt x="2762344" y="436658"/>
                  </a:lnTo>
                  <a:lnTo>
                    <a:pt x="2764758" y="435526"/>
                  </a:lnTo>
                  <a:lnTo>
                    <a:pt x="2766655" y="434636"/>
                  </a:lnTo>
                  <a:lnTo>
                    <a:pt x="2770448" y="432857"/>
                  </a:lnTo>
                  <a:lnTo>
                    <a:pt x="2771310" y="432452"/>
                  </a:lnTo>
                  <a:lnTo>
                    <a:pt x="2772861" y="431724"/>
                  </a:lnTo>
                  <a:lnTo>
                    <a:pt x="2776482" y="430026"/>
                  </a:lnTo>
                  <a:lnTo>
                    <a:pt x="2776999" y="429783"/>
                  </a:lnTo>
                  <a:lnTo>
                    <a:pt x="2777344" y="429622"/>
                  </a:lnTo>
                  <a:lnTo>
                    <a:pt x="2778896" y="428894"/>
                  </a:lnTo>
                  <a:lnTo>
                    <a:pt x="2779241" y="428732"/>
                  </a:lnTo>
                  <a:lnTo>
                    <a:pt x="2779413" y="428651"/>
                  </a:lnTo>
                  <a:lnTo>
                    <a:pt x="2780103" y="428327"/>
                  </a:lnTo>
                  <a:lnTo>
                    <a:pt x="2780620" y="428085"/>
                  </a:lnTo>
                  <a:lnTo>
                    <a:pt x="2781482" y="427680"/>
                  </a:lnTo>
                  <a:lnTo>
                    <a:pt x="2781654" y="427600"/>
                  </a:lnTo>
                  <a:lnTo>
                    <a:pt x="2783551" y="426710"/>
                  </a:lnTo>
                  <a:lnTo>
                    <a:pt x="2784068" y="426467"/>
                  </a:lnTo>
                  <a:lnTo>
                    <a:pt x="2785275" y="425901"/>
                  </a:lnTo>
                  <a:lnTo>
                    <a:pt x="2786309" y="425416"/>
                  </a:lnTo>
                  <a:lnTo>
                    <a:pt x="2786827" y="425173"/>
                  </a:lnTo>
                  <a:lnTo>
                    <a:pt x="2787171" y="425011"/>
                  </a:lnTo>
                  <a:lnTo>
                    <a:pt x="2787861" y="424688"/>
                  </a:lnTo>
                  <a:lnTo>
                    <a:pt x="2789413" y="423960"/>
                  </a:lnTo>
                  <a:lnTo>
                    <a:pt x="2789585" y="423879"/>
                  </a:lnTo>
                  <a:lnTo>
                    <a:pt x="2790447" y="423475"/>
                  </a:lnTo>
                  <a:lnTo>
                    <a:pt x="2791999" y="422747"/>
                  </a:lnTo>
                  <a:lnTo>
                    <a:pt x="2792861" y="422343"/>
                  </a:lnTo>
                  <a:lnTo>
                    <a:pt x="2795102" y="421291"/>
                  </a:lnTo>
                  <a:lnTo>
                    <a:pt x="2795275" y="421210"/>
                  </a:lnTo>
                  <a:lnTo>
                    <a:pt x="2796481" y="420644"/>
                  </a:lnTo>
                  <a:lnTo>
                    <a:pt x="2797516" y="420159"/>
                  </a:lnTo>
                  <a:lnTo>
                    <a:pt x="2798033" y="419916"/>
                  </a:lnTo>
                  <a:lnTo>
                    <a:pt x="2798723" y="419593"/>
                  </a:lnTo>
                  <a:lnTo>
                    <a:pt x="2799240" y="419350"/>
                  </a:lnTo>
                  <a:lnTo>
                    <a:pt x="2800964" y="418541"/>
                  </a:lnTo>
                  <a:lnTo>
                    <a:pt x="2801826" y="418137"/>
                  </a:lnTo>
                  <a:lnTo>
                    <a:pt x="2804068" y="417085"/>
                  </a:lnTo>
                  <a:lnTo>
                    <a:pt x="2805102" y="416600"/>
                  </a:lnTo>
                  <a:lnTo>
                    <a:pt x="2805792" y="416277"/>
                  </a:lnTo>
                  <a:lnTo>
                    <a:pt x="2806136" y="416115"/>
                  </a:lnTo>
                  <a:lnTo>
                    <a:pt x="2808033" y="415225"/>
                  </a:lnTo>
                  <a:lnTo>
                    <a:pt x="2823550" y="407946"/>
                  </a:lnTo>
                  <a:lnTo>
                    <a:pt x="2831136" y="404388"/>
                  </a:lnTo>
                  <a:lnTo>
                    <a:pt x="2930961" y="357560"/>
                  </a:lnTo>
                  <a:lnTo>
                    <a:pt x="2934581" y="355861"/>
                  </a:lnTo>
                  <a:lnTo>
                    <a:pt x="2934754" y="355780"/>
                  </a:lnTo>
                  <a:lnTo>
                    <a:pt x="2937168" y="354648"/>
                  </a:lnTo>
                  <a:lnTo>
                    <a:pt x="2939064" y="353758"/>
                  </a:lnTo>
                  <a:lnTo>
                    <a:pt x="2942857" y="351979"/>
                  </a:lnTo>
                  <a:lnTo>
                    <a:pt x="2943719" y="351575"/>
                  </a:lnTo>
                  <a:lnTo>
                    <a:pt x="2945271" y="350847"/>
                  </a:lnTo>
                  <a:lnTo>
                    <a:pt x="2948891" y="349148"/>
                  </a:lnTo>
                  <a:lnTo>
                    <a:pt x="2949409" y="348906"/>
                  </a:lnTo>
                  <a:lnTo>
                    <a:pt x="2949754" y="348744"/>
                  </a:lnTo>
                  <a:lnTo>
                    <a:pt x="2951305" y="348016"/>
                  </a:lnTo>
                  <a:lnTo>
                    <a:pt x="2951650" y="347854"/>
                  </a:lnTo>
                  <a:lnTo>
                    <a:pt x="2951822" y="347773"/>
                  </a:lnTo>
                  <a:lnTo>
                    <a:pt x="2952512" y="347450"/>
                  </a:lnTo>
                  <a:lnTo>
                    <a:pt x="2953029" y="347207"/>
                  </a:lnTo>
                  <a:lnTo>
                    <a:pt x="2953891" y="346803"/>
                  </a:lnTo>
                  <a:lnTo>
                    <a:pt x="2954064" y="346722"/>
                  </a:lnTo>
                  <a:lnTo>
                    <a:pt x="2955960" y="345832"/>
                  </a:lnTo>
                  <a:lnTo>
                    <a:pt x="2956477" y="345590"/>
                  </a:lnTo>
                  <a:lnTo>
                    <a:pt x="2957684" y="345024"/>
                  </a:lnTo>
                  <a:lnTo>
                    <a:pt x="2958719" y="344538"/>
                  </a:lnTo>
                  <a:lnTo>
                    <a:pt x="2959236" y="344296"/>
                  </a:lnTo>
                  <a:lnTo>
                    <a:pt x="2959581" y="344134"/>
                  </a:lnTo>
                  <a:lnTo>
                    <a:pt x="2960271" y="343810"/>
                  </a:lnTo>
                  <a:lnTo>
                    <a:pt x="2961822" y="343082"/>
                  </a:lnTo>
                  <a:lnTo>
                    <a:pt x="2961995" y="343002"/>
                  </a:lnTo>
                  <a:lnTo>
                    <a:pt x="2962857" y="342597"/>
                  </a:lnTo>
                  <a:lnTo>
                    <a:pt x="2964408" y="341869"/>
                  </a:lnTo>
                  <a:lnTo>
                    <a:pt x="2965270" y="341465"/>
                  </a:lnTo>
                  <a:lnTo>
                    <a:pt x="2967512" y="340413"/>
                  </a:lnTo>
                  <a:lnTo>
                    <a:pt x="2967684" y="340333"/>
                  </a:lnTo>
                  <a:lnTo>
                    <a:pt x="2968891" y="339766"/>
                  </a:lnTo>
                  <a:lnTo>
                    <a:pt x="2969925" y="339281"/>
                  </a:lnTo>
                  <a:lnTo>
                    <a:pt x="2970443" y="339039"/>
                  </a:lnTo>
                  <a:lnTo>
                    <a:pt x="2971132" y="338715"/>
                  </a:lnTo>
                  <a:lnTo>
                    <a:pt x="2971650" y="338472"/>
                  </a:lnTo>
                  <a:lnTo>
                    <a:pt x="2973374" y="337664"/>
                  </a:lnTo>
                  <a:lnTo>
                    <a:pt x="2974236" y="337259"/>
                  </a:lnTo>
                  <a:lnTo>
                    <a:pt x="2976477" y="336208"/>
                  </a:lnTo>
                  <a:lnTo>
                    <a:pt x="2977511" y="335723"/>
                  </a:lnTo>
                  <a:lnTo>
                    <a:pt x="2978201" y="335399"/>
                  </a:lnTo>
                  <a:lnTo>
                    <a:pt x="2978546" y="335237"/>
                  </a:lnTo>
                  <a:lnTo>
                    <a:pt x="2980442" y="334348"/>
                  </a:lnTo>
                  <a:lnTo>
                    <a:pt x="2995959" y="327069"/>
                  </a:lnTo>
                  <a:lnTo>
                    <a:pt x="3003545" y="323510"/>
                  </a:lnTo>
                  <a:lnTo>
                    <a:pt x="3103370" y="276682"/>
                  </a:lnTo>
                  <a:lnTo>
                    <a:pt x="3106991" y="274983"/>
                  </a:lnTo>
                  <a:lnTo>
                    <a:pt x="3107163" y="274903"/>
                  </a:lnTo>
                  <a:lnTo>
                    <a:pt x="3109577" y="273770"/>
                  </a:lnTo>
                  <a:lnTo>
                    <a:pt x="3111474" y="272881"/>
                  </a:lnTo>
                  <a:lnTo>
                    <a:pt x="3115267" y="271101"/>
                  </a:lnTo>
                  <a:lnTo>
                    <a:pt x="3116129" y="270697"/>
                  </a:lnTo>
                  <a:lnTo>
                    <a:pt x="3117680" y="269969"/>
                  </a:lnTo>
                  <a:lnTo>
                    <a:pt x="3121301" y="268271"/>
                  </a:lnTo>
                  <a:lnTo>
                    <a:pt x="3121818" y="268028"/>
                  </a:lnTo>
                  <a:lnTo>
                    <a:pt x="3122163" y="267866"/>
                  </a:lnTo>
                  <a:lnTo>
                    <a:pt x="3123715" y="267138"/>
                  </a:lnTo>
                  <a:lnTo>
                    <a:pt x="3124060" y="266977"/>
                  </a:lnTo>
                  <a:lnTo>
                    <a:pt x="3124232" y="266896"/>
                  </a:lnTo>
                  <a:lnTo>
                    <a:pt x="3124922" y="266572"/>
                  </a:lnTo>
                  <a:lnTo>
                    <a:pt x="3125439" y="266330"/>
                  </a:lnTo>
                  <a:lnTo>
                    <a:pt x="3126301" y="265925"/>
                  </a:lnTo>
                  <a:lnTo>
                    <a:pt x="3126473" y="265844"/>
                  </a:lnTo>
                  <a:lnTo>
                    <a:pt x="3128370" y="264955"/>
                  </a:lnTo>
                  <a:lnTo>
                    <a:pt x="3128887" y="264712"/>
                  </a:lnTo>
                  <a:lnTo>
                    <a:pt x="3130094" y="264146"/>
                  </a:lnTo>
                  <a:lnTo>
                    <a:pt x="3131128" y="263661"/>
                  </a:lnTo>
                  <a:lnTo>
                    <a:pt x="3131646" y="263418"/>
                  </a:lnTo>
                  <a:lnTo>
                    <a:pt x="3131990" y="263256"/>
                  </a:lnTo>
                  <a:lnTo>
                    <a:pt x="3132680" y="262933"/>
                  </a:lnTo>
                  <a:lnTo>
                    <a:pt x="3134232" y="262205"/>
                  </a:lnTo>
                  <a:lnTo>
                    <a:pt x="3134404" y="262124"/>
                  </a:lnTo>
                  <a:lnTo>
                    <a:pt x="3135266" y="261720"/>
                  </a:lnTo>
                  <a:lnTo>
                    <a:pt x="3136818" y="260992"/>
                  </a:lnTo>
                  <a:lnTo>
                    <a:pt x="3137680" y="260587"/>
                  </a:lnTo>
                  <a:lnTo>
                    <a:pt x="3139921" y="259536"/>
                  </a:lnTo>
                  <a:lnTo>
                    <a:pt x="3140094" y="259455"/>
                  </a:lnTo>
                  <a:lnTo>
                    <a:pt x="3141300" y="258889"/>
                  </a:lnTo>
                  <a:lnTo>
                    <a:pt x="3142335" y="258404"/>
                  </a:lnTo>
                  <a:lnTo>
                    <a:pt x="3142852" y="258161"/>
                  </a:lnTo>
                  <a:lnTo>
                    <a:pt x="3143542" y="257837"/>
                  </a:lnTo>
                  <a:lnTo>
                    <a:pt x="3144059" y="257595"/>
                  </a:lnTo>
                  <a:lnTo>
                    <a:pt x="3145783" y="256786"/>
                  </a:lnTo>
                  <a:lnTo>
                    <a:pt x="3146645" y="256382"/>
                  </a:lnTo>
                  <a:lnTo>
                    <a:pt x="3148886" y="255330"/>
                  </a:lnTo>
                  <a:lnTo>
                    <a:pt x="3149921" y="254845"/>
                  </a:lnTo>
                  <a:lnTo>
                    <a:pt x="3150611" y="254521"/>
                  </a:lnTo>
                  <a:lnTo>
                    <a:pt x="3150955" y="254360"/>
                  </a:lnTo>
                  <a:lnTo>
                    <a:pt x="3152852" y="253470"/>
                  </a:lnTo>
                  <a:lnTo>
                    <a:pt x="3168369" y="246191"/>
                  </a:lnTo>
                  <a:lnTo>
                    <a:pt x="3175955" y="242632"/>
                  </a:lnTo>
                  <a:lnTo>
                    <a:pt x="3275780" y="195804"/>
                  </a:lnTo>
                  <a:lnTo>
                    <a:pt x="3279400" y="194106"/>
                  </a:lnTo>
                  <a:lnTo>
                    <a:pt x="3279573" y="194025"/>
                  </a:lnTo>
                  <a:lnTo>
                    <a:pt x="3281987" y="192893"/>
                  </a:lnTo>
                  <a:lnTo>
                    <a:pt x="3283883" y="192003"/>
                  </a:lnTo>
                  <a:lnTo>
                    <a:pt x="3287676" y="190224"/>
                  </a:lnTo>
                  <a:lnTo>
                    <a:pt x="3288538" y="189819"/>
                  </a:lnTo>
                  <a:lnTo>
                    <a:pt x="3290090" y="189091"/>
                  </a:lnTo>
                  <a:lnTo>
                    <a:pt x="3293710" y="187393"/>
                  </a:lnTo>
                  <a:lnTo>
                    <a:pt x="3294228" y="187150"/>
                  </a:lnTo>
                  <a:lnTo>
                    <a:pt x="3294573" y="186989"/>
                  </a:lnTo>
                  <a:lnTo>
                    <a:pt x="3296124" y="186261"/>
                  </a:lnTo>
                  <a:lnTo>
                    <a:pt x="3296469" y="186099"/>
                  </a:lnTo>
                  <a:lnTo>
                    <a:pt x="3296641" y="186018"/>
                  </a:lnTo>
                  <a:lnTo>
                    <a:pt x="3297331" y="185695"/>
                  </a:lnTo>
                  <a:lnTo>
                    <a:pt x="3297848" y="185452"/>
                  </a:lnTo>
                  <a:lnTo>
                    <a:pt x="3298710" y="185048"/>
                  </a:lnTo>
                  <a:lnTo>
                    <a:pt x="3298883" y="184967"/>
                  </a:lnTo>
                  <a:lnTo>
                    <a:pt x="3300779" y="184077"/>
                  </a:lnTo>
                  <a:lnTo>
                    <a:pt x="3301296" y="183834"/>
                  </a:lnTo>
                  <a:lnTo>
                    <a:pt x="3302503" y="183268"/>
                  </a:lnTo>
                  <a:lnTo>
                    <a:pt x="3303538" y="182783"/>
                  </a:lnTo>
                  <a:lnTo>
                    <a:pt x="3304055" y="182540"/>
                  </a:lnTo>
                  <a:lnTo>
                    <a:pt x="3304400" y="182379"/>
                  </a:lnTo>
                  <a:lnTo>
                    <a:pt x="3305089" y="182055"/>
                  </a:lnTo>
                  <a:lnTo>
                    <a:pt x="3306641" y="181327"/>
                  </a:lnTo>
                  <a:lnTo>
                    <a:pt x="3306814" y="181246"/>
                  </a:lnTo>
                  <a:lnTo>
                    <a:pt x="3307676" y="180842"/>
                  </a:lnTo>
                  <a:lnTo>
                    <a:pt x="3309227" y="180114"/>
                  </a:lnTo>
                  <a:lnTo>
                    <a:pt x="3310089" y="179710"/>
                  </a:lnTo>
                  <a:lnTo>
                    <a:pt x="3312331" y="178658"/>
                  </a:lnTo>
                  <a:lnTo>
                    <a:pt x="3312503" y="178577"/>
                  </a:lnTo>
                  <a:lnTo>
                    <a:pt x="3313710" y="178011"/>
                  </a:lnTo>
                  <a:lnTo>
                    <a:pt x="3314744" y="177526"/>
                  </a:lnTo>
                  <a:lnTo>
                    <a:pt x="3315262" y="177283"/>
                  </a:lnTo>
                  <a:lnTo>
                    <a:pt x="3315951" y="176960"/>
                  </a:lnTo>
                  <a:lnTo>
                    <a:pt x="3316469" y="176717"/>
                  </a:lnTo>
                  <a:lnTo>
                    <a:pt x="3318193" y="175908"/>
                  </a:lnTo>
                  <a:lnTo>
                    <a:pt x="3319055" y="175504"/>
                  </a:lnTo>
                  <a:lnTo>
                    <a:pt x="3321296" y="174453"/>
                  </a:lnTo>
                  <a:lnTo>
                    <a:pt x="3322330" y="173967"/>
                  </a:lnTo>
                  <a:lnTo>
                    <a:pt x="3323020" y="173644"/>
                  </a:lnTo>
                  <a:lnTo>
                    <a:pt x="3323365" y="173482"/>
                  </a:lnTo>
                  <a:lnTo>
                    <a:pt x="3325261" y="172592"/>
                  </a:lnTo>
                  <a:lnTo>
                    <a:pt x="3340778" y="165313"/>
                  </a:lnTo>
                  <a:lnTo>
                    <a:pt x="3348364" y="161755"/>
                  </a:lnTo>
                  <a:lnTo>
                    <a:pt x="3448189" y="114927"/>
                  </a:lnTo>
                  <a:lnTo>
                    <a:pt x="3451810" y="113228"/>
                  </a:lnTo>
                  <a:lnTo>
                    <a:pt x="3451982" y="113147"/>
                  </a:lnTo>
                  <a:lnTo>
                    <a:pt x="3454396" y="112015"/>
                  </a:lnTo>
                  <a:lnTo>
                    <a:pt x="3456293" y="111125"/>
                  </a:lnTo>
                  <a:lnTo>
                    <a:pt x="3460086" y="109346"/>
                  </a:lnTo>
                  <a:lnTo>
                    <a:pt x="3460948" y="108942"/>
                  </a:lnTo>
                  <a:lnTo>
                    <a:pt x="3462499" y="108214"/>
                  </a:lnTo>
                  <a:lnTo>
                    <a:pt x="3466120" y="106515"/>
                  </a:lnTo>
                  <a:lnTo>
                    <a:pt x="3466637" y="106273"/>
                  </a:lnTo>
                  <a:lnTo>
                    <a:pt x="3466982" y="106111"/>
                  </a:lnTo>
                  <a:lnTo>
                    <a:pt x="3468534" y="105383"/>
                  </a:lnTo>
                  <a:lnTo>
                    <a:pt x="3468879" y="105221"/>
                  </a:lnTo>
                  <a:lnTo>
                    <a:pt x="3469051" y="105140"/>
                  </a:lnTo>
                  <a:lnTo>
                    <a:pt x="3469741" y="104817"/>
                  </a:lnTo>
                  <a:lnTo>
                    <a:pt x="3470258" y="104574"/>
                  </a:lnTo>
                  <a:lnTo>
                    <a:pt x="3471120" y="104170"/>
                  </a:lnTo>
                  <a:lnTo>
                    <a:pt x="3471292" y="104089"/>
                  </a:lnTo>
                  <a:lnTo>
                    <a:pt x="3473189" y="103199"/>
                  </a:lnTo>
                  <a:lnTo>
                    <a:pt x="3473706" y="102957"/>
                  </a:lnTo>
                  <a:lnTo>
                    <a:pt x="3474913" y="102391"/>
                  </a:lnTo>
                  <a:lnTo>
                    <a:pt x="3475947" y="101905"/>
                  </a:lnTo>
                  <a:lnTo>
                    <a:pt x="3476465" y="101663"/>
                  </a:lnTo>
                  <a:lnTo>
                    <a:pt x="3476809" y="101501"/>
                  </a:lnTo>
                  <a:lnTo>
                    <a:pt x="3477499" y="101177"/>
                  </a:lnTo>
                  <a:lnTo>
                    <a:pt x="3479051" y="100450"/>
                  </a:lnTo>
                  <a:lnTo>
                    <a:pt x="3479223" y="100369"/>
                  </a:lnTo>
                  <a:lnTo>
                    <a:pt x="3480085" y="99964"/>
                  </a:lnTo>
                  <a:lnTo>
                    <a:pt x="3481637" y="99236"/>
                  </a:lnTo>
                  <a:lnTo>
                    <a:pt x="3482499" y="98832"/>
                  </a:lnTo>
                  <a:lnTo>
                    <a:pt x="3484740" y="97781"/>
                  </a:lnTo>
                  <a:lnTo>
                    <a:pt x="3484913" y="97700"/>
                  </a:lnTo>
                  <a:lnTo>
                    <a:pt x="3486119" y="97134"/>
                  </a:lnTo>
                  <a:lnTo>
                    <a:pt x="3487154" y="96648"/>
                  </a:lnTo>
                  <a:lnTo>
                    <a:pt x="3487671" y="96406"/>
                  </a:lnTo>
                  <a:lnTo>
                    <a:pt x="3488361" y="96082"/>
                  </a:lnTo>
                  <a:lnTo>
                    <a:pt x="3488878" y="95840"/>
                  </a:lnTo>
                  <a:lnTo>
                    <a:pt x="3490602" y="95031"/>
                  </a:lnTo>
                  <a:lnTo>
                    <a:pt x="3491464" y="94626"/>
                  </a:lnTo>
                  <a:lnTo>
                    <a:pt x="3493705" y="93575"/>
                  </a:lnTo>
                  <a:lnTo>
                    <a:pt x="3494740" y="93090"/>
                  </a:lnTo>
                  <a:lnTo>
                    <a:pt x="3495430" y="92766"/>
                  </a:lnTo>
                  <a:lnTo>
                    <a:pt x="3495774" y="92604"/>
                  </a:lnTo>
                  <a:lnTo>
                    <a:pt x="3497671" y="91715"/>
                  </a:lnTo>
                  <a:lnTo>
                    <a:pt x="3513188" y="84436"/>
                  </a:lnTo>
                  <a:lnTo>
                    <a:pt x="3520774" y="80877"/>
                  </a:lnTo>
                  <a:lnTo>
                    <a:pt x="3620599" y="34049"/>
                  </a:lnTo>
                  <a:lnTo>
                    <a:pt x="3624219" y="32351"/>
                  </a:lnTo>
                  <a:lnTo>
                    <a:pt x="3624392" y="32270"/>
                  </a:lnTo>
                  <a:lnTo>
                    <a:pt x="3626806" y="31137"/>
                  </a:lnTo>
                  <a:lnTo>
                    <a:pt x="3628702" y="30248"/>
                  </a:lnTo>
                  <a:lnTo>
                    <a:pt x="3632495" y="28468"/>
                  </a:lnTo>
                  <a:lnTo>
                    <a:pt x="3633357" y="28064"/>
                  </a:lnTo>
                  <a:lnTo>
                    <a:pt x="3634909" y="27336"/>
                  </a:lnTo>
                  <a:lnTo>
                    <a:pt x="3638529" y="25638"/>
                  </a:lnTo>
                  <a:lnTo>
                    <a:pt x="3639047" y="25395"/>
                  </a:lnTo>
                  <a:lnTo>
                    <a:pt x="3639391" y="25233"/>
                  </a:lnTo>
                  <a:lnTo>
                    <a:pt x="3640943" y="24505"/>
                  </a:lnTo>
                  <a:lnTo>
                    <a:pt x="3641288" y="24344"/>
                  </a:lnTo>
                  <a:lnTo>
                    <a:pt x="3641460" y="24263"/>
                  </a:lnTo>
                  <a:lnTo>
                    <a:pt x="3642150" y="23939"/>
                  </a:lnTo>
                  <a:lnTo>
                    <a:pt x="3642667" y="23697"/>
                  </a:lnTo>
                  <a:lnTo>
                    <a:pt x="3643529" y="23292"/>
                  </a:lnTo>
                  <a:lnTo>
                    <a:pt x="3643702" y="23211"/>
                  </a:lnTo>
                  <a:lnTo>
                    <a:pt x="3645598" y="22322"/>
                  </a:lnTo>
                  <a:lnTo>
                    <a:pt x="3646115" y="22079"/>
                  </a:lnTo>
                  <a:lnTo>
                    <a:pt x="3647322" y="21513"/>
                  </a:lnTo>
                  <a:lnTo>
                    <a:pt x="3648357" y="21028"/>
                  </a:lnTo>
                  <a:lnTo>
                    <a:pt x="3648874" y="20785"/>
                  </a:lnTo>
                  <a:lnTo>
                    <a:pt x="3649219" y="20623"/>
                  </a:lnTo>
                  <a:lnTo>
                    <a:pt x="3649908" y="20300"/>
                  </a:lnTo>
                  <a:lnTo>
                    <a:pt x="3651460" y="19572"/>
                  </a:lnTo>
                  <a:lnTo>
                    <a:pt x="3651633" y="19491"/>
                  </a:lnTo>
                  <a:lnTo>
                    <a:pt x="3652495" y="19087"/>
                  </a:lnTo>
                  <a:lnTo>
                    <a:pt x="3654046" y="18359"/>
                  </a:lnTo>
                  <a:lnTo>
                    <a:pt x="3654908" y="17954"/>
                  </a:lnTo>
                  <a:lnTo>
                    <a:pt x="3657150" y="16903"/>
                  </a:lnTo>
                  <a:lnTo>
                    <a:pt x="3657322" y="16822"/>
                  </a:lnTo>
                  <a:lnTo>
                    <a:pt x="3658529" y="16256"/>
                  </a:lnTo>
                  <a:lnTo>
                    <a:pt x="3659563" y="15771"/>
                  </a:lnTo>
                  <a:lnTo>
                    <a:pt x="3660081" y="15528"/>
                  </a:lnTo>
                  <a:lnTo>
                    <a:pt x="3660770" y="15204"/>
                  </a:lnTo>
                  <a:lnTo>
                    <a:pt x="3661288" y="14962"/>
                  </a:lnTo>
                  <a:lnTo>
                    <a:pt x="3663012" y="14153"/>
                  </a:lnTo>
                  <a:lnTo>
                    <a:pt x="3663874" y="13749"/>
                  </a:lnTo>
                  <a:lnTo>
                    <a:pt x="3666115" y="12697"/>
                  </a:lnTo>
                  <a:lnTo>
                    <a:pt x="3667149" y="12212"/>
                  </a:lnTo>
                  <a:lnTo>
                    <a:pt x="3667839" y="11889"/>
                  </a:lnTo>
                  <a:lnTo>
                    <a:pt x="3668184" y="11727"/>
                  </a:lnTo>
                  <a:lnTo>
                    <a:pt x="3670080" y="10837"/>
                  </a:lnTo>
                  <a:lnTo>
                    <a:pt x="3685597" y="3558"/>
                  </a:lnTo>
                  <a:lnTo>
                    <a:pt x="3693183" y="0"/>
                  </a:lnTo>
                </a:path>
              </a:pathLst>
            </a:custGeom>
            <a:ln w="32521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7"/>
            <p:cNvSpPr/>
            <p:nvPr/>
          </p:nvSpPr>
          <p:spPr>
            <a:xfrm>
              <a:off x="3588882" y="2948959"/>
              <a:ext cx="3693183" cy="1540938"/>
            </a:xfrm>
            <a:custGeom>
              <a:avLst/>
              <a:pathLst>
                <a:path w="3693183" h="1540938">
                  <a:moveTo>
                    <a:pt x="0" y="1540938"/>
                  </a:moveTo>
                  <a:lnTo>
                    <a:pt x="3620" y="1539428"/>
                  </a:lnTo>
                  <a:lnTo>
                    <a:pt x="3793" y="1539356"/>
                  </a:lnTo>
                  <a:lnTo>
                    <a:pt x="6206" y="1538349"/>
                  </a:lnTo>
                  <a:lnTo>
                    <a:pt x="8103" y="1537557"/>
                  </a:lnTo>
                  <a:lnTo>
                    <a:pt x="11896" y="1535975"/>
                  </a:lnTo>
                  <a:lnTo>
                    <a:pt x="12758" y="1535615"/>
                  </a:lnTo>
                  <a:lnTo>
                    <a:pt x="14309" y="1534968"/>
                  </a:lnTo>
                  <a:lnTo>
                    <a:pt x="17930" y="1533457"/>
                  </a:lnTo>
                  <a:lnTo>
                    <a:pt x="18447" y="1533241"/>
                  </a:lnTo>
                  <a:lnTo>
                    <a:pt x="18792" y="1533097"/>
                  </a:lnTo>
                  <a:lnTo>
                    <a:pt x="20344" y="1532450"/>
                  </a:lnTo>
                  <a:lnTo>
                    <a:pt x="20689" y="1532306"/>
                  </a:lnTo>
                  <a:lnTo>
                    <a:pt x="20861" y="1532234"/>
                  </a:lnTo>
                  <a:lnTo>
                    <a:pt x="21551" y="1531946"/>
                  </a:lnTo>
                  <a:lnTo>
                    <a:pt x="22068" y="1531731"/>
                  </a:lnTo>
                  <a:lnTo>
                    <a:pt x="22930" y="1531371"/>
                  </a:lnTo>
                  <a:lnTo>
                    <a:pt x="23102" y="1531299"/>
                  </a:lnTo>
                  <a:lnTo>
                    <a:pt x="24999" y="1530508"/>
                  </a:lnTo>
                  <a:lnTo>
                    <a:pt x="25516" y="1530292"/>
                  </a:lnTo>
                  <a:lnTo>
                    <a:pt x="26723" y="1529788"/>
                  </a:lnTo>
                  <a:lnTo>
                    <a:pt x="27757" y="1529357"/>
                  </a:lnTo>
                  <a:lnTo>
                    <a:pt x="28275" y="1529141"/>
                  </a:lnTo>
                  <a:lnTo>
                    <a:pt x="28619" y="1528997"/>
                  </a:lnTo>
                  <a:lnTo>
                    <a:pt x="29309" y="1528709"/>
                  </a:lnTo>
                  <a:lnTo>
                    <a:pt x="30861" y="1528062"/>
                  </a:lnTo>
                  <a:lnTo>
                    <a:pt x="31033" y="1527990"/>
                  </a:lnTo>
                  <a:lnTo>
                    <a:pt x="31895" y="1527630"/>
                  </a:lnTo>
                  <a:lnTo>
                    <a:pt x="33447" y="1526983"/>
                  </a:lnTo>
                  <a:lnTo>
                    <a:pt x="34309" y="1526623"/>
                  </a:lnTo>
                  <a:lnTo>
                    <a:pt x="36550" y="1525688"/>
                  </a:lnTo>
                  <a:lnTo>
                    <a:pt x="36723" y="1525616"/>
                  </a:lnTo>
                  <a:lnTo>
                    <a:pt x="37930" y="1525113"/>
                  </a:lnTo>
                  <a:lnTo>
                    <a:pt x="38964" y="1524681"/>
                  </a:lnTo>
                  <a:lnTo>
                    <a:pt x="39481" y="1524465"/>
                  </a:lnTo>
                  <a:lnTo>
                    <a:pt x="40171" y="1524177"/>
                  </a:lnTo>
                  <a:lnTo>
                    <a:pt x="40688" y="1523962"/>
                  </a:lnTo>
                  <a:lnTo>
                    <a:pt x="42412" y="1523242"/>
                  </a:lnTo>
                  <a:lnTo>
                    <a:pt x="43274" y="1522883"/>
                  </a:lnTo>
                  <a:lnTo>
                    <a:pt x="45516" y="1521947"/>
                  </a:lnTo>
                  <a:lnTo>
                    <a:pt x="46550" y="1521516"/>
                  </a:lnTo>
                  <a:lnTo>
                    <a:pt x="47240" y="1521228"/>
                  </a:lnTo>
                  <a:lnTo>
                    <a:pt x="47585" y="1521084"/>
                  </a:lnTo>
                  <a:lnTo>
                    <a:pt x="49481" y="1520293"/>
                  </a:lnTo>
                  <a:lnTo>
                    <a:pt x="64998" y="1513819"/>
                  </a:lnTo>
                  <a:lnTo>
                    <a:pt x="72584" y="1510653"/>
                  </a:lnTo>
                  <a:lnTo>
                    <a:pt x="172409" y="1469003"/>
                  </a:lnTo>
                  <a:lnTo>
                    <a:pt x="176030" y="1467492"/>
                  </a:lnTo>
                  <a:lnTo>
                    <a:pt x="176202" y="1467420"/>
                  </a:lnTo>
                  <a:lnTo>
                    <a:pt x="178616" y="1466413"/>
                  </a:lnTo>
                  <a:lnTo>
                    <a:pt x="180512" y="1465622"/>
                  </a:lnTo>
                  <a:lnTo>
                    <a:pt x="184305" y="1464039"/>
                  </a:lnTo>
                  <a:lnTo>
                    <a:pt x="185167" y="1463679"/>
                  </a:lnTo>
                  <a:lnTo>
                    <a:pt x="186719" y="1463032"/>
                  </a:lnTo>
                  <a:lnTo>
                    <a:pt x="190340" y="1461521"/>
                  </a:lnTo>
                  <a:lnTo>
                    <a:pt x="190857" y="1461305"/>
                  </a:lnTo>
                  <a:lnTo>
                    <a:pt x="191202" y="1461162"/>
                  </a:lnTo>
                  <a:lnTo>
                    <a:pt x="192753" y="1460514"/>
                  </a:lnTo>
                  <a:lnTo>
                    <a:pt x="193098" y="1460370"/>
                  </a:lnTo>
                  <a:lnTo>
                    <a:pt x="193271" y="1460298"/>
                  </a:lnTo>
                  <a:lnTo>
                    <a:pt x="193960" y="1460011"/>
                  </a:lnTo>
                  <a:lnTo>
                    <a:pt x="194477" y="1459795"/>
                  </a:lnTo>
                  <a:lnTo>
                    <a:pt x="195339" y="1459435"/>
                  </a:lnTo>
                  <a:lnTo>
                    <a:pt x="195512" y="1459363"/>
                  </a:lnTo>
                  <a:lnTo>
                    <a:pt x="197408" y="1458572"/>
                  </a:lnTo>
                  <a:lnTo>
                    <a:pt x="197926" y="1458356"/>
                  </a:lnTo>
                  <a:lnTo>
                    <a:pt x="199132" y="1457852"/>
                  </a:lnTo>
                  <a:lnTo>
                    <a:pt x="200167" y="1457421"/>
                  </a:lnTo>
                  <a:lnTo>
                    <a:pt x="200684" y="1457205"/>
                  </a:lnTo>
                  <a:lnTo>
                    <a:pt x="201029" y="1457061"/>
                  </a:lnTo>
                  <a:lnTo>
                    <a:pt x="201719" y="1456773"/>
                  </a:lnTo>
                  <a:lnTo>
                    <a:pt x="203270" y="1456126"/>
                  </a:lnTo>
                  <a:lnTo>
                    <a:pt x="203443" y="1456054"/>
                  </a:lnTo>
                  <a:lnTo>
                    <a:pt x="204305" y="1455694"/>
                  </a:lnTo>
                  <a:lnTo>
                    <a:pt x="205856" y="1455047"/>
                  </a:lnTo>
                  <a:lnTo>
                    <a:pt x="206718" y="1454687"/>
                  </a:lnTo>
                  <a:lnTo>
                    <a:pt x="208960" y="1453752"/>
                  </a:lnTo>
                  <a:lnTo>
                    <a:pt x="209132" y="1453680"/>
                  </a:lnTo>
                  <a:lnTo>
                    <a:pt x="210339" y="1453177"/>
                  </a:lnTo>
                  <a:lnTo>
                    <a:pt x="211374" y="1452745"/>
                  </a:lnTo>
                  <a:lnTo>
                    <a:pt x="211891" y="1452529"/>
                  </a:lnTo>
                  <a:lnTo>
                    <a:pt x="212580" y="1452241"/>
                  </a:lnTo>
                  <a:lnTo>
                    <a:pt x="213098" y="1452026"/>
                  </a:lnTo>
                  <a:lnTo>
                    <a:pt x="214822" y="1451306"/>
                  </a:lnTo>
                  <a:lnTo>
                    <a:pt x="215684" y="1450947"/>
                  </a:lnTo>
                  <a:lnTo>
                    <a:pt x="217925" y="1450011"/>
                  </a:lnTo>
                  <a:lnTo>
                    <a:pt x="218960" y="1449580"/>
                  </a:lnTo>
                  <a:lnTo>
                    <a:pt x="219649" y="1449292"/>
                  </a:lnTo>
                  <a:lnTo>
                    <a:pt x="219994" y="1449148"/>
                  </a:lnTo>
                  <a:lnTo>
                    <a:pt x="221891" y="1448357"/>
                  </a:lnTo>
                  <a:lnTo>
                    <a:pt x="237407" y="1441883"/>
                  </a:lnTo>
                  <a:lnTo>
                    <a:pt x="244993" y="1438718"/>
                  </a:lnTo>
                  <a:lnTo>
                    <a:pt x="344818" y="1397067"/>
                  </a:lnTo>
                  <a:lnTo>
                    <a:pt x="348439" y="1395556"/>
                  </a:lnTo>
                  <a:lnTo>
                    <a:pt x="348611" y="1395484"/>
                  </a:lnTo>
                  <a:lnTo>
                    <a:pt x="351025" y="1394477"/>
                  </a:lnTo>
                  <a:lnTo>
                    <a:pt x="352922" y="1393686"/>
                  </a:lnTo>
                  <a:lnTo>
                    <a:pt x="356715" y="1392103"/>
                  </a:lnTo>
                  <a:lnTo>
                    <a:pt x="357577" y="1391743"/>
                  </a:lnTo>
                  <a:lnTo>
                    <a:pt x="359128" y="1391096"/>
                  </a:lnTo>
                  <a:lnTo>
                    <a:pt x="362749" y="1389585"/>
                  </a:lnTo>
                  <a:lnTo>
                    <a:pt x="363266" y="1389370"/>
                  </a:lnTo>
                  <a:lnTo>
                    <a:pt x="363611" y="1389226"/>
                  </a:lnTo>
                  <a:lnTo>
                    <a:pt x="365163" y="1388578"/>
                  </a:lnTo>
                  <a:lnTo>
                    <a:pt x="365508" y="1388434"/>
                  </a:lnTo>
                  <a:lnTo>
                    <a:pt x="365680" y="1388362"/>
                  </a:lnTo>
                  <a:lnTo>
                    <a:pt x="366370" y="1388075"/>
                  </a:lnTo>
                  <a:lnTo>
                    <a:pt x="366887" y="1387859"/>
                  </a:lnTo>
                  <a:lnTo>
                    <a:pt x="367749" y="1387499"/>
                  </a:lnTo>
                  <a:lnTo>
                    <a:pt x="367921" y="1387427"/>
                  </a:lnTo>
                  <a:lnTo>
                    <a:pt x="369818" y="1386636"/>
                  </a:lnTo>
                  <a:lnTo>
                    <a:pt x="370335" y="1386420"/>
                  </a:lnTo>
                  <a:lnTo>
                    <a:pt x="371542" y="1385917"/>
                  </a:lnTo>
                  <a:lnTo>
                    <a:pt x="372576" y="1385485"/>
                  </a:lnTo>
                  <a:lnTo>
                    <a:pt x="373094" y="1385269"/>
                  </a:lnTo>
                  <a:lnTo>
                    <a:pt x="373438" y="1385125"/>
                  </a:lnTo>
                  <a:lnTo>
                    <a:pt x="374128" y="1384838"/>
                  </a:lnTo>
                  <a:lnTo>
                    <a:pt x="375680" y="1384190"/>
                  </a:lnTo>
                  <a:lnTo>
                    <a:pt x="375852" y="1384118"/>
                  </a:lnTo>
                  <a:lnTo>
                    <a:pt x="376714" y="1383759"/>
                  </a:lnTo>
                  <a:lnTo>
                    <a:pt x="378266" y="1383111"/>
                  </a:lnTo>
                  <a:lnTo>
                    <a:pt x="379128" y="1382751"/>
                  </a:lnTo>
                  <a:lnTo>
                    <a:pt x="381369" y="1381816"/>
                  </a:lnTo>
                  <a:lnTo>
                    <a:pt x="381542" y="1381744"/>
                  </a:lnTo>
                  <a:lnTo>
                    <a:pt x="382749" y="1381241"/>
                  </a:lnTo>
                  <a:lnTo>
                    <a:pt x="383783" y="1380809"/>
                  </a:lnTo>
                  <a:lnTo>
                    <a:pt x="384300" y="1380593"/>
                  </a:lnTo>
                  <a:lnTo>
                    <a:pt x="384990" y="1380306"/>
                  </a:lnTo>
                  <a:lnTo>
                    <a:pt x="385507" y="1380090"/>
                  </a:lnTo>
                  <a:lnTo>
                    <a:pt x="387231" y="1379370"/>
                  </a:lnTo>
                  <a:lnTo>
                    <a:pt x="388093" y="1379011"/>
                  </a:lnTo>
                  <a:lnTo>
                    <a:pt x="390335" y="1378076"/>
                  </a:lnTo>
                  <a:lnTo>
                    <a:pt x="391369" y="1377644"/>
                  </a:lnTo>
                  <a:lnTo>
                    <a:pt x="392059" y="1377356"/>
                  </a:lnTo>
                  <a:lnTo>
                    <a:pt x="392404" y="1377212"/>
                  </a:lnTo>
                  <a:lnTo>
                    <a:pt x="394300" y="1376421"/>
                  </a:lnTo>
                  <a:lnTo>
                    <a:pt x="409817" y="1369947"/>
                  </a:lnTo>
                  <a:lnTo>
                    <a:pt x="417403" y="1366782"/>
                  </a:lnTo>
                  <a:lnTo>
                    <a:pt x="517228" y="1325131"/>
                  </a:lnTo>
                  <a:lnTo>
                    <a:pt x="520849" y="1323620"/>
                  </a:lnTo>
                  <a:lnTo>
                    <a:pt x="521021" y="1323548"/>
                  </a:lnTo>
                  <a:lnTo>
                    <a:pt x="523435" y="1322541"/>
                  </a:lnTo>
                  <a:lnTo>
                    <a:pt x="525331" y="1321750"/>
                  </a:lnTo>
                  <a:lnTo>
                    <a:pt x="529124" y="1320167"/>
                  </a:lnTo>
                  <a:lnTo>
                    <a:pt x="529986" y="1319807"/>
                  </a:lnTo>
                  <a:lnTo>
                    <a:pt x="531538" y="1319160"/>
                  </a:lnTo>
                  <a:lnTo>
                    <a:pt x="535159" y="1317649"/>
                  </a:lnTo>
                  <a:lnTo>
                    <a:pt x="535676" y="1317434"/>
                  </a:lnTo>
                  <a:lnTo>
                    <a:pt x="536021" y="1317290"/>
                  </a:lnTo>
                  <a:lnTo>
                    <a:pt x="537572" y="1316642"/>
                  </a:lnTo>
                  <a:lnTo>
                    <a:pt x="537917" y="1316498"/>
                  </a:lnTo>
                  <a:lnTo>
                    <a:pt x="538090" y="1316427"/>
                  </a:lnTo>
                  <a:lnTo>
                    <a:pt x="538779" y="1316139"/>
                  </a:lnTo>
                  <a:lnTo>
                    <a:pt x="539296" y="1315923"/>
                  </a:lnTo>
                  <a:lnTo>
                    <a:pt x="540158" y="1315563"/>
                  </a:lnTo>
                  <a:lnTo>
                    <a:pt x="540331" y="1315491"/>
                  </a:lnTo>
                  <a:lnTo>
                    <a:pt x="542227" y="1314700"/>
                  </a:lnTo>
                  <a:lnTo>
                    <a:pt x="542745" y="1314484"/>
                  </a:lnTo>
                  <a:lnTo>
                    <a:pt x="543951" y="1313981"/>
                  </a:lnTo>
                  <a:lnTo>
                    <a:pt x="544986" y="1313549"/>
                  </a:lnTo>
                  <a:lnTo>
                    <a:pt x="545503" y="1313333"/>
                  </a:lnTo>
                  <a:lnTo>
                    <a:pt x="545848" y="1313189"/>
                  </a:lnTo>
                  <a:lnTo>
                    <a:pt x="546538" y="1312902"/>
                  </a:lnTo>
                  <a:lnTo>
                    <a:pt x="548089" y="1312254"/>
                  </a:lnTo>
                  <a:lnTo>
                    <a:pt x="548262" y="1312182"/>
                  </a:lnTo>
                  <a:lnTo>
                    <a:pt x="549124" y="1311823"/>
                  </a:lnTo>
                  <a:lnTo>
                    <a:pt x="550675" y="1311175"/>
                  </a:lnTo>
                  <a:lnTo>
                    <a:pt x="551537" y="1310816"/>
                  </a:lnTo>
                  <a:lnTo>
                    <a:pt x="553779" y="1309880"/>
                  </a:lnTo>
                  <a:lnTo>
                    <a:pt x="553951" y="1309808"/>
                  </a:lnTo>
                  <a:lnTo>
                    <a:pt x="555158" y="1309305"/>
                  </a:lnTo>
                  <a:lnTo>
                    <a:pt x="556193" y="1308873"/>
                  </a:lnTo>
                  <a:lnTo>
                    <a:pt x="556710" y="1308657"/>
                  </a:lnTo>
                  <a:lnTo>
                    <a:pt x="557399" y="1308370"/>
                  </a:lnTo>
                  <a:lnTo>
                    <a:pt x="557917" y="1308154"/>
                  </a:lnTo>
                  <a:lnTo>
                    <a:pt x="559641" y="1307435"/>
                  </a:lnTo>
                  <a:lnTo>
                    <a:pt x="560503" y="1307075"/>
                  </a:lnTo>
                  <a:lnTo>
                    <a:pt x="562744" y="1306140"/>
                  </a:lnTo>
                  <a:lnTo>
                    <a:pt x="563779" y="1305708"/>
                  </a:lnTo>
                  <a:lnTo>
                    <a:pt x="564468" y="1305420"/>
                  </a:lnTo>
                  <a:lnTo>
                    <a:pt x="564813" y="1305276"/>
                  </a:lnTo>
                  <a:lnTo>
                    <a:pt x="566710" y="1304485"/>
                  </a:lnTo>
                  <a:lnTo>
                    <a:pt x="582226" y="1298011"/>
                  </a:lnTo>
                  <a:lnTo>
                    <a:pt x="589812" y="1294846"/>
                  </a:lnTo>
                  <a:lnTo>
                    <a:pt x="689637" y="1253195"/>
                  </a:lnTo>
                  <a:lnTo>
                    <a:pt x="693258" y="1251684"/>
                  </a:lnTo>
                  <a:lnTo>
                    <a:pt x="693430" y="1251612"/>
                  </a:lnTo>
                  <a:lnTo>
                    <a:pt x="695844" y="1250605"/>
                  </a:lnTo>
                  <a:lnTo>
                    <a:pt x="697741" y="1249814"/>
                  </a:lnTo>
                  <a:lnTo>
                    <a:pt x="701534" y="1248231"/>
                  </a:lnTo>
                  <a:lnTo>
                    <a:pt x="702396" y="1247872"/>
                  </a:lnTo>
                  <a:lnTo>
                    <a:pt x="703947" y="1247224"/>
                  </a:lnTo>
                  <a:lnTo>
                    <a:pt x="707568" y="1245714"/>
                  </a:lnTo>
                  <a:lnTo>
                    <a:pt x="708085" y="1245498"/>
                  </a:lnTo>
                  <a:lnTo>
                    <a:pt x="708430" y="1245354"/>
                  </a:lnTo>
                  <a:lnTo>
                    <a:pt x="709982" y="1244706"/>
                  </a:lnTo>
                  <a:lnTo>
                    <a:pt x="710327" y="1244563"/>
                  </a:lnTo>
                  <a:lnTo>
                    <a:pt x="710499" y="1244491"/>
                  </a:lnTo>
                  <a:lnTo>
                    <a:pt x="711189" y="1244203"/>
                  </a:lnTo>
                  <a:lnTo>
                    <a:pt x="711706" y="1243987"/>
                  </a:lnTo>
                  <a:lnTo>
                    <a:pt x="712568" y="1243627"/>
                  </a:lnTo>
                  <a:lnTo>
                    <a:pt x="712740" y="1243555"/>
                  </a:lnTo>
                  <a:lnTo>
                    <a:pt x="714637" y="1242764"/>
                  </a:lnTo>
                  <a:lnTo>
                    <a:pt x="715154" y="1242548"/>
                  </a:lnTo>
                  <a:lnTo>
                    <a:pt x="716361" y="1242045"/>
                  </a:lnTo>
                  <a:lnTo>
                    <a:pt x="717395" y="1241613"/>
                  </a:lnTo>
                  <a:lnTo>
                    <a:pt x="717913" y="1241397"/>
                  </a:lnTo>
                  <a:lnTo>
                    <a:pt x="718257" y="1241253"/>
                  </a:lnTo>
                  <a:lnTo>
                    <a:pt x="718947" y="1240966"/>
                  </a:lnTo>
                  <a:lnTo>
                    <a:pt x="720499" y="1240318"/>
                  </a:lnTo>
                  <a:lnTo>
                    <a:pt x="720671" y="1240246"/>
                  </a:lnTo>
                  <a:lnTo>
                    <a:pt x="721533" y="1239887"/>
                  </a:lnTo>
                  <a:lnTo>
                    <a:pt x="723085" y="1239239"/>
                  </a:lnTo>
                  <a:lnTo>
                    <a:pt x="723947" y="1238880"/>
                  </a:lnTo>
                  <a:lnTo>
                    <a:pt x="726188" y="1237944"/>
                  </a:lnTo>
                  <a:lnTo>
                    <a:pt x="726361" y="1237873"/>
                  </a:lnTo>
                  <a:lnTo>
                    <a:pt x="727568" y="1237369"/>
                  </a:lnTo>
                  <a:lnTo>
                    <a:pt x="728602" y="1236937"/>
                  </a:lnTo>
                  <a:lnTo>
                    <a:pt x="729119" y="1236722"/>
                  </a:lnTo>
                  <a:lnTo>
                    <a:pt x="729809" y="1236434"/>
                  </a:lnTo>
                  <a:lnTo>
                    <a:pt x="730326" y="1236218"/>
                  </a:lnTo>
                  <a:lnTo>
                    <a:pt x="732050" y="1235499"/>
                  </a:lnTo>
                  <a:lnTo>
                    <a:pt x="732912" y="1235139"/>
                  </a:lnTo>
                  <a:lnTo>
                    <a:pt x="735154" y="1234204"/>
                  </a:lnTo>
                  <a:lnTo>
                    <a:pt x="736188" y="1233772"/>
                  </a:lnTo>
                  <a:lnTo>
                    <a:pt x="736878" y="1233484"/>
                  </a:lnTo>
                  <a:lnTo>
                    <a:pt x="737222" y="1233341"/>
                  </a:lnTo>
                  <a:lnTo>
                    <a:pt x="739119" y="1232549"/>
                  </a:lnTo>
                  <a:lnTo>
                    <a:pt x="754636" y="1226075"/>
                  </a:lnTo>
                  <a:lnTo>
                    <a:pt x="762222" y="1222910"/>
                  </a:lnTo>
                  <a:lnTo>
                    <a:pt x="862047" y="1181259"/>
                  </a:lnTo>
                  <a:lnTo>
                    <a:pt x="865668" y="1179748"/>
                  </a:lnTo>
                  <a:lnTo>
                    <a:pt x="865840" y="1179676"/>
                  </a:lnTo>
                  <a:lnTo>
                    <a:pt x="868254" y="1178669"/>
                  </a:lnTo>
                  <a:lnTo>
                    <a:pt x="870150" y="1177878"/>
                  </a:lnTo>
                  <a:lnTo>
                    <a:pt x="873943" y="1176295"/>
                  </a:lnTo>
                  <a:lnTo>
                    <a:pt x="874805" y="1175936"/>
                  </a:lnTo>
                  <a:lnTo>
                    <a:pt x="876357" y="1175288"/>
                  </a:lnTo>
                  <a:lnTo>
                    <a:pt x="879978" y="1173778"/>
                  </a:lnTo>
                  <a:lnTo>
                    <a:pt x="880495" y="1173562"/>
                  </a:lnTo>
                  <a:lnTo>
                    <a:pt x="880840" y="1173418"/>
                  </a:lnTo>
                  <a:lnTo>
                    <a:pt x="882391" y="1172771"/>
                  </a:lnTo>
                  <a:lnTo>
                    <a:pt x="882736" y="1172627"/>
                  </a:lnTo>
                  <a:lnTo>
                    <a:pt x="882909" y="1172555"/>
                  </a:lnTo>
                  <a:lnTo>
                    <a:pt x="883598" y="1172267"/>
                  </a:lnTo>
                  <a:lnTo>
                    <a:pt x="884115" y="1172051"/>
                  </a:lnTo>
                  <a:lnTo>
                    <a:pt x="884977" y="1171691"/>
                  </a:lnTo>
                  <a:lnTo>
                    <a:pt x="885150" y="1171620"/>
                  </a:lnTo>
                  <a:lnTo>
                    <a:pt x="887046" y="1170828"/>
                  </a:lnTo>
                  <a:lnTo>
                    <a:pt x="887564" y="1170612"/>
                  </a:lnTo>
                  <a:lnTo>
                    <a:pt x="888770" y="1170109"/>
                  </a:lnTo>
                  <a:lnTo>
                    <a:pt x="889805" y="1169677"/>
                  </a:lnTo>
                  <a:lnTo>
                    <a:pt x="890322" y="1169461"/>
                  </a:lnTo>
                  <a:lnTo>
                    <a:pt x="890667" y="1169318"/>
                  </a:lnTo>
                  <a:lnTo>
                    <a:pt x="891357" y="1169030"/>
                  </a:lnTo>
                  <a:lnTo>
                    <a:pt x="892908" y="1168382"/>
                  </a:lnTo>
                  <a:lnTo>
                    <a:pt x="893081" y="1168310"/>
                  </a:lnTo>
                  <a:lnTo>
                    <a:pt x="893943" y="1167951"/>
                  </a:lnTo>
                  <a:lnTo>
                    <a:pt x="895494" y="1167303"/>
                  </a:lnTo>
                  <a:lnTo>
                    <a:pt x="896356" y="1166944"/>
                  </a:lnTo>
                  <a:lnTo>
                    <a:pt x="898598" y="1166009"/>
                  </a:lnTo>
                  <a:lnTo>
                    <a:pt x="898770" y="1165937"/>
                  </a:lnTo>
                  <a:lnTo>
                    <a:pt x="899977" y="1165433"/>
                  </a:lnTo>
                  <a:lnTo>
                    <a:pt x="901012" y="1165001"/>
                  </a:lnTo>
                  <a:lnTo>
                    <a:pt x="901529" y="1164786"/>
                  </a:lnTo>
                  <a:lnTo>
                    <a:pt x="902218" y="1164498"/>
                  </a:lnTo>
                  <a:lnTo>
                    <a:pt x="902736" y="1164282"/>
                  </a:lnTo>
                  <a:lnTo>
                    <a:pt x="904460" y="1163563"/>
                  </a:lnTo>
                  <a:lnTo>
                    <a:pt x="905322" y="1163203"/>
                  </a:lnTo>
                  <a:lnTo>
                    <a:pt x="907563" y="1162268"/>
                  </a:lnTo>
                  <a:lnTo>
                    <a:pt x="908598" y="1161836"/>
                  </a:lnTo>
                  <a:lnTo>
                    <a:pt x="909287" y="1161549"/>
                  </a:lnTo>
                  <a:lnTo>
                    <a:pt x="909632" y="1161405"/>
                  </a:lnTo>
                  <a:lnTo>
                    <a:pt x="911528" y="1160613"/>
                  </a:lnTo>
                  <a:lnTo>
                    <a:pt x="927045" y="1154139"/>
                  </a:lnTo>
                  <a:lnTo>
                    <a:pt x="934631" y="1150974"/>
                  </a:lnTo>
                  <a:lnTo>
                    <a:pt x="1034456" y="1109323"/>
                  </a:lnTo>
                  <a:lnTo>
                    <a:pt x="1038077" y="1107812"/>
                  </a:lnTo>
                  <a:lnTo>
                    <a:pt x="1038249" y="1107740"/>
                  </a:lnTo>
                  <a:lnTo>
                    <a:pt x="1040663" y="1106733"/>
                  </a:lnTo>
                  <a:lnTo>
                    <a:pt x="1042560" y="1105942"/>
                  </a:lnTo>
                  <a:lnTo>
                    <a:pt x="1046353" y="1104359"/>
                  </a:lnTo>
                  <a:lnTo>
                    <a:pt x="1047215" y="1104000"/>
                  </a:lnTo>
                  <a:lnTo>
                    <a:pt x="1048766" y="1103352"/>
                  </a:lnTo>
                  <a:lnTo>
                    <a:pt x="1052387" y="1101842"/>
                  </a:lnTo>
                  <a:lnTo>
                    <a:pt x="1052904" y="1101626"/>
                  </a:lnTo>
                  <a:lnTo>
                    <a:pt x="1053249" y="1101482"/>
                  </a:lnTo>
                  <a:lnTo>
                    <a:pt x="1054801" y="1100835"/>
                  </a:lnTo>
                  <a:lnTo>
                    <a:pt x="1055146" y="1100691"/>
                  </a:lnTo>
                  <a:lnTo>
                    <a:pt x="1055318" y="1100619"/>
                  </a:lnTo>
                  <a:lnTo>
                    <a:pt x="1056008" y="1100331"/>
                  </a:lnTo>
                  <a:lnTo>
                    <a:pt x="1056525" y="1100115"/>
                  </a:lnTo>
                  <a:lnTo>
                    <a:pt x="1057387" y="1099756"/>
                  </a:lnTo>
                  <a:lnTo>
                    <a:pt x="1057559" y="1099684"/>
                  </a:lnTo>
                  <a:lnTo>
                    <a:pt x="1059456" y="1098892"/>
                  </a:lnTo>
                  <a:lnTo>
                    <a:pt x="1059973" y="1098677"/>
                  </a:lnTo>
                  <a:lnTo>
                    <a:pt x="1061180" y="1098173"/>
                  </a:lnTo>
                  <a:lnTo>
                    <a:pt x="1062214" y="1097741"/>
                  </a:lnTo>
                  <a:lnTo>
                    <a:pt x="1062732" y="1097526"/>
                  </a:lnTo>
                  <a:lnTo>
                    <a:pt x="1063076" y="1097382"/>
                  </a:lnTo>
                  <a:lnTo>
                    <a:pt x="1063766" y="1097094"/>
                  </a:lnTo>
                  <a:lnTo>
                    <a:pt x="1065318" y="1096447"/>
                  </a:lnTo>
                  <a:lnTo>
                    <a:pt x="1065490" y="1096375"/>
                  </a:lnTo>
                  <a:lnTo>
                    <a:pt x="1066352" y="1096015"/>
                  </a:lnTo>
                  <a:lnTo>
                    <a:pt x="1067904" y="1095367"/>
                  </a:lnTo>
                  <a:lnTo>
                    <a:pt x="1068766" y="1095008"/>
                  </a:lnTo>
                  <a:lnTo>
                    <a:pt x="1071007" y="1094073"/>
                  </a:lnTo>
                  <a:lnTo>
                    <a:pt x="1071180" y="1094001"/>
                  </a:lnTo>
                  <a:lnTo>
                    <a:pt x="1072387" y="1093497"/>
                  </a:lnTo>
                  <a:lnTo>
                    <a:pt x="1073421" y="1093066"/>
                  </a:lnTo>
                  <a:lnTo>
                    <a:pt x="1073938" y="1092850"/>
                  </a:lnTo>
                  <a:lnTo>
                    <a:pt x="1074628" y="1092562"/>
                  </a:lnTo>
                  <a:lnTo>
                    <a:pt x="1075145" y="1092346"/>
                  </a:lnTo>
                  <a:lnTo>
                    <a:pt x="1076869" y="1091627"/>
                  </a:lnTo>
                  <a:lnTo>
                    <a:pt x="1077731" y="1091267"/>
                  </a:lnTo>
                  <a:lnTo>
                    <a:pt x="1079973" y="1090332"/>
                  </a:lnTo>
                  <a:lnTo>
                    <a:pt x="1081007" y="1089900"/>
                  </a:lnTo>
                  <a:lnTo>
                    <a:pt x="1081697" y="1089613"/>
                  </a:lnTo>
                  <a:lnTo>
                    <a:pt x="1082041" y="1089469"/>
                  </a:lnTo>
                  <a:lnTo>
                    <a:pt x="1083938" y="1088677"/>
                  </a:lnTo>
                  <a:lnTo>
                    <a:pt x="1099455" y="1082203"/>
                  </a:lnTo>
                  <a:lnTo>
                    <a:pt x="1107041" y="1079038"/>
                  </a:lnTo>
                  <a:lnTo>
                    <a:pt x="1206866" y="1037387"/>
                  </a:lnTo>
                  <a:lnTo>
                    <a:pt x="1210487" y="1035876"/>
                  </a:lnTo>
                  <a:lnTo>
                    <a:pt x="1210659" y="1035805"/>
                  </a:lnTo>
                  <a:lnTo>
                    <a:pt x="1213073" y="1034797"/>
                  </a:lnTo>
                  <a:lnTo>
                    <a:pt x="1214969" y="1034006"/>
                  </a:lnTo>
                  <a:lnTo>
                    <a:pt x="1218762" y="1032424"/>
                  </a:lnTo>
                  <a:lnTo>
                    <a:pt x="1219624" y="1032064"/>
                  </a:lnTo>
                  <a:lnTo>
                    <a:pt x="1221176" y="1031416"/>
                  </a:lnTo>
                  <a:lnTo>
                    <a:pt x="1224797" y="1029906"/>
                  </a:lnTo>
                  <a:lnTo>
                    <a:pt x="1225314" y="1029690"/>
                  </a:lnTo>
                  <a:lnTo>
                    <a:pt x="1225659" y="1029546"/>
                  </a:lnTo>
                  <a:lnTo>
                    <a:pt x="1227210" y="1028899"/>
                  </a:lnTo>
                  <a:lnTo>
                    <a:pt x="1227555" y="1028755"/>
                  </a:lnTo>
                  <a:lnTo>
                    <a:pt x="1227728" y="1028683"/>
                  </a:lnTo>
                  <a:lnTo>
                    <a:pt x="1228417" y="1028395"/>
                  </a:lnTo>
                  <a:lnTo>
                    <a:pt x="1228934" y="1028179"/>
                  </a:lnTo>
                  <a:lnTo>
                    <a:pt x="1229796" y="1027820"/>
                  </a:lnTo>
                  <a:lnTo>
                    <a:pt x="1229969" y="1027748"/>
                  </a:lnTo>
                  <a:lnTo>
                    <a:pt x="1231865" y="1026956"/>
                  </a:lnTo>
                  <a:lnTo>
                    <a:pt x="1232383" y="1026741"/>
                  </a:lnTo>
                  <a:lnTo>
                    <a:pt x="1233589" y="1026237"/>
                  </a:lnTo>
                  <a:lnTo>
                    <a:pt x="1234624" y="1025805"/>
                  </a:lnTo>
                  <a:lnTo>
                    <a:pt x="1235141" y="1025590"/>
                  </a:lnTo>
                  <a:lnTo>
                    <a:pt x="1235486" y="1025446"/>
                  </a:lnTo>
                  <a:lnTo>
                    <a:pt x="1236176" y="1025158"/>
                  </a:lnTo>
                  <a:lnTo>
                    <a:pt x="1237727" y="1024511"/>
                  </a:lnTo>
                  <a:lnTo>
                    <a:pt x="1237900" y="1024439"/>
                  </a:lnTo>
                  <a:lnTo>
                    <a:pt x="1238762" y="1024079"/>
                  </a:lnTo>
                  <a:lnTo>
                    <a:pt x="1240313" y="1023432"/>
                  </a:lnTo>
                  <a:lnTo>
                    <a:pt x="1241175" y="1023072"/>
                  </a:lnTo>
                  <a:lnTo>
                    <a:pt x="1243417" y="1022137"/>
                  </a:lnTo>
                  <a:lnTo>
                    <a:pt x="1243589" y="1022065"/>
                  </a:lnTo>
                  <a:lnTo>
                    <a:pt x="1244796" y="1021561"/>
                  </a:lnTo>
                  <a:lnTo>
                    <a:pt x="1245831" y="1021130"/>
                  </a:lnTo>
                  <a:lnTo>
                    <a:pt x="1246348" y="1020914"/>
                  </a:lnTo>
                  <a:lnTo>
                    <a:pt x="1247037" y="1020626"/>
                  </a:lnTo>
                  <a:lnTo>
                    <a:pt x="1247555" y="1020410"/>
                  </a:lnTo>
                  <a:lnTo>
                    <a:pt x="1249279" y="1019691"/>
                  </a:lnTo>
                  <a:lnTo>
                    <a:pt x="1250141" y="1019331"/>
                  </a:lnTo>
                  <a:lnTo>
                    <a:pt x="1252382" y="1018396"/>
                  </a:lnTo>
                  <a:lnTo>
                    <a:pt x="1253417" y="1017964"/>
                  </a:lnTo>
                  <a:lnTo>
                    <a:pt x="1254106" y="1017677"/>
                  </a:lnTo>
                  <a:lnTo>
                    <a:pt x="1254451" y="1017533"/>
                  </a:lnTo>
                  <a:lnTo>
                    <a:pt x="1256347" y="1016742"/>
                  </a:lnTo>
                  <a:lnTo>
                    <a:pt x="1271864" y="1010267"/>
                  </a:lnTo>
                  <a:lnTo>
                    <a:pt x="1279450" y="1007102"/>
                  </a:lnTo>
                  <a:lnTo>
                    <a:pt x="1379275" y="965451"/>
                  </a:lnTo>
                  <a:lnTo>
                    <a:pt x="1382896" y="963941"/>
                  </a:lnTo>
                  <a:lnTo>
                    <a:pt x="1383068" y="963869"/>
                  </a:lnTo>
                  <a:lnTo>
                    <a:pt x="1385482" y="962862"/>
                  </a:lnTo>
                  <a:lnTo>
                    <a:pt x="1387379" y="962070"/>
                  </a:lnTo>
                  <a:lnTo>
                    <a:pt x="1391172" y="960488"/>
                  </a:lnTo>
                  <a:lnTo>
                    <a:pt x="1392034" y="960128"/>
                  </a:lnTo>
                  <a:lnTo>
                    <a:pt x="1393585" y="959481"/>
                  </a:lnTo>
                  <a:lnTo>
                    <a:pt x="1397206" y="957970"/>
                  </a:lnTo>
                  <a:lnTo>
                    <a:pt x="1397723" y="957754"/>
                  </a:lnTo>
                  <a:lnTo>
                    <a:pt x="1398068" y="957610"/>
                  </a:lnTo>
                  <a:lnTo>
                    <a:pt x="1399620" y="956963"/>
                  </a:lnTo>
                  <a:lnTo>
                    <a:pt x="1399965" y="956819"/>
                  </a:lnTo>
                  <a:lnTo>
                    <a:pt x="1400137" y="956747"/>
                  </a:lnTo>
                  <a:lnTo>
                    <a:pt x="1400827" y="956459"/>
                  </a:lnTo>
                  <a:lnTo>
                    <a:pt x="1401344" y="956243"/>
                  </a:lnTo>
                  <a:lnTo>
                    <a:pt x="1402206" y="955884"/>
                  </a:lnTo>
                  <a:lnTo>
                    <a:pt x="1402378" y="955812"/>
                  </a:lnTo>
                  <a:lnTo>
                    <a:pt x="1404275" y="955021"/>
                  </a:lnTo>
                  <a:lnTo>
                    <a:pt x="1404792" y="954805"/>
                  </a:lnTo>
                  <a:lnTo>
                    <a:pt x="1405999" y="954301"/>
                  </a:lnTo>
                  <a:lnTo>
                    <a:pt x="1407033" y="953870"/>
                  </a:lnTo>
                  <a:lnTo>
                    <a:pt x="1407551" y="953654"/>
                  </a:lnTo>
                  <a:lnTo>
                    <a:pt x="1407895" y="953510"/>
                  </a:lnTo>
                  <a:lnTo>
                    <a:pt x="1408585" y="953222"/>
                  </a:lnTo>
                  <a:lnTo>
                    <a:pt x="1410137" y="952575"/>
                  </a:lnTo>
                  <a:lnTo>
                    <a:pt x="1410309" y="952503"/>
                  </a:lnTo>
                  <a:lnTo>
                    <a:pt x="1411171" y="952143"/>
                  </a:lnTo>
                  <a:lnTo>
                    <a:pt x="1412723" y="951496"/>
                  </a:lnTo>
                  <a:lnTo>
                    <a:pt x="1413585" y="951136"/>
                  </a:lnTo>
                  <a:lnTo>
                    <a:pt x="1415826" y="950201"/>
                  </a:lnTo>
                  <a:lnTo>
                    <a:pt x="1415999" y="950129"/>
                  </a:lnTo>
                  <a:lnTo>
                    <a:pt x="1417206" y="949625"/>
                  </a:lnTo>
                  <a:lnTo>
                    <a:pt x="1418240" y="949194"/>
                  </a:lnTo>
                  <a:lnTo>
                    <a:pt x="1418757" y="948978"/>
                  </a:lnTo>
                  <a:lnTo>
                    <a:pt x="1419447" y="948690"/>
                  </a:lnTo>
                  <a:lnTo>
                    <a:pt x="1419964" y="948474"/>
                  </a:lnTo>
                  <a:lnTo>
                    <a:pt x="1421688" y="947755"/>
                  </a:lnTo>
                  <a:lnTo>
                    <a:pt x="1422550" y="947395"/>
                  </a:lnTo>
                  <a:lnTo>
                    <a:pt x="1424792" y="946460"/>
                  </a:lnTo>
                  <a:lnTo>
                    <a:pt x="1425826" y="946029"/>
                  </a:lnTo>
                  <a:lnTo>
                    <a:pt x="1426516" y="945741"/>
                  </a:lnTo>
                  <a:lnTo>
                    <a:pt x="1426860" y="945597"/>
                  </a:lnTo>
                  <a:lnTo>
                    <a:pt x="1428757" y="944806"/>
                  </a:lnTo>
                  <a:lnTo>
                    <a:pt x="1444274" y="938331"/>
                  </a:lnTo>
                  <a:lnTo>
                    <a:pt x="1451860" y="935166"/>
                  </a:lnTo>
                  <a:lnTo>
                    <a:pt x="1551685" y="893515"/>
                  </a:lnTo>
                  <a:lnTo>
                    <a:pt x="1555306" y="892005"/>
                  </a:lnTo>
                  <a:lnTo>
                    <a:pt x="1555478" y="891933"/>
                  </a:lnTo>
                  <a:lnTo>
                    <a:pt x="1557892" y="890926"/>
                  </a:lnTo>
                  <a:lnTo>
                    <a:pt x="1559788" y="890134"/>
                  </a:lnTo>
                  <a:lnTo>
                    <a:pt x="1563581" y="888552"/>
                  </a:lnTo>
                  <a:lnTo>
                    <a:pt x="1564443" y="888192"/>
                  </a:lnTo>
                  <a:lnTo>
                    <a:pt x="1565995" y="887545"/>
                  </a:lnTo>
                  <a:lnTo>
                    <a:pt x="1569616" y="886034"/>
                  </a:lnTo>
                  <a:lnTo>
                    <a:pt x="1570133" y="885818"/>
                  </a:lnTo>
                  <a:lnTo>
                    <a:pt x="1570478" y="885674"/>
                  </a:lnTo>
                  <a:lnTo>
                    <a:pt x="1572029" y="885027"/>
                  </a:lnTo>
                  <a:lnTo>
                    <a:pt x="1572374" y="884883"/>
                  </a:lnTo>
                  <a:lnTo>
                    <a:pt x="1572546" y="884811"/>
                  </a:lnTo>
                  <a:lnTo>
                    <a:pt x="1573236" y="884523"/>
                  </a:lnTo>
                  <a:lnTo>
                    <a:pt x="1573753" y="884308"/>
                  </a:lnTo>
                  <a:lnTo>
                    <a:pt x="1574615" y="883948"/>
                  </a:lnTo>
                  <a:lnTo>
                    <a:pt x="1574788" y="883876"/>
                  </a:lnTo>
                  <a:lnTo>
                    <a:pt x="1576684" y="883085"/>
                  </a:lnTo>
                  <a:lnTo>
                    <a:pt x="1577202" y="882869"/>
                  </a:lnTo>
                  <a:lnTo>
                    <a:pt x="1578408" y="882365"/>
                  </a:lnTo>
                  <a:lnTo>
                    <a:pt x="1579443" y="881934"/>
                  </a:lnTo>
                  <a:lnTo>
                    <a:pt x="1579960" y="881718"/>
                  </a:lnTo>
                  <a:lnTo>
                    <a:pt x="1580305" y="881574"/>
                  </a:lnTo>
                  <a:lnTo>
                    <a:pt x="1580995" y="881286"/>
                  </a:lnTo>
                  <a:lnTo>
                    <a:pt x="1582546" y="880639"/>
                  </a:lnTo>
                  <a:lnTo>
                    <a:pt x="1582719" y="880567"/>
                  </a:lnTo>
                  <a:lnTo>
                    <a:pt x="1583581" y="880207"/>
                  </a:lnTo>
                  <a:lnTo>
                    <a:pt x="1585132" y="879560"/>
                  </a:lnTo>
                  <a:lnTo>
                    <a:pt x="1585994" y="879200"/>
                  </a:lnTo>
                  <a:lnTo>
                    <a:pt x="1588236" y="878265"/>
                  </a:lnTo>
                  <a:lnTo>
                    <a:pt x="1588408" y="878193"/>
                  </a:lnTo>
                  <a:lnTo>
                    <a:pt x="1589615" y="877689"/>
                  </a:lnTo>
                  <a:lnTo>
                    <a:pt x="1590649" y="877258"/>
                  </a:lnTo>
                  <a:lnTo>
                    <a:pt x="1591167" y="877042"/>
                  </a:lnTo>
                  <a:lnTo>
                    <a:pt x="1591856" y="876754"/>
                  </a:lnTo>
                  <a:lnTo>
                    <a:pt x="1592374" y="876538"/>
                  </a:lnTo>
                  <a:lnTo>
                    <a:pt x="1594098" y="875819"/>
                  </a:lnTo>
                  <a:lnTo>
                    <a:pt x="1594960" y="875459"/>
                  </a:lnTo>
                  <a:lnTo>
                    <a:pt x="1597201" y="874524"/>
                  </a:lnTo>
                  <a:lnTo>
                    <a:pt x="1598236" y="874093"/>
                  </a:lnTo>
                  <a:lnTo>
                    <a:pt x="1598925" y="873805"/>
                  </a:lnTo>
                  <a:lnTo>
                    <a:pt x="1599270" y="873661"/>
                  </a:lnTo>
                  <a:lnTo>
                    <a:pt x="1601166" y="872870"/>
                  </a:lnTo>
                  <a:lnTo>
                    <a:pt x="1616683" y="866396"/>
                  </a:lnTo>
                  <a:lnTo>
                    <a:pt x="1624269" y="863230"/>
                  </a:lnTo>
                  <a:lnTo>
                    <a:pt x="1724094" y="821579"/>
                  </a:lnTo>
                  <a:lnTo>
                    <a:pt x="1727715" y="820069"/>
                  </a:lnTo>
                  <a:lnTo>
                    <a:pt x="1727887" y="819997"/>
                  </a:lnTo>
                  <a:lnTo>
                    <a:pt x="1730301" y="818990"/>
                  </a:lnTo>
                  <a:lnTo>
                    <a:pt x="1732198" y="818198"/>
                  </a:lnTo>
                  <a:lnTo>
                    <a:pt x="1735991" y="816616"/>
                  </a:lnTo>
                  <a:lnTo>
                    <a:pt x="1736853" y="816256"/>
                  </a:lnTo>
                  <a:lnTo>
                    <a:pt x="1738404" y="815609"/>
                  </a:lnTo>
                  <a:lnTo>
                    <a:pt x="1742025" y="814098"/>
                  </a:lnTo>
                  <a:lnTo>
                    <a:pt x="1742542" y="813882"/>
                  </a:lnTo>
                  <a:lnTo>
                    <a:pt x="1742887" y="813738"/>
                  </a:lnTo>
                  <a:lnTo>
                    <a:pt x="1744439" y="813091"/>
                  </a:lnTo>
                  <a:lnTo>
                    <a:pt x="1744784" y="812947"/>
                  </a:lnTo>
                  <a:lnTo>
                    <a:pt x="1744956" y="812875"/>
                  </a:lnTo>
                  <a:lnTo>
                    <a:pt x="1745646" y="812587"/>
                  </a:lnTo>
                  <a:lnTo>
                    <a:pt x="1746163" y="812372"/>
                  </a:lnTo>
                  <a:lnTo>
                    <a:pt x="1747025" y="812012"/>
                  </a:lnTo>
                  <a:lnTo>
                    <a:pt x="1747197" y="811940"/>
                  </a:lnTo>
                  <a:lnTo>
                    <a:pt x="1749094" y="811149"/>
                  </a:lnTo>
                  <a:lnTo>
                    <a:pt x="1749611" y="810933"/>
                  </a:lnTo>
                  <a:lnTo>
                    <a:pt x="1750818" y="810429"/>
                  </a:lnTo>
                  <a:lnTo>
                    <a:pt x="1751852" y="809998"/>
                  </a:lnTo>
                  <a:lnTo>
                    <a:pt x="1752370" y="809782"/>
                  </a:lnTo>
                  <a:lnTo>
                    <a:pt x="1752714" y="809638"/>
                  </a:lnTo>
                  <a:lnTo>
                    <a:pt x="1753404" y="809350"/>
                  </a:lnTo>
                  <a:lnTo>
                    <a:pt x="1754956" y="808703"/>
                  </a:lnTo>
                  <a:lnTo>
                    <a:pt x="1755128" y="808631"/>
                  </a:lnTo>
                  <a:lnTo>
                    <a:pt x="1755990" y="808271"/>
                  </a:lnTo>
                  <a:lnTo>
                    <a:pt x="1757542" y="807624"/>
                  </a:lnTo>
                  <a:lnTo>
                    <a:pt x="1758404" y="807264"/>
                  </a:lnTo>
                  <a:lnTo>
                    <a:pt x="1760645" y="806329"/>
                  </a:lnTo>
                  <a:lnTo>
                    <a:pt x="1760818" y="806257"/>
                  </a:lnTo>
                  <a:lnTo>
                    <a:pt x="1762025" y="805754"/>
                  </a:lnTo>
                  <a:lnTo>
                    <a:pt x="1763059" y="805322"/>
                  </a:lnTo>
                  <a:lnTo>
                    <a:pt x="1763576" y="805106"/>
                  </a:lnTo>
                  <a:lnTo>
                    <a:pt x="1764266" y="804818"/>
                  </a:lnTo>
                  <a:lnTo>
                    <a:pt x="1764783" y="804603"/>
                  </a:lnTo>
                  <a:lnTo>
                    <a:pt x="1766507" y="803883"/>
                  </a:lnTo>
                  <a:lnTo>
                    <a:pt x="1767369" y="803524"/>
                  </a:lnTo>
                  <a:lnTo>
                    <a:pt x="1769611" y="802588"/>
                  </a:lnTo>
                  <a:lnTo>
                    <a:pt x="1770645" y="802157"/>
                  </a:lnTo>
                  <a:lnTo>
                    <a:pt x="1771335" y="801869"/>
                  </a:lnTo>
                  <a:lnTo>
                    <a:pt x="1771679" y="801725"/>
                  </a:lnTo>
                  <a:lnTo>
                    <a:pt x="1773576" y="800934"/>
                  </a:lnTo>
                  <a:lnTo>
                    <a:pt x="1789093" y="794460"/>
                  </a:lnTo>
                  <a:lnTo>
                    <a:pt x="1796679" y="791294"/>
                  </a:lnTo>
                  <a:lnTo>
                    <a:pt x="1896504" y="749644"/>
                  </a:lnTo>
                  <a:lnTo>
                    <a:pt x="1900125" y="748133"/>
                  </a:lnTo>
                  <a:lnTo>
                    <a:pt x="1900297" y="748061"/>
                  </a:lnTo>
                  <a:lnTo>
                    <a:pt x="1902711" y="747054"/>
                  </a:lnTo>
                  <a:lnTo>
                    <a:pt x="1904607" y="746263"/>
                  </a:lnTo>
                  <a:lnTo>
                    <a:pt x="1908400" y="744680"/>
                  </a:lnTo>
                  <a:lnTo>
                    <a:pt x="1909262" y="744320"/>
                  </a:lnTo>
                  <a:lnTo>
                    <a:pt x="1910814" y="743673"/>
                  </a:lnTo>
                  <a:lnTo>
                    <a:pt x="1914435" y="742162"/>
                  </a:lnTo>
                  <a:lnTo>
                    <a:pt x="1914952" y="741946"/>
                  </a:lnTo>
                  <a:lnTo>
                    <a:pt x="1915297" y="741803"/>
                  </a:lnTo>
                  <a:lnTo>
                    <a:pt x="1916848" y="741155"/>
                  </a:lnTo>
                  <a:lnTo>
                    <a:pt x="1917193" y="741011"/>
                  </a:lnTo>
                  <a:lnTo>
                    <a:pt x="1917365" y="740939"/>
                  </a:lnTo>
                  <a:lnTo>
                    <a:pt x="1918055" y="740652"/>
                  </a:lnTo>
                  <a:lnTo>
                    <a:pt x="1918572" y="740436"/>
                  </a:lnTo>
                  <a:lnTo>
                    <a:pt x="1919434" y="740076"/>
                  </a:lnTo>
                  <a:lnTo>
                    <a:pt x="1919607" y="740004"/>
                  </a:lnTo>
                  <a:lnTo>
                    <a:pt x="1921503" y="739213"/>
                  </a:lnTo>
                  <a:lnTo>
                    <a:pt x="1922021" y="738997"/>
                  </a:lnTo>
                  <a:lnTo>
                    <a:pt x="1923227" y="738493"/>
                  </a:lnTo>
                  <a:lnTo>
                    <a:pt x="1924262" y="738062"/>
                  </a:lnTo>
                  <a:lnTo>
                    <a:pt x="1924779" y="737846"/>
                  </a:lnTo>
                  <a:lnTo>
                    <a:pt x="1925124" y="737702"/>
                  </a:lnTo>
                  <a:lnTo>
                    <a:pt x="1925814" y="737414"/>
                  </a:lnTo>
                  <a:lnTo>
                    <a:pt x="1927365" y="736767"/>
                  </a:lnTo>
                  <a:lnTo>
                    <a:pt x="1927538" y="736695"/>
                  </a:lnTo>
                  <a:lnTo>
                    <a:pt x="1928400" y="736335"/>
                  </a:lnTo>
                  <a:lnTo>
                    <a:pt x="1929951" y="735688"/>
                  </a:lnTo>
                  <a:lnTo>
                    <a:pt x="1930813" y="735328"/>
                  </a:lnTo>
                  <a:lnTo>
                    <a:pt x="1933055" y="734393"/>
                  </a:lnTo>
                  <a:lnTo>
                    <a:pt x="1933227" y="734321"/>
                  </a:lnTo>
                  <a:lnTo>
                    <a:pt x="1934434" y="733818"/>
                  </a:lnTo>
                  <a:lnTo>
                    <a:pt x="1935468" y="733386"/>
                  </a:lnTo>
                  <a:lnTo>
                    <a:pt x="1935986" y="733170"/>
                  </a:lnTo>
                  <a:lnTo>
                    <a:pt x="1936675" y="732882"/>
                  </a:lnTo>
                  <a:lnTo>
                    <a:pt x="1937193" y="732667"/>
                  </a:lnTo>
                  <a:lnTo>
                    <a:pt x="1938917" y="731947"/>
                  </a:lnTo>
                  <a:lnTo>
                    <a:pt x="1939779" y="731588"/>
                  </a:lnTo>
                  <a:lnTo>
                    <a:pt x="1942020" y="730652"/>
                  </a:lnTo>
                  <a:lnTo>
                    <a:pt x="1943054" y="730221"/>
                  </a:lnTo>
                  <a:lnTo>
                    <a:pt x="1943744" y="729933"/>
                  </a:lnTo>
                  <a:lnTo>
                    <a:pt x="1944089" y="729789"/>
                  </a:lnTo>
                  <a:lnTo>
                    <a:pt x="1945985" y="728998"/>
                  </a:lnTo>
                  <a:lnTo>
                    <a:pt x="1961502" y="722524"/>
                  </a:lnTo>
                  <a:lnTo>
                    <a:pt x="1969088" y="719359"/>
                  </a:lnTo>
                  <a:lnTo>
                    <a:pt x="2068913" y="677708"/>
                  </a:lnTo>
                  <a:lnTo>
                    <a:pt x="2072534" y="676197"/>
                  </a:lnTo>
                  <a:lnTo>
                    <a:pt x="2072706" y="676125"/>
                  </a:lnTo>
                  <a:lnTo>
                    <a:pt x="2075120" y="675118"/>
                  </a:lnTo>
                  <a:lnTo>
                    <a:pt x="2077017" y="674327"/>
                  </a:lnTo>
                  <a:lnTo>
                    <a:pt x="2080810" y="672744"/>
                  </a:lnTo>
                  <a:lnTo>
                    <a:pt x="2081672" y="672384"/>
                  </a:lnTo>
                  <a:lnTo>
                    <a:pt x="2083223" y="671737"/>
                  </a:lnTo>
                  <a:lnTo>
                    <a:pt x="2086844" y="670226"/>
                  </a:lnTo>
                  <a:lnTo>
                    <a:pt x="2087361" y="670010"/>
                  </a:lnTo>
                  <a:lnTo>
                    <a:pt x="2087706" y="669867"/>
                  </a:lnTo>
                  <a:lnTo>
                    <a:pt x="2089258" y="669219"/>
                  </a:lnTo>
                  <a:lnTo>
                    <a:pt x="2089603" y="669075"/>
                  </a:lnTo>
                  <a:lnTo>
                    <a:pt x="2089775" y="669003"/>
                  </a:lnTo>
                  <a:lnTo>
                    <a:pt x="2090465" y="668716"/>
                  </a:lnTo>
                  <a:lnTo>
                    <a:pt x="2090982" y="668500"/>
                  </a:lnTo>
                  <a:lnTo>
                    <a:pt x="2091844" y="668140"/>
                  </a:lnTo>
                  <a:lnTo>
                    <a:pt x="2092016" y="668068"/>
                  </a:lnTo>
                  <a:lnTo>
                    <a:pt x="2093913" y="667277"/>
                  </a:lnTo>
                  <a:lnTo>
                    <a:pt x="2094430" y="667061"/>
                  </a:lnTo>
                  <a:lnTo>
                    <a:pt x="2095637" y="666558"/>
                  </a:lnTo>
                  <a:lnTo>
                    <a:pt x="2096671" y="666126"/>
                  </a:lnTo>
                  <a:lnTo>
                    <a:pt x="2097189" y="665910"/>
                  </a:lnTo>
                  <a:lnTo>
                    <a:pt x="2097533" y="665766"/>
                  </a:lnTo>
                  <a:lnTo>
                    <a:pt x="2098223" y="665479"/>
                  </a:lnTo>
                  <a:lnTo>
                    <a:pt x="2099775" y="664831"/>
                  </a:lnTo>
                  <a:lnTo>
                    <a:pt x="2099947" y="664759"/>
                  </a:lnTo>
                  <a:lnTo>
                    <a:pt x="2100809" y="664399"/>
                  </a:lnTo>
                  <a:lnTo>
                    <a:pt x="2102361" y="663752"/>
                  </a:lnTo>
                  <a:lnTo>
                    <a:pt x="2103223" y="663392"/>
                  </a:lnTo>
                  <a:lnTo>
                    <a:pt x="2105464" y="662457"/>
                  </a:lnTo>
                  <a:lnTo>
                    <a:pt x="2105637" y="662385"/>
                  </a:lnTo>
                  <a:lnTo>
                    <a:pt x="2106844" y="661882"/>
                  </a:lnTo>
                  <a:lnTo>
                    <a:pt x="2107878" y="661450"/>
                  </a:lnTo>
                  <a:lnTo>
                    <a:pt x="2108395" y="661234"/>
                  </a:lnTo>
                  <a:lnTo>
                    <a:pt x="2109085" y="660947"/>
                  </a:lnTo>
                  <a:lnTo>
                    <a:pt x="2109602" y="660731"/>
                  </a:lnTo>
                  <a:lnTo>
                    <a:pt x="2111326" y="660011"/>
                  </a:lnTo>
                  <a:lnTo>
                    <a:pt x="2112188" y="659652"/>
                  </a:lnTo>
                  <a:lnTo>
                    <a:pt x="2114430" y="658717"/>
                  </a:lnTo>
                  <a:lnTo>
                    <a:pt x="2115464" y="658285"/>
                  </a:lnTo>
                  <a:lnTo>
                    <a:pt x="2116154" y="657997"/>
                  </a:lnTo>
                  <a:lnTo>
                    <a:pt x="2116498" y="657853"/>
                  </a:lnTo>
                  <a:lnTo>
                    <a:pt x="2118395" y="657062"/>
                  </a:lnTo>
                  <a:lnTo>
                    <a:pt x="2133912" y="650588"/>
                  </a:lnTo>
                  <a:lnTo>
                    <a:pt x="2141498" y="647423"/>
                  </a:lnTo>
                  <a:lnTo>
                    <a:pt x="2241323" y="605772"/>
                  </a:lnTo>
                  <a:lnTo>
                    <a:pt x="2244944" y="604261"/>
                  </a:lnTo>
                  <a:lnTo>
                    <a:pt x="2245116" y="604189"/>
                  </a:lnTo>
                  <a:lnTo>
                    <a:pt x="2247530" y="603182"/>
                  </a:lnTo>
                  <a:lnTo>
                    <a:pt x="2249426" y="602391"/>
                  </a:lnTo>
                  <a:lnTo>
                    <a:pt x="2253219" y="600808"/>
                  </a:lnTo>
                  <a:lnTo>
                    <a:pt x="2254081" y="600448"/>
                  </a:lnTo>
                  <a:lnTo>
                    <a:pt x="2255633" y="599801"/>
                  </a:lnTo>
                  <a:lnTo>
                    <a:pt x="2259254" y="598290"/>
                  </a:lnTo>
                  <a:lnTo>
                    <a:pt x="2259771" y="598075"/>
                  </a:lnTo>
                  <a:lnTo>
                    <a:pt x="2260116" y="597931"/>
                  </a:lnTo>
                  <a:lnTo>
                    <a:pt x="2261667" y="597283"/>
                  </a:lnTo>
                  <a:lnTo>
                    <a:pt x="2262012" y="597139"/>
                  </a:lnTo>
                  <a:lnTo>
                    <a:pt x="2262184" y="597067"/>
                  </a:lnTo>
                  <a:lnTo>
                    <a:pt x="2262874" y="596780"/>
                  </a:lnTo>
                  <a:lnTo>
                    <a:pt x="2263391" y="596564"/>
                  </a:lnTo>
                  <a:lnTo>
                    <a:pt x="2264253" y="596204"/>
                  </a:lnTo>
                  <a:lnTo>
                    <a:pt x="2264426" y="596132"/>
                  </a:lnTo>
                  <a:lnTo>
                    <a:pt x="2266322" y="595341"/>
                  </a:lnTo>
                  <a:lnTo>
                    <a:pt x="2266840" y="595125"/>
                  </a:lnTo>
                  <a:lnTo>
                    <a:pt x="2268046" y="594622"/>
                  </a:lnTo>
                  <a:lnTo>
                    <a:pt x="2269081" y="594190"/>
                  </a:lnTo>
                  <a:lnTo>
                    <a:pt x="2269598" y="593974"/>
                  </a:lnTo>
                  <a:lnTo>
                    <a:pt x="2269943" y="593830"/>
                  </a:lnTo>
                  <a:lnTo>
                    <a:pt x="2270633" y="593543"/>
                  </a:lnTo>
                  <a:lnTo>
                    <a:pt x="2272184" y="592895"/>
                  </a:lnTo>
                  <a:lnTo>
                    <a:pt x="2272357" y="592823"/>
                  </a:lnTo>
                  <a:lnTo>
                    <a:pt x="2273219" y="592464"/>
                  </a:lnTo>
                  <a:lnTo>
                    <a:pt x="2274770" y="591816"/>
                  </a:lnTo>
                  <a:lnTo>
                    <a:pt x="2275632" y="591456"/>
                  </a:lnTo>
                  <a:lnTo>
                    <a:pt x="2277874" y="590521"/>
                  </a:lnTo>
                  <a:lnTo>
                    <a:pt x="2278046" y="590449"/>
                  </a:lnTo>
                  <a:lnTo>
                    <a:pt x="2279253" y="589946"/>
                  </a:lnTo>
                  <a:lnTo>
                    <a:pt x="2280287" y="589514"/>
                  </a:lnTo>
                  <a:lnTo>
                    <a:pt x="2280805" y="589298"/>
                  </a:lnTo>
                  <a:lnTo>
                    <a:pt x="2281494" y="589011"/>
                  </a:lnTo>
                  <a:lnTo>
                    <a:pt x="2282012" y="588795"/>
                  </a:lnTo>
                  <a:lnTo>
                    <a:pt x="2283736" y="588076"/>
                  </a:lnTo>
                  <a:lnTo>
                    <a:pt x="2284598" y="587716"/>
                  </a:lnTo>
                  <a:lnTo>
                    <a:pt x="2286839" y="586781"/>
                  </a:lnTo>
                  <a:lnTo>
                    <a:pt x="2287873" y="586349"/>
                  </a:lnTo>
                  <a:lnTo>
                    <a:pt x="2288563" y="586061"/>
                  </a:lnTo>
                  <a:lnTo>
                    <a:pt x="2288908" y="585917"/>
                  </a:lnTo>
                  <a:lnTo>
                    <a:pt x="2290804" y="585126"/>
                  </a:lnTo>
                  <a:lnTo>
                    <a:pt x="2306321" y="578652"/>
                  </a:lnTo>
                  <a:lnTo>
                    <a:pt x="2313907" y="575487"/>
                  </a:lnTo>
                  <a:lnTo>
                    <a:pt x="2413732" y="533836"/>
                  </a:lnTo>
                  <a:lnTo>
                    <a:pt x="2417353" y="532325"/>
                  </a:lnTo>
                  <a:lnTo>
                    <a:pt x="2417525" y="532253"/>
                  </a:lnTo>
                  <a:lnTo>
                    <a:pt x="2419939" y="531246"/>
                  </a:lnTo>
                  <a:lnTo>
                    <a:pt x="2421836" y="530455"/>
                  </a:lnTo>
                  <a:lnTo>
                    <a:pt x="2425629" y="528872"/>
                  </a:lnTo>
                  <a:lnTo>
                    <a:pt x="2426491" y="528513"/>
                  </a:lnTo>
                  <a:lnTo>
                    <a:pt x="2428042" y="527865"/>
                  </a:lnTo>
                  <a:lnTo>
                    <a:pt x="2431663" y="526354"/>
                  </a:lnTo>
                  <a:lnTo>
                    <a:pt x="2432180" y="526139"/>
                  </a:lnTo>
                  <a:lnTo>
                    <a:pt x="2432525" y="525995"/>
                  </a:lnTo>
                  <a:lnTo>
                    <a:pt x="2434077" y="525347"/>
                  </a:lnTo>
                  <a:lnTo>
                    <a:pt x="2434422" y="525204"/>
                  </a:lnTo>
                  <a:lnTo>
                    <a:pt x="2434594" y="525132"/>
                  </a:lnTo>
                  <a:lnTo>
                    <a:pt x="2435284" y="524844"/>
                  </a:lnTo>
                  <a:lnTo>
                    <a:pt x="2435801" y="524628"/>
                  </a:lnTo>
                  <a:lnTo>
                    <a:pt x="2436663" y="524268"/>
                  </a:lnTo>
                  <a:lnTo>
                    <a:pt x="2436835" y="524196"/>
                  </a:lnTo>
                  <a:lnTo>
                    <a:pt x="2438732" y="523405"/>
                  </a:lnTo>
                  <a:lnTo>
                    <a:pt x="2439249" y="523189"/>
                  </a:lnTo>
                  <a:lnTo>
                    <a:pt x="2440456" y="522686"/>
                  </a:lnTo>
                  <a:lnTo>
                    <a:pt x="2441490" y="522254"/>
                  </a:lnTo>
                  <a:lnTo>
                    <a:pt x="2442008" y="522038"/>
                  </a:lnTo>
                  <a:lnTo>
                    <a:pt x="2442352" y="521894"/>
                  </a:lnTo>
                  <a:lnTo>
                    <a:pt x="2443042" y="521607"/>
                  </a:lnTo>
                  <a:lnTo>
                    <a:pt x="2444594" y="520959"/>
                  </a:lnTo>
                  <a:lnTo>
                    <a:pt x="2444766" y="520887"/>
                  </a:lnTo>
                  <a:lnTo>
                    <a:pt x="2445628" y="520528"/>
                  </a:lnTo>
                  <a:lnTo>
                    <a:pt x="2447180" y="519880"/>
                  </a:lnTo>
                  <a:lnTo>
                    <a:pt x="2448042" y="519521"/>
                  </a:lnTo>
                  <a:lnTo>
                    <a:pt x="2450283" y="518585"/>
                  </a:lnTo>
                  <a:lnTo>
                    <a:pt x="2450456" y="518513"/>
                  </a:lnTo>
                  <a:lnTo>
                    <a:pt x="2451662" y="518010"/>
                  </a:lnTo>
                  <a:lnTo>
                    <a:pt x="2452697" y="517578"/>
                  </a:lnTo>
                  <a:lnTo>
                    <a:pt x="2453214" y="517363"/>
                  </a:lnTo>
                  <a:lnTo>
                    <a:pt x="2453904" y="517075"/>
                  </a:lnTo>
                  <a:lnTo>
                    <a:pt x="2454421" y="516859"/>
                  </a:lnTo>
                  <a:lnTo>
                    <a:pt x="2456145" y="516140"/>
                  </a:lnTo>
                  <a:lnTo>
                    <a:pt x="2457007" y="515780"/>
                  </a:lnTo>
                  <a:lnTo>
                    <a:pt x="2459249" y="514845"/>
                  </a:lnTo>
                  <a:lnTo>
                    <a:pt x="2460283" y="514413"/>
                  </a:lnTo>
                  <a:lnTo>
                    <a:pt x="2460973" y="514125"/>
                  </a:lnTo>
                  <a:lnTo>
                    <a:pt x="2461317" y="513982"/>
                  </a:lnTo>
                  <a:lnTo>
                    <a:pt x="2463214" y="513190"/>
                  </a:lnTo>
                  <a:lnTo>
                    <a:pt x="2478731" y="506716"/>
                  </a:lnTo>
                  <a:lnTo>
                    <a:pt x="2486317" y="503551"/>
                  </a:lnTo>
                  <a:lnTo>
                    <a:pt x="2586142" y="461900"/>
                  </a:lnTo>
                  <a:lnTo>
                    <a:pt x="2589763" y="460389"/>
                  </a:lnTo>
                  <a:lnTo>
                    <a:pt x="2589935" y="460317"/>
                  </a:lnTo>
                  <a:lnTo>
                    <a:pt x="2592349" y="459310"/>
                  </a:lnTo>
                  <a:lnTo>
                    <a:pt x="2594245" y="458519"/>
                  </a:lnTo>
                  <a:lnTo>
                    <a:pt x="2598038" y="456936"/>
                  </a:lnTo>
                  <a:lnTo>
                    <a:pt x="2598900" y="456577"/>
                  </a:lnTo>
                  <a:lnTo>
                    <a:pt x="2600452" y="455929"/>
                  </a:lnTo>
                  <a:lnTo>
                    <a:pt x="2604072" y="454419"/>
                  </a:lnTo>
                  <a:lnTo>
                    <a:pt x="2604590" y="454203"/>
                  </a:lnTo>
                  <a:lnTo>
                    <a:pt x="2604935" y="454059"/>
                  </a:lnTo>
                  <a:lnTo>
                    <a:pt x="2606486" y="453411"/>
                  </a:lnTo>
                  <a:lnTo>
                    <a:pt x="2606831" y="453268"/>
                  </a:lnTo>
                  <a:lnTo>
                    <a:pt x="2607003" y="453196"/>
                  </a:lnTo>
                  <a:lnTo>
                    <a:pt x="2607693" y="452908"/>
                  </a:lnTo>
                  <a:lnTo>
                    <a:pt x="2608210" y="452692"/>
                  </a:lnTo>
                  <a:lnTo>
                    <a:pt x="2609072" y="452332"/>
                  </a:lnTo>
                  <a:lnTo>
                    <a:pt x="2609245" y="452261"/>
                  </a:lnTo>
                  <a:lnTo>
                    <a:pt x="2611141" y="451469"/>
                  </a:lnTo>
                  <a:lnTo>
                    <a:pt x="2611659" y="451253"/>
                  </a:lnTo>
                  <a:lnTo>
                    <a:pt x="2612865" y="450750"/>
                  </a:lnTo>
                  <a:lnTo>
                    <a:pt x="2613900" y="450318"/>
                  </a:lnTo>
                  <a:lnTo>
                    <a:pt x="2614417" y="450102"/>
                  </a:lnTo>
                  <a:lnTo>
                    <a:pt x="2614762" y="449959"/>
                  </a:lnTo>
                  <a:lnTo>
                    <a:pt x="2615452" y="449671"/>
                  </a:lnTo>
                  <a:lnTo>
                    <a:pt x="2617003" y="449023"/>
                  </a:lnTo>
                  <a:lnTo>
                    <a:pt x="2617176" y="448951"/>
                  </a:lnTo>
                  <a:lnTo>
                    <a:pt x="2618038" y="448592"/>
                  </a:lnTo>
                  <a:lnTo>
                    <a:pt x="2619589" y="447944"/>
                  </a:lnTo>
                  <a:lnTo>
                    <a:pt x="2620451" y="447585"/>
                  </a:lnTo>
                  <a:lnTo>
                    <a:pt x="2622693" y="446650"/>
                  </a:lnTo>
                  <a:lnTo>
                    <a:pt x="2622865" y="446578"/>
                  </a:lnTo>
                  <a:lnTo>
                    <a:pt x="2624072" y="446074"/>
                  </a:lnTo>
                  <a:lnTo>
                    <a:pt x="2625106" y="445642"/>
                  </a:lnTo>
                  <a:lnTo>
                    <a:pt x="2625624" y="445427"/>
                  </a:lnTo>
                  <a:lnTo>
                    <a:pt x="2626313" y="445139"/>
                  </a:lnTo>
                  <a:lnTo>
                    <a:pt x="2626831" y="444923"/>
                  </a:lnTo>
                  <a:lnTo>
                    <a:pt x="2628555" y="444204"/>
                  </a:lnTo>
                  <a:lnTo>
                    <a:pt x="2629417" y="443844"/>
                  </a:lnTo>
                  <a:lnTo>
                    <a:pt x="2631658" y="442909"/>
                  </a:lnTo>
                  <a:lnTo>
                    <a:pt x="2632692" y="442477"/>
                  </a:lnTo>
                  <a:lnTo>
                    <a:pt x="2633382" y="442189"/>
                  </a:lnTo>
                  <a:lnTo>
                    <a:pt x="2633727" y="442046"/>
                  </a:lnTo>
                  <a:lnTo>
                    <a:pt x="2635623" y="441254"/>
                  </a:lnTo>
                  <a:lnTo>
                    <a:pt x="2651140" y="434780"/>
                  </a:lnTo>
                  <a:lnTo>
                    <a:pt x="2658726" y="431615"/>
                  </a:lnTo>
                  <a:lnTo>
                    <a:pt x="2758551" y="389964"/>
                  </a:lnTo>
                  <a:lnTo>
                    <a:pt x="2762172" y="388453"/>
                  </a:lnTo>
                  <a:lnTo>
                    <a:pt x="2762344" y="388381"/>
                  </a:lnTo>
                  <a:lnTo>
                    <a:pt x="2764758" y="387374"/>
                  </a:lnTo>
                  <a:lnTo>
                    <a:pt x="2766655" y="386583"/>
                  </a:lnTo>
                  <a:lnTo>
                    <a:pt x="2770448" y="385000"/>
                  </a:lnTo>
                  <a:lnTo>
                    <a:pt x="2771310" y="384641"/>
                  </a:lnTo>
                  <a:lnTo>
                    <a:pt x="2772861" y="383993"/>
                  </a:lnTo>
                  <a:lnTo>
                    <a:pt x="2776482" y="382483"/>
                  </a:lnTo>
                  <a:lnTo>
                    <a:pt x="2776999" y="382267"/>
                  </a:lnTo>
                  <a:lnTo>
                    <a:pt x="2777344" y="382123"/>
                  </a:lnTo>
                  <a:lnTo>
                    <a:pt x="2778896" y="381476"/>
                  </a:lnTo>
                  <a:lnTo>
                    <a:pt x="2779241" y="381332"/>
                  </a:lnTo>
                  <a:lnTo>
                    <a:pt x="2779413" y="381260"/>
                  </a:lnTo>
                  <a:lnTo>
                    <a:pt x="2780103" y="380972"/>
                  </a:lnTo>
                  <a:lnTo>
                    <a:pt x="2780620" y="380756"/>
                  </a:lnTo>
                  <a:lnTo>
                    <a:pt x="2781482" y="380397"/>
                  </a:lnTo>
                  <a:lnTo>
                    <a:pt x="2781654" y="380325"/>
                  </a:lnTo>
                  <a:lnTo>
                    <a:pt x="2783551" y="379533"/>
                  </a:lnTo>
                  <a:lnTo>
                    <a:pt x="2784068" y="379318"/>
                  </a:lnTo>
                  <a:lnTo>
                    <a:pt x="2785275" y="378814"/>
                  </a:lnTo>
                  <a:lnTo>
                    <a:pt x="2786309" y="378382"/>
                  </a:lnTo>
                  <a:lnTo>
                    <a:pt x="2786827" y="378167"/>
                  </a:lnTo>
                  <a:lnTo>
                    <a:pt x="2787171" y="378023"/>
                  </a:lnTo>
                  <a:lnTo>
                    <a:pt x="2787861" y="377735"/>
                  </a:lnTo>
                  <a:lnTo>
                    <a:pt x="2789413" y="377087"/>
                  </a:lnTo>
                  <a:lnTo>
                    <a:pt x="2789585" y="377016"/>
                  </a:lnTo>
                  <a:lnTo>
                    <a:pt x="2790447" y="376656"/>
                  </a:lnTo>
                  <a:lnTo>
                    <a:pt x="2791999" y="376008"/>
                  </a:lnTo>
                  <a:lnTo>
                    <a:pt x="2792861" y="375649"/>
                  </a:lnTo>
                  <a:lnTo>
                    <a:pt x="2795102" y="374714"/>
                  </a:lnTo>
                  <a:lnTo>
                    <a:pt x="2795275" y="374642"/>
                  </a:lnTo>
                  <a:lnTo>
                    <a:pt x="2796481" y="374138"/>
                  </a:lnTo>
                  <a:lnTo>
                    <a:pt x="2797516" y="373707"/>
                  </a:lnTo>
                  <a:lnTo>
                    <a:pt x="2798033" y="373491"/>
                  </a:lnTo>
                  <a:lnTo>
                    <a:pt x="2798723" y="373203"/>
                  </a:lnTo>
                  <a:lnTo>
                    <a:pt x="2799240" y="372987"/>
                  </a:lnTo>
                  <a:lnTo>
                    <a:pt x="2800964" y="372268"/>
                  </a:lnTo>
                  <a:lnTo>
                    <a:pt x="2801826" y="371908"/>
                  </a:lnTo>
                  <a:lnTo>
                    <a:pt x="2804068" y="370973"/>
                  </a:lnTo>
                  <a:lnTo>
                    <a:pt x="2805102" y="370541"/>
                  </a:lnTo>
                  <a:lnTo>
                    <a:pt x="2805792" y="370254"/>
                  </a:lnTo>
                  <a:lnTo>
                    <a:pt x="2806136" y="370110"/>
                  </a:lnTo>
                  <a:lnTo>
                    <a:pt x="2808033" y="369318"/>
                  </a:lnTo>
                  <a:lnTo>
                    <a:pt x="2823550" y="362844"/>
                  </a:lnTo>
                  <a:lnTo>
                    <a:pt x="2831136" y="359679"/>
                  </a:lnTo>
                  <a:lnTo>
                    <a:pt x="2930961" y="318028"/>
                  </a:lnTo>
                  <a:lnTo>
                    <a:pt x="2934581" y="316517"/>
                  </a:lnTo>
                  <a:lnTo>
                    <a:pt x="2934754" y="316446"/>
                  </a:lnTo>
                  <a:lnTo>
                    <a:pt x="2937168" y="315438"/>
                  </a:lnTo>
                  <a:lnTo>
                    <a:pt x="2939064" y="314647"/>
                  </a:lnTo>
                  <a:lnTo>
                    <a:pt x="2942857" y="313065"/>
                  </a:lnTo>
                  <a:lnTo>
                    <a:pt x="2943719" y="312705"/>
                  </a:lnTo>
                  <a:lnTo>
                    <a:pt x="2945271" y="312057"/>
                  </a:lnTo>
                  <a:lnTo>
                    <a:pt x="2948891" y="310547"/>
                  </a:lnTo>
                  <a:lnTo>
                    <a:pt x="2949409" y="310331"/>
                  </a:lnTo>
                  <a:lnTo>
                    <a:pt x="2949754" y="310187"/>
                  </a:lnTo>
                  <a:lnTo>
                    <a:pt x="2951305" y="309540"/>
                  </a:lnTo>
                  <a:lnTo>
                    <a:pt x="2951650" y="309396"/>
                  </a:lnTo>
                  <a:lnTo>
                    <a:pt x="2951822" y="309324"/>
                  </a:lnTo>
                  <a:lnTo>
                    <a:pt x="2952512" y="309036"/>
                  </a:lnTo>
                  <a:lnTo>
                    <a:pt x="2953029" y="308820"/>
                  </a:lnTo>
                  <a:lnTo>
                    <a:pt x="2953891" y="308461"/>
                  </a:lnTo>
                  <a:lnTo>
                    <a:pt x="2954064" y="308389"/>
                  </a:lnTo>
                  <a:lnTo>
                    <a:pt x="2955960" y="307597"/>
                  </a:lnTo>
                  <a:lnTo>
                    <a:pt x="2956477" y="307382"/>
                  </a:lnTo>
                  <a:lnTo>
                    <a:pt x="2957684" y="306878"/>
                  </a:lnTo>
                  <a:lnTo>
                    <a:pt x="2958719" y="306446"/>
                  </a:lnTo>
                  <a:lnTo>
                    <a:pt x="2959236" y="306231"/>
                  </a:lnTo>
                  <a:lnTo>
                    <a:pt x="2959581" y="306087"/>
                  </a:lnTo>
                  <a:lnTo>
                    <a:pt x="2960271" y="305799"/>
                  </a:lnTo>
                  <a:lnTo>
                    <a:pt x="2961822" y="305152"/>
                  </a:lnTo>
                  <a:lnTo>
                    <a:pt x="2961995" y="305080"/>
                  </a:lnTo>
                  <a:lnTo>
                    <a:pt x="2962857" y="304720"/>
                  </a:lnTo>
                  <a:lnTo>
                    <a:pt x="2964408" y="304073"/>
                  </a:lnTo>
                  <a:lnTo>
                    <a:pt x="2965270" y="303713"/>
                  </a:lnTo>
                  <a:lnTo>
                    <a:pt x="2967512" y="302778"/>
                  </a:lnTo>
                  <a:lnTo>
                    <a:pt x="2967684" y="302706"/>
                  </a:lnTo>
                  <a:lnTo>
                    <a:pt x="2968891" y="302202"/>
                  </a:lnTo>
                  <a:lnTo>
                    <a:pt x="2969925" y="301771"/>
                  </a:lnTo>
                  <a:lnTo>
                    <a:pt x="2970443" y="301555"/>
                  </a:lnTo>
                  <a:lnTo>
                    <a:pt x="2971132" y="301267"/>
                  </a:lnTo>
                  <a:lnTo>
                    <a:pt x="2971650" y="301051"/>
                  </a:lnTo>
                  <a:lnTo>
                    <a:pt x="2973374" y="300332"/>
                  </a:lnTo>
                  <a:lnTo>
                    <a:pt x="2974236" y="299972"/>
                  </a:lnTo>
                  <a:lnTo>
                    <a:pt x="2976477" y="299037"/>
                  </a:lnTo>
                  <a:lnTo>
                    <a:pt x="2977511" y="298605"/>
                  </a:lnTo>
                  <a:lnTo>
                    <a:pt x="2978201" y="298318"/>
                  </a:lnTo>
                  <a:lnTo>
                    <a:pt x="2978546" y="298174"/>
                  </a:lnTo>
                  <a:lnTo>
                    <a:pt x="2980442" y="297383"/>
                  </a:lnTo>
                  <a:lnTo>
                    <a:pt x="2995959" y="290908"/>
                  </a:lnTo>
                  <a:lnTo>
                    <a:pt x="3003545" y="287743"/>
                  </a:lnTo>
                  <a:lnTo>
                    <a:pt x="3103370" y="246092"/>
                  </a:lnTo>
                  <a:lnTo>
                    <a:pt x="3106991" y="244582"/>
                  </a:lnTo>
                  <a:lnTo>
                    <a:pt x="3107163" y="244510"/>
                  </a:lnTo>
                  <a:lnTo>
                    <a:pt x="3109577" y="243503"/>
                  </a:lnTo>
                  <a:lnTo>
                    <a:pt x="3111474" y="242711"/>
                  </a:lnTo>
                  <a:lnTo>
                    <a:pt x="3115267" y="241129"/>
                  </a:lnTo>
                  <a:lnTo>
                    <a:pt x="3116129" y="240769"/>
                  </a:lnTo>
                  <a:lnTo>
                    <a:pt x="3117680" y="240122"/>
                  </a:lnTo>
                  <a:lnTo>
                    <a:pt x="3121301" y="238611"/>
                  </a:lnTo>
                  <a:lnTo>
                    <a:pt x="3121818" y="238395"/>
                  </a:lnTo>
                  <a:lnTo>
                    <a:pt x="3122163" y="238251"/>
                  </a:lnTo>
                  <a:lnTo>
                    <a:pt x="3123715" y="237604"/>
                  </a:lnTo>
                  <a:lnTo>
                    <a:pt x="3124060" y="237460"/>
                  </a:lnTo>
                  <a:lnTo>
                    <a:pt x="3124232" y="237388"/>
                  </a:lnTo>
                  <a:lnTo>
                    <a:pt x="3124922" y="237100"/>
                  </a:lnTo>
                  <a:lnTo>
                    <a:pt x="3125439" y="236884"/>
                  </a:lnTo>
                  <a:lnTo>
                    <a:pt x="3126301" y="236525"/>
                  </a:lnTo>
                  <a:lnTo>
                    <a:pt x="3126473" y="236453"/>
                  </a:lnTo>
                  <a:lnTo>
                    <a:pt x="3128370" y="235662"/>
                  </a:lnTo>
                  <a:lnTo>
                    <a:pt x="3128887" y="235446"/>
                  </a:lnTo>
                  <a:lnTo>
                    <a:pt x="3130094" y="234942"/>
                  </a:lnTo>
                  <a:lnTo>
                    <a:pt x="3131128" y="234511"/>
                  </a:lnTo>
                  <a:lnTo>
                    <a:pt x="3131646" y="234295"/>
                  </a:lnTo>
                  <a:lnTo>
                    <a:pt x="3131990" y="234151"/>
                  </a:lnTo>
                  <a:lnTo>
                    <a:pt x="3132680" y="233863"/>
                  </a:lnTo>
                  <a:lnTo>
                    <a:pt x="3134232" y="233216"/>
                  </a:lnTo>
                  <a:lnTo>
                    <a:pt x="3134404" y="233144"/>
                  </a:lnTo>
                  <a:lnTo>
                    <a:pt x="3135266" y="232784"/>
                  </a:lnTo>
                  <a:lnTo>
                    <a:pt x="3136818" y="232137"/>
                  </a:lnTo>
                  <a:lnTo>
                    <a:pt x="3137680" y="231777"/>
                  </a:lnTo>
                  <a:lnTo>
                    <a:pt x="3139921" y="230842"/>
                  </a:lnTo>
                  <a:lnTo>
                    <a:pt x="3140094" y="230770"/>
                  </a:lnTo>
                  <a:lnTo>
                    <a:pt x="3141300" y="230266"/>
                  </a:lnTo>
                  <a:lnTo>
                    <a:pt x="3142335" y="229835"/>
                  </a:lnTo>
                  <a:lnTo>
                    <a:pt x="3142852" y="229619"/>
                  </a:lnTo>
                  <a:lnTo>
                    <a:pt x="3143542" y="229331"/>
                  </a:lnTo>
                  <a:lnTo>
                    <a:pt x="3144059" y="229115"/>
                  </a:lnTo>
                  <a:lnTo>
                    <a:pt x="3145783" y="228396"/>
                  </a:lnTo>
                  <a:lnTo>
                    <a:pt x="3146645" y="228036"/>
                  </a:lnTo>
                  <a:lnTo>
                    <a:pt x="3148886" y="227101"/>
                  </a:lnTo>
                  <a:lnTo>
                    <a:pt x="3149921" y="226670"/>
                  </a:lnTo>
                  <a:lnTo>
                    <a:pt x="3150611" y="226382"/>
                  </a:lnTo>
                  <a:lnTo>
                    <a:pt x="3150955" y="226238"/>
                  </a:lnTo>
                  <a:lnTo>
                    <a:pt x="3152852" y="225447"/>
                  </a:lnTo>
                  <a:lnTo>
                    <a:pt x="3168369" y="218972"/>
                  </a:lnTo>
                  <a:lnTo>
                    <a:pt x="3175955" y="215807"/>
                  </a:lnTo>
                  <a:lnTo>
                    <a:pt x="3275780" y="174156"/>
                  </a:lnTo>
                  <a:lnTo>
                    <a:pt x="3279400" y="172646"/>
                  </a:lnTo>
                  <a:lnTo>
                    <a:pt x="3279573" y="172574"/>
                  </a:lnTo>
                  <a:lnTo>
                    <a:pt x="3281987" y="171567"/>
                  </a:lnTo>
                  <a:lnTo>
                    <a:pt x="3283883" y="170775"/>
                  </a:lnTo>
                  <a:lnTo>
                    <a:pt x="3287676" y="169193"/>
                  </a:lnTo>
                  <a:lnTo>
                    <a:pt x="3288538" y="168833"/>
                  </a:lnTo>
                  <a:lnTo>
                    <a:pt x="3290090" y="168186"/>
                  </a:lnTo>
                  <a:lnTo>
                    <a:pt x="3293710" y="166675"/>
                  </a:lnTo>
                  <a:lnTo>
                    <a:pt x="3294228" y="166459"/>
                  </a:lnTo>
                  <a:lnTo>
                    <a:pt x="3294573" y="166315"/>
                  </a:lnTo>
                  <a:lnTo>
                    <a:pt x="3296124" y="165668"/>
                  </a:lnTo>
                  <a:lnTo>
                    <a:pt x="3296469" y="165524"/>
                  </a:lnTo>
                  <a:lnTo>
                    <a:pt x="3296641" y="165452"/>
                  </a:lnTo>
                  <a:lnTo>
                    <a:pt x="3297331" y="165164"/>
                  </a:lnTo>
                  <a:lnTo>
                    <a:pt x="3297848" y="164949"/>
                  </a:lnTo>
                  <a:lnTo>
                    <a:pt x="3298710" y="164589"/>
                  </a:lnTo>
                  <a:lnTo>
                    <a:pt x="3298883" y="164517"/>
                  </a:lnTo>
                  <a:lnTo>
                    <a:pt x="3300779" y="163726"/>
                  </a:lnTo>
                  <a:lnTo>
                    <a:pt x="3301296" y="163510"/>
                  </a:lnTo>
                  <a:lnTo>
                    <a:pt x="3302503" y="163006"/>
                  </a:lnTo>
                  <a:lnTo>
                    <a:pt x="3303538" y="162575"/>
                  </a:lnTo>
                  <a:lnTo>
                    <a:pt x="3304055" y="162359"/>
                  </a:lnTo>
                  <a:lnTo>
                    <a:pt x="3304400" y="162215"/>
                  </a:lnTo>
                  <a:lnTo>
                    <a:pt x="3305089" y="161927"/>
                  </a:lnTo>
                  <a:lnTo>
                    <a:pt x="3306641" y="161280"/>
                  </a:lnTo>
                  <a:lnTo>
                    <a:pt x="3306814" y="161208"/>
                  </a:lnTo>
                  <a:lnTo>
                    <a:pt x="3307676" y="160848"/>
                  </a:lnTo>
                  <a:lnTo>
                    <a:pt x="3309227" y="160201"/>
                  </a:lnTo>
                  <a:lnTo>
                    <a:pt x="3310089" y="159841"/>
                  </a:lnTo>
                  <a:lnTo>
                    <a:pt x="3312331" y="158906"/>
                  </a:lnTo>
                  <a:lnTo>
                    <a:pt x="3312503" y="158834"/>
                  </a:lnTo>
                  <a:lnTo>
                    <a:pt x="3313710" y="158330"/>
                  </a:lnTo>
                  <a:lnTo>
                    <a:pt x="3314744" y="157899"/>
                  </a:lnTo>
                  <a:lnTo>
                    <a:pt x="3315262" y="157683"/>
                  </a:lnTo>
                  <a:lnTo>
                    <a:pt x="3315951" y="157395"/>
                  </a:lnTo>
                  <a:lnTo>
                    <a:pt x="3316469" y="157179"/>
                  </a:lnTo>
                  <a:lnTo>
                    <a:pt x="3318193" y="156460"/>
                  </a:lnTo>
                  <a:lnTo>
                    <a:pt x="3319055" y="156100"/>
                  </a:lnTo>
                  <a:lnTo>
                    <a:pt x="3321296" y="155165"/>
                  </a:lnTo>
                  <a:lnTo>
                    <a:pt x="3322330" y="154734"/>
                  </a:lnTo>
                  <a:lnTo>
                    <a:pt x="3323020" y="154446"/>
                  </a:lnTo>
                  <a:lnTo>
                    <a:pt x="3323365" y="154302"/>
                  </a:lnTo>
                  <a:lnTo>
                    <a:pt x="3325261" y="153511"/>
                  </a:lnTo>
                  <a:lnTo>
                    <a:pt x="3340778" y="147036"/>
                  </a:lnTo>
                  <a:lnTo>
                    <a:pt x="3348364" y="143871"/>
                  </a:lnTo>
                  <a:lnTo>
                    <a:pt x="3448189" y="102220"/>
                  </a:lnTo>
                  <a:lnTo>
                    <a:pt x="3451810" y="100710"/>
                  </a:lnTo>
                  <a:lnTo>
                    <a:pt x="3451982" y="100638"/>
                  </a:lnTo>
                  <a:lnTo>
                    <a:pt x="3454396" y="99631"/>
                  </a:lnTo>
                  <a:lnTo>
                    <a:pt x="3456293" y="98839"/>
                  </a:lnTo>
                  <a:lnTo>
                    <a:pt x="3460086" y="97257"/>
                  </a:lnTo>
                  <a:lnTo>
                    <a:pt x="3460948" y="96897"/>
                  </a:lnTo>
                  <a:lnTo>
                    <a:pt x="3462499" y="96250"/>
                  </a:lnTo>
                  <a:lnTo>
                    <a:pt x="3466120" y="94739"/>
                  </a:lnTo>
                  <a:lnTo>
                    <a:pt x="3466637" y="94523"/>
                  </a:lnTo>
                  <a:lnTo>
                    <a:pt x="3466982" y="94379"/>
                  </a:lnTo>
                  <a:lnTo>
                    <a:pt x="3468534" y="93732"/>
                  </a:lnTo>
                  <a:lnTo>
                    <a:pt x="3468879" y="93588"/>
                  </a:lnTo>
                  <a:lnTo>
                    <a:pt x="3469051" y="93516"/>
                  </a:lnTo>
                  <a:lnTo>
                    <a:pt x="3469741" y="93228"/>
                  </a:lnTo>
                  <a:lnTo>
                    <a:pt x="3470258" y="93013"/>
                  </a:lnTo>
                  <a:lnTo>
                    <a:pt x="3471120" y="92653"/>
                  </a:lnTo>
                  <a:lnTo>
                    <a:pt x="3471292" y="92581"/>
                  </a:lnTo>
                  <a:lnTo>
                    <a:pt x="3473189" y="91790"/>
                  </a:lnTo>
                  <a:lnTo>
                    <a:pt x="3473706" y="91574"/>
                  </a:lnTo>
                  <a:lnTo>
                    <a:pt x="3474913" y="91070"/>
                  </a:lnTo>
                  <a:lnTo>
                    <a:pt x="3475947" y="90639"/>
                  </a:lnTo>
                  <a:lnTo>
                    <a:pt x="3476465" y="90423"/>
                  </a:lnTo>
                  <a:lnTo>
                    <a:pt x="3476809" y="90279"/>
                  </a:lnTo>
                  <a:lnTo>
                    <a:pt x="3477499" y="89991"/>
                  </a:lnTo>
                  <a:lnTo>
                    <a:pt x="3479051" y="89344"/>
                  </a:lnTo>
                  <a:lnTo>
                    <a:pt x="3479223" y="89272"/>
                  </a:lnTo>
                  <a:lnTo>
                    <a:pt x="3480085" y="88912"/>
                  </a:lnTo>
                  <a:lnTo>
                    <a:pt x="3481637" y="88265"/>
                  </a:lnTo>
                  <a:lnTo>
                    <a:pt x="3482499" y="87905"/>
                  </a:lnTo>
                  <a:lnTo>
                    <a:pt x="3484740" y="86970"/>
                  </a:lnTo>
                  <a:lnTo>
                    <a:pt x="3484913" y="86898"/>
                  </a:lnTo>
                  <a:lnTo>
                    <a:pt x="3486119" y="86395"/>
                  </a:lnTo>
                  <a:lnTo>
                    <a:pt x="3487154" y="85963"/>
                  </a:lnTo>
                  <a:lnTo>
                    <a:pt x="3487671" y="85747"/>
                  </a:lnTo>
                  <a:lnTo>
                    <a:pt x="3488361" y="85459"/>
                  </a:lnTo>
                  <a:lnTo>
                    <a:pt x="3488878" y="85244"/>
                  </a:lnTo>
                  <a:lnTo>
                    <a:pt x="3490602" y="84524"/>
                  </a:lnTo>
                  <a:lnTo>
                    <a:pt x="3491464" y="84165"/>
                  </a:lnTo>
                  <a:lnTo>
                    <a:pt x="3493705" y="83229"/>
                  </a:lnTo>
                  <a:lnTo>
                    <a:pt x="3494740" y="82798"/>
                  </a:lnTo>
                  <a:lnTo>
                    <a:pt x="3495430" y="82510"/>
                  </a:lnTo>
                  <a:lnTo>
                    <a:pt x="3495774" y="82366"/>
                  </a:lnTo>
                  <a:lnTo>
                    <a:pt x="3497671" y="81575"/>
                  </a:lnTo>
                  <a:lnTo>
                    <a:pt x="3513188" y="75101"/>
                  </a:lnTo>
                  <a:lnTo>
                    <a:pt x="3520774" y="71935"/>
                  </a:lnTo>
                  <a:lnTo>
                    <a:pt x="3620599" y="30285"/>
                  </a:lnTo>
                  <a:lnTo>
                    <a:pt x="3624219" y="28774"/>
                  </a:lnTo>
                  <a:lnTo>
                    <a:pt x="3624392" y="28702"/>
                  </a:lnTo>
                  <a:lnTo>
                    <a:pt x="3626806" y="27695"/>
                  </a:lnTo>
                  <a:lnTo>
                    <a:pt x="3628702" y="26904"/>
                  </a:lnTo>
                  <a:lnTo>
                    <a:pt x="3632495" y="25321"/>
                  </a:lnTo>
                  <a:lnTo>
                    <a:pt x="3633357" y="24961"/>
                  </a:lnTo>
                  <a:lnTo>
                    <a:pt x="3634909" y="24314"/>
                  </a:lnTo>
                  <a:lnTo>
                    <a:pt x="3638529" y="22803"/>
                  </a:lnTo>
                  <a:lnTo>
                    <a:pt x="3639047" y="22587"/>
                  </a:lnTo>
                  <a:lnTo>
                    <a:pt x="3639391" y="22444"/>
                  </a:lnTo>
                  <a:lnTo>
                    <a:pt x="3640943" y="21796"/>
                  </a:lnTo>
                  <a:lnTo>
                    <a:pt x="3641288" y="21652"/>
                  </a:lnTo>
                  <a:lnTo>
                    <a:pt x="3641460" y="21580"/>
                  </a:lnTo>
                  <a:lnTo>
                    <a:pt x="3642150" y="21293"/>
                  </a:lnTo>
                  <a:lnTo>
                    <a:pt x="3642667" y="21077"/>
                  </a:lnTo>
                  <a:lnTo>
                    <a:pt x="3643529" y="20717"/>
                  </a:lnTo>
                  <a:lnTo>
                    <a:pt x="3643702" y="20645"/>
                  </a:lnTo>
                  <a:lnTo>
                    <a:pt x="3645598" y="19854"/>
                  </a:lnTo>
                  <a:lnTo>
                    <a:pt x="3646115" y="19638"/>
                  </a:lnTo>
                  <a:lnTo>
                    <a:pt x="3647322" y="19134"/>
                  </a:lnTo>
                  <a:lnTo>
                    <a:pt x="3648357" y="18703"/>
                  </a:lnTo>
                  <a:lnTo>
                    <a:pt x="3648874" y="18487"/>
                  </a:lnTo>
                  <a:lnTo>
                    <a:pt x="3649219" y="18343"/>
                  </a:lnTo>
                  <a:lnTo>
                    <a:pt x="3649908" y="18055"/>
                  </a:lnTo>
                  <a:lnTo>
                    <a:pt x="3651460" y="17408"/>
                  </a:lnTo>
                  <a:lnTo>
                    <a:pt x="3651633" y="17336"/>
                  </a:lnTo>
                  <a:lnTo>
                    <a:pt x="3652495" y="16976"/>
                  </a:lnTo>
                  <a:lnTo>
                    <a:pt x="3654046" y="16329"/>
                  </a:lnTo>
                  <a:lnTo>
                    <a:pt x="3654908" y="15969"/>
                  </a:lnTo>
                  <a:lnTo>
                    <a:pt x="3657150" y="15034"/>
                  </a:lnTo>
                  <a:lnTo>
                    <a:pt x="3657322" y="14962"/>
                  </a:lnTo>
                  <a:lnTo>
                    <a:pt x="3658529" y="14459"/>
                  </a:lnTo>
                  <a:lnTo>
                    <a:pt x="3659563" y="14027"/>
                  </a:lnTo>
                  <a:lnTo>
                    <a:pt x="3660081" y="13811"/>
                  </a:lnTo>
                  <a:lnTo>
                    <a:pt x="3660770" y="13523"/>
                  </a:lnTo>
                  <a:lnTo>
                    <a:pt x="3661288" y="13308"/>
                  </a:lnTo>
                  <a:lnTo>
                    <a:pt x="3663012" y="12588"/>
                  </a:lnTo>
                  <a:lnTo>
                    <a:pt x="3663874" y="12229"/>
                  </a:lnTo>
                  <a:lnTo>
                    <a:pt x="3666115" y="11293"/>
                  </a:lnTo>
                  <a:lnTo>
                    <a:pt x="3667149" y="10862"/>
                  </a:lnTo>
                  <a:lnTo>
                    <a:pt x="3667839" y="10574"/>
                  </a:lnTo>
                  <a:lnTo>
                    <a:pt x="3668184" y="10430"/>
                  </a:lnTo>
                  <a:lnTo>
                    <a:pt x="3670080" y="9639"/>
                  </a:lnTo>
                  <a:lnTo>
                    <a:pt x="3685597" y="3165"/>
                  </a:lnTo>
                  <a:lnTo>
                    <a:pt x="3693183" y="0"/>
                  </a:lnTo>
                </a:path>
              </a:pathLst>
            </a:custGeom>
            <a:ln w="32521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" name="pl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" name="pl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" name="pl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" name="pl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" name="pl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" name="pl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" name="pl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" name="pl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" name="pl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" name="pl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" name="pl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" name="pl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" name="pl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" name="pl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" name="pl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" name="pl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" name="pl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" name="pl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" name="pl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" name="pl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" name="pl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" name="pl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" name="pl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" name="pl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" name="pl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" name="pl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" name="pl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" name="pl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" name="pl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" name="pl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" name="pl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" name="pl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" name="pl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" name="pl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" name="pl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" name="pl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" name="pl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" name="pl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" name="pl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" name="pl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" name="pl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" name="pl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" name="pl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" name="pl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" name="pl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" name="pl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" name="pl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" name="pl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" name="pl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" name="pl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" name="pl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" name="pl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" name="pl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" name="pl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" name="pl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" name="pl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" name="pl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" name="pl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" name="pl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" name="pl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" name="pl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" name="pl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" name="pl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" name="pl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" name="pl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" name="pl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" name="pl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" name="pl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" name="pl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" name="pl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" name="pl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" name="pl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" name="pl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" name="pl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" name="pl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" name="pl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" name="pl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" name="pl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" name="pl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" name="pl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" name="pl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" name="pl1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" name="pl1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" name="pl1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" name="pl1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" name="pl1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" name="pl1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" name="pl1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" name="pl1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" name="pl1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" name="pl1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" name="pl1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" name="pl1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" name="pl1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" name="pl1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" name="pl1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" name="pl1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" name="pl1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" name="pl1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" name="pl1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" name="pl1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" name="pl1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" name="pl1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" name="pl1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" name="pl1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" name="pl1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" name="pl1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" name="pl1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" name="pl1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" name="pl1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" name="pl1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" name="pl1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" name="pl1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" name="pl1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" name="pl1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" name="pl1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" name="pl1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" name="pl1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" name="pl1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" name="pl1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" name="pl1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" name="pl1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" name="pl1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" name="pl1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" name="pl1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" name="pl1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" name="pl1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" name="pl1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" name="pl1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" name="pl1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" name="pl1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" name="pl1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" name="pl1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" name="pl1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" name="pl1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" name="pl1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" name="pl1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" name="pl1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" name="pl1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" name="pl1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" name="pl1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" name="pl1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" name="pl1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" name="pl1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" name="pl1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" name="pl1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" name="pl1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" name="pl1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" name="pl1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" name="pl1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" name="pl1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" name="pl1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" name="pl1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" name="pl1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" name="pl1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" name="pl1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" name="pl1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" name="pl1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" name="pl1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" name="pl1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" name="pl1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" name="pl1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" name="pl1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" name="pl1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" name="pl1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" name="pl1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" name="pl1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" name="pl1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" name="pl1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" name="pl1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" name="pl1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" name="pl1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" name="pl1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" name="pl1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" name="pl1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" name="pl1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" name="pl1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" name="pl1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" name="pl1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" name="pl1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" name="pl1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" name="pl2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" name="pl2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" name="pl2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" name="pl2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" name="pl2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" name="pl2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" name="pl2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" name="pl2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" name="pl2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" name="pl2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" name="pl2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" name="pl2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" name="pl2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" name="pl2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" name="pl2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" name="pl2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" name="pl2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" name="pl2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" name="pl2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" name="pl2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" name="pl2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" name="pl2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" name="pl2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" name="pl2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" name="pl2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" name="pl2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" name="pl2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" name="pl2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" name="pl2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" name="pl2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" name="pl2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" name="pl2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" name="pl2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" name="pl2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" name="pl2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" name="pl2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" name="pl2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" name="pl2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" name="pl2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" name="pl2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" name="pl2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" name="pl2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" name="pl2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" name="pl2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" name="pl2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" name="pl2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" name="pl2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" name="pl2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" name="pl2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" name="pl2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" name="pl2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" name="pl2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" name="pl2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" name="pl2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" name="pl2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" name="pl2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" name="pl2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" name="pl2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" name="pl2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" name="pl2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" name="pl2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" name="pl2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" name="pl2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" name="pl2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" name="pl2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" name="pl2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" name="pl2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" name="pl2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" name="pl2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" name="pl2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" name="pl2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" name="pl2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" name="pl2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4" name="pl2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5" name="pl2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6" name="pl2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7" name="pl2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8" name="pl2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9" name="pl2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0" name="pl2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1" name="pl2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2" name="pl2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3" name="pl2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4" name="pl2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5" name="pl2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6" name="pl2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7" name="pl2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8" name="pl2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9" name="pl2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0" name="pl2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1" name="pl2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2" name="pl2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3" name="pl2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4" name="pl2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5" name="pl2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6" name="pl2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7" name="pl2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8" name="pl2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9" name="pl2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0" name="pl2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1" name="pl3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2" name="pl3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3" name="pl3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4" name="pl3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5" name="pl3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6" name="pl3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7" name="pl3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8" name="pl3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9" name="pl3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0" name="pl3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1" name="pl3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2" name="pl3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3" name="pl3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4" name="pl3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5" name="pl3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6" name="pl3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7" name="pl3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8" name="pl3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19" name="pl3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0" name="pl3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1" name="pl3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2" name="pl3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3" name="pl3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4" name="pl3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5" name="pl3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6" name="pl3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7" name="pl3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8" name="pl3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29" name="pl3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0" name="pl3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1" name="pl3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2" name="pl3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3" name="pl3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4" name="pl3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5" name="pl3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6" name="pl3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7" name="pl3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8" name="pl3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39" name="pl3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0" name="pl3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1" name="pl3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2" name="pl3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3" name="pl3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4" name="pl3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5" name="pl3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6" name="pl3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7" name="pl3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8" name="pl3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49" name="pl3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0" name="pl3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1" name="pl3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2" name="pl3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3" name="pl3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4" name="pl3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5" name="pl3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6" name="pl3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7" name="pl3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8" name="pl3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59" name="pl3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0" name="pl3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1" name="pl3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2" name="pl3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3" name="pl3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4" name="pl3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5" name="pl3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6" name="pl3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7" name="pl3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8" name="pl3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69" name="pl3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0" name="pl3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1" name="pl3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2" name="pl3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3" name="pl3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4" name="pl3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5" name="pl3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6" name="pl3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7" name="pl3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8" name="pl3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79" name="pl3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0" name="pl3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1" name="pl3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2" name="pl3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3" name="pl3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4" name="pl3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5" name="pl3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6" name="pl3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7" name="pl3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8" name="pl3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89" name="pl3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0" name="pl3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1" name="pl3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2" name="pl3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3" name="pl3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4" name="pl3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5" name="pl3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6" name="pl3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7" name="pl3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8" name="pl3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99" name="pl3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0" name="pl3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1" name="pl4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2" name="pl4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3" name="pl4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4" name="pl4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5" name="pl4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6" name="pl4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7" name="pl4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8" name="pl4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09" name="pl4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0" name="pl4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1" name="pl4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2" name="pl4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3" name="pl4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4" name="pl4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5" name="pl4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6" name="pl4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7" name="pl4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8" name="pl4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19" name="pl4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0" name="pl4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1" name="pl4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2" name="pl4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3" name="pl4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4" name="pl4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5" name="pl4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6" name="pl4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7" name="pl4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8" name="pl4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29" name="pl4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0" name="pl4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1" name="pl4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2" name="pl4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3" name="pl4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4" name="pl4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5" name="pl4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6" name="pl4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7" name="pl4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8" name="pl4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39" name="pl4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0" name="pl4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1" name="pl4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2" name="pl4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3" name="pl4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4" name="pl4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5" name="pl4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6" name="pl4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7" name="pl4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8" name="pl4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49" name="pl4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0" name="pl4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1" name="pl4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2" name="pl4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3" name="pl4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4" name="pl4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5" name="pl4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6" name="pl4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7" name="pl4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8" name="pl4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59" name="pl4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0" name="pl4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1" name="pl4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2" name="pl4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3" name="pl4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4" name="pl4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5" name="pl4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6" name="pl4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7" name="pl4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8" name="pl4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69" name="pl4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0" name="pl4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1" name="pl4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2" name="pl4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3" name="pl4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4" name="pl4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5" name="pl4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6" name="pl4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7" name="pl4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8" name="pl4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79" name="pl4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0" name="pl4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1" name="pl4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2" name="pl4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3" name="pl4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4" name="pl4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5" name="pl4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6" name="pl4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7" name="pl4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8" name="pl4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89" name="pl4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0" name="pl4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1" name="pl4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2" name="pl4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3" name="pl4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4" name="pl4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5" name="pl4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6" name="pl4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7" name="pl4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8" name="pl4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499" name="pl4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0" name="pl4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1" name="pl5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2" name="pl5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3" name="pl5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4" name="pl5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5" name="pl5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6" name="pl5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7" name="pl5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8" name="pl5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09" name="pl5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0" name="pl5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1" name="pl5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2" name="pl5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3" name="pl5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4" name="pl5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5" name="pl5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6" name="pl5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7" name="pl5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8" name="pl5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19" name="pl5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0" name="pl5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1" name="pl5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2" name="pl5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3" name="pl5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4" name="pl5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5" name="pl5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6" name="pl5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7" name="pl5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8" name="pl5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29" name="pl5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0" name="pl5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1" name="pl5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2" name="pl5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3" name="pl5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4" name="pl5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5" name="pl5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6" name="pl5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7" name="pl5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8" name="pl5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39" name="pl5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0" name="pl5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1" name="pl5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2" name="pl5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3" name="pl5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4" name="pl5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5" name="pl5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6" name="pl5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7" name="pl5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8" name="pl5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49" name="pl5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0" name="pl5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1" name="pl5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2" name="pl5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3" name="pl5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4" name="pl5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5" name="pl5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6" name="pl5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7" name="pl5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8" name="pl5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59" name="pl5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0" name="pl5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1" name="pl5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2" name="pl5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3" name="pl5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4" name="pl5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5" name="pl5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6" name="pl5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7" name="pl5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8" name="pl5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69" name="pl5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0" name="pl5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1" name="pl5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2" name="pl5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3" name="pl5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4" name="pl5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5" name="pl5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6" name="pl5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7" name="pl5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8" name="pl5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79" name="pl5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0" name="pl5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1" name="pl5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2" name="pl5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3" name="pl5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4" name="pl5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5" name="pl5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6" name="pl5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7" name="pl5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8" name="pl5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89" name="pl5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0" name="pl5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1" name="pl5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2" name="pl5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3" name="pl5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4" name="pl5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5" name="pl5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6" name="pl5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7" name="pl5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8" name="pl5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599" name="pl5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0" name="pl5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1" name="pl6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2" name="pl6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3" name="pl6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4" name="pl6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5" name="pl6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6" name="pl6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7" name="pl6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8" name="pl6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09" name="pl6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0" name="pl6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1" name="pl6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2" name="pl6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3" name="pl6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4" name="pl6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5" name="pl6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6" name="pl6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7" name="pl6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8" name="pl6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19" name="pl6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0" name="pl6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1" name="pl6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2" name="pl6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3" name="pl6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4" name="pl6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5" name="pl6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6" name="pl6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7" name="pl6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8" name="pl6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29" name="pl6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0" name="pl6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1" name="pl6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2" name="pl6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3" name="pl6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4" name="pl6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5" name="pl6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6" name="pl6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7" name="pl6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8" name="pl6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39" name="pl6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0" name="pl6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1" name="pl6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2" name="pl6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3" name="pl6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4" name="pl6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5" name="pl6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6" name="pl6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7" name="pl6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8" name="pl6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49" name="pl6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0" name="pl6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1" name="pl6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2" name="pl6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3" name="pl6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4" name="pl6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5" name="pl6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6" name="pl6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7" name="pl6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8" name="pl6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59" name="pl6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0" name="pl6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1" name="pl6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2" name="pl6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3" name="pl6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4" name="pl6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5" name="pl6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6" name="pl6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7" name="pl6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8" name="pl6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69" name="pl6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0" name="pl6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1" name="pl6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2" name="pl6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3" name="pl6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4" name="pl6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5" name="pl6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6" name="pl6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7" name="pl6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8" name="pl6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79" name="pl6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0" name="pl6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1" name="pl6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2" name="pl6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3" name="pl6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4" name="pl6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5" name="pl6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6" name="pl6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7" name="pl6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8" name="pl6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89" name="pl6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0" name="pl6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1" name="pl6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2" name="pl6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3" name="pl6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4" name="pl6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5" name="pl6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6" name="pl6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7" name="pl6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8" name="pl6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699" name="pl6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0" name="pl6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1" name="pl7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2" name="pl7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3" name="pl7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4" name="pl7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5" name="pl7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6" name="pl7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7" name="pl7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8" name="pl7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09" name="pl7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0" name="pl7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1" name="pl7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2" name="pl7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3" name="pl7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4" name="pl7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5" name="pl7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6" name="pl7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7" name="pl7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8" name="pl7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19" name="pl7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0" name="pl7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1" name="pl7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2" name="pl7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3" name="pl7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4" name="pl7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5" name="pl7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6" name="pl7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7" name="pl7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8" name="pl7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29" name="pl7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0" name="pl7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1" name="pl7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2" name="pl7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3" name="pl7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4" name="pl7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5" name="pl7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6" name="pl7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7" name="pl7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8" name="pl7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39" name="pl7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0" name="pl7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1" name="pl7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2" name="pl7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3" name="pl7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4" name="pl7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5" name="pl7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6" name="pl7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7" name="pl7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8" name="pl7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49" name="pl7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0" name="pl7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1" name="pl7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2" name="pl7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3" name="pl7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4" name="pl7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5" name="pl7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6" name="pl7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7" name="pl7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8" name="pl7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59" name="pl7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0" name="pl7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1" name="pl7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2" name="pl7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3" name="pl7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4" name="pl7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5" name="pl7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6" name="pl7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7" name="pl7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8" name="pl7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69" name="pl7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0" name="pl7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1" name="pl7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2" name="pl7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3" name="pl7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4" name="pl7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5" name="pl7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6" name="pl7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7" name="pl7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8" name="pl7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79" name="pl7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0" name="pl7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1" name="pl7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2" name="pl7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3" name="pl7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4" name="pl7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5" name="pl7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6" name="pl7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7" name="pl7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8" name="pl7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89" name="pl7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0" name="pl7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1" name="pl7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2" name="pl7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3" name="pl7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4" name="pl7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5" name="pl7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6" name="pl7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7" name="pl7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8" name="pl7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799" name="pl7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0" name="pl7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1" name="pl8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2" name="pl8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3" name="pl8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4" name="pl8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5" name="pl8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6" name="pl8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7" name="pl8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8" name="pl8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09" name="pl8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0" name="pl8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1" name="pl8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2" name="pl8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3" name="pl8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4" name="pl8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5" name="pl8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6" name="pl8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7" name="pl8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8" name="pl8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19" name="pl8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0" name="pl8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1" name="pl8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2" name="pl8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3" name="pl8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4" name="pl8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5" name="pl8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6" name="pl8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7" name="pl8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8" name="pl8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29" name="pl8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0" name="pl8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1" name="pl8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2" name="pl8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3" name="pl8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4" name="pl8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5" name="pl8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6" name="pl8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7" name="pl8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8" name="pl8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39" name="pl8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0" name="pl8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1" name="pl8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2" name="pl8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3" name="pl8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4" name="pl8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5" name="pl8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6" name="pl8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7" name="pl8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8" name="pl8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49" name="pl8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0" name="pl8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1" name="pl8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2" name="pl8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3" name="pl8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4" name="pl8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5" name="pl8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6" name="pl8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7" name="pl8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8" name="pl8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59" name="pl8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0" name="pl8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1" name="pl8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2" name="pl8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3" name="pl8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4" name="pl8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5" name="pl8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6" name="pl8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7" name="pl8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8" name="pl8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69" name="pl8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0" name="pl8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1" name="pl8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2" name="pl8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3" name="pl8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4" name="pl8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5" name="pl8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6" name="pl8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7" name="pl8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8" name="pl8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79" name="pl8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0" name="pl8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1" name="pl8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2" name="pl8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3" name="pl8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4" name="pl8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5" name="pl8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6" name="pl8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7" name="pl8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8" name="pl8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89" name="pl8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0" name="pl8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1" name="pl8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2" name="pl8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3" name="pl8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4" name="pl8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5" name="pl8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6" name="pl8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7" name="pl8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8" name="pl8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99" name="pl8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0" name="pl8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1" name="pl9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2" name="pl9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3" name="pl9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4" name="pl9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5" name="pl9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6" name="pl9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7" name="pl9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8" name="pl9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09" name="pl9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0" name="pl9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1" name="pl9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2" name="pl9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3" name="pl9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4" name="pl9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5" name="pl9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6" name="pl9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7" name="pl9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8" name="pl9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19" name="pl9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0" name="pl9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1" name="pl9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2" name="pl9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3" name="pl9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4" name="pl9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5" name="pl9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6" name="pl9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7" name="pl9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8" name="pl9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29" name="pl9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0" name="pl9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1" name="pl9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2" name="pl9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3" name="pl9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4" name="pl9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5" name="pl9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6" name="pl9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7" name="pl9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8" name="pl9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39" name="pl9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0" name="pl9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1" name="pl9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2" name="pl9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3" name="pl9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4" name="pl9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5" name="pl9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6" name="pl9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7" name="pl9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8" name="pl9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49" name="pl9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0" name="pl9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1" name="pl9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2" name="pl9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3" name="pl9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4" name="pl9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5" name="pl9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6" name="pl9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7" name="pl9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8" name="pl9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59" name="pl9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0" name="pl9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1" name="pl9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2" name="pl9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3" name="pl9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4" name="pl9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5" name="pl9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6" name="pl9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7" name="pl9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8" name="pl9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69" name="pl9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0" name="pl9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1" name="pl9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2" name="pl9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3" name="pl9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4" name="pl9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5" name="pl9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6" name="pl9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7" name="pl9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8" name="pl9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79" name="pl9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0" name="pl9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1" name="pl9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2" name="pl9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3" name="pl9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4" name="pl9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5" name="pl9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6" name="pl9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7" name="pl9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8" name="pl9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89" name="pl9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0" name="pl9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1" name="pl9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2" name="pl9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3" name="pl9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4" name="pl9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5" name="pl9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6" name="pl9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7" name="pl9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8" name="pl9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999" name="pl9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0" name="pl9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1" name="pl10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2" name="pl10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3" name="pl10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4" name="pl10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5" name="pl10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6" name="pl10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7" name="pl10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8" name="pl10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09" name="pl10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0" name="pl10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1" name="pl10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2" name="pl10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3" name="pl10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4" name="pl10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5" name="pl10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6" name="pl10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7" name="pl10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8" name="pl10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19" name="pl10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0" name="pl10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1" name="pl10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2" name="pl10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3" name="pl10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4" name="pl10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5" name="pl10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6" name="pl10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7" name="pl10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8" name="pl10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29" name="pl10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0" name="pl10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1" name="pl10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2" name="pl10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3" name="pl10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4" name="pl10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5" name="pl10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6" name="pl10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7" name="pl10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8" name="pl10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39" name="pl10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0" name="pl10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1" name="pl10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2" name="pl10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3" name="pl10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4" name="pl10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5" name="pl10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6" name="pl10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7" name="pl10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8" name="pl10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49" name="pl10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0" name="pl10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1" name="pl10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2" name="pl10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3" name="pl10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4" name="pl10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5" name="pl10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6" name="pl10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7" name="pl10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8" name="pl10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59" name="pl10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0" name="pl10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1" name="pl10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2" name="pl10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3" name="pl10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4" name="pl10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5" name="pl10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6" name="pl10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7" name="pl10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8" name="pl10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69" name="pl10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0" name="pl10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1" name="pl10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2" name="pl10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3" name="pl10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4" name="pl10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5" name="pl10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6" name="pl10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7" name="pl10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8" name="pl10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79" name="pl10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0" name="pl10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1" name="pl10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2" name="pl10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3" name="pl10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4" name="pl10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5" name="pl10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6" name="pl10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7" name="pl10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8" name="pl10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89" name="pl10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0" name="pl10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1" name="pl10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2" name="pl10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3" name="pl10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4" name="pl10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5" name="pl10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6" name="pl10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7" name="pl10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8" name="pl10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099" name="pl10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0" name="pl10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1" name="pl11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2" name="pl11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3" name="pl11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4" name="pl11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5" name="pl11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6" name="pl11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7" name="pl11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8" name="pl11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09" name="pl11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0" name="pl11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1" name="pl11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2" name="pl11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3" name="pl11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4" name="pl11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5" name="pl11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6" name="pl11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7" name="pl11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8" name="pl11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19" name="pl11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0" name="pl11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1" name="pl11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2" name="pl11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3" name="pl11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4" name="pl11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5" name="pl11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6" name="pl11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7" name="pl11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8" name="pl11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29" name="pl11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0" name="pl11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1" name="pl11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2" name="pl11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3" name="pl11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4" name="pl11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5" name="pl11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6" name="pl11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7" name="pl11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8" name="pl11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39" name="pl11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0" name="pl11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1" name="pl11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2" name="pl11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3" name="pl11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4" name="pl11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5" name="pl11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6" name="pl11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7" name="pl11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8" name="pl11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49" name="pl11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0" name="pl11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1" name="pl11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2" name="pl11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3" name="pl11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4" name="pl11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5" name="pl11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6" name="pl11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7" name="pl11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8" name="pl11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59" name="pl11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0" name="pl11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1" name="pl11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2" name="pl11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3" name="pl11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4" name="pl11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5" name="pl11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6" name="pl11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7" name="pl11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8" name="pl11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69" name="pl11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0" name="pl11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1" name="pl11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2" name="pl11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3" name="pl11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4" name="pl11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5" name="pl11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6" name="pl11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7" name="pl11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8" name="pl11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79" name="pl11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0" name="pl11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1" name="pl11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2" name="pl11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3" name="pl11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4" name="pl11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5" name="pl11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6" name="pl11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7" name="pl11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8" name="pl11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89" name="pl11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0" name="pl11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1" name="pl11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2" name="pl11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3" name="pl11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4" name="pl11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5" name="pl11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6" name="pl11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7" name="pl11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8" name="pl11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199" name="pl11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0" name="pl11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1" name="pl12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2" name="pl12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3" name="pl12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4" name="pl12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5" name="pl12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6" name="pl12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7" name="pl12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8" name="pl12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09" name="pl12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0" name="pl12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1" name="pl12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2" name="pl12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3" name="pl12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4" name="pl12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5" name="pl12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6" name="pl12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7" name="pl12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8" name="pl12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19" name="pl12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0" name="pl12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1" name="pl12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2" name="pl12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3" name="pl12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4" name="pl12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5" name="pl12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6" name="pl12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7" name="pl12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8" name="pl12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29" name="pl12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0" name="pl12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1" name="pl12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2" name="pl12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3" name="pl12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4" name="pl12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5" name="pl12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6" name="pl12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7" name="pl12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8" name="pl12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39" name="pl12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0" name="pl12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1" name="pl12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2" name="pl12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3" name="pl12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4" name="pl12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5" name="pl12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6" name="pl12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7" name="pl12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8" name="pl12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49" name="pl12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0" name="pl12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1" name="pl12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2" name="pl12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3" name="pl12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4" name="pl12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5" name="pl12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6" name="pl12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7" name="pl12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8" name="pl12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59" name="pl12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0" name="pl12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1" name="pl12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2" name="pl12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3" name="pl12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4" name="pl12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5" name="pl12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6" name="pl12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7" name="pl12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8" name="pl12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69" name="pl12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0" name="pl12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1" name="pl12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2" name="pl12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3" name="pl12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4" name="pl12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5" name="pl12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6" name="pl12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7" name="pl12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8" name="pl12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79" name="pl12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0" name="pl12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1" name="pl12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2" name="pl12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3" name="pl12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4" name="pl12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5" name="pl12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6" name="pl12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7" name="pl12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8" name="pl12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89" name="pl12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0" name="pl12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1" name="pl12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2" name="pl12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3" name="pl12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4" name="pl12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5" name="pl12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6" name="pl12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7" name="pl12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8" name="pl12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299" name="pl12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0" name="pl12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1" name="pl13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2" name="pl13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3" name="pl13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4" name="pl13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5" name="pl13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6" name="pl13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7" name="pl13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8" name="pl13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09" name="pl13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0" name="pl13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1" name="pl13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2" name="pl13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3" name="pl13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4" name="pl13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5" name="pl13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6" name="pl13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7" name="pl13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8" name="pl13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19" name="pl13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0" name="pl13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1" name="pl13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2" name="pl13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3" name="pl13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4" name="pl13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5" name="pl13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6" name="pl13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7" name="pl13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8" name="pl13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29" name="pl13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0" name="pl13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1" name="pl13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2" name="pl13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3" name="pl13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4" name="pl13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5" name="pl13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6" name="pl13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7" name="pl13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8" name="pl13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39" name="pl13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0" name="pl13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1" name="pl13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2" name="pl13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3" name="pl13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4" name="pl13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5" name="pl13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6" name="pl13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7" name="pl13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8" name="pl13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49" name="pl13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0" name="pl13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1" name="pl13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2" name="pl13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3" name="pl13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4" name="pl13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5" name="pl13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6" name="pl13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7" name="pl13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8" name="pl13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59" name="pl13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0" name="pl13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1" name="pl13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2" name="pl13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3" name="pl13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4" name="pl13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5" name="pl13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6" name="pl13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7" name="pl13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8" name="pl13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69" name="pl13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0" name="pl13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1" name="pl13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2" name="pl13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3" name="pl13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4" name="pl13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5" name="pl13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6" name="pl13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7" name="pl13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8" name="pl13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79" name="pl13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0" name="pl13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1" name="pl13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2" name="pl13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3" name="pl13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4" name="pl13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5" name="pl13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6" name="pl13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7" name="pl13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8" name="pl13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89" name="pl13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0" name="pl13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1" name="pl13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2" name="pl13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3" name="pl13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4" name="pl13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5" name="pl13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6" name="pl13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7" name="pl13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8" name="pl13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399" name="pl13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0" name="pl13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1" name="pl14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2" name="pl14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3" name="pl14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4" name="pl14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5" name="pl14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6" name="pl14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7" name="pl14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8" name="pl14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09" name="pl14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0" name="pl14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1" name="pl14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2" name="pl14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3" name="pl14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4" name="pl14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5" name="pl14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6" name="pl14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7" name="pl14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8" name="pl14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19" name="pl14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0" name="pl14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1" name="pl14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2" name="pl14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3" name="pl14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4" name="pl14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5" name="pl14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6" name="pl14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7" name="pl14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8" name="pl14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29" name="pl14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0" name="pl14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1" name="pl14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2" name="pl14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3" name="pl14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4" name="pl14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5" name="pl14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6" name="pl14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7" name="pl14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8" name="pl14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39" name="pl14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0" name="pl14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1" name="pl14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2" name="pl14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3" name="pl14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4" name="pl14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5" name="pl14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6" name="pl14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7" name="pl14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8" name="pl14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49" name="pl14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0" name="pl14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1" name="pl14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2" name="pl14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3" name="pl14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4" name="pl14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5" name="pl14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6" name="pl14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7" name="pl14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8" name="pl14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59" name="pl14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0" name="pl14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1" name="pl14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2" name="pl14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3" name="pl14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4" name="pl14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5" name="pl14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6" name="pl14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7" name="pl14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8" name="pl14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69" name="pl14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0" name="pl14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1" name="pl14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2" name="pl14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3" name="pl14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4" name="pl14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5" name="pl14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6" name="pl14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7" name="pl14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8" name="pl14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79" name="pl14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0" name="pl14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1" name="pl14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2" name="pl14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3" name="pl14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4" name="pl14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5" name="pl14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6" name="pl14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7" name="pl14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8" name="pl14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89" name="pl14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0" name="pl14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1" name="pl14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2" name="pl14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3" name="pl14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4" name="pl14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5" name="pl14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6" name="pl14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7" name="pl14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8" name="pl14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499" name="pl14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0" name="pl14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1" name="pl15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2" name="pl15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3" name="pl15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4" name="pl15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5" name="pl15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6" name="pl15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7" name="pl15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8" name="pl15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09" name="pl15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0" name="pl15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1" name="pl15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2" name="pl15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3" name="pl15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4" name="pl15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5" name="pl15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6" name="pl15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7" name="pl15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8" name="pl15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19" name="pl15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0" name="pl15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1" name="pl15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2" name="pl15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3" name="pl15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4" name="pl15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5" name="pl15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6" name="pl15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7" name="pl15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8" name="pl15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29" name="pl15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0" name="pl15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1" name="pl15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2" name="pl15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3" name="pl15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4" name="pl15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5" name="pl15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6" name="pl15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7" name="pl15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8" name="pl15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39" name="pl15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0" name="pl15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1" name="pl15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2" name="pl15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3" name="pl15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4" name="pl15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5" name="pl15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6" name="pl15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7" name="pl15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8" name="pl15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49" name="pl15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0" name="pl15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1" name="pl15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2" name="pl15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3" name="pl15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4" name="pl15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5" name="pl15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6" name="pl15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7" name="pl15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8" name="pl15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59" name="pl15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0" name="pl15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1" name="pl15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2" name="pl15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3" name="pl15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4" name="pl15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5" name="pl15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6" name="pl15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7" name="pl15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8" name="pl15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69" name="pl15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0" name="pl15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1" name="pl15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2" name="pl15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3" name="pl15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4" name="pl15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5" name="pl15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6" name="pl15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7" name="pl15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8" name="pl15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79" name="pl15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0" name="pl15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1" name="pl15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2" name="pl15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3" name="pl15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4" name="pl15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5" name="pl15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6" name="pl15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7" name="pl15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8" name="pl15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89" name="pl15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0" name="pl15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1" name="pl15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2" name="pl15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3" name="pl15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4" name="pl15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5" name="pl15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6" name="pl15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7" name="pl15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8" name="pl15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599" name="pl15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0" name="pl15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1" name="pl16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2" name="pl16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3" name="pl16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4" name="pl16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5" name="pl16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6" name="pl16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7" name="pl16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8" name="pl16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09" name="pl16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0" name="pl16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1" name="pl16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2" name="pl16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3" name="pl16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4" name="pl16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5" name="pl16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6" name="pl16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7" name="pl16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8" name="pl16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19" name="pl16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0" name="pl16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1" name="pl16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2" name="pl16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3" name="pl16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4" name="pl16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5" name="pl16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6" name="pl16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7" name="pl16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8" name="pl16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29" name="pl16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0" name="pl16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1" name="pl16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2" name="pl16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3" name="pl16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4" name="pl16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5" name="pl16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6" name="pl16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7" name="pl16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8" name="pl16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39" name="pl16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0" name="pl16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1" name="pl16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2" name="pl16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3" name="pl16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4" name="pl16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5" name="pl16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6" name="pl16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7" name="pl16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8" name="pl16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49" name="pl16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0" name="pl16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1" name="pl16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2" name="pl16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3" name="pl16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4" name="pl16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5" name="pl16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6" name="pl16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7" name="pl16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8" name="pl16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59" name="pl16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0" name="pl16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1" name="pl16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2" name="pl16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3" name="pl16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4" name="pl16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5" name="pl16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6" name="pl16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7" name="pl16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8" name="pl16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69" name="pl16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0" name="pl16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1" name="pl16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2" name="pl16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3" name="pl16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4" name="pl16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5" name="pl16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6" name="pl16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7" name="pl16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8" name="pl16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79" name="pl16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0" name="pl16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1" name="pl16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2" name="pl16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3" name="pl16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4" name="pl16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5" name="pl16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6" name="pl16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7" name="pl16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8" name="pl16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89" name="pl16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0" name="pl16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1" name="pl16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2" name="pl16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3" name="pl16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4" name="pl16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5" name="pl16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6" name="pl16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7" name="pl16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8" name="pl16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699" name="pl16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0" name="pl16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1" name="pl17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2" name="pl17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3" name="pl17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4" name="pl17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5" name="pl17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6" name="pl17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7" name="pl17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8" name="pl17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09" name="pl17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0" name="pl17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1" name="pl17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2" name="pl17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3" name="pl17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4" name="pl17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5" name="pl17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6" name="pl17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7" name="pl17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8" name="pl17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19" name="pl17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0" name="pl17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1" name="pl17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2" name="pl17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3" name="pl17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4" name="pl17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5" name="pl17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6" name="pl17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7" name="pl17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8" name="pl17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29" name="pl17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0" name="pl17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1" name="pl17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2" name="pl17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3" name="pl17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4" name="pl17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5" name="pl17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6" name="pl17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7" name="pl17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8" name="pl17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39" name="pl17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0" name="pl17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1" name="pl17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2" name="pl17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3" name="pl17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4" name="pl17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5" name="pl17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6" name="pl17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7" name="pl17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8" name="pl17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49" name="pl17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0" name="pl17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1" name="pl17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2" name="pl17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3" name="pl17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4" name="pl17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5" name="pl17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6" name="pl17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7" name="pl17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8" name="pl17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59" name="pl17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0" name="pl17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1" name="pl17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2" name="pl17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3" name="pl17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4" name="pl17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5" name="pl17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6" name="pl17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7" name="pl17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8" name="pl17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69" name="pl17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0" name="pl17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1" name="pl17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2" name="pl17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3" name="pl17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4" name="pl17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5" name="pl17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6" name="pl17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7" name="pl17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8" name="pl17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79" name="pl17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0" name="pl17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1" name="pl17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2" name="pl17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3" name="pl17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4" name="pl17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5" name="pl17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6" name="pl17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7" name="pl17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8" name="pl17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89" name="pl17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0" name="pl17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1" name="pl17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2" name="pl17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3" name="pl17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4" name="pl17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5" name="pl17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6" name="pl17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7" name="pl17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8" name="pl17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799" name="pl17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0" name="pl17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1" name="pl18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2" name="pl18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3" name="pl18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4" name="pl18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5" name="pl18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6" name="pl18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7" name="pl18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8" name="pl18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09" name="pl18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0" name="pl18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1" name="pl18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2" name="pl18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3" name="pl18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4" name="pl18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5" name="pl18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6" name="pl18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7" name="pl18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8" name="pl18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19" name="pl18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0" name="pl18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1" name="pl18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2" name="pl18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3" name="pl18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4" name="pl18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5" name="pl18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6" name="pl18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7" name="pl18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8" name="pl18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29" name="pl18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0" name="pl18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1" name="pl18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2" name="pl18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3" name="pl18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4" name="pl18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5" name="pl18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6" name="pl18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7" name="pl18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8" name="pl18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39" name="pl18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0" name="pl18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1" name="pl18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2" name="pl18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3" name="pl18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4" name="pl18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5" name="pl18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6" name="pl18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7" name="pl18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8" name="pl18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49" name="pl18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0" name="pl18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1" name="pl18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2" name="pl18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3" name="pl18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4" name="pl18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5" name="pl18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6" name="pl18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7" name="pl18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8" name="pl18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59" name="pl18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0" name="pl18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1" name="pl18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2" name="pl18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3" name="pl18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4" name="pl18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5" name="pl18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6" name="pl18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7" name="pl18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8" name="pl18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69" name="pl18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0" name="pl18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1" name="pl18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2" name="pl18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3" name="pl18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4" name="pl18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5" name="pl18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6" name="pl18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7" name="pl18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8" name="pl18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79" name="pl18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0" name="pl18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1" name="pl18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2" name="pl18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3" name="pl18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4" name="pl18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5" name="pl18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6" name="pl18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7" name="pl18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8" name="pl18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89" name="pl18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0" name="pl18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1" name="pl18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2" name="pl18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3" name="pl18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4" name="pl18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5" name="pl18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6" name="pl18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7" name="pl18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8" name="pl18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899" name="pl18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0" name="pl18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1" name="pl19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2" name="pl19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3" name="pl19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4" name="pl19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5" name="pl19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6" name="pl19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7" name="pl19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8" name="pl19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09" name="pl19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0" name="pl19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1" name="pl19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2" name="pl19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3" name="pl19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4" name="pl19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5" name="pl19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6" name="pl19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7" name="pl19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8" name="pl19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19" name="pl19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0" name="pl19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1" name="pl19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2" name="pl19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3" name="pl19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4" name="pl19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5" name="pl19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6" name="pl19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7" name="pl19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8" name="pl19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29" name="pl19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0" name="pl19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1" name="pl19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2" name="pl19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3" name="pl19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4" name="pl19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5" name="pl19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6" name="pl19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7" name="pl19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8" name="pl19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39" name="pl19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0" name="pl19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1" name="pl19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2" name="pl19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3" name="pl19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4" name="pl19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5" name="pl19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6" name="pl19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7" name="pl19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8" name="pl19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49" name="pl19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0" name="pl19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1" name="pl19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2" name="pl19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3" name="pl19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4" name="pl19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5" name="pl19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6" name="pl19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7" name="pl19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8" name="pl19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59" name="pl19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0" name="pl19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1" name="pl19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2" name="pl19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3" name="pl19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4" name="pl19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5" name="pl19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6" name="pl19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7" name="pl19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8" name="pl19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69" name="pl19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0" name="pl19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1" name="pl19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2" name="pl19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3" name="pl19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4" name="pl19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5" name="pl19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6" name="pl19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7" name="pl19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8" name="pl19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79" name="pl19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0" name="pl19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1" name="pl19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2" name="pl19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3" name="pl19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4" name="pl19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5" name="pl19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6" name="pl19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7" name="pl19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8" name="pl19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89" name="pl19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0" name="pl19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1" name="pl19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2" name="pl19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3" name="pl19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4" name="pl19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5" name="pl19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6" name="pl19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7" name="pl19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8" name="pl19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1999" name="pl19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0" name="pl19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1" name="pl20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2" name="pl20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3" name="pl20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4" name="pl20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5" name="pl20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6" name="pl20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7" name="pl20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8" name="pl20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09" name="pl20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0" name="pl20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1" name="pl20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2" name="pl20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3" name="pl20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4" name="pl20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5" name="pl20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6" name="pl20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7" name="pl20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8" name="pl20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19" name="pl20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0" name="pl20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1" name="pl20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2" name="pl20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3" name="pl20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4" name="pl20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5" name="pl20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6" name="pl20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7" name="pl20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8" name="pl20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29" name="pl20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0" name="pl20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1" name="pl20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2" name="pl20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3" name="pl20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4" name="pl20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5" name="pl20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6" name="pl20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7" name="pl20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8" name="pl20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39" name="pl20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0" name="pl20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1" name="pl20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2" name="pl20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3" name="pl20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4" name="pl20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5" name="pl20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6" name="pl20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7" name="pl20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8" name="pl20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49" name="pl20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0" name="pl20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1" name="pl20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2" name="pl20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3" name="pl20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4" name="pl20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5" name="pl20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6" name="pl20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7" name="pl20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8" name="pl20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59" name="pl20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0" name="pl20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1" name="pl20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2" name="pl20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3" name="pl20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4" name="pl20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5" name="pl20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6" name="pl20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7" name="pl20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8" name="pl20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69" name="pl20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0" name="pl20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1" name="pl20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2" name="pl20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3" name="pl20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4" name="pl20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5" name="pl20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6" name="pl20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7" name="pl20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8" name="pl20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79" name="pl20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0" name="pl20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1" name="pl20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2" name="pl20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3" name="pl20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4" name="pl20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5" name="pl20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6" name="pl20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7" name="pl20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8" name="pl20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89" name="pl20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0" name="pl20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1" name="pl20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2" name="pl20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3" name="pl20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4" name="pl20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5" name="pl20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6" name="pl20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7" name="pl20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8" name="pl20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099" name="pl20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0" name="pl20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1" name="pl21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2" name="pl21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3" name="pl21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4" name="pl21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5" name="pl21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6" name="pl21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7" name="pl21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8" name="pl21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09" name="pl21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0" name="pl21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1" name="pl21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2" name="pl21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3" name="pl21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4" name="pl21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5" name="pl21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6" name="pl21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7" name="pl21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8" name="pl21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19" name="pl21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0" name="pl21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1" name="pl21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2" name="pl21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3" name="pl21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4" name="pl21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5" name="pl21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6" name="pl21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7" name="pl21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8" name="pl21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29" name="pl21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0" name="pl21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1" name="pl21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2" name="pl21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3" name="pl21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4" name="pl21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5" name="pl21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6" name="pl21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7" name="pl21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8" name="pl21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39" name="pl21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0" name="pl21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1" name="pl21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2" name="pl21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3" name="pl21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4" name="pl21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5" name="pl21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6" name="pl21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7" name="pl21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8" name="pl21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49" name="pl21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0" name="pl21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1" name="pl21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2" name="pl21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3" name="pl21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4" name="pl21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5" name="pl21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6" name="pl21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7" name="pl21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8" name="pl21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59" name="pl21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0" name="pl21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1" name="pl21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2" name="pl21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3" name="pl21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4" name="pl21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5" name="pl21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6" name="pl21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7" name="pl21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8" name="pl21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69" name="pl21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0" name="pl21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1" name="pl21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2" name="pl21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3" name="pl21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4" name="pl21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5" name="pl21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6" name="pl21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7" name="pl21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8" name="pl21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79" name="pl21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0" name="pl21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1" name="pl21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2" name="pl21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3" name="pl21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4" name="pl21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5" name="pl21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6" name="pl21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7" name="pl21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8" name="pl21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89" name="pl21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0" name="pl21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1" name="pl21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2" name="pl21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3" name="pl21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4" name="pl21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5" name="pl21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6" name="pl21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7" name="pl21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8" name="pl21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199" name="pl21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0" name="pl21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1" name="pl22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2" name="pl22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3" name="pl22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4" name="pl22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5" name="pl22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6" name="pl22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7" name="pl22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8" name="pl22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09" name="pl22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0" name="pl22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1" name="pl22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2" name="pl22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3" name="pl22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4" name="pl22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5" name="pl22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6" name="pl22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7" name="pl22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8" name="pl22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19" name="pl22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0" name="pl22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1" name="pl22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2" name="pl22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3" name="pl22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4" name="pl22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5" name="pl22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6" name="pl22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7" name="pl22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8" name="pl22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29" name="pl22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0" name="pl22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1" name="pl22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2" name="pl22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3" name="pl22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4" name="pl22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5" name="pl22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6" name="pl22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7" name="pl22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8" name="pl22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39" name="pl22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0" name="pl22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1" name="pl22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2" name="pl22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3" name="pl22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4" name="pl22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5" name="pl22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6" name="pl22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7" name="pl22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8" name="pl22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49" name="pl22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0" name="pl22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1" name="pl22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2" name="pl22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3" name="pl22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4" name="pl22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5" name="pl22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6" name="pl22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7" name="pl22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8" name="pl22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59" name="pl22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0" name="pl22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1" name="pl22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2" name="pl22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3" name="pl22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4" name="pl22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5" name="pl22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6" name="pl22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7" name="pl22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8" name="pl22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69" name="pl22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0" name="pl22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1" name="pl22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2" name="pl22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3" name="pl22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4" name="pl22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5" name="pl22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6" name="pl22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7" name="pl22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8" name="pl22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79" name="pl22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0" name="pl22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1" name="pl22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2" name="pl22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3" name="pl22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4" name="pl22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5" name="pl22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6" name="pl22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7" name="pl22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8" name="pl22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89" name="pl22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0" name="pl22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1" name="pl22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2" name="pl22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3" name="pl22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4" name="pl22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5" name="pl22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6" name="pl22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7" name="pl22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8" name="pl22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299" name="pl22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0" name="pl22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1" name="pl23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2" name="pl23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3" name="pl23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4" name="pl23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5" name="pl23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6" name="pl23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7" name="pl23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8" name="pl23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09" name="pl23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0" name="pl23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1" name="pl23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2" name="pl23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3" name="pl23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4" name="pl23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5" name="pl23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6" name="pl23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7" name="pl23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8" name="pl23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19" name="pl23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0" name="pl23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1" name="pl23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2" name="pl23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3" name="pl23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4" name="pl23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5" name="pl23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6" name="pl23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7" name="pl23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8" name="pl23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29" name="pl23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0" name="pl23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1" name="pl23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2" name="pl23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3" name="pl23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4" name="pl23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5" name="pl23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6" name="pl23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7" name="pl23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8" name="pl23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39" name="pl23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0" name="pl23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1" name="pl23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2" name="pl23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3" name="pl23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4" name="pl23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5" name="pl23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6" name="pl23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7" name="pl23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8" name="pl23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49" name="pl23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0" name="pl23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1" name="pl23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2" name="pl23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3" name="pl23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4" name="pl23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5" name="pl23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6" name="pl23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7" name="pl23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8" name="pl23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59" name="pl23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0" name="pl23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1" name="pl23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2" name="pl23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3" name="pl23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4" name="pl23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5" name="pl23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6" name="pl23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7" name="pl23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8" name="pl23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69" name="pl23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0" name="pl23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1" name="pl23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2" name="pl23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3" name="pl23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4" name="pl23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5" name="pl23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6" name="pl23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7" name="pl23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8" name="pl23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79" name="pl23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0" name="pl23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1" name="pl23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2" name="pl23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3" name="pl23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4" name="pl23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5" name="pl23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6" name="pl23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7" name="pl23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8" name="pl23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89" name="pl23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0" name="pl23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1" name="pl23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2" name="pl23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3" name="pl23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4" name="pl23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5" name="pl23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6" name="pl23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7" name="pl23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8" name="pl23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399" name="pl23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0" name="pl23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1" name="pl24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2" name="pl24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3" name="pl24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4" name="pl24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5" name="pl24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6" name="pl24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7" name="pl24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8" name="pl24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09" name="pl24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0" name="pl24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1" name="pl24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2" name="pl24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3" name="pl24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4" name="pl24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5" name="pl24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6" name="pl24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7" name="pl24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8" name="pl24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19" name="pl24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0" name="pl24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1" name="pl24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2" name="pl24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3" name="pl24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4" name="pl24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5" name="pl24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6" name="pl24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7" name="pl24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8" name="pl24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29" name="pl24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0" name="pl24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1" name="pl24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2" name="pl24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3" name="pl24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4" name="pl24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5" name="pl24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6" name="pl24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7" name="pl24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8" name="pl24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39" name="pl24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0" name="pl24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1" name="pl24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2" name="pl24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3" name="pl24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4" name="pl24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5" name="pl24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6" name="pl24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7" name="pl24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8" name="pl24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49" name="pl24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0" name="pl24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1" name="pl24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2" name="pl24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3" name="pl24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4" name="pl24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5" name="pl24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6" name="pl24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7" name="pl24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8" name="pl24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59" name="pl24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0" name="pl24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1" name="pl24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2" name="pl24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3" name="pl24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4" name="pl24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5" name="pl24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6" name="pl24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7" name="pl24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8" name="pl24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69" name="pl24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0" name="pl24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1" name="pl24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2" name="pl24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3" name="pl24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4" name="pl24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5" name="pl24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6" name="pl24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7" name="pl24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8" name="pl24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79" name="pl24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0" name="pl24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1" name="pl24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2" name="pl24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3" name="pl24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4" name="pl24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5" name="pl24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6" name="pl24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7" name="pl24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8" name="pl24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89" name="pl24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0" name="pl24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1" name="pl24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2" name="pl24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3" name="pl24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4" name="pl24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5" name="pl24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6" name="pl24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7" name="pl24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8" name="pl24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499" name="pl24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0" name="pl24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1" name="pl25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2" name="pl25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3" name="pl25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4" name="pl25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5" name="pl25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6" name="pl25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7" name="pl25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8" name="pl25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09" name="pl25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0" name="pl25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1" name="pl25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2" name="pl25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3" name="pl25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4" name="pl25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5" name="pl25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6" name="pl25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7" name="pl25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8" name="pl25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19" name="pl25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0" name="pl25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1" name="pl25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2" name="pl25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3" name="pl25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4" name="pl25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5" name="pl25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6" name="pl25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7" name="pl25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8" name="pl25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29" name="pl25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0" name="pl25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1" name="pl25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2" name="pl25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3" name="pl25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4" name="pl25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5" name="pl25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6" name="pl25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7" name="pl25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8" name="pl25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39" name="pl25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0" name="pl25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1" name="pl25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2" name="pl25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3" name="pl25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4" name="pl25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5" name="pl25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6" name="pl25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7" name="pl25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8" name="pl25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49" name="pl25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0" name="pl25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1" name="pl25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2" name="pl25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3" name="pl25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4" name="pl25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5" name="pl25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6" name="pl25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7" name="pl25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8" name="pl25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59" name="pl25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0" name="pl25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1" name="pl25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2" name="pl25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3" name="pl25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4" name="pl25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5" name="pl25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6" name="pl25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7" name="pl25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8" name="pl25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69" name="pl25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0" name="pl25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1" name="pl25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2" name="pl25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3" name="pl25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4" name="pl25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5" name="pl25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6" name="pl25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7" name="pl25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8" name="pl25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79" name="pl25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0" name="pl25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1" name="pl25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2" name="pl25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3" name="pl25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4" name="pl25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5" name="pl25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6" name="pl25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7" name="pl25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8" name="pl25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89" name="pl25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0" name="pl25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1" name="pl25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2" name="pl25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3" name="pl25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4" name="pl25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5" name="pl25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6" name="pl25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7" name="pl25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8" name="pl25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599" name="pl25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0" name="pl25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1" name="pl26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2" name="pl26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3" name="pl26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4" name="pl26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5" name="pl26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6" name="pl26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7" name="pl26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8" name="pl26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09" name="pl26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0" name="pl26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1" name="pl26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2" name="pl26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3" name="pl26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4" name="pl26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5" name="pl26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6" name="pl26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7" name="pl26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8" name="pl26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19" name="pl26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0" name="pl26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1" name="pl26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2" name="pl26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3" name="pl26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4" name="pl26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5" name="pl26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6" name="pl26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7" name="pl26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8" name="pl26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29" name="pl26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0" name="pl26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1" name="pl26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2" name="pl26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3" name="pl26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4" name="pl26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5" name="pl26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6" name="pl26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7" name="pl26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8" name="pl26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39" name="pl26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0" name="pl26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1" name="pl26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2" name="pl26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3" name="pl26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4" name="pl26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5" name="pl26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6" name="pl26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7" name="pl26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8" name="pl26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49" name="pl26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0" name="pl26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1" name="pl26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2" name="pl26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3" name="pl26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4" name="pl26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5" name="pl26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6" name="pl26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7" name="pl26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8" name="pl26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59" name="pl26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0" name="pl26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1" name="pl26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2" name="pl26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3" name="pl26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4" name="pl26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5" name="pl26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6" name="pl26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7" name="pl26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8" name="pl26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69" name="pl26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0" name="pl26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1" name="pl26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2" name="pl26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3" name="pl26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4" name="pl26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5" name="pl26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6" name="pl26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7" name="pl26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8" name="pl26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79" name="pl26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0" name="pl26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1" name="pl26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2" name="pl26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3" name="pl26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4" name="pl26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5" name="pl26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6" name="pl26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7" name="pl26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8" name="pl26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89" name="pl26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0" name="pl26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1" name="pl26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2" name="pl26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3" name="pl26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4" name="pl26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5" name="pl26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6" name="pl26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7" name="pl26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8" name="pl26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699" name="pl26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0" name="pl26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1" name="pl27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2" name="pl27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3" name="pl27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4" name="pl27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5" name="pl27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6" name="pl27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7" name="pl27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8" name="pl27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09" name="pl27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0" name="pl27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1" name="pl27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2" name="pl27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3" name="pl27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4" name="pl27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5" name="pl27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6" name="pl27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7" name="pl27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8" name="pl27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19" name="pl27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0" name="pl27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1" name="pl27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2" name="pl27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3" name="pl27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4" name="pl27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5" name="pl27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6" name="pl27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7" name="pl27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8" name="pl27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29" name="pl27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0" name="pl27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1" name="pl27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2" name="pl27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3" name="pl27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4" name="pl27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5" name="pl27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6" name="pl27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7" name="pl27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8" name="pl27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39" name="pl27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40" name="pl27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41" name="pl27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42" name="pl27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43" name="pl27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44" name="pl27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45" name="pl27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46" name="pl27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47" name="pl27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48" name="pl27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49" name="pl27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50" name="pl27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51" name="pl27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52" name="pl27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53" name="pl27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54" name="pl27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55" name="pl27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56" name="pl27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57" name="pl27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58" name="pl27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59" name="pl27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60" name="pl27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61" name="pl27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62" name="pl27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63" name="pl27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64" name="pl27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65" name="pl27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66" name="pl27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67" name="pl27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68" name="pl27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69" name="pl27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70" name="pl27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71" name="pl27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72" name="pl27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73" name="pl27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74" name="pl27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75" name="pl27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76" name="pl27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77" name="pl27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78" name="pl27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79" name="pl27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80" name="pl27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81" name="pl27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82" name="pl27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83" name="pl27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84" name="pl27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85" name="pl27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86" name="pl27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87" name="pl27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88" name="pl27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89" name="pl27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90" name="pl27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91" name="pl27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92" name="pl27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93" name="pl27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94" name="pl27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95" name="pl27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96" name="pl27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97" name="pl27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98" name="pl27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799" name="pl27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00" name="pl27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01" name="pl28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02" name="pl28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03" name="pl28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04" name="pl28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05" name="pl28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06" name="pl28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07" name="pl28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08" name="pl28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09" name="pl28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10" name="pl28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11" name="pl28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12" name="pl28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13" name="pl28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14" name="pl28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15" name="pl28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16" name="pl28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17" name="pl28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18" name="pl28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19" name="pl28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20" name="pl28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21" name="pl28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22" name="pl28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23" name="pl28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24" name="pl28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25" name="pl28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26" name="pl28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27" name="pl28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28" name="pl28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29" name="pl28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30" name="pl28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31" name="pl28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32" name="pl28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33" name="pl28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34" name="pl28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35" name="pl28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36" name="pl28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37" name="pl28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38" name="pl28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39" name="pl28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40" name="pl28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41" name="pl28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42" name="pl28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43" name="pl28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44" name="pl28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45" name="pl28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46" name="pl28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47" name="pl28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48" name="pl28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49" name="pl28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50" name="pl28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51" name="pl28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52" name="pl28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53" name="pl28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54" name="pl28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55" name="pl28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56" name="pl28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57" name="pl28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58" name="pl28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59" name="pl28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60" name="pl28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61" name="pl28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62" name="pl28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63" name="pl28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64" name="pl28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65" name="pl28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66" name="pl28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67" name="pl28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68" name="pl28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69" name="pl28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70" name="pl28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71" name="pl28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72" name="pl28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73" name="pl28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74" name="pl28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75" name="pl28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76" name="pl28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77" name="pl28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78" name="pl28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79" name="pl28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80" name="pl28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81" name="pl28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82" name="pl28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83" name="pl28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84" name="pl28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85" name="pl28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86" name="pl28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87" name="pl28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88" name="pl28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89" name="pl28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90" name="pl28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91" name="pl28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92" name="pl28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93" name="pl28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94" name="pl28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95" name="pl28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96" name="pl28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97" name="pl28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98" name="pl28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899" name="pl28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00" name="pl28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01" name="pl29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02" name="pl29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03" name="pl29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04" name="pl29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05" name="pl29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06" name="pl29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07" name="pl29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08" name="pl29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09" name="pl29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10" name="pl29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11" name="pl29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12" name="pl29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13" name="pl29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14" name="pl29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15" name="pl29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16" name="pl29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17" name="pl29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18" name="pl29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19" name="pl29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20" name="pl29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21" name="pl29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22" name="pl29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23" name="pl29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24" name="pl29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25" name="pl29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26" name="pl29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27" name="pl29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28" name="pl29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29" name="pl29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30" name="pl29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31" name="pl29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32" name="pl29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33" name="pl29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34" name="pl29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35" name="pl29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36" name="pl29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37" name="pl29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38" name="pl29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39" name="pl29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40" name="pl29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41" name="pl29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42" name="pl29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43" name="pl29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44" name="pl29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45" name="pl29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46" name="pl29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47" name="pl29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48" name="pl29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49" name="pl29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50" name="pl29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51" name="pl29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52" name="pl29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53" name="pl29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54" name="pl29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55" name="pl295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56" name="pl295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57" name="pl295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58" name="pl295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59" name="pl295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60" name="pl295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61" name="pl296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62" name="pl296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63" name="pl296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64" name="pl296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65" name="pl296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66" name="pl296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67" name="pl296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68" name="pl296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69" name="pl296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70" name="pl296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71" name="pl297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72" name="pl297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73" name="pl297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74" name="pl297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75" name="pl297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76" name="pl297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77" name="pl297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78" name="pl297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79" name="pl297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80" name="pl297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81" name="pl298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82" name="pl298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83" name="pl298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84" name="pl298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85" name="pl298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86" name="pl298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87" name="pl298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88" name="pl298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89" name="pl298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90" name="pl298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91" name="pl299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92" name="pl299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93" name="pl299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94" name="pl299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95" name="pl299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96" name="pl299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97" name="pl299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98" name="pl299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2999" name="pl299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00" name="pl299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01" name="pl300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02" name="pl300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03" name="pl300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04" name="pl300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05" name="pl300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06" name="pl300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07" name="pl300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08" name="pl300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09" name="pl300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10" name="pl300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11" name="pl301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12" name="pl301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13" name="pl301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14" name="pl301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15" name="pl301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16" name="pl301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17" name="pl301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18" name="pl301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19" name="pl301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20" name="pl301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21" name="pl302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22" name="pl302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23" name="pl302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24" name="pl302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25" name="pl302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26" name="pl302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27" name="pl302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28" name="pl302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29" name="pl302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30" name="pl302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31" name="pl303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32" name="pl303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33" name="pl303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34" name="pl303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35" name="pl303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36" name="pl303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37" name="pl303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38" name="pl303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39" name="pl303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40" name="pl303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41" name="pl304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42" name="pl304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43" name="pl304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44" name="pl304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45" name="pl3044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46" name="pl3045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47" name="pl3046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48" name="pl3047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49" name="pl3048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50" name="pl3049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51" name="pl3050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52" name="pl3051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53" name="pl3052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54" name="pl3053"/>
            <p:cNvSpPr/>
            <p:nvPr/>
          </p:nvSpPr>
          <p:spPr>
            <a:xfrm>
              <a:off x="1204579" y="1619894"/>
              <a:ext cx="8620474" cy="4186732"/>
            </a:xfrm>
            <a:custGeom>
              <a:avLst/>
              <a:pathLst>
                <a:path w="8620474" h="4186732">
                  <a:moveTo>
                    <a:pt x="0" y="4186732"/>
                  </a:moveTo>
                  <a:lnTo>
                    <a:pt x="8620474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3055" name="pl3054"/>
            <p:cNvSpPr/>
            <p:nvPr/>
          </p:nvSpPr>
          <p:spPr>
            <a:xfrm>
              <a:off x="773555" y="1410558"/>
              <a:ext cx="0" cy="4605405"/>
            </a:xfrm>
            <a:custGeom>
              <a:avLst/>
              <a:pathLst>
                <a:path w="0" h="4605405">
                  <a:moveTo>
                    <a:pt x="0" y="4605405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6" name="tx3055"/>
            <p:cNvSpPr/>
            <p:nvPr/>
          </p:nvSpPr>
          <p:spPr>
            <a:xfrm>
              <a:off x="626081" y="5759128"/>
              <a:ext cx="73456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</a:t>
              </a:r>
            </a:p>
          </p:txBody>
        </p:sp>
        <p:sp>
          <p:nvSpPr>
            <p:cNvPr id="3057" name="tx3056"/>
            <p:cNvSpPr/>
            <p:nvPr/>
          </p:nvSpPr>
          <p:spPr>
            <a:xfrm>
              <a:off x="552624" y="4921782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3058" name="tx3057"/>
            <p:cNvSpPr/>
            <p:nvPr/>
          </p:nvSpPr>
          <p:spPr>
            <a:xfrm>
              <a:off x="552624" y="4084113"/>
              <a:ext cx="146913" cy="9519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3059" name="tx3058"/>
            <p:cNvSpPr/>
            <p:nvPr/>
          </p:nvSpPr>
          <p:spPr>
            <a:xfrm>
              <a:off x="552624" y="3246960"/>
              <a:ext cx="146913" cy="9499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3060" name="tx3059"/>
            <p:cNvSpPr/>
            <p:nvPr/>
          </p:nvSpPr>
          <p:spPr>
            <a:xfrm>
              <a:off x="552624" y="2409484"/>
              <a:ext cx="146913" cy="9512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3061" name="tx3060"/>
            <p:cNvSpPr/>
            <p:nvPr/>
          </p:nvSpPr>
          <p:spPr>
            <a:xfrm>
              <a:off x="552624" y="1572396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50</a:t>
              </a:r>
            </a:p>
          </p:txBody>
        </p:sp>
        <p:sp>
          <p:nvSpPr>
            <p:cNvPr id="3062" name="pl3061"/>
            <p:cNvSpPr/>
            <p:nvPr/>
          </p:nvSpPr>
          <p:spPr>
            <a:xfrm>
              <a:off x="732434" y="5806627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3" name="pl3062"/>
            <p:cNvSpPr/>
            <p:nvPr/>
          </p:nvSpPr>
          <p:spPr>
            <a:xfrm>
              <a:off x="732434" y="4969280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4" name="pl3063"/>
            <p:cNvSpPr/>
            <p:nvPr/>
          </p:nvSpPr>
          <p:spPr>
            <a:xfrm>
              <a:off x="732434" y="4131934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5" name="pl3064"/>
            <p:cNvSpPr/>
            <p:nvPr/>
          </p:nvSpPr>
          <p:spPr>
            <a:xfrm>
              <a:off x="732434" y="3294587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6" name="pl3065"/>
            <p:cNvSpPr/>
            <p:nvPr/>
          </p:nvSpPr>
          <p:spPr>
            <a:xfrm>
              <a:off x="732434" y="2457241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7" name="pl3066"/>
            <p:cNvSpPr/>
            <p:nvPr/>
          </p:nvSpPr>
          <p:spPr>
            <a:xfrm>
              <a:off x="732434" y="1619894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8" name="pl3067"/>
            <p:cNvSpPr/>
            <p:nvPr/>
          </p:nvSpPr>
          <p:spPr>
            <a:xfrm>
              <a:off x="773555" y="6015963"/>
              <a:ext cx="9482522" cy="0"/>
            </a:xfrm>
            <a:custGeom>
              <a:avLst/>
              <a:pathLst>
                <a:path w="9482522" h="0">
                  <a:moveTo>
                    <a:pt x="0" y="0"/>
                  </a:moveTo>
                  <a:lnTo>
                    <a:pt x="9482522" y="0"/>
                  </a:lnTo>
                </a:path>
              </a:pathLst>
            </a:custGeom>
            <a:ln w="16014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9" name="pl3068"/>
            <p:cNvSpPr/>
            <p:nvPr/>
          </p:nvSpPr>
          <p:spPr>
            <a:xfrm>
              <a:off x="1204579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0" name="pl3069"/>
            <p:cNvSpPr/>
            <p:nvPr/>
          </p:nvSpPr>
          <p:spPr>
            <a:xfrm>
              <a:off x="2928674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1" name="pl3070"/>
            <p:cNvSpPr/>
            <p:nvPr/>
          </p:nvSpPr>
          <p:spPr>
            <a:xfrm>
              <a:off x="4652769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2" name="pl3071"/>
            <p:cNvSpPr/>
            <p:nvPr/>
          </p:nvSpPr>
          <p:spPr>
            <a:xfrm>
              <a:off x="6376864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3" name="pl3072"/>
            <p:cNvSpPr/>
            <p:nvPr/>
          </p:nvSpPr>
          <p:spPr>
            <a:xfrm>
              <a:off x="8100958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4" name="pl3073"/>
            <p:cNvSpPr/>
            <p:nvPr/>
          </p:nvSpPr>
          <p:spPr>
            <a:xfrm>
              <a:off x="9825053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5" name="tx3074"/>
            <p:cNvSpPr/>
            <p:nvPr/>
          </p:nvSpPr>
          <p:spPr>
            <a:xfrm>
              <a:off x="1167850" y="6089852"/>
              <a:ext cx="73456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</a:t>
              </a:r>
            </a:p>
          </p:txBody>
        </p:sp>
        <p:sp>
          <p:nvSpPr>
            <p:cNvPr id="3076" name="tx3075"/>
            <p:cNvSpPr/>
            <p:nvPr/>
          </p:nvSpPr>
          <p:spPr>
            <a:xfrm>
              <a:off x="2855217" y="6089852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3077" name="tx3076"/>
            <p:cNvSpPr/>
            <p:nvPr/>
          </p:nvSpPr>
          <p:spPr>
            <a:xfrm>
              <a:off x="4579312" y="6089529"/>
              <a:ext cx="146913" cy="9519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3078" name="tx3077"/>
            <p:cNvSpPr/>
            <p:nvPr/>
          </p:nvSpPr>
          <p:spPr>
            <a:xfrm>
              <a:off x="6303407" y="6089723"/>
              <a:ext cx="146913" cy="9499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3079" name="tx3078"/>
            <p:cNvSpPr/>
            <p:nvPr/>
          </p:nvSpPr>
          <p:spPr>
            <a:xfrm>
              <a:off x="8027502" y="6089594"/>
              <a:ext cx="146913" cy="9512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3080" name="tx3079"/>
            <p:cNvSpPr/>
            <p:nvPr/>
          </p:nvSpPr>
          <p:spPr>
            <a:xfrm>
              <a:off x="9751597" y="6089852"/>
              <a:ext cx="146913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50</a:t>
              </a:r>
            </a:p>
          </p:txBody>
        </p:sp>
        <p:sp>
          <p:nvSpPr>
            <p:cNvPr id="3081" name="tx3080"/>
            <p:cNvSpPr/>
            <p:nvPr/>
          </p:nvSpPr>
          <p:spPr>
            <a:xfrm>
              <a:off x="4941279" y="6217005"/>
              <a:ext cx="1147074" cy="15647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Objective mean</a:t>
              </a:r>
            </a:p>
          </p:txBody>
        </p:sp>
        <p:sp>
          <p:nvSpPr>
            <p:cNvPr id="3082" name="tx3081"/>
            <p:cNvSpPr/>
            <p:nvPr/>
          </p:nvSpPr>
          <p:spPr>
            <a:xfrm rot="-5400000">
              <a:off x="-346645" y="3635023"/>
              <a:ext cx="1486786" cy="15647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Subjective response</a:t>
              </a:r>
            </a:p>
          </p:txBody>
        </p:sp>
        <p:sp>
          <p:nvSpPr>
            <p:cNvPr id="3083" name="rc3082"/>
            <p:cNvSpPr/>
            <p:nvPr/>
          </p:nvSpPr>
          <p:spPr>
            <a:xfrm>
              <a:off x="10420560" y="3183243"/>
              <a:ext cx="1201517" cy="106003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84" name="tx3083"/>
            <p:cNvSpPr/>
            <p:nvPr/>
          </p:nvSpPr>
          <p:spPr>
            <a:xfrm>
              <a:off x="10502802" y="3280680"/>
              <a:ext cx="1037034" cy="12148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Variance level</a:t>
              </a:r>
            </a:p>
          </p:txBody>
        </p:sp>
        <p:sp>
          <p:nvSpPr>
            <p:cNvPr id="3085" name="rc3084"/>
            <p:cNvSpPr/>
            <p:nvPr/>
          </p:nvSpPr>
          <p:spPr>
            <a:xfrm>
              <a:off x="10502802" y="3502669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86" name="rc3085"/>
            <p:cNvSpPr/>
            <p:nvPr/>
          </p:nvSpPr>
          <p:spPr>
            <a:xfrm>
              <a:off x="10511802" y="3511669"/>
              <a:ext cx="201455" cy="201456"/>
            </a:xfrm>
            <a:prstGeom prst="rect">
              <a:avLst/>
            </a:prstGeom>
            <a:solidFill>
              <a:srgbClr val="F8766D">
                <a:alpha val="14901"/>
              </a:srgbClr>
            </a:solidFill>
          </p:spPr>
          <p:txBody>
            <a:bodyPr/>
            <a:lstStyle/>
            <a:p/>
          </p:txBody>
        </p:sp>
        <p:sp>
          <p:nvSpPr>
            <p:cNvPr id="3087" name="pl3086"/>
            <p:cNvSpPr/>
            <p:nvPr/>
          </p:nvSpPr>
          <p:spPr>
            <a:xfrm>
              <a:off x="10524748" y="3612397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8" name="rc3087"/>
            <p:cNvSpPr/>
            <p:nvPr/>
          </p:nvSpPr>
          <p:spPr>
            <a:xfrm>
              <a:off x="10502802" y="3722125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89" name="rc3088"/>
            <p:cNvSpPr/>
            <p:nvPr/>
          </p:nvSpPr>
          <p:spPr>
            <a:xfrm>
              <a:off x="10511802" y="3731125"/>
              <a:ext cx="201455" cy="201456"/>
            </a:xfrm>
            <a:prstGeom prst="rect">
              <a:avLst/>
            </a:prstGeom>
            <a:solidFill>
              <a:srgbClr val="00BA38">
                <a:alpha val="14901"/>
              </a:srgbClr>
            </a:solidFill>
          </p:spPr>
          <p:txBody>
            <a:bodyPr/>
            <a:lstStyle/>
            <a:p/>
          </p:txBody>
        </p:sp>
        <p:sp>
          <p:nvSpPr>
            <p:cNvPr id="3090" name="pl3089"/>
            <p:cNvSpPr/>
            <p:nvPr/>
          </p:nvSpPr>
          <p:spPr>
            <a:xfrm>
              <a:off x="10524748" y="3831853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1" name="rc3090"/>
            <p:cNvSpPr/>
            <p:nvPr/>
          </p:nvSpPr>
          <p:spPr>
            <a:xfrm>
              <a:off x="10502802" y="3941581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092" name="rc3091"/>
            <p:cNvSpPr/>
            <p:nvPr/>
          </p:nvSpPr>
          <p:spPr>
            <a:xfrm>
              <a:off x="10511802" y="3950581"/>
              <a:ext cx="201455" cy="201456"/>
            </a:xfrm>
            <a:prstGeom prst="rect">
              <a:avLst/>
            </a:prstGeom>
            <a:solidFill>
              <a:srgbClr val="619CFF">
                <a:alpha val="14901"/>
              </a:srgbClr>
            </a:solidFill>
          </p:spPr>
          <p:txBody>
            <a:bodyPr/>
            <a:lstStyle/>
            <a:p/>
          </p:txBody>
        </p:sp>
        <p:sp>
          <p:nvSpPr>
            <p:cNvPr id="3093" name="pl3092"/>
            <p:cNvSpPr/>
            <p:nvPr/>
          </p:nvSpPr>
          <p:spPr>
            <a:xfrm>
              <a:off x="10524748" y="4051309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4" name="tx3093"/>
            <p:cNvSpPr/>
            <p:nvPr/>
          </p:nvSpPr>
          <p:spPr>
            <a:xfrm>
              <a:off x="10804500" y="3559674"/>
              <a:ext cx="440481" cy="100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SD of 3</a:t>
              </a:r>
            </a:p>
          </p:txBody>
        </p:sp>
        <p:sp>
          <p:nvSpPr>
            <p:cNvPr id="3095" name="tx3094"/>
            <p:cNvSpPr/>
            <p:nvPr/>
          </p:nvSpPr>
          <p:spPr>
            <a:xfrm>
              <a:off x="10804500" y="3779130"/>
              <a:ext cx="440481" cy="100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SD of 5</a:t>
              </a:r>
            </a:p>
          </p:txBody>
        </p:sp>
        <p:sp>
          <p:nvSpPr>
            <p:cNvPr id="3096" name="tx3095"/>
            <p:cNvSpPr/>
            <p:nvPr/>
          </p:nvSpPr>
          <p:spPr>
            <a:xfrm>
              <a:off x="10804500" y="3998586"/>
              <a:ext cx="440481" cy="100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SD of 7</a:t>
              </a:r>
            </a:p>
          </p:txBody>
        </p:sp>
        <p:sp>
          <p:nvSpPr>
            <p:cNvPr id="3097" name="tx3096"/>
            <p:cNvSpPr/>
            <p:nvPr/>
          </p:nvSpPr>
          <p:spPr>
            <a:xfrm>
              <a:off x="773555" y="1136452"/>
              <a:ext cx="2074068" cy="1553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Model-based regression line</a:t>
              </a:r>
            </a:p>
          </p:txBody>
        </p:sp>
        <p:sp>
          <p:nvSpPr>
            <p:cNvPr id="3098" name="tx3097"/>
            <p:cNvSpPr/>
            <p:nvPr/>
          </p:nvSpPr>
          <p:spPr>
            <a:xfrm>
              <a:off x="773555" y="863410"/>
              <a:ext cx="3182592" cy="18389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5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56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Experiment 4 - Experience condition</a:t>
              </a:r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p:ph/>
          </p:nvPr>
        </p:nvSpPr>
        <p:spPr>
          <a:xfrm>
            <a:off x="274320" y="182880"/>
            <a:ext cx="11430000" cy="457200"/>
          </a:xfrm>
        </p:spPr>
        <p:txBody>
          <a:bodyPr/>
          <a:lstStyle/>
          <a:p>
            <a:r>
              <a:rPr/>
              <a:t>Exp 4 - Average reverse Galton</a:t>
            </a:r>
          </a:p>
        </p:txBody>
      </p:sp>
      <p:grpSp xmlns:pic="http://schemas.openxmlformats.org/drawingml/2006/picture">
        <p:nvGrpSpPr>
          <p:cNvPr id="3" name=""/>
          <p:cNvGrpSpPr/>
          <p:nvPr/>
        </p:nvGrpSpPr>
        <p:grpSpPr>
          <a:xfrm>
            <a:off x="274320" y="822960"/>
            <a:ext cx="11430000" cy="5669280"/>
            <a:chOff x="274320" y="822960"/>
            <a:chExt cx="11430000" cy="5669280"/>
          </a:xfrm>
        </p:grpSpPr>
        <p:sp>
          <p:nvSpPr>
            <p:cNvPr id="4" name="rc3"/>
            <p:cNvSpPr/>
            <p:nvPr/>
          </p:nvSpPr>
          <p:spPr>
            <a:xfrm>
              <a:off x="274320" y="822960"/>
              <a:ext cx="1143000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4"/>
            <p:cNvSpPr/>
            <p:nvPr/>
          </p:nvSpPr>
          <p:spPr>
            <a:xfrm>
              <a:off x="274320" y="822960"/>
              <a:ext cx="1143000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7246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rc5"/>
            <p:cNvSpPr/>
            <p:nvPr/>
          </p:nvSpPr>
          <p:spPr>
            <a:xfrm>
              <a:off x="824706" y="1832523"/>
              <a:ext cx="3213997" cy="413020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6"/>
            <p:cNvSpPr/>
            <p:nvPr/>
          </p:nvSpPr>
          <p:spPr>
            <a:xfrm>
              <a:off x="1648566" y="3984272"/>
              <a:ext cx="1566275" cy="1790717"/>
            </a:xfrm>
            <a:custGeom>
              <a:avLst/>
              <a:pathLst>
                <a:path w="1566275" h="1790717">
                  <a:moveTo>
                    <a:pt x="0" y="1790717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7"/>
            <p:cNvSpPr/>
            <p:nvPr/>
          </p:nvSpPr>
          <p:spPr>
            <a:xfrm>
              <a:off x="1648566" y="4698633"/>
              <a:ext cx="1566275" cy="1001261"/>
            </a:xfrm>
            <a:custGeom>
              <a:avLst/>
              <a:pathLst>
                <a:path w="1566275" h="1001261">
                  <a:moveTo>
                    <a:pt x="0" y="1001261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8"/>
            <p:cNvSpPr/>
            <p:nvPr/>
          </p:nvSpPr>
          <p:spPr>
            <a:xfrm>
              <a:off x="1648566" y="4573476"/>
              <a:ext cx="1566275" cy="1051324"/>
            </a:xfrm>
            <a:custGeom>
              <a:avLst/>
              <a:pathLst>
                <a:path w="1566275" h="1051324">
                  <a:moveTo>
                    <a:pt x="0" y="1051324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9"/>
            <p:cNvSpPr/>
            <p:nvPr/>
          </p:nvSpPr>
          <p:spPr>
            <a:xfrm>
              <a:off x="1648566" y="4573476"/>
              <a:ext cx="1566275" cy="976229"/>
            </a:xfrm>
            <a:custGeom>
              <a:avLst/>
              <a:pathLst>
                <a:path w="1566275" h="976229">
                  <a:moveTo>
                    <a:pt x="0" y="976229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0"/>
            <p:cNvSpPr/>
            <p:nvPr/>
          </p:nvSpPr>
          <p:spPr>
            <a:xfrm>
              <a:off x="1648566" y="4506725"/>
              <a:ext cx="1566275" cy="967885"/>
            </a:xfrm>
            <a:custGeom>
              <a:avLst/>
              <a:pathLst>
                <a:path w="1566275" h="967885">
                  <a:moveTo>
                    <a:pt x="0" y="967885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1"/>
            <p:cNvSpPr/>
            <p:nvPr/>
          </p:nvSpPr>
          <p:spPr>
            <a:xfrm>
              <a:off x="1648566" y="4498381"/>
              <a:ext cx="1566275" cy="901135"/>
            </a:xfrm>
            <a:custGeom>
              <a:avLst/>
              <a:pathLst>
                <a:path w="1566275" h="901135">
                  <a:moveTo>
                    <a:pt x="0" y="901135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2"/>
            <p:cNvSpPr/>
            <p:nvPr/>
          </p:nvSpPr>
          <p:spPr>
            <a:xfrm>
              <a:off x="1648566" y="4409380"/>
              <a:ext cx="1566275" cy="915041"/>
            </a:xfrm>
            <a:custGeom>
              <a:avLst/>
              <a:pathLst>
                <a:path w="1566275" h="915041">
                  <a:moveTo>
                    <a:pt x="0" y="915041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3"/>
            <p:cNvSpPr/>
            <p:nvPr/>
          </p:nvSpPr>
          <p:spPr>
            <a:xfrm>
              <a:off x="1648566" y="4557384"/>
              <a:ext cx="1566275" cy="691943"/>
            </a:xfrm>
            <a:custGeom>
              <a:avLst/>
              <a:pathLst>
                <a:path w="1566275" h="691943">
                  <a:moveTo>
                    <a:pt x="0" y="691943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4"/>
            <p:cNvSpPr/>
            <p:nvPr/>
          </p:nvSpPr>
          <p:spPr>
            <a:xfrm>
              <a:off x="1648566" y="4500527"/>
              <a:ext cx="1566275" cy="673705"/>
            </a:xfrm>
            <a:custGeom>
              <a:avLst/>
              <a:pathLst>
                <a:path w="1566275" h="673705">
                  <a:moveTo>
                    <a:pt x="0" y="673705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5"/>
            <p:cNvSpPr/>
            <p:nvPr/>
          </p:nvSpPr>
          <p:spPr>
            <a:xfrm>
              <a:off x="1648566" y="4498381"/>
              <a:ext cx="1566275" cy="600756"/>
            </a:xfrm>
            <a:custGeom>
              <a:avLst/>
              <a:pathLst>
                <a:path w="1566275" h="600756">
                  <a:moveTo>
                    <a:pt x="0" y="600756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6"/>
            <p:cNvSpPr/>
            <p:nvPr/>
          </p:nvSpPr>
          <p:spPr>
            <a:xfrm>
              <a:off x="1648566" y="4462007"/>
              <a:ext cx="1566275" cy="562036"/>
            </a:xfrm>
            <a:custGeom>
              <a:avLst/>
              <a:pathLst>
                <a:path w="1566275" h="562036">
                  <a:moveTo>
                    <a:pt x="0" y="562036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7"/>
            <p:cNvSpPr/>
            <p:nvPr/>
          </p:nvSpPr>
          <p:spPr>
            <a:xfrm>
              <a:off x="1648566" y="4518049"/>
              <a:ext cx="1566275" cy="430899"/>
            </a:xfrm>
            <a:custGeom>
              <a:avLst/>
              <a:pathLst>
                <a:path w="1566275" h="430899">
                  <a:moveTo>
                    <a:pt x="0" y="430899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8"/>
            <p:cNvSpPr/>
            <p:nvPr/>
          </p:nvSpPr>
          <p:spPr>
            <a:xfrm>
              <a:off x="1648566" y="4402967"/>
              <a:ext cx="1566275" cy="470887"/>
            </a:xfrm>
            <a:custGeom>
              <a:avLst/>
              <a:pathLst>
                <a:path w="1566275" h="470887">
                  <a:moveTo>
                    <a:pt x="0" y="470887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19"/>
            <p:cNvSpPr/>
            <p:nvPr/>
          </p:nvSpPr>
          <p:spPr>
            <a:xfrm>
              <a:off x="1648566" y="4380375"/>
              <a:ext cx="1566275" cy="418384"/>
            </a:xfrm>
            <a:custGeom>
              <a:avLst/>
              <a:pathLst>
                <a:path w="1566275" h="418384">
                  <a:moveTo>
                    <a:pt x="0" y="418384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0"/>
            <p:cNvSpPr/>
            <p:nvPr/>
          </p:nvSpPr>
          <p:spPr>
            <a:xfrm>
              <a:off x="1648566" y="4405240"/>
              <a:ext cx="1566275" cy="318424"/>
            </a:xfrm>
            <a:custGeom>
              <a:avLst/>
              <a:pathLst>
                <a:path w="1566275" h="318424">
                  <a:moveTo>
                    <a:pt x="0" y="318424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1"/>
            <p:cNvSpPr/>
            <p:nvPr/>
          </p:nvSpPr>
          <p:spPr>
            <a:xfrm>
              <a:off x="1648566" y="4367661"/>
              <a:ext cx="1566275" cy="280909"/>
            </a:xfrm>
            <a:custGeom>
              <a:avLst/>
              <a:pathLst>
                <a:path w="1566275" h="280909">
                  <a:moveTo>
                    <a:pt x="0" y="280909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2"/>
            <p:cNvSpPr/>
            <p:nvPr/>
          </p:nvSpPr>
          <p:spPr>
            <a:xfrm>
              <a:off x="1648566" y="4343870"/>
              <a:ext cx="1566275" cy="229605"/>
            </a:xfrm>
            <a:custGeom>
              <a:avLst/>
              <a:pathLst>
                <a:path w="1566275" h="229605">
                  <a:moveTo>
                    <a:pt x="0" y="229605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3"/>
            <p:cNvSpPr/>
            <p:nvPr/>
          </p:nvSpPr>
          <p:spPr>
            <a:xfrm>
              <a:off x="1648566" y="4269038"/>
              <a:ext cx="1566275" cy="229342"/>
            </a:xfrm>
            <a:custGeom>
              <a:avLst/>
              <a:pathLst>
                <a:path w="1566275" h="229342">
                  <a:moveTo>
                    <a:pt x="0" y="229342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4"/>
            <p:cNvSpPr/>
            <p:nvPr/>
          </p:nvSpPr>
          <p:spPr>
            <a:xfrm>
              <a:off x="1648566" y="4211040"/>
              <a:ext cx="1566275" cy="212246"/>
            </a:xfrm>
            <a:custGeom>
              <a:avLst/>
              <a:pathLst>
                <a:path w="1566275" h="212246">
                  <a:moveTo>
                    <a:pt x="0" y="212246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5"/>
            <p:cNvSpPr/>
            <p:nvPr/>
          </p:nvSpPr>
          <p:spPr>
            <a:xfrm>
              <a:off x="1648566" y="4202582"/>
              <a:ext cx="1566275" cy="145610"/>
            </a:xfrm>
            <a:custGeom>
              <a:avLst/>
              <a:pathLst>
                <a:path w="1566275" h="145610">
                  <a:moveTo>
                    <a:pt x="0" y="145610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6"/>
            <p:cNvSpPr/>
            <p:nvPr/>
          </p:nvSpPr>
          <p:spPr>
            <a:xfrm>
              <a:off x="1648566" y="4158310"/>
              <a:ext cx="1566275" cy="114787"/>
            </a:xfrm>
            <a:custGeom>
              <a:avLst/>
              <a:pathLst>
                <a:path w="1566275" h="114787">
                  <a:moveTo>
                    <a:pt x="0" y="114787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7"/>
            <p:cNvSpPr/>
            <p:nvPr/>
          </p:nvSpPr>
          <p:spPr>
            <a:xfrm>
              <a:off x="1648566" y="4050770"/>
              <a:ext cx="1566275" cy="147232"/>
            </a:xfrm>
            <a:custGeom>
              <a:avLst/>
              <a:pathLst>
                <a:path w="1566275" h="147232">
                  <a:moveTo>
                    <a:pt x="0" y="147232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8"/>
            <p:cNvSpPr/>
            <p:nvPr/>
          </p:nvSpPr>
          <p:spPr>
            <a:xfrm>
              <a:off x="1648566" y="3977725"/>
              <a:ext cx="1566275" cy="145182"/>
            </a:xfrm>
            <a:custGeom>
              <a:avLst/>
              <a:pathLst>
                <a:path w="1566275" h="145182">
                  <a:moveTo>
                    <a:pt x="0" y="145182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29"/>
            <p:cNvSpPr/>
            <p:nvPr/>
          </p:nvSpPr>
          <p:spPr>
            <a:xfrm>
              <a:off x="1648566" y="3943237"/>
              <a:ext cx="1566275" cy="104576"/>
            </a:xfrm>
            <a:custGeom>
              <a:avLst/>
              <a:pathLst>
                <a:path w="1566275" h="104576">
                  <a:moveTo>
                    <a:pt x="0" y="104576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0"/>
            <p:cNvSpPr/>
            <p:nvPr/>
          </p:nvSpPr>
          <p:spPr>
            <a:xfrm>
              <a:off x="1648566" y="3911903"/>
              <a:ext cx="1566275" cy="60816"/>
            </a:xfrm>
            <a:custGeom>
              <a:avLst/>
              <a:pathLst>
                <a:path w="1566275" h="60816">
                  <a:moveTo>
                    <a:pt x="0" y="60816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1"/>
            <p:cNvSpPr/>
            <p:nvPr/>
          </p:nvSpPr>
          <p:spPr>
            <a:xfrm>
              <a:off x="1648566" y="3832743"/>
              <a:ext cx="1566275" cy="64881"/>
            </a:xfrm>
            <a:custGeom>
              <a:avLst/>
              <a:pathLst>
                <a:path w="1566275" h="64881">
                  <a:moveTo>
                    <a:pt x="0" y="64881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2"/>
            <p:cNvSpPr/>
            <p:nvPr/>
          </p:nvSpPr>
          <p:spPr>
            <a:xfrm>
              <a:off x="1648566" y="3808876"/>
              <a:ext cx="1566275" cy="13653"/>
            </a:xfrm>
            <a:custGeom>
              <a:avLst/>
              <a:pathLst>
                <a:path w="1566275" h="13653">
                  <a:moveTo>
                    <a:pt x="0" y="13653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3"/>
            <p:cNvSpPr/>
            <p:nvPr/>
          </p:nvSpPr>
          <p:spPr>
            <a:xfrm>
              <a:off x="1648566" y="3746434"/>
              <a:ext cx="1566275" cy="1001"/>
            </a:xfrm>
            <a:custGeom>
              <a:avLst/>
              <a:pathLst>
                <a:path w="1566275" h="1001">
                  <a:moveTo>
                    <a:pt x="0" y="1001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4"/>
            <p:cNvSpPr/>
            <p:nvPr/>
          </p:nvSpPr>
          <p:spPr>
            <a:xfrm>
              <a:off x="1648566" y="3672340"/>
              <a:ext cx="1566275" cy="45189"/>
            </a:xfrm>
            <a:custGeom>
              <a:avLst/>
              <a:pathLst>
                <a:path w="1566275" h="45189">
                  <a:moveTo>
                    <a:pt x="0" y="0"/>
                  </a:moveTo>
                  <a:lnTo>
                    <a:pt x="1566275" y="45189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5"/>
            <p:cNvSpPr/>
            <p:nvPr/>
          </p:nvSpPr>
          <p:spPr>
            <a:xfrm>
              <a:off x="1648566" y="3597246"/>
              <a:ext cx="1566275" cy="48383"/>
            </a:xfrm>
            <a:custGeom>
              <a:avLst/>
              <a:pathLst>
                <a:path w="1566275" h="48383">
                  <a:moveTo>
                    <a:pt x="0" y="0"/>
                  </a:moveTo>
                  <a:lnTo>
                    <a:pt x="1566275" y="48383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6"/>
            <p:cNvSpPr/>
            <p:nvPr/>
          </p:nvSpPr>
          <p:spPr>
            <a:xfrm>
              <a:off x="1648566" y="3522151"/>
              <a:ext cx="1566275" cy="58857"/>
            </a:xfrm>
            <a:custGeom>
              <a:avLst/>
              <a:pathLst>
                <a:path w="1566275" h="58857">
                  <a:moveTo>
                    <a:pt x="0" y="0"/>
                  </a:moveTo>
                  <a:lnTo>
                    <a:pt x="1566275" y="58857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7"/>
            <p:cNvSpPr/>
            <p:nvPr/>
          </p:nvSpPr>
          <p:spPr>
            <a:xfrm>
              <a:off x="1648566" y="3447057"/>
              <a:ext cx="1566275" cy="126209"/>
            </a:xfrm>
            <a:custGeom>
              <a:avLst/>
              <a:pathLst>
                <a:path w="1566275" h="126209">
                  <a:moveTo>
                    <a:pt x="0" y="0"/>
                  </a:moveTo>
                  <a:lnTo>
                    <a:pt x="1566275" y="126209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8"/>
            <p:cNvSpPr/>
            <p:nvPr/>
          </p:nvSpPr>
          <p:spPr>
            <a:xfrm>
              <a:off x="1648566" y="3371962"/>
              <a:ext cx="1566275" cy="173567"/>
            </a:xfrm>
            <a:custGeom>
              <a:avLst/>
              <a:pathLst>
                <a:path w="1566275" h="173567">
                  <a:moveTo>
                    <a:pt x="0" y="0"/>
                  </a:moveTo>
                  <a:lnTo>
                    <a:pt x="1566275" y="173567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39"/>
            <p:cNvSpPr/>
            <p:nvPr/>
          </p:nvSpPr>
          <p:spPr>
            <a:xfrm>
              <a:off x="1648566" y="3296867"/>
              <a:ext cx="1566275" cy="245679"/>
            </a:xfrm>
            <a:custGeom>
              <a:avLst/>
              <a:pathLst>
                <a:path w="1566275" h="245679">
                  <a:moveTo>
                    <a:pt x="0" y="0"/>
                  </a:moveTo>
                  <a:lnTo>
                    <a:pt x="1566275" y="245679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0"/>
            <p:cNvSpPr/>
            <p:nvPr/>
          </p:nvSpPr>
          <p:spPr>
            <a:xfrm>
              <a:off x="1648566" y="3221773"/>
              <a:ext cx="1566275" cy="248589"/>
            </a:xfrm>
            <a:custGeom>
              <a:avLst/>
              <a:pathLst>
                <a:path w="1566275" h="248589">
                  <a:moveTo>
                    <a:pt x="0" y="0"/>
                  </a:moveTo>
                  <a:lnTo>
                    <a:pt x="1566275" y="248589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1"/>
            <p:cNvSpPr/>
            <p:nvPr/>
          </p:nvSpPr>
          <p:spPr>
            <a:xfrm>
              <a:off x="1648566" y="3146678"/>
              <a:ext cx="1566275" cy="269784"/>
            </a:xfrm>
            <a:custGeom>
              <a:avLst/>
              <a:pathLst>
                <a:path w="1566275" h="269784">
                  <a:moveTo>
                    <a:pt x="0" y="0"/>
                  </a:moveTo>
                  <a:lnTo>
                    <a:pt x="1566275" y="269784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2"/>
            <p:cNvSpPr/>
            <p:nvPr/>
          </p:nvSpPr>
          <p:spPr>
            <a:xfrm>
              <a:off x="1648566" y="3071584"/>
              <a:ext cx="1566275" cy="345435"/>
            </a:xfrm>
            <a:custGeom>
              <a:avLst/>
              <a:pathLst>
                <a:path w="1566275" h="345435">
                  <a:moveTo>
                    <a:pt x="0" y="0"/>
                  </a:moveTo>
                  <a:lnTo>
                    <a:pt x="1566275" y="345435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3"/>
            <p:cNvSpPr/>
            <p:nvPr/>
          </p:nvSpPr>
          <p:spPr>
            <a:xfrm>
              <a:off x="1648566" y="2996489"/>
              <a:ext cx="1566275" cy="413854"/>
            </a:xfrm>
            <a:custGeom>
              <a:avLst/>
              <a:pathLst>
                <a:path w="1566275" h="413854">
                  <a:moveTo>
                    <a:pt x="0" y="0"/>
                  </a:moveTo>
                  <a:lnTo>
                    <a:pt x="1566275" y="413854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4"/>
            <p:cNvSpPr/>
            <p:nvPr/>
          </p:nvSpPr>
          <p:spPr>
            <a:xfrm>
              <a:off x="1648566" y="2921394"/>
              <a:ext cx="1566275" cy="487406"/>
            </a:xfrm>
            <a:custGeom>
              <a:avLst/>
              <a:pathLst>
                <a:path w="1566275" h="487406">
                  <a:moveTo>
                    <a:pt x="0" y="0"/>
                  </a:moveTo>
                  <a:lnTo>
                    <a:pt x="1566275" y="487406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5"/>
            <p:cNvSpPr/>
            <p:nvPr/>
          </p:nvSpPr>
          <p:spPr>
            <a:xfrm>
              <a:off x="1648566" y="2846300"/>
              <a:ext cx="1566275" cy="538177"/>
            </a:xfrm>
            <a:custGeom>
              <a:avLst/>
              <a:pathLst>
                <a:path w="1566275" h="538177">
                  <a:moveTo>
                    <a:pt x="0" y="0"/>
                  </a:moveTo>
                  <a:lnTo>
                    <a:pt x="1566275" y="538177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6"/>
            <p:cNvSpPr/>
            <p:nvPr/>
          </p:nvSpPr>
          <p:spPr>
            <a:xfrm>
              <a:off x="1648566" y="2771205"/>
              <a:ext cx="1566275" cy="624470"/>
            </a:xfrm>
            <a:custGeom>
              <a:avLst/>
              <a:pathLst>
                <a:path w="1566275" h="624470">
                  <a:moveTo>
                    <a:pt x="0" y="0"/>
                  </a:moveTo>
                  <a:lnTo>
                    <a:pt x="1566275" y="62447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7"/>
            <p:cNvSpPr/>
            <p:nvPr/>
          </p:nvSpPr>
          <p:spPr>
            <a:xfrm>
              <a:off x="1648566" y="2696111"/>
              <a:ext cx="1566275" cy="728417"/>
            </a:xfrm>
            <a:custGeom>
              <a:avLst/>
              <a:pathLst>
                <a:path w="1566275" h="728417">
                  <a:moveTo>
                    <a:pt x="0" y="0"/>
                  </a:moveTo>
                  <a:lnTo>
                    <a:pt x="1566275" y="728417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8"/>
            <p:cNvSpPr/>
            <p:nvPr/>
          </p:nvSpPr>
          <p:spPr>
            <a:xfrm>
              <a:off x="1648566" y="2621016"/>
              <a:ext cx="1566275" cy="659759"/>
            </a:xfrm>
            <a:custGeom>
              <a:avLst/>
              <a:pathLst>
                <a:path w="1566275" h="659759">
                  <a:moveTo>
                    <a:pt x="0" y="0"/>
                  </a:moveTo>
                  <a:lnTo>
                    <a:pt x="1566275" y="659759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49"/>
            <p:cNvSpPr/>
            <p:nvPr/>
          </p:nvSpPr>
          <p:spPr>
            <a:xfrm>
              <a:off x="1648566" y="2545921"/>
              <a:ext cx="1566275" cy="732172"/>
            </a:xfrm>
            <a:custGeom>
              <a:avLst/>
              <a:pathLst>
                <a:path w="1566275" h="732172">
                  <a:moveTo>
                    <a:pt x="0" y="0"/>
                  </a:moveTo>
                  <a:lnTo>
                    <a:pt x="1566275" y="732172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0"/>
            <p:cNvSpPr/>
            <p:nvPr/>
          </p:nvSpPr>
          <p:spPr>
            <a:xfrm>
              <a:off x="1648566" y="2470827"/>
              <a:ext cx="1566275" cy="743436"/>
            </a:xfrm>
            <a:custGeom>
              <a:avLst/>
              <a:pathLst>
                <a:path w="1566275" h="743436">
                  <a:moveTo>
                    <a:pt x="0" y="0"/>
                  </a:moveTo>
                  <a:lnTo>
                    <a:pt x="1566275" y="743436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1"/>
            <p:cNvSpPr/>
            <p:nvPr/>
          </p:nvSpPr>
          <p:spPr>
            <a:xfrm>
              <a:off x="1648566" y="2395732"/>
              <a:ext cx="1566275" cy="1013777"/>
            </a:xfrm>
            <a:custGeom>
              <a:avLst/>
              <a:pathLst>
                <a:path w="1566275" h="1013777">
                  <a:moveTo>
                    <a:pt x="0" y="0"/>
                  </a:moveTo>
                  <a:lnTo>
                    <a:pt x="1566275" y="1013777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2"/>
            <p:cNvSpPr/>
            <p:nvPr/>
          </p:nvSpPr>
          <p:spPr>
            <a:xfrm>
              <a:off x="1648566" y="2320638"/>
              <a:ext cx="1566275" cy="983739"/>
            </a:xfrm>
            <a:custGeom>
              <a:avLst/>
              <a:pathLst>
                <a:path w="1566275" h="983739">
                  <a:moveTo>
                    <a:pt x="0" y="0"/>
                  </a:moveTo>
                  <a:lnTo>
                    <a:pt x="1566275" y="983739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3"/>
            <p:cNvSpPr/>
            <p:nvPr/>
          </p:nvSpPr>
          <p:spPr>
            <a:xfrm>
              <a:off x="1648566" y="2170448"/>
              <a:ext cx="1566275" cy="1116406"/>
            </a:xfrm>
            <a:custGeom>
              <a:avLst/>
              <a:pathLst>
                <a:path w="1566275" h="1116406">
                  <a:moveTo>
                    <a:pt x="0" y="0"/>
                  </a:moveTo>
                  <a:lnTo>
                    <a:pt x="1566275" y="1116406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t54"/>
            <p:cNvSpPr/>
            <p:nvPr/>
          </p:nvSpPr>
          <p:spPr>
            <a:xfrm>
              <a:off x="1627806" y="575422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t55"/>
            <p:cNvSpPr/>
            <p:nvPr/>
          </p:nvSpPr>
          <p:spPr>
            <a:xfrm>
              <a:off x="1627806" y="567913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t56"/>
            <p:cNvSpPr/>
            <p:nvPr/>
          </p:nvSpPr>
          <p:spPr>
            <a:xfrm>
              <a:off x="1627806" y="560403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t57"/>
            <p:cNvSpPr/>
            <p:nvPr/>
          </p:nvSpPr>
          <p:spPr>
            <a:xfrm>
              <a:off x="1627806" y="552894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t58"/>
            <p:cNvSpPr/>
            <p:nvPr/>
          </p:nvSpPr>
          <p:spPr>
            <a:xfrm>
              <a:off x="1627806" y="545385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t59"/>
            <p:cNvSpPr/>
            <p:nvPr/>
          </p:nvSpPr>
          <p:spPr>
            <a:xfrm>
              <a:off x="1627806" y="537875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t60"/>
            <p:cNvSpPr/>
            <p:nvPr/>
          </p:nvSpPr>
          <p:spPr>
            <a:xfrm>
              <a:off x="1627806" y="530366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t61"/>
            <p:cNvSpPr/>
            <p:nvPr/>
          </p:nvSpPr>
          <p:spPr>
            <a:xfrm>
              <a:off x="1627806" y="522856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t62"/>
            <p:cNvSpPr/>
            <p:nvPr/>
          </p:nvSpPr>
          <p:spPr>
            <a:xfrm>
              <a:off x="1627806" y="515347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t63"/>
            <p:cNvSpPr/>
            <p:nvPr/>
          </p:nvSpPr>
          <p:spPr>
            <a:xfrm>
              <a:off x="1627806" y="507837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t64"/>
            <p:cNvSpPr/>
            <p:nvPr/>
          </p:nvSpPr>
          <p:spPr>
            <a:xfrm>
              <a:off x="1627806" y="500328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t65"/>
            <p:cNvSpPr/>
            <p:nvPr/>
          </p:nvSpPr>
          <p:spPr>
            <a:xfrm>
              <a:off x="1627806" y="492818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t66"/>
            <p:cNvSpPr/>
            <p:nvPr/>
          </p:nvSpPr>
          <p:spPr>
            <a:xfrm>
              <a:off x="1627806" y="485309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t67"/>
            <p:cNvSpPr/>
            <p:nvPr/>
          </p:nvSpPr>
          <p:spPr>
            <a:xfrm>
              <a:off x="1627806" y="477799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t68"/>
            <p:cNvSpPr/>
            <p:nvPr/>
          </p:nvSpPr>
          <p:spPr>
            <a:xfrm>
              <a:off x="1627806" y="470290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t69"/>
            <p:cNvSpPr/>
            <p:nvPr/>
          </p:nvSpPr>
          <p:spPr>
            <a:xfrm>
              <a:off x="1627806" y="462780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t70"/>
            <p:cNvSpPr/>
            <p:nvPr/>
          </p:nvSpPr>
          <p:spPr>
            <a:xfrm>
              <a:off x="1627806" y="455271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t71"/>
            <p:cNvSpPr/>
            <p:nvPr/>
          </p:nvSpPr>
          <p:spPr>
            <a:xfrm>
              <a:off x="1627806" y="447762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t72"/>
            <p:cNvSpPr/>
            <p:nvPr/>
          </p:nvSpPr>
          <p:spPr>
            <a:xfrm>
              <a:off x="1627806" y="440252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t73"/>
            <p:cNvSpPr/>
            <p:nvPr/>
          </p:nvSpPr>
          <p:spPr>
            <a:xfrm>
              <a:off x="1627806" y="432743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t74"/>
            <p:cNvSpPr/>
            <p:nvPr/>
          </p:nvSpPr>
          <p:spPr>
            <a:xfrm>
              <a:off x="1627806" y="425233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t75"/>
            <p:cNvSpPr/>
            <p:nvPr/>
          </p:nvSpPr>
          <p:spPr>
            <a:xfrm>
              <a:off x="1627806" y="417724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t76"/>
            <p:cNvSpPr/>
            <p:nvPr/>
          </p:nvSpPr>
          <p:spPr>
            <a:xfrm>
              <a:off x="1627806" y="410214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t77"/>
            <p:cNvSpPr/>
            <p:nvPr/>
          </p:nvSpPr>
          <p:spPr>
            <a:xfrm>
              <a:off x="1627806" y="402705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t78"/>
            <p:cNvSpPr/>
            <p:nvPr/>
          </p:nvSpPr>
          <p:spPr>
            <a:xfrm>
              <a:off x="1627806" y="395195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t79"/>
            <p:cNvSpPr/>
            <p:nvPr/>
          </p:nvSpPr>
          <p:spPr>
            <a:xfrm>
              <a:off x="1627806" y="387686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t80"/>
            <p:cNvSpPr/>
            <p:nvPr/>
          </p:nvSpPr>
          <p:spPr>
            <a:xfrm>
              <a:off x="1627806" y="380176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t81"/>
            <p:cNvSpPr/>
            <p:nvPr/>
          </p:nvSpPr>
          <p:spPr>
            <a:xfrm>
              <a:off x="1627806" y="372667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t82"/>
            <p:cNvSpPr/>
            <p:nvPr/>
          </p:nvSpPr>
          <p:spPr>
            <a:xfrm>
              <a:off x="1627806" y="365158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t83"/>
            <p:cNvSpPr/>
            <p:nvPr/>
          </p:nvSpPr>
          <p:spPr>
            <a:xfrm>
              <a:off x="1627806" y="357648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t84"/>
            <p:cNvSpPr/>
            <p:nvPr/>
          </p:nvSpPr>
          <p:spPr>
            <a:xfrm>
              <a:off x="1627806" y="350139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t85"/>
            <p:cNvSpPr/>
            <p:nvPr/>
          </p:nvSpPr>
          <p:spPr>
            <a:xfrm>
              <a:off x="1627806" y="342629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t86"/>
            <p:cNvSpPr/>
            <p:nvPr/>
          </p:nvSpPr>
          <p:spPr>
            <a:xfrm>
              <a:off x="1627806" y="335120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t87"/>
            <p:cNvSpPr/>
            <p:nvPr/>
          </p:nvSpPr>
          <p:spPr>
            <a:xfrm>
              <a:off x="1627806" y="327610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t88"/>
            <p:cNvSpPr/>
            <p:nvPr/>
          </p:nvSpPr>
          <p:spPr>
            <a:xfrm>
              <a:off x="1627806" y="320101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t89"/>
            <p:cNvSpPr/>
            <p:nvPr/>
          </p:nvSpPr>
          <p:spPr>
            <a:xfrm>
              <a:off x="1627806" y="312591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t90"/>
            <p:cNvSpPr/>
            <p:nvPr/>
          </p:nvSpPr>
          <p:spPr>
            <a:xfrm>
              <a:off x="1627806" y="305082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t91"/>
            <p:cNvSpPr/>
            <p:nvPr/>
          </p:nvSpPr>
          <p:spPr>
            <a:xfrm>
              <a:off x="1627806" y="297572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t92"/>
            <p:cNvSpPr/>
            <p:nvPr/>
          </p:nvSpPr>
          <p:spPr>
            <a:xfrm>
              <a:off x="1627806" y="290063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t93"/>
            <p:cNvSpPr/>
            <p:nvPr/>
          </p:nvSpPr>
          <p:spPr>
            <a:xfrm>
              <a:off x="1627806" y="282553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t94"/>
            <p:cNvSpPr/>
            <p:nvPr/>
          </p:nvSpPr>
          <p:spPr>
            <a:xfrm>
              <a:off x="1627806" y="275044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t95"/>
            <p:cNvSpPr/>
            <p:nvPr/>
          </p:nvSpPr>
          <p:spPr>
            <a:xfrm>
              <a:off x="1627806" y="267535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t96"/>
            <p:cNvSpPr/>
            <p:nvPr/>
          </p:nvSpPr>
          <p:spPr>
            <a:xfrm>
              <a:off x="1627806" y="260025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t97"/>
            <p:cNvSpPr/>
            <p:nvPr/>
          </p:nvSpPr>
          <p:spPr>
            <a:xfrm>
              <a:off x="1627806" y="252516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t98"/>
            <p:cNvSpPr/>
            <p:nvPr/>
          </p:nvSpPr>
          <p:spPr>
            <a:xfrm>
              <a:off x="1627806" y="245006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t99"/>
            <p:cNvSpPr/>
            <p:nvPr/>
          </p:nvSpPr>
          <p:spPr>
            <a:xfrm>
              <a:off x="1627806" y="237497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t100"/>
            <p:cNvSpPr/>
            <p:nvPr/>
          </p:nvSpPr>
          <p:spPr>
            <a:xfrm>
              <a:off x="1627806" y="229987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t101"/>
            <p:cNvSpPr/>
            <p:nvPr/>
          </p:nvSpPr>
          <p:spPr>
            <a:xfrm>
              <a:off x="1627806" y="214968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t102"/>
            <p:cNvSpPr/>
            <p:nvPr/>
          </p:nvSpPr>
          <p:spPr>
            <a:xfrm>
              <a:off x="3190016" y="395944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t103"/>
            <p:cNvSpPr/>
            <p:nvPr/>
          </p:nvSpPr>
          <p:spPr>
            <a:xfrm>
              <a:off x="3190016" y="467380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t104"/>
            <p:cNvSpPr/>
            <p:nvPr/>
          </p:nvSpPr>
          <p:spPr>
            <a:xfrm>
              <a:off x="3190016" y="454865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t105"/>
            <p:cNvSpPr/>
            <p:nvPr/>
          </p:nvSpPr>
          <p:spPr>
            <a:xfrm>
              <a:off x="3190016" y="454865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t106"/>
            <p:cNvSpPr/>
            <p:nvPr/>
          </p:nvSpPr>
          <p:spPr>
            <a:xfrm>
              <a:off x="3190016" y="448189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t107"/>
            <p:cNvSpPr/>
            <p:nvPr/>
          </p:nvSpPr>
          <p:spPr>
            <a:xfrm>
              <a:off x="3190016" y="447355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t108"/>
            <p:cNvSpPr/>
            <p:nvPr/>
          </p:nvSpPr>
          <p:spPr>
            <a:xfrm>
              <a:off x="3190016" y="438455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t109"/>
            <p:cNvSpPr/>
            <p:nvPr/>
          </p:nvSpPr>
          <p:spPr>
            <a:xfrm>
              <a:off x="3190016" y="453255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t110"/>
            <p:cNvSpPr/>
            <p:nvPr/>
          </p:nvSpPr>
          <p:spPr>
            <a:xfrm>
              <a:off x="3190016" y="447570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t111"/>
            <p:cNvSpPr/>
            <p:nvPr/>
          </p:nvSpPr>
          <p:spPr>
            <a:xfrm>
              <a:off x="3190016" y="447355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t112"/>
            <p:cNvSpPr/>
            <p:nvPr/>
          </p:nvSpPr>
          <p:spPr>
            <a:xfrm>
              <a:off x="3190016" y="443718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t113"/>
            <p:cNvSpPr/>
            <p:nvPr/>
          </p:nvSpPr>
          <p:spPr>
            <a:xfrm>
              <a:off x="3190016" y="449322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t114"/>
            <p:cNvSpPr/>
            <p:nvPr/>
          </p:nvSpPr>
          <p:spPr>
            <a:xfrm>
              <a:off x="3190016" y="437814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t115"/>
            <p:cNvSpPr/>
            <p:nvPr/>
          </p:nvSpPr>
          <p:spPr>
            <a:xfrm>
              <a:off x="3190016" y="435554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t116"/>
            <p:cNvSpPr/>
            <p:nvPr/>
          </p:nvSpPr>
          <p:spPr>
            <a:xfrm>
              <a:off x="3190016" y="438041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t117"/>
            <p:cNvSpPr/>
            <p:nvPr/>
          </p:nvSpPr>
          <p:spPr>
            <a:xfrm>
              <a:off x="3190016" y="434283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t118"/>
            <p:cNvSpPr/>
            <p:nvPr/>
          </p:nvSpPr>
          <p:spPr>
            <a:xfrm>
              <a:off x="3190016" y="431904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t119"/>
            <p:cNvSpPr/>
            <p:nvPr/>
          </p:nvSpPr>
          <p:spPr>
            <a:xfrm>
              <a:off x="3190016" y="424421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t120"/>
            <p:cNvSpPr/>
            <p:nvPr/>
          </p:nvSpPr>
          <p:spPr>
            <a:xfrm>
              <a:off x="3190016" y="418621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t121"/>
            <p:cNvSpPr/>
            <p:nvPr/>
          </p:nvSpPr>
          <p:spPr>
            <a:xfrm>
              <a:off x="3190016" y="417775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t122"/>
            <p:cNvSpPr/>
            <p:nvPr/>
          </p:nvSpPr>
          <p:spPr>
            <a:xfrm>
              <a:off x="3190016" y="413348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t123"/>
            <p:cNvSpPr/>
            <p:nvPr/>
          </p:nvSpPr>
          <p:spPr>
            <a:xfrm>
              <a:off x="3190016" y="402594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t124"/>
            <p:cNvSpPr/>
            <p:nvPr/>
          </p:nvSpPr>
          <p:spPr>
            <a:xfrm>
              <a:off x="3190016" y="395289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t125"/>
            <p:cNvSpPr/>
            <p:nvPr/>
          </p:nvSpPr>
          <p:spPr>
            <a:xfrm>
              <a:off x="3190016" y="391841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t126"/>
            <p:cNvSpPr/>
            <p:nvPr/>
          </p:nvSpPr>
          <p:spPr>
            <a:xfrm>
              <a:off x="3190016" y="388707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t127"/>
            <p:cNvSpPr/>
            <p:nvPr/>
          </p:nvSpPr>
          <p:spPr>
            <a:xfrm>
              <a:off x="3190016" y="380791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t128"/>
            <p:cNvSpPr/>
            <p:nvPr/>
          </p:nvSpPr>
          <p:spPr>
            <a:xfrm>
              <a:off x="3190016" y="378405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t129"/>
            <p:cNvSpPr/>
            <p:nvPr/>
          </p:nvSpPr>
          <p:spPr>
            <a:xfrm>
              <a:off x="3190016" y="372160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t130"/>
            <p:cNvSpPr/>
            <p:nvPr/>
          </p:nvSpPr>
          <p:spPr>
            <a:xfrm>
              <a:off x="3190016" y="369270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t131"/>
            <p:cNvSpPr/>
            <p:nvPr/>
          </p:nvSpPr>
          <p:spPr>
            <a:xfrm>
              <a:off x="3190016" y="362080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t132"/>
            <p:cNvSpPr/>
            <p:nvPr/>
          </p:nvSpPr>
          <p:spPr>
            <a:xfrm>
              <a:off x="3190016" y="355618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t133"/>
            <p:cNvSpPr/>
            <p:nvPr/>
          </p:nvSpPr>
          <p:spPr>
            <a:xfrm>
              <a:off x="3190016" y="354844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t134"/>
            <p:cNvSpPr/>
            <p:nvPr/>
          </p:nvSpPr>
          <p:spPr>
            <a:xfrm>
              <a:off x="3190016" y="352070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t135"/>
            <p:cNvSpPr/>
            <p:nvPr/>
          </p:nvSpPr>
          <p:spPr>
            <a:xfrm>
              <a:off x="3190016" y="351772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t136"/>
            <p:cNvSpPr/>
            <p:nvPr/>
          </p:nvSpPr>
          <p:spPr>
            <a:xfrm>
              <a:off x="3190016" y="344553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t137"/>
            <p:cNvSpPr/>
            <p:nvPr/>
          </p:nvSpPr>
          <p:spPr>
            <a:xfrm>
              <a:off x="3190016" y="339163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t138"/>
            <p:cNvSpPr/>
            <p:nvPr/>
          </p:nvSpPr>
          <p:spPr>
            <a:xfrm>
              <a:off x="3190016" y="339219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t139"/>
            <p:cNvSpPr/>
            <p:nvPr/>
          </p:nvSpPr>
          <p:spPr>
            <a:xfrm>
              <a:off x="3190016" y="338551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t140"/>
            <p:cNvSpPr/>
            <p:nvPr/>
          </p:nvSpPr>
          <p:spPr>
            <a:xfrm>
              <a:off x="3190016" y="338397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t141"/>
            <p:cNvSpPr/>
            <p:nvPr/>
          </p:nvSpPr>
          <p:spPr>
            <a:xfrm>
              <a:off x="3190016" y="335965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t142"/>
            <p:cNvSpPr/>
            <p:nvPr/>
          </p:nvSpPr>
          <p:spPr>
            <a:xfrm>
              <a:off x="3190016" y="337085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t143"/>
            <p:cNvSpPr/>
            <p:nvPr/>
          </p:nvSpPr>
          <p:spPr>
            <a:xfrm>
              <a:off x="3190016" y="339970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t144"/>
            <p:cNvSpPr/>
            <p:nvPr/>
          </p:nvSpPr>
          <p:spPr>
            <a:xfrm>
              <a:off x="3190016" y="325595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t145"/>
            <p:cNvSpPr/>
            <p:nvPr/>
          </p:nvSpPr>
          <p:spPr>
            <a:xfrm>
              <a:off x="3190016" y="325326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t146"/>
            <p:cNvSpPr/>
            <p:nvPr/>
          </p:nvSpPr>
          <p:spPr>
            <a:xfrm>
              <a:off x="3190016" y="318943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t147"/>
            <p:cNvSpPr/>
            <p:nvPr/>
          </p:nvSpPr>
          <p:spPr>
            <a:xfrm>
              <a:off x="3190016" y="338468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t148"/>
            <p:cNvSpPr/>
            <p:nvPr/>
          </p:nvSpPr>
          <p:spPr>
            <a:xfrm>
              <a:off x="3190016" y="327955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t149"/>
            <p:cNvSpPr/>
            <p:nvPr/>
          </p:nvSpPr>
          <p:spPr>
            <a:xfrm>
              <a:off x="3190016" y="326202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l150"/>
            <p:cNvSpPr/>
            <p:nvPr/>
          </p:nvSpPr>
          <p:spPr>
            <a:xfrm>
              <a:off x="1648566" y="1832523"/>
              <a:ext cx="0" cy="4130202"/>
            </a:xfrm>
            <a:custGeom>
              <a:avLst/>
              <a:pathLst>
                <a:path w="0" h="4130202">
                  <a:moveTo>
                    <a:pt x="0" y="4130202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l151"/>
            <p:cNvSpPr/>
            <p:nvPr/>
          </p:nvSpPr>
          <p:spPr>
            <a:xfrm>
              <a:off x="3214842" y="1832523"/>
              <a:ext cx="0" cy="4130202"/>
            </a:xfrm>
            <a:custGeom>
              <a:avLst/>
              <a:pathLst>
                <a:path w="0" h="4130202">
                  <a:moveTo>
                    <a:pt x="0" y="4130202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l152"/>
            <p:cNvSpPr/>
            <p:nvPr/>
          </p:nvSpPr>
          <p:spPr>
            <a:xfrm>
              <a:off x="1625072" y="5024043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l153"/>
            <p:cNvSpPr/>
            <p:nvPr/>
          </p:nvSpPr>
          <p:spPr>
            <a:xfrm>
              <a:off x="1625072" y="4648570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l154"/>
            <p:cNvSpPr/>
            <p:nvPr/>
          </p:nvSpPr>
          <p:spPr>
            <a:xfrm>
              <a:off x="1625072" y="4273097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l155"/>
            <p:cNvSpPr/>
            <p:nvPr/>
          </p:nvSpPr>
          <p:spPr>
            <a:xfrm>
              <a:off x="1625072" y="3897624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l156"/>
            <p:cNvSpPr/>
            <p:nvPr/>
          </p:nvSpPr>
          <p:spPr>
            <a:xfrm>
              <a:off x="1625072" y="3522151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l157"/>
            <p:cNvSpPr/>
            <p:nvPr/>
          </p:nvSpPr>
          <p:spPr>
            <a:xfrm>
              <a:off x="1625072" y="3146678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l158"/>
            <p:cNvSpPr/>
            <p:nvPr/>
          </p:nvSpPr>
          <p:spPr>
            <a:xfrm>
              <a:off x="1625072" y="2771205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l159"/>
            <p:cNvSpPr/>
            <p:nvPr/>
          </p:nvSpPr>
          <p:spPr>
            <a:xfrm>
              <a:off x="3214842" y="5024043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l160"/>
            <p:cNvSpPr/>
            <p:nvPr/>
          </p:nvSpPr>
          <p:spPr>
            <a:xfrm>
              <a:off x="3214842" y="4648570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l161"/>
            <p:cNvSpPr/>
            <p:nvPr/>
          </p:nvSpPr>
          <p:spPr>
            <a:xfrm>
              <a:off x="3214842" y="4273097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l162"/>
            <p:cNvSpPr/>
            <p:nvPr/>
          </p:nvSpPr>
          <p:spPr>
            <a:xfrm>
              <a:off x="3214842" y="3897624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l163"/>
            <p:cNvSpPr/>
            <p:nvPr/>
          </p:nvSpPr>
          <p:spPr>
            <a:xfrm>
              <a:off x="3214842" y="3522151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l164"/>
            <p:cNvSpPr/>
            <p:nvPr/>
          </p:nvSpPr>
          <p:spPr>
            <a:xfrm>
              <a:off x="3214842" y="3146678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l165"/>
            <p:cNvSpPr/>
            <p:nvPr/>
          </p:nvSpPr>
          <p:spPr>
            <a:xfrm>
              <a:off x="3214842" y="2771205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tx166"/>
            <p:cNvSpPr/>
            <p:nvPr/>
          </p:nvSpPr>
          <p:spPr>
            <a:xfrm>
              <a:off x="1477394" y="4988957"/>
              <a:ext cx="108521" cy="70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168" name="tx167"/>
            <p:cNvSpPr/>
            <p:nvPr/>
          </p:nvSpPr>
          <p:spPr>
            <a:xfrm>
              <a:off x="1477394" y="4613913"/>
              <a:ext cx="108521" cy="69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15</a:t>
              </a:r>
            </a:p>
          </p:txBody>
        </p:sp>
        <p:sp>
          <p:nvSpPr>
            <p:cNvPr id="169" name="tx168"/>
            <p:cNvSpPr/>
            <p:nvPr/>
          </p:nvSpPr>
          <p:spPr>
            <a:xfrm>
              <a:off x="1477394" y="4237773"/>
              <a:ext cx="108521" cy="7031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170" name="tx169"/>
            <p:cNvSpPr/>
            <p:nvPr/>
          </p:nvSpPr>
          <p:spPr>
            <a:xfrm>
              <a:off x="1477394" y="3862443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25</a:t>
              </a:r>
            </a:p>
          </p:txBody>
        </p:sp>
        <p:sp>
          <p:nvSpPr>
            <p:cNvPr id="171" name="tx170"/>
            <p:cNvSpPr/>
            <p:nvPr/>
          </p:nvSpPr>
          <p:spPr>
            <a:xfrm>
              <a:off x="1477394" y="3486970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172" name="tx171"/>
            <p:cNvSpPr/>
            <p:nvPr/>
          </p:nvSpPr>
          <p:spPr>
            <a:xfrm>
              <a:off x="1477394" y="3111497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35</a:t>
              </a:r>
            </a:p>
          </p:txBody>
        </p:sp>
        <p:sp>
          <p:nvSpPr>
            <p:cNvPr id="173" name="tx172"/>
            <p:cNvSpPr/>
            <p:nvPr/>
          </p:nvSpPr>
          <p:spPr>
            <a:xfrm>
              <a:off x="1477394" y="2735929"/>
              <a:ext cx="108521" cy="7026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174" name="tx173"/>
            <p:cNvSpPr/>
            <p:nvPr/>
          </p:nvSpPr>
          <p:spPr>
            <a:xfrm>
              <a:off x="3277493" y="4988957"/>
              <a:ext cx="108521" cy="70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175" name="tx174"/>
            <p:cNvSpPr/>
            <p:nvPr/>
          </p:nvSpPr>
          <p:spPr>
            <a:xfrm>
              <a:off x="3277493" y="4613913"/>
              <a:ext cx="108521" cy="69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15</a:t>
              </a:r>
            </a:p>
          </p:txBody>
        </p:sp>
        <p:sp>
          <p:nvSpPr>
            <p:cNvPr id="176" name="tx175"/>
            <p:cNvSpPr/>
            <p:nvPr/>
          </p:nvSpPr>
          <p:spPr>
            <a:xfrm>
              <a:off x="3277493" y="4237773"/>
              <a:ext cx="108521" cy="7031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177" name="tx176"/>
            <p:cNvSpPr/>
            <p:nvPr/>
          </p:nvSpPr>
          <p:spPr>
            <a:xfrm>
              <a:off x="3277493" y="3862443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25</a:t>
              </a:r>
            </a:p>
          </p:txBody>
        </p:sp>
        <p:sp>
          <p:nvSpPr>
            <p:cNvPr id="178" name="tx177"/>
            <p:cNvSpPr/>
            <p:nvPr/>
          </p:nvSpPr>
          <p:spPr>
            <a:xfrm>
              <a:off x="3277493" y="3486970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179" name="tx178"/>
            <p:cNvSpPr/>
            <p:nvPr/>
          </p:nvSpPr>
          <p:spPr>
            <a:xfrm>
              <a:off x="3277493" y="3111497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35</a:t>
              </a:r>
            </a:p>
          </p:txBody>
        </p:sp>
        <p:sp>
          <p:nvSpPr>
            <p:cNvPr id="180" name="tx179"/>
            <p:cNvSpPr/>
            <p:nvPr/>
          </p:nvSpPr>
          <p:spPr>
            <a:xfrm>
              <a:off x="3277493" y="2735929"/>
              <a:ext cx="108521" cy="7026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181" name="rc180"/>
            <p:cNvSpPr/>
            <p:nvPr/>
          </p:nvSpPr>
          <p:spPr>
            <a:xfrm>
              <a:off x="4404463" y="1832523"/>
              <a:ext cx="3213997" cy="413020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2" name="pl181"/>
            <p:cNvSpPr/>
            <p:nvPr/>
          </p:nvSpPr>
          <p:spPr>
            <a:xfrm>
              <a:off x="5228324" y="4189168"/>
              <a:ext cx="1566275" cy="1585821"/>
            </a:xfrm>
            <a:custGeom>
              <a:avLst/>
              <a:pathLst>
                <a:path w="1566275" h="1585821">
                  <a:moveTo>
                    <a:pt x="0" y="1585821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l182"/>
            <p:cNvSpPr/>
            <p:nvPr/>
          </p:nvSpPr>
          <p:spPr>
            <a:xfrm>
              <a:off x="5228324" y="4598507"/>
              <a:ext cx="1566275" cy="1101387"/>
            </a:xfrm>
            <a:custGeom>
              <a:avLst/>
              <a:pathLst>
                <a:path w="1566275" h="1101387">
                  <a:moveTo>
                    <a:pt x="0" y="1101387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l183"/>
            <p:cNvSpPr/>
            <p:nvPr/>
          </p:nvSpPr>
          <p:spPr>
            <a:xfrm>
              <a:off x="5228324" y="4310645"/>
              <a:ext cx="1566275" cy="1314155"/>
            </a:xfrm>
            <a:custGeom>
              <a:avLst/>
              <a:pathLst>
                <a:path w="1566275" h="1314155">
                  <a:moveTo>
                    <a:pt x="0" y="1314155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l184"/>
            <p:cNvSpPr/>
            <p:nvPr/>
          </p:nvSpPr>
          <p:spPr>
            <a:xfrm>
              <a:off x="5228324" y="4629797"/>
              <a:ext cx="1566275" cy="919908"/>
            </a:xfrm>
            <a:custGeom>
              <a:avLst/>
              <a:pathLst>
                <a:path w="1566275" h="919908">
                  <a:moveTo>
                    <a:pt x="0" y="919908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l185"/>
            <p:cNvSpPr/>
            <p:nvPr/>
          </p:nvSpPr>
          <p:spPr>
            <a:xfrm>
              <a:off x="5228324" y="4348192"/>
              <a:ext cx="1566275" cy="1126418"/>
            </a:xfrm>
            <a:custGeom>
              <a:avLst/>
              <a:pathLst>
                <a:path w="1566275" h="1126418">
                  <a:moveTo>
                    <a:pt x="0" y="1126418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l186"/>
            <p:cNvSpPr/>
            <p:nvPr/>
          </p:nvSpPr>
          <p:spPr>
            <a:xfrm>
              <a:off x="5228324" y="4198003"/>
              <a:ext cx="1566275" cy="1201513"/>
            </a:xfrm>
            <a:custGeom>
              <a:avLst/>
              <a:pathLst>
                <a:path w="1566275" h="1201513">
                  <a:moveTo>
                    <a:pt x="0" y="1201513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l187"/>
            <p:cNvSpPr/>
            <p:nvPr/>
          </p:nvSpPr>
          <p:spPr>
            <a:xfrm>
              <a:off x="5228324" y="4588495"/>
              <a:ext cx="1566275" cy="735927"/>
            </a:xfrm>
            <a:custGeom>
              <a:avLst/>
              <a:pathLst>
                <a:path w="1566275" h="735927">
                  <a:moveTo>
                    <a:pt x="0" y="735927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l188"/>
            <p:cNvSpPr/>
            <p:nvPr/>
          </p:nvSpPr>
          <p:spPr>
            <a:xfrm>
              <a:off x="5228324" y="4556409"/>
              <a:ext cx="1566275" cy="692918"/>
            </a:xfrm>
            <a:custGeom>
              <a:avLst/>
              <a:pathLst>
                <a:path w="1566275" h="692918">
                  <a:moveTo>
                    <a:pt x="0" y="692918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l189"/>
            <p:cNvSpPr/>
            <p:nvPr/>
          </p:nvSpPr>
          <p:spPr>
            <a:xfrm>
              <a:off x="5228324" y="4486524"/>
              <a:ext cx="1566275" cy="687708"/>
            </a:xfrm>
            <a:custGeom>
              <a:avLst/>
              <a:pathLst>
                <a:path w="1566275" h="687708">
                  <a:moveTo>
                    <a:pt x="0" y="687708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l190"/>
            <p:cNvSpPr/>
            <p:nvPr/>
          </p:nvSpPr>
          <p:spPr>
            <a:xfrm>
              <a:off x="5228324" y="4558941"/>
              <a:ext cx="1566275" cy="540196"/>
            </a:xfrm>
            <a:custGeom>
              <a:avLst/>
              <a:pathLst>
                <a:path w="1566275" h="540196">
                  <a:moveTo>
                    <a:pt x="0" y="540196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l191"/>
            <p:cNvSpPr/>
            <p:nvPr/>
          </p:nvSpPr>
          <p:spPr>
            <a:xfrm>
              <a:off x="5228324" y="4450320"/>
              <a:ext cx="1566275" cy="573722"/>
            </a:xfrm>
            <a:custGeom>
              <a:avLst/>
              <a:pathLst>
                <a:path w="1566275" h="573722">
                  <a:moveTo>
                    <a:pt x="0" y="573722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l192"/>
            <p:cNvSpPr/>
            <p:nvPr/>
          </p:nvSpPr>
          <p:spPr>
            <a:xfrm>
              <a:off x="5228324" y="4469367"/>
              <a:ext cx="1566275" cy="479581"/>
            </a:xfrm>
            <a:custGeom>
              <a:avLst/>
              <a:pathLst>
                <a:path w="1566275" h="479581">
                  <a:moveTo>
                    <a:pt x="0" y="479581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l193"/>
            <p:cNvSpPr/>
            <p:nvPr/>
          </p:nvSpPr>
          <p:spPr>
            <a:xfrm>
              <a:off x="5228324" y="4430905"/>
              <a:ext cx="1566275" cy="442949"/>
            </a:xfrm>
            <a:custGeom>
              <a:avLst/>
              <a:pathLst>
                <a:path w="1566275" h="442949">
                  <a:moveTo>
                    <a:pt x="0" y="442949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l194"/>
            <p:cNvSpPr/>
            <p:nvPr/>
          </p:nvSpPr>
          <p:spPr>
            <a:xfrm>
              <a:off x="5228324" y="4386240"/>
              <a:ext cx="1566275" cy="412519"/>
            </a:xfrm>
            <a:custGeom>
              <a:avLst/>
              <a:pathLst>
                <a:path w="1566275" h="412519">
                  <a:moveTo>
                    <a:pt x="0" y="412519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l195"/>
            <p:cNvSpPr/>
            <p:nvPr/>
          </p:nvSpPr>
          <p:spPr>
            <a:xfrm>
              <a:off x="5228324" y="4374186"/>
              <a:ext cx="1566275" cy="349478"/>
            </a:xfrm>
            <a:custGeom>
              <a:avLst/>
              <a:pathLst>
                <a:path w="1566275" h="349478">
                  <a:moveTo>
                    <a:pt x="0" y="349478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l196"/>
            <p:cNvSpPr/>
            <p:nvPr/>
          </p:nvSpPr>
          <p:spPr>
            <a:xfrm>
              <a:off x="5228324" y="4413977"/>
              <a:ext cx="1566275" cy="234593"/>
            </a:xfrm>
            <a:custGeom>
              <a:avLst/>
              <a:pathLst>
                <a:path w="1566275" h="234593">
                  <a:moveTo>
                    <a:pt x="0" y="234593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l197"/>
            <p:cNvSpPr/>
            <p:nvPr/>
          </p:nvSpPr>
          <p:spPr>
            <a:xfrm>
              <a:off x="5228324" y="4325718"/>
              <a:ext cx="1566275" cy="247757"/>
            </a:xfrm>
            <a:custGeom>
              <a:avLst/>
              <a:pathLst>
                <a:path w="1566275" h="247757">
                  <a:moveTo>
                    <a:pt x="0" y="247757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l198"/>
            <p:cNvSpPr/>
            <p:nvPr/>
          </p:nvSpPr>
          <p:spPr>
            <a:xfrm>
              <a:off x="5228324" y="4322628"/>
              <a:ext cx="1566275" cy="175753"/>
            </a:xfrm>
            <a:custGeom>
              <a:avLst/>
              <a:pathLst>
                <a:path w="1566275" h="175753">
                  <a:moveTo>
                    <a:pt x="0" y="175753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l199"/>
            <p:cNvSpPr/>
            <p:nvPr/>
          </p:nvSpPr>
          <p:spPr>
            <a:xfrm>
              <a:off x="5228324" y="4232695"/>
              <a:ext cx="1566275" cy="190590"/>
            </a:xfrm>
            <a:custGeom>
              <a:avLst/>
              <a:pathLst>
                <a:path w="1566275" h="190590">
                  <a:moveTo>
                    <a:pt x="0" y="190590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l200"/>
            <p:cNvSpPr/>
            <p:nvPr/>
          </p:nvSpPr>
          <p:spPr>
            <a:xfrm>
              <a:off x="5228324" y="4179101"/>
              <a:ext cx="1566275" cy="169090"/>
            </a:xfrm>
            <a:custGeom>
              <a:avLst/>
              <a:pathLst>
                <a:path w="1566275" h="169090">
                  <a:moveTo>
                    <a:pt x="0" y="169090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l201"/>
            <p:cNvSpPr/>
            <p:nvPr/>
          </p:nvSpPr>
          <p:spPr>
            <a:xfrm>
              <a:off x="5228324" y="4170610"/>
              <a:ext cx="1566275" cy="102487"/>
            </a:xfrm>
            <a:custGeom>
              <a:avLst/>
              <a:pathLst>
                <a:path w="1566275" h="102487">
                  <a:moveTo>
                    <a:pt x="0" y="102487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l202"/>
            <p:cNvSpPr/>
            <p:nvPr/>
          </p:nvSpPr>
          <p:spPr>
            <a:xfrm>
              <a:off x="5228324" y="4132557"/>
              <a:ext cx="1566275" cy="65445"/>
            </a:xfrm>
            <a:custGeom>
              <a:avLst/>
              <a:pathLst>
                <a:path w="1566275" h="65445">
                  <a:moveTo>
                    <a:pt x="0" y="65445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l203"/>
            <p:cNvSpPr/>
            <p:nvPr/>
          </p:nvSpPr>
          <p:spPr>
            <a:xfrm>
              <a:off x="5228324" y="4092277"/>
              <a:ext cx="1566275" cy="30630"/>
            </a:xfrm>
            <a:custGeom>
              <a:avLst/>
              <a:pathLst>
                <a:path w="1566275" h="30630">
                  <a:moveTo>
                    <a:pt x="0" y="30630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l204"/>
            <p:cNvSpPr/>
            <p:nvPr/>
          </p:nvSpPr>
          <p:spPr>
            <a:xfrm>
              <a:off x="5228324" y="4001407"/>
              <a:ext cx="1566275" cy="46406"/>
            </a:xfrm>
            <a:custGeom>
              <a:avLst/>
              <a:pathLst>
                <a:path w="1566275" h="46406">
                  <a:moveTo>
                    <a:pt x="0" y="46406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" name="pl205"/>
            <p:cNvSpPr/>
            <p:nvPr/>
          </p:nvSpPr>
          <p:spPr>
            <a:xfrm>
              <a:off x="5228324" y="3894495"/>
              <a:ext cx="1566275" cy="78223"/>
            </a:xfrm>
            <a:custGeom>
              <a:avLst/>
              <a:pathLst>
                <a:path w="1566275" h="78223">
                  <a:moveTo>
                    <a:pt x="0" y="78223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" name="pl206"/>
            <p:cNvSpPr/>
            <p:nvPr/>
          </p:nvSpPr>
          <p:spPr>
            <a:xfrm>
              <a:off x="5228324" y="3895087"/>
              <a:ext cx="1566275" cy="2536"/>
            </a:xfrm>
            <a:custGeom>
              <a:avLst/>
              <a:pathLst>
                <a:path w="1566275" h="2536">
                  <a:moveTo>
                    <a:pt x="0" y="2536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l207"/>
            <p:cNvSpPr/>
            <p:nvPr/>
          </p:nvSpPr>
          <p:spPr>
            <a:xfrm>
              <a:off x="5228324" y="3783144"/>
              <a:ext cx="1566275" cy="39385"/>
            </a:xfrm>
            <a:custGeom>
              <a:avLst/>
              <a:pathLst>
                <a:path w="1566275" h="39385">
                  <a:moveTo>
                    <a:pt x="0" y="39385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l208"/>
            <p:cNvSpPr/>
            <p:nvPr/>
          </p:nvSpPr>
          <p:spPr>
            <a:xfrm>
              <a:off x="5228324" y="3747435"/>
              <a:ext cx="1566275" cy="49888"/>
            </a:xfrm>
            <a:custGeom>
              <a:avLst/>
              <a:pathLst>
                <a:path w="1566275" h="49888">
                  <a:moveTo>
                    <a:pt x="0" y="0"/>
                  </a:moveTo>
                  <a:lnTo>
                    <a:pt x="1566275" y="49888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l209"/>
            <p:cNvSpPr/>
            <p:nvPr/>
          </p:nvSpPr>
          <p:spPr>
            <a:xfrm>
              <a:off x="5228324" y="3672340"/>
              <a:ext cx="1566275" cy="51731"/>
            </a:xfrm>
            <a:custGeom>
              <a:avLst/>
              <a:pathLst>
                <a:path w="1566275" h="51731">
                  <a:moveTo>
                    <a:pt x="0" y="0"/>
                  </a:moveTo>
                  <a:lnTo>
                    <a:pt x="1566275" y="51731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l210"/>
            <p:cNvSpPr/>
            <p:nvPr/>
          </p:nvSpPr>
          <p:spPr>
            <a:xfrm>
              <a:off x="5228324" y="3597246"/>
              <a:ext cx="1566275" cy="36584"/>
            </a:xfrm>
            <a:custGeom>
              <a:avLst/>
              <a:pathLst>
                <a:path w="1566275" h="36584">
                  <a:moveTo>
                    <a:pt x="0" y="0"/>
                  </a:moveTo>
                  <a:lnTo>
                    <a:pt x="1566275" y="36584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l211"/>
            <p:cNvSpPr/>
            <p:nvPr/>
          </p:nvSpPr>
          <p:spPr>
            <a:xfrm>
              <a:off x="5228324" y="3522151"/>
              <a:ext cx="1566275" cy="118981"/>
            </a:xfrm>
            <a:custGeom>
              <a:avLst/>
              <a:pathLst>
                <a:path w="1566275" h="118981">
                  <a:moveTo>
                    <a:pt x="0" y="0"/>
                  </a:moveTo>
                  <a:lnTo>
                    <a:pt x="1566275" y="118981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l212"/>
            <p:cNvSpPr/>
            <p:nvPr/>
          </p:nvSpPr>
          <p:spPr>
            <a:xfrm>
              <a:off x="5228324" y="3447057"/>
              <a:ext cx="1566275" cy="157698"/>
            </a:xfrm>
            <a:custGeom>
              <a:avLst/>
              <a:pathLst>
                <a:path w="1566275" h="157698">
                  <a:moveTo>
                    <a:pt x="0" y="0"/>
                  </a:moveTo>
                  <a:lnTo>
                    <a:pt x="1566275" y="157698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l213"/>
            <p:cNvSpPr/>
            <p:nvPr/>
          </p:nvSpPr>
          <p:spPr>
            <a:xfrm>
              <a:off x="5228324" y="3371962"/>
              <a:ext cx="1566275" cy="155601"/>
            </a:xfrm>
            <a:custGeom>
              <a:avLst/>
              <a:pathLst>
                <a:path w="1566275" h="155601">
                  <a:moveTo>
                    <a:pt x="0" y="0"/>
                  </a:moveTo>
                  <a:lnTo>
                    <a:pt x="1566275" y="155601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l214"/>
            <p:cNvSpPr/>
            <p:nvPr/>
          </p:nvSpPr>
          <p:spPr>
            <a:xfrm>
              <a:off x="5228324" y="3296867"/>
              <a:ext cx="1566275" cy="233358"/>
            </a:xfrm>
            <a:custGeom>
              <a:avLst/>
              <a:pathLst>
                <a:path w="1566275" h="233358">
                  <a:moveTo>
                    <a:pt x="0" y="0"/>
                  </a:moveTo>
                  <a:lnTo>
                    <a:pt x="1566275" y="233358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l215"/>
            <p:cNvSpPr/>
            <p:nvPr/>
          </p:nvSpPr>
          <p:spPr>
            <a:xfrm>
              <a:off x="5228324" y="3221773"/>
              <a:ext cx="1566275" cy="277850"/>
            </a:xfrm>
            <a:custGeom>
              <a:avLst/>
              <a:pathLst>
                <a:path w="1566275" h="277850">
                  <a:moveTo>
                    <a:pt x="0" y="0"/>
                  </a:moveTo>
                  <a:lnTo>
                    <a:pt x="1566275" y="27785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l216"/>
            <p:cNvSpPr/>
            <p:nvPr/>
          </p:nvSpPr>
          <p:spPr>
            <a:xfrm>
              <a:off x="5228324" y="3146678"/>
              <a:ext cx="1566275" cy="341680"/>
            </a:xfrm>
            <a:custGeom>
              <a:avLst/>
              <a:pathLst>
                <a:path w="1566275" h="341680">
                  <a:moveTo>
                    <a:pt x="0" y="0"/>
                  </a:moveTo>
                  <a:lnTo>
                    <a:pt x="1566275" y="34168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l217"/>
            <p:cNvSpPr/>
            <p:nvPr/>
          </p:nvSpPr>
          <p:spPr>
            <a:xfrm>
              <a:off x="5228324" y="3071584"/>
              <a:ext cx="1566275" cy="399559"/>
            </a:xfrm>
            <a:custGeom>
              <a:avLst/>
              <a:pathLst>
                <a:path w="1566275" h="399559">
                  <a:moveTo>
                    <a:pt x="0" y="0"/>
                  </a:moveTo>
                  <a:lnTo>
                    <a:pt x="1566275" y="399559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l218"/>
            <p:cNvSpPr/>
            <p:nvPr/>
          </p:nvSpPr>
          <p:spPr>
            <a:xfrm>
              <a:off x="5228324" y="2996489"/>
              <a:ext cx="1566275" cy="391957"/>
            </a:xfrm>
            <a:custGeom>
              <a:avLst/>
              <a:pathLst>
                <a:path w="1566275" h="391957">
                  <a:moveTo>
                    <a:pt x="0" y="0"/>
                  </a:moveTo>
                  <a:lnTo>
                    <a:pt x="1566275" y="391957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l219"/>
            <p:cNvSpPr/>
            <p:nvPr/>
          </p:nvSpPr>
          <p:spPr>
            <a:xfrm>
              <a:off x="5228324" y="2921394"/>
              <a:ext cx="1566275" cy="474378"/>
            </a:xfrm>
            <a:custGeom>
              <a:avLst/>
              <a:pathLst>
                <a:path w="1566275" h="474378">
                  <a:moveTo>
                    <a:pt x="0" y="0"/>
                  </a:moveTo>
                  <a:lnTo>
                    <a:pt x="1566275" y="474378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l220"/>
            <p:cNvSpPr/>
            <p:nvPr/>
          </p:nvSpPr>
          <p:spPr>
            <a:xfrm>
              <a:off x="5228324" y="2846300"/>
              <a:ext cx="1566275" cy="597975"/>
            </a:xfrm>
            <a:custGeom>
              <a:avLst/>
              <a:pathLst>
                <a:path w="1566275" h="597975">
                  <a:moveTo>
                    <a:pt x="0" y="0"/>
                  </a:moveTo>
                  <a:lnTo>
                    <a:pt x="1566275" y="597975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l221"/>
            <p:cNvSpPr/>
            <p:nvPr/>
          </p:nvSpPr>
          <p:spPr>
            <a:xfrm>
              <a:off x="5228324" y="2771205"/>
              <a:ext cx="1566275" cy="622212"/>
            </a:xfrm>
            <a:custGeom>
              <a:avLst/>
              <a:pathLst>
                <a:path w="1566275" h="622212">
                  <a:moveTo>
                    <a:pt x="0" y="0"/>
                  </a:moveTo>
                  <a:lnTo>
                    <a:pt x="1566275" y="622212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pl222"/>
            <p:cNvSpPr/>
            <p:nvPr/>
          </p:nvSpPr>
          <p:spPr>
            <a:xfrm>
              <a:off x="5228324" y="2696111"/>
              <a:ext cx="1566275" cy="679606"/>
            </a:xfrm>
            <a:custGeom>
              <a:avLst/>
              <a:pathLst>
                <a:path w="1566275" h="679606">
                  <a:moveTo>
                    <a:pt x="0" y="0"/>
                  </a:moveTo>
                  <a:lnTo>
                    <a:pt x="1566275" y="679606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" name="pl223"/>
            <p:cNvSpPr/>
            <p:nvPr/>
          </p:nvSpPr>
          <p:spPr>
            <a:xfrm>
              <a:off x="5228324" y="2621016"/>
              <a:ext cx="1566275" cy="819213"/>
            </a:xfrm>
            <a:custGeom>
              <a:avLst/>
              <a:pathLst>
                <a:path w="1566275" h="819213">
                  <a:moveTo>
                    <a:pt x="0" y="0"/>
                  </a:moveTo>
                  <a:lnTo>
                    <a:pt x="1566275" y="819213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l224"/>
            <p:cNvSpPr/>
            <p:nvPr/>
          </p:nvSpPr>
          <p:spPr>
            <a:xfrm>
              <a:off x="5228324" y="2545921"/>
              <a:ext cx="1566275" cy="818531"/>
            </a:xfrm>
            <a:custGeom>
              <a:avLst/>
              <a:pathLst>
                <a:path w="1566275" h="818531">
                  <a:moveTo>
                    <a:pt x="0" y="0"/>
                  </a:moveTo>
                  <a:lnTo>
                    <a:pt x="1566275" y="818531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l225"/>
            <p:cNvSpPr/>
            <p:nvPr/>
          </p:nvSpPr>
          <p:spPr>
            <a:xfrm>
              <a:off x="5228324" y="2470827"/>
              <a:ext cx="1566275" cy="938682"/>
            </a:xfrm>
            <a:custGeom>
              <a:avLst/>
              <a:pathLst>
                <a:path w="1566275" h="938682">
                  <a:moveTo>
                    <a:pt x="0" y="0"/>
                  </a:moveTo>
                  <a:lnTo>
                    <a:pt x="1566275" y="938682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l226"/>
            <p:cNvSpPr/>
            <p:nvPr/>
          </p:nvSpPr>
          <p:spPr>
            <a:xfrm>
              <a:off x="5228324" y="2395732"/>
              <a:ext cx="1566275" cy="826040"/>
            </a:xfrm>
            <a:custGeom>
              <a:avLst/>
              <a:pathLst>
                <a:path w="1566275" h="826040">
                  <a:moveTo>
                    <a:pt x="0" y="0"/>
                  </a:moveTo>
                  <a:lnTo>
                    <a:pt x="1566275" y="82604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l227"/>
            <p:cNvSpPr/>
            <p:nvPr/>
          </p:nvSpPr>
          <p:spPr>
            <a:xfrm>
              <a:off x="5228324" y="2320638"/>
              <a:ext cx="1566275" cy="1051324"/>
            </a:xfrm>
            <a:custGeom>
              <a:avLst/>
              <a:pathLst>
                <a:path w="1566275" h="1051324">
                  <a:moveTo>
                    <a:pt x="0" y="0"/>
                  </a:moveTo>
                  <a:lnTo>
                    <a:pt x="1566275" y="1051324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l228"/>
            <p:cNvSpPr/>
            <p:nvPr/>
          </p:nvSpPr>
          <p:spPr>
            <a:xfrm>
              <a:off x="5228324" y="2170448"/>
              <a:ext cx="1566275" cy="1088871"/>
            </a:xfrm>
            <a:custGeom>
              <a:avLst/>
              <a:pathLst>
                <a:path w="1566275" h="1088871">
                  <a:moveTo>
                    <a:pt x="0" y="0"/>
                  </a:moveTo>
                  <a:lnTo>
                    <a:pt x="1566275" y="1088871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t229"/>
            <p:cNvSpPr/>
            <p:nvPr/>
          </p:nvSpPr>
          <p:spPr>
            <a:xfrm>
              <a:off x="5207563" y="575422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t230"/>
            <p:cNvSpPr/>
            <p:nvPr/>
          </p:nvSpPr>
          <p:spPr>
            <a:xfrm>
              <a:off x="5207563" y="567913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pt231"/>
            <p:cNvSpPr/>
            <p:nvPr/>
          </p:nvSpPr>
          <p:spPr>
            <a:xfrm>
              <a:off x="5207563" y="560403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" name="pt232"/>
            <p:cNvSpPr/>
            <p:nvPr/>
          </p:nvSpPr>
          <p:spPr>
            <a:xfrm>
              <a:off x="5207563" y="552894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" name="pt233"/>
            <p:cNvSpPr/>
            <p:nvPr/>
          </p:nvSpPr>
          <p:spPr>
            <a:xfrm>
              <a:off x="5207563" y="545385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" name="pt234"/>
            <p:cNvSpPr/>
            <p:nvPr/>
          </p:nvSpPr>
          <p:spPr>
            <a:xfrm>
              <a:off x="5207563" y="537875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pt235"/>
            <p:cNvSpPr/>
            <p:nvPr/>
          </p:nvSpPr>
          <p:spPr>
            <a:xfrm>
              <a:off x="5207563" y="530366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t236"/>
            <p:cNvSpPr/>
            <p:nvPr/>
          </p:nvSpPr>
          <p:spPr>
            <a:xfrm>
              <a:off x="5207563" y="522856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t237"/>
            <p:cNvSpPr/>
            <p:nvPr/>
          </p:nvSpPr>
          <p:spPr>
            <a:xfrm>
              <a:off x="5207563" y="515347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t238"/>
            <p:cNvSpPr/>
            <p:nvPr/>
          </p:nvSpPr>
          <p:spPr>
            <a:xfrm>
              <a:off x="5207563" y="507837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t239"/>
            <p:cNvSpPr/>
            <p:nvPr/>
          </p:nvSpPr>
          <p:spPr>
            <a:xfrm>
              <a:off x="5207563" y="500328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t240"/>
            <p:cNvSpPr/>
            <p:nvPr/>
          </p:nvSpPr>
          <p:spPr>
            <a:xfrm>
              <a:off x="5207563" y="492818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t241"/>
            <p:cNvSpPr/>
            <p:nvPr/>
          </p:nvSpPr>
          <p:spPr>
            <a:xfrm>
              <a:off x="5207563" y="485309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pt242"/>
            <p:cNvSpPr/>
            <p:nvPr/>
          </p:nvSpPr>
          <p:spPr>
            <a:xfrm>
              <a:off x="5207563" y="477799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" name="pt243"/>
            <p:cNvSpPr/>
            <p:nvPr/>
          </p:nvSpPr>
          <p:spPr>
            <a:xfrm>
              <a:off x="5207563" y="470290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" name="pt244"/>
            <p:cNvSpPr/>
            <p:nvPr/>
          </p:nvSpPr>
          <p:spPr>
            <a:xfrm>
              <a:off x="5207563" y="462780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t245"/>
            <p:cNvSpPr/>
            <p:nvPr/>
          </p:nvSpPr>
          <p:spPr>
            <a:xfrm>
              <a:off x="5207563" y="455271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t246"/>
            <p:cNvSpPr/>
            <p:nvPr/>
          </p:nvSpPr>
          <p:spPr>
            <a:xfrm>
              <a:off x="5207563" y="447762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t247"/>
            <p:cNvSpPr/>
            <p:nvPr/>
          </p:nvSpPr>
          <p:spPr>
            <a:xfrm>
              <a:off x="5207563" y="440252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t248"/>
            <p:cNvSpPr/>
            <p:nvPr/>
          </p:nvSpPr>
          <p:spPr>
            <a:xfrm>
              <a:off x="5207563" y="432743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t249"/>
            <p:cNvSpPr/>
            <p:nvPr/>
          </p:nvSpPr>
          <p:spPr>
            <a:xfrm>
              <a:off x="5207563" y="425233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t250"/>
            <p:cNvSpPr/>
            <p:nvPr/>
          </p:nvSpPr>
          <p:spPr>
            <a:xfrm>
              <a:off x="5207563" y="417724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t251"/>
            <p:cNvSpPr/>
            <p:nvPr/>
          </p:nvSpPr>
          <p:spPr>
            <a:xfrm>
              <a:off x="5207563" y="410214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t252"/>
            <p:cNvSpPr/>
            <p:nvPr/>
          </p:nvSpPr>
          <p:spPr>
            <a:xfrm>
              <a:off x="5207563" y="402705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t253"/>
            <p:cNvSpPr/>
            <p:nvPr/>
          </p:nvSpPr>
          <p:spPr>
            <a:xfrm>
              <a:off x="5207563" y="395195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t254"/>
            <p:cNvSpPr/>
            <p:nvPr/>
          </p:nvSpPr>
          <p:spPr>
            <a:xfrm>
              <a:off x="5207563" y="387686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t255"/>
            <p:cNvSpPr/>
            <p:nvPr/>
          </p:nvSpPr>
          <p:spPr>
            <a:xfrm>
              <a:off x="5207563" y="380176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t256"/>
            <p:cNvSpPr/>
            <p:nvPr/>
          </p:nvSpPr>
          <p:spPr>
            <a:xfrm>
              <a:off x="5207563" y="372667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t257"/>
            <p:cNvSpPr/>
            <p:nvPr/>
          </p:nvSpPr>
          <p:spPr>
            <a:xfrm>
              <a:off x="5207563" y="365158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t258"/>
            <p:cNvSpPr/>
            <p:nvPr/>
          </p:nvSpPr>
          <p:spPr>
            <a:xfrm>
              <a:off x="5207563" y="357648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t259"/>
            <p:cNvSpPr/>
            <p:nvPr/>
          </p:nvSpPr>
          <p:spPr>
            <a:xfrm>
              <a:off x="5207563" y="350139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t260"/>
            <p:cNvSpPr/>
            <p:nvPr/>
          </p:nvSpPr>
          <p:spPr>
            <a:xfrm>
              <a:off x="5207563" y="342629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t261"/>
            <p:cNvSpPr/>
            <p:nvPr/>
          </p:nvSpPr>
          <p:spPr>
            <a:xfrm>
              <a:off x="5207563" y="335120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t262"/>
            <p:cNvSpPr/>
            <p:nvPr/>
          </p:nvSpPr>
          <p:spPr>
            <a:xfrm>
              <a:off x="5207563" y="327610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t263"/>
            <p:cNvSpPr/>
            <p:nvPr/>
          </p:nvSpPr>
          <p:spPr>
            <a:xfrm>
              <a:off x="5207563" y="320101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t264"/>
            <p:cNvSpPr/>
            <p:nvPr/>
          </p:nvSpPr>
          <p:spPr>
            <a:xfrm>
              <a:off x="5207563" y="312591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t265"/>
            <p:cNvSpPr/>
            <p:nvPr/>
          </p:nvSpPr>
          <p:spPr>
            <a:xfrm>
              <a:off x="5207563" y="305082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t266"/>
            <p:cNvSpPr/>
            <p:nvPr/>
          </p:nvSpPr>
          <p:spPr>
            <a:xfrm>
              <a:off x="5207563" y="297572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t267"/>
            <p:cNvSpPr/>
            <p:nvPr/>
          </p:nvSpPr>
          <p:spPr>
            <a:xfrm>
              <a:off x="5207563" y="290063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t268"/>
            <p:cNvSpPr/>
            <p:nvPr/>
          </p:nvSpPr>
          <p:spPr>
            <a:xfrm>
              <a:off x="5207563" y="282553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t269"/>
            <p:cNvSpPr/>
            <p:nvPr/>
          </p:nvSpPr>
          <p:spPr>
            <a:xfrm>
              <a:off x="5207563" y="275044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t270"/>
            <p:cNvSpPr/>
            <p:nvPr/>
          </p:nvSpPr>
          <p:spPr>
            <a:xfrm>
              <a:off x="5207563" y="267535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t271"/>
            <p:cNvSpPr/>
            <p:nvPr/>
          </p:nvSpPr>
          <p:spPr>
            <a:xfrm>
              <a:off x="5207563" y="260025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t272"/>
            <p:cNvSpPr/>
            <p:nvPr/>
          </p:nvSpPr>
          <p:spPr>
            <a:xfrm>
              <a:off x="5207563" y="252516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t273"/>
            <p:cNvSpPr/>
            <p:nvPr/>
          </p:nvSpPr>
          <p:spPr>
            <a:xfrm>
              <a:off x="5207563" y="245006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t274"/>
            <p:cNvSpPr/>
            <p:nvPr/>
          </p:nvSpPr>
          <p:spPr>
            <a:xfrm>
              <a:off x="5207563" y="237497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t275"/>
            <p:cNvSpPr/>
            <p:nvPr/>
          </p:nvSpPr>
          <p:spPr>
            <a:xfrm>
              <a:off x="5207563" y="229987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t276"/>
            <p:cNvSpPr/>
            <p:nvPr/>
          </p:nvSpPr>
          <p:spPr>
            <a:xfrm>
              <a:off x="5207563" y="214968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t277"/>
            <p:cNvSpPr/>
            <p:nvPr/>
          </p:nvSpPr>
          <p:spPr>
            <a:xfrm>
              <a:off x="6769773" y="416434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pt278"/>
            <p:cNvSpPr/>
            <p:nvPr/>
          </p:nvSpPr>
          <p:spPr>
            <a:xfrm>
              <a:off x="6769773" y="457368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" name="pt279"/>
            <p:cNvSpPr/>
            <p:nvPr/>
          </p:nvSpPr>
          <p:spPr>
            <a:xfrm>
              <a:off x="6769773" y="428581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" name="pt280"/>
            <p:cNvSpPr/>
            <p:nvPr/>
          </p:nvSpPr>
          <p:spPr>
            <a:xfrm>
              <a:off x="6769773" y="460497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" name="pt281"/>
            <p:cNvSpPr/>
            <p:nvPr/>
          </p:nvSpPr>
          <p:spPr>
            <a:xfrm>
              <a:off x="6769773" y="432336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" name="pt282"/>
            <p:cNvSpPr/>
            <p:nvPr/>
          </p:nvSpPr>
          <p:spPr>
            <a:xfrm>
              <a:off x="6769773" y="417317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" name="pt283"/>
            <p:cNvSpPr/>
            <p:nvPr/>
          </p:nvSpPr>
          <p:spPr>
            <a:xfrm>
              <a:off x="6769773" y="456366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pt284"/>
            <p:cNvSpPr/>
            <p:nvPr/>
          </p:nvSpPr>
          <p:spPr>
            <a:xfrm>
              <a:off x="6769773" y="453158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" name="pt285"/>
            <p:cNvSpPr/>
            <p:nvPr/>
          </p:nvSpPr>
          <p:spPr>
            <a:xfrm>
              <a:off x="6769773" y="446169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" name="pt286"/>
            <p:cNvSpPr/>
            <p:nvPr/>
          </p:nvSpPr>
          <p:spPr>
            <a:xfrm>
              <a:off x="6769773" y="453411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" name="pt287"/>
            <p:cNvSpPr/>
            <p:nvPr/>
          </p:nvSpPr>
          <p:spPr>
            <a:xfrm>
              <a:off x="6769773" y="442549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" name="pt288"/>
            <p:cNvSpPr/>
            <p:nvPr/>
          </p:nvSpPr>
          <p:spPr>
            <a:xfrm>
              <a:off x="6769773" y="444454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" name="pt289"/>
            <p:cNvSpPr/>
            <p:nvPr/>
          </p:nvSpPr>
          <p:spPr>
            <a:xfrm>
              <a:off x="6769773" y="440607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t290"/>
            <p:cNvSpPr/>
            <p:nvPr/>
          </p:nvSpPr>
          <p:spPr>
            <a:xfrm>
              <a:off x="6769773" y="436141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pt291"/>
            <p:cNvSpPr/>
            <p:nvPr/>
          </p:nvSpPr>
          <p:spPr>
            <a:xfrm>
              <a:off x="6769773" y="434936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" name="pt292"/>
            <p:cNvSpPr/>
            <p:nvPr/>
          </p:nvSpPr>
          <p:spPr>
            <a:xfrm>
              <a:off x="6769773" y="438915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" name="pt293"/>
            <p:cNvSpPr/>
            <p:nvPr/>
          </p:nvSpPr>
          <p:spPr>
            <a:xfrm>
              <a:off x="6769773" y="430089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" name="pt294"/>
            <p:cNvSpPr/>
            <p:nvPr/>
          </p:nvSpPr>
          <p:spPr>
            <a:xfrm>
              <a:off x="6769773" y="429780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" name="pt295"/>
            <p:cNvSpPr/>
            <p:nvPr/>
          </p:nvSpPr>
          <p:spPr>
            <a:xfrm>
              <a:off x="6769773" y="420787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" name="pt296"/>
            <p:cNvSpPr/>
            <p:nvPr/>
          </p:nvSpPr>
          <p:spPr>
            <a:xfrm>
              <a:off x="6769773" y="415427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" name="pt297"/>
            <p:cNvSpPr/>
            <p:nvPr/>
          </p:nvSpPr>
          <p:spPr>
            <a:xfrm>
              <a:off x="6769773" y="414578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" name="pt298"/>
            <p:cNvSpPr/>
            <p:nvPr/>
          </p:nvSpPr>
          <p:spPr>
            <a:xfrm>
              <a:off x="6769773" y="410773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" name="pt299"/>
            <p:cNvSpPr/>
            <p:nvPr/>
          </p:nvSpPr>
          <p:spPr>
            <a:xfrm>
              <a:off x="6769773" y="406745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" name="pt300"/>
            <p:cNvSpPr/>
            <p:nvPr/>
          </p:nvSpPr>
          <p:spPr>
            <a:xfrm>
              <a:off x="6769773" y="397658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" name="pt301"/>
            <p:cNvSpPr/>
            <p:nvPr/>
          </p:nvSpPr>
          <p:spPr>
            <a:xfrm>
              <a:off x="6769773" y="386966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" name="pt302"/>
            <p:cNvSpPr/>
            <p:nvPr/>
          </p:nvSpPr>
          <p:spPr>
            <a:xfrm>
              <a:off x="6769773" y="387026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" name="pt303"/>
            <p:cNvSpPr/>
            <p:nvPr/>
          </p:nvSpPr>
          <p:spPr>
            <a:xfrm>
              <a:off x="6769773" y="375831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" name="pt304"/>
            <p:cNvSpPr/>
            <p:nvPr/>
          </p:nvSpPr>
          <p:spPr>
            <a:xfrm>
              <a:off x="6769773" y="377249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" name="pt305"/>
            <p:cNvSpPr/>
            <p:nvPr/>
          </p:nvSpPr>
          <p:spPr>
            <a:xfrm>
              <a:off x="6769773" y="369924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" name="pt306"/>
            <p:cNvSpPr/>
            <p:nvPr/>
          </p:nvSpPr>
          <p:spPr>
            <a:xfrm>
              <a:off x="6769773" y="360900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" name="pt307"/>
            <p:cNvSpPr/>
            <p:nvPr/>
          </p:nvSpPr>
          <p:spPr>
            <a:xfrm>
              <a:off x="6769773" y="361630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" name="pt308"/>
            <p:cNvSpPr/>
            <p:nvPr/>
          </p:nvSpPr>
          <p:spPr>
            <a:xfrm>
              <a:off x="6769773" y="357992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" name="pt309"/>
            <p:cNvSpPr/>
            <p:nvPr/>
          </p:nvSpPr>
          <p:spPr>
            <a:xfrm>
              <a:off x="6769773" y="350273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" name="pt310"/>
            <p:cNvSpPr/>
            <p:nvPr/>
          </p:nvSpPr>
          <p:spPr>
            <a:xfrm>
              <a:off x="6769773" y="350540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" name="pt311"/>
            <p:cNvSpPr/>
            <p:nvPr/>
          </p:nvSpPr>
          <p:spPr>
            <a:xfrm>
              <a:off x="6769773" y="347479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" name="pt312"/>
            <p:cNvSpPr/>
            <p:nvPr/>
          </p:nvSpPr>
          <p:spPr>
            <a:xfrm>
              <a:off x="6769773" y="346353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" name="pt313"/>
            <p:cNvSpPr/>
            <p:nvPr/>
          </p:nvSpPr>
          <p:spPr>
            <a:xfrm>
              <a:off x="6769773" y="344631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" name="pt314"/>
            <p:cNvSpPr/>
            <p:nvPr/>
          </p:nvSpPr>
          <p:spPr>
            <a:xfrm>
              <a:off x="6769773" y="336362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" name="pt315"/>
            <p:cNvSpPr/>
            <p:nvPr/>
          </p:nvSpPr>
          <p:spPr>
            <a:xfrm>
              <a:off x="6769773" y="337094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" name="pt316"/>
            <p:cNvSpPr/>
            <p:nvPr/>
          </p:nvSpPr>
          <p:spPr>
            <a:xfrm>
              <a:off x="6769773" y="341944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" name="pt317"/>
            <p:cNvSpPr/>
            <p:nvPr/>
          </p:nvSpPr>
          <p:spPr>
            <a:xfrm>
              <a:off x="6769773" y="336859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" name="pt318"/>
            <p:cNvSpPr/>
            <p:nvPr/>
          </p:nvSpPr>
          <p:spPr>
            <a:xfrm>
              <a:off x="6769773" y="335089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" name="pt319"/>
            <p:cNvSpPr/>
            <p:nvPr/>
          </p:nvSpPr>
          <p:spPr>
            <a:xfrm>
              <a:off x="6769773" y="341540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" name="pt320"/>
            <p:cNvSpPr/>
            <p:nvPr/>
          </p:nvSpPr>
          <p:spPr>
            <a:xfrm>
              <a:off x="6769773" y="333962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" name="pt321"/>
            <p:cNvSpPr/>
            <p:nvPr/>
          </p:nvSpPr>
          <p:spPr>
            <a:xfrm>
              <a:off x="6769773" y="338468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" name="pt322"/>
            <p:cNvSpPr/>
            <p:nvPr/>
          </p:nvSpPr>
          <p:spPr>
            <a:xfrm>
              <a:off x="6769773" y="319694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" name="pt323"/>
            <p:cNvSpPr/>
            <p:nvPr/>
          </p:nvSpPr>
          <p:spPr>
            <a:xfrm>
              <a:off x="6769773" y="334713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" name="pt324"/>
            <p:cNvSpPr/>
            <p:nvPr/>
          </p:nvSpPr>
          <p:spPr>
            <a:xfrm>
              <a:off x="6769773" y="323449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" name="pl325"/>
            <p:cNvSpPr/>
            <p:nvPr/>
          </p:nvSpPr>
          <p:spPr>
            <a:xfrm>
              <a:off x="5228324" y="1832523"/>
              <a:ext cx="0" cy="4130202"/>
            </a:xfrm>
            <a:custGeom>
              <a:avLst/>
              <a:pathLst>
                <a:path w="0" h="4130202">
                  <a:moveTo>
                    <a:pt x="0" y="4130202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" name="pl326"/>
            <p:cNvSpPr/>
            <p:nvPr/>
          </p:nvSpPr>
          <p:spPr>
            <a:xfrm>
              <a:off x="6794599" y="1832523"/>
              <a:ext cx="0" cy="4130202"/>
            </a:xfrm>
            <a:custGeom>
              <a:avLst/>
              <a:pathLst>
                <a:path w="0" h="4130202">
                  <a:moveTo>
                    <a:pt x="0" y="4130202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" name="pl327"/>
            <p:cNvSpPr/>
            <p:nvPr/>
          </p:nvSpPr>
          <p:spPr>
            <a:xfrm>
              <a:off x="5204830" y="5024043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" name="pl328"/>
            <p:cNvSpPr/>
            <p:nvPr/>
          </p:nvSpPr>
          <p:spPr>
            <a:xfrm>
              <a:off x="5204830" y="4648570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" name="pl329"/>
            <p:cNvSpPr/>
            <p:nvPr/>
          </p:nvSpPr>
          <p:spPr>
            <a:xfrm>
              <a:off x="5204830" y="4273097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" name="pl330"/>
            <p:cNvSpPr/>
            <p:nvPr/>
          </p:nvSpPr>
          <p:spPr>
            <a:xfrm>
              <a:off x="5204830" y="3897624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" name="pl331"/>
            <p:cNvSpPr/>
            <p:nvPr/>
          </p:nvSpPr>
          <p:spPr>
            <a:xfrm>
              <a:off x="5204830" y="3522151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" name="pl332"/>
            <p:cNvSpPr/>
            <p:nvPr/>
          </p:nvSpPr>
          <p:spPr>
            <a:xfrm>
              <a:off x="5204830" y="3146678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" name="pl333"/>
            <p:cNvSpPr/>
            <p:nvPr/>
          </p:nvSpPr>
          <p:spPr>
            <a:xfrm>
              <a:off x="5204830" y="2771205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" name="pl334"/>
            <p:cNvSpPr/>
            <p:nvPr/>
          </p:nvSpPr>
          <p:spPr>
            <a:xfrm>
              <a:off x="6794599" y="5024043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" name="pl335"/>
            <p:cNvSpPr/>
            <p:nvPr/>
          </p:nvSpPr>
          <p:spPr>
            <a:xfrm>
              <a:off x="6794599" y="4648570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" name="pl336"/>
            <p:cNvSpPr/>
            <p:nvPr/>
          </p:nvSpPr>
          <p:spPr>
            <a:xfrm>
              <a:off x="6794599" y="4273097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" name="pl337"/>
            <p:cNvSpPr/>
            <p:nvPr/>
          </p:nvSpPr>
          <p:spPr>
            <a:xfrm>
              <a:off x="6794599" y="3897624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" name="pl338"/>
            <p:cNvSpPr/>
            <p:nvPr/>
          </p:nvSpPr>
          <p:spPr>
            <a:xfrm>
              <a:off x="6794599" y="3522151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" name="pl339"/>
            <p:cNvSpPr/>
            <p:nvPr/>
          </p:nvSpPr>
          <p:spPr>
            <a:xfrm>
              <a:off x="6794599" y="3146678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" name="pl340"/>
            <p:cNvSpPr/>
            <p:nvPr/>
          </p:nvSpPr>
          <p:spPr>
            <a:xfrm>
              <a:off x="6794599" y="2771205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" name="tx341"/>
            <p:cNvSpPr/>
            <p:nvPr/>
          </p:nvSpPr>
          <p:spPr>
            <a:xfrm>
              <a:off x="5057151" y="4988957"/>
              <a:ext cx="108521" cy="70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343" name="tx342"/>
            <p:cNvSpPr/>
            <p:nvPr/>
          </p:nvSpPr>
          <p:spPr>
            <a:xfrm>
              <a:off x="5057151" y="4613913"/>
              <a:ext cx="108521" cy="69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15</a:t>
              </a:r>
            </a:p>
          </p:txBody>
        </p:sp>
        <p:sp>
          <p:nvSpPr>
            <p:cNvPr id="344" name="tx343"/>
            <p:cNvSpPr/>
            <p:nvPr/>
          </p:nvSpPr>
          <p:spPr>
            <a:xfrm>
              <a:off x="5057151" y="4237773"/>
              <a:ext cx="108521" cy="7031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345" name="tx344"/>
            <p:cNvSpPr/>
            <p:nvPr/>
          </p:nvSpPr>
          <p:spPr>
            <a:xfrm>
              <a:off x="5057151" y="3862443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25</a:t>
              </a:r>
            </a:p>
          </p:txBody>
        </p:sp>
        <p:sp>
          <p:nvSpPr>
            <p:cNvPr id="346" name="tx345"/>
            <p:cNvSpPr/>
            <p:nvPr/>
          </p:nvSpPr>
          <p:spPr>
            <a:xfrm>
              <a:off x="5057151" y="3486970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347" name="tx346"/>
            <p:cNvSpPr/>
            <p:nvPr/>
          </p:nvSpPr>
          <p:spPr>
            <a:xfrm>
              <a:off x="5057151" y="3111497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35</a:t>
              </a:r>
            </a:p>
          </p:txBody>
        </p:sp>
        <p:sp>
          <p:nvSpPr>
            <p:cNvPr id="348" name="tx347"/>
            <p:cNvSpPr/>
            <p:nvPr/>
          </p:nvSpPr>
          <p:spPr>
            <a:xfrm>
              <a:off x="5057151" y="2735929"/>
              <a:ext cx="108521" cy="7026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349" name="tx348"/>
            <p:cNvSpPr/>
            <p:nvPr/>
          </p:nvSpPr>
          <p:spPr>
            <a:xfrm>
              <a:off x="6857250" y="4988957"/>
              <a:ext cx="108521" cy="70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350" name="tx349"/>
            <p:cNvSpPr/>
            <p:nvPr/>
          </p:nvSpPr>
          <p:spPr>
            <a:xfrm>
              <a:off x="6857250" y="4613913"/>
              <a:ext cx="108521" cy="69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15</a:t>
              </a:r>
            </a:p>
          </p:txBody>
        </p:sp>
        <p:sp>
          <p:nvSpPr>
            <p:cNvPr id="351" name="tx350"/>
            <p:cNvSpPr/>
            <p:nvPr/>
          </p:nvSpPr>
          <p:spPr>
            <a:xfrm>
              <a:off x="6857250" y="4237773"/>
              <a:ext cx="108521" cy="7031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352" name="tx351"/>
            <p:cNvSpPr/>
            <p:nvPr/>
          </p:nvSpPr>
          <p:spPr>
            <a:xfrm>
              <a:off x="6857250" y="3862443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25</a:t>
              </a:r>
            </a:p>
          </p:txBody>
        </p:sp>
        <p:sp>
          <p:nvSpPr>
            <p:cNvPr id="353" name="tx352"/>
            <p:cNvSpPr/>
            <p:nvPr/>
          </p:nvSpPr>
          <p:spPr>
            <a:xfrm>
              <a:off x="6857250" y="3486970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354" name="tx353"/>
            <p:cNvSpPr/>
            <p:nvPr/>
          </p:nvSpPr>
          <p:spPr>
            <a:xfrm>
              <a:off x="6857250" y="3111497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35</a:t>
              </a:r>
            </a:p>
          </p:txBody>
        </p:sp>
        <p:sp>
          <p:nvSpPr>
            <p:cNvPr id="355" name="tx354"/>
            <p:cNvSpPr/>
            <p:nvPr/>
          </p:nvSpPr>
          <p:spPr>
            <a:xfrm>
              <a:off x="6857250" y="2735929"/>
              <a:ext cx="108521" cy="7026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356" name="rc355"/>
            <p:cNvSpPr/>
            <p:nvPr/>
          </p:nvSpPr>
          <p:spPr>
            <a:xfrm>
              <a:off x="7984220" y="1832523"/>
              <a:ext cx="3213997" cy="413020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7" name="pl356"/>
            <p:cNvSpPr/>
            <p:nvPr/>
          </p:nvSpPr>
          <p:spPr>
            <a:xfrm>
              <a:off x="8808081" y="4140238"/>
              <a:ext cx="1566275" cy="1634751"/>
            </a:xfrm>
            <a:custGeom>
              <a:avLst/>
              <a:pathLst>
                <a:path w="1566275" h="1634751">
                  <a:moveTo>
                    <a:pt x="0" y="1634751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" name="pl357"/>
            <p:cNvSpPr/>
            <p:nvPr/>
          </p:nvSpPr>
          <p:spPr>
            <a:xfrm>
              <a:off x="8808081" y="4723665"/>
              <a:ext cx="1566275" cy="976229"/>
            </a:xfrm>
            <a:custGeom>
              <a:avLst/>
              <a:pathLst>
                <a:path w="1566275" h="976229">
                  <a:moveTo>
                    <a:pt x="0" y="976229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" name="pl358"/>
            <p:cNvSpPr/>
            <p:nvPr/>
          </p:nvSpPr>
          <p:spPr>
            <a:xfrm>
              <a:off x="8808081" y="4385739"/>
              <a:ext cx="1566275" cy="1163966"/>
            </a:xfrm>
            <a:custGeom>
              <a:avLst/>
              <a:pathLst>
                <a:path w="1566275" h="1163966">
                  <a:moveTo>
                    <a:pt x="0" y="1163966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" name="pl359"/>
            <p:cNvSpPr/>
            <p:nvPr/>
          </p:nvSpPr>
          <p:spPr>
            <a:xfrm>
              <a:off x="8808081" y="4623539"/>
              <a:ext cx="1566275" cy="851072"/>
            </a:xfrm>
            <a:custGeom>
              <a:avLst/>
              <a:pathLst>
                <a:path w="1566275" h="851072">
                  <a:moveTo>
                    <a:pt x="0" y="851072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" name="pl360"/>
            <p:cNvSpPr/>
            <p:nvPr/>
          </p:nvSpPr>
          <p:spPr>
            <a:xfrm>
              <a:off x="8808081" y="4348192"/>
              <a:ext cx="1566275" cy="1051324"/>
            </a:xfrm>
            <a:custGeom>
              <a:avLst/>
              <a:pathLst>
                <a:path w="1566275" h="1051324">
                  <a:moveTo>
                    <a:pt x="0" y="1051324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" name="pl361"/>
            <p:cNvSpPr/>
            <p:nvPr/>
          </p:nvSpPr>
          <p:spPr>
            <a:xfrm>
              <a:off x="8808081" y="4552020"/>
              <a:ext cx="1566275" cy="772401"/>
            </a:xfrm>
            <a:custGeom>
              <a:avLst/>
              <a:pathLst>
                <a:path w="1566275" h="772401">
                  <a:moveTo>
                    <a:pt x="0" y="772401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" name="pl362"/>
            <p:cNvSpPr/>
            <p:nvPr/>
          </p:nvSpPr>
          <p:spPr>
            <a:xfrm>
              <a:off x="8808081" y="4470221"/>
              <a:ext cx="1566275" cy="779106"/>
            </a:xfrm>
            <a:custGeom>
              <a:avLst/>
              <a:pathLst>
                <a:path w="1566275" h="779106">
                  <a:moveTo>
                    <a:pt x="0" y="779106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" name="pl363"/>
            <p:cNvSpPr/>
            <p:nvPr/>
          </p:nvSpPr>
          <p:spPr>
            <a:xfrm>
              <a:off x="8808081" y="4383951"/>
              <a:ext cx="1566275" cy="790281"/>
            </a:xfrm>
            <a:custGeom>
              <a:avLst/>
              <a:pathLst>
                <a:path w="1566275" h="790281">
                  <a:moveTo>
                    <a:pt x="0" y="790281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" name="pl364"/>
            <p:cNvSpPr/>
            <p:nvPr/>
          </p:nvSpPr>
          <p:spPr>
            <a:xfrm>
              <a:off x="8808081" y="4505421"/>
              <a:ext cx="1566275" cy="593716"/>
            </a:xfrm>
            <a:custGeom>
              <a:avLst/>
              <a:pathLst>
                <a:path w="1566275" h="593716">
                  <a:moveTo>
                    <a:pt x="0" y="593716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" name="pl365"/>
            <p:cNvSpPr/>
            <p:nvPr/>
          </p:nvSpPr>
          <p:spPr>
            <a:xfrm>
              <a:off x="8808081" y="4429544"/>
              <a:ext cx="1566275" cy="594498"/>
            </a:xfrm>
            <a:custGeom>
              <a:avLst/>
              <a:pathLst>
                <a:path w="1566275" h="594498">
                  <a:moveTo>
                    <a:pt x="0" y="594498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" name="pl366"/>
            <p:cNvSpPr/>
            <p:nvPr/>
          </p:nvSpPr>
          <p:spPr>
            <a:xfrm>
              <a:off x="8808081" y="4440413"/>
              <a:ext cx="1566275" cy="508535"/>
            </a:xfrm>
            <a:custGeom>
              <a:avLst/>
              <a:pathLst>
                <a:path w="1566275" h="508535">
                  <a:moveTo>
                    <a:pt x="0" y="508535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" name="pl367"/>
            <p:cNvSpPr/>
            <p:nvPr/>
          </p:nvSpPr>
          <p:spPr>
            <a:xfrm>
              <a:off x="8808081" y="4429544"/>
              <a:ext cx="1566275" cy="444309"/>
            </a:xfrm>
            <a:custGeom>
              <a:avLst/>
              <a:pathLst>
                <a:path w="1566275" h="444309">
                  <a:moveTo>
                    <a:pt x="0" y="444309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" name="pl368"/>
            <p:cNvSpPr/>
            <p:nvPr/>
          </p:nvSpPr>
          <p:spPr>
            <a:xfrm>
              <a:off x="8808081" y="4431405"/>
              <a:ext cx="1566275" cy="367354"/>
            </a:xfrm>
            <a:custGeom>
              <a:avLst/>
              <a:pathLst>
                <a:path w="1566275" h="367354">
                  <a:moveTo>
                    <a:pt x="0" y="367354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" name="pl369"/>
            <p:cNvSpPr/>
            <p:nvPr/>
          </p:nvSpPr>
          <p:spPr>
            <a:xfrm>
              <a:off x="8808081" y="4312146"/>
              <a:ext cx="1566275" cy="411518"/>
            </a:xfrm>
            <a:custGeom>
              <a:avLst/>
              <a:pathLst>
                <a:path w="1566275" h="411518">
                  <a:moveTo>
                    <a:pt x="0" y="411518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" name="pl370"/>
            <p:cNvSpPr/>
            <p:nvPr/>
          </p:nvSpPr>
          <p:spPr>
            <a:xfrm>
              <a:off x="8808081" y="4307034"/>
              <a:ext cx="1566275" cy="341536"/>
            </a:xfrm>
            <a:custGeom>
              <a:avLst/>
              <a:pathLst>
                <a:path w="1566275" h="341536">
                  <a:moveTo>
                    <a:pt x="0" y="341536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" name="pl371"/>
            <p:cNvSpPr/>
            <p:nvPr/>
          </p:nvSpPr>
          <p:spPr>
            <a:xfrm>
              <a:off x="8808081" y="4362812"/>
              <a:ext cx="1566275" cy="210663"/>
            </a:xfrm>
            <a:custGeom>
              <a:avLst/>
              <a:pathLst>
                <a:path w="1566275" h="210663">
                  <a:moveTo>
                    <a:pt x="0" y="210663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" name="pl372"/>
            <p:cNvSpPr/>
            <p:nvPr/>
          </p:nvSpPr>
          <p:spPr>
            <a:xfrm>
              <a:off x="8808081" y="4268486"/>
              <a:ext cx="1566275" cy="229894"/>
            </a:xfrm>
            <a:custGeom>
              <a:avLst/>
              <a:pathLst>
                <a:path w="1566275" h="229894">
                  <a:moveTo>
                    <a:pt x="0" y="229894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" name="pl373"/>
            <p:cNvSpPr/>
            <p:nvPr/>
          </p:nvSpPr>
          <p:spPr>
            <a:xfrm>
              <a:off x="8808081" y="4240703"/>
              <a:ext cx="1566275" cy="182582"/>
            </a:xfrm>
            <a:custGeom>
              <a:avLst/>
              <a:pathLst>
                <a:path w="1566275" h="182582">
                  <a:moveTo>
                    <a:pt x="0" y="182582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" name="pl374"/>
            <p:cNvSpPr/>
            <p:nvPr/>
          </p:nvSpPr>
          <p:spPr>
            <a:xfrm>
              <a:off x="8808081" y="4189659"/>
              <a:ext cx="1566275" cy="158533"/>
            </a:xfrm>
            <a:custGeom>
              <a:avLst/>
              <a:pathLst>
                <a:path w="1566275" h="158533">
                  <a:moveTo>
                    <a:pt x="0" y="158533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" name="pl375"/>
            <p:cNvSpPr/>
            <p:nvPr/>
          </p:nvSpPr>
          <p:spPr>
            <a:xfrm>
              <a:off x="8808081" y="4105323"/>
              <a:ext cx="1566275" cy="167774"/>
            </a:xfrm>
            <a:custGeom>
              <a:avLst/>
              <a:pathLst>
                <a:path w="1566275" h="167774">
                  <a:moveTo>
                    <a:pt x="0" y="167774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" name="pl376"/>
            <p:cNvSpPr/>
            <p:nvPr/>
          </p:nvSpPr>
          <p:spPr>
            <a:xfrm>
              <a:off x="8808081" y="4090320"/>
              <a:ext cx="1566275" cy="107682"/>
            </a:xfrm>
            <a:custGeom>
              <a:avLst/>
              <a:pathLst>
                <a:path w="1566275" h="107682">
                  <a:moveTo>
                    <a:pt x="0" y="107682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" name="pl377"/>
            <p:cNvSpPr/>
            <p:nvPr/>
          </p:nvSpPr>
          <p:spPr>
            <a:xfrm>
              <a:off x="8808081" y="4078473"/>
              <a:ext cx="1566275" cy="44434"/>
            </a:xfrm>
            <a:custGeom>
              <a:avLst/>
              <a:pathLst>
                <a:path w="1566275" h="44434">
                  <a:moveTo>
                    <a:pt x="0" y="44434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" name="pl378"/>
            <p:cNvSpPr/>
            <p:nvPr/>
          </p:nvSpPr>
          <p:spPr>
            <a:xfrm>
              <a:off x="8808081" y="3961027"/>
              <a:ext cx="1566275" cy="86785"/>
            </a:xfrm>
            <a:custGeom>
              <a:avLst/>
              <a:pathLst>
                <a:path w="1566275" h="86785">
                  <a:moveTo>
                    <a:pt x="0" y="86785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" name="pl379"/>
            <p:cNvSpPr/>
            <p:nvPr/>
          </p:nvSpPr>
          <p:spPr>
            <a:xfrm>
              <a:off x="8808081" y="3872161"/>
              <a:ext cx="1566275" cy="100557"/>
            </a:xfrm>
            <a:custGeom>
              <a:avLst/>
              <a:pathLst>
                <a:path w="1566275" h="100557">
                  <a:moveTo>
                    <a:pt x="0" y="100557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" name="pl380"/>
            <p:cNvSpPr/>
            <p:nvPr/>
          </p:nvSpPr>
          <p:spPr>
            <a:xfrm>
              <a:off x="8808081" y="3845488"/>
              <a:ext cx="1566275" cy="52135"/>
            </a:xfrm>
            <a:custGeom>
              <a:avLst/>
              <a:pathLst>
                <a:path w="1566275" h="52135">
                  <a:moveTo>
                    <a:pt x="0" y="52135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" name="pl381"/>
            <p:cNvSpPr/>
            <p:nvPr/>
          </p:nvSpPr>
          <p:spPr>
            <a:xfrm>
              <a:off x="8808081" y="3813986"/>
              <a:ext cx="1566275" cy="8543"/>
            </a:xfrm>
            <a:custGeom>
              <a:avLst/>
              <a:pathLst>
                <a:path w="1566275" h="8543">
                  <a:moveTo>
                    <a:pt x="0" y="8543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" name="pl382"/>
            <p:cNvSpPr/>
            <p:nvPr/>
          </p:nvSpPr>
          <p:spPr>
            <a:xfrm>
              <a:off x="8808081" y="3747435"/>
              <a:ext cx="1566275" cy="426"/>
            </a:xfrm>
            <a:custGeom>
              <a:avLst/>
              <a:pathLst>
                <a:path w="1566275" h="426">
                  <a:moveTo>
                    <a:pt x="0" y="0"/>
                  </a:moveTo>
                  <a:lnTo>
                    <a:pt x="1566275" y="426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" name="pl383"/>
            <p:cNvSpPr/>
            <p:nvPr/>
          </p:nvSpPr>
          <p:spPr>
            <a:xfrm>
              <a:off x="8808081" y="3672340"/>
              <a:ext cx="1566275" cy="41719"/>
            </a:xfrm>
            <a:custGeom>
              <a:avLst/>
              <a:pathLst>
                <a:path w="1566275" h="41719">
                  <a:moveTo>
                    <a:pt x="0" y="0"/>
                  </a:moveTo>
                  <a:lnTo>
                    <a:pt x="1566275" y="41719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" name="pl384"/>
            <p:cNvSpPr/>
            <p:nvPr/>
          </p:nvSpPr>
          <p:spPr>
            <a:xfrm>
              <a:off x="8808081" y="3597246"/>
              <a:ext cx="1566275" cy="79701"/>
            </a:xfrm>
            <a:custGeom>
              <a:avLst/>
              <a:pathLst>
                <a:path w="1566275" h="79701">
                  <a:moveTo>
                    <a:pt x="0" y="0"/>
                  </a:moveTo>
                  <a:lnTo>
                    <a:pt x="1566275" y="79701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" name="pl385"/>
            <p:cNvSpPr/>
            <p:nvPr/>
          </p:nvSpPr>
          <p:spPr>
            <a:xfrm>
              <a:off x="8808081" y="3522151"/>
              <a:ext cx="1566275" cy="110465"/>
            </a:xfrm>
            <a:custGeom>
              <a:avLst/>
              <a:pathLst>
                <a:path w="1566275" h="110465">
                  <a:moveTo>
                    <a:pt x="0" y="0"/>
                  </a:moveTo>
                  <a:lnTo>
                    <a:pt x="1566275" y="110465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" name="pl386"/>
            <p:cNvSpPr/>
            <p:nvPr/>
          </p:nvSpPr>
          <p:spPr>
            <a:xfrm>
              <a:off x="8808081" y="3447057"/>
              <a:ext cx="1566275" cy="181049"/>
            </a:xfrm>
            <a:custGeom>
              <a:avLst/>
              <a:pathLst>
                <a:path w="1566275" h="181049">
                  <a:moveTo>
                    <a:pt x="0" y="0"/>
                  </a:moveTo>
                  <a:lnTo>
                    <a:pt x="1566275" y="181049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" name="pl387"/>
            <p:cNvSpPr/>
            <p:nvPr/>
          </p:nvSpPr>
          <p:spPr>
            <a:xfrm>
              <a:off x="8808081" y="3371962"/>
              <a:ext cx="1566275" cy="175220"/>
            </a:xfrm>
            <a:custGeom>
              <a:avLst/>
              <a:pathLst>
                <a:path w="1566275" h="175220">
                  <a:moveTo>
                    <a:pt x="0" y="0"/>
                  </a:moveTo>
                  <a:lnTo>
                    <a:pt x="1566275" y="17522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" name="pl388"/>
            <p:cNvSpPr/>
            <p:nvPr/>
          </p:nvSpPr>
          <p:spPr>
            <a:xfrm>
              <a:off x="8808081" y="3296867"/>
              <a:ext cx="1566275" cy="259730"/>
            </a:xfrm>
            <a:custGeom>
              <a:avLst/>
              <a:pathLst>
                <a:path w="1566275" h="259730">
                  <a:moveTo>
                    <a:pt x="0" y="0"/>
                  </a:moveTo>
                  <a:lnTo>
                    <a:pt x="1566275" y="25973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" name="pl389"/>
            <p:cNvSpPr/>
            <p:nvPr/>
          </p:nvSpPr>
          <p:spPr>
            <a:xfrm>
              <a:off x="8808081" y="3221773"/>
              <a:ext cx="1566275" cy="321441"/>
            </a:xfrm>
            <a:custGeom>
              <a:avLst/>
              <a:pathLst>
                <a:path w="1566275" h="321441">
                  <a:moveTo>
                    <a:pt x="0" y="0"/>
                  </a:moveTo>
                  <a:lnTo>
                    <a:pt x="1566275" y="321441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" name="pl390"/>
            <p:cNvSpPr/>
            <p:nvPr/>
          </p:nvSpPr>
          <p:spPr>
            <a:xfrm>
              <a:off x="8808081" y="3146678"/>
              <a:ext cx="1566275" cy="322589"/>
            </a:xfrm>
            <a:custGeom>
              <a:avLst/>
              <a:pathLst>
                <a:path w="1566275" h="322589">
                  <a:moveTo>
                    <a:pt x="0" y="0"/>
                  </a:moveTo>
                  <a:lnTo>
                    <a:pt x="1566275" y="322589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" name="pl391"/>
            <p:cNvSpPr/>
            <p:nvPr/>
          </p:nvSpPr>
          <p:spPr>
            <a:xfrm>
              <a:off x="8808081" y="3071584"/>
              <a:ext cx="1566275" cy="348515"/>
            </a:xfrm>
            <a:custGeom>
              <a:avLst/>
              <a:pathLst>
                <a:path w="1566275" h="348515">
                  <a:moveTo>
                    <a:pt x="0" y="0"/>
                  </a:moveTo>
                  <a:lnTo>
                    <a:pt x="1566275" y="348515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" name="pl392"/>
            <p:cNvSpPr/>
            <p:nvPr/>
          </p:nvSpPr>
          <p:spPr>
            <a:xfrm>
              <a:off x="8808081" y="2996489"/>
              <a:ext cx="1566275" cy="477387"/>
            </a:xfrm>
            <a:custGeom>
              <a:avLst/>
              <a:pathLst>
                <a:path w="1566275" h="477387">
                  <a:moveTo>
                    <a:pt x="0" y="0"/>
                  </a:moveTo>
                  <a:lnTo>
                    <a:pt x="1566275" y="477387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" name="pl393"/>
            <p:cNvSpPr/>
            <p:nvPr/>
          </p:nvSpPr>
          <p:spPr>
            <a:xfrm>
              <a:off x="8808081" y="2921394"/>
              <a:ext cx="1566275" cy="609859"/>
            </a:xfrm>
            <a:custGeom>
              <a:avLst/>
              <a:pathLst>
                <a:path w="1566275" h="609859">
                  <a:moveTo>
                    <a:pt x="0" y="0"/>
                  </a:moveTo>
                  <a:lnTo>
                    <a:pt x="1566275" y="609859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" name="pl394"/>
            <p:cNvSpPr/>
            <p:nvPr/>
          </p:nvSpPr>
          <p:spPr>
            <a:xfrm>
              <a:off x="8808081" y="2846300"/>
              <a:ext cx="1566275" cy="637166"/>
            </a:xfrm>
            <a:custGeom>
              <a:avLst/>
              <a:pathLst>
                <a:path w="1566275" h="637166">
                  <a:moveTo>
                    <a:pt x="0" y="0"/>
                  </a:moveTo>
                  <a:lnTo>
                    <a:pt x="1566275" y="637166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" name="pl395"/>
            <p:cNvSpPr/>
            <p:nvPr/>
          </p:nvSpPr>
          <p:spPr>
            <a:xfrm>
              <a:off x="8808081" y="2771205"/>
              <a:ext cx="1566275" cy="779106"/>
            </a:xfrm>
            <a:custGeom>
              <a:avLst/>
              <a:pathLst>
                <a:path w="1566275" h="779106">
                  <a:moveTo>
                    <a:pt x="0" y="0"/>
                  </a:moveTo>
                  <a:lnTo>
                    <a:pt x="1566275" y="779106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" name="pl396"/>
            <p:cNvSpPr/>
            <p:nvPr/>
          </p:nvSpPr>
          <p:spPr>
            <a:xfrm>
              <a:off x="8808081" y="2696111"/>
              <a:ext cx="1566275" cy="750945"/>
            </a:xfrm>
            <a:custGeom>
              <a:avLst/>
              <a:pathLst>
                <a:path w="1566275" h="750945">
                  <a:moveTo>
                    <a:pt x="0" y="0"/>
                  </a:moveTo>
                  <a:lnTo>
                    <a:pt x="1566275" y="750945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" name="pl397"/>
            <p:cNvSpPr/>
            <p:nvPr/>
          </p:nvSpPr>
          <p:spPr>
            <a:xfrm>
              <a:off x="8808081" y="2621016"/>
              <a:ext cx="1566275" cy="797158"/>
            </a:xfrm>
            <a:custGeom>
              <a:avLst/>
              <a:pathLst>
                <a:path w="1566275" h="797158">
                  <a:moveTo>
                    <a:pt x="0" y="0"/>
                  </a:moveTo>
                  <a:lnTo>
                    <a:pt x="1566275" y="797158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" name="pl398"/>
            <p:cNvSpPr/>
            <p:nvPr/>
          </p:nvSpPr>
          <p:spPr>
            <a:xfrm>
              <a:off x="8808081" y="2545921"/>
              <a:ext cx="1566275" cy="740218"/>
            </a:xfrm>
            <a:custGeom>
              <a:avLst/>
              <a:pathLst>
                <a:path w="1566275" h="740218">
                  <a:moveTo>
                    <a:pt x="0" y="0"/>
                  </a:moveTo>
                  <a:lnTo>
                    <a:pt x="1566275" y="740218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" name="pl399"/>
            <p:cNvSpPr/>
            <p:nvPr/>
          </p:nvSpPr>
          <p:spPr>
            <a:xfrm>
              <a:off x="8808081" y="2470827"/>
              <a:ext cx="1566275" cy="888619"/>
            </a:xfrm>
            <a:custGeom>
              <a:avLst/>
              <a:pathLst>
                <a:path w="1566275" h="888619">
                  <a:moveTo>
                    <a:pt x="0" y="0"/>
                  </a:moveTo>
                  <a:lnTo>
                    <a:pt x="1566275" y="888619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" name="pl400"/>
            <p:cNvSpPr/>
            <p:nvPr/>
          </p:nvSpPr>
          <p:spPr>
            <a:xfrm>
              <a:off x="8808081" y="2395732"/>
              <a:ext cx="1566275" cy="750945"/>
            </a:xfrm>
            <a:custGeom>
              <a:avLst/>
              <a:pathLst>
                <a:path w="1566275" h="750945">
                  <a:moveTo>
                    <a:pt x="0" y="0"/>
                  </a:moveTo>
                  <a:lnTo>
                    <a:pt x="1566275" y="750945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" name="pl401"/>
            <p:cNvSpPr/>
            <p:nvPr/>
          </p:nvSpPr>
          <p:spPr>
            <a:xfrm>
              <a:off x="8808081" y="2320638"/>
              <a:ext cx="1566275" cy="976229"/>
            </a:xfrm>
            <a:custGeom>
              <a:avLst/>
              <a:pathLst>
                <a:path w="1566275" h="976229">
                  <a:moveTo>
                    <a:pt x="0" y="0"/>
                  </a:moveTo>
                  <a:lnTo>
                    <a:pt x="1566275" y="976229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" name="pl402"/>
            <p:cNvSpPr/>
            <p:nvPr/>
          </p:nvSpPr>
          <p:spPr>
            <a:xfrm>
              <a:off x="8808081" y="2170448"/>
              <a:ext cx="1566275" cy="1408023"/>
            </a:xfrm>
            <a:custGeom>
              <a:avLst/>
              <a:pathLst>
                <a:path w="1566275" h="1408023">
                  <a:moveTo>
                    <a:pt x="0" y="0"/>
                  </a:moveTo>
                  <a:lnTo>
                    <a:pt x="1566275" y="1408023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" name="pt403"/>
            <p:cNvSpPr/>
            <p:nvPr/>
          </p:nvSpPr>
          <p:spPr>
            <a:xfrm>
              <a:off x="8787320" y="575422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" name="pt404"/>
            <p:cNvSpPr/>
            <p:nvPr/>
          </p:nvSpPr>
          <p:spPr>
            <a:xfrm>
              <a:off x="8787320" y="567913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" name="pt405"/>
            <p:cNvSpPr/>
            <p:nvPr/>
          </p:nvSpPr>
          <p:spPr>
            <a:xfrm>
              <a:off x="8787320" y="552894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" name="pt406"/>
            <p:cNvSpPr/>
            <p:nvPr/>
          </p:nvSpPr>
          <p:spPr>
            <a:xfrm>
              <a:off x="8787320" y="545385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" name="pt407"/>
            <p:cNvSpPr/>
            <p:nvPr/>
          </p:nvSpPr>
          <p:spPr>
            <a:xfrm>
              <a:off x="8787320" y="537875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" name="pt408"/>
            <p:cNvSpPr/>
            <p:nvPr/>
          </p:nvSpPr>
          <p:spPr>
            <a:xfrm>
              <a:off x="8787320" y="530366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" name="pt409"/>
            <p:cNvSpPr/>
            <p:nvPr/>
          </p:nvSpPr>
          <p:spPr>
            <a:xfrm>
              <a:off x="8787320" y="522856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" name="pt410"/>
            <p:cNvSpPr/>
            <p:nvPr/>
          </p:nvSpPr>
          <p:spPr>
            <a:xfrm>
              <a:off x="8787320" y="515347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" name="pt411"/>
            <p:cNvSpPr/>
            <p:nvPr/>
          </p:nvSpPr>
          <p:spPr>
            <a:xfrm>
              <a:off x="8787320" y="507837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" name="pt412"/>
            <p:cNvSpPr/>
            <p:nvPr/>
          </p:nvSpPr>
          <p:spPr>
            <a:xfrm>
              <a:off x="8787320" y="500328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" name="pt413"/>
            <p:cNvSpPr/>
            <p:nvPr/>
          </p:nvSpPr>
          <p:spPr>
            <a:xfrm>
              <a:off x="8787320" y="492818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" name="pt414"/>
            <p:cNvSpPr/>
            <p:nvPr/>
          </p:nvSpPr>
          <p:spPr>
            <a:xfrm>
              <a:off x="8787320" y="485309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" name="pt415"/>
            <p:cNvSpPr/>
            <p:nvPr/>
          </p:nvSpPr>
          <p:spPr>
            <a:xfrm>
              <a:off x="8787320" y="477799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" name="pt416"/>
            <p:cNvSpPr/>
            <p:nvPr/>
          </p:nvSpPr>
          <p:spPr>
            <a:xfrm>
              <a:off x="8787320" y="470290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" name="pt417"/>
            <p:cNvSpPr/>
            <p:nvPr/>
          </p:nvSpPr>
          <p:spPr>
            <a:xfrm>
              <a:off x="8787320" y="462780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" name="pt418"/>
            <p:cNvSpPr/>
            <p:nvPr/>
          </p:nvSpPr>
          <p:spPr>
            <a:xfrm>
              <a:off x="8787320" y="455271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" name="pt419"/>
            <p:cNvSpPr/>
            <p:nvPr/>
          </p:nvSpPr>
          <p:spPr>
            <a:xfrm>
              <a:off x="8787320" y="447762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" name="pt420"/>
            <p:cNvSpPr/>
            <p:nvPr/>
          </p:nvSpPr>
          <p:spPr>
            <a:xfrm>
              <a:off x="8787320" y="440252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" name="pt421"/>
            <p:cNvSpPr/>
            <p:nvPr/>
          </p:nvSpPr>
          <p:spPr>
            <a:xfrm>
              <a:off x="8787320" y="432743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" name="pt422"/>
            <p:cNvSpPr/>
            <p:nvPr/>
          </p:nvSpPr>
          <p:spPr>
            <a:xfrm>
              <a:off x="8787320" y="425233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" name="pt423"/>
            <p:cNvSpPr/>
            <p:nvPr/>
          </p:nvSpPr>
          <p:spPr>
            <a:xfrm>
              <a:off x="8787320" y="417724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" name="pt424"/>
            <p:cNvSpPr/>
            <p:nvPr/>
          </p:nvSpPr>
          <p:spPr>
            <a:xfrm>
              <a:off x="8787320" y="410214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" name="pt425"/>
            <p:cNvSpPr/>
            <p:nvPr/>
          </p:nvSpPr>
          <p:spPr>
            <a:xfrm>
              <a:off x="8787320" y="402705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" name="pt426"/>
            <p:cNvSpPr/>
            <p:nvPr/>
          </p:nvSpPr>
          <p:spPr>
            <a:xfrm>
              <a:off x="8787320" y="395195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" name="pt427"/>
            <p:cNvSpPr/>
            <p:nvPr/>
          </p:nvSpPr>
          <p:spPr>
            <a:xfrm>
              <a:off x="8787320" y="387686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" name="pt428"/>
            <p:cNvSpPr/>
            <p:nvPr/>
          </p:nvSpPr>
          <p:spPr>
            <a:xfrm>
              <a:off x="8787320" y="380176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" name="pt429"/>
            <p:cNvSpPr/>
            <p:nvPr/>
          </p:nvSpPr>
          <p:spPr>
            <a:xfrm>
              <a:off x="8787320" y="372667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" name="pt430"/>
            <p:cNvSpPr/>
            <p:nvPr/>
          </p:nvSpPr>
          <p:spPr>
            <a:xfrm>
              <a:off x="8787320" y="365158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" name="pt431"/>
            <p:cNvSpPr/>
            <p:nvPr/>
          </p:nvSpPr>
          <p:spPr>
            <a:xfrm>
              <a:off x="8787320" y="357648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" name="pt432"/>
            <p:cNvSpPr/>
            <p:nvPr/>
          </p:nvSpPr>
          <p:spPr>
            <a:xfrm>
              <a:off x="8787320" y="350139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" name="pt433"/>
            <p:cNvSpPr/>
            <p:nvPr/>
          </p:nvSpPr>
          <p:spPr>
            <a:xfrm>
              <a:off x="8787320" y="342629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" name="pt434"/>
            <p:cNvSpPr/>
            <p:nvPr/>
          </p:nvSpPr>
          <p:spPr>
            <a:xfrm>
              <a:off x="8787320" y="335120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" name="pt435"/>
            <p:cNvSpPr/>
            <p:nvPr/>
          </p:nvSpPr>
          <p:spPr>
            <a:xfrm>
              <a:off x="8787320" y="327610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" name="pt436"/>
            <p:cNvSpPr/>
            <p:nvPr/>
          </p:nvSpPr>
          <p:spPr>
            <a:xfrm>
              <a:off x="8787320" y="320101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" name="pt437"/>
            <p:cNvSpPr/>
            <p:nvPr/>
          </p:nvSpPr>
          <p:spPr>
            <a:xfrm>
              <a:off x="8787320" y="312591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" name="pt438"/>
            <p:cNvSpPr/>
            <p:nvPr/>
          </p:nvSpPr>
          <p:spPr>
            <a:xfrm>
              <a:off x="8787320" y="305082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" name="pt439"/>
            <p:cNvSpPr/>
            <p:nvPr/>
          </p:nvSpPr>
          <p:spPr>
            <a:xfrm>
              <a:off x="8787320" y="297572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" name="pt440"/>
            <p:cNvSpPr/>
            <p:nvPr/>
          </p:nvSpPr>
          <p:spPr>
            <a:xfrm>
              <a:off x="8787320" y="290063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" name="pt441"/>
            <p:cNvSpPr/>
            <p:nvPr/>
          </p:nvSpPr>
          <p:spPr>
            <a:xfrm>
              <a:off x="8787320" y="282553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" name="pt442"/>
            <p:cNvSpPr/>
            <p:nvPr/>
          </p:nvSpPr>
          <p:spPr>
            <a:xfrm>
              <a:off x="8787320" y="275044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" name="pt443"/>
            <p:cNvSpPr/>
            <p:nvPr/>
          </p:nvSpPr>
          <p:spPr>
            <a:xfrm>
              <a:off x="8787320" y="267535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" name="pt444"/>
            <p:cNvSpPr/>
            <p:nvPr/>
          </p:nvSpPr>
          <p:spPr>
            <a:xfrm>
              <a:off x="8787320" y="260025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" name="pt445"/>
            <p:cNvSpPr/>
            <p:nvPr/>
          </p:nvSpPr>
          <p:spPr>
            <a:xfrm>
              <a:off x="8787320" y="252516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" name="pt446"/>
            <p:cNvSpPr/>
            <p:nvPr/>
          </p:nvSpPr>
          <p:spPr>
            <a:xfrm>
              <a:off x="8787320" y="245006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" name="pt447"/>
            <p:cNvSpPr/>
            <p:nvPr/>
          </p:nvSpPr>
          <p:spPr>
            <a:xfrm>
              <a:off x="8787320" y="237497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" name="pt448"/>
            <p:cNvSpPr/>
            <p:nvPr/>
          </p:nvSpPr>
          <p:spPr>
            <a:xfrm>
              <a:off x="8787320" y="229987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" name="pt449"/>
            <p:cNvSpPr/>
            <p:nvPr/>
          </p:nvSpPr>
          <p:spPr>
            <a:xfrm>
              <a:off x="8787320" y="214968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" name="pt450"/>
            <p:cNvSpPr/>
            <p:nvPr/>
          </p:nvSpPr>
          <p:spPr>
            <a:xfrm>
              <a:off x="10349531" y="411541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" name="pt451"/>
            <p:cNvSpPr/>
            <p:nvPr/>
          </p:nvSpPr>
          <p:spPr>
            <a:xfrm>
              <a:off x="10349531" y="469883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" name="pt452"/>
            <p:cNvSpPr/>
            <p:nvPr/>
          </p:nvSpPr>
          <p:spPr>
            <a:xfrm>
              <a:off x="10349531" y="436091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" name="pt453"/>
            <p:cNvSpPr/>
            <p:nvPr/>
          </p:nvSpPr>
          <p:spPr>
            <a:xfrm>
              <a:off x="10349531" y="459871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" name="pt454"/>
            <p:cNvSpPr/>
            <p:nvPr/>
          </p:nvSpPr>
          <p:spPr>
            <a:xfrm>
              <a:off x="10349531" y="432336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" name="pt455"/>
            <p:cNvSpPr/>
            <p:nvPr/>
          </p:nvSpPr>
          <p:spPr>
            <a:xfrm>
              <a:off x="10349531" y="452719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" name="pt456"/>
            <p:cNvSpPr/>
            <p:nvPr/>
          </p:nvSpPr>
          <p:spPr>
            <a:xfrm>
              <a:off x="10349531" y="444539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" name="pt457"/>
            <p:cNvSpPr/>
            <p:nvPr/>
          </p:nvSpPr>
          <p:spPr>
            <a:xfrm>
              <a:off x="10349531" y="435912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" name="pt458"/>
            <p:cNvSpPr/>
            <p:nvPr/>
          </p:nvSpPr>
          <p:spPr>
            <a:xfrm>
              <a:off x="10349531" y="448059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" name="pt459"/>
            <p:cNvSpPr/>
            <p:nvPr/>
          </p:nvSpPr>
          <p:spPr>
            <a:xfrm>
              <a:off x="10349531" y="440471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" name="pt460"/>
            <p:cNvSpPr/>
            <p:nvPr/>
          </p:nvSpPr>
          <p:spPr>
            <a:xfrm>
              <a:off x="10349531" y="441558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" name="pt461"/>
            <p:cNvSpPr/>
            <p:nvPr/>
          </p:nvSpPr>
          <p:spPr>
            <a:xfrm>
              <a:off x="10349531" y="440471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" name="pt462"/>
            <p:cNvSpPr/>
            <p:nvPr/>
          </p:nvSpPr>
          <p:spPr>
            <a:xfrm>
              <a:off x="10349531" y="440657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" name="pt463"/>
            <p:cNvSpPr/>
            <p:nvPr/>
          </p:nvSpPr>
          <p:spPr>
            <a:xfrm>
              <a:off x="10349531" y="428732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" name="pt464"/>
            <p:cNvSpPr/>
            <p:nvPr/>
          </p:nvSpPr>
          <p:spPr>
            <a:xfrm>
              <a:off x="10349531" y="428220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" name="pt465"/>
            <p:cNvSpPr/>
            <p:nvPr/>
          </p:nvSpPr>
          <p:spPr>
            <a:xfrm>
              <a:off x="10349531" y="433798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" name="pt466"/>
            <p:cNvSpPr/>
            <p:nvPr/>
          </p:nvSpPr>
          <p:spPr>
            <a:xfrm>
              <a:off x="10349531" y="424366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" name="pt467"/>
            <p:cNvSpPr/>
            <p:nvPr/>
          </p:nvSpPr>
          <p:spPr>
            <a:xfrm>
              <a:off x="10349531" y="421587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" name="pt468"/>
            <p:cNvSpPr/>
            <p:nvPr/>
          </p:nvSpPr>
          <p:spPr>
            <a:xfrm>
              <a:off x="10349531" y="416483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" name="pt469"/>
            <p:cNvSpPr/>
            <p:nvPr/>
          </p:nvSpPr>
          <p:spPr>
            <a:xfrm>
              <a:off x="10349531" y="408049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" name="pt470"/>
            <p:cNvSpPr/>
            <p:nvPr/>
          </p:nvSpPr>
          <p:spPr>
            <a:xfrm>
              <a:off x="10349531" y="406549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" name="pt471"/>
            <p:cNvSpPr/>
            <p:nvPr/>
          </p:nvSpPr>
          <p:spPr>
            <a:xfrm>
              <a:off x="10349531" y="405364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" name="pt472"/>
            <p:cNvSpPr/>
            <p:nvPr/>
          </p:nvSpPr>
          <p:spPr>
            <a:xfrm>
              <a:off x="10349531" y="393620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" name="pt473"/>
            <p:cNvSpPr/>
            <p:nvPr/>
          </p:nvSpPr>
          <p:spPr>
            <a:xfrm>
              <a:off x="10349531" y="384733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" name="pt474"/>
            <p:cNvSpPr/>
            <p:nvPr/>
          </p:nvSpPr>
          <p:spPr>
            <a:xfrm>
              <a:off x="10349531" y="382066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" name="pt475"/>
            <p:cNvSpPr/>
            <p:nvPr/>
          </p:nvSpPr>
          <p:spPr>
            <a:xfrm>
              <a:off x="10349531" y="378916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" name="pt476"/>
            <p:cNvSpPr/>
            <p:nvPr/>
          </p:nvSpPr>
          <p:spPr>
            <a:xfrm>
              <a:off x="10349531" y="372303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" name="pt477"/>
            <p:cNvSpPr/>
            <p:nvPr/>
          </p:nvSpPr>
          <p:spPr>
            <a:xfrm>
              <a:off x="10349531" y="368923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" name="pt478"/>
            <p:cNvSpPr/>
            <p:nvPr/>
          </p:nvSpPr>
          <p:spPr>
            <a:xfrm>
              <a:off x="10349531" y="365212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" name="pt479"/>
            <p:cNvSpPr/>
            <p:nvPr/>
          </p:nvSpPr>
          <p:spPr>
            <a:xfrm>
              <a:off x="10349531" y="360779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" name="pt480"/>
            <p:cNvSpPr/>
            <p:nvPr/>
          </p:nvSpPr>
          <p:spPr>
            <a:xfrm>
              <a:off x="10349531" y="360328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" name="pt481"/>
            <p:cNvSpPr/>
            <p:nvPr/>
          </p:nvSpPr>
          <p:spPr>
            <a:xfrm>
              <a:off x="10349531" y="352235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" name="pt482"/>
            <p:cNvSpPr/>
            <p:nvPr/>
          </p:nvSpPr>
          <p:spPr>
            <a:xfrm>
              <a:off x="10349531" y="353177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" name="pt483"/>
            <p:cNvSpPr/>
            <p:nvPr/>
          </p:nvSpPr>
          <p:spPr>
            <a:xfrm>
              <a:off x="10349531" y="351838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" name="pt484"/>
            <p:cNvSpPr/>
            <p:nvPr/>
          </p:nvSpPr>
          <p:spPr>
            <a:xfrm>
              <a:off x="10349531" y="344444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" name="pt485"/>
            <p:cNvSpPr/>
            <p:nvPr/>
          </p:nvSpPr>
          <p:spPr>
            <a:xfrm>
              <a:off x="10349531" y="339527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" name="pt486"/>
            <p:cNvSpPr/>
            <p:nvPr/>
          </p:nvSpPr>
          <p:spPr>
            <a:xfrm>
              <a:off x="10349531" y="344905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" name="pt487"/>
            <p:cNvSpPr/>
            <p:nvPr/>
          </p:nvSpPr>
          <p:spPr>
            <a:xfrm>
              <a:off x="10349531" y="350642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" name="pt488"/>
            <p:cNvSpPr/>
            <p:nvPr/>
          </p:nvSpPr>
          <p:spPr>
            <a:xfrm>
              <a:off x="10349531" y="345864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" name="pt489"/>
            <p:cNvSpPr/>
            <p:nvPr/>
          </p:nvSpPr>
          <p:spPr>
            <a:xfrm>
              <a:off x="10349531" y="352548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" name="pt490"/>
            <p:cNvSpPr/>
            <p:nvPr/>
          </p:nvSpPr>
          <p:spPr>
            <a:xfrm>
              <a:off x="10349531" y="342223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" name="pt491"/>
            <p:cNvSpPr/>
            <p:nvPr/>
          </p:nvSpPr>
          <p:spPr>
            <a:xfrm>
              <a:off x="10349531" y="339334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" name="pt492"/>
            <p:cNvSpPr/>
            <p:nvPr/>
          </p:nvSpPr>
          <p:spPr>
            <a:xfrm>
              <a:off x="10349531" y="326131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" name="pt493"/>
            <p:cNvSpPr/>
            <p:nvPr/>
          </p:nvSpPr>
          <p:spPr>
            <a:xfrm>
              <a:off x="10349531" y="333462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" name="pt494"/>
            <p:cNvSpPr/>
            <p:nvPr/>
          </p:nvSpPr>
          <p:spPr>
            <a:xfrm>
              <a:off x="10349531" y="312185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" name="pt495"/>
            <p:cNvSpPr/>
            <p:nvPr/>
          </p:nvSpPr>
          <p:spPr>
            <a:xfrm>
              <a:off x="10349531" y="327204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" name="pt496"/>
            <p:cNvSpPr/>
            <p:nvPr/>
          </p:nvSpPr>
          <p:spPr>
            <a:xfrm>
              <a:off x="10349531" y="355364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" name="pl497"/>
            <p:cNvSpPr/>
            <p:nvPr/>
          </p:nvSpPr>
          <p:spPr>
            <a:xfrm>
              <a:off x="8808081" y="1832523"/>
              <a:ext cx="0" cy="4130202"/>
            </a:xfrm>
            <a:custGeom>
              <a:avLst/>
              <a:pathLst>
                <a:path w="0" h="4130202">
                  <a:moveTo>
                    <a:pt x="0" y="4130202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" name="pl498"/>
            <p:cNvSpPr/>
            <p:nvPr/>
          </p:nvSpPr>
          <p:spPr>
            <a:xfrm>
              <a:off x="10374356" y="1832523"/>
              <a:ext cx="0" cy="4130202"/>
            </a:xfrm>
            <a:custGeom>
              <a:avLst/>
              <a:pathLst>
                <a:path w="0" h="4130202">
                  <a:moveTo>
                    <a:pt x="0" y="4130202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" name="pl499"/>
            <p:cNvSpPr/>
            <p:nvPr/>
          </p:nvSpPr>
          <p:spPr>
            <a:xfrm>
              <a:off x="8784587" y="5024043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" name="pl500"/>
            <p:cNvSpPr/>
            <p:nvPr/>
          </p:nvSpPr>
          <p:spPr>
            <a:xfrm>
              <a:off x="8784587" y="4648570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" name="pl501"/>
            <p:cNvSpPr/>
            <p:nvPr/>
          </p:nvSpPr>
          <p:spPr>
            <a:xfrm>
              <a:off x="8784587" y="4273097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" name="pl502"/>
            <p:cNvSpPr/>
            <p:nvPr/>
          </p:nvSpPr>
          <p:spPr>
            <a:xfrm>
              <a:off x="8784587" y="3897624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" name="pl503"/>
            <p:cNvSpPr/>
            <p:nvPr/>
          </p:nvSpPr>
          <p:spPr>
            <a:xfrm>
              <a:off x="8784587" y="3522151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" name="pl504"/>
            <p:cNvSpPr/>
            <p:nvPr/>
          </p:nvSpPr>
          <p:spPr>
            <a:xfrm>
              <a:off x="8784587" y="3146678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" name="pl505"/>
            <p:cNvSpPr/>
            <p:nvPr/>
          </p:nvSpPr>
          <p:spPr>
            <a:xfrm>
              <a:off x="8784587" y="2771205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" name="pl506"/>
            <p:cNvSpPr/>
            <p:nvPr/>
          </p:nvSpPr>
          <p:spPr>
            <a:xfrm>
              <a:off x="10374356" y="5024043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" name="pl507"/>
            <p:cNvSpPr/>
            <p:nvPr/>
          </p:nvSpPr>
          <p:spPr>
            <a:xfrm>
              <a:off x="10374356" y="4648570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" name="pl508"/>
            <p:cNvSpPr/>
            <p:nvPr/>
          </p:nvSpPr>
          <p:spPr>
            <a:xfrm>
              <a:off x="10374356" y="4273097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" name="pl509"/>
            <p:cNvSpPr/>
            <p:nvPr/>
          </p:nvSpPr>
          <p:spPr>
            <a:xfrm>
              <a:off x="10374356" y="3897624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" name="pl510"/>
            <p:cNvSpPr/>
            <p:nvPr/>
          </p:nvSpPr>
          <p:spPr>
            <a:xfrm>
              <a:off x="10374356" y="3522151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" name="pl511"/>
            <p:cNvSpPr/>
            <p:nvPr/>
          </p:nvSpPr>
          <p:spPr>
            <a:xfrm>
              <a:off x="10374356" y="3146678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" name="pl512"/>
            <p:cNvSpPr/>
            <p:nvPr/>
          </p:nvSpPr>
          <p:spPr>
            <a:xfrm>
              <a:off x="10374356" y="2771205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" name="tx513"/>
            <p:cNvSpPr/>
            <p:nvPr/>
          </p:nvSpPr>
          <p:spPr>
            <a:xfrm>
              <a:off x="8636909" y="4988957"/>
              <a:ext cx="108521" cy="70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515" name="tx514"/>
            <p:cNvSpPr/>
            <p:nvPr/>
          </p:nvSpPr>
          <p:spPr>
            <a:xfrm>
              <a:off x="8636909" y="4613913"/>
              <a:ext cx="108521" cy="69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15</a:t>
              </a:r>
            </a:p>
          </p:txBody>
        </p:sp>
        <p:sp>
          <p:nvSpPr>
            <p:cNvPr id="516" name="tx515"/>
            <p:cNvSpPr/>
            <p:nvPr/>
          </p:nvSpPr>
          <p:spPr>
            <a:xfrm>
              <a:off x="8636909" y="4237773"/>
              <a:ext cx="108521" cy="7031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517" name="tx516"/>
            <p:cNvSpPr/>
            <p:nvPr/>
          </p:nvSpPr>
          <p:spPr>
            <a:xfrm>
              <a:off x="8636909" y="3862443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25</a:t>
              </a:r>
            </a:p>
          </p:txBody>
        </p:sp>
        <p:sp>
          <p:nvSpPr>
            <p:cNvPr id="518" name="tx517"/>
            <p:cNvSpPr/>
            <p:nvPr/>
          </p:nvSpPr>
          <p:spPr>
            <a:xfrm>
              <a:off x="8636909" y="3486970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519" name="tx518"/>
            <p:cNvSpPr/>
            <p:nvPr/>
          </p:nvSpPr>
          <p:spPr>
            <a:xfrm>
              <a:off x="8636909" y="3111497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35</a:t>
              </a:r>
            </a:p>
          </p:txBody>
        </p:sp>
        <p:sp>
          <p:nvSpPr>
            <p:cNvPr id="520" name="tx519"/>
            <p:cNvSpPr/>
            <p:nvPr/>
          </p:nvSpPr>
          <p:spPr>
            <a:xfrm>
              <a:off x="8636909" y="2735929"/>
              <a:ext cx="108521" cy="7026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521" name="tx520"/>
            <p:cNvSpPr/>
            <p:nvPr/>
          </p:nvSpPr>
          <p:spPr>
            <a:xfrm>
              <a:off x="10437008" y="4988957"/>
              <a:ext cx="108521" cy="70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522" name="tx521"/>
            <p:cNvSpPr/>
            <p:nvPr/>
          </p:nvSpPr>
          <p:spPr>
            <a:xfrm>
              <a:off x="10437008" y="4613913"/>
              <a:ext cx="108521" cy="69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15</a:t>
              </a:r>
            </a:p>
          </p:txBody>
        </p:sp>
        <p:sp>
          <p:nvSpPr>
            <p:cNvPr id="523" name="tx522"/>
            <p:cNvSpPr/>
            <p:nvPr/>
          </p:nvSpPr>
          <p:spPr>
            <a:xfrm>
              <a:off x="10437008" y="4237773"/>
              <a:ext cx="108521" cy="7031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524" name="tx523"/>
            <p:cNvSpPr/>
            <p:nvPr/>
          </p:nvSpPr>
          <p:spPr>
            <a:xfrm>
              <a:off x="10437008" y="3862443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25</a:t>
              </a:r>
            </a:p>
          </p:txBody>
        </p:sp>
        <p:sp>
          <p:nvSpPr>
            <p:cNvPr id="525" name="tx524"/>
            <p:cNvSpPr/>
            <p:nvPr/>
          </p:nvSpPr>
          <p:spPr>
            <a:xfrm>
              <a:off x="10437008" y="3486970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526" name="tx525"/>
            <p:cNvSpPr/>
            <p:nvPr/>
          </p:nvSpPr>
          <p:spPr>
            <a:xfrm>
              <a:off x="10437008" y="3111497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35</a:t>
              </a:r>
            </a:p>
          </p:txBody>
        </p:sp>
        <p:sp>
          <p:nvSpPr>
            <p:cNvPr id="527" name="tx526"/>
            <p:cNvSpPr/>
            <p:nvPr/>
          </p:nvSpPr>
          <p:spPr>
            <a:xfrm>
              <a:off x="10437008" y="2735929"/>
              <a:ext cx="108521" cy="7026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528" name="rc527"/>
            <p:cNvSpPr/>
            <p:nvPr/>
          </p:nvSpPr>
          <p:spPr>
            <a:xfrm>
              <a:off x="824706" y="1556978"/>
              <a:ext cx="3213997" cy="27554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34492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" name="tx528"/>
            <p:cNvSpPr/>
            <p:nvPr/>
          </p:nvSpPr>
          <p:spPr>
            <a:xfrm>
              <a:off x="2186708" y="1637938"/>
              <a:ext cx="489991" cy="10799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 b="1">
                  <a:solidFill>
                    <a:srgbClr val="1A1A1A">
                      <a:alpha val="100000"/>
                    </a:srgbClr>
                  </a:solidFill>
                  <a:latin typeface="Helvetica"/>
                  <a:cs typeface="Helvetica"/>
                </a:rPr>
                <a:t>SD of 3</a:t>
              </a:r>
            </a:p>
          </p:txBody>
        </p:sp>
        <p:sp>
          <p:nvSpPr>
            <p:cNvPr id="530" name="rc529"/>
            <p:cNvSpPr/>
            <p:nvPr/>
          </p:nvSpPr>
          <p:spPr>
            <a:xfrm>
              <a:off x="4404463" y="1556978"/>
              <a:ext cx="3213997" cy="27554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34492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" name="tx530"/>
            <p:cNvSpPr/>
            <p:nvPr/>
          </p:nvSpPr>
          <p:spPr>
            <a:xfrm>
              <a:off x="5766466" y="1637938"/>
              <a:ext cx="489991" cy="10799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 b="1">
                  <a:solidFill>
                    <a:srgbClr val="1A1A1A">
                      <a:alpha val="100000"/>
                    </a:srgbClr>
                  </a:solidFill>
                  <a:latin typeface="Helvetica"/>
                  <a:cs typeface="Helvetica"/>
                </a:rPr>
                <a:t>SD of 5</a:t>
              </a:r>
            </a:p>
          </p:txBody>
        </p:sp>
        <p:sp>
          <p:nvSpPr>
            <p:cNvPr id="532" name="rc531"/>
            <p:cNvSpPr/>
            <p:nvPr/>
          </p:nvSpPr>
          <p:spPr>
            <a:xfrm>
              <a:off x="7984220" y="1556978"/>
              <a:ext cx="3213997" cy="27554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34492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" name="tx532"/>
            <p:cNvSpPr/>
            <p:nvPr/>
          </p:nvSpPr>
          <p:spPr>
            <a:xfrm>
              <a:off x="9346223" y="1637938"/>
              <a:ext cx="489991" cy="10799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 b="1">
                  <a:solidFill>
                    <a:srgbClr val="1A1A1A">
                      <a:alpha val="100000"/>
                    </a:srgbClr>
                  </a:solidFill>
                  <a:latin typeface="Helvetica"/>
                  <a:cs typeface="Helvetica"/>
                </a:rPr>
                <a:t>SD of 7</a:t>
              </a:r>
            </a:p>
          </p:txBody>
        </p:sp>
        <p:sp>
          <p:nvSpPr>
            <p:cNvPr id="534" name="pl533"/>
            <p:cNvSpPr/>
            <p:nvPr/>
          </p:nvSpPr>
          <p:spPr>
            <a:xfrm>
              <a:off x="824706" y="5962726"/>
              <a:ext cx="3213997" cy="0"/>
            </a:xfrm>
            <a:custGeom>
              <a:avLst/>
              <a:pathLst>
                <a:path w="3213997" h="0">
                  <a:moveTo>
                    <a:pt x="0" y="0"/>
                  </a:moveTo>
                  <a:lnTo>
                    <a:pt x="3213997" y="0"/>
                  </a:lnTo>
                </a:path>
              </a:pathLst>
            </a:custGeom>
            <a:ln w="17246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" name="pl534"/>
            <p:cNvSpPr/>
            <p:nvPr/>
          </p:nvSpPr>
          <p:spPr>
            <a:xfrm>
              <a:off x="1648566" y="5962726"/>
              <a:ext cx="0" cy="44283"/>
            </a:xfrm>
            <a:custGeom>
              <a:avLst/>
              <a:pathLst>
                <a:path w="0" h="44283">
                  <a:moveTo>
                    <a:pt x="0" y="44283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" name="pl535"/>
            <p:cNvSpPr/>
            <p:nvPr/>
          </p:nvSpPr>
          <p:spPr>
            <a:xfrm>
              <a:off x="3214842" y="5962726"/>
              <a:ext cx="0" cy="44283"/>
            </a:xfrm>
            <a:custGeom>
              <a:avLst/>
              <a:pathLst>
                <a:path w="0" h="44283">
                  <a:moveTo>
                    <a:pt x="0" y="44283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" name="tx536"/>
            <p:cNvSpPr/>
            <p:nvPr/>
          </p:nvSpPr>
          <p:spPr>
            <a:xfrm>
              <a:off x="1328318" y="6012780"/>
              <a:ext cx="640496" cy="13168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Response</a:t>
              </a:r>
            </a:p>
          </p:txBody>
        </p:sp>
        <p:sp>
          <p:nvSpPr>
            <p:cNvPr id="538" name="tx537"/>
            <p:cNvSpPr/>
            <p:nvPr/>
          </p:nvSpPr>
          <p:spPr>
            <a:xfrm>
              <a:off x="2736484" y="6012086"/>
              <a:ext cx="956716" cy="1323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Mean objective</a:t>
              </a:r>
            </a:p>
          </p:txBody>
        </p:sp>
        <p:sp>
          <p:nvSpPr>
            <p:cNvPr id="539" name="pl538"/>
            <p:cNvSpPr/>
            <p:nvPr/>
          </p:nvSpPr>
          <p:spPr>
            <a:xfrm>
              <a:off x="4404463" y="5962726"/>
              <a:ext cx="3213997" cy="0"/>
            </a:xfrm>
            <a:custGeom>
              <a:avLst/>
              <a:pathLst>
                <a:path w="3213997" h="0">
                  <a:moveTo>
                    <a:pt x="0" y="0"/>
                  </a:moveTo>
                  <a:lnTo>
                    <a:pt x="3213997" y="0"/>
                  </a:lnTo>
                </a:path>
              </a:pathLst>
            </a:custGeom>
            <a:ln w="17246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" name="pl539"/>
            <p:cNvSpPr/>
            <p:nvPr/>
          </p:nvSpPr>
          <p:spPr>
            <a:xfrm>
              <a:off x="5228324" y="5962726"/>
              <a:ext cx="0" cy="44283"/>
            </a:xfrm>
            <a:custGeom>
              <a:avLst/>
              <a:pathLst>
                <a:path w="0" h="44283">
                  <a:moveTo>
                    <a:pt x="0" y="44283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" name="pl540"/>
            <p:cNvSpPr/>
            <p:nvPr/>
          </p:nvSpPr>
          <p:spPr>
            <a:xfrm>
              <a:off x="6794599" y="5962726"/>
              <a:ext cx="0" cy="44283"/>
            </a:xfrm>
            <a:custGeom>
              <a:avLst/>
              <a:pathLst>
                <a:path w="0" h="44283">
                  <a:moveTo>
                    <a:pt x="0" y="44283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" name="tx541"/>
            <p:cNvSpPr/>
            <p:nvPr/>
          </p:nvSpPr>
          <p:spPr>
            <a:xfrm>
              <a:off x="4908075" y="6012780"/>
              <a:ext cx="640496" cy="13168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Response</a:t>
              </a:r>
            </a:p>
          </p:txBody>
        </p:sp>
        <p:sp>
          <p:nvSpPr>
            <p:cNvPr id="543" name="tx542"/>
            <p:cNvSpPr/>
            <p:nvPr/>
          </p:nvSpPr>
          <p:spPr>
            <a:xfrm>
              <a:off x="6316241" y="6012086"/>
              <a:ext cx="956716" cy="1323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Mean objective</a:t>
              </a:r>
            </a:p>
          </p:txBody>
        </p:sp>
        <p:sp>
          <p:nvSpPr>
            <p:cNvPr id="544" name="pl543"/>
            <p:cNvSpPr/>
            <p:nvPr/>
          </p:nvSpPr>
          <p:spPr>
            <a:xfrm>
              <a:off x="7984220" y="5962726"/>
              <a:ext cx="3213997" cy="0"/>
            </a:xfrm>
            <a:custGeom>
              <a:avLst/>
              <a:pathLst>
                <a:path w="3213997" h="0">
                  <a:moveTo>
                    <a:pt x="0" y="0"/>
                  </a:moveTo>
                  <a:lnTo>
                    <a:pt x="3213997" y="0"/>
                  </a:lnTo>
                </a:path>
              </a:pathLst>
            </a:custGeom>
            <a:ln w="17246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" name="pl544"/>
            <p:cNvSpPr/>
            <p:nvPr/>
          </p:nvSpPr>
          <p:spPr>
            <a:xfrm>
              <a:off x="8808081" y="5962726"/>
              <a:ext cx="0" cy="44283"/>
            </a:xfrm>
            <a:custGeom>
              <a:avLst/>
              <a:pathLst>
                <a:path w="0" h="44283">
                  <a:moveTo>
                    <a:pt x="0" y="44283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" name="pl545"/>
            <p:cNvSpPr/>
            <p:nvPr/>
          </p:nvSpPr>
          <p:spPr>
            <a:xfrm>
              <a:off x="10374356" y="5962726"/>
              <a:ext cx="0" cy="44283"/>
            </a:xfrm>
            <a:custGeom>
              <a:avLst/>
              <a:pathLst>
                <a:path w="0" h="44283">
                  <a:moveTo>
                    <a:pt x="0" y="44283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" name="tx546"/>
            <p:cNvSpPr/>
            <p:nvPr/>
          </p:nvSpPr>
          <p:spPr>
            <a:xfrm>
              <a:off x="8487833" y="6012780"/>
              <a:ext cx="640496" cy="13168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Response</a:t>
              </a:r>
            </a:p>
          </p:txBody>
        </p:sp>
        <p:sp>
          <p:nvSpPr>
            <p:cNvPr id="548" name="tx547"/>
            <p:cNvSpPr/>
            <p:nvPr/>
          </p:nvSpPr>
          <p:spPr>
            <a:xfrm>
              <a:off x="9895998" y="6012086"/>
              <a:ext cx="956716" cy="1323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Mean objective</a:t>
              </a:r>
            </a:p>
          </p:txBody>
        </p:sp>
        <p:sp>
          <p:nvSpPr>
            <p:cNvPr id="549" name="pl548"/>
            <p:cNvSpPr/>
            <p:nvPr/>
          </p:nvSpPr>
          <p:spPr>
            <a:xfrm>
              <a:off x="824706" y="1832523"/>
              <a:ext cx="0" cy="4130202"/>
            </a:xfrm>
            <a:custGeom>
              <a:avLst/>
              <a:pathLst>
                <a:path w="0" h="4130202">
                  <a:moveTo>
                    <a:pt x="0" y="4130202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" name="tx549"/>
            <p:cNvSpPr/>
            <p:nvPr/>
          </p:nvSpPr>
          <p:spPr>
            <a:xfrm>
              <a:off x="824706" y="1261006"/>
              <a:ext cx="1956928" cy="168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Reverse Galton squeeze</a:t>
              </a:r>
            </a:p>
          </p:txBody>
        </p:sp>
        <p:sp>
          <p:nvSpPr>
            <p:cNvPr id="551" name="tx550"/>
            <p:cNvSpPr/>
            <p:nvPr/>
          </p:nvSpPr>
          <p:spPr>
            <a:xfrm>
              <a:off x="824706" y="965033"/>
              <a:ext cx="3154665" cy="20075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6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6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Experiment 4 - Average condition</a:t>
              </a:r>
            </a:p>
          </p:txBody>
        </p:sp>
      </p:grp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p:ph/>
          </p:nvPr>
        </p:nvSpPr>
        <p:spPr>
          <a:xfrm>
            <a:off x="274320" y="182880"/>
            <a:ext cx="11430000" cy="457200"/>
          </a:xfrm>
        </p:spPr>
        <p:txBody>
          <a:bodyPr/>
          <a:lstStyle/>
          <a:p>
            <a:r>
              <a:rPr/>
              <a:t>Exp 4 - Experience reverse Galton</a:t>
            </a:r>
          </a:p>
        </p:txBody>
      </p:sp>
      <p:grpSp xmlns:pic="http://schemas.openxmlformats.org/drawingml/2006/picture">
        <p:nvGrpSpPr>
          <p:cNvPr id="3" name=""/>
          <p:cNvGrpSpPr/>
          <p:nvPr/>
        </p:nvGrpSpPr>
        <p:grpSpPr>
          <a:xfrm>
            <a:off x="274320" y="822960"/>
            <a:ext cx="11430000" cy="5669280"/>
            <a:chOff x="274320" y="822960"/>
            <a:chExt cx="11430000" cy="5669280"/>
          </a:xfrm>
        </p:grpSpPr>
        <p:sp>
          <p:nvSpPr>
            <p:cNvPr id="4" name="rc3"/>
            <p:cNvSpPr/>
            <p:nvPr/>
          </p:nvSpPr>
          <p:spPr>
            <a:xfrm>
              <a:off x="274320" y="822960"/>
              <a:ext cx="1143000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4"/>
            <p:cNvSpPr/>
            <p:nvPr/>
          </p:nvSpPr>
          <p:spPr>
            <a:xfrm>
              <a:off x="274320" y="822960"/>
              <a:ext cx="1143000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7246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rc5"/>
            <p:cNvSpPr/>
            <p:nvPr/>
          </p:nvSpPr>
          <p:spPr>
            <a:xfrm>
              <a:off x="824706" y="1832523"/>
              <a:ext cx="3213997" cy="413020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6"/>
            <p:cNvSpPr/>
            <p:nvPr/>
          </p:nvSpPr>
          <p:spPr>
            <a:xfrm>
              <a:off x="1648566" y="4097877"/>
              <a:ext cx="1566275" cy="1677112"/>
            </a:xfrm>
            <a:custGeom>
              <a:avLst/>
              <a:pathLst>
                <a:path w="1566275" h="1677112">
                  <a:moveTo>
                    <a:pt x="0" y="1677112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7"/>
            <p:cNvSpPr/>
            <p:nvPr/>
          </p:nvSpPr>
          <p:spPr>
            <a:xfrm>
              <a:off x="1648566" y="4573476"/>
              <a:ext cx="1566275" cy="1126418"/>
            </a:xfrm>
            <a:custGeom>
              <a:avLst/>
              <a:pathLst>
                <a:path w="1566275" h="1126418">
                  <a:moveTo>
                    <a:pt x="0" y="1126418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8"/>
            <p:cNvSpPr/>
            <p:nvPr/>
          </p:nvSpPr>
          <p:spPr>
            <a:xfrm>
              <a:off x="1648566" y="4648570"/>
              <a:ext cx="1566275" cy="976229"/>
            </a:xfrm>
            <a:custGeom>
              <a:avLst/>
              <a:pathLst>
                <a:path w="1566275" h="976229">
                  <a:moveTo>
                    <a:pt x="0" y="976229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9"/>
            <p:cNvSpPr/>
            <p:nvPr/>
          </p:nvSpPr>
          <p:spPr>
            <a:xfrm>
              <a:off x="1648566" y="4528419"/>
              <a:ext cx="1566275" cy="1021286"/>
            </a:xfrm>
            <a:custGeom>
              <a:avLst/>
              <a:pathLst>
                <a:path w="1566275" h="1021286">
                  <a:moveTo>
                    <a:pt x="0" y="1021286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0"/>
            <p:cNvSpPr/>
            <p:nvPr/>
          </p:nvSpPr>
          <p:spPr>
            <a:xfrm>
              <a:off x="1648566" y="4507768"/>
              <a:ext cx="1566275" cy="966842"/>
            </a:xfrm>
            <a:custGeom>
              <a:avLst/>
              <a:pathLst>
                <a:path w="1566275" h="966842">
                  <a:moveTo>
                    <a:pt x="0" y="966842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1"/>
            <p:cNvSpPr/>
            <p:nvPr/>
          </p:nvSpPr>
          <p:spPr>
            <a:xfrm>
              <a:off x="1648566" y="4563463"/>
              <a:ext cx="1566275" cy="836053"/>
            </a:xfrm>
            <a:custGeom>
              <a:avLst/>
              <a:pathLst>
                <a:path w="1566275" h="836053">
                  <a:moveTo>
                    <a:pt x="0" y="836053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2"/>
            <p:cNvSpPr/>
            <p:nvPr/>
          </p:nvSpPr>
          <p:spPr>
            <a:xfrm>
              <a:off x="1648566" y="4560960"/>
              <a:ext cx="1566275" cy="763461"/>
            </a:xfrm>
            <a:custGeom>
              <a:avLst/>
              <a:pathLst>
                <a:path w="1566275" h="763461">
                  <a:moveTo>
                    <a:pt x="0" y="763461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3"/>
            <p:cNvSpPr/>
            <p:nvPr/>
          </p:nvSpPr>
          <p:spPr>
            <a:xfrm>
              <a:off x="1648566" y="4533246"/>
              <a:ext cx="1566275" cy="716080"/>
            </a:xfrm>
            <a:custGeom>
              <a:avLst/>
              <a:pathLst>
                <a:path w="1566275" h="716080">
                  <a:moveTo>
                    <a:pt x="0" y="716080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4"/>
            <p:cNvSpPr/>
            <p:nvPr/>
          </p:nvSpPr>
          <p:spPr>
            <a:xfrm>
              <a:off x="1648566" y="4523413"/>
              <a:ext cx="1566275" cy="650819"/>
            </a:xfrm>
            <a:custGeom>
              <a:avLst/>
              <a:pathLst>
                <a:path w="1566275" h="650819">
                  <a:moveTo>
                    <a:pt x="0" y="650819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5"/>
            <p:cNvSpPr/>
            <p:nvPr/>
          </p:nvSpPr>
          <p:spPr>
            <a:xfrm>
              <a:off x="1648566" y="4454905"/>
              <a:ext cx="1566275" cy="644232"/>
            </a:xfrm>
            <a:custGeom>
              <a:avLst/>
              <a:pathLst>
                <a:path w="1566275" h="644232">
                  <a:moveTo>
                    <a:pt x="0" y="644232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6"/>
            <p:cNvSpPr/>
            <p:nvPr/>
          </p:nvSpPr>
          <p:spPr>
            <a:xfrm>
              <a:off x="1648566" y="4477128"/>
              <a:ext cx="1566275" cy="546915"/>
            </a:xfrm>
            <a:custGeom>
              <a:avLst/>
              <a:pathLst>
                <a:path w="1566275" h="546915">
                  <a:moveTo>
                    <a:pt x="0" y="546915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7"/>
            <p:cNvSpPr/>
            <p:nvPr/>
          </p:nvSpPr>
          <p:spPr>
            <a:xfrm>
              <a:off x="1648566" y="4482620"/>
              <a:ext cx="1566275" cy="466328"/>
            </a:xfrm>
            <a:custGeom>
              <a:avLst/>
              <a:pathLst>
                <a:path w="1566275" h="466328">
                  <a:moveTo>
                    <a:pt x="0" y="466328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8"/>
            <p:cNvSpPr/>
            <p:nvPr/>
          </p:nvSpPr>
          <p:spPr>
            <a:xfrm>
              <a:off x="1648566" y="4472018"/>
              <a:ext cx="1566275" cy="401835"/>
            </a:xfrm>
            <a:custGeom>
              <a:avLst/>
              <a:pathLst>
                <a:path w="1566275" h="401835">
                  <a:moveTo>
                    <a:pt x="0" y="401835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19"/>
            <p:cNvSpPr/>
            <p:nvPr/>
          </p:nvSpPr>
          <p:spPr>
            <a:xfrm>
              <a:off x="1648566" y="4441719"/>
              <a:ext cx="1566275" cy="357040"/>
            </a:xfrm>
            <a:custGeom>
              <a:avLst/>
              <a:pathLst>
                <a:path w="1566275" h="357040">
                  <a:moveTo>
                    <a:pt x="0" y="357040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0"/>
            <p:cNvSpPr/>
            <p:nvPr/>
          </p:nvSpPr>
          <p:spPr>
            <a:xfrm>
              <a:off x="1648566" y="4449973"/>
              <a:ext cx="1566275" cy="273691"/>
            </a:xfrm>
            <a:custGeom>
              <a:avLst/>
              <a:pathLst>
                <a:path w="1566275" h="273691">
                  <a:moveTo>
                    <a:pt x="0" y="273691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1"/>
            <p:cNvSpPr/>
            <p:nvPr/>
          </p:nvSpPr>
          <p:spPr>
            <a:xfrm>
              <a:off x="1648566" y="4342090"/>
              <a:ext cx="1566275" cy="306479"/>
            </a:xfrm>
            <a:custGeom>
              <a:avLst/>
              <a:pathLst>
                <a:path w="1566275" h="306479">
                  <a:moveTo>
                    <a:pt x="0" y="306479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2"/>
            <p:cNvSpPr/>
            <p:nvPr/>
          </p:nvSpPr>
          <p:spPr>
            <a:xfrm>
              <a:off x="1648566" y="4365061"/>
              <a:ext cx="1566275" cy="208414"/>
            </a:xfrm>
            <a:custGeom>
              <a:avLst/>
              <a:pathLst>
                <a:path w="1566275" h="208414">
                  <a:moveTo>
                    <a:pt x="0" y="208414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3"/>
            <p:cNvSpPr/>
            <p:nvPr/>
          </p:nvSpPr>
          <p:spPr>
            <a:xfrm>
              <a:off x="1648566" y="4300597"/>
              <a:ext cx="1566275" cy="197784"/>
            </a:xfrm>
            <a:custGeom>
              <a:avLst/>
              <a:pathLst>
                <a:path w="1566275" h="197784">
                  <a:moveTo>
                    <a:pt x="0" y="197784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4"/>
            <p:cNvSpPr/>
            <p:nvPr/>
          </p:nvSpPr>
          <p:spPr>
            <a:xfrm>
              <a:off x="1648566" y="4255055"/>
              <a:ext cx="1566275" cy="168231"/>
            </a:xfrm>
            <a:custGeom>
              <a:avLst/>
              <a:pathLst>
                <a:path w="1566275" h="168231">
                  <a:moveTo>
                    <a:pt x="0" y="168231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5"/>
            <p:cNvSpPr/>
            <p:nvPr/>
          </p:nvSpPr>
          <p:spPr>
            <a:xfrm>
              <a:off x="1648566" y="4265329"/>
              <a:ext cx="1566275" cy="82863"/>
            </a:xfrm>
            <a:custGeom>
              <a:avLst/>
              <a:pathLst>
                <a:path w="1566275" h="82863">
                  <a:moveTo>
                    <a:pt x="0" y="82863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6"/>
            <p:cNvSpPr/>
            <p:nvPr/>
          </p:nvSpPr>
          <p:spPr>
            <a:xfrm>
              <a:off x="1648566" y="4146177"/>
              <a:ext cx="1566275" cy="126920"/>
            </a:xfrm>
            <a:custGeom>
              <a:avLst/>
              <a:pathLst>
                <a:path w="1566275" h="126920">
                  <a:moveTo>
                    <a:pt x="0" y="126920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7"/>
            <p:cNvSpPr/>
            <p:nvPr/>
          </p:nvSpPr>
          <p:spPr>
            <a:xfrm>
              <a:off x="1648566" y="4154197"/>
              <a:ext cx="1566275" cy="43805"/>
            </a:xfrm>
            <a:custGeom>
              <a:avLst/>
              <a:pathLst>
                <a:path w="1566275" h="43805">
                  <a:moveTo>
                    <a:pt x="0" y="43805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8"/>
            <p:cNvSpPr/>
            <p:nvPr/>
          </p:nvSpPr>
          <p:spPr>
            <a:xfrm>
              <a:off x="1648566" y="4003710"/>
              <a:ext cx="1566275" cy="119197"/>
            </a:xfrm>
            <a:custGeom>
              <a:avLst/>
              <a:pathLst>
                <a:path w="1566275" h="119197">
                  <a:moveTo>
                    <a:pt x="0" y="119197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29"/>
            <p:cNvSpPr/>
            <p:nvPr/>
          </p:nvSpPr>
          <p:spPr>
            <a:xfrm>
              <a:off x="1648566" y="4001203"/>
              <a:ext cx="1566275" cy="46610"/>
            </a:xfrm>
            <a:custGeom>
              <a:avLst/>
              <a:pathLst>
                <a:path w="1566275" h="46610">
                  <a:moveTo>
                    <a:pt x="0" y="46610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0"/>
            <p:cNvSpPr/>
            <p:nvPr/>
          </p:nvSpPr>
          <p:spPr>
            <a:xfrm>
              <a:off x="1648566" y="3908054"/>
              <a:ext cx="1566275" cy="64664"/>
            </a:xfrm>
            <a:custGeom>
              <a:avLst/>
              <a:pathLst>
                <a:path w="1566275" h="64664">
                  <a:moveTo>
                    <a:pt x="0" y="64664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1"/>
            <p:cNvSpPr/>
            <p:nvPr/>
          </p:nvSpPr>
          <p:spPr>
            <a:xfrm>
              <a:off x="1648566" y="3892740"/>
              <a:ext cx="1566275" cy="4884"/>
            </a:xfrm>
            <a:custGeom>
              <a:avLst/>
              <a:pathLst>
                <a:path w="1566275" h="4884">
                  <a:moveTo>
                    <a:pt x="0" y="4884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2"/>
            <p:cNvSpPr/>
            <p:nvPr/>
          </p:nvSpPr>
          <p:spPr>
            <a:xfrm>
              <a:off x="1648566" y="3822530"/>
              <a:ext cx="1566275" cy="1191"/>
            </a:xfrm>
            <a:custGeom>
              <a:avLst/>
              <a:pathLst>
                <a:path w="1566275" h="1191">
                  <a:moveTo>
                    <a:pt x="0" y="0"/>
                  </a:moveTo>
                  <a:lnTo>
                    <a:pt x="1566275" y="1191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3"/>
            <p:cNvSpPr/>
            <p:nvPr/>
          </p:nvSpPr>
          <p:spPr>
            <a:xfrm>
              <a:off x="1648566" y="3727171"/>
              <a:ext cx="1566275" cy="20263"/>
            </a:xfrm>
            <a:custGeom>
              <a:avLst/>
              <a:pathLst>
                <a:path w="1566275" h="20263">
                  <a:moveTo>
                    <a:pt x="0" y="20263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4"/>
            <p:cNvSpPr/>
            <p:nvPr/>
          </p:nvSpPr>
          <p:spPr>
            <a:xfrm>
              <a:off x="1648566" y="3663579"/>
              <a:ext cx="1566275" cy="8761"/>
            </a:xfrm>
            <a:custGeom>
              <a:avLst/>
              <a:pathLst>
                <a:path w="1566275" h="8761">
                  <a:moveTo>
                    <a:pt x="0" y="8761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5"/>
            <p:cNvSpPr/>
            <p:nvPr/>
          </p:nvSpPr>
          <p:spPr>
            <a:xfrm>
              <a:off x="1648566" y="3594242"/>
              <a:ext cx="1566275" cy="3003"/>
            </a:xfrm>
            <a:custGeom>
              <a:avLst/>
              <a:pathLst>
                <a:path w="1566275" h="3003">
                  <a:moveTo>
                    <a:pt x="0" y="3003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6"/>
            <p:cNvSpPr/>
            <p:nvPr/>
          </p:nvSpPr>
          <p:spPr>
            <a:xfrm>
              <a:off x="1648566" y="3522151"/>
              <a:ext cx="1566275" cy="125548"/>
            </a:xfrm>
            <a:custGeom>
              <a:avLst/>
              <a:pathLst>
                <a:path w="1566275" h="125548">
                  <a:moveTo>
                    <a:pt x="0" y="0"/>
                  </a:moveTo>
                  <a:lnTo>
                    <a:pt x="1566275" y="125548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7"/>
            <p:cNvSpPr/>
            <p:nvPr/>
          </p:nvSpPr>
          <p:spPr>
            <a:xfrm>
              <a:off x="1648566" y="3447057"/>
              <a:ext cx="1566275" cy="124009"/>
            </a:xfrm>
            <a:custGeom>
              <a:avLst/>
              <a:pathLst>
                <a:path w="1566275" h="124009">
                  <a:moveTo>
                    <a:pt x="0" y="0"/>
                  </a:moveTo>
                  <a:lnTo>
                    <a:pt x="1566275" y="124009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8"/>
            <p:cNvSpPr/>
            <p:nvPr/>
          </p:nvSpPr>
          <p:spPr>
            <a:xfrm>
              <a:off x="1648566" y="3371962"/>
              <a:ext cx="1566275" cy="169444"/>
            </a:xfrm>
            <a:custGeom>
              <a:avLst/>
              <a:pathLst>
                <a:path w="1566275" h="169444">
                  <a:moveTo>
                    <a:pt x="0" y="0"/>
                  </a:moveTo>
                  <a:lnTo>
                    <a:pt x="1566275" y="169444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39"/>
            <p:cNvSpPr/>
            <p:nvPr/>
          </p:nvSpPr>
          <p:spPr>
            <a:xfrm>
              <a:off x="1648566" y="3296867"/>
              <a:ext cx="1566275" cy="213023"/>
            </a:xfrm>
            <a:custGeom>
              <a:avLst/>
              <a:pathLst>
                <a:path w="1566275" h="213023">
                  <a:moveTo>
                    <a:pt x="0" y="0"/>
                  </a:moveTo>
                  <a:lnTo>
                    <a:pt x="1566275" y="213023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0"/>
            <p:cNvSpPr/>
            <p:nvPr/>
          </p:nvSpPr>
          <p:spPr>
            <a:xfrm>
              <a:off x="1648566" y="3221773"/>
              <a:ext cx="1566275" cy="246594"/>
            </a:xfrm>
            <a:custGeom>
              <a:avLst/>
              <a:pathLst>
                <a:path w="1566275" h="246594">
                  <a:moveTo>
                    <a:pt x="0" y="0"/>
                  </a:moveTo>
                  <a:lnTo>
                    <a:pt x="1566275" y="246594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1"/>
            <p:cNvSpPr/>
            <p:nvPr/>
          </p:nvSpPr>
          <p:spPr>
            <a:xfrm>
              <a:off x="1648566" y="3146678"/>
              <a:ext cx="1566275" cy="288825"/>
            </a:xfrm>
            <a:custGeom>
              <a:avLst/>
              <a:pathLst>
                <a:path w="1566275" h="288825">
                  <a:moveTo>
                    <a:pt x="0" y="0"/>
                  </a:moveTo>
                  <a:lnTo>
                    <a:pt x="1566275" y="288825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2"/>
            <p:cNvSpPr/>
            <p:nvPr/>
          </p:nvSpPr>
          <p:spPr>
            <a:xfrm>
              <a:off x="1648566" y="3071584"/>
              <a:ext cx="1566275" cy="285843"/>
            </a:xfrm>
            <a:custGeom>
              <a:avLst/>
              <a:pathLst>
                <a:path w="1566275" h="285843">
                  <a:moveTo>
                    <a:pt x="0" y="0"/>
                  </a:moveTo>
                  <a:lnTo>
                    <a:pt x="1566275" y="285843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3"/>
            <p:cNvSpPr/>
            <p:nvPr/>
          </p:nvSpPr>
          <p:spPr>
            <a:xfrm>
              <a:off x="1648566" y="2996489"/>
              <a:ext cx="1566275" cy="432441"/>
            </a:xfrm>
            <a:custGeom>
              <a:avLst/>
              <a:pathLst>
                <a:path w="1566275" h="432441">
                  <a:moveTo>
                    <a:pt x="0" y="0"/>
                  </a:moveTo>
                  <a:lnTo>
                    <a:pt x="1566275" y="432441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4"/>
            <p:cNvSpPr/>
            <p:nvPr/>
          </p:nvSpPr>
          <p:spPr>
            <a:xfrm>
              <a:off x="1648566" y="2921394"/>
              <a:ext cx="1566275" cy="465586"/>
            </a:xfrm>
            <a:custGeom>
              <a:avLst/>
              <a:pathLst>
                <a:path w="1566275" h="465586">
                  <a:moveTo>
                    <a:pt x="0" y="0"/>
                  </a:moveTo>
                  <a:lnTo>
                    <a:pt x="1566275" y="465586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5"/>
            <p:cNvSpPr/>
            <p:nvPr/>
          </p:nvSpPr>
          <p:spPr>
            <a:xfrm>
              <a:off x="1648566" y="2846300"/>
              <a:ext cx="1566275" cy="507535"/>
            </a:xfrm>
            <a:custGeom>
              <a:avLst/>
              <a:pathLst>
                <a:path w="1566275" h="507535">
                  <a:moveTo>
                    <a:pt x="0" y="0"/>
                  </a:moveTo>
                  <a:lnTo>
                    <a:pt x="1566275" y="507535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6"/>
            <p:cNvSpPr/>
            <p:nvPr/>
          </p:nvSpPr>
          <p:spPr>
            <a:xfrm>
              <a:off x="1648566" y="2771205"/>
              <a:ext cx="1566275" cy="597975"/>
            </a:xfrm>
            <a:custGeom>
              <a:avLst/>
              <a:pathLst>
                <a:path w="1566275" h="597975">
                  <a:moveTo>
                    <a:pt x="0" y="0"/>
                  </a:moveTo>
                  <a:lnTo>
                    <a:pt x="1566275" y="597975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7"/>
            <p:cNvSpPr/>
            <p:nvPr/>
          </p:nvSpPr>
          <p:spPr>
            <a:xfrm>
              <a:off x="1648566" y="2696111"/>
              <a:ext cx="1566275" cy="687708"/>
            </a:xfrm>
            <a:custGeom>
              <a:avLst/>
              <a:pathLst>
                <a:path w="1566275" h="687708">
                  <a:moveTo>
                    <a:pt x="0" y="0"/>
                  </a:moveTo>
                  <a:lnTo>
                    <a:pt x="1566275" y="687708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8"/>
            <p:cNvSpPr/>
            <p:nvPr/>
          </p:nvSpPr>
          <p:spPr>
            <a:xfrm>
              <a:off x="1648566" y="2621016"/>
              <a:ext cx="1566275" cy="743794"/>
            </a:xfrm>
            <a:custGeom>
              <a:avLst/>
              <a:pathLst>
                <a:path w="1566275" h="743794">
                  <a:moveTo>
                    <a:pt x="0" y="0"/>
                  </a:moveTo>
                  <a:lnTo>
                    <a:pt x="1566275" y="743794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49"/>
            <p:cNvSpPr/>
            <p:nvPr/>
          </p:nvSpPr>
          <p:spPr>
            <a:xfrm>
              <a:off x="1648566" y="2545921"/>
              <a:ext cx="1566275" cy="802573"/>
            </a:xfrm>
            <a:custGeom>
              <a:avLst/>
              <a:pathLst>
                <a:path w="1566275" h="802573">
                  <a:moveTo>
                    <a:pt x="0" y="0"/>
                  </a:moveTo>
                  <a:lnTo>
                    <a:pt x="1566275" y="802573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0"/>
            <p:cNvSpPr/>
            <p:nvPr/>
          </p:nvSpPr>
          <p:spPr>
            <a:xfrm>
              <a:off x="1648566" y="2470827"/>
              <a:ext cx="1566275" cy="819782"/>
            </a:xfrm>
            <a:custGeom>
              <a:avLst/>
              <a:pathLst>
                <a:path w="1566275" h="819782">
                  <a:moveTo>
                    <a:pt x="0" y="0"/>
                  </a:moveTo>
                  <a:lnTo>
                    <a:pt x="1566275" y="819782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1"/>
            <p:cNvSpPr/>
            <p:nvPr/>
          </p:nvSpPr>
          <p:spPr>
            <a:xfrm>
              <a:off x="1648566" y="2395732"/>
              <a:ext cx="1566275" cy="882361"/>
            </a:xfrm>
            <a:custGeom>
              <a:avLst/>
              <a:pathLst>
                <a:path w="1566275" h="882361">
                  <a:moveTo>
                    <a:pt x="0" y="0"/>
                  </a:moveTo>
                  <a:lnTo>
                    <a:pt x="1566275" y="882361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2"/>
            <p:cNvSpPr/>
            <p:nvPr/>
          </p:nvSpPr>
          <p:spPr>
            <a:xfrm>
              <a:off x="1648566" y="2320638"/>
              <a:ext cx="1566275" cy="1072779"/>
            </a:xfrm>
            <a:custGeom>
              <a:avLst/>
              <a:pathLst>
                <a:path w="1566275" h="1072779">
                  <a:moveTo>
                    <a:pt x="0" y="0"/>
                  </a:moveTo>
                  <a:lnTo>
                    <a:pt x="1566275" y="1072779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3"/>
            <p:cNvSpPr/>
            <p:nvPr/>
          </p:nvSpPr>
          <p:spPr>
            <a:xfrm>
              <a:off x="1648566" y="2170448"/>
              <a:ext cx="1566275" cy="1168659"/>
            </a:xfrm>
            <a:custGeom>
              <a:avLst/>
              <a:pathLst>
                <a:path w="1566275" h="1168659">
                  <a:moveTo>
                    <a:pt x="0" y="0"/>
                  </a:moveTo>
                  <a:lnTo>
                    <a:pt x="1566275" y="1168659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t54"/>
            <p:cNvSpPr/>
            <p:nvPr/>
          </p:nvSpPr>
          <p:spPr>
            <a:xfrm>
              <a:off x="1627806" y="575422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t55"/>
            <p:cNvSpPr/>
            <p:nvPr/>
          </p:nvSpPr>
          <p:spPr>
            <a:xfrm>
              <a:off x="1627806" y="567913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t56"/>
            <p:cNvSpPr/>
            <p:nvPr/>
          </p:nvSpPr>
          <p:spPr>
            <a:xfrm>
              <a:off x="1627806" y="560403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t57"/>
            <p:cNvSpPr/>
            <p:nvPr/>
          </p:nvSpPr>
          <p:spPr>
            <a:xfrm>
              <a:off x="1627806" y="552894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t58"/>
            <p:cNvSpPr/>
            <p:nvPr/>
          </p:nvSpPr>
          <p:spPr>
            <a:xfrm>
              <a:off x="1627806" y="545385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t59"/>
            <p:cNvSpPr/>
            <p:nvPr/>
          </p:nvSpPr>
          <p:spPr>
            <a:xfrm>
              <a:off x="1627806" y="537875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t60"/>
            <p:cNvSpPr/>
            <p:nvPr/>
          </p:nvSpPr>
          <p:spPr>
            <a:xfrm>
              <a:off x="1627806" y="530366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t61"/>
            <p:cNvSpPr/>
            <p:nvPr/>
          </p:nvSpPr>
          <p:spPr>
            <a:xfrm>
              <a:off x="1627806" y="522856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t62"/>
            <p:cNvSpPr/>
            <p:nvPr/>
          </p:nvSpPr>
          <p:spPr>
            <a:xfrm>
              <a:off x="1627806" y="515347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t63"/>
            <p:cNvSpPr/>
            <p:nvPr/>
          </p:nvSpPr>
          <p:spPr>
            <a:xfrm>
              <a:off x="1627806" y="507837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t64"/>
            <p:cNvSpPr/>
            <p:nvPr/>
          </p:nvSpPr>
          <p:spPr>
            <a:xfrm>
              <a:off x="1627806" y="500328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t65"/>
            <p:cNvSpPr/>
            <p:nvPr/>
          </p:nvSpPr>
          <p:spPr>
            <a:xfrm>
              <a:off x="1627806" y="492818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t66"/>
            <p:cNvSpPr/>
            <p:nvPr/>
          </p:nvSpPr>
          <p:spPr>
            <a:xfrm>
              <a:off x="1627806" y="485309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t67"/>
            <p:cNvSpPr/>
            <p:nvPr/>
          </p:nvSpPr>
          <p:spPr>
            <a:xfrm>
              <a:off x="1627806" y="477799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t68"/>
            <p:cNvSpPr/>
            <p:nvPr/>
          </p:nvSpPr>
          <p:spPr>
            <a:xfrm>
              <a:off x="1627806" y="470290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t69"/>
            <p:cNvSpPr/>
            <p:nvPr/>
          </p:nvSpPr>
          <p:spPr>
            <a:xfrm>
              <a:off x="1627806" y="462780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t70"/>
            <p:cNvSpPr/>
            <p:nvPr/>
          </p:nvSpPr>
          <p:spPr>
            <a:xfrm>
              <a:off x="1627806" y="455271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t71"/>
            <p:cNvSpPr/>
            <p:nvPr/>
          </p:nvSpPr>
          <p:spPr>
            <a:xfrm>
              <a:off x="1627806" y="447762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t72"/>
            <p:cNvSpPr/>
            <p:nvPr/>
          </p:nvSpPr>
          <p:spPr>
            <a:xfrm>
              <a:off x="1627806" y="440252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t73"/>
            <p:cNvSpPr/>
            <p:nvPr/>
          </p:nvSpPr>
          <p:spPr>
            <a:xfrm>
              <a:off x="1627806" y="432743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t74"/>
            <p:cNvSpPr/>
            <p:nvPr/>
          </p:nvSpPr>
          <p:spPr>
            <a:xfrm>
              <a:off x="1627806" y="425233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t75"/>
            <p:cNvSpPr/>
            <p:nvPr/>
          </p:nvSpPr>
          <p:spPr>
            <a:xfrm>
              <a:off x="1627806" y="417724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t76"/>
            <p:cNvSpPr/>
            <p:nvPr/>
          </p:nvSpPr>
          <p:spPr>
            <a:xfrm>
              <a:off x="1627806" y="410214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t77"/>
            <p:cNvSpPr/>
            <p:nvPr/>
          </p:nvSpPr>
          <p:spPr>
            <a:xfrm>
              <a:off x="1627806" y="402705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t78"/>
            <p:cNvSpPr/>
            <p:nvPr/>
          </p:nvSpPr>
          <p:spPr>
            <a:xfrm>
              <a:off x="1627806" y="395195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t79"/>
            <p:cNvSpPr/>
            <p:nvPr/>
          </p:nvSpPr>
          <p:spPr>
            <a:xfrm>
              <a:off x="1627806" y="387686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t80"/>
            <p:cNvSpPr/>
            <p:nvPr/>
          </p:nvSpPr>
          <p:spPr>
            <a:xfrm>
              <a:off x="1627806" y="380176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t81"/>
            <p:cNvSpPr/>
            <p:nvPr/>
          </p:nvSpPr>
          <p:spPr>
            <a:xfrm>
              <a:off x="1627806" y="372667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t82"/>
            <p:cNvSpPr/>
            <p:nvPr/>
          </p:nvSpPr>
          <p:spPr>
            <a:xfrm>
              <a:off x="1627806" y="365158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t83"/>
            <p:cNvSpPr/>
            <p:nvPr/>
          </p:nvSpPr>
          <p:spPr>
            <a:xfrm>
              <a:off x="1627806" y="357648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t84"/>
            <p:cNvSpPr/>
            <p:nvPr/>
          </p:nvSpPr>
          <p:spPr>
            <a:xfrm>
              <a:off x="1627806" y="350139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t85"/>
            <p:cNvSpPr/>
            <p:nvPr/>
          </p:nvSpPr>
          <p:spPr>
            <a:xfrm>
              <a:off x="1627806" y="342629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t86"/>
            <p:cNvSpPr/>
            <p:nvPr/>
          </p:nvSpPr>
          <p:spPr>
            <a:xfrm>
              <a:off x="1627806" y="335120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t87"/>
            <p:cNvSpPr/>
            <p:nvPr/>
          </p:nvSpPr>
          <p:spPr>
            <a:xfrm>
              <a:off x="1627806" y="327610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t88"/>
            <p:cNvSpPr/>
            <p:nvPr/>
          </p:nvSpPr>
          <p:spPr>
            <a:xfrm>
              <a:off x="1627806" y="320101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t89"/>
            <p:cNvSpPr/>
            <p:nvPr/>
          </p:nvSpPr>
          <p:spPr>
            <a:xfrm>
              <a:off x="1627806" y="312591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t90"/>
            <p:cNvSpPr/>
            <p:nvPr/>
          </p:nvSpPr>
          <p:spPr>
            <a:xfrm>
              <a:off x="1627806" y="305082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t91"/>
            <p:cNvSpPr/>
            <p:nvPr/>
          </p:nvSpPr>
          <p:spPr>
            <a:xfrm>
              <a:off x="1627806" y="297572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t92"/>
            <p:cNvSpPr/>
            <p:nvPr/>
          </p:nvSpPr>
          <p:spPr>
            <a:xfrm>
              <a:off x="1627806" y="290063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t93"/>
            <p:cNvSpPr/>
            <p:nvPr/>
          </p:nvSpPr>
          <p:spPr>
            <a:xfrm>
              <a:off x="1627806" y="282553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t94"/>
            <p:cNvSpPr/>
            <p:nvPr/>
          </p:nvSpPr>
          <p:spPr>
            <a:xfrm>
              <a:off x="1627806" y="275044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t95"/>
            <p:cNvSpPr/>
            <p:nvPr/>
          </p:nvSpPr>
          <p:spPr>
            <a:xfrm>
              <a:off x="1627806" y="267535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t96"/>
            <p:cNvSpPr/>
            <p:nvPr/>
          </p:nvSpPr>
          <p:spPr>
            <a:xfrm>
              <a:off x="1627806" y="260025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t97"/>
            <p:cNvSpPr/>
            <p:nvPr/>
          </p:nvSpPr>
          <p:spPr>
            <a:xfrm>
              <a:off x="1627806" y="252516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t98"/>
            <p:cNvSpPr/>
            <p:nvPr/>
          </p:nvSpPr>
          <p:spPr>
            <a:xfrm>
              <a:off x="1627806" y="245006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t99"/>
            <p:cNvSpPr/>
            <p:nvPr/>
          </p:nvSpPr>
          <p:spPr>
            <a:xfrm>
              <a:off x="1627806" y="237497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t100"/>
            <p:cNvSpPr/>
            <p:nvPr/>
          </p:nvSpPr>
          <p:spPr>
            <a:xfrm>
              <a:off x="1627806" y="229987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t101"/>
            <p:cNvSpPr/>
            <p:nvPr/>
          </p:nvSpPr>
          <p:spPr>
            <a:xfrm>
              <a:off x="1627806" y="214968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t102"/>
            <p:cNvSpPr/>
            <p:nvPr/>
          </p:nvSpPr>
          <p:spPr>
            <a:xfrm>
              <a:off x="3190016" y="407305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t103"/>
            <p:cNvSpPr/>
            <p:nvPr/>
          </p:nvSpPr>
          <p:spPr>
            <a:xfrm>
              <a:off x="3190016" y="454865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t104"/>
            <p:cNvSpPr/>
            <p:nvPr/>
          </p:nvSpPr>
          <p:spPr>
            <a:xfrm>
              <a:off x="3190016" y="462374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t105"/>
            <p:cNvSpPr/>
            <p:nvPr/>
          </p:nvSpPr>
          <p:spPr>
            <a:xfrm>
              <a:off x="3190016" y="450359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t106"/>
            <p:cNvSpPr/>
            <p:nvPr/>
          </p:nvSpPr>
          <p:spPr>
            <a:xfrm>
              <a:off x="3190016" y="448294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t107"/>
            <p:cNvSpPr/>
            <p:nvPr/>
          </p:nvSpPr>
          <p:spPr>
            <a:xfrm>
              <a:off x="3190016" y="453863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t108"/>
            <p:cNvSpPr/>
            <p:nvPr/>
          </p:nvSpPr>
          <p:spPr>
            <a:xfrm>
              <a:off x="3190016" y="453613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t109"/>
            <p:cNvSpPr/>
            <p:nvPr/>
          </p:nvSpPr>
          <p:spPr>
            <a:xfrm>
              <a:off x="3190016" y="450842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t110"/>
            <p:cNvSpPr/>
            <p:nvPr/>
          </p:nvSpPr>
          <p:spPr>
            <a:xfrm>
              <a:off x="3190016" y="449858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t111"/>
            <p:cNvSpPr/>
            <p:nvPr/>
          </p:nvSpPr>
          <p:spPr>
            <a:xfrm>
              <a:off x="3190016" y="443007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t112"/>
            <p:cNvSpPr/>
            <p:nvPr/>
          </p:nvSpPr>
          <p:spPr>
            <a:xfrm>
              <a:off x="3190016" y="445230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t113"/>
            <p:cNvSpPr/>
            <p:nvPr/>
          </p:nvSpPr>
          <p:spPr>
            <a:xfrm>
              <a:off x="3190016" y="445779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t114"/>
            <p:cNvSpPr/>
            <p:nvPr/>
          </p:nvSpPr>
          <p:spPr>
            <a:xfrm>
              <a:off x="3190016" y="444719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t115"/>
            <p:cNvSpPr/>
            <p:nvPr/>
          </p:nvSpPr>
          <p:spPr>
            <a:xfrm>
              <a:off x="3190016" y="441689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t116"/>
            <p:cNvSpPr/>
            <p:nvPr/>
          </p:nvSpPr>
          <p:spPr>
            <a:xfrm>
              <a:off x="3190016" y="442514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t117"/>
            <p:cNvSpPr/>
            <p:nvPr/>
          </p:nvSpPr>
          <p:spPr>
            <a:xfrm>
              <a:off x="3190016" y="431726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t118"/>
            <p:cNvSpPr/>
            <p:nvPr/>
          </p:nvSpPr>
          <p:spPr>
            <a:xfrm>
              <a:off x="3190016" y="434023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t119"/>
            <p:cNvSpPr/>
            <p:nvPr/>
          </p:nvSpPr>
          <p:spPr>
            <a:xfrm>
              <a:off x="3190016" y="427577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t120"/>
            <p:cNvSpPr/>
            <p:nvPr/>
          </p:nvSpPr>
          <p:spPr>
            <a:xfrm>
              <a:off x="3190016" y="423022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t121"/>
            <p:cNvSpPr/>
            <p:nvPr/>
          </p:nvSpPr>
          <p:spPr>
            <a:xfrm>
              <a:off x="3190016" y="424050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t122"/>
            <p:cNvSpPr/>
            <p:nvPr/>
          </p:nvSpPr>
          <p:spPr>
            <a:xfrm>
              <a:off x="3190016" y="412135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t123"/>
            <p:cNvSpPr/>
            <p:nvPr/>
          </p:nvSpPr>
          <p:spPr>
            <a:xfrm>
              <a:off x="3190016" y="412937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t124"/>
            <p:cNvSpPr/>
            <p:nvPr/>
          </p:nvSpPr>
          <p:spPr>
            <a:xfrm>
              <a:off x="3190016" y="397888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t125"/>
            <p:cNvSpPr/>
            <p:nvPr/>
          </p:nvSpPr>
          <p:spPr>
            <a:xfrm>
              <a:off x="3190016" y="397637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t126"/>
            <p:cNvSpPr/>
            <p:nvPr/>
          </p:nvSpPr>
          <p:spPr>
            <a:xfrm>
              <a:off x="3190016" y="388322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t127"/>
            <p:cNvSpPr/>
            <p:nvPr/>
          </p:nvSpPr>
          <p:spPr>
            <a:xfrm>
              <a:off x="3190016" y="386791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t128"/>
            <p:cNvSpPr/>
            <p:nvPr/>
          </p:nvSpPr>
          <p:spPr>
            <a:xfrm>
              <a:off x="3190016" y="379889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t129"/>
            <p:cNvSpPr/>
            <p:nvPr/>
          </p:nvSpPr>
          <p:spPr>
            <a:xfrm>
              <a:off x="3190016" y="370234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t130"/>
            <p:cNvSpPr/>
            <p:nvPr/>
          </p:nvSpPr>
          <p:spPr>
            <a:xfrm>
              <a:off x="3190016" y="363875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t131"/>
            <p:cNvSpPr/>
            <p:nvPr/>
          </p:nvSpPr>
          <p:spPr>
            <a:xfrm>
              <a:off x="3190016" y="356941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t132"/>
            <p:cNvSpPr/>
            <p:nvPr/>
          </p:nvSpPr>
          <p:spPr>
            <a:xfrm>
              <a:off x="3190016" y="362287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t133"/>
            <p:cNvSpPr/>
            <p:nvPr/>
          </p:nvSpPr>
          <p:spPr>
            <a:xfrm>
              <a:off x="3190016" y="354624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t134"/>
            <p:cNvSpPr/>
            <p:nvPr/>
          </p:nvSpPr>
          <p:spPr>
            <a:xfrm>
              <a:off x="3190016" y="351658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t135"/>
            <p:cNvSpPr/>
            <p:nvPr/>
          </p:nvSpPr>
          <p:spPr>
            <a:xfrm>
              <a:off x="3190016" y="348506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t136"/>
            <p:cNvSpPr/>
            <p:nvPr/>
          </p:nvSpPr>
          <p:spPr>
            <a:xfrm>
              <a:off x="3190016" y="344354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t137"/>
            <p:cNvSpPr/>
            <p:nvPr/>
          </p:nvSpPr>
          <p:spPr>
            <a:xfrm>
              <a:off x="3190016" y="341067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t138"/>
            <p:cNvSpPr/>
            <p:nvPr/>
          </p:nvSpPr>
          <p:spPr>
            <a:xfrm>
              <a:off x="3190016" y="333260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t139"/>
            <p:cNvSpPr/>
            <p:nvPr/>
          </p:nvSpPr>
          <p:spPr>
            <a:xfrm>
              <a:off x="3190016" y="340410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t140"/>
            <p:cNvSpPr/>
            <p:nvPr/>
          </p:nvSpPr>
          <p:spPr>
            <a:xfrm>
              <a:off x="3190016" y="336215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t141"/>
            <p:cNvSpPr/>
            <p:nvPr/>
          </p:nvSpPr>
          <p:spPr>
            <a:xfrm>
              <a:off x="3190016" y="332901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t142"/>
            <p:cNvSpPr/>
            <p:nvPr/>
          </p:nvSpPr>
          <p:spPr>
            <a:xfrm>
              <a:off x="3190016" y="334435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t143"/>
            <p:cNvSpPr/>
            <p:nvPr/>
          </p:nvSpPr>
          <p:spPr>
            <a:xfrm>
              <a:off x="3190016" y="335899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t144"/>
            <p:cNvSpPr/>
            <p:nvPr/>
          </p:nvSpPr>
          <p:spPr>
            <a:xfrm>
              <a:off x="3190016" y="333998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t145"/>
            <p:cNvSpPr/>
            <p:nvPr/>
          </p:nvSpPr>
          <p:spPr>
            <a:xfrm>
              <a:off x="3190016" y="332366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t146"/>
            <p:cNvSpPr/>
            <p:nvPr/>
          </p:nvSpPr>
          <p:spPr>
            <a:xfrm>
              <a:off x="3190016" y="326578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t147"/>
            <p:cNvSpPr/>
            <p:nvPr/>
          </p:nvSpPr>
          <p:spPr>
            <a:xfrm>
              <a:off x="3190016" y="325326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t148"/>
            <p:cNvSpPr/>
            <p:nvPr/>
          </p:nvSpPr>
          <p:spPr>
            <a:xfrm>
              <a:off x="3190016" y="336859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t149"/>
            <p:cNvSpPr/>
            <p:nvPr/>
          </p:nvSpPr>
          <p:spPr>
            <a:xfrm>
              <a:off x="3190016" y="331428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l150"/>
            <p:cNvSpPr/>
            <p:nvPr/>
          </p:nvSpPr>
          <p:spPr>
            <a:xfrm>
              <a:off x="1648566" y="1832523"/>
              <a:ext cx="0" cy="4130202"/>
            </a:xfrm>
            <a:custGeom>
              <a:avLst/>
              <a:pathLst>
                <a:path w="0" h="4130202">
                  <a:moveTo>
                    <a:pt x="0" y="4130202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l151"/>
            <p:cNvSpPr/>
            <p:nvPr/>
          </p:nvSpPr>
          <p:spPr>
            <a:xfrm>
              <a:off x="3214842" y="1832523"/>
              <a:ext cx="0" cy="4130202"/>
            </a:xfrm>
            <a:custGeom>
              <a:avLst/>
              <a:pathLst>
                <a:path w="0" h="4130202">
                  <a:moveTo>
                    <a:pt x="0" y="4130202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l152"/>
            <p:cNvSpPr/>
            <p:nvPr/>
          </p:nvSpPr>
          <p:spPr>
            <a:xfrm>
              <a:off x="1625072" y="5024043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l153"/>
            <p:cNvSpPr/>
            <p:nvPr/>
          </p:nvSpPr>
          <p:spPr>
            <a:xfrm>
              <a:off x="1625072" y="4648570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l154"/>
            <p:cNvSpPr/>
            <p:nvPr/>
          </p:nvSpPr>
          <p:spPr>
            <a:xfrm>
              <a:off x="1625072" y="4273097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l155"/>
            <p:cNvSpPr/>
            <p:nvPr/>
          </p:nvSpPr>
          <p:spPr>
            <a:xfrm>
              <a:off x="1625072" y="3897624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l156"/>
            <p:cNvSpPr/>
            <p:nvPr/>
          </p:nvSpPr>
          <p:spPr>
            <a:xfrm>
              <a:off x="1625072" y="3522151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l157"/>
            <p:cNvSpPr/>
            <p:nvPr/>
          </p:nvSpPr>
          <p:spPr>
            <a:xfrm>
              <a:off x="1625072" y="3146678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l158"/>
            <p:cNvSpPr/>
            <p:nvPr/>
          </p:nvSpPr>
          <p:spPr>
            <a:xfrm>
              <a:off x="1625072" y="2771205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l159"/>
            <p:cNvSpPr/>
            <p:nvPr/>
          </p:nvSpPr>
          <p:spPr>
            <a:xfrm>
              <a:off x="3214842" y="5024043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l160"/>
            <p:cNvSpPr/>
            <p:nvPr/>
          </p:nvSpPr>
          <p:spPr>
            <a:xfrm>
              <a:off x="3214842" y="4648570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l161"/>
            <p:cNvSpPr/>
            <p:nvPr/>
          </p:nvSpPr>
          <p:spPr>
            <a:xfrm>
              <a:off x="3214842" y="4273097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l162"/>
            <p:cNvSpPr/>
            <p:nvPr/>
          </p:nvSpPr>
          <p:spPr>
            <a:xfrm>
              <a:off x="3214842" y="3897624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l163"/>
            <p:cNvSpPr/>
            <p:nvPr/>
          </p:nvSpPr>
          <p:spPr>
            <a:xfrm>
              <a:off x="3214842" y="3522151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l164"/>
            <p:cNvSpPr/>
            <p:nvPr/>
          </p:nvSpPr>
          <p:spPr>
            <a:xfrm>
              <a:off x="3214842" y="3146678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l165"/>
            <p:cNvSpPr/>
            <p:nvPr/>
          </p:nvSpPr>
          <p:spPr>
            <a:xfrm>
              <a:off x="3214842" y="2771205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tx166"/>
            <p:cNvSpPr/>
            <p:nvPr/>
          </p:nvSpPr>
          <p:spPr>
            <a:xfrm>
              <a:off x="1477394" y="4988957"/>
              <a:ext cx="108521" cy="70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168" name="tx167"/>
            <p:cNvSpPr/>
            <p:nvPr/>
          </p:nvSpPr>
          <p:spPr>
            <a:xfrm>
              <a:off x="1477394" y="4613913"/>
              <a:ext cx="108521" cy="69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15</a:t>
              </a:r>
            </a:p>
          </p:txBody>
        </p:sp>
        <p:sp>
          <p:nvSpPr>
            <p:cNvPr id="169" name="tx168"/>
            <p:cNvSpPr/>
            <p:nvPr/>
          </p:nvSpPr>
          <p:spPr>
            <a:xfrm>
              <a:off x="1477394" y="4237773"/>
              <a:ext cx="108521" cy="7031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170" name="tx169"/>
            <p:cNvSpPr/>
            <p:nvPr/>
          </p:nvSpPr>
          <p:spPr>
            <a:xfrm>
              <a:off x="1477394" y="3862443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25</a:t>
              </a:r>
            </a:p>
          </p:txBody>
        </p:sp>
        <p:sp>
          <p:nvSpPr>
            <p:cNvPr id="171" name="tx170"/>
            <p:cNvSpPr/>
            <p:nvPr/>
          </p:nvSpPr>
          <p:spPr>
            <a:xfrm>
              <a:off x="1477394" y="3486970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172" name="tx171"/>
            <p:cNvSpPr/>
            <p:nvPr/>
          </p:nvSpPr>
          <p:spPr>
            <a:xfrm>
              <a:off x="1477394" y="3111497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35</a:t>
              </a:r>
            </a:p>
          </p:txBody>
        </p:sp>
        <p:sp>
          <p:nvSpPr>
            <p:cNvPr id="173" name="tx172"/>
            <p:cNvSpPr/>
            <p:nvPr/>
          </p:nvSpPr>
          <p:spPr>
            <a:xfrm>
              <a:off x="1477394" y="2735929"/>
              <a:ext cx="108521" cy="7026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174" name="tx173"/>
            <p:cNvSpPr/>
            <p:nvPr/>
          </p:nvSpPr>
          <p:spPr>
            <a:xfrm>
              <a:off x="3277493" y="4988957"/>
              <a:ext cx="108521" cy="70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175" name="tx174"/>
            <p:cNvSpPr/>
            <p:nvPr/>
          </p:nvSpPr>
          <p:spPr>
            <a:xfrm>
              <a:off x="3277493" y="4613913"/>
              <a:ext cx="108521" cy="69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15</a:t>
              </a:r>
            </a:p>
          </p:txBody>
        </p:sp>
        <p:sp>
          <p:nvSpPr>
            <p:cNvPr id="176" name="tx175"/>
            <p:cNvSpPr/>
            <p:nvPr/>
          </p:nvSpPr>
          <p:spPr>
            <a:xfrm>
              <a:off x="3277493" y="4237773"/>
              <a:ext cx="108521" cy="7031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177" name="tx176"/>
            <p:cNvSpPr/>
            <p:nvPr/>
          </p:nvSpPr>
          <p:spPr>
            <a:xfrm>
              <a:off x="3277493" y="3862443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25</a:t>
              </a:r>
            </a:p>
          </p:txBody>
        </p:sp>
        <p:sp>
          <p:nvSpPr>
            <p:cNvPr id="178" name="tx177"/>
            <p:cNvSpPr/>
            <p:nvPr/>
          </p:nvSpPr>
          <p:spPr>
            <a:xfrm>
              <a:off x="3277493" y="3486970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179" name="tx178"/>
            <p:cNvSpPr/>
            <p:nvPr/>
          </p:nvSpPr>
          <p:spPr>
            <a:xfrm>
              <a:off x="3277493" y="3111497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35</a:t>
              </a:r>
            </a:p>
          </p:txBody>
        </p:sp>
        <p:sp>
          <p:nvSpPr>
            <p:cNvPr id="180" name="tx179"/>
            <p:cNvSpPr/>
            <p:nvPr/>
          </p:nvSpPr>
          <p:spPr>
            <a:xfrm>
              <a:off x="3277493" y="2735929"/>
              <a:ext cx="108521" cy="7026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181" name="rc180"/>
            <p:cNvSpPr/>
            <p:nvPr/>
          </p:nvSpPr>
          <p:spPr>
            <a:xfrm>
              <a:off x="4404463" y="1832523"/>
              <a:ext cx="3213997" cy="413020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82" name="pl181"/>
            <p:cNvSpPr/>
            <p:nvPr/>
          </p:nvSpPr>
          <p:spPr>
            <a:xfrm>
              <a:off x="5228324" y="4298129"/>
              <a:ext cx="1566275" cy="1476860"/>
            </a:xfrm>
            <a:custGeom>
              <a:avLst/>
              <a:pathLst>
                <a:path w="1566275" h="1476860">
                  <a:moveTo>
                    <a:pt x="0" y="1476860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l182"/>
            <p:cNvSpPr/>
            <p:nvPr/>
          </p:nvSpPr>
          <p:spPr>
            <a:xfrm>
              <a:off x="5228324" y="4648570"/>
              <a:ext cx="1566275" cy="1051324"/>
            </a:xfrm>
            <a:custGeom>
              <a:avLst/>
              <a:pathLst>
                <a:path w="1566275" h="1051324">
                  <a:moveTo>
                    <a:pt x="0" y="1051324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l183"/>
            <p:cNvSpPr/>
            <p:nvPr/>
          </p:nvSpPr>
          <p:spPr>
            <a:xfrm>
              <a:off x="5228324" y="4686118"/>
              <a:ext cx="1566275" cy="938682"/>
            </a:xfrm>
            <a:custGeom>
              <a:avLst/>
              <a:pathLst>
                <a:path w="1566275" h="938682">
                  <a:moveTo>
                    <a:pt x="0" y="938682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l184"/>
            <p:cNvSpPr/>
            <p:nvPr/>
          </p:nvSpPr>
          <p:spPr>
            <a:xfrm>
              <a:off x="5228324" y="4423286"/>
              <a:ext cx="1566275" cy="1126418"/>
            </a:xfrm>
            <a:custGeom>
              <a:avLst/>
              <a:pathLst>
                <a:path w="1566275" h="1126418">
                  <a:moveTo>
                    <a:pt x="0" y="1126418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l185"/>
            <p:cNvSpPr/>
            <p:nvPr/>
          </p:nvSpPr>
          <p:spPr>
            <a:xfrm>
              <a:off x="5228324" y="4479607"/>
              <a:ext cx="1566275" cy="995003"/>
            </a:xfrm>
            <a:custGeom>
              <a:avLst/>
              <a:pathLst>
                <a:path w="1566275" h="995003">
                  <a:moveTo>
                    <a:pt x="0" y="995003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l186"/>
            <p:cNvSpPr/>
            <p:nvPr/>
          </p:nvSpPr>
          <p:spPr>
            <a:xfrm>
              <a:off x="5228324" y="4498381"/>
              <a:ext cx="1566275" cy="901135"/>
            </a:xfrm>
            <a:custGeom>
              <a:avLst/>
              <a:pathLst>
                <a:path w="1566275" h="901135">
                  <a:moveTo>
                    <a:pt x="0" y="901135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l187"/>
            <p:cNvSpPr/>
            <p:nvPr/>
          </p:nvSpPr>
          <p:spPr>
            <a:xfrm>
              <a:off x="5228324" y="4584203"/>
              <a:ext cx="1566275" cy="740218"/>
            </a:xfrm>
            <a:custGeom>
              <a:avLst/>
              <a:pathLst>
                <a:path w="1566275" h="740218">
                  <a:moveTo>
                    <a:pt x="0" y="740218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l188"/>
            <p:cNvSpPr/>
            <p:nvPr/>
          </p:nvSpPr>
          <p:spPr>
            <a:xfrm>
              <a:off x="5228324" y="4540826"/>
              <a:ext cx="1566275" cy="708501"/>
            </a:xfrm>
            <a:custGeom>
              <a:avLst/>
              <a:pathLst>
                <a:path w="1566275" h="708501">
                  <a:moveTo>
                    <a:pt x="0" y="708501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l189"/>
            <p:cNvSpPr/>
            <p:nvPr/>
          </p:nvSpPr>
          <p:spPr>
            <a:xfrm>
              <a:off x="5228324" y="4466198"/>
              <a:ext cx="1566275" cy="708034"/>
            </a:xfrm>
            <a:custGeom>
              <a:avLst/>
              <a:pathLst>
                <a:path w="1566275" h="708034">
                  <a:moveTo>
                    <a:pt x="0" y="708034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l190"/>
            <p:cNvSpPr/>
            <p:nvPr/>
          </p:nvSpPr>
          <p:spPr>
            <a:xfrm>
              <a:off x="5228324" y="4492123"/>
              <a:ext cx="1566275" cy="607014"/>
            </a:xfrm>
            <a:custGeom>
              <a:avLst/>
              <a:pathLst>
                <a:path w="1566275" h="607014">
                  <a:moveTo>
                    <a:pt x="0" y="607014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l191"/>
            <p:cNvSpPr/>
            <p:nvPr/>
          </p:nvSpPr>
          <p:spPr>
            <a:xfrm>
              <a:off x="5228324" y="4520909"/>
              <a:ext cx="1566275" cy="503133"/>
            </a:xfrm>
            <a:custGeom>
              <a:avLst/>
              <a:pathLst>
                <a:path w="1566275" h="503133">
                  <a:moveTo>
                    <a:pt x="0" y="503133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l192"/>
            <p:cNvSpPr/>
            <p:nvPr/>
          </p:nvSpPr>
          <p:spPr>
            <a:xfrm>
              <a:off x="5228324" y="4471652"/>
              <a:ext cx="1566275" cy="477296"/>
            </a:xfrm>
            <a:custGeom>
              <a:avLst/>
              <a:pathLst>
                <a:path w="1566275" h="477296">
                  <a:moveTo>
                    <a:pt x="0" y="477296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l193"/>
            <p:cNvSpPr/>
            <p:nvPr/>
          </p:nvSpPr>
          <p:spPr>
            <a:xfrm>
              <a:off x="5228324" y="4477104"/>
              <a:ext cx="1566275" cy="396749"/>
            </a:xfrm>
            <a:custGeom>
              <a:avLst/>
              <a:pathLst>
                <a:path w="1566275" h="396749">
                  <a:moveTo>
                    <a:pt x="0" y="396749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l194"/>
            <p:cNvSpPr/>
            <p:nvPr/>
          </p:nvSpPr>
          <p:spPr>
            <a:xfrm>
              <a:off x="5228324" y="4357239"/>
              <a:ext cx="1566275" cy="441520"/>
            </a:xfrm>
            <a:custGeom>
              <a:avLst/>
              <a:pathLst>
                <a:path w="1566275" h="441520">
                  <a:moveTo>
                    <a:pt x="0" y="441520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l195"/>
            <p:cNvSpPr/>
            <p:nvPr/>
          </p:nvSpPr>
          <p:spPr>
            <a:xfrm>
              <a:off x="5228324" y="4374245"/>
              <a:ext cx="1566275" cy="349419"/>
            </a:xfrm>
            <a:custGeom>
              <a:avLst/>
              <a:pathLst>
                <a:path w="1566275" h="349419">
                  <a:moveTo>
                    <a:pt x="0" y="349419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l196"/>
            <p:cNvSpPr/>
            <p:nvPr/>
          </p:nvSpPr>
          <p:spPr>
            <a:xfrm>
              <a:off x="5228324" y="4400376"/>
              <a:ext cx="1566275" cy="248194"/>
            </a:xfrm>
            <a:custGeom>
              <a:avLst/>
              <a:pathLst>
                <a:path w="1566275" h="248194">
                  <a:moveTo>
                    <a:pt x="0" y="248194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l197"/>
            <p:cNvSpPr/>
            <p:nvPr/>
          </p:nvSpPr>
          <p:spPr>
            <a:xfrm>
              <a:off x="5228324" y="4354666"/>
              <a:ext cx="1566275" cy="218810"/>
            </a:xfrm>
            <a:custGeom>
              <a:avLst/>
              <a:pathLst>
                <a:path w="1566275" h="218810">
                  <a:moveTo>
                    <a:pt x="0" y="218810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l198"/>
            <p:cNvSpPr/>
            <p:nvPr/>
          </p:nvSpPr>
          <p:spPr>
            <a:xfrm>
              <a:off x="5228324" y="4336198"/>
              <a:ext cx="1566275" cy="162183"/>
            </a:xfrm>
            <a:custGeom>
              <a:avLst/>
              <a:pathLst>
                <a:path w="1566275" h="162183">
                  <a:moveTo>
                    <a:pt x="0" y="162183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l199"/>
            <p:cNvSpPr/>
            <p:nvPr/>
          </p:nvSpPr>
          <p:spPr>
            <a:xfrm>
              <a:off x="5228324" y="4275920"/>
              <a:ext cx="1566275" cy="147366"/>
            </a:xfrm>
            <a:custGeom>
              <a:avLst/>
              <a:pathLst>
                <a:path w="1566275" h="147366">
                  <a:moveTo>
                    <a:pt x="0" y="147366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l200"/>
            <p:cNvSpPr/>
            <p:nvPr/>
          </p:nvSpPr>
          <p:spPr>
            <a:xfrm>
              <a:off x="5228324" y="4233809"/>
              <a:ext cx="1566275" cy="114382"/>
            </a:xfrm>
            <a:custGeom>
              <a:avLst/>
              <a:pathLst>
                <a:path w="1566275" h="114382">
                  <a:moveTo>
                    <a:pt x="0" y="114382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l201"/>
            <p:cNvSpPr/>
            <p:nvPr/>
          </p:nvSpPr>
          <p:spPr>
            <a:xfrm>
              <a:off x="5228324" y="4229127"/>
              <a:ext cx="1566275" cy="43969"/>
            </a:xfrm>
            <a:custGeom>
              <a:avLst/>
              <a:pathLst>
                <a:path w="1566275" h="43969">
                  <a:moveTo>
                    <a:pt x="0" y="43969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l202"/>
            <p:cNvSpPr/>
            <p:nvPr/>
          </p:nvSpPr>
          <p:spPr>
            <a:xfrm>
              <a:off x="5228324" y="4142151"/>
              <a:ext cx="1566275" cy="55851"/>
            </a:xfrm>
            <a:custGeom>
              <a:avLst/>
              <a:pathLst>
                <a:path w="1566275" h="55851">
                  <a:moveTo>
                    <a:pt x="0" y="55851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l203"/>
            <p:cNvSpPr/>
            <p:nvPr/>
          </p:nvSpPr>
          <p:spPr>
            <a:xfrm>
              <a:off x="5228324" y="4014772"/>
              <a:ext cx="1566275" cy="108136"/>
            </a:xfrm>
            <a:custGeom>
              <a:avLst/>
              <a:pathLst>
                <a:path w="1566275" h="108136">
                  <a:moveTo>
                    <a:pt x="0" y="108136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l204"/>
            <p:cNvSpPr/>
            <p:nvPr/>
          </p:nvSpPr>
          <p:spPr>
            <a:xfrm>
              <a:off x="5228324" y="3999821"/>
              <a:ext cx="1566275" cy="47992"/>
            </a:xfrm>
            <a:custGeom>
              <a:avLst/>
              <a:pathLst>
                <a:path w="1566275" h="47992">
                  <a:moveTo>
                    <a:pt x="0" y="47992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" name="pl205"/>
            <p:cNvSpPr/>
            <p:nvPr/>
          </p:nvSpPr>
          <p:spPr>
            <a:xfrm>
              <a:off x="5228324" y="3952329"/>
              <a:ext cx="1566275" cy="20389"/>
            </a:xfrm>
            <a:custGeom>
              <a:avLst/>
              <a:pathLst>
                <a:path w="1566275" h="20389">
                  <a:moveTo>
                    <a:pt x="0" y="20389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" name="pl206"/>
            <p:cNvSpPr/>
            <p:nvPr/>
          </p:nvSpPr>
          <p:spPr>
            <a:xfrm>
              <a:off x="5228324" y="3876821"/>
              <a:ext cx="1566275" cy="20803"/>
            </a:xfrm>
            <a:custGeom>
              <a:avLst/>
              <a:pathLst>
                <a:path w="1566275" h="20803">
                  <a:moveTo>
                    <a:pt x="0" y="20803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l207"/>
            <p:cNvSpPr/>
            <p:nvPr/>
          </p:nvSpPr>
          <p:spPr>
            <a:xfrm>
              <a:off x="5228324" y="3792590"/>
              <a:ext cx="1566275" cy="29939"/>
            </a:xfrm>
            <a:custGeom>
              <a:avLst/>
              <a:pathLst>
                <a:path w="1566275" h="29939">
                  <a:moveTo>
                    <a:pt x="0" y="29939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l208"/>
            <p:cNvSpPr/>
            <p:nvPr/>
          </p:nvSpPr>
          <p:spPr>
            <a:xfrm>
              <a:off x="5228324" y="3747435"/>
              <a:ext cx="1566275" cy="78534"/>
            </a:xfrm>
            <a:custGeom>
              <a:avLst/>
              <a:pathLst>
                <a:path w="1566275" h="78534">
                  <a:moveTo>
                    <a:pt x="0" y="0"/>
                  </a:moveTo>
                  <a:lnTo>
                    <a:pt x="1566275" y="78534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l209"/>
            <p:cNvSpPr/>
            <p:nvPr/>
          </p:nvSpPr>
          <p:spPr>
            <a:xfrm>
              <a:off x="5228324" y="3672340"/>
              <a:ext cx="1566275" cy="88425"/>
            </a:xfrm>
            <a:custGeom>
              <a:avLst/>
              <a:pathLst>
                <a:path w="1566275" h="88425">
                  <a:moveTo>
                    <a:pt x="0" y="0"/>
                  </a:moveTo>
                  <a:lnTo>
                    <a:pt x="1566275" y="88425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l210"/>
            <p:cNvSpPr/>
            <p:nvPr/>
          </p:nvSpPr>
          <p:spPr>
            <a:xfrm>
              <a:off x="5228324" y="3597246"/>
              <a:ext cx="1566275" cy="76335"/>
            </a:xfrm>
            <a:custGeom>
              <a:avLst/>
              <a:pathLst>
                <a:path w="1566275" h="76335">
                  <a:moveTo>
                    <a:pt x="0" y="0"/>
                  </a:moveTo>
                  <a:lnTo>
                    <a:pt x="1566275" y="76335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l211"/>
            <p:cNvSpPr/>
            <p:nvPr/>
          </p:nvSpPr>
          <p:spPr>
            <a:xfrm>
              <a:off x="5228324" y="3522151"/>
              <a:ext cx="1566275" cy="183754"/>
            </a:xfrm>
            <a:custGeom>
              <a:avLst/>
              <a:pathLst>
                <a:path w="1566275" h="183754">
                  <a:moveTo>
                    <a:pt x="0" y="0"/>
                  </a:moveTo>
                  <a:lnTo>
                    <a:pt x="1566275" y="183754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l212"/>
            <p:cNvSpPr/>
            <p:nvPr/>
          </p:nvSpPr>
          <p:spPr>
            <a:xfrm>
              <a:off x="5228324" y="3447057"/>
              <a:ext cx="1566275" cy="154026"/>
            </a:xfrm>
            <a:custGeom>
              <a:avLst/>
              <a:pathLst>
                <a:path w="1566275" h="154026">
                  <a:moveTo>
                    <a:pt x="0" y="0"/>
                  </a:moveTo>
                  <a:lnTo>
                    <a:pt x="1566275" y="154026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l213"/>
            <p:cNvSpPr/>
            <p:nvPr/>
          </p:nvSpPr>
          <p:spPr>
            <a:xfrm>
              <a:off x="5228324" y="3371962"/>
              <a:ext cx="1566275" cy="232409"/>
            </a:xfrm>
            <a:custGeom>
              <a:avLst/>
              <a:pathLst>
                <a:path w="1566275" h="232409">
                  <a:moveTo>
                    <a:pt x="0" y="0"/>
                  </a:moveTo>
                  <a:lnTo>
                    <a:pt x="1566275" y="232409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l214"/>
            <p:cNvSpPr/>
            <p:nvPr/>
          </p:nvSpPr>
          <p:spPr>
            <a:xfrm>
              <a:off x="5228324" y="3296867"/>
              <a:ext cx="1566275" cy="223781"/>
            </a:xfrm>
            <a:custGeom>
              <a:avLst/>
              <a:pathLst>
                <a:path w="1566275" h="223781">
                  <a:moveTo>
                    <a:pt x="0" y="0"/>
                  </a:moveTo>
                  <a:lnTo>
                    <a:pt x="1566275" y="223781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l215"/>
            <p:cNvSpPr/>
            <p:nvPr/>
          </p:nvSpPr>
          <p:spPr>
            <a:xfrm>
              <a:off x="5228324" y="3221773"/>
              <a:ext cx="1566275" cy="268544"/>
            </a:xfrm>
            <a:custGeom>
              <a:avLst/>
              <a:pathLst>
                <a:path w="1566275" h="268544">
                  <a:moveTo>
                    <a:pt x="0" y="0"/>
                  </a:moveTo>
                  <a:lnTo>
                    <a:pt x="1566275" y="268544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l216"/>
            <p:cNvSpPr/>
            <p:nvPr/>
          </p:nvSpPr>
          <p:spPr>
            <a:xfrm>
              <a:off x="5228324" y="3146678"/>
              <a:ext cx="1566275" cy="351708"/>
            </a:xfrm>
            <a:custGeom>
              <a:avLst/>
              <a:pathLst>
                <a:path w="1566275" h="351708">
                  <a:moveTo>
                    <a:pt x="0" y="0"/>
                  </a:moveTo>
                  <a:lnTo>
                    <a:pt x="1566275" y="351708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l217"/>
            <p:cNvSpPr/>
            <p:nvPr/>
          </p:nvSpPr>
          <p:spPr>
            <a:xfrm>
              <a:off x="5228324" y="3071584"/>
              <a:ext cx="1566275" cy="406931"/>
            </a:xfrm>
            <a:custGeom>
              <a:avLst/>
              <a:pathLst>
                <a:path w="1566275" h="406931">
                  <a:moveTo>
                    <a:pt x="0" y="0"/>
                  </a:moveTo>
                  <a:lnTo>
                    <a:pt x="1566275" y="406931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l218"/>
            <p:cNvSpPr/>
            <p:nvPr/>
          </p:nvSpPr>
          <p:spPr>
            <a:xfrm>
              <a:off x="5228324" y="2996489"/>
              <a:ext cx="1566275" cy="416000"/>
            </a:xfrm>
            <a:custGeom>
              <a:avLst/>
              <a:pathLst>
                <a:path w="1566275" h="416000">
                  <a:moveTo>
                    <a:pt x="0" y="0"/>
                  </a:moveTo>
                  <a:lnTo>
                    <a:pt x="1566275" y="41600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l219"/>
            <p:cNvSpPr/>
            <p:nvPr/>
          </p:nvSpPr>
          <p:spPr>
            <a:xfrm>
              <a:off x="5228324" y="2921394"/>
              <a:ext cx="1566275" cy="624357"/>
            </a:xfrm>
            <a:custGeom>
              <a:avLst/>
              <a:pathLst>
                <a:path w="1566275" h="624357">
                  <a:moveTo>
                    <a:pt x="0" y="0"/>
                  </a:moveTo>
                  <a:lnTo>
                    <a:pt x="1566275" y="624357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l220"/>
            <p:cNvSpPr/>
            <p:nvPr/>
          </p:nvSpPr>
          <p:spPr>
            <a:xfrm>
              <a:off x="5228324" y="2846300"/>
              <a:ext cx="1566275" cy="574862"/>
            </a:xfrm>
            <a:custGeom>
              <a:avLst/>
              <a:pathLst>
                <a:path w="1566275" h="574862">
                  <a:moveTo>
                    <a:pt x="0" y="0"/>
                  </a:moveTo>
                  <a:lnTo>
                    <a:pt x="1566275" y="574862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l221"/>
            <p:cNvSpPr/>
            <p:nvPr/>
          </p:nvSpPr>
          <p:spPr>
            <a:xfrm>
              <a:off x="5228324" y="2771205"/>
              <a:ext cx="1566275" cy="609859"/>
            </a:xfrm>
            <a:custGeom>
              <a:avLst/>
              <a:pathLst>
                <a:path w="1566275" h="609859">
                  <a:moveTo>
                    <a:pt x="0" y="0"/>
                  </a:moveTo>
                  <a:lnTo>
                    <a:pt x="1566275" y="609859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pl222"/>
            <p:cNvSpPr/>
            <p:nvPr/>
          </p:nvSpPr>
          <p:spPr>
            <a:xfrm>
              <a:off x="5228324" y="2696111"/>
              <a:ext cx="1566275" cy="711766"/>
            </a:xfrm>
            <a:custGeom>
              <a:avLst/>
              <a:pathLst>
                <a:path w="1566275" h="711766">
                  <a:moveTo>
                    <a:pt x="0" y="0"/>
                  </a:moveTo>
                  <a:lnTo>
                    <a:pt x="1566275" y="711766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" name="pl223"/>
            <p:cNvSpPr/>
            <p:nvPr/>
          </p:nvSpPr>
          <p:spPr>
            <a:xfrm>
              <a:off x="5228324" y="2621016"/>
              <a:ext cx="1566275" cy="815312"/>
            </a:xfrm>
            <a:custGeom>
              <a:avLst/>
              <a:pathLst>
                <a:path w="1566275" h="815312">
                  <a:moveTo>
                    <a:pt x="0" y="0"/>
                  </a:moveTo>
                  <a:lnTo>
                    <a:pt x="1566275" y="815312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l224"/>
            <p:cNvSpPr/>
            <p:nvPr/>
          </p:nvSpPr>
          <p:spPr>
            <a:xfrm>
              <a:off x="5228324" y="2545921"/>
              <a:ext cx="1566275" cy="732172"/>
            </a:xfrm>
            <a:custGeom>
              <a:avLst/>
              <a:pathLst>
                <a:path w="1566275" h="732172">
                  <a:moveTo>
                    <a:pt x="0" y="0"/>
                  </a:moveTo>
                  <a:lnTo>
                    <a:pt x="1566275" y="732172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l225"/>
            <p:cNvSpPr/>
            <p:nvPr/>
          </p:nvSpPr>
          <p:spPr>
            <a:xfrm>
              <a:off x="5228324" y="2470827"/>
              <a:ext cx="1566275" cy="926166"/>
            </a:xfrm>
            <a:custGeom>
              <a:avLst/>
              <a:pathLst>
                <a:path w="1566275" h="926166">
                  <a:moveTo>
                    <a:pt x="0" y="0"/>
                  </a:moveTo>
                  <a:lnTo>
                    <a:pt x="1566275" y="926166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l226"/>
            <p:cNvSpPr/>
            <p:nvPr/>
          </p:nvSpPr>
          <p:spPr>
            <a:xfrm>
              <a:off x="5228324" y="2395732"/>
              <a:ext cx="1566275" cy="811021"/>
            </a:xfrm>
            <a:custGeom>
              <a:avLst/>
              <a:pathLst>
                <a:path w="1566275" h="811021">
                  <a:moveTo>
                    <a:pt x="0" y="0"/>
                  </a:moveTo>
                  <a:lnTo>
                    <a:pt x="1566275" y="811021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l227"/>
            <p:cNvSpPr/>
            <p:nvPr/>
          </p:nvSpPr>
          <p:spPr>
            <a:xfrm>
              <a:off x="5228324" y="2320638"/>
              <a:ext cx="1566275" cy="1576986"/>
            </a:xfrm>
            <a:custGeom>
              <a:avLst/>
              <a:pathLst>
                <a:path w="1566275" h="1576986">
                  <a:moveTo>
                    <a:pt x="0" y="0"/>
                  </a:moveTo>
                  <a:lnTo>
                    <a:pt x="1566275" y="1576986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l228"/>
            <p:cNvSpPr/>
            <p:nvPr/>
          </p:nvSpPr>
          <p:spPr>
            <a:xfrm>
              <a:off x="5228324" y="2170448"/>
              <a:ext cx="1566275" cy="1142510"/>
            </a:xfrm>
            <a:custGeom>
              <a:avLst/>
              <a:pathLst>
                <a:path w="1566275" h="1142510">
                  <a:moveTo>
                    <a:pt x="0" y="0"/>
                  </a:moveTo>
                  <a:lnTo>
                    <a:pt x="1566275" y="114251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t229"/>
            <p:cNvSpPr/>
            <p:nvPr/>
          </p:nvSpPr>
          <p:spPr>
            <a:xfrm>
              <a:off x="5207563" y="575422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t230"/>
            <p:cNvSpPr/>
            <p:nvPr/>
          </p:nvSpPr>
          <p:spPr>
            <a:xfrm>
              <a:off x="5207563" y="567913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pt231"/>
            <p:cNvSpPr/>
            <p:nvPr/>
          </p:nvSpPr>
          <p:spPr>
            <a:xfrm>
              <a:off x="5207563" y="560403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" name="pt232"/>
            <p:cNvSpPr/>
            <p:nvPr/>
          </p:nvSpPr>
          <p:spPr>
            <a:xfrm>
              <a:off x="5207563" y="552894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" name="pt233"/>
            <p:cNvSpPr/>
            <p:nvPr/>
          </p:nvSpPr>
          <p:spPr>
            <a:xfrm>
              <a:off x="5207563" y="545385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" name="pt234"/>
            <p:cNvSpPr/>
            <p:nvPr/>
          </p:nvSpPr>
          <p:spPr>
            <a:xfrm>
              <a:off x="5207563" y="537875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pt235"/>
            <p:cNvSpPr/>
            <p:nvPr/>
          </p:nvSpPr>
          <p:spPr>
            <a:xfrm>
              <a:off x="5207563" y="530366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t236"/>
            <p:cNvSpPr/>
            <p:nvPr/>
          </p:nvSpPr>
          <p:spPr>
            <a:xfrm>
              <a:off x="5207563" y="522856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t237"/>
            <p:cNvSpPr/>
            <p:nvPr/>
          </p:nvSpPr>
          <p:spPr>
            <a:xfrm>
              <a:off x="5207563" y="515347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t238"/>
            <p:cNvSpPr/>
            <p:nvPr/>
          </p:nvSpPr>
          <p:spPr>
            <a:xfrm>
              <a:off x="5207563" y="507837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t239"/>
            <p:cNvSpPr/>
            <p:nvPr/>
          </p:nvSpPr>
          <p:spPr>
            <a:xfrm>
              <a:off x="5207563" y="500328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t240"/>
            <p:cNvSpPr/>
            <p:nvPr/>
          </p:nvSpPr>
          <p:spPr>
            <a:xfrm>
              <a:off x="5207563" y="492818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t241"/>
            <p:cNvSpPr/>
            <p:nvPr/>
          </p:nvSpPr>
          <p:spPr>
            <a:xfrm>
              <a:off x="5207563" y="485309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pt242"/>
            <p:cNvSpPr/>
            <p:nvPr/>
          </p:nvSpPr>
          <p:spPr>
            <a:xfrm>
              <a:off x="5207563" y="477799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" name="pt243"/>
            <p:cNvSpPr/>
            <p:nvPr/>
          </p:nvSpPr>
          <p:spPr>
            <a:xfrm>
              <a:off x="5207563" y="470290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" name="pt244"/>
            <p:cNvSpPr/>
            <p:nvPr/>
          </p:nvSpPr>
          <p:spPr>
            <a:xfrm>
              <a:off x="5207563" y="462780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t245"/>
            <p:cNvSpPr/>
            <p:nvPr/>
          </p:nvSpPr>
          <p:spPr>
            <a:xfrm>
              <a:off x="5207563" y="455271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t246"/>
            <p:cNvSpPr/>
            <p:nvPr/>
          </p:nvSpPr>
          <p:spPr>
            <a:xfrm>
              <a:off x="5207563" y="447762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t247"/>
            <p:cNvSpPr/>
            <p:nvPr/>
          </p:nvSpPr>
          <p:spPr>
            <a:xfrm>
              <a:off x="5207563" y="440252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t248"/>
            <p:cNvSpPr/>
            <p:nvPr/>
          </p:nvSpPr>
          <p:spPr>
            <a:xfrm>
              <a:off x="5207563" y="432743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t249"/>
            <p:cNvSpPr/>
            <p:nvPr/>
          </p:nvSpPr>
          <p:spPr>
            <a:xfrm>
              <a:off x="5207563" y="425233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t250"/>
            <p:cNvSpPr/>
            <p:nvPr/>
          </p:nvSpPr>
          <p:spPr>
            <a:xfrm>
              <a:off x="5207563" y="417724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t251"/>
            <p:cNvSpPr/>
            <p:nvPr/>
          </p:nvSpPr>
          <p:spPr>
            <a:xfrm>
              <a:off x="5207563" y="410214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t252"/>
            <p:cNvSpPr/>
            <p:nvPr/>
          </p:nvSpPr>
          <p:spPr>
            <a:xfrm>
              <a:off x="5207563" y="402705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t253"/>
            <p:cNvSpPr/>
            <p:nvPr/>
          </p:nvSpPr>
          <p:spPr>
            <a:xfrm>
              <a:off x="5207563" y="395195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t254"/>
            <p:cNvSpPr/>
            <p:nvPr/>
          </p:nvSpPr>
          <p:spPr>
            <a:xfrm>
              <a:off x="5207563" y="387686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t255"/>
            <p:cNvSpPr/>
            <p:nvPr/>
          </p:nvSpPr>
          <p:spPr>
            <a:xfrm>
              <a:off x="5207563" y="380176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t256"/>
            <p:cNvSpPr/>
            <p:nvPr/>
          </p:nvSpPr>
          <p:spPr>
            <a:xfrm>
              <a:off x="5207563" y="372667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t257"/>
            <p:cNvSpPr/>
            <p:nvPr/>
          </p:nvSpPr>
          <p:spPr>
            <a:xfrm>
              <a:off x="5207563" y="365158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t258"/>
            <p:cNvSpPr/>
            <p:nvPr/>
          </p:nvSpPr>
          <p:spPr>
            <a:xfrm>
              <a:off x="5207563" y="357648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t259"/>
            <p:cNvSpPr/>
            <p:nvPr/>
          </p:nvSpPr>
          <p:spPr>
            <a:xfrm>
              <a:off x="5207563" y="350139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t260"/>
            <p:cNvSpPr/>
            <p:nvPr/>
          </p:nvSpPr>
          <p:spPr>
            <a:xfrm>
              <a:off x="5207563" y="342629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t261"/>
            <p:cNvSpPr/>
            <p:nvPr/>
          </p:nvSpPr>
          <p:spPr>
            <a:xfrm>
              <a:off x="5207563" y="335120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t262"/>
            <p:cNvSpPr/>
            <p:nvPr/>
          </p:nvSpPr>
          <p:spPr>
            <a:xfrm>
              <a:off x="5207563" y="327610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t263"/>
            <p:cNvSpPr/>
            <p:nvPr/>
          </p:nvSpPr>
          <p:spPr>
            <a:xfrm>
              <a:off x="5207563" y="320101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t264"/>
            <p:cNvSpPr/>
            <p:nvPr/>
          </p:nvSpPr>
          <p:spPr>
            <a:xfrm>
              <a:off x="5207563" y="312591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t265"/>
            <p:cNvSpPr/>
            <p:nvPr/>
          </p:nvSpPr>
          <p:spPr>
            <a:xfrm>
              <a:off x="5207563" y="305082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t266"/>
            <p:cNvSpPr/>
            <p:nvPr/>
          </p:nvSpPr>
          <p:spPr>
            <a:xfrm>
              <a:off x="5207563" y="297572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t267"/>
            <p:cNvSpPr/>
            <p:nvPr/>
          </p:nvSpPr>
          <p:spPr>
            <a:xfrm>
              <a:off x="5207563" y="290063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t268"/>
            <p:cNvSpPr/>
            <p:nvPr/>
          </p:nvSpPr>
          <p:spPr>
            <a:xfrm>
              <a:off x="5207563" y="282553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t269"/>
            <p:cNvSpPr/>
            <p:nvPr/>
          </p:nvSpPr>
          <p:spPr>
            <a:xfrm>
              <a:off x="5207563" y="275044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t270"/>
            <p:cNvSpPr/>
            <p:nvPr/>
          </p:nvSpPr>
          <p:spPr>
            <a:xfrm>
              <a:off x="5207563" y="267535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t271"/>
            <p:cNvSpPr/>
            <p:nvPr/>
          </p:nvSpPr>
          <p:spPr>
            <a:xfrm>
              <a:off x="5207563" y="260025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t272"/>
            <p:cNvSpPr/>
            <p:nvPr/>
          </p:nvSpPr>
          <p:spPr>
            <a:xfrm>
              <a:off x="5207563" y="252516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t273"/>
            <p:cNvSpPr/>
            <p:nvPr/>
          </p:nvSpPr>
          <p:spPr>
            <a:xfrm>
              <a:off x="5207563" y="245006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t274"/>
            <p:cNvSpPr/>
            <p:nvPr/>
          </p:nvSpPr>
          <p:spPr>
            <a:xfrm>
              <a:off x="5207563" y="237497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t275"/>
            <p:cNvSpPr/>
            <p:nvPr/>
          </p:nvSpPr>
          <p:spPr>
            <a:xfrm>
              <a:off x="5207563" y="229987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t276"/>
            <p:cNvSpPr/>
            <p:nvPr/>
          </p:nvSpPr>
          <p:spPr>
            <a:xfrm>
              <a:off x="5207563" y="214968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t277"/>
            <p:cNvSpPr/>
            <p:nvPr/>
          </p:nvSpPr>
          <p:spPr>
            <a:xfrm>
              <a:off x="6769773" y="427330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pt278"/>
            <p:cNvSpPr/>
            <p:nvPr/>
          </p:nvSpPr>
          <p:spPr>
            <a:xfrm>
              <a:off x="6769773" y="462374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" name="pt279"/>
            <p:cNvSpPr/>
            <p:nvPr/>
          </p:nvSpPr>
          <p:spPr>
            <a:xfrm>
              <a:off x="6769773" y="466129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" name="pt280"/>
            <p:cNvSpPr/>
            <p:nvPr/>
          </p:nvSpPr>
          <p:spPr>
            <a:xfrm>
              <a:off x="6769773" y="439846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" name="pt281"/>
            <p:cNvSpPr/>
            <p:nvPr/>
          </p:nvSpPr>
          <p:spPr>
            <a:xfrm>
              <a:off x="6769773" y="445478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" name="pt282"/>
            <p:cNvSpPr/>
            <p:nvPr/>
          </p:nvSpPr>
          <p:spPr>
            <a:xfrm>
              <a:off x="6769773" y="447355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" name="pt283"/>
            <p:cNvSpPr/>
            <p:nvPr/>
          </p:nvSpPr>
          <p:spPr>
            <a:xfrm>
              <a:off x="6769773" y="455937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pt284"/>
            <p:cNvSpPr/>
            <p:nvPr/>
          </p:nvSpPr>
          <p:spPr>
            <a:xfrm>
              <a:off x="6769773" y="451600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" name="pt285"/>
            <p:cNvSpPr/>
            <p:nvPr/>
          </p:nvSpPr>
          <p:spPr>
            <a:xfrm>
              <a:off x="6769773" y="444137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" name="pt286"/>
            <p:cNvSpPr/>
            <p:nvPr/>
          </p:nvSpPr>
          <p:spPr>
            <a:xfrm>
              <a:off x="6769773" y="446729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" name="pt287"/>
            <p:cNvSpPr/>
            <p:nvPr/>
          </p:nvSpPr>
          <p:spPr>
            <a:xfrm>
              <a:off x="6769773" y="449608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" name="pt288"/>
            <p:cNvSpPr/>
            <p:nvPr/>
          </p:nvSpPr>
          <p:spPr>
            <a:xfrm>
              <a:off x="6769773" y="444682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" name="pt289"/>
            <p:cNvSpPr/>
            <p:nvPr/>
          </p:nvSpPr>
          <p:spPr>
            <a:xfrm>
              <a:off x="6769773" y="445227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t290"/>
            <p:cNvSpPr/>
            <p:nvPr/>
          </p:nvSpPr>
          <p:spPr>
            <a:xfrm>
              <a:off x="6769773" y="433241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pt291"/>
            <p:cNvSpPr/>
            <p:nvPr/>
          </p:nvSpPr>
          <p:spPr>
            <a:xfrm>
              <a:off x="6769773" y="434941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" name="pt292"/>
            <p:cNvSpPr/>
            <p:nvPr/>
          </p:nvSpPr>
          <p:spPr>
            <a:xfrm>
              <a:off x="6769773" y="437555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" name="pt293"/>
            <p:cNvSpPr/>
            <p:nvPr/>
          </p:nvSpPr>
          <p:spPr>
            <a:xfrm>
              <a:off x="6769773" y="432984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" name="pt294"/>
            <p:cNvSpPr/>
            <p:nvPr/>
          </p:nvSpPr>
          <p:spPr>
            <a:xfrm>
              <a:off x="6769773" y="431137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" name="pt295"/>
            <p:cNvSpPr/>
            <p:nvPr/>
          </p:nvSpPr>
          <p:spPr>
            <a:xfrm>
              <a:off x="6769773" y="425109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" name="pt296"/>
            <p:cNvSpPr/>
            <p:nvPr/>
          </p:nvSpPr>
          <p:spPr>
            <a:xfrm>
              <a:off x="6769773" y="420898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" name="pt297"/>
            <p:cNvSpPr/>
            <p:nvPr/>
          </p:nvSpPr>
          <p:spPr>
            <a:xfrm>
              <a:off x="6769773" y="420430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" name="pt298"/>
            <p:cNvSpPr/>
            <p:nvPr/>
          </p:nvSpPr>
          <p:spPr>
            <a:xfrm>
              <a:off x="6769773" y="411732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" name="pt299"/>
            <p:cNvSpPr/>
            <p:nvPr/>
          </p:nvSpPr>
          <p:spPr>
            <a:xfrm>
              <a:off x="6769773" y="398994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" name="pt300"/>
            <p:cNvSpPr/>
            <p:nvPr/>
          </p:nvSpPr>
          <p:spPr>
            <a:xfrm>
              <a:off x="6769773" y="397499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" name="pt301"/>
            <p:cNvSpPr/>
            <p:nvPr/>
          </p:nvSpPr>
          <p:spPr>
            <a:xfrm>
              <a:off x="6769773" y="392750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" name="pt302"/>
            <p:cNvSpPr/>
            <p:nvPr/>
          </p:nvSpPr>
          <p:spPr>
            <a:xfrm>
              <a:off x="6769773" y="385199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" name="pt303"/>
            <p:cNvSpPr/>
            <p:nvPr/>
          </p:nvSpPr>
          <p:spPr>
            <a:xfrm>
              <a:off x="6769773" y="376776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" name="pt304"/>
            <p:cNvSpPr/>
            <p:nvPr/>
          </p:nvSpPr>
          <p:spPr>
            <a:xfrm>
              <a:off x="6769773" y="380114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" name="pt305"/>
            <p:cNvSpPr/>
            <p:nvPr/>
          </p:nvSpPr>
          <p:spPr>
            <a:xfrm>
              <a:off x="6769773" y="373594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" name="pt306"/>
            <p:cNvSpPr/>
            <p:nvPr/>
          </p:nvSpPr>
          <p:spPr>
            <a:xfrm>
              <a:off x="6769773" y="364875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" name="pt307"/>
            <p:cNvSpPr/>
            <p:nvPr/>
          </p:nvSpPr>
          <p:spPr>
            <a:xfrm>
              <a:off x="6769773" y="368108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" name="pt308"/>
            <p:cNvSpPr/>
            <p:nvPr/>
          </p:nvSpPr>
          <p:spPr>
            <a:xfrm>
              <a:off x="6769773" y="357625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" name="pt309"/>
            <p:cNvSpPr/>
            <p:nvPr/>
          </p:nvSpPr>
          <p:spPr>
            <a:xfrm>
              <a:off x="6769773" y="357954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" name="pt310"/>
            <p:cNvSpPr/>
            <p:nvPr/>
          </p:nvSpPr>
          <p:spPr>
            <a:xfrm>
              <a:off x="6769773" y="349582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" name="pt311"/>
            <p:cNvSpPr/>
            <p:nvPr/>
          </p:nvSpPr>
          <p:spPr>
            <a:xfrm>
              <a:off x="6769773" y="346549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" name="pt312"/>
            <p:cNvSpPr/>
            <p:nvPr/>
          </p:nvSpPr>
          <p:spPr>
            <a:xfrm>
              <a:off x="6769773" y="347356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" name="pt313"/>
            <p:cNvSpPr/>
            <p:nvPr/>
          </p:nvSpPr>
          <p:spPr>
            <a:xfrm>
              <a:off x="6769773" y="345368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" name="pt314"/>
            <p:cNvSpPr/>
            <p:nvPr/>
          </p:nvSpPr>
          <p:spPr>
            <a:xfrm>
              <a:off x="6769773" y="338766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" name="pt315"/>
            <p:cNvSpPr/>
            <p:nvPr/>
          </p:nvSpPr>
          <p:spPr>
            <a:xfrm>
              <a:off x="6769773" y="352092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" name="pt316"/>
            <p:cNvSpPr/>
            <p:nvPr/>
          </p:nvSpPr>
          <p:spPr>
            <a:xfrm>
              <a:off x="6769773" y="339633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" name="pt317"/>
            <p:cNvSpPr/>
            <p:nvPr/>
          </p:nvSpPr>
          <p:spPr>
            <a:xfrm>
              <a:off x="6769773" y="335623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" name="pt318"/>
            <p:cNvSpPr/>
            <p:nvPr/>
          </p:nvSpPr>
          <p:spPr>
            <a:xfrm>
              <a:off x="6769773" y="338305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" name="pt319"/>
            <p:cNvSpPr/>
            <p:nvPr/>
          </p:nvSpPr>
          <p:spPr>
            <a:xfrm>
              <a:off x="6769773" y="341150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" name="pt320"/>
            <p:cNvSpPr/>
            <p:nvPr/>
          </p:nvSpPr>
          <p:spPr>
            <a:xfrm>
              <a:off x="6769773" y="325326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" name="pt321"/>
            <p:cNvSpPr/>
            <p:nvPr/>
          </p:nvSpPr>
          <p:spPr>
            <a:xfrm>
              <a:off x="6769773" y="337216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" name="pt322"/>
            <p:cNvSpPr/>
            <p:nvPr/>
          </p:nvSpPr>
          <p:spPr>
            <a:xfrm>
              <a:off x="6769773" y="318192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" name="pt323"/>
            <p:cNvSpPr/>
            <p:nvPr/>
          </p:nvSpPr>
          <p:spPr>
            <a:xfrm>
              <a:off x="6769773" y="387279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" name="pt324"/>
            <p:cNvSpPr/>
            <p:nvPr/>
          </p:nvSpPr>
          <p:spPr>
            <a:xfrm>
              <a:off x="6769773" y="328813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" name="pl325"/>
            <p:cNvSpPr/>
            <p:nvPr/>
          </p:nvSpPr>
          <p:spPr>
            <a:xfrm>
              <a:off x="5228324" y="1832523"/>
              <a:ext cx="0" cy="4130202"/>
            </a:xfrm>
            <a:custGeom>
              <a:avLst/>
              <a:pathLst>
                <a:path w="0" h="4130202">
                  <a:moveTo>
                    <a:pt x="0" y="4130202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" name="pl326"/>
            <p:cNvSpPr/>
            <p:nvPr/>
          </p:nvSpPr>
          <p:spPr>
            <a:xfrm>
              <a:off x="6794599" y="1832523"/>
              <a:ext cx="0" cy="4130202"/>
            </a:xfrm>
            <a:custGeom>
              <a:avLst/>
              <a:pathLst>
                <a:path w="0" h="4130202">
                  <a:moveTo>
                    <a:pt x="0" y="4130202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" name="pl327"/>
            <p:cNvSpPr/>
            <p:nvPr/>
          </p:nvSpPr>
          <p:spPr>
            <a:xfrm>
              <a:off x="5204830" y="5024043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" name="pl328"/>
            <p:cNvSpPr/>
            <p:nvPr/>
          </p:nvSpPr>
          <p:spPr>
            <a:xfrm>
              <a:off x="5204830" y="4648570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" name="pl329"/>
            <p:cNvSpPr/>
            <p:nvPr/>
          </p:nvSpPr>
          <p:spPr>
            <a:xfrm>
              <a:off x="5204830" y="4273097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" name="pl330"/>
            <p:cNvSpPr/>
            <p:nvPr/>
          </p:nvSpPr>
          <p:spPr>
            <a:xfrm>
              <a:off x="5204830" y="3897624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" name="pl331"/>
            <p:cNvSpPr/>
            <p:nvPr/>
          </p:nvSpPr>
          <p:spPr>
            <a:xfrm>
              <a:off x="5204830" y="3522151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" name="pl332"/>
            <p:cNvSpPr/>
            <p:nvPr/>
          </p:nvSpPr>
          <p:spPr>
            <a:xfrm>
              <a:off x="5204830" y="3146678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" name="pl333"/>
            <p:cNvSpPr/>
            <p:nvPr/>
          </p:nvSpPr>
          <p:spPr>
            <a:xfrm>
              <a:off x="5204830" y="2771205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" name="pl334"/>
            <p:cNvSpPr/>
            <p:nvPr/>
          </p:nvSpPr>
          <p:spPr>
            <a:xfrm>
              <a:off x="6794599" y="5024043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" name="pl335"/>
            <p:cNvSpPr/>
            <p:nvPr/>
          </p:nvSpPr>
          <p:spPr>
            <a:xfrm>
              <a:off x="6794599" y="4648570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" name="pl336"/>
            <p:cNvSpPr/>
            <p:nvPr/>
          </p:nvSpPr>
          <p:spPr>
            <a:xfrm>
              <a:off x="6794599" y="4273097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" name="pl337"/>
            <p:cNvSpPr/>
            <p:nvPr/>
          </p:nvSpPr>
          <p:spPr>
            <a:xfrm>
              <a:off x="6794599" y="3897624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" name="pl338"/>
            <p:cNvSpPr/>
            <p:nvPr/>
          </p:nvSpPr>
          <p:spPr>
            <a:xfrm>
              <a:off x="6794599" y="3522151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" name="pl339"/>
            <p:cNvSpPr/>
            <p:nvPr/>
          </p:nvSpPr>
          <p:spPr>
            <a:xfrm>
              <a:off x="6794599" y="3146678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" name="pl340"/>
            <p:cNvSpPr/>
            <p:nvPr/>
          </p:nvSpPr>
          <p:spPr>
            <a:xfrm>
              <a:off x="6794599" y="2771205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" name="tx341"/>
            <p:cNvSpPr/>
            <p:nvPr/>
          </p:nvSpPr>
          <p:spPr>
            <a:xfrm>
              <a:off x="5057151" y="4988957"/>
              <a:ext cx="108521" cy="70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343" name="tx342"/>
            <p:cNvSpPr/>
            <p:nvPr/>
          </p:nvSpPr>
          <p:spPr>
            <a:xfrm>
              <a:off x="5057151" y="4613913"/>
              <a:ext cx="108521" cy="69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15</a:t>
              </a:r>
            </a:p>
          </p:txBody>
        </p:sp>
        <p:sp>
          <p:nvSpPr>
            <p:cNvPr id="344" name="tx343"/>
            <p:cNvSpPr/>
            <p:nvPr/>
          </p:nvSpPr>
          <p:spPr>
            <a:xfrm>
              <a:off x="5057151" y="4237773"/>
              <a:ext cx="108521" cy="7031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345" name="tx344"/>
            <p:cNvSpPr/>
            <p:nvPr/>
          </p:nvSpPr>
          <p:spPr>
            <a:xfrm>
              <a:off x="5057151" y="3862443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25</a:t>
              </a:r>
            </a:p>
          </p:txBody>
        </p:sp>
        <p:sp>
          <p:nvSpPr>
            <p:cNvPr id="346" name="tx345"/>
            <p:cNvSpPr/>
            <p:nvPr/>
          </p:nvSpPr>
          <p:spPr>
            <a:xfrm>
              <a:off x="5057151" y="3486970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347" name="tx346"/>
            <p:cNvSpPr/>
            <p:nvPr/>
          </p:nvSpPr>
          <p:spPr>
            <a:xfrm>
              <a:off x="5057151" y="3111497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35</a:t>
              </a:r>
            </a:p>
          </p:txBody>
        </p:sp>
        <p:sp>
          <p:nvSpPr>
            <p:cNvPr id="348" name="tx347"/>
            <p:cNvSpPr/>
            <p:nvPr/>
          </p:nvSpPr>
          <p:spPr>
            <a:xfrm>
              <a:off x="5057151" y="2735929"/>
              <a:ext cx="108521" cy="7026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349" name="tx348"/>
            <p:cNvSpPr/>
            <p:nvPr/>
          </p:nvSpPr>
          <p:spPr>
            <a:xfrm>
              <a:off x="6857250" y="4988957"/>
              <a:ext cx="108521" cy="70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350" name="tx349"/>
            <p:cNvSpPr/>
            <p:nvPr/>
          </p:nvSpPr>
          <p:spPr>
            <a:xfrm>
              <a:off x="6857250" y="4613913"/>
              <a:ext cx="108521" cy="69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15</a:t>
              </a:r>
            </a:p>
          </p:txBody>
        </p:sp>
        <p:sp>
          <p:nvSpPr>
            <p:cNvPr id="351" name="tx350"/>
            <p:cNvSpPr/>
            <p:nvPr/>
          </p:nvSpPr>
          <p:spPr>
            <a:xfrm>
              <a:off x="6857250" y="4237773"/>
              <a:ext cx="108521" cy="7031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352" name="tx351"/>
            <p:cNvSpPr/>
            <p:nvPr/>
          </p:nvSpPr>
          <p:spPr>
            <a:xfrm>
              <a:off x="6857250" y="3862443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25</a:t>
              </a:r>
            </a:p>
          </p:txBody>
        </p:sp>
        <p:sp>
          <p:nvSpPr>
            <p:cNvPr id="353" name="tx352"/>
            <p:cNvSpPr/>
            <p:nvPr/>
          </p:nvSpPr>
          <p:spPr>
            <a:xfrm>
              <a:off x="6857250" y="3486970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354" name="tx353"/>
            <p:cNvSpPr/>
            <p:nvPr/>
          </p:nvSpPr>
          <p:spPr>
            <a:xfrm>
              <a:off x="6857250" y="3111497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35</a:t>
              </a:r>
            </a:p>
          </p:txBody>
        </p:sp>
        <p:sp>
          <p:nvSpPr>
            <p:cNvPr id="355" name="tx354"/>
            <p:cNvSpPr/>
            <p:nvPr/>
          </p:nvSpPr>
          <p:spPr>
            <a:xfrm>
              <a:off x="6857250" y="2735929"/>
              <a:ext cx="108521" cy="7026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356" name="rc355"/>
            <p:cNvSpPr/>
            <p:nvPr/>
          </p:nvSpPr>
          <p:spPr>
            <a:xfrm>
              <a:off x="7984220" y="1832523"/>
              <a:ext cx="3213997" cy="413020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57" name="pl356"/>
            <p:cNvSpPr/>
            <p:nvPr/>
          </p:nvSpPr>
          <p:spPr>
            <a:xfrm>
              <a:off x="8808081" y="4248066"/>
              <a:ext cx="1566275" cy="1526923"/>
            </a:xfrm>
            <a:custGeom>
              <a:avLst/>
              <a:pathLst>
                <a:path w="1566275" h="1526923">
                  <a:moveTo>
                    <a:pt x="0" y="1526923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" name="pl357"/>
            <p:cNvSpPr/>
            <p:nvPr/>
          </p:nvSpPr>
          <p:spPr>
            <a:xfrm>
              <a:off x="8808081" y="4648570"/>
              <a:ext cx="1566275" cy="1051324"/>
            </a:xfrm>
            <a:custGeom>
              <a:avLst/>
              <a:pathLst>
                <a:path w="1566275" h="1051324">
                  <a:moveTo>
                    <a:pt x="0" y="1051324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" name="pl358"/>
            <p:cNvSpPr/>
            <p:nvPr/>
          </p:nvSpPr>
          <p:spPr>
            <a:xfrm>
              <a:off x="8808081" y="4473349"/>
              <a:ext cx="1566275" cy="1076355"/>
            </a:xfrm>
            <a:custGeom>
              <a:avLst/>
              <a:pathLst>
                <a:path w="1566275" h="1076355">
                  <a:moveTo>
                    <a:pt x="0" y="1076355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" name="pl359"/>
            <p:cNvSpPr/>
            <p:nvPr/>
          </p:nvSpPr>
          <p:spPr>
            <a:xfrm>
              <a:off x="8808081" y="4483362"/>
              <a:ext cx="1566275" cy="991248"/>
            </a:xfrm>
            <a:custGeom>
              <a:avLst/>
              <a:pathLst>
                <a:path w="1566275" h="991248">
                  <a:moveTo>
                    <a:pt x="0" y="991248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" name="pl360"/>
            <p:cNvSpPr/>
            <p:nvPr/>
          </p:nvSpPr>
          <p:spPr>
            <a:xfrm>
              <a:off x="8808081" y="4483362"/>
              <a:ext cx="1566275" cy="916154"/>
            </a:xfrm>
            <a:custGeom>
              <a:avLst/>
              <a:pathLst>
                <a:path w="1566275" h="916154">
                  <a:moveTo>
                    <a:pt x="0" y="916154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" name="pl361"/>
            <p:cNvSpPr/>
            <p:nvPr/>
          </p:nvSpPr>
          <p:spPr>
            <a:xfrm>
              <a:off x="8808081" y="4513400"/>
              <a:ext cx="1566275" cy="811021"/>
            </a:xfrm>
            <a:custGeom>
              <a:avLst/>
              <a:pathLst>
                <a:path w="1566275" h="811021">
                  <a:moveTo>
                    <a:pt x="0" y="811021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" name="pl362"/>
            <p:cNvSpPr/>
            <p:nvPr/>
          </p:nvSpPr>
          <p:spPr>
            <a:xfrm>
              <a:off x="8808081" y="4417923"/>
              <a:ext cx="1566275" cy="831404"/>
            </a:xfrm>
            <a:custGeom>
              <a:avLst/>
              <a:pathLst>
                <a:path w="1566275" h="831404">
                  <a:moveTo>
                    <a:pt x="0" y="831404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" name="pl363"/>
            <p:cNvSpPr/>
            <p:nvPr/>
          </p:nvSpPr>
          <p:spPr>
            <a:xfrm>
              <a:off x="8808081" y="4584203"/>
              <a:ext cx="1566275" cy="590028"/>
            </a:xfrm>
            <a:custGeom>
              <a:avLst/>
              <a:pathLst>
                <a:path w="1566275" h="590028">
                  <a:moveTo>
                    <a:pt x="0" y="590028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" name="pl364"/>
            <p:cNvSpPr/>
            <p:nvPr/>
          </p:nvSpPr>
          <p:spPr>
            <a:xfrm>
              <a:off x="8808081" y="4420021"/>
              <a:ext cx="1566275" cy="679116"/>
            </a:xfrm>
            <a:custGeom>
              <a:avLst/>
              <a:pathLst>
                <a:path w="1566275" h="679116">
                  <a:moveTo>
                    <a:pt x="0" y="679116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" name="pl365"/>
            <p:cNvSpPr/>
            <p:nvPr/>
          </p:nvSpPr>
          <p:spPr>
            <a:xfrm>
              <a:off x="8808081" y="4538137"/>
              <a:ext cx="1566275" cy="485906"/>
            </a:xfrm>
            <a:custGeom>
              <a:avLst/>
              <a:pathLst>
                <a:path w="1566275" h="485906">
                  <a:moveTo>
                    <a:pt x="0" y="485906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" name="pl366"/>
            <p:cNvSpPr/>
            <p:nvPr/>
          </p:nvSpPr>
          <p:spPr>
            <a:xfrm>
              <a:off x="8808081" y="4409936"/>
              <a:ext cx="1566275" cy="539012"/>
            </a:xfrm>
            <a:custGeom>
              <a:avLst/>
              <a:pathLst>
                <a:path w="1566275" h="539012">
                  <a:moveTo>
                    <a:pt x="0" y="539012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" name="pl367"/>
            <p:cNvSpPr/>
            <p:nvPr/>
          </p:nvSpPr>
          <p:spPr>
            <a:xfrm>
              <a:off x="8808081" y="4318690"/>
              <a:ext cx="1566275" cy="555163"/>
            </a:xfrm>
            <a:custGeom>
              <a:avLst/>
              <a:pathLst>
                <a:path w="1566275" h="555163">
                  <a:moveTo>
                    <a:pt x="0" y="555163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" name="pl368"/>
            <p:cNvSpPr/>
            <p:nvPr/>
          </p:nvSpPr>
          <p:spPr>
            <a:xfrm>
              <a:off x="8808081" y="4412022"/>
              <a:ext cx="1566275" cy="386737"/>
            </a:xfrm>
            <a:custGeom>
              <a:avLst/>
              <a:pathLst>
                <a:path w="1566275" h="386737">
                  <a:moveTo>
                    <a:pt x="0" y="386737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" name="pl369"/>
            <p:cNvSpPr/>
            <p:nvPr/>
          </p:nvSpPr>
          <p:spPr>
            <a:xfrm>
              <a:off x="8808081" y="4379064"/>
              <a:ext cx="1566275" cy="344600"/>
            </a:xfrm>
            <a:custGeom>
              <a:avLst/>
              <a:pathLst>
                <a:path w="1566275" h="344600">
                  <a:moveTo>
                    <a:pt x="0" y="344600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" name="pl370"/>
            <p:cNvSpPr/>
            <p:nvPr/>
          </p:nvSpPr>
          <p:spPr>
            <a:xfrm>
              <a:off x="8808081" y="4309407"/>
              <a:ext cx="1566275" cy="339163"/>
            </a:xfrm>
            <a:custGeom>
              <a:avLst/>
              <a:pathLst>
                <a:path w="1566275" h="339163">
                  <a:moveTo>
                    <a:pt x="0" y="339163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" name="pl371"/>
            <p:cNvSpPr/>
            <p:nvPr/>
          </p:nvSpPr>
          <p:spPr>
            <a:xfrm>
              <a:off x="8808081" y="4273097"/>
              <a:ext cx="1566275" cy="300378"/>
            </a:xfrm>
            <a:custGeom>
              <a:avLst/>
              <a:pathLst>
                <a:path w="1566275" h="300378">
                  <a:moveTo>
                    <a:pt x="0" y="300378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" name="pl372"/>
            <p:cNvSpPr/>
            <p:nvPr/>
          </p:nvSpPr>
          <p:spPr>
            <a:xfrm>
              <a:off x="8808081" y="4291010"/>
              <a:ext cx="1566275" cy="207371"/>
            </a:xfrm>
            <a:custGeom>
              <a:avLst/>
              <a:pathLst>
                <a:path w="1566275" h="207371">
                  <a:moveTo>
                    <a:pt x="0" y="207371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" name="pl373"/>
            <p:cNvSpPr/>
            <p:nvPr/>
          </p:nvSpPr>
          <p:spPr>
            <a:xfrm>
              <a:off x="8808081" y="4204091"/>
              <a:ext cx="1566275" cy="219195"/>
            </a:xfrm>
            <a:custGeom>
              <a:avLst/>
              <a:pathLst>
                <a:path w="1566275" h="219195">
                  <a:moveTo>
                    <a:pt x="0" y="219195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" name="pl374"/>
            <p:cNvSpPr/>
            <p:nvPr/>
          </p:nvSpPr>
          <p:spPr>
            <a:xfrm>
              <a:off x="8808081" y="4240082"/>
              <a:ext cx="1566275" cy="108110"/>
            </a:xfrm>
            <a:custGeom>
              <a:avLst/>
              <a:pathLst>
                <a:path w="1566275" h="108110">
                  <a:moveTo>
                    <a:pt x="0" y="108110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" name="pl375"/>
            <p:cNvSpPr/>
            <p:nvPr/>
          </p:nvSpPr>
          <p:spPr>
            <a:xfrm>
              <a:off x="8808081" y="4214899"/>
              <a:ext cx="1566275" cy="58198"/>
            </a:xfrm>
            <a:custGeom>
              <a:avLst/>
              <a:pathLst>
                <a:path w="1566275" h="58198">
                  <a:moveTo>
                    <a:pt x="0" y="58198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" name="pl376"/>
            <p:cNvSpPr/>
            <p:nvPr/>
          </p:nvSpPr>
          <p:spPr>
            <a:xfrm>
              <a:off x="8808081" y="4045811"/>
              <a:ext cx="1566275" cy="152191"/>
            </a:xfrm>
            <a:custGeom>
              <a:avLst/>
              <a:pathLst>
                <a:path w="1566275" h="152191">
                  <a:moveTo>
                    <a:pt x="0" y="152191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" name="pl377"/>
            <p:cNvSpPr/>
            <p:nvPr/>
          </p:nvSpPr>
          <p:spPr>
            <a:xfrm>
              <a:off x="8808081" y="4088082"/>
              <a:ext cx="1566275" cy="34826"/>
            </a:xfrm>
            <a:custGeom>
              <a:avLst/>
              <a:pathLst>
                <a:path w="1566275" h="34826">
                  <a:moveTo>
                    <a:pt x="0" y="34826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" name="pl378"/>
            <p:cNvSpPr/>
            <p:nvPr/>
          </p:nvSpPr>
          <p:spPr>
            <a:xfrm>
              <a:off x="8808081" y="3949905"/>
              <a:ext cx="1566275" cy="97908"/>
            </a:xfrm>
            <a:custGeom>
              <a:avLst/>
              <a:pathLst>
                <a:path w="1566275" h="97908">
                  <a:moveTo>
                    <a:pt x="0" y="97908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" name="pl379"/>
            <p:cNvSpPr/>
            <p:nvPr/>
          </p:nvSpPr>
          <p:spPr>
            <a:xfrm>
              <a:off x="8808081" y="3947532"/>
              <a:ext cx="1566275" cy="25187"/>
            </a:xfrm>
            <a:custGeom>
              <a:avLst/>
              <a:pathLst>
                <a:path w="1566275" h="25187">
                  <a:moveTo>
                    <a:pt x="0" y="25187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" name="pl380"/>
            <p:cNvSpPr/>
            <p:nvPr/>
          </p:nvSpPr>
          <p:spPr>
            <a:xfrm>
              <a:off x="8808081" y="3889988"/>
              <a:ext cx="1566275" cy="7636"/>
            </a:xfrm>
            <a:custGeom>
              <a:avLst/>
              <a:pathLst>
                <a:path w="1566275" h="7636">
                  <a:moveTo>
                    <a:pt x="0" y="7636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" name="pl381"/>
            <p:cNvSpPr/>
            <p:nvPr/>
          </p:nvSpPr>
          <p:spPr>
            <a:xfrm>
              <a:off x="8808081" y="3822530"/>
              <a:ext cx="1566275" cy="24086"/>
            </a:xfrm>
            <a:custGeom>
              <a:avLst/>
              <a:pathLst>
                <a:path w="1566275" h="24086">
                  <a:moveTo>
                    <a:pt x="0" y="0"/>
                  </a:moveTo>
                  <a:lnTo>
                    <a:pt x="1566275" y="24086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" name="pl382"/>
            <p:cNvSpPr/>
            <p:nvPr/>
          </p:nvSpPr>
          <p:spPr>
            <a:xfrm>
              <a:off x="8808081" y="3747435"/>
              <a:ext cx="1566275" cy="63189"/>
            </a:xfrm>
            <a:custGeom>
              <a:avLst/>
              <a:pathLst>
                <a:path w="1566275" h="63189">
                  <a:moveTo>
                    <a:pt x="0" y="0"/>
                  </a:moveTo>
                  <a:lnTo>
                    <a:pt x="1566275" y="63189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" name="pl383"/>
            <p:cNvSpPr/>
            <p:nvPr/>
          </p:nvSpPr>
          <p:spPr>
            <a:xfrm>
              <a:off x="8808081" y="3672340"/>
              <a:ext cx="1566275" cy="107863"/>
            </a:xfrm>
            <a:custGeom>
              <a:avLst/>
              <a:pathLst>
                <a:path w="1566275" h="107863">
                  <a:moveTo>
                    <a:pt x="0" y="0"/>
                  </a:moveTo>
                  <a:lnTo>
                    <a:pt x="1566275" y="107863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" name="pl384"/>
            <p:cNvSpPr/>
            <p:nvPr/>
          </p:nvSpPr>
          <p:spPr>
            <a:xfrm>
              <a:off x="8808081" y="3597246"/>
              <a:ext cx="1566275" cy="172820"/>
            </a:xfrm>
            <a:custGeom>
              <a:avLst/>
              <a:pathLst>
                <a:path w="1566275" h="172820">
                  <a:moveTo>
                    <a:pt x="0" y="0"/>
                  </a:moveTo>
                  <a:lnTo>
                    <a:pt x="1566275" y="17282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" name="pl385"/>
            <p:cNvSpPr/>
            <p:nvPr/>
          </p:nvSpPr>
          <p:spPr>
            <a:xfrm>
              <a:off x="8808081" y="3522151"/>
              <a:ext cx="1566275" cy="133777"/>
            </a:xfrm>
            <a:custGeom>
              <a:avLst/>
              <a:pathLst>
                <a:path w="1566275" h="133777">
                  <a:moveTo>
                    <a:pt x="0" y="0"/>
                  </a:moveTo>
                  <a:lnTo>
                    <a:pt x="1566275" y="133777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" name="pl386"/>
            <p:cNvSpPr/>
            <p:nvPr/>
          </p:nvSpPr>
          <p:spPr>
            <a:xfrm>
              <a:off x="8808081" y="3447057"/>
              <a:ext cx="1566275" cy="225283"/>
            </a:xfrm>
            <a:custGeom>
              <a:avLst/>
              <a:pathLst>
                <a:path w="1566275" h="225283">
                  <a:moveTo>
                    <a:pt x="0" y="0"/>
                  </a:moveTo>
                  <a:lnTo>
                    <a:pt x="1566275" y="225283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" name="pl387"/>
            <p:cNvSpPr/>
            <p:nvPr/>
          </p:nvSpPr>
          <p:spPr>
            <a:xfrm>
              <a:off x="8808081" y="3371962"/>
              <a:ext cx="1566275" cy="262253"/>
            </a:xfrm>
            <a:custGeom>
              <a:avLst/>
              <a:pathLst>
                <a:path w="1566275" h="262253">
                  <a:moveTo>
                    <a:pt x="0" y="0"/>
                  </a:moveTo>
                  <a:lnTo>
                    <a:pt x="1566275" y="262253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" name="pl388"/>
            <p:cNvSpPr/>
            <p:nvPr/>
          </p:nvSpPr>
          <p:spPr>
            <a:xfrm>
              <a:off x="8808081" y="3296867"/>
              <a:ext cx="1566275" cy="299105"/>
            </a:xfrm>
            <a:custGeom>
              <a:avLst/>
              <a:pathLst>
                <a:path w="1566275" h="299105">
                  <a:moveTo>
                    <a:pt x="0" y="0"/>
                  </a:moveTo>
                  <a:lnTo>
                    <a:pt x="1566275" y="299105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" name="pl389"/>
            <p:cNvSpPr/>
            <p:nvPr/>
          </p:nvSpPr>
          <p:spPr>
            <a:xfrm>
              <a:off x="8808081" y="3221773"/>
              <a:ext cx="1566275" cy="326295"/>
            </a:xfrm>
            <a:custGeom>
              <a:avLst/>
              <a:pathLst>
                <a:path w="1566275" h="326295">
                  <a:moveTo>
                    <a:pt x="0" y="0"/>
                  </a:moveTo>
                  <a:lnTo>
                    <a:pt x="1566275" y="326295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" name="pl390"/>
            <p:cNvSpPr/>
            <p:nvPr/>
          </p:nvSpPr>
          <p:spPr>
            <a:xfrm>
              <a:off x="8808081" y="3146678"/>
              <a:ext cx="1566275" cy="349478"/>
            </a:xfrm>
            <a:custGeom>
              <a:avLst/>
              <a:pathLst>
                <a:path w="1566275" h="349478">
                  <a:moveTo>
                    <a:pt x="0" y="0"/>
                  </a:moveTo>
                  <a:lnTo>
                    <a:pt x="1566275" y="349478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" name="pl391"/>
            <p:cNvSpPr/>
            <p:nvPr/>
          </p:nvSpPr>
          <p:spPr>
            <a:xfrm>
              <a:off x="8808081" y="3071584"/>
              <a:ext cx="1566275" cy="428039"/>
            </a:xfrm>
            <a:custGeom>
              <a:avLst/>
              <a:pathLst>
                <a:path w="1566275" h="428039">
                  <a:moveTo>
                    <a:pt x="0" y="0"/>
                  </a:moveTo>
                  <a:lnTo>
                    <a:pt x="1566275" y="428039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" name="pl392"/>
            <p:cNvSpPr/>
            <p:nvPr/>
          </p:nvSpPr>
          <p:spPr>
            <a:xfrm>
              <a:off x="8808081" y="2996489"/>
              <a:ext cx="1566275" cy="457607"/>
            </a:xfrm>
            <a:custGeom>
              <a:avLst/>
              <a:pathLst>
                <a:path w="1566275" h="457607">
                  <a:moveTo>
                    <a:pt x="0" y="0"/>
                  </a:moveTo>
                  <a:lnTo>
                    <a:pt x="1566275" y="457607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" name="pl393"/>
            <p:cNvSpPr/>
            <p:nvPr/>
          </p:nvSpPr>
          <p:spPr>
            <a:xfrm>
              <a:off x="8808081" y="2921394"/>
              <a:ext cx="1566275" cy="619967"/>
            </a:xfrm>
            <a:custGeom>
              <a:avLst/>
              <a:pathLst>
                <a:path w="1566275" h="619967">
                  <a:moveTo>
                    <a:pt x="0" y="0"/>
                  </a:moveTo>
                  <a:lnTo>
                    <a:pt x="1566275" y="619967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" name="pl394"/>
            <p:cNvSpPr/>
            <p:nvPr/>
          </p:nvSpPr>
          <p:spPr>
            <a:xfrm>
              <a:off x="8808081" y="2846300"/>
              <a:ext cx="1566275" cy="553604"/>
            </a:xfrm>
            <a:custGeom>
              <a:avLst/>
              <a:pathLst>
                <a:path w="1566275" h="553604">
                  <a:moveTo>
                    <a:pt x="0" y="0"/>
                  </a:moveTo>
                  <a:lnTo>
                    <a:pt x="1566275" y="553604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" name="pl395"/>
            <p:cNvSpPr/>
            <p:nvPr/>
          </p:nvSpPr>
          <p:spPr>
            <a:xfrm>
              <a:off x="8808081" y="2771205"/>
              <a:ext cx="1566275" cy="595194"/>
            </a:xfrm>
            <a:custGeom>
              <a:avLst/>
              <a:pathLst>
                <a:path w="1566275" h="595194">
                  <a:moveTo>
                    <a:pt x="0" y="0"/>
                  </a:moveTo>
                  <a:lnTo>
                    <a:pt x="1566275" y="595194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" name="pl396"/>
            <p:cNvSpPr/>
            <p:nvPr/>
          </p:nvSpPr>
          <p:spPr>
            <a:xfrm>
              <a:off x="8808081" y="2696111"/>
              <a:ext cx="1566275" cy="639694"/>
            </a:xfrm>
            <a:custGeom>
              <a:avLst/>
              <a:pathLst>
                <a:path w="1566275" h="639694">
                  <a:moveTo>
                    <a:pt x="0" y="0"/>
                  </a:moveTo>
                  <a:lnTo>
                    <a:pt x="1566275" y="639694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" name="pl397"/>
            <p:cNvSpPr/>
            <p:nvPr/>
          </p:nvSpPr>
          <p:spPr>
            <a:xfrm>
              <a:off x="8808081" y="2621016"/>
              <a:ext cx="1566275" cy="896441"/>
            </a:xfrm>
            <a:custGeom>
              <a:avLst/>
              <a:pathLst>
                <a:path w="1566275" h="896441">
                  <a:moveTo>
                    <a:pt x="0" y="0"/>
                  </a:moveTo>
                  <a:lnTo>
                    <a:pt x="1566275" y="896441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" name="pl398"/>
            <p:cNvSpPr/>
            <p:nvPr/>
          </p:nvSpPr>
          <p:spPr>
            <a:xfrm>
              <a:off x="8808081" y="2545921"/>
              <a:ext cx="1566275" cy="956204"/>
            </a:xfrm>
            <a:custGeom>
              <a:avLst/>
              <a:pathLst>
                <a:path w="1566275" h="956204">
                  <a:moveTo>
                    <a:pt x="0" y="0"/>
                  </a:moveTo>
                  <a:lnTo>
                    <a:pt x="1566275" y="956204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" name="pl399"/>
            <p:cNvSpPr/>
            <p:nvPr/>
          </p:nvSpPr>
          <p:spPr>
            <a:xfrm>
              <a:off x="8808081" y="2470827"/>
              <a:ext cx="1566275" cy="891748"/>
            </a:xfrm>
            <a:custGeom>
              <a:avLst/>
              <a:pathLst>
                <a:path w="1566275" h="891748">
                  <a:moveTo>
                    <a:pt x="0" y="0"/>
                  </a:moveTo>
                  <a:lnTo>
                    <a:pt x="1566275" y="891748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" name="pl400"/>
            <p:cNvSpPr/>
            <p:nvPr/>
          </p:nvSpPr>
          <p:spPr>
            <a:xfrm>
              <a:off x="8808081" y="2395732"/>
              <a:ext cx="1566275" cy="1029868"/>
            </a:xfrm>
            <a:custGeom>
              <a:avLst/>
              <a:pathLst>
                <a:path w="1566275" h="1029868">
                  <a:moveTo>
                    <a:pt x="0" y="0"/>
                  </a:moveTo>
                  <a:lnTo>
                    <a:pt x="1566275" y="1029868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" name="pl401"/>
            <p:cNvSpPr/>
            <p:nvPr/>
          </p:nvSpPr>
          <p:spPr>
            <a:xfrm>
              <a:off x="8808081" y="2320638"/>
              <a:ext cx="1566275" cy="1727175"/>
            </a:xfrm>
            <a:custGeom>
              <a:avLst/>
              <a:pathLst>
                <a:path w="1566275" h="1727175">
                  <a:moveTo>
                    <a:pt x="0" y="0"/>
                  </a:moveTo>
                  <a:lnTo>
                    <a:pt x="1566275" y="1727175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" name="pl402"/>
            <p:cNvSpPr/>
            <p:nvPr/>
          </p:nvSpPr>
          <p:spPr>
            <a:xfrm>
              <a:off x="8808081" y="2170448"/>
              <a:ext cx="1566275" cy="1137971"/>
            </a:xfrm>
            <a:custGeom>
              <a:avLst/>
              <a:pathLst>
                <a:path w="1566275" h="1137971">
                  <a:moveTo>
                    <a:pt x="0" y="0"/>
                  </a:moveTo>
                  <a:lnTo>
                    <a:pt x="1566275" y="1137971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" name="pt403"/>
            <p:cNvSpPr/>
            <p:nvPr/>
          </p:nvSpPr>
          <p:spPr>
            <a:xfrm>
              <a:off x="8787320" y="575422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" name="pt404"/>
            <p:cNvSpPr/>
            <p:nvPr/>
          </p:nvSpPr>
          <p:spPr>
            <a:xfrm>
              <a:off x="8787320" y="567913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" name="pt405"/>
            <p:cNvSpPr/>
            <p:nvPr/>
          </p:nvSpPr>
          <p:spPr>
            <a:xfrm>
              <a:off x="8787320" y="552894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" name="pt406"/>
            <p:cNvSpPr/>
            <p:nvPr/>
          </p:nvSpPr>
          <p:spPr>
            <a:xfrm>
              <a:off x="8787320" y="545385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" name="pt407"/>
            <p:cNvSpPr/>
            <p:nvPr/>
          </p:nvSpPr>
          <p:spPr>
            <a:xfrm>
              <a:off x="8787320" y="537875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" name="pt408"/>
            <p:cNvSpPr/>
            <p:nvPr/>
          </p:nvSpPr>
          <p:spPr>
            <a:xfrm>
              <a:off x="8787320" y="530366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" name="pt409"/>
            <p:cNvSpPr/>
            <p:nvPr/>
          </p:nvSpPr>
          <p:spPr>
            <a:xfrm>
              <a:off x="8787320" y="522856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" name="pt410"/>
            <p:cNvSpPr/>
            <p:nvPr/>
          </p:nvSpPr>
          <p:spPr>
            <a:xfrm>
              <a:off x="8787320" y="515347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" name="pt411"/>
            <p:cNvSpPr/>
            <p:nvPr/>
          </p:nvSpPr>
          <p:spPr>
            <a:xfrm>
              <a:off x="8787320" y="507837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" name="pt412"/>
            <p:cNvSpPr/>
            <p:nvPr/>
          </p:nvSpPr>
          <p:spPr>
            <a:xfrm>
              <a:off x="8787320" y="500328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" name="pt413"/>
            <p:cNvSpPr/>
            <p:nvPr/>
          </p:nvSpPr>
          <p:spPr>
            <a:xfrm>
              <a:off x="8787320" y="492818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" name="pt414"/>
            <p:cNvSpPr/>
            <p:nvPr/>
          </p:nvSpPr>
          <p:spPr>
            <a:xfrm>
              <a:off x="8787320" y="485309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" name="pt415"/>
            <p:cNvSpPr/>
            <p:nvPr/>
          </p:nvSpPr>
          <p:spPr>
            <a:xfrm>
              <a:off x="8787320" y="477799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" name="pt416"/>
            <p:cNvSpPr/>
            <p:nvPr/>
          </p:nvSpPr>
          <p:spPr>
            <a:xfrm>
              <a:off x="8787320" y="470290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" name="pt417"/>
            <p:cNvSpPr/>
            <p:nvPr/>
          </p:nvSpPr>
          <p:spPr>
            <a:xfrm>
              <a:off x="8787320" y="462780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" name="pt418"/>
            <p:cNvSpPr/>
            <p:nvPr/>
          </p:nvSpPr>
          <p:spPr>
            <a:xfrm>
              <a:off x="8787320" y="455271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" name="pt419"/>
            <p:cNvSpPr/>
            <p:nvPr/>
          </p:nvSpPr>
          <p:spPr>
            <a:xfrm>
              <a:off x="8787320" y="447762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" name="pt420"/>
            <p:cNvSpPr/>
            <p:nvPr/>
          </p:nvSpPr>
          <p:spPr>
            <a:xfrm>
              <a:off x="8787320" y="440252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" name="pt421"/>
            <p:cNvSpPr/>
            <p:nvPr/>
          </p:nvSpPr>
          <p:spPr>
            <a:xfrm>
              <a:off x="8787320" y="432743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" name="pt422"/>
            <p:cNvSpPr/>
            <p:nvPr/>
          </p:nvSpPr>
          <p:spPr>
            <a:xfrm>
              <a:off x="8787320" y="425233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" name="pt423"/>
            <p:cNvSpPr/>
            <p:nvPr/>
          </p:nvSpPr>
          <p:spPr>
            <a:xfrm>
              <a:off x="8787320" y="417724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" name="pt424"/>
            <p:cNvSpPr/>
            <p:nvPr/>
          </p:nvSpPr>
          <p:spPr>
            <a:xfrm>
              <a:off x="8787320" y="410214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" name="pt425"/>
            <p:cNvSpPr/>
            <p:nvPr/>
          </p:nvSpPr>
          <p:spPr>
            <a:xfrm>
              <a:off x="8787320" y="402705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" name="pt426"/>
            <p:cNvSpPr/>
            <p:nvPr/>
          </p:nvSpPr>
          <p:spPr>
            <a:xfrm>
              <a:off x="8787320" y="395195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" name="pt427"/>
            <p:cNvSpPr/>
            <p:nvPr/>
          </p:nvSpPr>
          <p:spPr>
            <a:xfrm>
              <a:off x="8787320" y="387686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" name="pt428"/>
            <p:cNvSpPr/>
            <p:nvPr/>
          </p:nvSpPr>
          <p:spPr>
            <a:xfrm>
              <a:off x="8787320" y="380176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" name="pt429"/>
            <p:cNvSpPr/>
            <p:nvPr/>
          </p:nvSpPr>
          <p:spPr>
            <a:xfrm>
              <a:off x="8787320" y="372667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" name="pt430"/>
            <p:cNvSpPr/>
            <p:nvPr/>
          </p:nvSpPr>
          <p:spPr>
            <a:xfrm>
              <a:off x="8787320" y="365158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" name="pt431"/>
            <p:cNvSpPr/>
            <p:nvPr/>
          </p:nvSpPr>
          <p:spPr>
            <a:xfrm>
              <a:off x="8787320" y="357648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" name="pt432"/>
            <p:cNvSpPr/>
            <p:nvPr/>
          </p:nvSpPr>
          <p:spPr>
            <a:xfrm>
              <a:off x="8787320" y="350139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" name="pt433"/>
            <p:cNvSpPr/>
            <p:nvPr/>
          </p:nvSpPr>
          <p:spPr>
            <a:xfrm>
              <a:off x="8787320" y="342629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" name="pt434"/>
            <p:cNvSpPr/>
            <p:nvPr/>
          </p:nvSpPr>
          <p:spPr>
            <a:xfrm>
              <a:off x="8787320" y="335120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" name="pt435"/>
            <p:cNvSpPr/>
            <p:nvPr/>
          </p:nvSpPr>
          <p:spPr>
            <a:xfrm>
              <a:off x="8787320" y="327610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" name="pt436"/>
            <p:cNvSpPr/>
            <p:nvPr/>
          </p:nvSpPr>
          <p:spPr>
            <a:xfrm>
              <a:off x="8787320" y="320101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" name="pt437"/>
            <p:cNvSpPr/>
            <p:nvPr/>
          </p:nvSpPr>
          <p:spPr>
            <a:xfrm>
              <a:off x="8787320" y="312591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" name="pt438"/>
            <p:cNvSpPr/>
            <p:nvPr/>
          </p:nvSpPr>
          <p:spPr>
            <a:xfrm>
              <a:off x="8787320" y="305082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" name="pt439"/>
            <p:cNvSpPr/>
            <p:nvPr/>
          </p:nvSpPr>
          <p:spPr>
            <a:xfrm>
              <a:off x="8787320" y="297572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" name="pt440"/>
            <p:cNvSpPr/>
            <p:nvPr/>
          </p:nvSpPr>
          <p:spPr>
            <a:xfrm>
              <a:off x="8787320" y="290063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" name="pt441"/>
            <p:cNvSpPr/>
            <p:nvPr/>
          </p:nvSpPr>
          <p:spPr>
            <a:xfrm>
              <a:off x="8787320" y="282553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" name="pt442"/>
            <p:cNvSpPr/>
            <p:nvPr/>
          </p:nvSpPr>
          <p:spPr>
            <a:xfrm>
              <a:off x="8787320" y="275044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" name="pt443"/>
            <p:cNvSpPr/>
            <p:nvPr/>
          </p:nvSpPr>
          <p:spPr>
            <a:xfrm>
              <a:off x="8787320" y="267535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" name="pt444"/>
            <p:cNvSpPr/>
            <p:nvPr/>
          </p:nvSpPr>
          <p:spPr>
            <a:xfrm>
              <a:off x="8787320" y="260025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" name="pt445"/>
            <p:cNvSpPr/>
            <p:nvPr/>
          </p:nvSpPr>
          <p:spPr>
            <a:xfrm>
              <a:off x="8787320" y="252516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" name="pt446"/>
            <p:cNvSpPr/>
            <p:nvPr/>
          </p:nvSpPr>
          <p:spPr>
            <a:xfrm>
              <a:off x="8787320" y="245006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" name="pt447"/>
            <p:cNvSpPr/>
            <p:nvPr/>
          </p:nvSpPr>
          <p:spPr>
            <a:xfrm>
              <a:off x="8787320" y="237497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" name="pt448"/>
            <p:cNvSpPr/>
            <p:nvPr/>
          </p:nvSpPr>
          <p:spPr>
            <a:xfrm>
              <a:off x="8787320" y="229987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" name="pt449"/>
            <p:cNvSpPr/>
            <p:nvPr/>
          </p:nvSpPr>
          <p:spPr>
            <a:xfrm>
              <a:off x="8787320" y="214968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" name="pt450"/>
            <p:cNvSpPr/>
            <p:nvPr/>
          </p:nvSpPr>
          <p:spPr>
            <a:xfrm>
              <a:off x="10349531" y="422324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" name="pt451"/>
            <p:cNvSpPr/>
            <p:nvPr/>
          </p:nvSpPr>
          <p:spPr>
            <a:xfrm>
              <a:off x="10349531" y="462374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" name="pt452"/>
            <p:cNvSpPr/>
            <p:nvPr/>
          </p:nvSpPr>
          <p:spPr>
            <a:xfrm>
              <a:off x="10349531" y="444852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" name="pt453"/>
            <p:cNvSpPr/>
            <p:nvPr/>
          </p:nvSpPr>
          <p:spPr>
            <a:xfrm>
              <a:off x="10349531" y="445853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" name="pt454"/>
            <p:cNvSpPr/>
            <p:nvPr/>
          </p:nvSpPr>
          <p:spPr>
            <a:xfrm>
              <a:off x="10349531" y="445853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" name="pt455"/>
            <p:cNvSpPr/>
            <p:nvPr/>
          </p:nvSpPr>
          <p:spPr>
            <a:xfrm>
              <a:off x="10349531" y="448857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" name="pt456"/>
            <p:cNvSpPr/>
            <p:nvPr/>
          </p:nvSpPr>
          <p:spPr>
            <a:xfrm>
              <a:off x="10349531" y="439309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" name="pt457"/>
            <p:cNvSpPr/>
            <p:nvPr/>
          </p:nvSpPr>
          <p:spPr>
            <a:xfrm>
              <a:off x="10349531" y="455937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" name="pt458"/>
            <p:cNvSpPr/>
            <p:nvPr/>
          </p:nvSpPr>
          <p:spPr>
            <a:xfrm>
              <a:off x="10349531" y="439519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" name="pt459"/>
            <p:cNvSpPr/>
            <p:nvPr/>
          </p:nvSpPr>
          <p:spPr>
            <a:xfrm>
              <a:off x="10349531" y="451331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" name="pt460"/>
            <p:cNvSpPr/>
            <p:nvPr/>
          </p:nvSpPr>
          <p:spPr>
            <a:xfrm>
              <a:off x="10349531" y="438511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" name="pt461"/>
            <p:cNvSpPr/>
            <p:nvPr/>
          </p:nvSpPr>
          <p:spPr>
            <a:xfrm>
              <a:off x="10349531" y="429386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" name="pt462"/>
            <p:cNvSpPr/>
            <p:nvPr/>
          </p:nvSpPr>
          <p:spPr>
            <a:xfrm>
              <a:off x="10349531" y="438719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" name="pt463"/>
            <p:cNvSpPr/>
            <p:nvPr/>
          </p:nvSpPr>
          <p:spPr>
            <a:xfrm>
              <a:off x="10349531" y="435423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" name="pt464"/>
            <p:cNvSpPr/>
            <p:nvPr/>
          </p:nvSpPr>
          <p:spPr>
            <a:xfrm>
              <a:off x="10349531" y="428458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" name="pt465"/>
            <p:cNvSpPr/>
            <p:nvPr/>
          </p:nvSpPr>
          <p:spPr>
            <a:xfrm>
              <a:off x="10349531" y="424827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" name="pt466"/>
            <p:cNvSpPr/>
            <p:nvPr/>
          </p:nvSpPr>
          <p:spPr>
            <a:xfrm>
              <a:off x="10349531" y="426618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" name="pt467"/>
            <p:cNvSpPr/>
            <p:nvPr/>
          </p:nvSpPr>
          <p:spPr>
            <a:xfrm>
              <a:off x="10349531" y="417926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" name="pt468"/>
            <p:cNvSpPr/>
            <p:nvPr/>
          </p:nvSpPr>
          <p:spPr>
            <a:xfrm>
              <a:off x="10349531" y="421525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" name="pt469"/>
            <p:cNvSpPr/>
            <p:nvPr/>
          </p:nvSpPr>
          <p:spPr>
            <a:xfrm>
              <a:off x="10349531" y="419007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" name="pt470"/>
            <p:cNvSpPr/>
            <p:nvPr/>
          </p:nvSpPr>
          <p:spPr>
            <a:xfrm>
              <a:off x="10349531" y="402098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" name="pt471"/>
            <p:cNvSpPr/>
            <p:nvPr/>
          </p:nvSpPr>
          <p:spPr>
            <a:xfrm>
              <a:off x="10349531" y="406325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" name="pt472"/>
            <p:cNvSpPr/>
            <p:nvPr/>
          </p:nvSpPr>
          <p:spPr>
            <a:xfrm>
              <a:off x="10349531" y="392507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" name="pt473"/>
            <p:cNvSpPr/>
            <p:nvPr/>
          </p:nvSpPr>
          <p:spPr>
            <a:xfrm>
              <a:off x="10349531" y="392270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" name="pt474"/>
            <p:cNvSpPr/>
            <p:nvPr/>
          </p:nvSpPr>
          <p:spPr>
            <a:xfrm>
              <a:off x="10349531" y="386516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" name="pt475"/>
            <p:cNvSpPr/>
            <p:nvPr/>
          </p:nvSpPr>
          <p:spPr>
            <a:xfrm>
              <a:off x="10349531" y="382179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" name="pt476"/>
            <p:cNvSpPr/>
            <p:nvPr/>
          </p:nvSpPr>
          <p:spPr>
            <a:xfrm>
              <a:off x="10349531" y="378579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" name="pt477"/>
            <p:cNvSpPr/>
            <p:nvPr/>
          </p:nvSpPr>
          <p:spPr>
            <a:xfrm>
              <a:off x="10349531" y="375537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" name="pt478"/>
            <p:cNvSpPr/>
            <p:nvPr/>
          </p:nvSpPr>
          <p:spPr>
            <a:xfrm>
              <a:off x="10349531" y="374524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" name="pt479"/>
            <p:cNvSpPr/>
            <p:nvPr/>
          </p:nvSpPr>
          <p:spPr>
            <a:xfrm>
              <a:off x="10349531" y="363110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" name="pt480"/>
            <p:cNvSpPr/>
            <p:nvPr/>
          </p:nvSpPr>
          <p:spPr>
            <a:xfrm>
              <a:off x="10349531" y="364751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" name="pt481"/>
            <p:cNvSpPr/>
            <p:nvPr/>
          </p:nvSpPr>
          <p:spPr>
            <a:xfrm>
              <a:off x="10349531" y="360939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" name="pt482"/>
            <p:cNvSpPr/>
            <p:nvPr/>
          </p:nvSpPr>
          <p:spPr>
            <a:xfrm>
              <a:off x="10349531" y="357114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" name="pt483"/>
            <p:cNvSpPr/>
            <p:nvPr/>
          </p:nvSpPr>
          <p:spPr>
            <a:xfrm>
              <a:off x="10349531" y="352324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" name="pt484"/>
            <p:cNvSpPr/>
            <p:nvPr/>
          </p:nvSpPr>
          <p:spPr>
            <a:xfrm>
              <a:off x="10349531" y="347133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" name="pt485"/>
            <p:cNvSpPr/>
            <p:nvPr/>
          </p:nvSpPr>
          <p:spPr>
            <a:xfrm>
              <a:off x="10349531" y="347479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" name="pt486"/>
            <p:cNvSpPr/>
            <p:nvPr/>
          </p:nvSpPr>
          <p:spPr>
            <a:xfrm>
              <a:off x="10349531" y="342927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" name="pt487"/>
            <p:cNvSpPr/>
            <p:nvPr/>
          </p:nvSpPr>
          <p:spPr>
            <a:xfrm>
              <a:off x="10349531" y="351653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" name="pt488"/>
            <p:cNvSpPr/>
            <p:nvPr/>
          </p:nvSpPr>
          <p:spPr>
            <a:xfrm>
              <a:off x="10349531" y="337507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" name="pt489"/>
            <p:cNvSpPr/>
            <p:nvPr/>
          </p:nvSpPr>
          <p:spPr>
            <a:xfrm>
              <a:off x="10349531" y="334157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" name="pt490"/>
            <p:cNvSpPr/>
            <p:nvPr/>
          </p:nvSpPr>
          <p:spPr>
            <a:xfrm>
              <a:off x="10349531" y="331097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" name="pt491"/>
            <p:cNvSpPr/>
            <p:nvPr/>
          </p:nvSpPr>
          <p:spPr>
            <a:xfrm>
              <a:off x="10349531" y="349263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" name="pt492"/>
            <p:cNvSpPr/>
            <p:nvPr/>
          </p:nvSpPr>
          <p:spPr>
            <a:xfrm>
              <a:off x="10349531" y="347730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" name="pt493"/>
            <p:cNvSpPr/>
            <p:nvPr/>
          </p:nvSpPr>
          <p:spPr>
            <a:xfrm>
              <a:off x="10349531" y="333774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" name="pt494"/>
            <p:cNvSpPr/>
            <p:nvPr/>
          </p:nvSpPr>
          <p:spPr>
            <a:xfrm>
              <a:off x="10349531" y="340077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" name="pt495"/>
            <p:cNvSpPr/>
            <p:nvPr/>
          </p:nvSpPr>
          <p:spPr>
            <a:xfrm>
              <a:off x="10349531" y="402298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" name="pt496"/>
            <p:cNvSpPr/>
            <p:nvPr/>
          </p:nvSpPr>
          <p:spPr>
            <a:xfrm>
              <a:off x="10349531" y="328359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" name="pl497"/>
            <p:cNvSpPr/>
            <p:nvPr/>
          </p:nvSpPr>
          <p:spPr>
            <a:xfrm>
              <a:off x="8808081" y="1832523"/>
              <a:ext cx="0" cy="4130202"/>
            </a:xfrm>
            <a:custGeom>
              <a:avLst/>
              <a:pathLst>
                <a:path w="0" h="4130202">
                  <a:moveTo>
                    <a:pt x="0" y="4130202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" name="pl498"/>
            <p:cNvSpPr/>
            <p:nvPr/>
          </p:nvSpPr>
          <p:spPr>
            <a:xfrm>
              <a:off x="10374356" y="1832523"/>
              <a:ext cx="0" cy="4130202"/>
            </a:xfrm>
            <a:custGeom>
              <a:avLst/>
              <a:pathLst>
                <a:path w="0" h="4130202">
                  <a:moveTo>
                    <a:pt x="0" y="4130202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" name="pl499"/>
            <p:cNvSpPr/>
            <p:nvPr/>
          </p:nvSpPr>
          <p:spPr>
            <a:xfrm>
              <a:off x="8784587" y="5024043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" name="pl500"/>
            <p:cNvSpPr/>
            <p:nvPr/>
          </p:nvSpPr>
          <p:spPr>
            <a:xfrm>
              <a:off x="8784587" y="4648570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" name="pl501"/>
            <p:cNvSpPr/>
            <p:nvPr/>
          </p:nvSpPr>
          <p:spPr>
            <a:xfrm>
              <a:off x="8784587" y="4273097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" name="pl502"/>
            <p:cNvSpPr/>
            <p:nvPr/>
          </p:nvSpPr>
          <p:spPr>
            <a:xfrm>
              <a:off x="8784587" y="3897624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" name="pl503"/>
            <p:cNvSpPr/>
            <p:nvPr/>
          </p:nvSpPr>
          <p:spPr>
            <a:xfrm>
              <a:off x="8784587" y="3522151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" name="pl504"/>
            <p:cNvSpPr/>
            <p:nvPr/>
          </p:nvSpPr>
          <p:spPr>
            <a:xfrm>
              <a:off x="8784587" y="3146678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" name="pl505"/>
            <p:cNvSpPr/>
            <p:nvPr/>
          </p:nvSpPr>
          <p:spPr>
            <a:xfrm>
              <a:off x="8784587" y="2771205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" name="pl506"/>
            <p:cNvSpPr/>
            <p:nvPr/>
          </p:nvSpPr>
          <p:spPr>
            <a:xfrm>
              <a:off x="10374356" y="5024043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" name="pl507"/>
            <p:cNvSpPr/>
            <p:nvPr/>
          </p:nvSpPr>
          <p:spPr>
            <a:xfrm>
              <a:off x="10374356" y="4648570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" name="pl508"/>
            <p:cNvSpPr/>
            <p:nvPr/>
          </p:nvSpPr>
          <p:spPr>
            <a:xfrm>
              <a:off x="10374356" y="4273097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" name="pl509"/>
            <p:cNvSpPr/>
            <p:nvPr/>
          </p:nvSpPr>
          <p:spPr>
            <a:xfrm>
              <a:off x="10374356" y="3897624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" name="pl510"/>
            <p:cNvSpPr/>
            <p:nvPr/>
          </p:nvSpPr>
          <p:spPr>
            <a:xfrm>
              <a:off x="10374356" y="3522151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" name="pl511"/>
            <p:cNvSpPr/>
            <p:nvPr/>
          </p:nvSpPr>
          <p:spPr>
            <a:xfrm>
              <a:off x="10374356" y="3146678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" name="pl512"/>
            <p:cNvSpPr/>
            <p:nvPr/>
          </p:nvSpPr>
          <p:spPr>
            <a:xfrm>
              <a:off x="10374356" y="2771205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" name="tx513"/>
            <p:cNvSpPr/>
            <p:nvPr/>
          </p:nvSpPr>
          <p:spPr>
            <a:xfrm>
              <a:off x="8636909" y="4988957"/>
              <a:ext cx="108521" cy="70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515" name="tx514"/>
            <p:cNvSpPr/>
            <p:nvPr/>
          </p:nvSpPr>
          <p:spPr>
            <a:xfrm>
              <a:off x="8636909" y="4613913"/>
              <a:ext cx="108521" cy="69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15</a:t>
              </a:r>
            </a:p>
          </p:txBody>
        </p:sp>
        <p:sp>
          <p:nvSpPr>
            <p:cNvPr id="516" name="tx515"/>
            <p:cNvSpPr/>
            <p:nvPr/>
          </p:nvSpPr>
          <p:spPr>
            <a:xfrm>
              <a:off x="8636909" y="4237773"/>
              <a:ext cx="108521" cy="7031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517" name="tx516"/>
            <p:cNvSpPr/>
            <p:nvPr/>
          </p:nvSpPr>
          <p:spPr>
            <a:xfrm>
              <a:off x="8636909" y="3862443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25</a:t>
              </a:r>
            </a:p>
          </p:txBody>
        </p:sp>
        <p:sp>
          <p:nvSpPr>
            <p:cNvPr id="518" name="tx517"/>
            <p:cNvSpPr/>
            <p:nvPr/>
          </p:nvSpPr>
          <p:spPr>
            <a:xfrm>
              <a:off x="8636909" y="3486970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519" name="tx518"/>
            <p:cNvSpPr/>
            <p:nvPr/>
          </p:nvSpPr>
          <p:spPr>
            <a:xfrm>
              <a:off x="8636909" y="3111497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35</a:t>
              </a:r>
            </a:p>
          </p:txBody>
        </p:sp>
        <p:sp>
          <p:nvSpPr>
            <p:cNvPr id="520" name="tx519"/>
            <p:cNvSpPr/>
            <p:nvPr/>
          </p:nvSpPr>
          <p:spPr>
            <a:xfrm>
              <a:off x="8636909" y="2735929"/>
              <a:ext cx="108521" cy="7026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521" name="tx520"/>
            <p:cNvSpPr/>
            <p:nvPr/>
          </p:nvSpPr>
          <p:spPr>
            <a:xfrm>
              <a:off x="10437008" y="4988957"/>
              <a:ext cx="108521" cy="70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522" name="tx521"/>
            <p:cNvSpPr/>
            <p:nvPr/>
          </p:nvSpPr>
          <p:spPr>
            <a:xfrm>
              <a:off x="10437008" y="4613913"/>
              <a:ext cx="108521" cy="69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15</a:t>
              </a:r>
            </a:p>
          </p:txBody>
        </p:sp>
        <p:sp>
          <p:nvSpPr>
            <p:cNvPr id="523" name="tx522"/>
            <p:cNvSpPr/>
            <p:nvPr/>
          </p:nvSpPr>
          <p:spPr>
            <a:xfrm>
              <a:off x="10437008" y="4237773"/>
              <a:ext cx="108521" cy="7031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524" name="tx523"/>
            <p:cNvSpPr/>
            <p:nvPr/>
          </p:nvSpPr>
          <p:spPr>
            <a:xfrm>
              <a:off x="10437008" y="3862443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25</a:t>
              </a:r>
            </a:p>
          </p:txBody>
        </p:sp>
        <p:sp>
          <p:nvSpPr>
            <p:cNvPr id="525" name="tx524"/>
            <p:cNvSpPr/>
            <p:nvPr/>
          </p:nvSpPr>
          <p:spPr>
            <a:xfrm>
              <a:off x="10437008" y="3486970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526" name="tx525"/>
            <p:cNvSpPr/>
            <p:nvPr/>
          </p:nvSpPr>
          <p:spPr>
            <a:xfrm>
              <a:off x="10437008" y="3111497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35</a:t>
              </a:r>
            </a:p>
          </p:txBody>
        </p:sp>
        <p:sp>
          <p:nvSpPr>
            <p:cNvPr id="527" name="tx526"/>
            <p:cNvSpPr/>
            <p:nvPr/>
          </p:nvSpPr>
          <p:spPr>
            <a:xfrm>
              <a:off x="10437008" y="2735929"/>
              <a:ext cx="108521" cy="7026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528" name="rc527"/>
            <p:cNvSpPr/>
            <p:nvPr/>
          </p:nvSpPr>
          <p:spPr>
            <a:xfrm>
              <a:off x="824706" y="1556978"/>
              <a:ext cx="3213997" cy="27554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34492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" name="tx528"/>
            <p:cNvSpPr/>
            <p:nvPr/>
          </p:nvSpPr>
          <p:spPr>
            <a:xfrm>
              <a:off x="2186708" y="1637938"/>
              <a:ext cx="489991" cy="10799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 b="1">
                  <a:solidFill>
                    <a:srgbClr val="1A1A1A">
                      <a:alpha val="100000"/>
                    </a:srgbClr>
                  </a:solidFill>
                  <a:latin typeface="Helvetica"/>
                  <a:cs typeface="Helvetica"/>
                </a:rPr>
                <a:t>SD of 3</a:t>
              </a:r>
            </a:p>
          </p:txBody>
        </p:sp>
        <p:sp>
          <p:nvSpPr>
            <p:cNvPr id="530" name="rc529"/>
            <p:cNvSpPr/>
            <p:nvPr/>
          </p:nvSpPr>
          <p:spPr>
            <a:xfrm>
              <a:off x="4404463" y="1556978"/>
              <a:ext cx="3213997" cy="27554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34492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" name="tx530"/>
            <p:cNvSpPr/>
            <p:nvPr/>
          </p:nvSpPr>
          <p:spPr>
            <a:xfrm>
              <a:off x="5766466" y="1637938"/>
              <a:ext cx="489991" cy="10799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 b="1">
                  <a:solidFill>
                    <a:srgbClr val="1A1A1A">
                      <a:alpha val="100000"/>
                    </a:srgbClr>
                  </a:solidFill>
                  <a:latin typeface="Helvetica"/>
                  <a:cs typeface="Helvetica"/>
                </a:rPr>
                <a:t>SD of 5</a:t>
              </a:r>
            </a:p>
          </p:txBody>
        </p:sp>
        <p:sp>
          <p:nvSpPr>
            <p:cNvPr id="532" name="rc531"/>
            <p:cNvSpPr/>
            <p:nvPr/>
          </p:nvSpPr>
          <p:spPr>
            <a:xfrm>
              <a:off x="7984220" y="1556978"/>
              <a:ext cx="3213997" cy="27554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34492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" name="tx532"/>
            <p:cNvSpPr/>
            <p:nvPr/>
          </p:nvSpPr>
          <p:spPr>
            <a:xfrm>
              <a:off x="9346223" y="1637938"/>
              <a:ext cx="489991" cy="10799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 b="1">
                  <a:solidFill>
                    <a:srgbClr val="1A1A1A">
                      <a:alpha val="100000"/>
                    </a:srgbClr>
                  </a:solidFill>
                  <a:latin typeface="Helvetica"/>
                  <a:cs typeface="Helvetica"/>
                </a:rPr>
                <a:t>SD of 7</a:t>
              </a:r>
            </a:p>
          </p:txBody>
        </p:sp>
        <p:sp>
          <p:nvSpPr>
            <p:cNvPr id="534" name="pl533"/>
            <p:cNvSpPr/>
            <p:nvPr/>
          </p:nvSpPr>
          <p:spPr>
            <a:xfrm>
              <a:off x="824706" y="5962726"/>
              <a:ext cx="3213997" cy="0"/>
            </a:xfrm>
            <a:custGeom>
              <a:avLst/>
              <a:pathLst>
                <a:path w="3213997" h="0">
                  <a:moveTo>
                    <a:pt x="0" y="0"/>
                  </a:moveTo>
                  <a:lnTo>
                    <a:pt x="3213997" y="0"/>
                  </a:lnTo>
                </a:path>
              </a:pathLst>
            </a:custGeom>
            <a:ln w="17246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" name="pl534"/>
            <p:cNvSpPr/>
            <p:nvPr/>
          </p:nvSpPr>
          <p:spPr>
            <a:xfrm>
              <a:off x="1648566" y="5962726"/>
              <a:ext cx="0" cy="44283"/>
            </a:xfrm>
            <a:custGeom>
              <a:avLst/>
              <a:pathLst>
                <a:path w="0" h="44283">
                  <a:moveTo>
                    <a:pt x="0" y="44283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" name="pl535"/>
            <p:cNvSpPr/>
            <p:nvPr/>
          </p:nvSpPr>
          <p:spPr>
            <a:xfrm>
              <a:off x="3214842" y="5962726"/>
              <a:ext cx="0" cy="44283"/>
            </a:xfrm>
            <a:custGeom>
              <a:avLst/>
              <a:pathLst>
                <a:path w="0" h="44283">
                  <a:moveTo>
                    <a:pt x="0" y="44283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" name="tx536"/>
            <p:cNvSpPr/>
            <p:nvPr/>
          </p:nvSpPr>
          <p:spPr>
            <a:xfrm>
              <a:off x="1328318" y="6012780"/>
              <a:ext cx="640496" cy="13168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Response</a:t>
              </a:r>
            </a:p>
          </p:txBody>
        </p:sp>
        <p:sp>
          <p:nvSpPr>
            <p:cNvPr id="538" name="tx537"/>
            <p:cNvSpPr/>
            <p:nvPr/>
          </p:nvSpPr>
          <p:spPr>
            <a:xfrm>
              <a:off x="2736484" y="6012086"/>
              <a:ext cx="956716" cy="1323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Mean objective</a:t>
              </a:r>
            </a:p>
          </p:txBody>
        </p:sp>
        <p:sp>
          <p:nvSpPr>
            <p:cNvPr id="539" name="pl538"/>
            <p:cNvSpPr/>
            <p:nvPr/>
          </p:nvSpPr>
          <p:spPr>
            <a:xfrm>
              <a:off x="4404463" y="5962726"/>
              <a:ext cx="3213997" cy="0"/>
            </a:xfrm>
            <a:custGeom>
              <a:avLst/>
              <a:pathLst>
                <a:path w="3213997" h="0">
                  <a:moveTo>
                    <a:pt x="0" y="0"/>
                  </a:moveTo>
                  <a:lnTo>
                    <a:pt x="3213997" y="0"/>
                  </a:lnTo>
                </a:path>
              </a:pathLst>
            </a:custGeom>
            <a:ln w="17246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" name="pl539"/>
            <p:cNvSpPr/>
            <p:nvPr/>
          </p:nvSpPr>
          <p:spPr>
            <a:xfrm>
              <a:off x="5228324" y="5962726"/>
              <a:ext cx="0" cy="44283"/>
            </a:xfrm>
            <a:custGeom>
              <a:avLst/>
              <a:pathLst>
                <a:path w="0" h="44283">
                  <a:moveTo>
                    <a:pt x="0" y="44283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" name="pl540"/>
            <p:cNvSpPr/>
            <p:nvPr/>
          </p:nvSpPr>
          <p:spPr>
            <a:xfrm>
              <a:off x="6794599" y="5962726"/>
              <a:ext cx="0" cy="44283"/>
            </a:xfrm>
            <a:custGeom>
              <a:avLst/>
              <a:pathLst>
                <a:path w="0" h="44283">
                  <a:moveTo>
                    <a:pt x="0" y="44283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" name="tx541"/>
            <p:cNvSpPr/>
            <p:nvPr/>
          </p:nvSpPr>
          <p:spPr>
            <a:xfrm>
              <a:off x="4908075" y="6012780"/>
              <a:ext cx="640496" cy="13168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Response</a:t>
              </a:r>
            </a:p>
          </p:txBody>
        </p:sp>
        <p:sp>
          <p:nvSpPr>
            <p:cNvPr id="543" name="tx542"/>
            <p:cNvSpPr/>
            <p:nvPr/>
          </p:nvSpPr>
          <p:spPr>
            <a:xfrm>
              <a:off x="6316241" y="6012086"/>
              <a:ext cx="956716" cy="1323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Mean objective</a:t>
              </a:r>
            </a:p>
          </p:txBody>
        </p:sp>
        <p:sp>
          <p:nvSpPr>
            <p:cNvPr id="544" name="pl543"/>
            <p:cNvSpPr/>
            <p:nvPr/>
          </p:nvSpPr>
          <p:spPr>
            <a:xfrm>
              <a:off x="7984220" y="5962726"/>
              <a:ext cx="3213997" cy="0"/>
            </a:xfrm>
            <a:custGeom>
              <a:avLst/>
              <a:pathLst>
                <a:path w="3213997" h="0">
                  <a:moveTo>
                    <a:pt x="0" y="0"/>
                  </a:moveTo>
                  <a:lnTo>
                    <a:pt x="3213997" y="0"/>
                  </a:lnTo>
                </a:path>
              </a:pathLst>
            </a:custGeom>
            <a:ln w="17246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" name="pl544"/>
            <p:cNvSpPr/>
            <p:nvPr/>
          </p:nvSpPr>
          <p:spPr>
            <a:xfrm>
              <a:off x="8808081" y="5962726"/>
              <a:ext cx="0" cy="44283"/>
            </a:xfrm>
            <a:custGeom>
              <a:avLst/>
              <a:pathLst>
                <a:path w="0" h="44283">
                  <a:moveTo>
                    <a:pt x="0" y="44283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" name="pl545"/>
            <p:cNvSpPr/>
            <p:nvPr/>
          </p:nvSpPr>
          <p:spPr>
            <a:xfrm>
              <a:off x="10374356" y="5962726"/>
              <a:ext cx="0" cy="44283"/>
            </a:xfrm>
            <a:custGeom>
              <a:avLst/>
              <a:pathLst>
                <a:path w="0" h="44283">
                  <a:moveTo>
                    <a:pt x="0" y="44283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" name="tx546"/>
            <p:cNvSpPr/>
            <p:nvPr/>
          </p:nvSpPr>
          <p:spPr>
            <a:xfrm>
              <a:off x="8487833" y="6012780"/>
              <a:ext cx="640496" cy="13168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Response</a:t>
              </a:r>
            </a:p>
          </p:txBody>
        </p:sp>
        <p:sp>
          <p:nvSpPr>
            <p:cNvPr id="548" name="tx547"/>
            <p:cNvSpPr/>
            <p:nvPr/>
          </p:nvSpPr>
          <p:spPr>
            <a:xfrm>
              <a:off x="9895998" y="6012086"/>
              <a:ext cx="956716" cy="1323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Mean objective</a:t>
              </a:r>
            </a:p>
          </p:txBody>
        </p:sp>
        <p:sp>
          <p:nvSpPr>
            <p:cNvPr id="549" name="pl548"/>
            <p:cNvSpPr/>
            <p:nvPr/>
          </p:nvSpPr>
          <p:spPr>
            <a:xfrm>
              <a:off x="824706" y="1832523"/>
              <a:ext cx="0" cy="4130202"/>
            </a:xfrm>
            <a:custGeom>
              <a:avLst/>
              <a:pathLst>
                <a:path w="0" h="4130202">
                  <a:moveTo>
                    <a:pt x="0" y="4130202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" name="tx549"/>
            <p:cNvSpPr/>
            <p:nvPr/>
          </p:nvSpPr>
          <p:spPr>
            <a:xfrm>
              <a:off x="824706" y="1261006"/>
              <a:ext cx="1956928" cy="168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Reverse Galton squeeze</a:t>
              </a:r>
            </a:p>
          </p:txBody>
        </p:sp>
        <p:sp>
          <p:nvSpPr>
            <p:cNvPr id="551" name="tx550"/>
            <p:cNvSpPr/>
            <p:nvPr/>
          </p:nvSpPr>
          <p:spPr>
            <a:xfrm>
              <a:off x="824706" y="967742"/>
              <a:ext cx="3427407" cy="1980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6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6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Experiment 4 - Experience condition</a:t>
              </a:r>
            </a:p>
          </p:txBody>
        </p: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p:ph/>
          </p:nvPr>
        </p:nvSpPr>
        <p:spPr>
          <a:xfrm>
            <a:off x="274320" y="182880"/>
            <a:ext cx="11430000" cy="457200"/>
          </a:xfrm>
        </p:spPr>
        <p:txBody>
          <a:bodyPr/>
          <a:lstStyle/>
          <a:p>
            <a:r>
              <a:rPr/>
              <a:t>Exp 4 - Average reverse Galton responses 14-36</a:t>
            </a:r>
          </a:p>
        </p:txBody>
      </p:sp>
      <p:grpSp xmlns:pic="http://schemas.openxmlformats.org/drawingml/2006/picture">
        <p:nvGrpSpPr>
          <p:cNvPr id="3" name=""/>
          <p:cNvGrpSpPr/>
          <p:nvPr/>
        </p:nvGrpSpPr>
        <p:grpSpPr>
          <a:xfrm>
            <a:off x="274320" y="822960"/>
            <a:ext cx="11430000" cy="5669280"/>
            <a:chOff x="274320" y="822960"/>
            <a:chExt cx="11430000" cy="5669280"/>
          </a:xfrm>
        </p:grpSpPr>
        <p:sp>
          <p:nvSpPr>
            <p:cNvPr id="4" name="rc3"/>
            <p:cNvSpPr/>
            <p:nvPr/>
          </p:nvSpPr>
          <p:spPr>
            <a:xfrm>
              <a:off x="274320" y="822960"/>
              <a:ext cx="1143000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4"/>
            <p:cNvSpPr/>
            <p:nvPr/>
          </p:nvSpPr>
          <p:spPr>
            <a:xfrm>
              <a:off x="274320" y="822960"/>
              <a:ext cx="1143000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7246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rc5"/>
            <p:cNvSpPr/>
            <p:nvPr/>
          </p:nvSpPr>
          <p:spPr>
            <a:xfrm>
              <a:off x="824706" y="1832523"/>
              <a:ext cx="3213997" cy="413020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6"/>
            <p:cNvSpPr/>
            <p:nvPr/>
          </p:nvSpPr>
          <p:spPr>
            <a:xfrm>
              <a:off x="1648566" y="4405240"/>
              <a:ext cx="1566275" cy="318424"/>
            </a:xfrm>
            <a:custGeom>
              <a:avLst/>
              <a:pathLst>
                <a:path w="1566275" h="318424">
                  <a:moveTo>
                    <a:pt x="0" y="318424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7"/>
            <p:cNvSpPr/>
            <p:nvPr/>
          </p:nvSpPr>
          <p:spPr>
            <a:xfrm>
              <a:off x="1648566" y="4367661"/>
              <a:ext cx="1566275" cy="280909"/>
            </a:xfrm>
            <a:custGeom>
              <a:avLst/>
              <a:pathLst>
                <a:path w="1566275" h="280909">
                  <a:moveTo>
                    <a:pt x="0" y="280909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8"/>
            <p:cNvSpPr/>
            <p:nvPr/>
          </p:nvSpPr>
          <p:spPr>
            <a:xfrm>
              <a:off x="1648566" y="4343870"/>
              <a:ext cx="1566275" cy="229605"/>
            </a:xfrm>
            <a:custGeom>
              <a:avLst/>
              <a:pathLst>
                <a:path w="1566275" h="229605">
                  <a:moveTo>
                    <a:pt x="0" y="229605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9"/>
            <p:cNvSpPr/>
            <p:nvPr/>
          </p:nvSpPr>
          <p:spPr>
            <a:xfrm>
              <a:off x="1648566" y="4269038"/>
              <a:ext cx="1566275" cy="229342"/>
            </a:xfrm>
            <a:custGeom>
              <a:avLst/>
              <a:pathLst>
                <a:path w="1566275" h="229342">
                  <a:moveTo>
                    <a:pt x="0" y="229342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0"/>
            <p:cNvSpPr/>
            <p:nvPr/>
          </p:nvSpPr>
          <p:spPr>
            <a:xfrm>
              <a:off x="1648566" y="4211040"/>
              <a:ext cx="1566275" cy="212246"/>
            </a:xfrm>
            <a:custGeom>
              <a:avLst/>
              <a:pathLst>
                <a:path w="1566275" h="212246">
                  <a:moveTo>
                    <a:pt x="0" y="212246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1"/>
            <p:cNvSpPr/>
            <p:nvPr/>
          </p:nvSpPr>
          <p:spPr>
            <a:xfrm>
              <a:off x="1648566" y="4202582"/>
              <a:ext cx="1566275" cy="145610"/>
            </a:xfrm>
            <a:custGeom>
              <a:avLst/>
              <a:pathLst>
                <a:path w="1566275" h="145610">
                  <a:moveTo>
                    <a:pt x="0" y="145610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2"/>
            <p:cNvSpPr/>
            <p:nvPr/>
          </p:nvSpPr>
          <p:spPr>
            <a:xfrm>
              <a:off x="1648566" y="4158310"/>
              <a:ext cx="1566275" cy="114787"/>
            </a:xfrm>
            <a:custGeom>
              <a:avLst/>
              <a:pathLst>
                <a:path w="1566275" h="114787">
                  <a:moveTo>
                    <a:pt x="0" y="114787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3"/>
            <p:cNvSpPr/>
            <p:nvPr/>
          </p:nvSpPr>
          <p:spPr>
            <a:xfrm>
              <a:off x="1648566" y="4050770"/>
              <a:ext cx="1566275" cy="147232"/>
            </a:xfrm>
            <a:custGeom>
              <a:avLst/>
              <a:pathLst>
                <a:path w="1566275" h="147232">
                  <a:moveTo>
                    <a:pt x="0" y="147232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4"/>
            <p:cNvSpPr/>
            <p:nvPr/>
          </p:nvSpPr>
          <p:spPr>
            <a:xfrm>
              <a:off x="1648566" y="3977725"/>
              <a:ext cx="1566275" cy="145182"/>
            </a:xfrm>
            <a:custGeom>
              <a:avLst/>
              <a:pathLst>
                <a:path w="1566275" h="145182">
                  <a:moveTo>
                    <a:pt x="0" y="145182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5"/>
            <p:cNvSpPr/>
            <p:nvPr/>
          </p:nvSpPr>
          <p:spPr>
            <a:xfrm>
              <a:off x="1648566" y="3943237"/>
              <a:ext cx="1566275" cy="104576"/>
            </a:xfrm>
            <a:custGeom>
              <a:avLst/>
              <a:pathLst>
                <a:path w="1566275" h="104576">
                  <a:moveTo>
                    <a:pt x="0" y="104576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6"/>
            <p:cNvSpPr/>
            <p:nvPr/>
          </p:nvSpPr>
          <p:spPr>
            <a:xfrm>
              <a:off x="1648566" y="3911903"/>
              <a:ext cx="1566275" cy="60816"/>
            </a:xfrm>
            <a:custGeom>
              <a:avLst/>
              <a:pathLst>
                <a:path w="1566275" h="60816">
                  <a:moveTo>
                    <a:pt x="0" y="60816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7"/>
            <p:cNvSpPr/>
            <p:nvPr/>
          </p:nvSpPr>
          <p:spPr>
            <a:xfrm>
              <a:off x="1648566" y="3832743"/>
              <a:ext cx="1566275" cy="64881"/>
            </a:xfrm>
            <a:custGeom>
              <a:avLst/>
              <a:pathLst>
                <a:path w="1566275" h="64881">
                  <a:moveTo>
                    <a:pt x="0" y="64881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8"/>
            <p:cNvSpPr/>
            <p:nvPr/>
          </p:nvSpPr>
          <p:spPr>
            <a:xfrm>
              <a:off x="1648566" y="3808876"/>
              <a:ext cx="1566275" cy="13653"/>
            </a:xfrm>
            <a:custGeom>
              <a:avLst/>
              <a:pathLst>
                <a:path w="1566275" h="13653">
                  <a:moveTo>
                    <a:pt x="0" y="13653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19"/>
            <p:cNvSpPr/>
            <p:nvPr/>
          </p:nvSpPr>
          <p:spPr>
            <a:xfrm>
              <a:off x="1648566" y="3746434"/>
              <a:ext cx="1566275" cy="1001"/>
            </a:xfrm>
            <a:custGeom>
              <a:avLst/>
              <a:pathLst>
                <a:path w="1566275" h="1001">
                  <a:moveTo>
                    <a:pt x="0" y="1001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0"/>
            <p:cNvSpPr/>
            <p:nvPr/>
          </p:nvSpPr>
          <p:spPr>
            <a:xfrm>
              <a:off x="1648566" y="3672340"/>
              <a:ext cx="1566275" cy="45189"/>
            </a:xfrm>
            <a:custGeom>
              <a:avLst/>
              <a:pathLst>
                <a:path w="1566275" h="45189">
                  <a:moveTo>
                    <a:pt x="0" y="0"/>
                  </a:moveTo>
                  <a:lnTo>
                    <a:pt x="1566275" y="45189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1"/>
            <p:cNvSpPr/>
            <p:nvPr/>
          </p:nvSpPr>
          <p:spPr>
            <a:xfrm>
              <a:off x="1648566" y="3597246"/>
              <a:ext cx="1566275" cy="48383"/>
            </a:xfrm>
            <a:custGeom>
              <a:avLst/>
              <a:pathLst>
                <a:path w="1566275" h="48383">
                  <a:moveTo>
                    <a:pt x="0" y="0"/>
                  </a:moveTo>
                  <a:lnTo>
                    <a:pt x="1566275" y="48383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2"/>
            <p:cNvSpPr/>
            <p:nvPr/>
          </p:nvSpPr>
          <p:spPr>
            <a:xfrm>
              <a:off x="1648566" y="3522151"/>
              <a:ext cx="1566275" cy="58857"/>
            </a:xfrm>
            <a:custGeom>
              <a:avLst/>
              <a:pathLst>
                <a:path w="1566275" h="58857">
                  <a:moveTo>
                    <a:pt x="0" y="0"/>
                  </a:moveTo>
                  <a:lnTo>
                    <a:pt x="1566275" y="58857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3"/>
            <p:cNvSpPr/>
            <p:nvPr/>
          </p:nvSpPr>
          <p:spPr>
            <a:xfrm>
              <a:off x="1648566" y="3447057"/>
              <a:ext cx="1566275" cy="126209"/>
            </a:xfrm>
            <a:custGeom>
              <a:avLst/>
              <a:pathLst>
                <a:path w="1566275" h="126209">
                  <a:moveTo>
                    <a:pt x="0" y="0"/>
                  </a:moveTo>
                  <a:lnTo>
                    <a:pt x="1566275" y="126209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4"/>
            <p:cNvSpPr/>
            <p:nvPr/>
          </p:nvSpPr>
          <p:spPr>
            <a:xfrm>
              <a:off x="1648566" y="3371962"/>
              <a:ext cx="1566275" cy="173567"/>
            </a:xfrm>
            <a:custGeom>
              <a:avLst/>
              <a:pathLst>
                <a:path w="1566275" h="173567">
                  <a:moveTo>
                    <a:pt x="0" y="0"/>
                  </a:moveTo>
                  <a:lnTo>
                    <a:pt x="1566275" y="173567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5"/>
            <p:cNvSpPr/>
            <p:nvPr/>
          </p:nvSpPr>
          <p:spPr>
            <a:xfrm>
              <a:off x="1648566" y="3296867"/>
              <a:ext cx="1566275" cy="245679"/>
            </a:xfrm>
            <a:custGeom>
              <a:avLst/>
              <a:pathLst>
                <a:path w="1566275" h="245679">
                  <a:moveTo>
                    <a:pt x="0" y="0"/>
                  </a:moveTo>
                  <a:lnTo>
                    <a:pt x="1566275" y="245679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6"/>
            <p:cNvSpPr/>
            <p:nvPr/>
          </p:nvSpPr>
          <p:spPr>
            <a:xfrm>
              <a:off x="1648566" y="3221773"/>
              <a:ext cx="1566275" cy="248589"/>
            </a:xfrm>
            <a:custGeom>
              <a:avLst/>
              <a:pathLst>
                <a:path w="1566275" h="248589">
                  <a:moveTo>
                    <a:pt x="0" y="0"/>
                  </a:moveTo>
                  <a:lnTo>
                    <a:pt x="1566275" y="248589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7"/>
            <p:cNvSpPr/>
            <p:nvPr/>
          </p:nvSpPr>
          <p:spPr>
            <a:xfrm>
              <a:off x="1648566" y="3146678"/>
              <a:ext cx="1566275" cy="269784"/>
            </a:xfrm>
            <a:custGeom>
              <a:avLst/>
              <a:pathLst>
                <a:path w="1566275" h="269784">
                  <a:moveTo>
                    <a:pt x="0" y="0"/>
                  </a:moveTo>
                  <a:lnTo>
                    <a:pt x="1566275" y="269784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8"/>
            <p:cNvSpPr/>
            <p:nvPr/>
          </p:nvSpPr>
          <p:spPr>
            <a:xfrm>
              <a:off x="1648566" y="3071584"/>
              <a:ext cx="1566275" cy="345435"/>
            </a:xfrm>
            <a:custGeom>
              <a:avLst/>
              <a:pathLst>
                <a:path w="1566275" h="345435">
                  <a:moveTo>
                    <a:pt x="0" y="0"/>
                  </a:moveTo>
                  <a:lnTo>
                    <a:pt x="1566275" y="345435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t29"/>
            <p:cNvSpPr/>
            <p:nvPr/>
          </p:nvSpPr>
          <p:spPr>
            <a:xfrm>
              <a:off x="1627806" y="470290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t30"/>
            <p:cNvSpPr/>
            <p:nvPr/>
          </p:nvSpPr>
          <p:spPr>
            <a:xfrm>
              <a:off x="1627806" y="462780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t31"/>
            <p:cNvSpPr/>
            <p:nvPr/>
          </p:nvSpPr>
          <p:spPr>
            <a:xfrm>
              <a:off x="1627806" y="455271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t32"/>
            <p:cNvSpPr/>
            <p:nvPr/>
          </p:nvSpPr>
          <p:spPr>
            <a:xfrm>
              <a:off x="1627806" y="447762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t33"/>
            <p:cNvSpPr/>
            <p:nvPr/>
          </p:nvSpPr>
          <p:spPr>
            <a:xfrm>
              <a:off x="1627806" y="440252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t34"/>
            <p:cNvSpPr/>
            <p:nvPr/>
          </p:nvSpPr>
          <p:spPr>
            <a:xfrm>
              <a:off x="1627806" y="432743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t35"/>
            <p:cNvSpPr/>
            <p:nvPr/>
          </p:nvSpPr>
          <p:spPr>
            <a:xfrm>
              <a:off x="1627806" y="425233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t36"/>
            <p:cNvSpPr/>
            <p:nvPr/>
          </p:nvSpPr>
          <p:spPr>
            <a:xfrm>
              <a:off x="1627806" y="417724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t37"/>
            <p:cNvSpPr/>
            <p:nvPr/>
          </p:nvSpPr>
          <p:spPr>
            <a:xfrm>
              <a:off x="1627806" y="410214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t38"/>
            <p:cNvSpPr/>
            <p:nvPr/>
          </p:nvSpPr>
          <p:spPr>
            <a:xfrm>
              <a:off x="1627806" y="402705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t39"/>
            <p:cNvSpPr/>
            <p:nvPr/>
          </p:nvSpPr>
          <p:spPr>
            <a:xfrm>
              <a:off x="1627806" y="395195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t40"/>
            <p:cNvSpPr/>
            <p:nvPr/>
          </p:nvSpPr>
          <p:spPr>
            <a:xfrm>
              <a:off x="1627806" y="387686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t41"/>
            <p:cNvSpPr/>
            <p:nvPr/>
          </p:nvSpPr>
          <p:spPr>
            <a:xfrm>
              <a:off x="1627806" y="380176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t42"/>
            <p:cNvSpPr/>
            <p:nvPr/>
          </p:nvSpPr>
          <p:spPr>
            <a:xfrm>
              <a:off x="1627806" y="372667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t43"/>
            <p:cNvSpPr/>
            <p:nvPr/>
          </p:nvSpPr>
          <p:spPr>
            <a:xfrm>
              <a:off x="1627806" y="365158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t44"/>
            <p:cNvSpPr/>
            <p:nvPr/>
          </p:nvSpPr>
          <p:spPr>
            <a:xfrm>
              <a:off x="1627806" y="357648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t45"/>
            <p:cNvSpPr/>
            <p:nvPr/>
          </p:nvSpPr>
          <p:spPr>
            <a:xfrm>
              <a:off x="1627806" y="350139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t46"/>
            <p:cNvSpPr/>
            <p:nvPr/>
          </p:nvSpPr>
          <p:spPr>
            <a:xfrm>
              <a:off x="1627806" y="342629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t47"/>
            <p:cNvSpPr/>
            <p:nvPr/>
          </p:nvSpPr>
          <p:spPr>
            <a:xfrm>
              <a:off x="1627806" y="335120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t48"/>
            <p:cNvSpPr/>
            <p:nvPr/>
          </p:nvSpPr>
          <p:spPr>
            <a:xfrm>
              <a:off x="1627806" y="327610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t49"/>
            <p:cNvSpPr/>
            <p:nvPr/>
          </p:nvSpPr>
          <p:spPr>
            <a:xfrm>
              <a:off x="1627806" y="320101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t50"/>
            <p:cNvSpPr/>
            <p:nvPr/>
          </p:nvSpPr>
          <p:spPr>
            <a:xfrm>
              <a:off x="1627806" y="312591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t51"/>
            <p:cNvSpPr/>
            <p:nvPr/>
          </p:nvSpPr>
          <p:spPr>
            <a:xfrm>
              <a:off x="1627806" y="305082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t52"/>
            <p:cNvSpPr/>
            <p:nvPr/>
          </p:nvSpPr>
          <p:spPr>
            <a:xfrm>
              <a:off x="3190016" y="438041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t53"/>
            <p:cNvSpPr/>
            <p:nvPr/>
          </p:nvSpPr>
          <p:spPr>
            <a:xfrm>
              <a:off x="3190016" y="434283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t54"/>
            <p:cNvSpPr/>
            <p:nvPr/>
          </p:nvSpPr>
          <p:spPr>
            <a:xfrm>
              <a:off x="3190016" y="431904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t55"/>
            <p:cNvSpPr/>
            <p:nvPr/>
          </p:nvSpPr>
          <p:spPr>
            <a:xfrm>
              <a:off x="3190016" y="424421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t56"/>
            <p:cNvSpPr/>
            <p:nvPr/>
          </p:nvSpPr>
          <p:spPr>
            <a:xfrm>
              <a:off x="3190016" y="418621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t57"/>
            <p:cNvSpPr/>
            <p:nvPr/>
          </p:nvSpPr>
          <p:spPr>
            <a:xfrm>
              <a:off x="3190016" y="417775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t58"/>
            <p:cNvSpPr/>
            <p:nvPr/>
          </p:nvSpPr>
          <p:spPr>
            <a:xfrm>
              <a:off x="3190016" y="413348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t59"/>
            <p:cNvSpPr/>
            <p:nvPr/>
          </p:nvSpPr>
          <p:spPr>
            <a:xfrm>
              <a:off x="3190016" y="402594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t60"/>
            <p:cNvSpPr/>
            <p:nvPr/>
          </p:nvSpPr>
          <p:spPr>
            <a:xfrm>
              <a:off x="3190016" y="395289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t61"/>
            <p:cNvSpPr/>
            <p:nvPr/>
          </p:nvSpPr>
          <p:spPr>
            <a:xfrm>
              <a:off x="3190016" y="391841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t62"/>
            <p:cNvSpPr/>
            <p:nvPr/>
          </p:nvSpPr>
          <p:spPr>
            <a:xfrm>
              <a:off x="3190016" y="388707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t63"/>
            <p:cNvSpPr/>
            <p:nvPr/>
          </p:nvSpPr>
          <p:spPr>
            <a:xfrm>
              <a:off x="3190016" y="380791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t64"/>
            <p:cNvSpPr/>
            <p:nvPr/>
          </p:nvSpPr>
          <p:spPr>
            <a:xfrm>
              <a:off x="3190016" y="378405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t65"/>
            <p:cNvSpPr/>
            <p:nvPr/>
          </p:nvSpPr>
          <p:spPr>
            <a:xfrm>
              <a:off x="3190016" y="372160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t66"/>
            <p:cNvSpPr/>
            <p:nvPr/>
          </p:nvSpPr>
          <p:spPr>
            <a:xfrm>
              <a:off x="3190016" y="369270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t67"/>
            <p:cNvSpPr/>
            <p:nvPr/>
          </p:nvSpPr>
          <p:spPr>
            <a:xfrm>
              <a:off x="3190016" y="362080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t68"/>
            <p:cNvSpPr/>
            <p:nvPr/>
          </p:nvSpPr>
          <p:spPr>
            <a:xfrm>
              <a:off x="3190016" y="355618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t69"/>
            <p:cNvSpPr/>
            <p:nvPr/>
          </p:nvSpPr>
          <p:spPr>
            <a:xfrm>
              <a:off x="3190016" y="354844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t70"/>
            <p:cNvSpPr/>
            <p:nvPr/>
          </p:nvSpPr>
          <p:spPr>
            <a:xfrm>
              <a:off x="3190016" y="352070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t71"/>
            <p:cNvSpPr/>
            <p:nvPr/>
          </p:nvSpPr>
          <p:spPr>
            <a:xfrm>
              <a:off x="3190016" y="351772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t72"/>
            <p:cNvSpPr/>
            <p:nvPr/>
          </p:nvSpPr>
          <p:spPr>
            <a:xfrm>
              <a:off x="3190016" y="344553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t73"/>
            <p:cNvSpPr/>
            <p:nvPr/>
          </p:nvSpPr>
          <p:spPr>
            <a:xfrm>
              <a:off x="3190016" y="339163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t74"/>
            <p:cNvSpPr/>
            <p:nvPr/>
          </p:nvSpPr>
          <p:spPr>
            <a:xfrm>
              <a:off x="3190016" y="339219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l75"/>
            <p:cNvSpPr/>
            <p:nvPr/>
          </p:nvSpPr>
          <p:spPr>
            <a:xfrm>
              <a:off x="1648566" y="1832523"/>
              <a:ext cx="0" cy="4130202"/>
            </a:xfrm>
            <a:custGeom>
              <a:avLst/>
              <a:pathLst>
                <a:path w="0" h="4130202">
                  <a:moveTo>
                    <a:pt x="0" y="4130202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l76"/>
            <p:cNvSpPr/>
            <p:nvPr/>
          </p:nvSpPr>
          <p:spPr>
            <a:xfrm>
              <a:off x="3214842" y="1832523"/>
              <a:ext cx="0" cy="4130202"/>
            </a:xfrm>
            <a:custGeom>
              <a:avLst/>
              <a:pathLst>
                <a:path w="0" h="4130202">
                  <a:moveTo>
                    <a:pt x="0" y="4130202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l77"/>
            <p:cNvSpPr/>
            <p:nvPr/>
          </p:nvSpPr>
          <p:spPr>
            <a:xfrm>
              <a:off x="1625072" y="5024043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8"/>
            <p:cNvSpPr/>
            <p:nvPr/>
          </p:nvSpPr>
          <p:spPr>
            <a:xfrm>
              <a:off x="1625072" y="4648570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79"/>
            <p:cNvSpPr/>
            <p:nvPr/>
          </p:nvSpPr>
          <p:spPr>
            <a:xfrm>
              <a:off x="1625072" y="4273097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0"/>
            <p:cNvSpPr/>
            <p:nvPr/>
          </p:nvSpPr>
          <p:spPr>
            <a:xfrm>
              <a:off x="1625072" y="3897624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1"/>
            <p:cNvSpPr/>
            <p:nvPr/>
          </p:nvSpPr>
          <p:spPr>
            <a:xfrm>
              <a:off x="1625072" y="3522151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2"/>
            <p:cNvSpPr/>
            <p:nvPr/>
          </p:nvSpPr>
          <p:spPr>
            <a:xfrm>
              <a:off x="1625072" y="3146678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3"/>
            <p:cNvSpPr/>
            <p:nvPr/>
          </p:nvSpPr>
          <p:spPr>
            <a:xfrm>
              <a:off x="1625072" y="2771205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4"/>
            <p:cNvSpPr/>
            <p:nvPr/>
          </p:nvSpPr>
          <p:spPr>
            <a:xfrm>
              <a:off x="3214842" y="5024043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5"/>
            <p:cNvSpPr/>
            <p:nvPr/>
          </p:nvSpPr>
          <p:spPr>
            <a:xfrm>
              <a:off x="3214842" y="4648570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6"/>
            <p:cNvSpPr/>
            <p:nvPr/>
          </p:nvSpPr>
          <p:spPr>
            <a:xfrm>
              <a:off x="3214842" y="4273097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7"/>
            <p:cNvSpPr/>
            <p:nvPr/>
          </p:nvSpPr>
          <p:spPr>
            <a:xfrm>
              <a:off x="3214842" y="3897624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8"/>
            <p:cNvSpPr/>
            <p:nvPr/>
          </p:nvSpPr>
          <p:spPr>
            <a:xfrm>
              <a:off x="3214842" y="3522151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89"/>
            <p:cNvSpPr/>
            <p:nvPr/>
          </p:nvSpPr>
          <p:spPr>
            <a:xfrm>
              <a:off x="3214842" y="3146678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0"/>
            <p:cNvSpPr/>
            <p:nvPr/>
          </p:nvSpPr>
          <p:spPr>
            <a:xfrm>
              <a:off x="3214842" y="2771205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tx91"/>
            <p:cNvSpPr/>
            <p:nvPr/>
          </p:nvSpPr>
          <p:spPr>
            <a:xfrm>
              <a:off x="1477394" y="4988957"/>
              <a:ext cx="108521" cy="70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93" name="tx92"/>
            <p:cNvSpPr/>
            <p:nvPr/>
          </p:nvSpPr>
          <p:spPr>
            <a:xfrm>
              <a:off x="1477394" y="4613913"/>
              <a:ext cx="108521" cy="69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15</a:t>
              </a:r>
            </a:p>
          </p:txBody>
        </p:sp>
        <p:sp>
          <p:nvSpPr>
            <p:cNvPr id="94" name="tx93"/>
            <p:cNvSpPr/>
            <p:nvPr/>
          </p:nvSpPr>
          <p:spPr>
            <a:xfrm>
              <a:off x="1477394" y="4237773"/>
              <a:ext cx="108521" cy="7031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95" name="tx94"/>
            <p:cNvSpPr/>
            <p:nvPr/>
          </p:nvSpPr>
          <p:spPr>
            <a:xfrm>
              <a:off x="1477394" y="3862443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25</a:t>
              </a:r>
            </a:p>
          </p:txBody>
        </p:sp>
        <p:sp>
          <p:nvSpPr>
            <p:cNvPr id="96" name="tx95"/>
            <p:cNvSpPr/>
            <p:nvPr/>
          </p:nvSpPr>
          <p:spPr>
            <a:xfrm>
              <a:off x="1477394" y="3486970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97" name="tx96"/>
            <p:cNvSpPr/>
            <p:nvPr/>
          </p:nvSpPr>
          <p:spPr>
            <a:xfrm>
              <a:off x="1477394" y="3111497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35</a:t>
              </a:r>
            </a:p>
          </p:txBody>
        </p:sp>
        <p:sp>
          <p:nvSpPr>
            <p:cNvPr id="98" name="tx97"/>
            <p:cNvSpPr/>
            <p:nvPr/>
          </p:nvSpPr>
          <p:spPr>
            <a:xfrm>
              <a:off x="1477394" y="2735929"/>
              <a:ext cx="108521" cy="7026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99" name="tx98"/>
            <p:cNvSpPr/>
            <p:nvPr/>
          </p:nvSpPr>
          <p:spPr>
            <a:xfrm>
              <a:off x="3277493" y="4988957"/>
              <a:ext cx="108521" cy="70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100" name="tx99"/>
            <p:cNvSpPr/>
            <p:nvPr/>
          </p:nvSpPr>
          <p:spPr>
            <a:xfrm>
              <a:off x="3277493" y="4613913"/>
              <a:ext cx="108521" cy="69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15</a:t>
              </a:r>
            </a:p>
          </p:txBody>
        </p:sp>
        <p:sp>
          <p:nvSpPr>
            <p:cNvPr id="101" name="tx100"/>
            <p:cNvSpPr/>
            <p:nvPr/>
          </p:nvSpPr>
          <p:spPr>
            <a:xfrm>
              <a:off x="3277493" y="4237773"/>
              <a:ext cx="108521" cy="7031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102" name="tx101"/>
            <p:cNvSpPr/>
            <p:nvPr/>
          </p:nvSpPr>
          <p:spPr>
            <a:xfrm>
              <a:off x="3277493" y="3862443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25</a:t>
              </a:r>
            </a:p>
          </p:txBody>
        </p:sp>
        <p:sp>
          <p:nvSpPr>
            <p:cNvPr id="103" name="tx102"/>
            <p:cNvSpPr/>
            <p:nvPr/>
          </p:nvSpPr>
          <p:spPr>
            <a:xfrm>
              <a:off x="3277493" y="3486970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104" name="tx103"/>
            <p:cNvSpPr/>
            <p:nvPr/>
          </p:nvSpPr>
          <p:spPr>
            <a:xfrm>
              <a:off x="3277493" y="3111497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35</a:t>
              </a:r>
            </a:p>
          </p:txBody>
        </p:sp>
        <p:sp>
          <p:nvSpPr>
            <p:cNvPr id="105" name="tx104"/>
            <p:cNvSpPr/>
            <p:nvPr/>
          </p:nvSpPr>
          <p:spPr>
            <a:xfrm>
              <a:off x="3277493" y="2735929"/>
              <a:ext cx="108521" cy="7026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106" name="rc105"/>
            <p:cNvSpPr/>
            <p:nvPr/>
          </p:nvSpPr>
          <p:spPr>
            <a:xfrm>
              <a:off x="4404463" y="1832523"/>
              <a:ext cx="3213997" cy="413020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" name="pl106"/>
            <p:cNvSpPr/>
            <p:nvPr/>
          </p:nvSpPr>
          <p:spPr>
            <a:xfrm>
              <a:off x="5228324" y="4374186"/>
              <a:ext cx="1566275" cy="349478"/>
            </a:xfrm>
            <a:custGeom>
              <a:avLst/>
              <a:pathLst>
                <a:path w="1566275" h="349478">
                  <a:moveTo>
                    <a:pt x="0" y="349478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l107"/>
            <p:cNvSpPr/>
            <p:nvPr/>
          </p:nvSpPr>
          <p:spPr>
            <a:xfrm>
              <a:off x="5228324" y="4413977"/>
              <a:ext cx="1566275" cy="234593"/>
            </a:xfrm>
            <a:custGeom>
              <a:avLst/>
              <a:pathLst>
                <a:path w="1566275" h="234593">
                  <a:moveTo>
                    <a:pt x="0" y="234593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l108"/>
            <p:cNvSpPr/>
            <p:nvPr/>
          </p:nvSpPr>
          <p:spPr>
            <a:xfrm>
              <a:off x="5228324" y="4325718"/>
              <a:ext cx="1566275" cy="247757"/>
            </a:xfrm>
            <a:custGeom>
              <a:avLst/>
              <a:pathLst>
                <a:path w="1566275" h="247757">
                  <a:moveTo>
                    <a:pt x="0" y="247757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l109"/>
            <p:cNvSpPr/>
            <p:nvPr/>
          </p:nvSpPr>
          <p:spPr>
            <a:xfrm>
              <a:off x="5228324" y="4322628"/>
              <a:ext cx="1566275" cy="175753"/>
            </a:xfrm>
            <a:custGeom>
              <a:avLst/>
              <a:pathLst>
                <a:path w="1566275" h="175753">
                  <a:moveTo>
                    <a:pt x="0" y="175753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l110"/>
            <p:cNvSpPr/>
            <p:nvPr/>
          </p:nvSpPr>
          <p:spPr>
            <a:xfrm>
              <a:off x="5228324" y="4232695"/>
              <a:ext cx="1566275" cy="190590"/>
            </a:xfrm>
            <a:custGeom>
              <a:avLst/>
              <a:pathLst>
                <a:path w="1566275" h="190590">
                  <a:moveTo>
                    <a:pt x="0" y="190590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l111"/>
            <p:cNvSpPr/>
            <p:nvPr/>
          </p:nvSpPr>
          <p:spPr>
            <a:xfrm>
              <a:off x="5228324" y="4179101"/>
              <a:ext cx="1566275" cy="169090"/>
            </a:xfrm>
            <a:custGeom>
              <a:avLst/>
              <a:pathLst>
                <a:path w="1566275" h="169090">
                  <a:moveTo>
                    <a:pt x="0" y="169090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l112"/>
            <p:cNvSpPr/>
            <p:nvPr/>
          </p:nvSpPr>
          <p:spPr>
            <a:xfrm>
              <a:off x="5228324" y="4170610"/>
              <a:ext cx="1566275" cy="102487"/>
            </a:xfrm>
            <a:custGeom>
              <a:avLst/>
              <a:pathLst>
                <a:path w="1566275" h="102487">
                  <a:moveTo>
                    <a:pt x="0" y="102487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l113"/>
            <p:cNvSpPr/>
            <p:nvPr/>
          </p:nvSpPr>
          <p:spPr>
            <a:xfrm>
              <a:off x="5228324" y="4132557"/>
              <a:ext cx="1566275" cy="65445"/>
            </a:xfrm>
            <a:custGeom>
              <a:avLst/>
              <a:pathLst>
                <a:path w="1566275" h="65445">
                  <a:moveTo>
                    <a:pt x="0" y="65445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l114"/>
            <p:cNvSpPr/>
            <p:nvPr/>
          </p:nvSpPr>
          <p:spPr>
            <a:xfrm>
              <a:off x="5228324" y="4092277"/>
              <a:ext cx="1566275" cy="30630"/>
            </a:xfrm>
            <a:custGeom>
              <a:avLst/>
              <a:pathLst>
                <a:path w="1566275" h="30630">
                  <a:moveTo>
                    <a:pt x="0" y="30630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l115"/>
            <p:cNvSpPr/>
            <p:nvPr/>
          </p:nvSpPr>
          <p:spPr>
            <a:xfrm>
              <a:off x="5228324" y="4001407"/>
              <a:ext cx="1566275" cy="46406"/>
            </a:xfrm>
            <a:custGeom>
              <a:avLst/>
              <a:pathLst>
                <a:path w="1566275" h="46406">
                  <a:moveTo>
                    <a:pt x="0" y="46406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l116"/>
            <p:cNvSpPr/>
            <p:nvPr/>
          </p:nvSpPr>
          <p:spPr>
            <a:xfrm>
              <a:off x="5228324" y="3894495"/>
              <a:ext cx="1566275" cy="78223"/>
            </a:xfrm>
            <a:custGeom>
              <a:avLst/>
              <a:pathLst>
                <a:path w="1566275" h="78223">
                  <a:moveTo>
                    <a:pt x="0" y="78223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l117"/>
            <p:cNvSpPr/>
            <p:nvPr/>
          </p:nvSpPr>
          <p:spPr>
            <a:xfrm>
              <a:off x="5228324" y="3895087"/>
              <a:ext cx="1566275" cy="2536"/>
            </a:xfrm>
            <a:custGeom>
              <a:avLst/>
              <a:pathLst>
                <a:path w="1566275" h="2536">
                  <a:moveTo>
                    <a:pt x="0" y="2536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l118"/>
            <p:cNvSpPr/>
            <p:nvPr/>
          </p:nvSpPr>
          <p:spPr>
            <a:xfrm>
              <a:off x="5228324" y="3783144"/>
              <a:ext cx="1566275" cy="39385"/>
            </a:xfrm>
            <a:custGeom>
              <a:avLst/>
              <a:pathLst>
                <a:path w="1566275" h="39385">
                  <a:moveTo>
                    <a:pt x="0" y="39385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l119"/>
            <p:cNvSpPr/>
            <p:nvPr/>
          </p:nvSpPr>
          <p:spPr>
            <a:xfrm>
              <a:off x="5228324" y="3747435"/>
              <a:ext cx="1566275" cy="49888"/>
            </a:xfrm>
            <a:custGeom>
              <a:avLst/>
              <a:pathLst>
                <a:path w="1566275" h="49888">
                  <a:moveTo>
                    <a:pt x="0" y="0"/>
                  </a:moveTo>
                  <a:lnTo>
                    <a:pt x="1566275" y="49888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l120"/>
            <p:cNvSpPr/>
            <p:nvPr/>
          </p:nvSpPr>
          <p:spPr>
            <a:xfrm>
              <a:off x="5228324" y="3672340"/>
              <a:ext cx="1566275" cy="51731"/>
            </a:xfrm>
            <a:custGeom>
              <a:avLst/>
              <a:pathLst>
                <a:path w="1566275" h="51731">
                  <a:moveTo>
                    <a:pt x="0" y="0"/>
                  </a:moveTo>
                  <a:lnTo>
                    <a:pt x="1566275" y="51731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l121"/>
            <p:cNvSpPr/>
            <p:nvPr/>
          </p:nvSpPr>
          <p:spPr>
            <a:xfrm>
              <a:off x="5228324" y="3597246"/>
              <a:ext cx="1566275" cy="36584"/>
            </a:xfrm>
            <a:custGeom>
              <a:avLst/>
              <a:pathLst>
                <a:path w="1566275" h="36584">
                  <a:moveTo>
                    <a:pt x="0" y="0"/>
                  </a:moveTo>
                  <a:lnTo>
                    <a:pt x="1566275" y="36584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l122"/>
            <p:cNvSpPr/>
            <p:nvPr/>
          </p:nvSpPr>
          <p:spPr>
            <a:xfrm>
              <a:off x="5228324" y="3522151"/>
              <a:ext cx="1566275" cy="118981"/>
            </a:xfrm>
            <a:custGeom>
              <a:avLst/>
              <a:pathLst>
                <a:path w="1566275" h="118981">
                  <a:moveTo>
                    <a:pt x="0" y="0"/>
                  </a:moveTo>
                  <a:lnTo>
                    <a:pt x="1566275" y="118981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l123"/>
            <p:cNvSpPr/>
            <p:nvPr/>
          </p:nvSpPr>
          <p:spPr>
            <a:xfrm>
              <a:off x="5228324" y="3447057"/>
              <a:ext cx="1566275" cy="157698"/>
            </a:xfrm>
            <a:custGeom>
              <a:avLst/>
              <a:pathLst>
                <a:path w="1566275" h="157698">
                  <a:moveTo>
                    <a:pt x="0" y="0"/>
                  </a:moveTo>
                  <a:lnTo>
                    <a:pt x="1566275" y="157698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l124"/>
            <p:cNvSpPr/>
            <p:nvPr/>
          </p:nvSpPr>
          <p:spPr>
            <a:xfrm>
              <a:off x="5228324" y="3371962"/>
              <a:ext cx="1566275" cy="155601"/>
            </a:xfrm>
            <a:custGeom>
              <a:avLst/>
              <a:pathLst>
                <a:path w="1566275" h="155601">
                  <a:moveTo>
                    <a:pt x="0" y="0"/>
                  </a:moveTo>
                  <a:lnTo>
                    <a:pt x="1566275" y="155601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l125"/>
            <p:cNvSpPr/>
            <p:nvPr/>
          </p:nvSpPr>
          <p:spPr>
            <a:xfrm>
              <a:off x="5228324" y="3296867"/>
              <a:ext cx="1566275" cy="233358"/>
            </a:xfrm>
            <a:custGeom>
              <a:avLst/>
              <a:pathLst>
                <a:path w="1566275" h="233358">
                  <a:moveTo>
                    <a:pt x="0" y="0"/>
                  </a:moveTo>
                  <a:lnTo>
                    <a:pt x="1566275" y="233358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l126"/>
            <p:cNvSpPr/>
            <p:nvPr/>
          </p:nvSpPr>
          <p:spPr>
            <a:xfrm>
              <a:off x="5228324" y="3221773"/>
              <a:ext cx="1566275" cy="277850"/>
            </a:xfrm>
            <a:custGeom>
              <a:avLst/>
              <a:pathLst>
                <a:path w="1566275" h="277850">
                  <a:moveTo>
                    <a:pt x="0" y="0"/>
                  </a:moveTo>
                  <a:lnTo>
                    <a:pt x="1566275" y="27785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l127"/>
            <p:cNvSpPr/>
            <p:nvPr/>
          </p:nvSpPr>
          <p:spPr>
            <a:xfrm>
              <a:off x="5228324" y="3146678"/>
              <a:ext cx="1566275" cy="341680"/>
            </a:xfrm>
            <a:custGeom>
              <a:avLst/>
              <a:pathLst>
                <a:path w="1566275" h="341680">
                  <a:moveTo>
                    <a:pt x="0" y="0"/>
                  </a:moveTo>
                  <a:lnTo>
                    <a:pt x="1566275" y="34168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l128"/>
            <p:cNvSpPr/>
            <p:nvPr/>
          </p:nvSpPr>
          <p:spPr>
            <a:xfrm>
              <a:off x="5228324" y="3071584"/>
              <a:ext cx="1566275" cy="399559"/>
            </a:xfrm>
            <a:custGeom>
              <a:avLst/>
              <a:pathLst>
                <a:path w="1566275" h="399559">
                  <a:moveTo>
                    <a:pt x="0" y="0"/>
                  </a:moveTo>
                  <a:lnTo>
                    <a:pt x="1566275" y="399559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t129"/>
            <p:cNvSpPr/>
            <p:nvPr/>
          </p:nvSpPr>
          <p:spPr>
            <a:xfrm>
              <a:off x="5207563" y="470290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t130"/>
            <p:cNvSpPr/>
            <p:nvPr/>
          </p:nvSpPr>
          <p:spPr>
            <a:xfrm>
              <a:off x="5207563" y="462780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t131"/>
            <p:cNvSpPr/>
            <p:nvPr/>
          </p:nvSpPr>
          <p:spPr>
            <a:xfrm>
              <a:off x="5207563" y="455271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t132"/>
            <p:cNvSpPr/>
            <p:nvPr/>
          </p:nvSpPr>
          <p:spPr>
            <a:xfrm>
              <a:off x="5207563" y="447762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t133"/>
            <p:cNvSpPr/>
            <p:nvPr/>
          </p:nvSpPr>
          <p:spPr>
            <a:xfrm>
              <a:off x="5207563" y="440252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t134"/>
            <p:cNvSpPr/>
            <p:nvPr/>
          </p:nvSpPr>
          <p:spPr>
            <a:xfrm>
              <a:off x="5207563" y="432743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t135"/>
            <p:cNvSpPr/>
            <p:nvPr/>
          </p:nvSpPr>
          <p:spPr>
            <a:xfrm>
              <a:off x="5207563" y="425233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t136"/>
            <p:cNvSpPr/>
            <p:nvPr/>
          </p:nvSpPr>
          <p:spPr>
            <a:xfrm>
              <a:off x="5207563" y="417724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t137"/>
            <p:cNvSpPr/>
            <p:nvPr/>
          </p:nvSpPr>
          <p:spPr>
            <a:xfrm>
              <a:off x="5207563" y="410214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t138"/>
            <p:cNvSpPr/>
            <p:nvPr/>
          </p:nvSpPr>
          <p:spPr>
            <a:xfrm>
              <a:off x="5207563" y="402705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t139"/>
            <p:cNvSpPr/>
            <p:nvPr/>
          </p:nvSpPr>
          <p:spPr>
            <a:xfrm>
              <a:off x="5207563" y="395195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t140"/>
            <p:cNvSpPr/>
            <p:nvPr/>
          </p:nvSpPr>
          <p:spPr>
            <a:xfrm>
              <a:off x="5207563" y="387686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t141"/>
            <p:cNvSpPr/>
            <p:nvPr/>
          </p:nvSpPr>
          <p:spPr>
            <a:xfrm>
              <a:off x="5207563" y="380176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t142"/>
            <p:cNvSpPr/>
            <p:nvPr/>
          </p:nvSpPr>
          <p:spPr>
            <a:xfrm>
              <a:off x="5207563" y="372667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t143"/>
            <p:cNvSpPr/>
            <p:nvPr/>
          </p:nvSpPr>
          <p:spPr>
            <a:xfrm>
              <a:off x="5207563" y="365158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t144"/>
            <p:cNvSpPr/>
            <p:nvPr/>
          </p:nvSpPr>
          <p:spPr>
            <a:xfrm>
              <a:off x="5207563" y="357648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t145"/>
            <p:cNvSpPr/>
            <p:nvPr/>
          </p:nvSpPr>
          <p:spPr>
            <a:xfrm>
              <a:off x="5207563" y="350139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t146"/>
            <p:cNvSpPr/>
            <p:nvPr/>
          </p:nvSpPr>
          <p:spPr>
            <a:xfrm>
              <a:off x="5207563" y="342629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t147"/>
            <p:cNvSpPr/>
            <p:nvPr/>
          </p:nvSpPr>
          <p:spPr>
            <a:xfrm>
              <a:off x="5207563" y="335120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t148"/>
            <p:cNvSpPr/>
            <p:nvPr/>
          </p:nvSpPr>
          <p:spPr>
            <a:xfrm>
              <a:off x="5207563" y="327610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t149"/>
            <p:cNvSpPr/>
            <p:nvPr/>
          </p:nvSpPr>
          <p:spPr>
            <a:xfrm>
              <a:off x="5207563" y="320101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t150"/>
            <p:cNvSpPr/>
            <p:nvPr/>
          </p:nvSpPr>
          <p:spPr>
            <a:xfrm>
              <a:off x="5207563" y="312591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t151"/>
            <p:cNvSpPr/>
            <p:nvPr/>
          </p:nvSpPr>
          <p:spPr>
            <a:xfrm>
              <a:off x="5207563" y="305082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t152"/>
            <p:cNvSpPr/>
            <p:nvPr/>
          </p:nvSpPr>
          <p:spPr>
            <a:xfrm>
              <a:off x="6769773" y="434936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t153"/>
            <p:cNvSpPr/>
            <p:nvPr/>
          </p:nvSpPr>
          <p:spPr>
            <a:xfrm>
              <a:off x="6769773" y="438915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t154"/>
            <p:cNvSpPr/>
            <p:nvPr/>
          </p:nvSpPr>
          <p:spPr>
            <a:xfrm>
              <a:off x="6769773" y="430089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t155"/>
            <p:cNvSpPr/>
            <p:nvPr/>
          </p:nvSpPr>
          <p:spPr>
            <a:xfrm>
              <a:off x="6769773" y="429780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t156"/>
            <p:cNvSpPr/>
            <p:nvPr/>
          </p:nvSpPr>
          <p:spPr>
            <a:xfrm>
              <a:off x="6769773" y="420787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t157"/>
            <p:cNvSpPr/>
            <p:nvPr/>
          </p:nvSpPr>
          <p:spPr>
            <a:xfrm>
              <a:off x="6769773" y="415427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t158"/>
            <p:cNvSpPr/>
            <p:nvPr/>
          </p:nvSpPr>
          <p:spPr>
            <a:xfrm>
              <a:off x="6769773" y="414578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t159"/>
            <p:cNvSpPr/>
            <p:nvPr/>
          </p:nvSpPr>
          <p:spPr>
            <a:xfrm>
              <a:off x="6769773" y="410773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t160"/>
            <p:cNvSpPr/>
            <p:nvPr/>
          </p:nvSpPr>
          <p:spPr>
            <a:xfrm>
              <a:off x="6769773" y="406745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t161"/>
            <p:cNvSpPr/>
            <p:nvPr/>
          </p:nvSpPr>
          <p:spPr>
            <a:xfrm>
              <a:off x="6769773" y="397658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t162"/>
            <p:cNvSpPr/>
            <p:nvPr/>
          </p:nvSpPr>
          <p:spPr>
            <a:xfrm>
              <a:off x="6769773" y="386966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t163"/>
            <p:cNvSpPr/>
            <p:nvPr/>
          </p:nvSpPr>
          <p:spPr>
            <a:xfrm>
              <a:off x="6769773" y="387026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t164"/>
            <p:cNvSpPr/>
            <p:nvPr/>
          </p:nvSpPr>
          <p:spPr>
            <a:xfrm>
              <a:off x="6769773" y="375831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t165"/>
            <p:cNvSpPr/>
            <p:nvPr/>
          </p:nvSpPr>
          <p:spPr>
            <a:xfrm>
              <a:off x="6769773" y="377249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t166"/>
            <p:cNvSpPr/>
            <p:nvPr/>
          </p:nvSpPr>
          <p:spPr>
            <a:xfrm>
              <a:off x="6769773" y="369924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t167"/>
            <p:cNvSpPr/>
            <p:nvPr/>
          </p:nvSpPr>
          <p:spPr>
            <a:xfrm>
              <a:off x="6769773" y="360900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t168"/>
            <p:cNvSpPr/>
            <p:nvPr/>
          </p:nvSpPr>
          <p:spPr>
            <a:xfrm>
              <a:off x="6769773" y="361630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t169"/>
            <p:cNvSpPr/>
            <p:nvPr/>
          </p:nvSpPr>
          <p:spPr>
            <a:xfrm>
              <a:off x="6769773" y="357992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t170"/>
            <p:cNvSpPr/>
            <p:nvPr/>
          </p:nvSpPr>
          <p:spPr>
            <a:xfrm>
              <a:off x="6769773" y="350273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t171"/>
            <p:cNvSpPr/>
            <p:nvPr/>
          </p:nvSpPr>
          <p:spPr>
            <a:xfrm>
              <a:off x="6769773" y="350540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t172"/>
            <p:cNvSpPr/>
            <p:nvPr/>
          </p:nvSpPr>
          <p:spPr>
            <a:xfrm>
              <a:off x="6769773" y="347479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t173"/>
            <p:cNvSpPr/>
            <p:nvPr/>
          </p:nvSpPr>
          <p:spPr>
            <a:xfrm>
              <a:off x="6769773" y="346353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t174"/>
            <p:cNvSpPr/>
            <p:nvPr/>
          </p:nvSpPr>
          <p:spPr>
            <a:xfrm>
              <a:off x="6769773" y="344631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l175"/>
            <p:cNvSpPr/>
            <p:nvPr/>
          </p:nvSpPr>
          <p:spPr>
            <a:xfrm>
              <a:off x="5228324" y="1832523"/>
              <a:ext cx="0" cy="4130202"/>
            </a:xfrm>
            <a:custGeom>
              <a:avLst/>
              <a:pathLst>
                <a:path w="0" h="4130202">
                  <a:moveTo>
                    <a:pt x="0" y="4130202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l176"/>
            <p:cNvSpPr/>
            <p:nvPr/>
          </p:nvSpPr>
          <p:spPr>
            <a:xfrm>
              <a:off x="6794599" y="1832523"/>
              <a:ext cx="0" cy="4130202"/>
            </a:xfrm>
            <a:custGeom>
              <a:avLst/>
              <a:pathLst>
                <a:path w="0" h="4130202">
                  <a:moveTo>
                    <a:pt x="0" y="4130202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l177"/>
            <p:cNvSpPr/>
            <p:nvPr/>
          </p:nvSpPr>
          <p:spPr>
            <a:xfrm>
              <a:off x="5204830" y="5024043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l178"/>
            <p:cNvSpPr/>
            <p:nvPr/>
          </p:nvSpPr>
          <p:spPr>
            <a:xfrm>
              <a:off x="5204830" y="4648570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l179"/>
            <p:cNvSpPr/>
            <p:nvPr/>
          </p:nvSpPr>
          <p:spPr>
            <a:xfrm>
              <a:off x="5204830" y="4273097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l180"/>
            <p:cNvSpPr/>
            <p:nvPr/>
          </p:nvSpPr>
          <p:spPr>
            <a:xfrm>
              <a:off x="5204830" y="3897624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l181"/>
            <p:cNvSpPr/>
            <p:nvPr/>
          </p:nvSpPr>
          <p:spPr>
            <a:xfrm>
              <a:off x="5204830" y="3522151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l182"/>
            <p:cNvSpPr/>
            <p:nvPr/>
          </p:nvSpPr>
          <p:spPr>
            <a:xfrm>
              <a:off x="5204830" y="3146678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l183"/>
            <p:cNvSpPr/>
            <p:nvPr/>
          </p:nvSpPr>
          <p:spPr>
            <a:xfrm>
              <a:off x="5204830" y="2771205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l184"/>
            <p:cNvSpPr/>
            <p:nvPr/>
          </p:nvSpPr>
          <p:spPr>
            <a:xfrm>
              <a:off x="6794599" y="5024043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l185"/>
            <p:cNvSpPr/>
            <p:nvPr/>
          </p:nvSpPr>
          <p:spPr>
            <a:xfrm>
              <a:off x="6794599" y="4648570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l186"/>
            <p:cNvSpPr/>
            <p:nvPr/>
          </p:nvSpPr>
          <p:spPr>
            <a:xfrm>
              <a:off x="6794599" y="4273097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l187"/>
            <p:cNvSpPr/>
            <p:nvPr/>
          </p:nvSpPr>
          <p:spPr>
            <a:xfrm>
              <a:off x="6794599" y="3897624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l188"/>
            <p:cNvSpPr/>
            <p:nvPr/>
          </p:nvSpPr>
          <p:spPr>
            <a:xfrm>
              <a:off x="6794599" y="3522151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l189"/>
            <p:cNvSpPr/>
            <p:nvPr/>
          </p:nvSpPr>
          <p:spPr>
            <a:xfrm>
              <a:off x="6794599" y="3146678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l190"/>
            <p:cNvSpPr/>
            <p:nvPr/>
          </p:nvSpPr>
          <p:spPr>
            <a:xfrm>
              <a:off x="6794599" y="2771205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tx191"/>
            <p:cNvSpPr/>
            <p:nvPr/>
          </p:nvSpPr>
          <p:spPr>
            <a:xfrm>
              <a:off x="5057151" y="4988957"/>
              <a:ext cx="108521" cy="70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193" name="tx192"/>
            <p:cNvSpPr/>
            <p:nvPr/>
          </p:nvSpPr>
          <p:spPr>
            <a:xfrm>
              <a:off x="5057151" y="4613913"/>
              <a:ext cx="108521" cy="69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15</a:t>
              </a:r>
            </a:p>
          </p:txBody>
        </p:sp>
        <p:sp>
          <p:nvSpPr>
            <p:cNvPr id="194" name="tx193"/>
            <p:cNvSpPr/>
            <p:nvPr/>
          </p:nvSpPr>
          <p:spPr>
            <a:xfrm>
              <a:off x="5057151" y="4237773"/>
              <a:ext cx="108521" cy="7031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195" name="tx194"/>
            <p:cNvSpPr/>
            <p:nvPr/>
          </p:nvSpPr>
          <p:spPr>
            <a:xfrm>
              <a:off x="5057151" y="3862443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25</a:t>
              </a:r>
            </a:p>
          </p:txBody>
        </p:sp>
        <p:sp>
          <p:nvSpPr>
            <p:cNvPr id="196" name="tx195"/>
            <p:cNvSpPr/>
            <p:nvPr/>
          </p:nvSpPr>
          <p:spPr>
            <a:xfrm>
              <a:off x="5057151" y="3486970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197" name="tx196"/>
            <p:cNvSpPr/>
            <p:nvPr/>
          </p:nvSpPr>
          <p:spPr>
            <a:xfrm>
              <a:off x="5057151" y="3111497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35</a:t>
              </a:r>
            </a:p>
          </p:txBody>
        </p:sp>
        <p:sp>
          <p:nvSpPr>
            <p:cNvPr id="198" name="tx197"/>
            <p:cNvSpPr/>
            <p:nvPr/>
          </p:nvSpPr>
          <p:spPr>
            <a:xfrm>
              <a:off x="5057151" y="2735929"/>
              <a:ext cx="108521" cy="7026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199" name="tx198"/>
            <p:cNvSpPr/>
            <p:nvPr/>
          </p:nvSpPr>
          <p:spPr>
            <a:xfrm>
              <a:off x="6857250" y="4988957"/>
              <a:ext cx="108521" cy="70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200" name="tx199"/>
            <p:cNvSpPr/>
            <p:nvPr/>
          </p:nvSpPr>
          <p:spPr>
            <a:xfrm>
              <a:off x="6857250" y="4613913"/>
              <a:ext cx="108521" cy="69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15</a:t>
              </a:r>
            </a:p>
          </p:txBody>
        </p:sp>
        <p:sp>
          <p:nvSpPr>
            <p:cNvPr id="201" name="tx200"/>
            <p:cNvSpPr/>
            <p:nvPr/>
          </p:nvSpPr>
          <p:spPr>
            <a:xfrm>
              <a:off x="6857250" y="4237773"/>
              <a:ext cx="108521" cy="7031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202" name="tx201"/>
            <p:cNvSpPr/>
            <p:nvPr/>
          </p:nvSpPr>
          <p:spPr>
            <a:xfrm>
              <a:off x="6857250" y="3862443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25</a:t>
              </a:r>
            </a:p>
          </p:txBody>
        </p:sp>
        <p:sp>
          <p:nvSpPr>
            <p:cNvPr id="203" name="tx202"/>
            <p:cNvSpPr/>
            <p:nvPr/>
          </p:nvSpPr>
          <p:spPr>
            <a:xfrm>
              <a:off x="6857250" y="3486970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204" name="tx203"/>
            <p:cNvSpPr/>
            <p:nvPr/>
          </p:nvSpPr>
          <p:spPr>
            <a:xfrm>
              <a:off x="6857250" y="3111497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35</a:t>
              </a:r>
            </a:p>
          </p:txBody>
        </p:sp>
        <p:sp>
          <p:nvSpPr>
            <p:cNvPr id="205" name="tx204"/>
            <p:cNvSpPr/>
            <p:nvPr/>
          </p:nvSpPr>
          <p:spPr>
            <a:xfrm>
              <a:off x="6857250" y="2735929"/>
              <a:ext cx="108521" cy="7026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206" name="rc205"/>
            <p:cNvSpPr/>
            <p:nvPr/>
          </p:nvSpPr>
          <p:spPr>
            <a:xfrm>
              <a:off x="7984220" y="1832523"/>
              <a:ext cx="3213997" cy="413020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7" name="pl206"/>
            <p:cNvSpPr/>
            <p:nvPr/>
          </p:nvSpPr>
          <p:spPr>
            <a:xfrm>
              <a:off x="8808081" y="4312146"/>
              <a:ext cx="1566275" cy="411518"/>
            </a:xfrm>
            <a:custGeom>
              <a:avLst/>
              <a:pathLst>
                <a:path w="1566275" h="411518">
                  <a:moveTo>
                    <a:pt x="0" y="411518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l207"/>
            <p:cNvSpPr/>
            <p:nvPr/>
          </p:nvSpPr>
          <p:spPr>
            <a:xfrm>
              <a:off x="8808081" y="4307034"/>
              <a:ext cx="1566275" cy="341536"/>
            </a:xfrm>
            <a:custGeom>
              <a:avLst/>
              <a:pathLst>
                <a:path w="1566275" h="341536">
                  <a:moveTo>
                    <a:pt x="0" y="341536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l208"/>
            <p:cNvSpPr/>
            <p:nvPr/>
          </p:nvSpPr>
          <p:spPr>
            <a:xfrm>
              <a:off x="8808081" y="4362812"/>
              <a:ext cx="1566275" cy="210663"/>
            </a:xfrm>
            <a:custGeom>
              <a:avLst/>
              <a:pathLst>
                <a:path w="1566275" h="210663">
                  <a:moveTo>
                    <a:pt x="0" y="210663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l209"/>
            <p:cNvSpPr/>
            <p:nvPr/>
          </p:nvSpPr>
          <p:spPr>
            <a:xfrm>
              <a:off x="8808081" y="4268486"/>
              <a:ext cx="1566275" cy="229894"/>
            </a:xfrm>
            <a:custGeom>
              <a:avLst/>
              <a:pathLst>
                <a:path w="1566275" h="229894">
                  <a:moveTo>
                    <a:pt x="0" y="229894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l210"/>
            <p:cNvSpPr/>
            <p:nvPr/>
          </p:nvSpPr>
          <p:spPr>
            <a:xfrm>
              <a:off x="8808081" y="4240703"/>
              <a:ext cx="1566275" cy="182582"/>
            </a:xfrm>
            <a:custGeom>
              <a:avLst/>
              <a:pathLst>
                <a:path w="1566275" h="182582">
                  <a:moveTo>
                    <a:pt x="0" y="182582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l211"/>
            <p:cNvSpPr/>
            <p:nvPr/>
          </p:nvSpPr>
          <p:spPr>
            <a:xfrm>
              <a:off x="8808081" y="4189659"/>
              <a:ext cx="1566275" cy="158533"/>
            </a:xfrm>
            <a:custGeom>
              <a:avLst/>
              <a:pathLst>
                <a:path w="1566275" h="158533">
                  <a:moveTo>
                    <a:pt x="0" y="158533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l212"/>
            <p:cNvSpPr/>
            <p:nvPr/>
          </p:nvSpPr>
          <p:spPr>
            <a:xfrm>
              <a:off x="8808081" y="4105323"/>
              <a:ext cx="1566275" cy="167774"/>
            </a:xfrm>
            <a:custGeom>
              <a:avLst/>
              <a:pathLst>
                <a:path w="1566275" h="167774">
                  <a:moveTo>
                    <a:pt x="0" y="167774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l213"/>
            <p:cNvSpPr/>
            <p:nvPr/>
          </p:nvSpPr>
          <p:spPr>
            <a:xfrm>
              <a:off x="8808081" y="4090320"/>
              <a:ext cx="1566275" cy="107682"/>
            </a:xfrm>
            <a:custGeom>
              <a:avLst/>
              <a:pathLst>
                <a:path w="1566275" h="107682">
                  <a:moveTo>
                    <a:pt x="0" y="107682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l214"/>
            <p:cNvSpPr/>
            <p:nvPr/>
          </p:nvSpPr>
          <p:spPr>
            <a:xfrm>
              <a:off x="8808081" y="4078473"/>
              <a:ext cx="1566275" cy="44434"/>
            </a:xfrm>
            <a:custGeom>
              <a:avLst/>
              <a:pathLst>
                <a:path w="1566275" h="44434">
                  <a:moveTo>
                    <a:pt x="0" y="44434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l215"/>
            <p:cNvSpPr/>
            <p:nvPr/>
          </p:nvSpPr>
          <p:spPr>
            <a:xfrm>
              <a:off x="8808081" y="3961027"/>
              <a:ext cx="1566275" cy="86785"/>
            </a:xfrm>
            <a:custGeom>
              <a:avLst/>
              <a:pathLst>
                <a:path w="1566275" h="86785">
                  <a:moveTo>
                    <a:pt x="0" y="86785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l216"/>
            <p:cNvSpPr/>
            <p:nvPr/>
          </p:nvSpPr>
          <p:spPr>
            <a:xfrm>
              <a:off x="8808081" y="3872161"/>
              <a:ext cx="1566275" cy="100557"/>
            </a:xfrm>
            <a:custGeom>
              <a:avLst/>
              <a:pathLst>
                <a:path w="1566275" h="100557">
                  <a:moveTo>
                    <a:pt x="0" y="100557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l217"/>
            <p:cNvSpPr/>
            <p:nvPr/>
          </p:nvSpPr>
          <p:spPr>
            <a:xfrm>
              <a:off x="8808081" y="3845488"/>
              <a:ext cx="1566275" cy="52135"/>
            </a:xfrm>
            <a:custGeom>
              <a:avLst/>
              <a:pathLst>
                <a:path w="1566275" h="52135">
                  <a:moveTo>
                    <a:pt x="0" y="52135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l218"/>
            <p:cNvSpPr/>
            <p:nvPr/>
          </p:nvSpPr>
          <p:spPr>
            <a:xfrm>
              <a:off x="8808081" y="3813986"/>
              <a:ext cx="1566275" cy="8543"/>
            </a:xfrm>
            <a:custGeom>
              <a:avLst/>
              <a:pathLst>
                <a:path w="1566275" h="8543">
                  <a:moveTo>
                    <a:pt x="0" y="8543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l219"/>
            <p:cNvSpPr/>
            <p:nvPr/>
          </p:nvSpPr>
          <p:spPr>
            <a:xfrm>
              <a:off x="8808081" y="3747435"/>
              <a:ext cx="1566275" cy="426"/>
            </a:xfrm>
            <a:custGeom>
              <a:avLst/>
              <a:pathLst>
                <a:path w="1566275" h="426">
                  <a:moveTo>
                    <a:pt x="0" y="0"/>
                  </a:moveTo>
                  <a:lnTo>
                    <a:pt x="1566275" y="426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l220"/>
            <p:cNvSpPr/>
            <p:nvPr/>
          </p:nvSpPr>
          <p:spPr>
            <a:xfrm>
              <a:off x="8808081" y="3672340"/>
              <a:ext cx="1566275" cy="41719"/>
            </a:xfrm>
            <a:custGeom>
              <a:avLst/>
              <a:pathLst>
                <a:path w="1566275" h="41719">
                  <a:moveTo>
                    <a:pt x="0" y="0"/>
                  </a:moveTo>
                  <a:lnTo>
                    <a:pt x="1566275" y="41719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l221"/>
            <p:cNvSpPr/>
            <p:nvPr/>
          </p:nvSpPr>
          <p:spPr>
            <a:xfrm>
              <a:off x="8808081" y="3597246"/>
              <a:ext cx="1566275" cy="79701"/>
            </a:xfrm>
            <a:custGeom>
              <a:avLst/>
              <a:pathLst>
                <a:path w="1566275" h="79701">
                  <a:moveTo>
                    <a:pt x="0" y="0"/>
                  </a:moveTo>
                  <a:lnTo>
                    <a:pt x="1566275" y="79701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pl222"/>
            <p:cNvSpPr/>
            <p:nvPr/>
          </p:nvSpPr>
          <p:spPr>
            <a:xfrm>
              <a:off x="8808081" y="3522151"/>
              <a:ext cx="1566275" cy="110465"/>
            </a:xfrm>
            <a:custGeom>
              <a:avLst/>
              <a:pathLst>
                <a:path w="1566275" h="110465">
                  <a:moveTo>
                    <a:pt x="0" y="0"/>
                  </a:moveTo>
                  <a:lnTo>
                    <a:pt x="1566275" y="110465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" name="pl223"/>
            <p:cNvSpPr/>
            <p:nvPr/>
          </p:nvSpPr>
          <p:spPr>
            <a:xfrm>
              <a:off x="8808081" y="3447057"/>
              <a:ext cx="1566275" cy="181049"/>
            </a:xfrm>
            <a:custGeom>
              <a:avLst/>
              <a:pathLst>
                <a:path w="1566275" h="181049">
                  <a:moveTo>
                    <a:pt x="0" y="0"/>
                  </a:moveTo>
                  <a:lnTo>
                    <a:pt x="1566275" y="181049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l224"/>
            <p:cNvSpPr/>
            <p:nvPr/>
          </p:nvSpPr>
          <p:spPr>
            <a:xfrm>
              <a:off x="8808081" y="3371962"/>
              <a:ext cx="1566275" cy="175220"/>
            </a:xfrm>
            <a:custGeom>
              <a:avLst/>
              <a:pathLst>
                <a:path w="1566275" h="175220">
                  <a:moveTo>
                    <a:pt x="0" y="0"/>
                  </a:moveTo>
                  <a:lnTo>
                    <a:pt x="1566275" y="17522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l225"/>
            <p:cNvSpPr/>
            <p:nvPr/>
          </p:nvSpPr>
          <p:spPr>
            <a:xfrm>
              <a:off x="8808081" y="3296867"/>
              <a:ext cx="1566275" cy="259730"/>
            </a:xfrm>
            <a:custGeom>
              <a:avLst/>
              <a:pathLst>
                <a:path w="1566275" h="259730">
                  <a:moveTo>
                    <a:pt x="0" y="0"/>
                  </a:moveTo>
                  <a:lnTo>
                    <a:pt x="1566275" y="25973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l226"/>
            <p:cNvSpPr/>
            <p:nvPr/>
          </p:nvSpPr>
          <p:spPr>
            <a:xfrm>
              <a:off x="8808081" y="3221773"/>
              <a:ext cx="1566275" cy="321441"/>
            </a:xfrm>
            <a:custGeom>
              <a:avLst/>
              <a:pathLst>
                <a:path w="1566275" h="321441">
                  <a:moveTo>
                    <a:pt x="0" y="0"/>
                  </a:moveTo>
                  <a:lnTo>
                    <a:pt x="1566275" y="321441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l227"/>
            <p:cNvSpPr/>
            <p:nvPr/>
          </p:nvSpPr>
          <p:spPr>
            <a:xfrm>
              <a:off x="8808081" y="3146678"/>
              <a:ext cx="1566275" cy="322589"/>
            </a:xfrm>
            <a:custGeom>
              <a:avLst/>
              <a:pathLst>
                <a:path w="1566275" h="322589">
                  <a:moveTo>
                    <a:pt x="0" y="0"/>
                  </a:moveTo>
                  <a:lnTo>
                    <a:pt x="1566275" y="322589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l228"/>
            <p:cNvSpPr/>
            <p:nvPr/>
          </p:nvSpPr>
          <p:spPr>
            <a:xfrm>
              <a:off x="8808081" y="3071584"/>
              <a:ext cx="1566275" cy="348515"/>
            </a:xfrm>
            <a:custGeom>
              <a:avLst/>
              <a:pathLst>
                <a:path w="1566275" h="348515">
                  <a:moveTo>
                    <a:pt x="0" y="0"/>
                  </a:moveTo>
                  <a:lnTo>
                    <a:pt x="1566275" y="348515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t229"/>
            <p:cNvSpPr/>
            <p:nvPr/>
          </p:nvSpPr>
          <p:spPr>
            <a:xfrm>
              <a:off x="8787320" y="470290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t230"/>
            <p:cNvSpPr/>
            <p:nvPr/>
          </p:nvSpPr>
          <p:spPr>
            <a:xfrm>
              <a:off x="8787320" y="462780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pt231"/>
            <p:cNvSpPr/>
            <p:nvPr/>
          </p:nvSpPr>
          <p:spPr>
            <a:xfrm>
              <a:off x="8787320" y="455271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" name="pt232"/>
            <p:cNvSpPr/>
            <p:nvPr/>
          </p:nvSpPr>
          <p:spPr>
            <a:xfrm>
              <a:off x="8787320" y="447762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" name="pt233"/>
            <p:cNvSpPr/>
            <p:nvPr/>
          </p:nvSpPr>
          <p:spPr>
            <a:xfrm>
              <a:off x="8787320" y="440252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" name="pt234"/>
            <p:cNvSpPr/>
            <p:nvPr/>
          </p:nvSpPr>
          <p:spPr>
            <a:xfrm>
              <a:off x="8787320" y="432743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pt235"/>
            <p:cNvSpPr/>
            <p:nvPr/>
          </p:nvSpPr>
          <p:spPr>
            <a:xfrm>
              <a:off x="8787320" y="425233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t236"/>
            <p:cNvSpPr/>
            <p:nvPr/>
          </p:nvSpPr>
          <p:spPr>
            <a:xfrm>
              <a:off x="8787320" y="417724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t237"/>
            <p:cNvSpPr/>
            <p:nvPr/>
          </p:nvSpPr>
          <p:spPr>
            <a:xfrm>
              <a:off x="8787320" y="410214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t238"/>
            <p:cNvSpPr/>
            <p:nvPr/>
          </p:nvSpPr>
          <p:spPr>
            <a:xfrm>
              <a:off x="8787320" y="402705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t239"/>
            <p:cNvSpPr/>
            <p:nvPr/>
          </p:nvSpPr>
          <p:spPr>
            <a:xfrm>
              <a:off x="8787320" y="395195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t240"/>
            <p:cNvSpPr/>
            <p:nvPr/>
          </p:nvSpPr>
          <p:spPr>
            <a:xfrm>
              <a:off x="8787320" y="387686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t241"/>
            <p:cNvSpPr/>
            <p:nvPr/>
          </p:nvSpPr>
          <p:spPr>
            <a:xfrm>
              <a:off x="8787320" y="380176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pt242"/>
            <p:cNvSpPr/>
            <p:nvPr/>
          </p:nvSpPr>
          <p:spPr>
            <a:xfrm>
              <a:off x="8787320" y="372667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" name="pt243"/>
            <p:cNvSpPr/>
            <p:nvPr/>
          </p:nvSpPr>
          <p:spPr>
            <a:xfrm>
              <a:off x="8787320" y="365158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" name="pt244"/>
            <p:cNvSpPr/>
            <p:nvPr/>
          </p:nvSpPr>
          <p:spPr>
            <a:xfrm>
              <a:off x="8787320" y="357648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t245"/>
            <p:cNvSpPr/>
            <p:nvPr/>
          </p:nvSpPr>
          <p:spPr>
            <a:xfrm>
              <a:off x="8787320" y="350139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t246"/>
            <p:cNvSpPr/>
            <p:nvPr/>
          </p:nvSpPr>
          <p:spPr>
            <a:xfrm>
              <a:off x="8787320" y="342629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t247"/>
            <p:cNvSpPr/>
            <p:nvPr/>
          </p:nvSpPr>
          <p:spPr>
            <a:xfrm>
              <a:off x="8787320" y="335120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t248"/>
            <p:cNvSpPr/>
            <p:nvPr/>
          </p:nvSpPr>
          <p:spPr>
            <a:xfrm>
              <a:off x="8787320" y="327610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t249"/>
            <p:cNvSpPr/>
            <p:nvPr/>
          </p:nvSpPr>
          <p:spPr>
            <a:xfrm>
              <a:off x="8787320" y="320101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t250"/>
            <p:cNvSpPr/>
            <p:nvPr/>
          </p:nvSpPr>
          <p:spPr>
            <a:xfrm>
              <a:off x="8787320" y="312591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t251"/>
            <p:cNvSpPr/>
            <p:nvPr/>
          </p:nvSpPr>
          <p:spPr>
            <a:xfrm>
              <a:off x="8787320" y="305082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t252"/>
            <p:cNvSpPr/>
            <p:nvPr/>
          </p:nvSpPr>
          <p:spPr>
            <a:xfrm>
              <a:off x="10349531" y="428732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t253"/>
            <p:cNvSpPr/>
            <p:nvPr/>
          </p:nvSpPr>
          <p:spPr>
            <a:xfrm>
              <a:off x="10349531" y="428220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t254"/>
            <p:cNvSpPr/>
            <p:nvPr/>
          </p:nvSpPr>
          <p:spPr>
            <a:xfrm>
              <a:off x="10349531" y="433798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t255"/>
            <p:cNvSpPr/>
            <p:nvPr/>
          </p:nvSpPr>
          <p:spPr>
            <a:xfrm>
              <a:off x="10349531" y="424366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t256"/>
            <p:cNvSpPr/>
            <p:nvPr/>
          </p:nvSpPr>
          <p:spPr>
            <a:xfrm>
              <a:off x="10349531" y="421587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t257"/>
            <p:cNvSpPr/>
            <p:nvPr/>
          </p:nvSpPr>
          <p:spPr>
            <a:xfrm>
              <a:off x="10349531" y="416483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t258"/>
            <p:cNvSpPr/>
            <p:nvPr/>
          </p:nvSpPr>
          <p:spPr>
            <a:xfrm>
              <a:off x="10349531" y="408049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t259"/>
            <p:cNvSpPr/>
            <p:nvPr/>
          </p:nvSpPr>
          <p:spPr>
            <a:xfrm>
              <a:off x="10349531" y="406549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t260"/>
            <p:cNvSpPr/>
            <p:nvPr/>
          </p:nvSpPr>
          <p:spPr>
            <a:xfrm>
              <a:off x="10349531" y="405364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t261"/>
            <p:cNvSpPr/>
            <p:nvPr/>
          </p:nvSpPr>
          <p:spPr>
            <a:xfrm>
              <a:off x="10349531" y="393620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t262"/>
            <p:cNvSpPr/>
            <p:nvPr/>
          </p:nvSpPr>
          <p:spPr>
            <a:xfrm>
              <a:off x="10349531" y="384733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t263"/>
            <p:cNvSpPr/>
            <p:nvPr/>
          </p:nvSpPr>
          <p:spPr>
            <a:xfrm>
              <a:off x="10349531" y="382066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t264"/>
            <p:cNvSpPr/>
            <p:nvPr/>
          </p:nvSpPr>
          <p:spPr>
            <a:xfrm>
              <a:off x="10349531" y="378916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t265"/>
            <p:cNvSpPr/>
            <p:nvPr/>
          </p:nvSpPr>
          <p:spPr>
            <a:xfrm>
              <a:off x="10349531" y="372303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t266"/>
            <p:cNvSpPr/>
            <p:nvPr/>
          </p:nvSpPr>
          <p:spPr>
            <a:xfrm>
              <a:off x="10349531" y="368923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t267"/>
            <p:cNvSpPr/>
            <p:nvPr/>
          </p:nvSpPr>
          <p:spPr>
            <a:xfrm>
              <a:off x="10349531" y="365212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t268"/>
            <p:cNvSpPr/>
            <p:nvPr/>
          </p:nvSpPr>
          <p:spPr>
            <a:xfrm>
              <a:off x="10349531" y="360779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t269"/>
            <p:cNvSpPr/>
            <p:nvPr/>
          </p:nvSpPr>
          <p:spPr>
            <a:xfrm>
              <a:off x="10349531" y="360328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t270"/>
            <p:cNvSpPr/>
            <p:nvPr/>
          </p:nvSpPr>
          <p:spPr>
            <a:xfrm>
              <a:off x="10349531" y="352235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t271"/>
            <p:cNvSpPr/>
            <p:nvPr/>
          </p:nvSpPr>
          <p:spPr>
            <a:xfrm>
              <a:off x="10349531" y="353177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t272"/>
            <p:cNvSpPr/>
            <p:nvPr/>
          </p:nvSpPr>
          <p:spPr>
            <a:xfrm>
              <a:off x="10349531" y="351838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t273"/>
            <p:cNvSpPr/>
            <p:nvPr/>
          </p:nvSpPr>
          <p:spPr>
            <a:xfrm>
              <a:off x="10349531" y="344444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t274"/>
            <p:cNvSpPr/>
            <p:nvPr/>
          </p:nvSpPr>
          <p:spPr>
            <a:xfrm>
              <a:off x="10349531" y="339527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l275"/>
            <p:cNvSpPr/>
            <p:nvPr/>
          </p:nvSpPr>
          <p:spPr>
            <a:xfrm>
              <a:off x="8808081" y="1832523"/>
              <a:ext cx="0" cy="4130202"/>
            </a:xfrm>
            <a:custGeom>
              <a:avLst/>
              <a:pathLst>
                <a:path w="0" h="4130202">
                  <a:moveTo>
                    <a:pt x="0" y="4130202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l276"/>
            <p:cNvSpPr/>
            <p:nvPr/>
          </p:nvSpPr>
          <p:spPr>
            <a:xfrm>
              <a:off x="10374356" y="1832523"/>
              <a:ext cx="0" cy="4130202"/>
            </a:xfrm>
            <a:custGeom>
              <a:avLst/>
              <a:pathLst>
                <a:path w="0" h="4130202">
                  <a:moveTo>
                    <a:pt x="0" y="4130202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l277"/>
            <p:cNvSpPr/>
            <p:nvPr/>
          </p:nvSpPr>
          <p:spPr>
            <a:xfrm>
              <a:off x="8784587" y="5024043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pl278"/>
            <p:cNvSpPr/>
            <p:nvPr/>
          </p:nvSpPr>
          <p:spPr>
            <a:xfrm>
              <a:off x="8784587" y="4648570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" name="pl279"/>
            <p:cNvSpPr/>
            <p:nvPr/>
          </p:nvSpPr>
          <p:spPr>
            <a:xfrm>
              <a:off x="8784587" y="4273097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" name="pl280"/>
            <p:cNvSpPr/>
            <p:nvPr/>
          </p:nvSpPr>
          <p:spPr>
            <a:xfrm>
              <a:off x="8784587" y="3897624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" name="pl281"/>
            <p:cNvSpPr/>
            <p:nvPr/>
          </p:nvSpPr>
          <p:spPr>
            <a:xfrm>
              <a:off x="8784587" y="3522151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" name="pl282"/>
            <p:cNvSpPr/>
            <p:nvPr/>
          </p:nvSpPr>
          <p:spPr>
            <a:xfrm>
              <a:off x="8784587" y="3146678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" name="pl283"/>
            <p:cNvSpPr/>
            <p:nvPr/>
          </p:nvSpPr>
          <p:spPr>
            <a:xfrm>
              <a:off x="8784587" y="2771205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pl284"/>
            <p:cNvSpPr/>
            <p:nvPr/>
          </p:nvSpPr>
          <p:spPr>
            <a:xfrm>
              <a:off x="10374356" y="5024043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" name="pl285"/>
            <p:cNvSpPr/>
            <p:nvPr/>
          </p:nvSpPr>
          <p:spPr>
            <a:xfrm>
              <a:off x="10374356" y="4648570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" name="pl286"/>
            <p:cNvSpPr/>
            <p:nvPr/>
          </p:nvSpPr>
          <p:spPr>
            <a:xfrm>
              <a:off x="10374356" y="4273097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" name="pl287"/>
            <p:cNvSpPr/>
            <p:nvPr/>
          </p:nvSpPr>
          <p:spPr>
            <a:xfrm>
              <a:off x="10374356" y="3897624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" name="pl288"/>
            <p:cNvSpPr/>
            <p:nvPr/>
          </p:nvSpPr>
          <p:spPr>
            <a:xfrm>
              <a:off x="10374356" y="3522151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" name="pl289"/>
            <p:cNvSpPr/>
            <p:nvPr/>
          </p:nvSpPr>
          <p:spPr>
            <a:xfrm>
              <a:off x="10374356" y="3146678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l290"/>
            <p:cNvSpPr/>
            <p:nvPr/>
          </p:nvSpPr>
          <p:spPr>
            <a:xfrm>
              <a:off x="10374356" y="2771205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tx291"/>
            <p:cNvSpPr/>
            <p:nvPr/>
          </p:nvSpPr>
          <p:spPr>
            <a:xfrm>
              <a:off x="8636909" y="4988957"/>
              <a:ext cx="108521" cy="70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293" name="tx292"/>
            <p:cNvSpPr/>
            <p:nvPr/>
          </p:nvSpPr>
          <p:spPr>
            <a:xfrm>
              <a:off x="8636909" y="4613913"/>
              <a:ext cx="108521" cy="69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15</a:t>
              </a:r>
            </a:p>
          </p:txBody>
        </p:sp>
        <p:sp>
          <p:nvSpPr>
            <p:cNvPr id="294" name="tx293"/>
            <p:cNvSpPr/>
            <p:nvPr/>
          </p:nvSpPr>
          <p:spPr>
            <a:xfrm>
              <a:off x="8636909" y="4237773"/>
              <a:ext cx="108521" cy="7031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295" name="tx294"/>
            <p:cNvSpPr/>
            <p:nvPr/>
          </p:nvSpPr>
          <p:spPr>
            <a:xfrm>
              <a:off x="8636909" y="3862443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25</a:t>
              </a:r>
            </a:p>
          </p:txBody>
        </p:sp>
        <p:sp>
          <p:nvSpPr>
            <p:cNvPr id="296" name="tx295"/>
            <p:cNvSpPr/>
            <p:nvPr/>
          </p:nvSpPr>
          <p:spPr>
            <a:xfrm>
              <a:off x="8636909" y="3486970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297" name="tx296"/>
            <p:cNvSpPr/>
            <p:nvPr/>
          </p:nvSpPr>
          <p:spPr>
            <a:xfrm>
              <a:off x="8636909" y="3111497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35</a:t>
              </a:r>
            </a:p>
          </p:txBody>
        </p:sp>
        <p:sp>
          <p:nvSpPr>
            <p:cNvPr id="298" name="tx297"/>
            <p:cNvSpPr/>
            <p:nvPr/>
          </p:nvSpPr>
          <p:spPr>
            <a:xfrm>
              <a:off x="8636909" y="2735929"/>
              <a:ext cx="108521" cy="7026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299" name="tx298"/>
            <p:cNvSpPr/>
            <p:nvPr/>
          </p:nvSpPr>
          <p:spPr>
            <a:xfrm>
              <a:off x="10437008" y="4988957"/>
              <a:ext cx="108521" cy="70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300" name="tx299"/>
            <p:cNvSpPr/>
            <p:nvPr/>
          </p:nvSpPr>
          <p:spPr>
            <a:xfrm>
              <a:off x="10437008" y="4613913"/>
              <a:ext cx="108521" cy="69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15</a:t>
              </a:r>
            </a:p>
          </p:txBody>
        </p:sp>
        <p:sp>
          <p:nvSpPr>
            <p:cNvPr id="301" name="tx300"/>
            <p:cNvSpPr/>
            <p:nvPr/>
          </p:nvSpPr>
          <p:spPr>
            <a:xfrm>
              <a:off x="10437008" y="4237773"/>
              <a:ext cx="108521" cy="7031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302" name="tx301"/>
            <p:cNvSpPr/>
            <p:nvPr/>
          </p:nvSpPr>
          <p:spPr>
            <a:xfrm>
              <a:off x="10437008" y="3862443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25</a:t>
              </a:r>
            </a:p>
          </p:txBody>
        </p:sp>
        <p:sp>
          <p:nvSpPr>
            <p:cNvPr id="303" name="tx302"/>
            <p:cNvSpPr/>
            <p:nvPr/>
          </p:nvSpPr>
          <p:spPr>
            <a:xfrm>
              <a:off x="10437008" y="3486970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304" name="tx303"/>
            <p:cNvSpPr/>
            <p:nvPr/>
          </p:nvSpPr>
          <p:spPr>
            <a:xfrm>
              <a:off x="10437008" y="3111497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35</a:t>
              </a:r>
            </a:p>
          </p:txBody>
        </p:sp>
        <p:sp>
          <p:nvSpPr>
            <p:cNvPr id="305" name="tx304"/>
            <p:cNvSpPr/>
            <p:nvPr/>
          </p:nvSpPr>
          <p:spPr>
            <a:xfrm>
              <a:off x="10437008" y="2735929"/>
              <a:ext cx="108521" cy="7026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306" name="rc305"/>
            <p:cNvSpPr/>
            <p:nvPr/>
          </p:nvSpPr>
          <p:spPr>
            <a:xfrm>
              <a:off x="824706" y="1556978"/>
              <a:ext cx="3213997" cy="27554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34492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" name="tx306"/>
            <p:cNvSpPr/>
            <p:nvPr/>
          </p:nvSpPr>
          <p:spPr>
            <a:xfrm>
              <a:off x="2186708" y="1637938"/>
              <a:ext cx="489991" cy="10799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 b="1">
                  <a:solidFill>
                    <a:srgbClr val="1A1A1A">
                      <a:alpha val="100000"/>
                    </a:srgbClr>
                  </a:solidFill>
                  <a:latin typeface="Helvetica"/>
                  <a:cs typeface="Helvetica"/>
                </a:rPr>
                <a:t>SD of 3</a:t>
              </a:r>
            </a:p>
          </p:txBody>
        </p:sp>
        <p:sp>
          <p:nvSpPr>
            <p:cNvPr id="308" name="rc307"/>
            <p:cNvSpPr/>
            <p:nvPr/>
          </p:nvSpPr>
          <p:spPr>
            <a:xfrm>
              <a:off x="4404463" y="1556978"/>
              <a:ext cx="3213997" cy="27554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34492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" name="tx308"/>
            <p:cNvSpPr/>
            <p:nvPr/>
          </p:nvSpPr>
          <p:spPr>
            <a:xfrm>
              <a:off x="5766466" y="1637938"/>
              <a:ext cx="489991" cy="10799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 b="1">
                  <a:solidFill>
                    <a:srgbClr val="1A1A1A">
                      <a:alpha val="100000"/>
                    </a:srgbClr>
                  </a:solidFill>
                  <a:latin typeface="Helvetica"/>
                  <a:cs typeface="Helvetica"/>
                </a:rPr>
                <a:t>SD of 5</a:t>
              </a:r>
            </a:p>
          </p:txBody>
        </p:sp>
        <p:sp>
          <p:nvSpPr>
            <p:cNvPr id="310" name="rc309"/>
            <p:cNvSpPr/>
            <p:nvPr/>
          </p:nvSpPr>
          <p:spPr>
            <a:xfrm>
              <a:off x="7984220" y="1556978"/>
              <a:ext cx="3213997" cy="27554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34492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" name="tx310"/>
            <p:cNvSpPr/>
            <p:nvPr/>
          </p:nvSpPr>
          <p:spPr>
            <a:xfrm>
              <a:off x="9346223" y="1637938"/>
              <a:ext cx="489991" cy="10799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 b="1">
                  <a:solidFill>
                    <a:srgbClr val="1A1A1A">
                      <a:alpha val="100000"/>
                    </a:srgbClr>
                  </a:solidFill>
                  <a:latin typeface="Helvetica"/>
                  <a:cs typeface="Helvetica"/>
                </a:rPr>
                <a:t>SD of 7</a:t>
              </a:r>
            </a:p>
          </p:txBody>
        </p:sp>
        <p:sp>
          <p:nvSpPr>
            <p:cNvPr id="312" name="pl311"/>
            <p:cNvSpPr/>
            <p:nvPr/>
          </p:nvSpPr>
          <p:spPr>
            <a:xfrm>
              <a:off x="824706" y="5962726"/>
              <a:ext cx="3213997" cy="0"/>
            </a:xfrm>
            <a:custGeom>
              <a:avLst/>
              <a:pathLst>
                <a:path w="3213997" h="0">
                  <a:moveTo>
                    <a:pt x="0" y="0"/>
                  </a:moveTo>
                  <a:lnTo>
                    <a:pt x="3213997" y="0"/>
                  </a:lnTo>
                </a:path>
              </a:pathLst>
            </a:custGeom>
            <a:ln w="17246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" name="pl312"/>
            <p:cNvSpPr/>
            <p:nvPr/>
          </p:nvSpPr>
          <p:spPr>
            <a:xfrm>
              <a:off x="1648566" y="5962726"/>
              <a:ext cx="0" cy="44283"/>
            </a:xfrm>
            <a:custGeom>
              <a:avLst/>
              <a:pathLst>
                <a:path w="0" h="44283">
                  <a:moveTo>
                    <a:pt x="0" y="44283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" name="pl313"/>
            <p:cNvSpPr/>
            <p:nvPr/>
          </p:nvSpPr>
          <p:spPr>
            <a:xfrm>
              <a:off x="3214842" y="5962726"/>
              <a:ext cx="0" cy="44283"/>
            </a:xfrm>
            <a:custGeom>
              <a:avLst/>
              <a:pathLst>
                <a:path w="0" h="44283">
                  <a:moveTo>
                    <a:pt x="0" y="44283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" name="tx314"/>
            <p:cNvSpPr/>
            <p:nvPr/>
          </p:nvSpPr>
          <p:spPr>
            <a:xfrm>
              <a:off x="1328318" y="6012780"/>
              <a:ext cx="640496" cy="13168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Response</a:t>
              </a:r>
            </a:p>
          </p:txBody>
        </p:sp>
        <p:sp>
          <p:nvSpPr>
            <p:cNvPr id="316" name="tx315"/>
            <p:cNvSpPr/>
            <p:nvPr/>
          </p:nvSpPr>
          <p:spPr>
            <a:xfrm>
              <a:off x="2736484" y="6012086"/>
              <a:ext cx="956716" cy="1323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Mean objective</a:t>
              </a:r>
            </a:p>
          </p:txBody>
        </p:sp>
        <p:sp>
          <p:nvSpPr>
            <p:cNvPr id="317" name="pl316"/>
            <p:cNvSpPr/>
            <p:nvPr/>
          </p:nvSpPr>
          <p:spPr>
            <a:xfrm>
              <a:off x="4404463" y="5962726"/>
              <a:ext cx="3213997" cy="0"/>
            </a:xfrm>
            <a:custGeom>
              <a:avLst/>
              <a:pathLst>
                <a:path w="3213997" h="0">
                  <a:moveTo>
                    <a:pt x="0" y="0"/>
                  </a:moveTo>
                  <a:lnTo>
                    <a:pt x="3213997" y="0"/>
                  </a:lnTo>
                </a:path>
              </a:pathLst>
            </a:custGeom>
            <a:ln w="17246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" name="pl317"/>
            <p:cNvSpPr/>
            <p:nvPr/>
          </p:nvSpPr>
          <p:spPr>
            <a:xfrm>
              <a:off x="5228324" y="5962726"/>
              <a:ext cx="0" cy="44283"/>
            </a:xfrm>
            <a:custGeom>
              <a:avLst/>
              <a:pathLst>
                <a:path w="0" h="44283">
                  <a:moveTo>
                    <a:pt x="0" y="44283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" name="pl318"/>
            <p:cNvSpPr/>
            <p:nvPr/>
          </p:nvSpPr>
          <p:spPr>
            <a:xfrm>
              <a:off x="6794599" y="5962726"/>
              <a:ext cx="0" cy="44283"/>
            </a:xfrm>
            <a:custGeom>
              <a:avLst/>
              <a:pathLst>
                <a:path w="0" h="44283">
                  <a:moveTo>
                    <a:pt x="0" y="44283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" name="tx319"/>
            <p:cNvSpPr/>
            <p:nvPr/>
          </p:nvSpPr>
          <p:spPr>
            <a:xfrm>
              <a:off x="4908075" y="6012780"/>
              <a:ext cx="640496" cy="13168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Response</a:t>
              </a:r>
            </a:p>
          </p:txBody>
        </p:sp>
        <p:sp>
          <p:nvSpPr>
            <p:cNvPr id="321" name="tx320"/>
            <p:cNvSpPr/>
            <p:nvPr/>
          </p:nvSpPr>
          <p:spPr>
            <a:xfrm>
              <a:off x="6316241" y="6012086"/>
              <a:ext cx="956716" cy="1323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Mean objective</a:t>
              </a:r>
            </a:p>
          </p:txBody>
        </p:sp>
        <p:sp>
          <p:nvSpPr>
            <p:cNvPr id="322" name="pl321"/>
            <p:cNvSpPr/>
            <p:nvPr/>
          </p:nvSpPr>
          <p:spPr>
            <a:xfrm>
              <a:off x="7984220" y="5962726"/>
              <a:ext cx="3213997" cy="0"/>
            </a:xfrm>
            <a:custGeom>
              <a:avLst/>
              <a:pathLst>
                <a:path w="3213997" h="0">
                  <a:moveTo>
                    <a:pt x="0" y="0"/>
                  </a:moveTo>
                  <a:lnTo>
                    <a:pt x="3213997" y="0"/>
                  </a:lnTo>
                </a:path>
              </a:pathLst>
            </a:custGeom>
            <a:ln w="17246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" name="pl322"/>
            <p:cNvSpPr/>
            <p:nvPr/>
          </p:nvSpPr>
          <p:spPr>
            <a:xfrm>
              <a:off x="8808081" y="5962726"/>
              <a:ext cx="0" cy="44283"/>
            </a:xfrm>
            <a:custGeom>
              <a:avLst/>
              <a:pathLst>
                <a:path w="0" h="44283">
                  <a:moveTo>
                    <a:pt x="0" y="44283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" name="pl323"/>
            <p:cNvSpPr/>
            <p:nvPr/>
          </p:nvSpPr>
          <p:spPr>
            <a:xfrm>
              <a:off x="10374356" y="5962726"/>
              <a:ext cx="0" cy="44283"/>
            </a:xfrm>
            <a:custGeom>
              <a:avLst/>
              <a:pathLst>
                <a:path w="0" h="44283">
                  <a:moveTo>
                    <a:pt x="0" y="44283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" name="tx324"/>
            <p:cNvSpPr/>
            <p:nvPr/>
          </p:nvSpPr>
          <p:spPr>
            <a:xfrm>
              <a:off x="8487833" y="6012780"/>
              <a:ext cx="640496" cy="13168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Response</a:t>
              </a:r>
            </a:p>
          </p:txBody>
        </p:sp>
        <p:sp>
          <p:nvSpPr>
            <p:cNvPr id="326" name="tx325"/>
            <p:cNvSpPr/>
            <p:nvPr/>
          </p:nvSpPr>
          <p:spPr>
            <a:xfrm>
              <a:off x="9895998" y="6012086"/>
              <a:ext cx="956716" cy="1323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Mean objective</a:t>
              </a:r>
            </a:p>
          </p:txBody>
        </p:sp>
        <p:sp>
          <p:nvSpPr>
            <p:cNvPr id="327" name="pl326"/>
            <p:cNvSpPr/>
            <p:nvPr/>
          </p:nvSpPr>
          <p:spPr>
            <a:xfrm>
              <a:off x="824706" y="1832523"/>
              <a:ext cx="0" cy="4130202"/>
            </a:xfrm>
            <a:custGeom>
              <a:avLst/>
              <a:pathLst>
                <a:path w="0" h="4130202">
                  <a:moveTo>
                    <a:pt x="0" y="4130202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" name="tx327"/>
            <p:cNvSpPr/>
            <p:nvPr/>
          </p:nvSpPr>
          <p:spPr>
            <a:xfrm>
              <a:off x="824706" y="1261006"/>
              <a:ext cx="4398119" cy="168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Reverse Galton squeeze; responses restricted to 14–36</a:t>
              </a:r>
            </a:p>
          </p:txBody>
        </p:sp>
        <p:sp>
          <p:nvSpPr>
            <p:cNvPr id="329" name="tx328"/>
            <p:cNvSpPr/>
            <p:nvPr/>
          </p:nvSpPr>
          <p:spPr>
            <a:xfrm>
              <a:off x="824706" y="965033"/>
              <a:ext cx="3154665" cy="20075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6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6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Experiment 4 - Average condition</a:t>
              </a:r>
            </a:p>
          </p:txBody>
        </p:sp>
      </p:grp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p:ph/>
          </p:nvPr>
        </p:nvSpPr>
        <p:spPr>
          <a:xfrm>
            <a:off x="274320" y="182880"/>
            <a:ext cx="11430000" cy="457200"/>
          </a:xfrm>
        </p:spPr>
        <p:txBody>
          <a:bodyPr/>
          <a:lstStyle/>
          <a:p>
            <a:r>
              <a:rPr/>
              <a:t>Exp 4 - Experience reverse Galton responses 14-36</a:t>
            </a:r>
          </a:p>
        </p:txBody>
      </p:sp>
      <p:grpSp xmlns:pic="http://schemas.openxmlformats.org/drawingml/2006/picture">
        <p:nvGrpSpPr>
          <p:cNvPr id="3" name=""/>
          <p:cNvGrpSpPr/>
          <p:nvPr/>
        </p:nvGrpSpPr>
        <p:grpSpPr>
          <a:xfrm>
            <a:off x="274320" y="822960"/>
            <a:ext cx="11430000" cy="5669280"/>
            <a:chOff x="274320" y="822960"/>
            <a:chExt cx="11430000" cy="5669280"/>
          </a:xfrm>
        </p:grpSpPr>
        <p:sp>
          <p:nvSpPr>
            <p:cNvPr id="4" name="rc3"/>
            <p:cNvSpPr/>
            <p:nvPr/>
          </p:nvSpPr>
          <p:spPr>
            <a:xfrm>
              <a:off x="274320" y="822960"/>
              <a:ext cx="1143000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4"/>
            <p:cNvSpPr/>
            <p:nvPr/>
          </p:nvSpPr>
          <p:spPr>
            <a:xfrm>
              <a:off x="274320" y="822960"/>
              <a:ext cx="1143000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7246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rc5"/>
            <p:cNvSpPr/>
            <p:nvPr/>
          </p:nvSpPr>
          <p:spPr>
            <a:xfrm>
              <a:off x="824706" y="1832523"/>
              <a:ext cx="3213997" cy="413020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6"/>
            <p:cNvSpPr/>
            <p:nvPr/>
          </p:nvSpPr>
          <p:spPr>
            <a:xfrm>
              <a:off x="1648566" y="4449973"/>
              <a:ext cx="1566275" cy="273691"/>
            </a:xfrm>
            <a:custGeom>
              <a:avLst/>
              <a:pathLst>
                <a:path w="1566275" h="273691">
                  <a:moveTo>
                    <a:pt x="0" y="273691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7"/>
            <p:cNvSpPr/>
            <p:nvPr/>
          </p:nvSpPr>
          <p:spPr>
            <a:xfrm>
              <a:off x="1648566" y="4342090"/>
              <a:ext cx="1566275" cy="306479"/>
            </a:xfrm>
            <a:custGeom>
              <a:avLst/>
              <a:pathLst>
                <a:path w="1566275" h="306479">
                  <a:moveTo>
                    <a:pt x="0" y="306479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8"/>
            <p:cNvSpPr/>
            <p:nvPr/>
          </p:nvSpPr>
          <p:spPr>
            <a:xfrm>
              <a:off x="1648566" y="4365061"/>
              <a:ext cx="1566275" cy="208414"/>
            </a:xfrm>
            <a:custGeom>
              <a:avLst/>
              <a:pathLst>
                <a:path w="1566275" h="208414">
                  <a:moveTo>
                    <a:pt x="0" y="208414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9"/>
            <p:cNvSpPr/>
            <p:nvPr/>
          </p:nvSpPr>
          <p:spPr>
            <a:xfrm>
              <a:off x="1648566" y="4300597"/>
              <a:ext cx="1566275" cy="197784"/>
            </a:xfrm>
            <a:custGeom>
              <a:avLst/>
              <a:pathLst>
                <a:path w="1566275" h="197784">
                  <a:moveTo>
                    <a:pt x="0" y="197784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0"/>
            <p:cNvSpPr/>
            <p:nvPr/>
          </p:nvSpPr>
          <p:spPr>
            <a:xfrm>
              <a:off x="1648566" y="4255055"/>
              <a:ext cx="1566275" cy="168231"/>
            </a:xfrm>
            <a:custGeom>
              <a:avLst/>
              <a:pathLst>
                <a:path w="1566275" h="168231">
                  <a:moveTo>
                    <a:pt x="0" y="168231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1"/>
            <p:cNvSpPr/>
            <p:nvPr/>
          </p:nvSpPr>
          <p:spPr>
            <a:xfrm>
              <a:off x="1648566" y="4265329"/>
              <a:ext cx="1566275" cy="82863"/>
            </a:xfrm>
            <a:custGeom>
              <a:avLst/>
              <a:pathLst>
                <a:path w="1566275" h="82863">
                  <a:moveTo>
                    <a:pt x="0" y="82863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2"/>
            <p:cNvSpPr/>
            <p:nvPr/>
          </p:nvSpPr>
          <p:spPr>
            <a:xfrm>
              <a:off x="1648566" y="4146177"/>
              <a:ext cx="1566275" cy="126920"/>
            </a:xfrm>
            <a:custGeom>
              <a:avLst/>
              <a:pathLst>
                <a:path w="1566275" h="126920">
                  <a:moveTo>
                    <a:pt x="0" y="126920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3"/>
            <p:cNvSpPr/>
            <p:nvPr/>
          </p:nvSpPr>
          <p:spPr>
            <a:xfrm>
              <a:off x="1648566" y="4154197"/>
              <a:ext cx="1566275" cy="43805"/>
            </a:xfrm>
            <a:custGeom>
              <a:avLst/>
              <a:pathLst>
                <a:path w="1566275" h="43805">
                  <a:moveTo>
                    <a:pt x="0" y="43805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4"/>
            <p:cNvSpPr/>
            <p:nvPr/>
          </p:nvSpPr>
          <p:spPr>
            <a:xfrm>
              <a:off x="1648566" y="4003710"/>
              <a:ext cx="1566275" cy="119197"/>
            </a:xfrm>
            <a:custGeom>
              <a:avLst/>
              <a:pathLst>
                <a:path w="1566275" h="119197">
                  <a:moveTo>
                    <a:pt x="0" y="119197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5"/>
            <p:cNvSpPr/>
            <p:nvPr/>
          </p:nvSpPr>
          <p:spPr>
            <a:xfrm>
              <a:off x="1648566" y="4001203"/>
              <a:ext cx="1566275" cy="46610"/>
            </a:xfrm>
            <a:custGeom>
              <a:avLst/>
              <a:pathLst>
                <a:path w="1566275" h="46610">
                  <a:moveTo>
                    <a:pt x="0" y="46610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6"/>
            <p:cNvSpPr/>
            <p:nvPr/>
          </p:nvSpPr>
          <p:spPr>
            <a:xfrm>
              <a:off x="1648566" y="3908054"/>
              <a:ext cx="1566275" cy="64664"/>
            </a:xfrm>
            <a:custGeom>
              <a:avLst/>
              <a:pathLst>
                <a:path w="1566275" h="64664">
                  <a:moveTo>
                    <a:pt x="0" y="64664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7"/>
            <p:cNvSpPr/>
            <p:nvPr/>
          </p:nvSpPr>
          <p:spPr>
            <a:xfrm>
              <a:off x="1648566" y="3892740"/>
              <a:ext cx="1566275" cy="4884"/>
            </a:xfrm>
            <a:custGeom>
              <a:avLst/>
              <a:pathLst>
                <a:path w="1566275" h="4884">
                  <a:moveTo>
                    <a:pt x="0" y="4884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8"/>
            <p:cNvSpPr/>
            <p:nvPr/>
          </p:nvSpPr>
          <p:spPr>
            <a:xfrm>
              <a:off x="1648566" y="3822530"/>
              <a:ext cx="1566275" cy="1191"/>
            </a:xfrm>
            <a:custGeom>
              <a:avLst/>
              <a:pathLst>
                <a:path w="1566275" h="1191">
                  <a:moveTo>
                    <a:pt x="0" y="0"/>
                  </a:moveTo>
                  <a:lnTo>
                    <a:pt x="1566275" y="1191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19"/>
            <p:cNvSpPr/>
            <p:nvPr/>
          </p:nvSpPr>
          <p:spPr>
            <a:xfrm>
              <a:off x="1648566" y="3727171"/>
              <a:ext cx="1566275" cy="20263"/>
            </a:xfrm>
            <a:custGeom>
              <a:avLst/>
              <a:pathLst>
                <a:path w="1566275" h="20263">
                  <a:moveTo>
                    <a:pt x="0" y="20263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0"/>
            <p:cNvSpPr/>
            <p:nvPr/>
          </p:nvSpPr>
          <p:spPr>
            <a:xfrm>
              <a:off x="1648566" y="3663579"/>
              <a:ext cx="1566275" cy="8761"/>
            </a:xfrm>
            <a:custGeom>
              <a:avLst/>
              <a:pathLst>
                <a:path w="1566275" h="8761">
                  <a:moveTo>
                    <a:pt x="0" y="8761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1"/>
            <p:cNvSpPr/>
            <p:nvPr/>
          </p:nvSpPr>
          <p:spPr>
            <a:xfrm>
              <a:off x="1648566" y="3594242"/>
              <a:ext cx="1566275" cy="3003"/>
            </a:xfrm>
            <a:custGeom>
              <a:avLst/>
              <a:pathLst>
                <a:path w="1566275" h="3003">
                  <a:moveTo>
                    <a:pt x="0" y="3003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2"/>
            <p:cNvSpPr/>
            <p:nvPr/>
          </p:nvSpPr>
          <p:spPr>
            <a:xfrm>
              <a:off x="1648566" y="3522151"/>
              <a:ext cx="1566275" cy="125548"/>
            </a:xfrm>
            <a:custGeom>
              <a:avLst/>
              <a:pathLst>
                <a:path w="1566275" h="125548">
                  <a:moveTo>
                    <a:pt x="0" y="0"/>
                  </a:moveTo>
                  <a:lnTo>
                    <a:pt x="1566275" y="125548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3"/>
            <p:cNvSpPr/>
            <p:nvPr/>
          </p:nvSpPr>
          <p:spPr>
            <a:xfrm>
              <a:off x="1648566" y="3447057"/>
              <a:ext cx="1566275" cy="124009"/>
            </a:xfrm>
            <a:custGeom>
              <a:avLst/>
              <a:pathLst>
                <a:path w="1566275" h="124009">
                  <a:moveTo>
                    <a:pt x="0" y="0"/>
                  </a:moveTo>
                  <a:lnTo>
                    <a:pt x="1566275" y="124009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4"/>
            <p:cNvSpPr/>
            <p:nvPr/>
          </p:nvSpPr>
          <p:spPr>
            <a:xfrm>
              <a:off x="1648566" y="3371962"/>
              <a:ext cx="1566275" cy="169444"/>
            </a:xfrm>
            <a:custGeom>
              <a:avLst/>
              <a:pathLst>
                <a:path w="1566275" h="169444">
                  <a:moveTo>
                    <a:pt x="0" y="0"/>
                  </a:moveTo>
                  <a:lnTo>
                    <a:pt x="1566275" y="169444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5"/>
            <p:cNvSpPr/>
            <p:nvPr/>
          </p:nvSpPr>
          <p:spPr>
            <a:xfrm>
              <a:off x="1648566" y="3296867"/>
              <a:ext cx="1566275" cy="213023"/>
            </a:xfrm>
            <a:custGeom>
              <a:avLst/>
              <a:pathLst>
                <a:path w="1566275" h="213023">
                  <a:moveTo>
                    <a:pt x="0" y="0"/>
                  </a:moveTo>
                  <a:lnTo>
                    <a:pt x="1566275" y="213023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6"/>
            <p:cNvSpPr/>
            <p:nvPr/>
          </p:nvSpPr>
          <p:spPr>
            <a:xfrm>
              <a:off x="1648566" y="3221773"/>
              <a:ext cx="1566275" cy="246594"/>
            </a:xfrm>
            <a:custGeom>
              <a:avLst/>
              <a:pathLst>
                <a:path w="1566275" h="246594">
                  <a:moveTo>
                    <a:pt x="0" y="0"/>
                  </a:moveTo>
                  <a:lnTo>
                    <a:pt x="1566275" y="246594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7"/>
            <p:cNvSpPr/>
            <p:nvPr/>
          </p:nvSpPr>
          <p:spPr>
            <a:xfrm>
              <a:off x="1648566" y="3146678"/>
              <a:ext cx="1566275" cy="288825"/>
            </a:xfrm>
            <a:custGeom>
              <a:avLst/>
              <a:pathLst>
                <a:path w="1566275" h="288825">
                  <a:moveTo>
                    <a:pt x="0" y="0"/>
                  </a:moveTo>
                  <a:lnTo>
                    <a:pt x="1566275" y="288825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8"/>
            <p:cNvSpPr/>
            <p:nvPr/>
          </p:nvSpPr>
          <p:spPr>
            <a:xfrm>
              <a:off x="1648566" y="3071584"/>
              <a:ext cx="1566275" cy="285843"/>
            </a:xfrm>
            <a:custGeom>
              <a:avLst/>
              <a:pathLst>
                <a:path w="1566275" h="285843">
                  <a:moveTo>
                    <a:pt x="0" y="0"/>
                  </a:moveTo>
                  <a:lnTo>
                    <a:pt x="1566275" y="285843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t29"/>
            <p:cNvSpPr/>
            <p:nvPr/>
          </p:nvSpPr>
          <p:spPr>
            <a:xfrm>
              <a:off x="1627806" y="470290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t30"/>
            <p:cNvSpPr/>
            <p:nvPr/>
          </p:nvSpPr>
          <p:spPr>
            <a:xfrm>
              <a:off x="1627806" y="462780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t31"/>
            <p:cNvSpPr/>
            <p:nvPr/>
          </p:nvSpPr>
          <p:spPr>
            <a:xfrm>
              <a:off x="1627806" y="455271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t32"/>
            <p:cNvSpPr/>
            <p:nvPr/>
          </p:nvSpPr>
          <p:spPr>
            <a:xfrm>
              <a:off x="1627806" y="447762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t33"/>
            <p:cNvSpPr/>
            <p:nvPr/>
          </p:nvSpPr>
          <p:spPr>
            <a:xfrm>
              <a:off x="1627806" y="440252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t34"/>
            <p:cNvSpPr/>
            <p:nvPr/>
          </p:nvSpPr>
          <p:spPr>
            <a:xfrm>
              <a:off x="1627806" y="432743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t35"/>
            <p:cNvSpPr/>
            <p:nvPr/>
          </p:nvSpPr>
          <p:spPr>
            <a:xfrm>
              <a:off x="1627806" y="425233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t36"/>
            <p:cNvSpPr/>
            <p:nvPr/>
          </p:nvSpPr>
          <p:spPr>
            <a:xfrm>
              <a:off x="1627806" y="417724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t37"/>
            <p:cNvSpPr/>
            <p:nvPr/>
          </p:nvSpPr>
          <p:spPr>
            <a:xfrm>
              <a:off x="1627806" y="410214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t38"/>
            <p:cNvSpPr/>
            <p:nvPr/>
          </p:nvSpPr>
          <p:spPr>
            <a:xfrm>
              <a:off x="1627806" y="402705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t39"/>
            <p:cNvSpPr/>
            <p:nvPr/>
          </p:nvSpPr>
          <p:spPr>
            <a:xfrm>
              <a:off x="1627806" y="395195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t40"/>
            <p:cNvSpPr/>
            <p:nvPr/>
          </p:nvSpPr>
          <p:spPr>
            <a:xfrm>
              <a:off x="1627806" y="387686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t41"/>
            <p:cNvSpPr/>
            <p:nvPr/>
          </p:nvSpPr>
          <p:spPr>
            <a:xfrm>
              <a:off x="1627806" y="380176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t42"/>
            <p:cNvSpPr/>
            <p:nvPr/>
          </p:nvSpPr>
          <p:spPr>
            <a:xfrm>
              <a:off x="1627806" y="372667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t43"/>
            <p:cNvSpPr/>
            <p:nvPr/>
          </p:nvSpPr>
          <p:spPr>
            <a:xfrm>
              <a:off x="1627806" y="365158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t44"/>
            <p:cNvSpPr/>
            <p:nvPr/>
          </p:nvSpPr>
          <p:spPr>
            <a:xfrm>
              <a:off x="1627806" y="357648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t45"/>
            <p:cNvSpPr/>
            <p:nvPr/>
          </p:nvSpPr>
          <p:spPr>
            <a:xfrm>
              <a:off x="1627806" y="350139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t46"/>
            <p:cNvSpPr/>
            <p:nvPr/>
          </p:nvSpPr>
          <p:spPr>
            <a:xfrm>
              <a:off x="1627806" y="342629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t47"/>
            <p:cNvSpPr/>
            <p:nvPr/>
          </p:nvSpPr>
          <p:spPr>
            <a:xfrm>
              <a:off x="1627806" y="335120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t48"/>
            <p:cNvSpPr/>
            <p:nvPr/>
          </p:nvSpPr>
          <p:spPr>
            <a:xfrm>
              <a:off x="1627806" y="327610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t49"/>
            <p:cNvSpPr/>
            <p:nvPr/>
          </p:nvSpPr>
          <p:spPr>
            <a:xfrm>
              <a:off x="1627806" y="320101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t50"/>
            <p:cNvSpPr/>
            <p:nvPr/>
          </p:nvSpPr>
          <p:spPr>
            <a:xfrm>
              <a:off x="1627806" y="312591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t51"/>
            <p:cNvSpPr/>
            <p:nvPr/>
          </p:nvSpPr>
          <p:spPr>
            <a:xfrm>
              <a:off x="1627806" y="305082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t52"/>
            <p:cNvSpPr/>
            <p:nvPr/>
          </p:nvSpPr>
          <p:spPr>
            <a:xfrm>
              <a:off x="3190016" y="442514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t53"/>
            <p:cNvSpPr/>
            <p:nvPr/>
          </p:nvSpPr>
          <p:spPr>
            <a:xfrm>
              <a:off x="3190016" y="431726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t54"/>
            <p:cNvSpPr/>
            <p:nvPr/>
          </p:nvSpPr>
          <p:spPr>
            <a:xfrm>
              <a:off x="3190016" y="434023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t55"/>
            <p:cNvSpPr/>
            <p:nvPr/>
          </p:nvSpPr>
          <p:spPr>
            <a:xfrm>
              <a:off x="3190016" y="427577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t56"/>
            <p:cNvSpPr/>
            <p:nvPr/>
          </p:nvSpPr>
          <p:spPr>
            <a:xfrm>
              <a:off x="3190016" y="423022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t57"/>
            <p:cNvSpPr/>
            <p:nvPr/>
          </p:nvSpPr>
          <p:spPr>
            <a:xfrm>
              <a:off x="3190016" y="424050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t58"/>
            <p:cNvSpPr/>
            <p:nvPr/>
          </p:nvSpPr>
          <p:spPr>
            <a:xfrm>
              <a:off x="3190016" y="412135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t59"/>
            <p:cNvSpPr/>
            <p:nvPr/>
          </p:nvSpPr>
          <p:spPr>
            <a:xfrm>
              <a:off x="3190016" y="412937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t60"/>
            <p:cNvSpPr/>
            <p:nvPr/>
          </p:nvSpPr>
          <p:spPr>
            <a:xfrm>
              <a:off x="3190016" y="397888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t61"/>
            <p:cNvSpPr/>
            <p:nvPr/>
          </p:nvSpPr>
          <p:spPr>
            <a:xfrm>
              <a:off x="3190016" y="397637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t62"/>
            <p:cNvSpPr/>
            <p:nvPr/>
          </p:nvSpPr>
          <p:spPr>
            <a:xfrm>
              <a:off x="3190016" y="388322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t63"/>
            <p:cNvSpPr/>
            <p:nvPr/>
          </p:nvSpPr>
          <p:spPr>
            <a:xfrm>
              <a:off x="3190016" y="386791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t64"/>
            <p:cNvSpPr/>
            <p:nvPr/>
          </p:nvSpPr>
          <p:spPr>
            <a:xfrm>
              <a:off x="3190016" y="379889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t65"/>
            <p:cNvSpPr/>
            <p:nvPr/>
          </p:nvSpPr>
          <p:spPr>
            <a:xfrm>
              <a:off x="3190016" y="370234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t66"/>
            <p:cNvSpPr/>
            <p:nvPr/>
          </p:nvSpPr>
          <p:spPr>
            <a:xfrm>
              <a:off x="3190016" y="363875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t67"/>
            <p:cNvSpPr/>
            <p:nvPr/>
          </p:nvSpPr>
          <p:spPr>
            <a:xfrm>
              <a:off x="3190016" y="356941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t68"/>
            <p:cNvSpPr/>
            <p:nvPr/>
          </p:nvSpPr>
          <p:spPr>
            <a:xfrm>
              <a:off x="3190016" y="362287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t69"/>
            <p:cNvSpPr/>
            <p:nvPr/>
          </p:nvSpPr>
          <p:spPr>
            <a:xfrm>
              <a:off x="3190016" y="354624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t70"/>
            <p:cNvSpPr/>
            <p:nvPr/>
          </p:nvSpPr>
          <p:spPr>
            <a:xfrm>
              <a:off x="3190016" y="351658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t71"/>
            <p:cNvSpPr/>
            <p:nvPr/>
          </p:nvSpPr>
          <p:spPr>
            <a:xfrm>
              <a:off x="3190016" y="348506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t72"/>
            <p:cNvSpPr/>
            <p:nvPr/>
          </p:nvSpPr>
          <p:spPr>
            <a:xfrm>
              <a:off x="3190016" y="344354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t73"/>
            <p:cNvSpPr/>
            <p:nvPr/>
          </p:nvSpPr>
          <p:spPr>
            <a:xfrm>
              <a:off x="3190016" y="341067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t74"/>
            <p:cNvSpPr/>
            <p:nvPr/>
          </p:nvSpPr>
          <p:spPr>
            <a:xfrm>
              <a:off x="3190016" y="333260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l75"/>
            <p:cNvSpPr/>
            <p:nvPr/>
          </p:nvSpPr>
          <p:spPr>
            <a:xfrm>
              <a:off x="1648566" y="1832523"/>
              <a:ext cx="0" cy="4130202"/>
            </a:xfrm>
            <a:custGeom>
              <a:avLst/>
              <a:pathLst>
                <a:path w="0" h="4130202">
                  <a:moveTo>
                    <a:pt x="0" y="4130202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l76"/>
            <p:cNvSpPr/>
            <p:nvPr/>
          </p:nvSpPr>
          <p:spPr>
            <a:xfrm>
              <a:off x="3214842" y="1832523"/>
              <a:ext cx="0" cy="4130202"/>
            </a:xfrm>
            <a:custGeom>
              <a:avLst/>
              <a:pathLst>
                <a:path w="0" h="4130202">
                  <a:moveTo>
                    <a:pt x="0" y="4130202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l77"/>
            <p:cNvSpPr/>
            <p:nvPr/>
          </p:nvSpPr>
          <p:spPr>
            <a:xfrm>
              <a:off x="1625072" y="5024043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l78"/>
            <p:cNvSpPr/>
            <p:nvPr/>
          </p:nvSpPr>
          <p:spPr>
            <a:xfrm>
              <a:off x="1625072" y="4648570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l79"/>
            <p:cNvSpPr/>
            <p:nvPr/>
          </p:nvSpPr>
          <p:spPr>
            <a:xfrm>
              <a:off x="1625072" y="4273097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l80"/>
            <p:cNvSpPr/>
            <p:nvPr/>
          </p:nvSpPr>
          <p:spPr>
            <a:xfrm>
              <a:off x="1625072" y="3897624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l81"/>
            <p:cNvSpPr/>
            <p:nvPr/>
          </p:nvSpPr>
          <p:spPr>
            <a:xfrm>
              <a:off x="1625072" y="3522151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l82"/>
            <p:cNvSpPr/>
            <p:nvPr/>
          </p:nvSpPr>
          <p:spPr>
            <a:xfrm>
              <a:off x="1625072" y="3146678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l83"/>
            <p:cNvSpPr/>
            <p:nvPr/>
          </p:nvSpPr>
          <p:spPr>
            <a:xfrm>
              <a:off x="1625072" y="2771205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l84"/>
            <p:cNvSpPr/>
            <p:nvPr/>
          </p:nvSpPr>
          <p:spPr>
            <a:xfrm>
              <a:off x="3214842" y="5024043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l85"/>
            <p:cNvSpPr/>
            <p:nvPr/>
          </p:nvSpPr>
          <p:spPr>
            <a:xfrm>
              <a:off x="3214842" y="4648570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l86"/>
            <p:cNvSpPr/>
            <p:nvPr/>
          </p:nvSpPr>
          <p:spPr>
            <a:xfrm>
              <a:off x="3214842" y="4273097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l87"/>
            <p:cNvSpPr/>
            <p:nvPr/>
          </p:nvSpPr>
          <p:spPr>
            <a:xfrm>
              <a:off x="3214842" y="3897624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l88"/>
            <p:cNvSpPr/>
            <p:nvPr/>
          </p:nvSpPr>
          <p:spPr>
            <a:xfrm>
              <a:off x="3214842" y="3522151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l89"/>
            <p:cNvSpPr/>
            <p:nvPr/>
          </p:nvSpPr>
          <p:spPr>
            <a:xfrm>
              <a:off x="3214842" y="3146678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l90"/>
            <p:cNvSpPr/>
            <p:nvPr/>
          </p:nvSpPr>
          <p:spPr>
            <a:xfrm>
              <a:off x="3214842" y="2771205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tx91"/>
            <p:cNvSpPr/>
            <p:nvPr/>
          </p:nvSpPr>
          <p:spPr>
            <a:xfrm>
              <a:off x="1477394" y="4988957"/>
              <a:ext cx="108521" cy="70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93" name="tx92"/>
            <p:cNvSpPr/>
            <p:nvPr/>
          </p:nvSpPr>
          <p:spPr>
            <a:xfrm>
              <a:off x="1477394" y="4613913"/>
              <a:ext cx="108521" cy="69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15</a:t>
              </a:r>
            </a:p>
          </p:txBody>
        </p:sp>
        <p:sp>
          <p:nvSpPr>
            <p:cNvPr id="94" name="tx93"/>
            <p:cNvSpPr/>
            <p:nvPr/>
          </p:nvSpPr>
          <p:spPr>
            <a:xfrm>
              <a:off x="1477394" y="4237773"/>
              <a:ext cx="108521" cy="7031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95" name="tx94"/>
            <p:cNvSpPr/>
            <p:nvPr/>
          </p:nvSpPr>
          <p:spPr>
            <a:xfrm>
              <a:off x="1477394" y="3862443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25</a:t>
              </a:r>
            </a:p>
          </p:txBody>
        </p:sp>
        <p:sp>
          <p:nvSpPr>
            <p:cNvPr id="96" name="tx95"/>
            <p:cNvSpPr/>
            <p:nvPr/>
          </p:nvSpPr>
          <p:spPr>
            <a:xfrm>
              <a:off x="1477394" y="3486970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97" name="tx96"/>
            <p:cNvSpPr/>
            <p:nvPr/>
          </p:nvSpPr>
          <p:spPr>
            <a:xfrm>
              <a:off x="1477394" y="3111497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35</a:t>
              </a:r>
            </a:p>
          </p:txBody>
        </p:sp>
        <p:sp>
          <p:nvSpPr>
            <p:cNvPr id="98" name="tx97"/>
            <p:cNvSpPr/>
            <p:nvPr/>
          </p:nvSpPr>
          <p:spPr>
            <a:xfrm>
              <a:off x="1477394" y="2735929"/>
              <a:ext cx="108521" cy="7026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99" name="tx98"/>
            <p:cNvSpPr/>
            <p:nvPr/>
          </p:nvSpPr>
          <p:spPr>
            <a:xfrm>
              <a:off x="3277493" y="4988957"/>
              <a:ext cx="108521" cy="70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100" name="tx99"/>
            <p:cNvSpPr/>
            <p:nvPr/>
          </p:nvSpPr>
          <p:spPr>
            <a:xfrm>
              <a:off x="3277493" y="4613913"/>
              <a:ext cx="108521" cy="69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15</a:t>
              </a:r>
            </a:p>
          </p:txBody>
        </p:sp>
        <p:sp>
          <p:nvSpPr>
            <p:cNvPr id="101" name="tx100"/>
            <p:cNvSpPr/>
            <p:nvPr/>
          </p:nvSpPr>
          <p:spPr>
            <a:xfrm>
              <a:off x="3277493" y="4237773"/>
              <a:ext cx="108521" cy="7031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102" name="tx101"/>
            <p:cNvSpPr/>
            <p:nvPr/>
          </p:nvSpPr>
          <p:spPr>
            <a:xfrm>
              <a:off x="3277493" y="3862443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25</a:t>
              </a:r>
            </a:p>
          </p:txBody>
        </p:sp>
        <p:sp>
          <p:nvSpPr>
            <p:cNvPr id="103" name="tx102"/>
            <p:cNvSpPr/>
            <p:nvPr/>
          </p:nvSpPr>
          <p:spPr>
            <a:xfrm>
              <a:off x="3277493" y="3486970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104" name="tx103"/>
            <p:cNvSpPr/>
            <p:nvPr/>
          </p:nvSpPr>
          <p:spPr>
            <a:xfrm>
              <a:off x="3277493" y="3111497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35</a:t>
              </a:r>
            </a:p>
          </p:txBody>
        </p:sp>
        <p:sp>
          <p:nvSpPr>
            <p:cNvPr id="105" name="tx104"/>
            <p:cNvSpPr/>
            <p:nvPr/>
          </p:nvSpPr>
          <p:spPr>
            <a:xfrm>
              <a:off x="3277493" y="2735929"/>
              <a:ext cx="108521" cy="7026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106" name="rc105"/>
            <p:cNvSpPr/>
            <p:nvPr/>
          </p:nvSpPr>
          <p:spPr>
            <a:xfrm>
              <a:off x="4404463" y="1832523"/>
              <a:ext cx="3213997" cy="413020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7" name="pl106"/>
            <p:cNvSpPr/>
            <p:nvPr/>
          </p:nvSpPr>
          <p:spPr>
            <a:xfrm>
              <a:off x="5228324" y="4374245"/>
              <a:ext cx="1566275" cy="349419"/>
            </a:xfrm>
            <a:custGeom>
              <a:avLst/>
              <a:pathLst>
                <a:path w="1566275" h="349419">
                  <a:moveTo>
                    <a:pt x="0" y="349419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l107"/>
            <p:cNvSpPr/>
            <p:nvPr/>
          </p:nvSpPr>
          <p:spPr>
            <a:xfrm>
              <a:off x="5228324" y="4400376"/>
              <a:ext cx="1566275" cy="248194"/>
            </a:xfrm>
            <a:custGeom>
              <a:avLst/>
              <a:pathLst>
                <a:path w="1566275" h="248194">
                  <a:moveTo>
                    <a:pt x="0" y="248194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l108"/>
            <p:cNvSpPr/>
            <p:nvPr/>
          </p:nvSpPr>
          <p:spPr>
            <a:xfrm>
              <a:off x="5228324" y="4354666"/>
              <a:ext cx="1566275" cy="218810"/>
            </a:xfrm>
            <a:custGeom>
              <a:avLst/>
              <a:pathLst>
                <a:path w="1566275" h="218810">
                  <a:moveTo>
                    <a:pt x="0" y="218810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l109"/>
            <p:cNvSpPr/>
            <p:nvPr/>
          </p:nvSpPr>
          <p:spPr>
            <a:xfrm>
              <a:off x="5228324" y="4336198"/>
              <a:ext cx="1566275" cy="162183"/>
            </a:xfrm>
            <a:custGeom>
              <a:avLst/>
              <a:pathLst>
                <a:path w="1566275" h="162183">
                  <a:moveTo>
                    <a:pt x="0" y="162183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l110"/>
            <p:cNvSpPr/>
            <p:nvPr/>
          </p:nvSpPr>
          <p:spPr>
            <a:xfrm>
              <a:off x="5228324" y="4275920"/>
              <a:ext cx="1566275" cy="147366"/>
            </a:xfrm>
            <a:custGeom>
              <a:avLst/>
              <a:pathLst>
                <a:path w="1566275" h="147366">
                  <a:moveTo>
                    <a:pt x="0" y="147366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l111"/>
            <p:cNvSpPr/>
            <p:nvPr/>
          </p:nvSpPr>
          <p:spPr>
            <a:xfrm>
              <a:off x="5228324" y="4233809"/>
              <a:ext cx="1566275" cy="114382"/>
            </a:xfrm>
            <a:custGeom>
              <a:avLst/>
              <a:pathLst>
                <a:path w="1566275" h="114382">
                  <a:moveTo>
                    <a:pt x="0" y="114382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l112"/>
            <p:cNvSpPr/>
            <p:nvPr/>
          </p:nvSpPr>
          <p:spPr>
            <a:xfrm>
              <a:off x="5228324" y="4229127"/>
              <a:ext cx="1566275" cy="43969"/>
            </a:xfrm>
            <a:custGeom>
              <a:avLst/>
              <a:pathLst>
                <a:path w="1566275" h="43969">
                  <a:moveTo>
                    <a:pt x="0" y="43969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l113"/>
            <p:cNvSpPr/>
            <p:nvPr/>
          </p:nvSpPr>
          <p:spPr>
            <a:xfrm>
              <a:off x="5228324" y="4142151"/>
              <a:ext cx="1566275" cy="55851"/>
            </a:xfrm>
            <a:custGeom>
              <a:avLst/>
              <a:pathLst>
                <a:path w="1566275" h="55851">
                  <a:moveTo>
                    <a:pt x="0" y="55851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l114"/>
            <p:cNvSpPr/>
            <p:nvPr/>
          </p:nvSpPr>
          <p:spPr>
            <a:xfrm>
              <a:off x="5228324" y="4014772"/>
              <a:ext cx="1566275" cy="108136"/>
            </a:xfrm>
            <a:custGeom>
              <a:avLst/>
              <a:pathLst>
                <a:path w="1566275" h="108136">
                  <a:moveTo>
                    <a:pt x="0" y="108136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l115"/>
            <p:cNvSpPr/>
            <p:nvPr/>
          </p:nvSpPr>
          <p:spPr>
            <a:xfrm>
              <a:off x="5228324" y="3999821"/>
              <a:ext cx="1566275" cy="47992"/>
            </a:xfrm>
            <a:custGeom>
              <a:avLst/>
              <a:pathLst>
                <a:path w="1566275" h="47992">
                  <a:moveTo>
                    <a:pt x="0" y="47992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l116"/>
            <p:cNvSpPr/>
            <p:nvPr/>
          </p:nvSpPr>
          <p:spPr>
            <a:xfrm>
              <a:off x="5228324" y="3952329"/>
              <a:ext cx="1566275" cy="20389"/>
            </a:xfrm>
            <a:custGeom>
              <a:avLst/>
              <a:pathLst>
                <a:path w="1566275" h="20389">
                  <a:moveTo>
                    <a:pt x="0" y="20389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l117"/>
            <p:cNvSpPr/>
            <p:nvPr/>
          </p:nvSpPr>
          <p:spPr>
            <a:xfrm>
              <a:off x="5228324" y="3876821"/>
              <a:ext cx="1566275" cy="20803"/>
            </a:xfrm>
            <a:custGeom>
              <a:avLst/>
              <a:pathLst>
                <a:path w="1566275" h="20803">
                  <a:moveTo>
                    <a:pt x="0" y="20803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l118"/>
            <p:cNvSpPr/>
            <p:nvPr/>
          </p:nvSpPr>
          <p:spPr>
            <a:xfrm>
              <a:off x="5228324" y="3792590"/>
              <a:ext cx="1566275" cy="29939"/>
            </a:xfrm>
            <a:custGeom>
              <a:avLst/>
              <a:pathLst>
                <a:path w="1566275" h="29939">
                  <a:moveTo>
                    <a:pt x="0" y="29939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l119"/>
            <p:cNvSpPr/>
            <p:nvPr/>
          </p:nvSpPr>
          <p:spPr>
            <a:xfrm>
              <a:off x="5228324" y="3747435"/>
              <a:ext cx="1566275" cy="78534"/>
            </a:xfrm>
            <a:custGeom>
              <a:avLst/>
              <a:pathLst>
                <a:path w="1566275" h="78534">
                  <a:moveTo>
                    <a:pt x="0" y="0"/>
                  </a:moveTo>
                  <a:lnTo>
                    <a:pt x="1566275" y="78534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l120"/>
            <p:cNvSpPr/>
            <p:nvPr/>
          </p:nvSpPr>
          <p:spPr>
            <a:xfrm>
              <a:off x="5228324" y="3672340"/>
              <a:ext cx="1566275" cy="88425"/>
            </a:xfrm>
            <a:custGeom>
              <a:avLst/>
              <a:pathLst>
                <a:path w="1566275" h="88425">
                  <a:moveTo>
                    <a:pt x="0" y="0"/>
                  </a:moveTo>
                  <a:lnTo>
                    <a:pt x="1566275" y="88425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l121"/>
            <p:cNvSpPr/>
            <p:nvPr/>
          </p:nvSpPr>
          <p:spPr>
            <a:xfrm>
              <a:off x="5228324" y="3597246"/>
              <a:ext cx="1566275" cy="76335"/>
            </a:xfrm>
            <a:custGeom>
              <a:avLst/>
              <a:pathLst>
                <a:path w="1566275" h="76335">
                  <a:moveTo>
                    <a:pt x="0" y="0"/>
                  </a:moveTo>
                  <a:lnTo>
                    <a:pt x="1566275" y="76335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l122"/>
            <p:cNvSpPr/>
            <p:nvPr/>
          </p:nvSpPr>
          <p:spPr>
            <a:xfrm>
              <a:off x="5228324" y="3522151"/>
              <a:ext cx="1566275" cy="183754"/>
            </a:xfrm>
            <a:custGeom>
              <a:avLst/>
              <a:pathLst>
                <a:path w="1566275" h="183754">
                  <a:moveTo>
                    <a:pt x="0" y="0"/>
                  </a:moveTo>
                  <a:lnTo>
                    <a:pt x="1566275" y="183754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l123"/>
            <p:cNvSpPr/>
            <p:nvPr/>
          </p:nvSpPr>
          <p:spPr>
            <a:xfrm>
              <a:off x="5228324" y="3447057"/>
              <a:ext cx="1566275" cy="154026"/>
            </a:xfrm>
            <a:custGeom>
              <a:avLst/>
              <a:pathLst>
                <a:path w="1566275" h="154026">
                  <a:moveTo>
                    <a:pt x="0" y="0"/>
                  </a:moveTo>
                  <a:lnTo>
                    <a:pt x="1566275" y="154026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l124"/>
            <p:cNvSpPr/>
            <p:nvPr/>
          </p:nvSpPr>
          <p:spPr>
            <a:xfrm>
              <a:off x="5228324" y="3371962"/>
              <a:ext cx="1566275" cy="232409"/>
            </a:xfrm>
            <a:custGeom>
              <a:avLst/>
              <a:pathLst>
                <a:path w="1566275" h="232409">
                  <a:moveTo>
                    <a:pt x="0" y="0"/>
                  </a:moveTo>
                  <a:lnTo>
                    <a:pt x="1566275" y="232409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l125"/>
            <p:cNvSpPr/>
            <p:nvPr/>
          </p:nvSpPr>
          <p:spPr>
            <a:xfrm>
              <a:off x="5228324" y="3296867"/>
              <a:ext cx="1566275" cy="223781"/>
            </a:xfrm>
            <a:custGeom>
              <a:avLst/>
              <a:pathLst>
                <a:path w="1566275" h="223781">
                  <a:moveTo>
                    <a:pt x="0" y="0"/>
                  </a:moveTo>
                  <a:lnTo>
                    <a:pt x="1566275" y="223781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l126"/>
            <p:cNvSpPr/>
            <p:nvPr/>
          </p:nvSpPr>
          <p:spPr>
            <a:xfrm>
              <a:off x="5228324" y="3221773"/>
              <a:ext cx="1566275" cy="268544"/>
            </a:xfrm>
            <a:custGeom>
              <a:avLst/>
              <a:pathLst>
                <a:path w="1566275" h="268544">
                  <a:moveTo>
                    <a:pt x="0" y="0"/>
                  </a:moveTo>
                  <a:lnTo>
                    <a:pt x="1566275" y="268544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l127"/>
            <p:cNvSpPr/>
            <p:nvPr/>
          </p:nvSpPr>
          <p:spPr>
            <a:xfrm>
              <a:off x="5228324" y="3146678"/>
              <a:ext cx="1566275" cy="351708"/>
            </a:xfrm>
            <a:custGeom>
              <a:avLst/>
              <a:pathLst>
                <a:path w="1566275" h="351708">
                  <a:moveTo>
                    <a:pt x="0" y="0"/>
                  </a:moveTo>
                  <a:lnTo>
                    <a:pt x="1566275" y="351708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l128"/>
            <p:cNvSpPr/>
            <p:nvPr/>
          </p:nvSpPr>
          <p:spPr>
            <a:xfrm>
              <a:off x="5228324" y="3071584"/>
              <a:ext cx="1566275" cy="406931"/>
            </a:xfrm>
            <a:custGeom>
              <a:avLst/>
              <a:pathLst>
                <a:path w="1566275" h="406931">
                  <a:moveTo>
                    <a:pt x="0" y="0"/>
                  </a:moveTo>
                  <a:lnTo>
                    <a:pt x="1566275" y="406931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t129"/>
            <p:cNvSpPr/>
            <p:nvPr/>
          </p:nvSpPr>
          <p:spPr>
            <a:xfrm>
              <a:off x="5207563" y="470290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t130"/>
            <p:cNvSpPr/>
            <p:nvPr/>
          </p:nvSpPr>
          <p:spPr>
            <a:xfrm>
              <a:off x="5207563" y="462780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t131"/>
            <p:cNvSpPr/>
            <p:nvPr/>
          </p:nvSpPr>
          <p:spPr>
            <a:xfrm>
              <a:off x="5207563" y="455271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t132"/>
            <p:cNvSpPr/>
            <p:nvPr/>
          </p:nvSpPr>
          <p:spPr>
            <a:xfrm>
              <a:off x="5207563" y="447762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t133"/>
            <p:cNvSpPr/>
            <p:nvPr/>
          </p:nvSpPr>
          <p:spPr>
            <a:xfrm>
              <a:off x="5207563" y="440252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t134"/>
            <p:cNvSpPr/>
            <p:nvPr/>
          </p:nvSpPr>
          <p:spPr>
            <a:xfrm>
              <a:off x="5207563" y="432743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t135"/>
            <p:cNvSpPr/>
            <p:nvPr/>
          </p:nvSpPr>
          <p:spPr>
            <a:xfrm>
              <a:off x="5207563" y="425233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t136"/>
            <p:cNvSpPr/>
            <p:nvPr/>
          </p:nvSpPr>
          <p:spPr>
            <a:xfrm>
              <a:off x="5207563" y="417724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t137"/>
            <p:cNvSpPr/>
            <p:nvPr/>
          </p:nvSpPr>
          <p:spPr>
            <a:xfrm>
              <a:off x="5207563" y="410214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t138"/>
            <p:cNvSpPr/>
            <p:nvPr/>
          </p:nvSpPr>
          <p:spPr>
            <a:xfrm>
              <a:off x="5207563" y="402705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t139"/>
            <p:cNvSpPr/>
            <p:nvPr/>
          </p:nvSpPr>
          <p:spPr>
            <a:xfrm>
              <a:off x="5207563" y="395195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t140"/>
            <p:cNvSpPr/>
            <p:nvPr/>
          </p:nvSpPr>
          <p:spPr>
            <a:xfrm>
              <a:off x="5207563" y="387686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t141"/>
            <p:cNvSpPr/>
            <p:nvPr/>
          </p:nvSpPr>
          <p:spPr>
            <a:xfrm>
              <a:off x="5207563" y="380176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t142"/>
            <p:cNvSpPr/>
            <p:nvPr/>
          </p:nvSpPr>
          <p:spPr>
            <a:xfrm>
              <a:off x="5207563" y="372667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t143"/>
            <p:cNvSpPr/>
            <p:nvPr/>
          </p:nvSpPr>
          <p:spPr>
            <a:xfrm>
              <a:off x="5207563" y="365158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t144"/>
            <p:cNvSpPr/>
            <p:nvPr/>
          </p:nvSpPr>
          <p:spPr>
            <a:xfrm>
              <a:off x="5207563" y="357648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t145"/>
            <p:cNvSpPr/>
            <p:nvPr/>
          </p:nvSpPr>
          <p:spPr>
            <a:xfrm>
              <a:off x="5207563" y="350139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t146"/>
            <p:cNvSpPr/>
            <p:nvPr/>
          </p:nvSpPr>
          <p:spPr>
            <a:xfrm>
              <a:off x="5207563" y="342629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t147"/>
            <p:cNvSpPr/>
            <p:nvPr/>
          </p:nvSpPr>
          <p:spPr>
            <a:xfrm>
              <a:off x="5207563" y="335120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t148"/>
            <p:cNvSpPr/>
            <p:nvPr/>
          </p:nvSpPr>
          <p:spPr>
            <a:xfrm>
              <a:off x="5207563" y="327610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t149"/>
            <p:cNvSpPr/>
            <p:nvPr/>
          </p:nvSpPr>
          <p:spPr>
            <a:xfrm>
              <a:off x="5207563" y="320101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t150"/>
            <p:cNvSpPr/>
            <p:nvPr/>
          </p:nvSpPr>
          <p:spPr>
            <a:xfrm>
              <a:off x="5207563" y="312591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t151"/>
            <p:cNvSpPr/>
            <p:nvPr/>
          </p:nvSpPr>
          <p:spPr>
            <a:xfrm>
              <a:off x="5207563" y="305082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t152"/>
            <p:cNvSpPr/>
            <p:nvPr/>
          </p:nvSpPr>
          <p:spPr>
            <a:xfrm>
              <a:off x="6769773" y="434941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t153"/>
            <p:cNvSpPr/>
            <p:nvPr/>
          </p:nvSpPr>
          <p:spPr>
            <a:xfrm>
              <a:off x="6769773" y="437555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t154"/>
            <p:cNvSpPr/>
            <p:nvPr/>
          </p:nvSpPr>
          <p:spPr>
            <a:xfrm>
              <a:off x="6769773" y="432984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t155"/>
            <p:cNvSpPr/>
            <p:nvPr/>
          </p:nvSpPr>
          <p:spPr>
            <a:xfrm>
              <a:off x="6769773" y="431137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t156"/>
            <p:cNvSpPr/>
            <p:nvPr/>
          </p:nvSpPr>
          <p:spPr>
            <a:xfrm>
              <a:off x="6769773" y="425109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t157"/>
            <p:cNvSpPr/>
            <p:nvPr/>
          </p:nvSpPr>
          <p:spPr>
            <a:xfrm>
              <a:off x="6769773" y="420898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t158"/>
            <p:cNvSpPr/>
            <p:nvPr/>
          </p:nvSpPr>
          <p:spPr>
            <a:xfrm>
              <a:off x="6769773" y="420430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t159"/>
            <p:cNvSpPr/>
            <p:nvPr/>
          </p:nvSpPr>
          <p:spPr>
            <a:xfrm>
              <a:off x="6769773" y="411732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t160"/>
            <p:cNvSpPr/>
            <p:nvPr/>
          </p:nvSpPr>
          <p:spPr>
            <a:xfrm>
              <a:off x="6769773" y="398994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t161"/>
            <p:cNvSpPr/>
            <p:nvPr/>
          </p:nvSpPr>
          <p:spPr>
            <a:xfrm>
              <a:off x="6769773" y="397499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t162"/>
            <p:cNvSpPr/>
            <p:nvPr/>
          </p:nvSpPr>
          <p:spPr>
            <a:xfrm>
              <a:off x="6769773" y="392750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t163"/>
            <p:cNvSpPr/>
            <p:nvPr/>
          </p:nvSpPr>
          <p:spPr>
            <a:xfrm>
              <a:off x="6769773" y="385199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t164"/>
            <p:cNvSpPr/>
            <p:nvPr/>
          </p:nvSpPr>
          <p:spPr>
            <a:xfrm>
              <a:off x="6769773" y="376776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t165"/>
            <p:cNvSpPr/>
            <p:nvPr/>
          </p:nvSpPr>
          <p:spPr>
            <a:xfrm>
              <a:off x="6769773" y="380114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t166"/>
            <p:cNvSpPr/>
            <p:nvPr/>
          </p:nvSpPr>
          <p:spPr>
            <a:xfrm>
              <a:off x="6769773" y="373594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t167"/>
            <p:cNvSpPr/>
            <p:nvPr/>
          </p:nvSpPr>
          <p:spPr>
            <a:xfrm>
              <a:off x="6769773" y="364875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t168"/>
            <p:cNvSpPr/>
            <p:nvPr/>
          </p:nvSpPr>
          <p:spPr>
            <a:xfrm>
              <a:off x="6769773" y="368108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t169"/>
            <p:cNvSpPr/>
            <p:nvPr/>
          </p:nvSpPr>
          <p:spPr>
            <a:xfrm>
              <a:off x="6769773" y="357625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t170"/>
            <p:cNvSpPr/>
            <p:nvPr/>
          </p:nvSpPr>
          <p:spPr>
            <a:xfrm>
              <a:off x="6769773" y="357954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t171"/>
            <p:cNvSpPr/>
            <p:nvPr/>
          </p:nvSpPr>
          <p:spPr>
            <a:xfrm>
              <a:off x="6769773" y="349582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t172"/>
            <p:cNvSpPr/>
            <p:nvPr/>
          </p:nvSpPr>
          <p:spPr>
            <a:xfrm>
              <a:off x="6769773" y="346549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t173"/>
            <p:cNvSpPr/>
            <p:nvPr/>
          </p:nvSpPr>
          <p:spPr>
            <a:xfrm>
              <a:off x="6769773" y="347356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t174"/>
            <p:cNvSpPr/>
            <p:nvPr/>
          </p:nvSpPr>
          <p:spPr>
            <a:xfrm>
              <a:off x="6769773" y="345368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l175"/>
            <p:cNvSpPr/>
            <p:nvPr/>
          </p:nvSpPr>
          <p:spPr>
            <a:xfrm>
              <a:off x="5228324" y="1832523"/>
              <a:ext cx="0" cy="4130202"/>
            </a:xfrm>
            <a:custGeom>
              <a:avLst/>
              <a:pathLst>
                <a:path w="0" h="4130202">
                  <a:moveTo>
                    <a:pt x="0" y="4130202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l176"/>
            <p:cNvSpPr/>
            <p:nvPr/>
          </p:nvSpPr>
          <p:spPr>
            <a:xfrm>
              <a:off x="6794599" y="1832523"/>
              <a:ext cx="0" cy="4130202"/>
            </a:xfrm>
            <a:custGeom>
              <a:avLst/>
              <a:pathLst>
                <a:path w="0" h="4130202">
                  <a:moveTo>
                    <a:pt x="0" y="4130202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l177"/>
            <p:cNvSpPr/>
            <p:nvPr/>
          </p:nvSpPr>
          <p:spPr>
            <a:xfrm>
              <a:off x="5204830" y="5024043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l178"/>
            <p:cNvSpPr/>
            <p:nvPr/>
          </p:nvSpPr>
          <p:spPr>
            <a:xfrm>
              <a:off x="5204830" y="4648570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l179"/>
            <p:cNvSpPr/>
            <p:nvPr/>
          </p:nvSpPr>
          <p:spPr>
            <a:xfrm>
              <a:off x="5204830" y="4273097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l180"/>
            <p:cNvSpPr/>
            <p:nvPr/>
          </p:nvSpPr>
          <p:spPr>
            <a:xfrm>
              <a:off x="5204830" y="3897624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l181"/>
            <p:cNvSpPr/>
            <p:nvPr/>
          </p:nvSpPr>
          <p:spPr>
            <a:xfrm>
              <a:off x="5204830" y="3522151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l182"/>
            <p:cNvSpPr/>
            <p:nvPr/>
          </p:nvSpPr>
          <p:spPr>
            <a:xfrm>
              <a:off x="5204830" y="3146678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l183"/>
            <p:cNvSpPr/>
            <p:nvPr/>
          </p:nvSpPr>
          <p:spPr>
            <a:xfrm>
              <a:off x="5204830" y="2771205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l184"/>
            <p:cNvSpPr/>
            <p:nvPr/>
          </p:nvSpPr>
          <p:spPr>
            <a:xfrm>
              <a:off x="6794599" y="5024043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l185"/>
            <p:cNvSpPr/>
            <p:nvPr/>
          </p:nvSpPr>
          <p:spPr>
            <a:xfrm>
              <a:off x="6794599" y="4648570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l186"/>
            <p:cNvSpPr/>
            <p:nvPr/>
          </p:nvSpPr>
          <p:spPr>
            <a:xfrm>
              <a:off x="6794599" y="4273097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l187"/>
            <p:cNvSpPr/>
            <p:nvPr/>
          </p:nvSpPr>
          <p:spPr>
            <a:xfrm>
              <a:off x="6794599" y="3897624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l188"/>
            <p:cNvSpPr/>
            <p:nvPr/>
          </p:nvSpPr>
          <p:spPr>
            <a:xfrm>
              <a:off x="6794599" y="3522151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l189"/>
            <p:cNvSpPr/>
            <p:nvPr/>
          </p:nvSpPr>
          <p:spPr>
            <a:xfrm>
              <a:off x="6794599" y="3146678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l190"/>
            <p:cNvSpPr/>
            <p:nvPr/>
          </p:nvSpPr>
          <p:spPr>
            <a:xfrm>
              <a:off x="6794599" y="2771205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tx191"/>
            <p:cNvSpPr/>
            <p:nvPr/>
          </p:nvSpPr>
          <p:spPr>
            <a:xfrm>
              <a:off x="5057151" y="4988957"/>
              <a:ext cx="108521" cy="70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193" name="tx192"/>
            <p:cNvSpPr/>
            <p:nvPr/>
          </p:nvSpPr>
          <p:spPr>
            <a:xfrm>
              <a:off x="5057151" y="4613913"/>
              <a:ext cx="108521" cy="69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15</a:t>
              </a:r>
            </a:p>
          </p:txBody>
        </p:sp>
        <p:sp>
          <p:nvSpPr>
            <p:cNvPr id="194" name="tx193"/>
            <p:cNvSpPr/>
            <p:nvPr/>
          </p:nvSpPr>
          <p:spPr>
            <a:xfrm>
              <a:off x="5057151" y="4237773"/>
              <a:ext cx="108521" cy="7031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195" name="tx194"/>
            <p:cNvSpPr/>
            <p:nvPr/>
          </p:nvSpPr>
          <p:spPr>
            <a:xfrm>
              <a:off x="5057151" y="3862443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25</a:t>
              </a:r>
            </a:p>
          </p:txBody>
        </p:sp>
        <p:sp>
          <p:nvSpPr>
            <p:cNvPr id="196" name="tx195"/>
            <p:cNvSpPr/>
            <p:nvPr/>
          </p:nvSpPr>
          <p:spPr>
            <a:xfrm>
              <a:off x="5057151" y="3486970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197" name="tx196"/>
            <p:cNvSpPr/>
            <p:nvPr/>
          </p:nvSpPr>
          <p:spPr>
            <a:xfrm>
              <a:off x="5057151" y="3111497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35</a:t>
              </a:r>
            </a:p>
          </p:txBody>
        </p:sp>
        <p:sp>
          <p:nvSpPr>
            <p:cNvPr id="198" name="tx197"/>
            <p:cNvSpPr/>
            <p:nvPr/>
          </p:nvSpPr>
          <p:spPr>
            <a:xfrm>
              <a:off x="5057151" y="2735929"/>
              <a:ext cx="108521" cy="7026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199" name="tx198"/>
            <p:cNvSpPr/>
            <p:nvPr/>
          </p:nvSpPr>
          <p:spPr>
            <a:xfrm>
              <a:off x="6857250" y="4988957"/>
              <a:ext cx="108521" cy="70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200" name="tx199"/>
            <p:cNvSpPr/>
            <p:nvPr/>
          </p:nvSpPr>
          <p:spPr>
            <a:xfrm>
              <a:off x="6857250" y="4613913"/>
              <a:ext cx="108521" cy="69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15</a:t>
              </a:r>
            </a:p>
          </p:txBody>
        </p:sp>
        <p:sp>
          <p:nvSpPr>
            <p:cNvPr id="201" name="tx200"/>
            <p:cNvSpPr/>
            <p:nvPr/>
          </p:nvSpPr>
          <p:spPr>
            <a:xfrm>
              <a:off x="6857250" y="4237773"/>
              <a:ext cx="108521" cy="7031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202" name="tx201"/>
            <p:cNvSpPr/>
            <p:nvPr/>
          </p:nvSpPr>
          <p:spPr>
            <a:xfrm>
              <a:off x="6857250" y="3862443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25</a:t>
              </a:r>
            </a:p>
          </p:txBody>
        </p:sp>
        <p:sp>
          <p:nvSpPr>
            <p:cNvPr id="203" name="tx202"/>
            <p:cNvSpPr/>
            <p:nvPr/>
          </p:nvSpPr>
          <p:spPr>
            <a:xfrm>
              <a:off x="6857250" y="3486970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204" name="tx203"/>
            <p:cNvSpPr/>
            <p:nvPr/>
          </p:nvSpPr>
          <p:spPr>
            <a:xfrm>
              <a:off x="6857250" y="3111497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35</a:t>
              </a:r>
            </a:p>
          </p:txBody>
        </p:sp>
        <p:sp>
          <p:nvSpPr>
            <p:cNvPr id="205" name="tx204"/>
            <p:cNvSpPr/>
            <p:nvPr/>
          </p:nvSpPr>
          <p:spPr>
            <a:xfrm>
              <a:off x="6857250" y="2735929"/>
              <a:ext cx="108521" cy="7026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206" name="rc205"/>
            <p:cNvSpPr/>
            <p:nvPr/>
          </p:nvSpPr>
          <p:spPr>
            <a:xfrm>
              <a:off x="7984220" y="1832523"/>
              <a:ext cx="3213997" cy="413020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07" name="pl206"/>
            <p:cNvSpPr/>
            <p:nvPr/>
          </p:nvSpPr>
          <p:spPr>
            <a:xfrm>
              <a:off x="8808081" y="4379064"/>
              <a:ext cx="1566275" cy="344600"/>
            </a:xfrm>
            <a:custGeom>
              <a:avLst/>
              <a:pathLst>
                <a:path w="1566275" h="344600">
                  <a:moveTo>
                    <a:pt x="0" y="344600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l207"/>
            <p:cNvSpPr/>
            <p:nvPr/>
          </p:nvSpPr>
          <p:spPr>
            <a:xfrm>
              <a:off x="8808081" y="4309407"/>
              <a:ext cx="1566275" cy="339163"/>
            </a:xfrm>
            <a:custGeom>
              <a:avLst/>
              <a:pathLst>
                <a:path w="1566275" h="339163">
                  <a:moveTo>
                    <a:pt x="0" y="339163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l208"/>
            <p:cNvSpPr/>
            <p:nvPr/>
          </p:nvSpPr>
          <p:spPr>
            <a:xfrm>
              <a:off x="8808081" y="4273097"/>
              <a:ext cx="1566275" cy="300378"/>
            </a:xfrm>
            <a:custGeom>
              <a:avLst/>
              <a:pathLst>
                <a:path w="1566275" h="300378">
                  <a:moveTo>
                    <a:pt x="0" y="300378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l209"/>
            <p:cNvSpPr/>
            <p:nvPr/>
          </p:nvSpPr>
          <p:spPr>
            <a:xfrm>
              <a:off x="8808081" y="4291010"/>
              <a:ext cx="1566275" cy="207371"/>
            </a:xfrm>
            <a:custGeom>
              <a:avLst/>
              <a:pathLst>
                <a:path w="1566275" h="207371">
                  <a:moveTo>
                    <a:pt x="0" y="207371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l210"/>
            <p:cNvSpPr/>
            <p:nvPr/>
          </p:nvSpPr>
          <p:spPr>
            <a:xfrm>
              <a:off x="8808081" y="4204091"/>
              <a:ext cx="1566275" cy="219195"/>
            </a:xfrm>
            <a:custGeom>
              <a:avLst/>
              <a:pathLst>
                <a:path w="1566275" h="219195">
                  <a:moveTo>
                    <a:pt x="0" y="219195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l211"/>
            <p:cNvSpPr/>
            <p:nvPr/>
          </p:nvSpPr>
          <p:spPr>
            <a:xfrm>
              <a:off x="8808081" y="4240082"/>
              <a:ext cx="1566275" cy="108110"/>
            </a:xfrm>
            <a:custGeom>
              <a:avLst/>
              <a:pathLst>
                <a:path w="1566275" h="108110">
                  <a:moveTo>
                    <a:pt x="0" y="108110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l212"/>
            <p:cNvSpPr/>
            <p:nvPr/>
          </p:nvSpPr>
          <p:spPr>
            <a:xfrm>
              <a:off x="8808081" y="4214899"/>
              <a:ext cx="1566275" cy="58198"/>
            </a:xfrm>
            <a:custGeom>
              <a:avLst/>
              <a:pathLst>
                <a:path w="1566275" h="58198">
                  <a:moveTo>
                    <a:pt x="0" y="58198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l213"/>
            <p:cNvSpPr/>
            <p:nvPr/>
          </p:nvSpPr>
          <p:spPr>
            <a:xfrm>
              <a:off x="8808081" y="4045811"/>
              <a:ext cx="1566275" cy="152191"/>
            </a:xfrm>
            <a:custGeom>
              <a:avLst/>
              <a:pathLst>
                <a:path w="1566275" h="152191">
                  <a:moveTo>
                    <a:pt x="0" y="152191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l214"/>
            <p:cNvSpPr/>
            <p:nvPr/>
          </p:nvSpPr>
          <p:spPr>
            <a:xfrm>
              <a:off x="8808081" y="4088082"/>
              <a:ext cx="1566275" cy="34826"/>
            </a:xfrm>
            <a:custGeom>
              <a:avLst/>
              <a:pathLst>
                <a:path w="1566275" h="34826">
                  <a:moveTo>
                    <a:pt x="0" y="34826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l215"/>
            <p:cNvSpPr/>
            <p:nvPr/>
          </p:nvSpPr>
          <p:spPr>
            <a:xfrm>
              <a:off x="8808081" y="3949905"/>
              <a:ext cx="1566275" cy="97908"/>
            </a:xfrm>
            <a:custGeom>
              <a:avLst/>
              <a:pathLst>
                <a:path w="1566275" h="97908">
                  <a:moveTo>
                    <a:pt x="0" y="97908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l216"/>
            <p:cNvSpPr/>
            <p:nvPr/>
          </p:nvSpPr>
          <p:spPr>
            <a:xfrm>
              <a:off x="8808081" y="3947532"/>
              <a:ext cx="1566275" cy="25187"/>
            </a:xfrm>
            <a:custGeom>
              <a:avLst/>
              <a:pathLst>
                <a:path w="1566275" h="25187">
                  <a:moveTo>
                    <a:pt x="0" y="25187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l217"/>
            <p:cNvSpPr/>
            <p:nvPr/>
          </p:nvSpPr>
          <p:spPr>
            <a:xfrm>
              <a:off x="8808081" y="3889988"/>
              <a:ext cx="1566275" cy="7636"/>
            </a:xfrm>
            <a:custGeom>
              <a:avLst/>
              <a:pathLst>
                <a:path w="1566275" h="7636">
                  <a:moveTo>
                    <a:pt x="0" y="7636"/>
                  </a:moveTo>
                  <a:lnTo>
                    <a:pt x="1566275" y="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l218"/>
            <p:cNvSpPr/>
            <p:nvPr/>
          </p:nvSpPr>
          <p:spPr>
            <a:xfrm>
              <a:off x="8808081" y="3822530"/>
              <a:ext cx="1566275" cy="24086"/>
            </a:xfrm>
            <a:custGeom>
              <a:avLst/>
              <a:pathLst>
                <a:path w="1566275" h="24086">
                  <a:moveTo>
                    <a:pt x="0" y="0"/>
                  </a:moveTo>
                  <a:lnTo>
                    <a:pt x="1566275" y="24086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l219"/>
            <p:cNvSpPr/>
            <p:nvPr/>
          </p:nvSpPr>
          <p:spPr>
            <a:xfrm>
              <a:off x="8808081" y="3747435"/>
              <a:ext cx="1566275" cy="63189"/>
            </a:xfrm>
            <a:custGeom>
              <a:avLst/>
              <a:pathLst>
                <a:path w="1566275" h="63189">
                  <a:moveTo>
                    <a:pt x="0" y="0"/>
                  </a:moveTo>
                  <a:lnTo>
                    <a:pt x="1566275" y="63189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l220"/>
            <p:cNvSpPr/>
            <p:nvPr/>
          </p:nvSpPr>
          <p:spPr>
            <a:xfrm>
              <a:off x="8808081" y="3672340"/>
              <a:ext cx="1566275" cy="107863"/>
            </a:xfrm>
            <a:custGeom>
              <a:avLst/>
              <a:pathLst>
                <a:path w="1566275" h="107863">
                  <a:moveTo>
                    <a:pt x="0" y="0"/>
                  </a:moveTo>
                  <a:lnTo>
                    <a:pt x="1566275" y="107863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l221"/>
            <p:cNvSpPr/>
            <p:nvPr/>
          </p:nvSpPr>
          <p:spPr>
            <a:xfrm>
              <a:off x="8808081" y="3597246"/>
              <a:ext cx="1566275" cy="172820"/>
            </a:xfrm>
            <a:custGeom>
              <a:avLst/>
              <a:pathLst>
                <a:path w="1566275" h="172820">
                  <a:moveTo>
                    <a:pt x="0" y="0"/>
                  </a:moveTo>
                  <a:lnTo>
                    <a:pt x="1566275" y="172820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pl222"/>
            <p:cNvSpPr/>
            <p:nvPr/>
          </p:nvSpPr>
          <p:spPr>
            <a:xfrm>
              <a:off x="8808081" y="3522151"/>
              <a:ext cx="1566275" cy="133777"/>
            </a:xfrm>
            <a:custGeom>
              <a:avLst/>
              <a:pathLst>
                <a:path w="1566275" h="133777">
                  <a:moveTo>
                    <a:pt x="0" y="0"/>
                  </a:moveTo>
                  <a:lnTo>
                    <a:pt x="1566275" y="133777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" name="pl223"/>
            <p:cNvSpPr/>
            <p:nvPr/>
          </p:nvSpPr>
          <p:spPr>
            <a:xfrm>
              <a:off x="8808081" y="3447057"/>
              <a:ext cx="1566275" cy="225283"/>
            </a:xfrm>
            <a:custGeom>
              <a:avLst/>
              <a:pathLst>
                <a:path w="1566275" h="225283">
                  <a:moveTo>
                    <a:pt x="0" y="0"/>
                  </a:moveTo>
                  <a:lnTo>
                    <a:pt x="1566275" y="225283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l224"/>
            <p:cNvSpPr/>
            <p:nvPr/>
          </p:nvSpPr>
          <p:spPr>
            <a:xfrm>
              <a:off x="8808081" y="3371962"/>
              <a:ext cx="1566275" cy="262253"/>
            </a:xfrm>
            <a:custGeom>
              <a:avLst/>
              <a:pathLst>
                <a:path w="1566275" h="262253">
                  <a:moveTo>
                    <a:pt x="0" y="0"/>
                  </a:moveTo>
                  <a:lnTo>
                    <a:pt x="1566275" y="262253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l225"/>
            <p:cNvSpPr/>
            <p:nvPr/>
          </p:nvSpPr>
          <p:spPr>
            <a:xfrm>
              <a:off x="8808081" y="3296867"/>
              <a:ext cx="1566275" cy="299105"/>
            </a:xfrm>
            <a:custGeom>
              <a:avLst/>
              <a:pathLst>
                <a:path w="1566275" h="299105">
                  <a:moveTo>
                    <a:pt x="0" y="0"/>
                  </a:moveTo>
                  <a:lnTo>
                    <a:pt x="1566275" y="299105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l226"/>
            <p:cNvSpPr/>
            <p:nvPr/>
          </p:nvSpPr>
          <p:spPr>
            <a:xfrm>
              <a:off x="8808081" y="3221773"/>
              <a:ext cx="1566275" cy="326295"/>
            </a:xfrm>
            <a:custGeom>
              <a:avLst/>
              <a:pathLst>
                <a:path w="1566275" h="326295">
                  <a:moveTo>
                    <a:pt x="0" y="0"/>
                  </a:moveTo>
                  <a:lnTo>
                    <a:pt x="1566275" y="326295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l227"/>
            <p:cNvSpPr/>
            <p:nvPr/>
          </p:nvSpPr>
          <p:spPr>
            <a:xfrm>
              <a:off x="8808081" y="3146678"/>
              <a:ext cx="1566275" cy="349478"/>
            </a:xfrm>
            <a:custGeom>
              <a:avLst/>
              <a:pathLst>
                <a:path w="1566275" h="349478">
                  <a:moveTo>
                    <a:pt x="0" y="0"/>
                  </a:moveTo>
                  <a:lnTo>
                    <a:pt x="1566275" y="349478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l228"/>
            <p:cNvSpPr/>
            <p:nvPr/>
          </p:nvSpPr>
          <p:spPr>
            <a:xfrm>
              <a:off x="8808081" y="3071584"/>
              <a:ext cx="1566275" cy="428039"/>
            </a:xfrm>
            <a:custGeom>
              <a:avLst/>
              <a:pathLst>
                <a:path w="1566275" h="428039">
                  <a:moveTo>
                    <a:pt x="0" y="0"/>
                  </a:moveTo>
                  <a:lnTo>
                    <a:pt x="1566275" y="428039"/>
                  </a:lnTo>
                </a:path>
              </a:pathLst>
            </a:custGeom>
            <a:ln w="16260" cap="flat">
              <a:solidFill>
                <a:srgbClr val="7F7F7F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t229"/>
            <p:cNvSpPr/>
            <p:nvPr/>
          </p:nvSpPr>
          <p:spPr>
            <a:xfrm>
              <a:off x="8787320" y="470290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t230"/>
            <p:cNvSpPr/>
            <p:nvPr/>
          </p:nvSpPr>
          <p:spPr>
            <a:xfrm>
              <a:off x="8787320" y="462780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pt231"/>
            <p:cNvSpPr/>
            <p:nvPr/>
          </p:nvSpPr>
          <p:spPr>
            <a:xfrm>
              <a:off x="8787320" y="455271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" name="pt232"/>
            <p:cNvSpPr/>
            <p:nvPr/>
          </p:nvSpPr>
          <p:spPr>
            <a:xfrm>
              <a:off x="8787320" y="447762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" name="pt233"/>
            <p:cNvSpPr/>
            <p:nvPr/>
          </p:nvSpPr>
          <p:spPr>
            <a:xfrm>
              <a:off x="8787320" y="440252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" name="pt234"/>
            <p:cNvSpPr/>
            <p:nvPr/>
          </p:nvSpPr>
          <p:spPr>
            <a:xfrm>
              <a:off x="8787320" y="432743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pt235"/>
            <p:cNvSpPr/>
            <p:nvPr/>
          </p:nvSpPr>
          <p:spPr>
            <a:xfrm>
              <a:off x="8787320" y="425233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t236"/>
            <p:cNvSpPr/>
            <p:nvPr/>
          </p:nvSpPr>
          <p:spPr>
            <a:xfrm>
              <a:off x="8787320" y="417724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t237"/>
            <p:cNvSpPr/>
            <p:nvPr/>
          </p:nvSpPr>
          <p:spPr>
            <a:xfrm>
              <a:off x="8787320" y="410214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t238"/>
            <p:cNvSpPr/>
            <p:nvPr/>
          </p:nvSpPr>
          <p:spPr>
            <a:xfrm>
              <a:off x="8787320" y="402705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t239"/>
            <p:cNvSpPr/>
            <p:nvPr/>
          </p:nvSpPr>
          <p:spPr>
            <a:xfrm>
              <a:off x="8787320" y="395195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t240"/>
            <p:cNvSpPr/>
            <p:nvPr/>
          </p:nvSpPr>
          <p:spPr>
            <a:xfrm>
              <a:off x="8787320" y="387686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t241"/>
            <p:cNvSpPr/>
            <p:nvPr/>
          </p:nvSpPr>
          <p:spPr>
            <a:xfrm>
              <a:off x="8787320" y="3801769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pt242"/>
            <p:cNvSpPr/>
            <p:nvPr/>
          </p:nvSpPr>
          <p:spPr>
            <a:xfrm>
              <a:off x="8787320" y="3726674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" name="pt243"/>
            <p:cNvSpPr/>
            <p:nvPr/>
          </p:nvSpPr>
          <p:spPr>
            <a:xfrm>
              <a:off x="8787320" y="365158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" name="pt244"/>
            <p:cNvSpPr/>
            <p:nvPr/>
          </p:nvSpPr>
          <p:spPr>
            <a:xfrm>
              <a:off x="8787320" y="3576485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t245"/>
            <p:cNvSpPr/>
            <p:nvPr/>
          </p:nvSpPr>
          <p:spPr>
            <a:xfrm>
              <a:off x="8787320" y="3501390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t246"/>
            <p:cNvSpPr/>
            <p:nvPr/>
          </p:nvSpPr>
          <p:spPr>
            <a:xfrm>
              <a:off x="8787320" y="3426296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t247"/>
            <p:cNvSpPr/>
            <p:nvPr/>
          </p:nvSpPr>
          <p:spPr>
            <a:xfrm>
              <a:off x="8787320" y="3351201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t248"/>
            <p:cNvSpPr/>
            <p:nvPr/>
          </p:nvSpPr>
          <p:spPr>
            <a:xfrm>
              <a:off x="8787320" y="3276107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t249"/>
            <p:cNvSpPr/>
            <p:nvPr/>
          </p:nvSpPr>
          <p:spPr>
            <a:xfrm>
              <a:off x="8787320" y="3201012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t250"/>
            <p:cNvSpPr/>
            <p:nvPr/>
          </p:nvSpPr>
          <p:spPr>
            <a:xfrm>
              <a:off x="8787320" y="3125918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t251"/>
            <p:cNvSpPr/>
            <p:nvPr/>
          </p:nvSpPr>
          <p:spPr>
            <a:xfrm>
              <a:off x="8787320" y="3050823"/>
              <a:ext cx="41521" cy="41521"/>
            </a:xfrm>
            <a:prstGeom prst="ellipse">
              <a:avLst/>
            </a:prstGeom>
            <a:solidFill>
              <a:srgbClr val="B22222">
                <a:alpha val="80000"/>
              </a:srgbClr>
            </a:solidFill>
            <a:ln w="9000" cap="rnd">
              <a:solidFill>
                <a:srgbClr val="B22222">
                  <a:alpha val="8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t252"/>
            <p:cNvSpPr/>
            <p:nvPr/>
          </p:nvSpPr>
          <p:spPr>
            <a:xfrm>
              <a:off x="10349531" y="435423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t253"/>
            <p:cNvSpPr/>
            <p:nvPr/>
          </p:nvSpPr>
          <p:spPr>
            <a:xfrm>
              <a:off x="10349531" y="428458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t254"/>
            <p:cNvSpPr/>
            <p:nvPr/>
          </p:nvSpPr>
          <p:spPr>
            <a:xfrm>
              <a:off x="10349531" y="424827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t255"/>
            <p:cNvSpPr/>
            <p:nvPr/>
          </p:nvSpPr>
          <p:spPr>
            <a:xfrm>
              <a:off x="10349531" y="4266184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t256"/>
            <p:cNvSpPr/>
            <p:nvPr/>
          </p:nvSpPr>
          <p:spPr>
            <a:xfrm>
              <a:off x="10349531" y="417926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t257"/>
            <p:cNvSpPr/>
            <p:nvPr/>
          </p:nvSpPr>
          <p:spPr>
            <a:xfrm>
              <a:off x="10349531" y="421525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t258"/>
            <p:cNvSpPr/>
            <p:nvPr/>
          </p:nvSpPr>
          <p:spPr>
            <a:xfrm>
              <a:off x="10349531" y="419007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t259"/>
            <p:cNvSpPr/>
            <p:nvPr/>
          </p:nvSpPr>
          <p:spPr>
            <a:xfrm>
              <a:off x="10349531" y="402098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t260"/>
            <p:cNvSpPr/>
            <p:nvPr/>
          </p:nvSpPr>
          <p:spPr>
            <a:xfrm>
              <a:off x="10349531" y="406325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t261"/>
            <p:cNvSpPr/>
            <p:nvPr/>
          </p:nvSpPr>
          <p:spPr>
            <a:xfrm>
              <a:off x="10349531" y="3925079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t262"/>
            <p:cNvSpPr/>
            <p:nvPr/>
          </p:nvSpPr>
          <p:spPr>
            <a:xfrm>
              <a:off x="10349531" y="3922706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t263"/>
            <p:cNvSpPr/>
            <p:nvPr/>
          </p:nvSpPr>
          <p:spPr>
            <a:xfrm>
              <a:off x="10349531" y="3865162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t264"/>
            <p:cNvSpPr/>
            <p:nvPr/>
          </p:nvSpPr>
          <p:spPr>
            <a:xfrm>
              <a:off x="10349531" y="382179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t265"/>
            <p:cNvSpPr/>
            <p:nvPr/>
          </p:nvSpPr>
          <p:spPr>
            <a:xfrm>
              <a:off x="10349531" y="378579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t266"/>
            <p:cNvSpPr/>
            <p:nvPr/>
          </p:nvSpPr>
          <p:spPr>
            <a:xfrm>
              <a:off x="10349531" y="3755378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t267"/>
            <p:cNvSpPr/>
            <p:nvPr/>
          </p:nvSpPr>
          <p:spPr>
            <a:xfrm>
              <a:off x="10349531" y="374524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t268"/>
            <p:cNvSpPr/>
            <p:nvPr/>
          </p:nvSpPr>
          <p:spPr>
            <a:xfrm>
              <a:off x="10349531" y="363110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t269"/>
            <p:cNvSpPr/>
            <p:nvPr/>
          </p:nvSpPr>
          <p:spPr>
            <a:xfrm>
              <a:off x="10349531" y="3647515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t270"/>
            <p:cNvSpPr/>
            <p:nvPr/>
          </p:nvSpPr>
          <p:spPr>
            <a:xfrm>
              <a:off x="10349531" y="3609390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t271"/>
            <p:cNvSpPr/>
            <p:nvPr/>
          </p:nvSpPr>
          <p:spPr>
            <a:xfrm>
              <a:off x="10349531" y="357114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t272"/>
            <p:cNvSpPr/>
            <p:nvPr/>
          </p:nvSpPr>
          <p:spPr>
            <a:xfrm>
              <a:off x="10349531" y="3523243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t273"/>
            <p:cNvSpPr/>
            <p:nvPr/>
          </p:nvSpPr>
          <p:spPr>
            <a:xfrm>
              <a:off x="10349531" y="3471331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t274"/>
            <p:cNvSpPr/>
            <p:nvPr/>
          </p:nvSpPr>
          <p:spPr>
            <a:xfrm>
              <a:off x="10349531" y="3474797"/>
              <a:ext cx="49651" cy="49651"/>
            </a:xfrm>
            <a:prstGeom prst="ellipse">
              <a:avLst/>
            </a:prstGeom>
            <a:solidFill>
              <a:srgbClr val="000000">
                <a:alpha val="90196"/>
              </a:srgbClr>
            </a:solidFill>
            <a:ln w="9000" cap="rnd">
              <a:solidFill>
                <a:srgbClr val="000000">
                  <a:alpha val="90196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l275"/>
            <p:cNvSpPr/>
            <p:nvPr/>
          </p:nvSpPr>
          <p:spPr>
            <a:xfrm>
              <a:off x="8808081" y="1832523"/>
              <a:ext cx="0" cy="4130202"/>
            </a:xfrm>
            <a:custGeom>
              <a:avLst/>
              <a:pathLst>
                <a:path w="0" h="4130202">
                  <a:moveTo>
                    <a:pt x="0" y="4130202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l276"/>
            <p:cNvSpPr/>
            <p:nvPr/>
          </p:nvSpPr>
          <p:spPr>
            <a:xfrm>
              <a:off x="10374356" y="1832523"/>
              <a:ext cx="0" cy="4130202"/>
            </a:xfrm>
            <a:custGeom>
              <a:avLst/>
              <a:pathLst>
                <a:path w="0" h="4130202">
                  <a:moveTo>
                    <a:pt x="0" y="4130202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l277"/>
            <p:cNvSpPr/>
            <p:nvPr/>
          </p:nvSpPr>
          <p:spPr>
            <a:xfrm>
              <a:off x="8784587" y="5024043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pl278"/>
            <p:cNvSpPr/>
            <p:nvPr/>
          </p:nvSpPr>
          <p:spPr>
            <a:xfrm>
              <a:off x="8784587" y="4648570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" name="pl279"/>
            <p:cNvSpPr/>
            <p:nvPr/>
          </p:nvSpPr>
          <p:spPr>
            <a:xfrm>
              <a:off x="8784587" y="4273097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" name="pl280"/>
            <p:cNvSpPr/>
            <p:nvPr/>
          </p:nvSpPr>
          <p:spPr>
            <a:xfrm>
              <a:off x="8784587" y="3897624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" name="pl281"/>
            <p:cNvSpPr/>
            <p:nvPr/>
          </p:nvSpPr>
          <p:spPr>
            <a:xfrm>
              <a:off x="8784587" y="3522151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" name="pl282"/>
            <p:cNvSpPr/>
            <p:nvPr/>
          </p:nvSpPr>
          <p:spPr>
            <a:xfrm>
              <a:off x="8784587" y="3146678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" name="pl283"/>
            <p:cNvSpPr/>
            <p:nvPr/>
          </p:nvSpPr>
          <p:spPr>
            <a:xfrm>
              <a:off x="8784587" y="2771205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pl284"/>
            <p:cNvSpPr/>
            <p:nvPr/>
          </p:nvSpPr>
          <p:spPr>
            <a:xfrm>
              <a:off x="10374356" y="5024043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" name="pl285"/>
            <p:cNvSpPr/>
            <p:nvPr/>
          </p:nvSpPr>
          <p:spPr>
            <a:xfrm>
              <a:off x="10374356" y="4648570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" name="pl286"/>
            <p:cNvSpPr/>
            <p:nvPr/>
          </p:nvSpPr>
          <p:spPr>
            <a:xfrm>
              <a:off x="10374356" y="4273097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" name="pl287"/>
            <p:cNvSpPr/>
            <p:nvPr/>
          </p:nvSpPr>
          <p:spPr>
            <a:xfrm>
              <a:off x="10374356" y="3897624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" name="pl288"/>
            <p:cNvSpPr/>
            <p:nvPr/>
          </p:nvSpPr>
          <p:spPr>
            <a:xfrm>
              <a:off x="10374356" y="3522151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" name="pl289"/>
            <p:cNvSpPr/>
            <p:nvPr/>
          </p:nvSpPr>
          <p:spPr>
            <a:xfrm>
              <a:off x="10374356" y="3146678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l290"/>
            <p:cNvSpPr/>
            <p:nvPr/>
          </p:nvSpPr>
          <p:spPr>
            <a:xfrm>
              <a:off x="10374356" y="2771205"/>
              <a:ext cx="23494" cy="0"/>
            </a:xfrm>
            <a:custGeom>
              <a:avLst/>
              <a:pathLst>
                <a:path w="23494" h="0">
                  <a:moveTo>
                    <a:pt x="0" y="0"/>
                  </a:moveTo>
                  <a:lnTo>
                    <a:pt x="23494" y="0"/>
                  </a:lnTo>
                </a:path>
              </a:pathLst>
            </a:custGeom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tx291"/>
            <p:cNvSpPr/>
            <p:nvPr/>
          </p:nvSpPr>
          <p:spPr>
            <a:xfrm>
              <a:off x="8636909" y="4988957"/>
              <a:ext cx="108521" cy="70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293" name="tx292"/>
            <p:cNvSpPr/>
            <p:nvPr/>
          </p:nvSpPr>
          <p:spPr>
            <a:xfrm>
              <a:off x="8636909" y="4613913"/>
              <a:ext cx="108521" cy="69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15</a:t>
              </a:r>
            </a:p>
          </p:txBody>
        </p:sp>
        <p:sp>
          <p:nvSpPr>
            <p:cNvPr id="294" name="tx293"/>
            <p:cNvSpPr/>
            <p:nvPr/>
          </p:nvSpPr>
          <p:spPr>
            <a:xfrm>
              <a:off x="8636909" y="4237773"/>
              <a:ext cx="108521" cy="7031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295" name="tx294"/>
            <p:cNvSpPr/>
            <p:nvPr/>
          </p:nvSpPr>
          <p:spPr>
            <a:xfrm>
              <a:off x="8636909" y="3862443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25</a:t>
              </a:r>
            </a:p>
          </p:txBody>
        </p:sp>
        <p:sp>
          <p:nvSpPr>
            <p:cNvPr id="296" name="tx295"/>
            <p:cNvSpPr/>
            <p:nvPr/>
          </p:nvSpPr>
          <p:spPr>
            <a:xfrm>
              <a:off x="8636909" y="3486970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297" name="tx296"/>
            <p:cNvSpPr/>
            <p:nvPr/>
          </p:nvSpPr>
          <p:spPr>
            <a:xfrm>
              <a:off x="8636909" y="3111497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35</a:t>
              </a:r>
            </a:p>
          </p:txBody>
        </p:sp>
        <p:sp>
          <p:nvSpPr>
            <p:cNvPr id="298" name="tx297"/>
            <p:cNvSpPr/>
            <p:nvPr/>
          </p:nvSpPr>
          <p:spPr>
            <a:xfrm>
              <a:off x="8636909" y="2735929"/>
              <a:ext cx="108521" cy="7026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299" name="tx298"/>
            <p:cNvSpPr/>
            <p:nvPr/>
          </p:nvSpPr>
          <p:spPr>
            <a:xfrm>
              <a:off x="10437008" y="4988957"/>
              <a:ext cx="108521" cy="70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300" name="tx299"/>
            <p:cNvSpPr/>
            <p:nvPr/>
          </p:nvSpPr>
          <p:spPr>
            <a:xfrm>
              <a:off x="10437008" y="4613913"/>
              <a:ext cx="108521" cy="696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15</a:t>
              </a:r>
            </a:p>
          </p:txBody>
        </p:sp>
        <p:sp>
          <p:nvSpPr>
            <p:cNvPr id="301" name="tx300"/>
            <p:cNvSpPr/>
            <p:nvPr/>
          </p:nvSpPr>
          <p:spPr>
            <a:xfrm>
              <a:off x="10437008" y="4237773"/>
              <a:ext cx="108521" cy="7031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</a:t>
              </a:r>
            </a:p>
          </p:txBody>
        </p:sp>
        <p:sp>
          <p:nvSpPr>
            <p:cNvPr id="302" name="tx301"/>
            <p:cNvSpPr/>
            <p:nvPr/>
          </p:nvSpPr>
          <p:spPr>
            <a:xfrm>
              <a:off x="10437008" y="3862443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25</a:t>
              </a:r>
            </a:p>
          </p:txBody>
        </p:sp>
        <p:sp>
          <p:nvSpPr>
            <p:cNvPr id="303" name="tx302"/>
            <p:cNvSpPr/>
            <p:nvPr/>
          </p:nvSpPr>
          <p:spPr>
            <a:xfrm>
              <a:off x="10437008" y="3486970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30</a:t>
              </a:r>
            </a:p>
          </p:txBody>
        </p:sp>
        <p:sp>
          <p:nvSpPr>
            <p:cNvPr id="304" name="tx303"/>
            <p:cNvSpPr/>
            <p:nvPr/>
          </p:nvSpPr>
          <p:spPr>
            <a:xfrm>
              <a:off x="10437008" y="3111497"/>
              <a:ext cx="108521" cy="701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35</a:t>
              </a:r>
            </a:p>
          </p:txBody>
        </p:sp>
        <p:sp>
          <p:nvSpPr>
            <p:cNvPr id="305" name="tx304"/>
            <p:cNvSpPr/>
            <p:nvPr/>
          </p:nvSpPr>
          <p:spPr>
            <a:xfrm>
              <a:off x="10437008" y="2735929"/>
              <a:ext cx="108521" cy="7026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76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768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40</a:t>
              </a:r>
            </a:p>
          </p:txBody>
        </p:sp>
        <p:sp>
          <p:nvSpPr>
            <p:cNvPr id="306" name="rc305"/>
            <p:cNvSpPr/>
            <p:nvPr/>
          </p:nvSpPr>
          <p:spPr>
            <a:xfrm>
              <a:off x="824706" y="1556978"/>
              <a:ext cx="3213997" cy="27554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34492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" name="tx306"/>
            <p:cNvSpPr/>
            <p:nvPr/>
          </p:nvSpPr>
          <p:spPr>
            <a:xfrm>
              <a:off x="2186708" y="1637938"/>
              <a:ext cx="489991" cy="10799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 b="1">
                  <a:solidFill>
                    <a:srgbClr val="1A1A1A">
                      <a:alpha val="100000"/>
                    </a:srgbClr>
                  </a:solidFill>
                  <a:latin typeface="Helvetica"/>
                  <a:cs typeface="Helvetica"/>
                </a:rPr>
                <a:t>SD of 3</a:t>
              </a:r>
            </a:p>
          </p:txBody>
        </p:sp>
        <p:sp>
          <p:nvSpPr>
            <p:cNvPr id="308" name="rc307"/>
            <p:cNvSpPr/>
            <p:nvPr/>
          </p:nvSpPr>
          <p:spPr>
            <a:xfrm>
              <a:off x="4404463" y="1556978"/>
              <a:ext cx="3213997" cy="27554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34492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" name="tx308"/>
            <p:cNvSpPr/>
            <p:nvPr/>
          </p:nvSpPr>
          <p:spPr>
            <a:xfrm>
              <a:off x="5766466" y="1637938"/>
              <a:ext cx="489991" cy="10799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 b="1">
                  <a:solidFill>
                    <a:srgbClr val="1A1A1A">
                      <a:alpha val="100000"/>
                    </a:srgbClr>
                  </a:solidFill>
                  <a:latin typeface="Helvetica"/>
                  <a:cs typeface="Helvetica"/>
                </a:rPr>
                <a:t>SD of 5</a:t>
              </a:r>
            </a:p>
          </p:txBody>
        </p:sp>
        <p:sp>
          <p:nvSpPr>
            <p:cNvPr id="310" name="rc309"/>
            <p:cNvSpPr/>
            <p:nvPr/>
          </p:nvSpPr>
          <p:spPr>
            <a:xfrm>
              <a:off x="7984220" y="1556978"/>
              <a:ext cx="3213997" cy="27554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34492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" name="tx310"/>
            <p:cNvSpPr/>
            <p:nvPr/>
          </p:nvSpPr>
          <p:spPr>
            <a:xfrm>
              <a:off x="9346223" y="1637938"/>
              <a:ext cx="489991" cy="10799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 b="1">
                  <a:solidFill>
                    <a:srgbClr val="1A1A1A">
                      <a:alpha val="100000"/>
                    </a:srgbClr>
                  </a:solidFill>
                  <a:latin typeface="Helvetica"/>
                  <a:cs typeface="Helvetica"/>
                </a:rPr>
                <a:t>SD of 7</a:t>
              </a:r>
            </a:p>
          </p:txBody>
        </p:sp>
        <p:sp>
          <p:nvSpPr>
            <p:cNvPr id="312" name="pl311"/>
            <p:cNvSpPr/>
            <p:nvPr/>
          </p:nvSpPr>
          <p:spPr>
            <a:xfrm>
              <a:off x="824706" y="5962726"/>
              <a:ext cx="3213997" cy="0"/>
            </a:xfrm>
            <a:custGeom>
              <a:avLst/>
              <a:pathLst>
                <a:path w="3213997" h="0">
                  <a:moveTo>
                    <a:pt x="0" y="0"/>
                  </a:moveTo>
                  <a:lnTo>
                    <a:pt x="3213997" y="0"/>
                  </a:lnTo>
                </a:path>
              </a:pathLst>
            </a:custGeom>
            <a:ln w="17246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" name="pl312"/>
            <p:cNvSpPr/>
            <p:nvPr/>
          </p:nvSpPr>
          <p:spPr>
            <a:xfrm>
              <a:off x="1648566" y="5962726"/>
              <a:ext cx="0" cy="44283"/>
            </a:xfrm>
            <a:custGeom>
              <a:avLst/>
              <a:pathLst>
                <a:path w="0" h="44283">
                  <a:moveTo>
                    <a:pt x="0" y="44283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" name="pl313"/>
            <p:cNvSpPr/>
            <p:nvPr/>
          </p:nvSpPr>
          <p:spPr>
            <a:xfrm>
              <a:off x="3214842" y="5962726"/>
              <a:ext cx="0" cy="44283"/>
            </a:xfrm>
            <a:custGeom>
              <a:avLst/>
              <a:pathLst>
                <a:path w="0" h="44283">
                  <a:moveTo>
                    <a:pt x="0" y="44283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" name="tx314"/>
            <p:cNvSpPr/>
            <p:nvPr/>
          </p:nvSpPr>
          <p:spPr>
            <a:xfrm>
              <a:off x="1328318" y="6012780"/>
              <a:ext cx="640496" cy="13168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Response</a:t>
              </a:r>
            </a:p>
          </p:txBody>
        </p:sp>
        <p:sp>
          <p:nvSpPr>
            <p:cNvPr id="316" name="tx315"/>
            <p:cNvSpPr/>
            <p:nvPr/>
          </p:nvSpPr>
          <p:spPr>
            <a:xfrm>
              <a:off x="2736484" y="6012086"/>
              <a:ext cx="956716" cy="1323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Mean objective</a:t>
              </a:r>
            </a:p>
          </p:txBody>
        </p:sp>
        <p:sp>
          <p:nvSpPr>
            <p:cNvPr id="317" name="pl316"/>
            <p:cNvSpPr/>
            <p:nvPr/>
          </p:nvSpPr>
          <p:spPr>
            <a:xfrm>
              <a:off x="4404463" y="5962726"/>
              <a:ext cx="3213997" cy="0"/>
            </a:xfrm>
            <a:custGeom>
              <a:avLst/>
              <a:pathLst>
                <a:path w="3213997" h="0">
                  <a:moveTo>
                    <a:pt x="0" y="0"/>
                  </a:moveTo>
                  <a:lnTo>
                    <a:pt x="3213997" y="0"/>
                  </a:lnTo>
                </a:path>
              </a:pathLst>
            </a:custGeom>
            <a:ln w="17246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" name="pl317"/>
            <p:cNvSpPr/>
            <p:nvPr/>
          </p:nvSpPr>
          <p:spPr>
            <a:xfrm>
              <a:off x="5228324" y="5962726"/>
              <a:ext cx="0" cy="44283"/>
            </a:xfrm>
            <a:custGeom>
              <a:avLst/>
              <a:pathLst>
                <a:path w="0" h="44283">
                  <a:moveTo>
                    <a:pt x="0" y="44283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" name="pl318"/>
            <p:cNvSpPr/>
            <p:nvPr/>
          </p:nvSpPr>
          <p:spPr>
            <a:xfrm>
              <a:off x="6794599" y="5962726"/>
              <a:ext cx="0" cy="44283"/>
            </a:xfrm>
            <a:custGeom>
              <a:avLst/>
              <a:pathLst>
                <a:path w="0" h="44283">
                  <a:moveTo>
                    <a:pt x="0" y="44283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" name="tx319"/>
            <p:cNvSpPr/>
            <p:nvPr/>
          </p:nvSpPr>
          <p:spPr>
            <a:xfrm>
              <a:off x="4908075" y="6012780"/>
              <a:ext cx="640496" cy="13168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Response</a:t>
              </a:r>
            </a:p>
          </p:txBody>
        </p:sp>
        <p:sp>
          <p:nvSpPr>
            <p:cNvPr id="321" name="tx320"/>
            <p:cNvSpPr/>
            <p:nvPr/>
          </p:nvSpPr>
          <p:spPr>
            <a:xfrm>
              <a:off x="6316241" y="6012086"/>
              <a:ext cx="956716" cy="1323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Mean objective</a:t>
              </a:r>
            </a:p>
          </p:txBody>
        </p:sp>
        <p:sp>
          <p:nvSpPr>
            <p:cNvPr id="322" name="pl321"/>
            <p:cNvSpPr/>
            <p:nvPr/>
          </p:nvSpPr>
          <p:spPr>
            <a:xfrm>
              <a:off x="7984220" y="5962726"/>
              <a:ext cx="3213997" cy="0"/>
            </a:xfrm>
            <a:custGeom>
              <a:avLst/>
              <a:pathLst>
                <a:path w="3213997" h="0">
                  <a:moveTo>
                    <a:pt x="0" y="0"/>
                  </a:moveTo>
                  <a:lnTo>
                    <a:pt x="3213997" y="0"/>
                  </a:lnTo>
                </a:path>
              </a:pathLst>
            </a:custGeom>
            <a:ln w="17246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" name="pl322"/>
            <p:cNvSpPr/>
            <p:nvPr/>
          </p:nvSpPr>
          <p:spPr>
            <a:xfrm>
              <a:off x="8808081" y="5962726"/>
              <a:ext cx="0" cy="44283"/>
            </a:xfrm>
            <a:custGeom>
              <a:avLst/>
              <a:pathLst>
                <a:path w="0" h="44283">
                  <a:moveTo>
                    <a:pt x="0" y="44283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" name="pl323"/>
            <p:cNvSpPr/>
            <p:nvPr/>
          </p:nvSpPr>
          <p:spPr>
            <a:xfrm>
              <a:off x="10374356" y="5962726"/>
              <a:ext cx="0" cy="44283"/>
            </a:xfrm>
            <a:custGeom>
              <a:avLst/>
              <a:pathLst>
                <a:path w="0" h="44283">
                  <a:moveTo>
                    <a:pt x="0" y="44283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" name="tx324"/>
            <p:cNvSpPr/>
            <p:nvPr/>
          </p:nvSpPr>
          <p:spPr>
            <a:xfrm>
              <a:off x="8487833" y="6012780"/>
              <a:ext cx="640496" cy="13168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Response</a:t>
              </a:r>
            </a:p>
          </p:txBody>
        </p:sp>
        <p:sp>
          <p:nvSpPr>
            <p:cNvPr id="326" name="tx325"/>
            <p:cNvSpPr/>
            <p:nvPr/>
          </p:nvSpPr>
          <p:spPr>
            <a:xfrm>
              <a:off x="9895998" y="6012086"/>
              <a:ext cx="956716" cy="1323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2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Mean objective</a:t>
              </a:r>
            </a:p>
          </p:txBody>
        </p:sp>
        <p:sp>
          <p:nvSpPr>
            <p:cNvPr id="327" name="pl326"/>
            <p:cNvSpPr/>
            <p:nvPr/>
          </p:nvSpPr>
          <p:spPr>
            <a:xfrm>
              <a:off x="824706" y="1832523"/>
              <a:ext cx="0" cy="4130202"/>
            </a:xfrm>
            <a:custGeom>
              <a:avLst/>
              <a:pathLst>
                <a:path w="0" h="4130202">
                  <a:moveTo>
                    <a:pt x="0" y="4130202"/>
                  </a:moveTo>
                  <a:lnTo>
                    <a:pt x="0" y="0"/>
                  </a:lnTo>
                </a:path>
              </a:pathLst>
            </a:custGeom>
            <a:ln w="17246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" name="tx327"/>
            <p:cNvSpPr/>
            <p:nvPr/>
          </p:nvSpPr>
          <p:spPr>
            <a:xfrm>
              <a:off x="824706" y="1261006"/>
              <a:ext cx="4398119" cy="1680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Reverse Galton squeeze; responses restricted to 14–36</a:t>
              </a:r>
            </a:p>
          </p:txBody>
        </p:sp>
        <p:sp>
          <p:nvSpPr>
            <p:cNvPr id="329" name="tx328"/>
            <p:cNvSpPr/>
            <p:nvPr/>
          </p:nvSpPr>
          <p:spPr>
            <a:xfrm>
              <a:off x="824706" y="967742"/>
              <a:ext cx="3427407" cy="1980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6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68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Experiment 4 - Experience condition</a:t>
              </a:r>
            </a:p>
          </p:txBody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p:ph/>
          </p:nvPr>
        </p:nvSpPr>
        <p:spPr>
          <a:xfrm>
            <a:off x="274320" y="182880"/>
            <a:ext cx="11430000" cy="457200"/>
          </a:xfrm>
        </p:spPr>
        <p:txBody>
          <a:bodyPr/>
          <a:lstStyle/>
          <a:p>
            <a:r>
              <a:rPr/>
              <a:t>Exp 4 - Fisher z correlations</a:t>
            </a:r>
          </a:p>
        </p:txBody>
      </p:sp>
      <p:grpSp xmlns:pic="http://schemas.openxmlformats.org/drawingml/2006/picture">
        <p:nvGrpSpPr>
          <p:cNvPr id="3" name=""/>
          <p:cNvGrpSpPr/>
          <p:nvPr/>
        </p:nvGrpSpPr>
        <p:grpSpPr>
          <a:xfrm>
            <a:off x="274320" y="822960"/>
            <a:ext cx="11430000" cy="5669280"/>
            <a:chOff x="274320" y="822960"/>
            <a:chExt cx="11430000" cy="5669280"/>
          </a:xfrm>
        </p:grpSpPr>
        <p:sp>
          <p:nvSpPr>
            <p:cNvPr id="4" name="rc3"/>
            <p:cNvSpPr/>
            <p:nvPr/>
          </p:nvSpPr>
          <p:spPr>
            <a:xfrm>
              <a:off x="274320" y="822960"/>
              <a:ext cx="1143000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4"/>
            <p:cNvSpPr/>
            <p:nvPr/>
          </p:nvSpPr>
          <p:spPr>
            <a:xfrm>
              <a:off x="11704320" y="822960"/>
              <a:ext cx="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6014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rc5"/>
            <p:cNvSpPr/>
            <p:nvPr/>
          </p:nvSpPr>
          <p:spPr>
            <a:xfrm>
              <a:off x="810251" y="1666098"/>
              <a:ext cx="5364792" cy="434986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6"/>
            <p:cNvSpPr/>
            <p:nvPr/>
          </p:nvSpPr>
          <p:spPr>
            <a:xfrm>
              <a:off x="1816150" y="3538961"/>
              <a:ext cx="3352995" cy="1003148"/>
            </a:xfrm>
            <a:custGeom>
              <a:avLst/>
              <a:pathLst>
                <a:path w="3352995" h="1003148">
                  <a:moveTo>
                    <a:pt x="0" y="0"/>
                  </a:moveTo>
                  <a:lnTo>
                    <a:pt x="1676497" y="267086"/>
                  </a:lnTo>
                  <a:lnTo>
                    <a:pt x="3352995" y="1003148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7"/>
            <p:cNvSpPr/>
            <p:nvPr/>
          </p:nvSpPr>
          <p:spPr>
            <a:xfrm>
              <a:off x="1816150" y="2372691"/>
              <a:ext cx="3352995" cy="1229609"/>
            </a:xfrm>
            <a:custGeom>
              <a:avLst/>
              <a:pathLst>
                <a:path w="3352995" h="1229609">
                  <a:moveTo>
                    <a:pt x="0" y="0"/>
                  </a:moveTo>
                  <a:lnTo>
                    <a:pt x="1676497" y="355138"/>
                  </a:lnTo>
                  <a:lnTo>
                    <a:pt x="3352995" y="1229609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8"/>
            <p:cNvSpPr/>
            <p:nvPr/>
          </p:nvSpPr>
          <p:spPr>
            <a:xfrm>
              <a:off x="1816150" y="4415129"/>
              <a:ext cx="3352995" cy="449743"/>
            </a:xfrm>
            <a:custGeom>
              <a:avLst/>
              <a:pathLst>
                <a:path w="3352995" h="449743">
                  <a:moveTo>
                    <a:pt x="0" y="178697"/>
                  </a:moveTo>
                  <a:lnTo>
                    <a:pt x="1676497" y="449743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9"/>
            <p:cNvSpPr/>
            <p:nvPr/>
          </p:nvSpPr>
          <p:spPr>
            <a:xfrm>
              <a:off x="1816150" y="2407597"/>
              <a:ext cx="3352995" cy="1198459"/>
            </a:xfrm>
            <a:custGeom>
              <a:avLst/>
              <a:pathLst>
                <a:path w="3352995" h="1198459">
                  <a:moveTo>
                    <a:pt x="0" y="177015"/>
                  </a:moveTo>
                  <a:lnTo>
                    <a:pt x="1676497" y="0"/>
                  </a:lnTo>
                  <a:lnTo>
                    <a:pt x="3352995" y="1198459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0"/>
            <p:cNvSpPr/>
            <p:nvPr/>
          </p:nvSpPr>
          <p:spPr>
            <a:xfrm>
              <a:off x="1816150" y="3120340"/>
              <a:ext cx="3352995" cy="306440"/>
            </a:xfrm>
            <a:custGeom>
              <a:avLst/>
              <a:pathLst>
                <a:path w="3352995" h="306440">
                  <a:moveTo>
                    <a:pt x="0" y="67454"/>
                  </a:moveTo>
                  <a:lnTo>
                    <a:pt x="1676497" y="0"/>
                  </a:lnTo>
                  <a:lnTo>
                    <a:pt x="3352995" y="30644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1"/>
            <p:cNvSpPr/>
            <p:nvPr/>
          </p:nvSpPr>
          <p:spPr>
            <a:xfrm>
              <a:off x="1816150" y="2361100"/>
              <a:ext cx="3352995" cy="1580902"/>
            </a:xfrm>
            <a:custGeom>
              <a:avLst/>
              <a:pathLst>
                <a:path w="3352995" h="1580902">
                  <a:moveTo>
                    <a:pt x="0" y="0"/>
                  </a:moveTo>
                  <a:lnTo>
                    <a:pt x="1676497" y="591625"/>
                  </a:lnTo>
                  <a:lnTo>
                    <a:pt x="3352995" y="1580902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2"/>
            <p:cNvSpPr/>
            <p:nvPr/>
          </p:nvSpPr>
          <p:spPr>
            <a:xfrm>
              <a:off x="1816150" y="3898334"/>
              <a:ext cx="3352995" cy="318164"/>
            </a:xfrm>
            <a:custGeom>
              <a:avLst/>
              <a:pathLst>
                <a:path w="3352995" h="318164">
                  <a:moveTo>
                    <a:pt x="0" y="318164"/>
                  </a:moveTo>
                  <a:lnTo>
                    <a:pt x="1676497" y="0"/>
                  </a:lnTo>
                  <a:lnTo>
                    <a:pt x="3352995" y="219862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3"/>
            <p:cNvSpPr/>
            <p:nvPr/>
          </p:nvSpPr>
          <p:spPr>
            <a:xfrm>
              <a:off x="1816150" y="3451953"/>
              <a:ext cx="3352995" cy="754175"/>
            </a:xfrm>
            <a:custGeom>
              <a:avLst/>
              <a:pathLst>
                <a:path w="3352995" h="754175">
                  <a:moveTo>
                    <a:pt x="0" y="0"/>
                  </a:moveTo>
                  <a:lnTo>
                    <a:pt x="1676497" y="554766"/>
                  </a:lnTo>
                  <a:lnTo>
                    <a:pt x="3352995" y="754175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4"/>
            <p:cNvSpPr/>
            <p:nvPr/>
          </p:nvSpPr>
          <p:spPr>
            <a:xfrm>
              <a:off x="1816150" y="2066760"/>
              <a:ext cx="3352995" cy="595912"/>
            </a:xfrm>
            <a:custGeom>
              <a:avLst/>
              <a:pathLst>
                <a:path w="3352995" h="595912">
                  <a:moveTo>
                    <a:pt x="0" y="0"/>
                  </a:moveTo>
                  <a:lnTo>
                    <a:pt x="1676497" y="260376"/>
                  </a:lnTo>
                  <a:lnTo>
                    <a:pt x="3352995" y="595912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5"/>
            <p:cNvSpPr/>
            <p:nvPr/>
          </p:nvSpPr>
          <p:spPr>
            <a:xfrm>
              <a:off x="1816150" y="2618551"/>
              <a:ext cx="3352995" cy="979782"/>
            </a:xfrm>
            <a:custGeom>
              <a:avLst/>
              <a:pathLst>
                <a:path w="3352995" h="979782">
                  <a:moveTo>
                    <a:pt x="0" y="0"/>
                  </a:moveTo>
                  <a:lnTo>
                    <a:pt x="1676497" y="389316"/>
                  </a:lnTo>
                  <a:lnTo>
                    <a:pt x="3352995" y="979782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6"/>
            <p:cNvSpPr/>
            <p:nvPr/>
          </p:nvSpPr>
          <p:spPr>
            <a:xfrm>
              <a:off x="1816150" y="3205974"/>
              <a:ext cx="3352995" cy="389942"/>
            </a:xfrm>
            <a:custGeom>
              <a:avLst/>
              <a:pathLst>
                <a:path w="3352995" h="389942">
                  <a:moveTo>
                    <a:pt x="0" y="0"/>
                  </a:moveTo>
                  <a:lnTo>
                    <a:pt x="1676497" y="54051"/>
                  </a:lnTo>
                  <a:lnTo>
                    <a:pt x="3352995" y="389942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7"/>
            <p:cNvSpPr/>
            <p:nvPr/>
          </p:nvSpPr>
          <p:spPr>
            <a:xfrm>
              <a:off x="1816150" y="3296522"/>
              <a:ext cx="3352995" cy="1102006"/>
            </a:xfrm>
            <a:custGeom>
              <a:avLst/>
              <a:pathLst>
                <a:path w="3352995" h="1102006">
                  <a:moveTo>
                    <a:pt x="0" y="0"/>
                  </a:moveTo>
                  <a:lnTo>
                    <a:pt x="1676497" y="600650"/>
                  </a:lnTo>
                  <a:lnTo>
                    <a:pt x="3352995" y="1102006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8"/>
            <p:cNvSpPr/>
            <p:nvPr/>
          </p:nvSpPr>
          <p:spPr>
            <a:xfrm>
              <a:off x="1816150" y="3794090"/>
              <a:ext cx="3352995" cy="768244"/>
            </a:xfrm>
            <a:custGeom>
              <a:avLst/>
              <a:pathLst>
                <a:path w="3352995" h="768244">
                  <a:moveTo>
                    <a:pt x="0" y="0"/>
                  </a:moveTo>
                  <a:lnTo>
                    <a:pt x="1676497" y="621852"/>
                  </a:lnTo>
                  <a:lnTo>
                    <a:pt x="3352995" y="768244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19"/>
            <p:cNvSpPr/>
            <p:nvPr/>
          </p:nvSpPr>
          <p:spPr>
            <a:xfrm>
              <a:off x="1816150" y="2606944"/>
              <a:ext cx="3352995" cy="859541"/>
            </a:xfrm>
            <a:custGeom>
              <a:avLst/>
              <a:pathLst>
                <a:path w="3352995" h="859541">
                  <a:moveTo>
                    <a:pt x="0" y="0"/>
                  </a:moveTo>
                  <a:lnTo>
                    <a:pt x="1676497" y="469740"/>
                  </a:lnTo>
                  <a:lnTo>
                    <a:pt x="3352995" y="859541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0"/>
            <p:cNvSpPr/>
            <p:nvPr/>
          </p:nvSpPr>
          <p:spPr>
            <a:xfrm>
              <a:off x="1816150" y="3099446"/>
              <a:ext cx="3352995" cy="1098925"/>
            </a:xfrm>
            <a:custGeom>
              <a:avLst/>
              <a:pathLst>
                <a:path w="3352995" h="1098925">
                  <a:moveTo>
                    <a:pt x="0" y="0"/>
                  </a:moveTo>
                  <a:lnTo>
                    <a:pt x="1676497" y="24220"/>
                  </a:lnTo>
                  <a:lnTo>
                    <a:pt x="3352995" y="1098925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1"/>
            <p:cNvSpPr/>
            <p:nvPr/>
          </p:nvSpPr>
          <p:spPr>
            <a:xfrm>
              <a:off x="1816150" y="2844525"/>
              <a:ext cx="3352995" cy="964418"/>
            </a:xfrm>
            <a:custGeom>
              <a:avLst/>
              <a:pathLst>
                <a:path w="3352995" h="964418">
                  <a:moveTo>
                    <a:pt x="0" y="0"/>
                  </a:moveTo>
                  <a:lnTo>
                    <a:pt x="1676497" y="316627"/>
                  </a:lnTo>
                  <a:lnTo>
                    <a:pt x="3352995" y="964418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2"/>
            <p:cNvSpPr/>
            <p:nvPr/>
          </p:nvSpPr>
          <p:spPr>
            <a:xfrm>
              <a:off x="1816150" y="3325408"/>
              <a:ext cx="3352995" cy="1180657"/>
            </a:xfrm>
            <a:custGeom>
              <a:avLst/>
              <a:pathLst>
                <a:path w="3352995" h="1180657">
                  <a:moveTo>
                    <a:pt x="0" y="0"/>
                  </a:moveTo>
                  <a:lnTo>
                    <a:pt x="1676497" y="926386"/>
                  </a:lnTo>
                  <a:lnTo>
                    <a:pt x="3352995" y="1180657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3"/>
            <p:cNvSpPr/>
            <p:nvPr/>
          </p:nvSpPr>
          <p:spPr>
            <a:xfrm>
              <a:off x="1816150" y="2924216"/>
              <a:ext cx="3352995" cy="345286"/>
            </a:xfrm>
            <a:custGeom>
              <a:avLst/>
              <a:pathLst>
                <a:path w="3352995" h="345286">
                  <a:moveTo>
                    <a:pt x="0" y="254266"/>
                  </a:moveTo>
                  <a:lnTo>
                    <a:pt x="1676497" y="345286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4"/>
            <p:cNvSpPr/>
            <p:nvPr/>
          </p:nvSpPr>
          <p:spPr>
            <a:xfrm>
              <a:off x="1816150" y="3954237"/>
              <a:ext cx="3352995" cy="500315"/>
            </a:xfrm>
            <a:custGeom>
              <a:avLst/>
              <a:pathLst>
                <a:path w="3352995" h="500315">
                  <a:moveTo>
                    <a:pt x="0" y="0"/>
                  </a:moveTo>
                  <a:lnTo>
                    <a:pt x="1676497" y="340037"/>
                  </a:lnTo>
                  <a:lnTo>
                    <a:pt x="3352995" y="500315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5"/>
            <p:cNvSpPr/>
            <p:nvPr/>
          </p:nvSpPr>
          <p:spPr>
            <a:xfrm>
              <a:off x="1816150" y="2541834"/>
              <a:ext cx="3352995" cy="1282622"/>
            </a:xfrm>
            <a:custGeom>
              <a:avLst/>
              <a:pathLst>
                <a:path w="3352995" h="1282622">
                  <a:moveTo>
                    <a:pt x="0" y="0"/>
                  </a:moveTo>
                  <a:lnTo>
                    <a:pt x="1676497" y="1040180"/>
                  </a:lnTo>
                  <a:lnTo>
                    <a:pt x="3352995" y="1282622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6"/>
            <p:cNvSpPr/>
            <p:nvPr/>
          </p:nvSpPr>
          <p:spPr>
            <a:xfrm>
              <a:off x="1816150" y="2893335"/>
              <a:ext cx="3352995" cy="800014"/>
            </a:xfrm>
            <a:custGeom>
              <a:avLst/>
              <a:pathLst>
                <a:path w="3352995" h="800014">
                  <a:moveTo>
                    <a:pt x="0" y="0"/>
                  </a:moveTo>
                  <a:lnTo>
                    <a:pt x="1676497" y="307378"/>
                  </a:lnTo>
                  <a:lnTo>
                    <a:pt x="3352995" y="800014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7"/>
            <p:cNvSpPr/>
            <p:nvPr/>
          </p:nvSpPr>
          <p:spPr>
            <a:xfrm>
              <a:off x="1816150" y="2798541"/>
              <a:ext cx="3352995" cy="704382"/>
            </a:xfrm>
            <a:custGeom>
              <a:avLst/>
              <a:pathLst>
                <a:path w="3352995" h="704382">
                  <a:moveTo>
                    <a:pt x="0" y="0"/>
                  </a:moveTo>
                  <a:lnTo>
                    <a:pt x="1676497" y="344816"/>
                  </a:lnTo>
                  <a:lnTo>
                    <a:pt x="3352995" y="704382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8"/>
            <p:cNvSpPr/>
            <p:nvPr/>
          </p:nvSpPr>
          <p:spPr>
            <a:xfrm>
              <a:off x="1816150" y="2837053"/>
              <a:ext cx="3352995" cy="842438"/>
            </a:xfrm>
            <a:custGeom>
              <a:avLst/>
              <a:pathLst>
                <a:path w="3352995" h="842438">
                  <a:moveTo>
                    <a:pt x="0" y="0"/>
                  </a:moveTo>
                  <a:lnTo>
                    <a:pt x="1676497" y="484133"/>
                  </a:lnTo>
                  <a:lnTo>
                    <a:pt x="3352995" y="842438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29"/>
            <p:cNvSpPr/>
            <p:nvPr/>
          </p:nvSpPr>
          <p:spPr>
            <a:xfrm>
              <a:off x="1816150" y="3035200"/>
              <a:ext cx="3352995" cy="145357"/>
            </a:xfrm>
            <a:custGeom>
              <a:avLst/>
              <a:pathLst>
                <a:path w="3352995" h="145357">
                  <a:moveTo>
                    <a:pt x="0" y="0"/>
                  </a:moveTo>
                  <a:lnTo>
                    <a:pt x="1676497" y="145357"/>
                  </a:lnTo>
                  <a:lnTo>
                    <a:pt x="3352995" y="51379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0"/>
            <p:cNvSpPr/>
            <p:nvPr/>
          </p:nvSpPr>
          <p:spPr>
            <a:xfrm>
              <a:off x="1816150" y="4497752"/>
              <a:ext cx="3352995" cy="441298"/>
            </a:xfrm>
            <a:custGeom>
              <a:avLst/>
              <a:pathLst>
                <a:path w="3352995" h="441298">
                  <a:moveTo>
                    <a:pt x="0" y="79721"/>
                  </a:moveTo>
                  <a:lnTo>
                    <a:pt x="1676497" y="0"/>
                  </a:lnTo>
                  <a:lnTo>
                    <a:pt x="3352995" y="441298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1"/>
            <p:cNvSpPr/>
            <p:nvPr/>
          </p:nvSpPr>
          <p:spPr>
            <a:xfrm>
              <a:off x="1816150" y="3219312"/>
              <a:ext cx="3352995" cy="955784"/>
            </a:xfrm>
            <a:custGeom>
              <a:avLst/>
              <a:pathLst>
                <a:path w="3352995" h="955784">
                  <a:moveTo>
                    <a:pt x="0" y="87698"/>
                  </a:moveTo>
                  <a:lnTo>
                    <a:pt x="1676497" y="0"/>
                  </a:lnTo>
                  <a:lnTo>
                    <a:pt x="3352995" y="955784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2"/>
            <p:cNvSpPr/>
            <p:nvPr/>
          </p:nvSpPr>
          <p:spPr>
            <a:xfrm>
              <a:off x="1816150" y="2911063"/>
              <a:ext cx="3352995" cy="808161"/>
            </a:xfrm>
            <a:custGeom>
              <a:avLst/>
              <a:pathLst>
                <a:path w="3352995" h="808161">
                  <a:moveTo>
                    <a:pt x="0" y="0"/>
                  </a:moveTo>
                  <a:lnTo>
                    <a:pt x="1676497" y="808161"/>
                  </a:lnTo>
                  <a:lnTo>
                    <a:pt x="3352995" y="570779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3"/>
            <p:cNvSpPr/>
            <p:nvPr/>
          </p:nvSpPr>
          <p:spPr>
            <a:xfrm>
              <a:off x="1816150" y="3362562"/>
              <a:ext cx="3352995" cy="326925"/>
            </a:xfrm>
            <a:custGeom>
              <a:avLst/>
              <a:pathLst>
                <a:path w="3352995" h="326925">
                  <a:moveTo>
                    <a:pt x="0" y="0"/>
                  </a:moveTo>
                  <a:lnTo>
                    <a:pt x="1676497" y="106010"/>
                  </a:lnTo>
                  <a:lnTo>
                    <a:pt x="3352995" y="326925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l34"/>
            <p:cNvSpPr/>
            <p:nvPr/>
          </p:nvSpPr>
          <p:spPr>
            <a:xfrm>
              <a:off x="1816150" y="3437582"/>
              <a:ext cx="3352995" cy="638090"/>
            </a:xfrm>
            <a:custGeom>
              <a:avLst/>
              <a:pathLst>
                <a:path w="3352995" h="638090">
                  <a:moveTo>
                    <a:pt x="0" y="142018"/>
                  </a:moveTo>
                  <a:lnTo>
                    <a:pt x="1676497" y="0"/>
                  </a:lnTo>
                  <a:lnTo>
                    <a:pt x="3352995" y="63809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l35"/>
            <p:cNvSpPr/>
            <p:nvPr/>
          </p:nvSpPr>
          <p:spPr>
            <a:xfrm>
              <a:off x="1816150" y="3628576"/>
              <a:ext cx="3352995" cy="1066601"/>
            </a:xfrm>
            <a:custGeom>
              <a:avLst/>
              <a:pathLst>
                <a:path w="3352995" h="1066601">
                  <a:moveTo>
                    <a:pt x="0" y="213651"/>
                  </a:moveTo>
                  <a:lnTo>
                    <a:pt x="1676497" y="0"/>
                  </a:lnTo>
                  <a:lnTo>
                    <a:pt x="3352995" y="1066601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l36"/>
            <p:cNvSpPr/>
            <p:nvPr/>
          </p:nvSpPr>
          <p:spPr>
            <a:xfrm>
              <a:off x="1816150" y="3636973"/>
              <a:ext cx="3352995" cy="799860"/>
            </a:xfrm>
            <a:custGeom>
              <a:avLst/>
              <a:pathLst>
                <a:path w="3352995" h="799860">
                  <a:moveTo>
                    <a:pt x="0" y="0"/>
                  </a:moveTo>
                  <a:lnTo>
                    <a:pt x="1676497" y="172820"/>
                  </a:lnTo>
                  <a:lnTo>
                    <a:pt x="3352995" y="79986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l37"/>
            <p:cNvSpPr/>
            <p:nvPr/>
          </p:nvSpPr>
          <p:spPr>
            <a:xfrm>
              <a:off x="1816150" y="2418575"/>
              <a:ext cx="3352995" cy="708632"/>
            </a:xfrm>
            <a:custGeom>
              <a:avLst/>
              <a:pathLst>
                <a:path w="3352995" h="708632">
                  <a:moveTo>
                    <a:pt x="0" y="0"/>
                  </a:moveTo>
                  <a:lnTo>
                    <a:pt x="1676497" y="526548"/>
                  </a:lnTo>
                  <a:lnTo>
                    <a:pt x="3352995" y="708632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l38"/>
            <p:cNvSpPr/>
            <p:nvPr/>
          </p:nvSpPr>
          <p:spPr>
            <a:xfrm>
              <a:off x="1816150" y="2939583"/>
              <a:ext cx="3352995" cy="749830"/>
            </a:xfrm>
            <a:custGeom>
              <a:avLst/>
              <a:pathLst>
                <a:path w="3352995" h="749830">
                  <a:moveTo>
                    <a:pt x="0" y="0"/>
                  </a:moveTo>
                  <a:lnTo>
                    <a:pt x="1676497" y="262035"/>
                  </a:lnTo>
                  <a:lnTo>
                    <a:pt x="3352995" y="74983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39"/>
            <p:cNvSpPr/>
            <p:nvPr/>
          </p:nvSpPr>
          <p:spPr>
            <a:xfrm>
              <a:off x="1816150" y="2786089"/>
              <a:ext cx="3352995" cy="352250"/>
            </a:xfrm>
            <a:custGeom>
              <a:avLst/>
              <a:pathLst>
                <a:path w="3352995" h="352250">
                  <a:moveTo>
                    <a:pt x="0" y="199886"/>
                  </a:moveTo>
                  <a:lnTo>
                    <a:pt x="1676497" y="352250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0"/>
            <p:cNvSpPr/>
            <p:nvPr/>
          </p:nvSpPr>
          <p:spPr>
            <a:xfrm>
              <a:off x="1816150" y="3240701"/>
              <a:ext cx="3352995" cy="774314"/>
            </a:xfrm>
            <a:custGeom>
              <a:avLst/>
              <a:pathLst>
                <a:path w="3352995" h="774314">
                  <a:moveTo>
                    <a:pt x="0" y="0"/>
                  </a:moveTo>
                  <a:lnTo>
                    <a:pt x="1676497" y="358893"/>
                  </a:lnTo>
                  <a:lnTo>
                    <a:pt x="3352995" y="774314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1"/>
            <p:cNvSpPr/>
            <p:nvPr/>
          </p:nvSpPr>
          <p:spPr>
            <a:xfrm>
              <a:off x="1816150" y="3206935"/>
              <a:ext cx="3352995" cy="614734"/>
            </a:xfrm>
            <a:custGeom>
              <a:avLst/>
              <a:pathLst>
                <a:path w="3352995" h="614734">
                  <a:moveTo>
                    <a:pt x="0" y="0"/>
                  </a:moveTo>
                  <a:lnTo>
                    <a:pt x="1676497" y="365039"/>
                  </a:lnTo>
                  <a:lnTo>
                    <a:pt x="3352995" y="614734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2"/>
            <p:cNvSpPr/>
            <p:nvPr/>
          </p:nvSpPr>
          <p:spPr>
            <a:xfrm>
              <a:off x="1816150" y="3665632"/>
              <a:ext cx="3352995" cy="253234"/>
            </a:xfrm>
            <a:custGeom>
              <a:avLst/>
              <a:pathLst>
                <a:path w="3352995" h="253234">
                  <a:moveTo>
                    <a:pt x="0" y="0"/>
                  </a:moveTo>
                  <a:lnTo>
                    <a:pt x="1676497" y="253234"/>
                  </a:lnTo>
                  <a:lnTo>
                    <a:pt x="3352995" y="1054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3"/>
            <p:cNvSpPr/>
            <p:nvPr/>
          </p:nvSpPr>
          <p:spPr>
            <a:xfrm>
              <a:off x="1816150" y="2588180"/>
              <a:ext cx="3352995" cy="316580"/>
            </a:xfrm>
            <a:custGeom>
              <a:avLst/>
              <a:pathLst>
                <a:path w="3352995" h="316580">
                  <a:moveTo>
                    <a:pt x="0" y="281518"/>
                  </a:moveTo>
                  <a:lnTo>
                    <a:pt x="1676497" y="0"/>
                  </a:lnTo>
                  <a:lnTo>
                    <a:pt x="3352995" y="31658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4"/>
            <p:cNvSpPr/>
            <p:nvPr/>
          </p:nvSpPr>
          <p:spPr>
            <a:xfrm>
              <a:off x="1816150" y="3314751"/>
              <a:ext cx="3352995" cy="936051"/>
            </a:xfrm>
            <a:custGeom>
              <a:avLst/>
              <a:pathLst>
                <a:path w="3352995" h="936051">
                  <a:moveTo>
                    <a:pt x="0" y="0"/>
                  </a:moveTo>
                  <a:lnTo>
                    <a:pt x="1676497" y="851358"/>
                  </a:lnTo>
                  <a:lnTo>
                    <a:pt x="3352995" y="936051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5"/>
            <p:cNvSpPr/>
            <p:nvPr/>
          </p:nvSpPr>
          <p:spPr>
            <a:xfrm>
              <a:off x="1816150" y="3050005"/>
              <a:ext cx="3352995" cy="759615"/>
            </a:xfrm>
            <a:custGeom>
              <a:avLst/>
              <a:pathLst>
                <a:path w="3352995" h="759615">
                  <a:moveTo>
                    <a:pt x="0" y="0"/>
                  </a:moveTo>
                  <a:lnTo>
                    <a:pt x="1676497" y="558987"/>
                  </a:lnTo>
                  <a:lnTo>
                    <a:pt x="3352995" y="759615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6"/>
            <p:cNvSpPr/>
            <p:nvPr/>
          </p:nvSpPr>
          <p:spPr>
            <a:xfrm>
              <a:off x="1816150" y="4453807"/>
              <a:ext cx="3352995" cy="1052365"/>
            </a:xfrm>
            <a:custGeom>
              <a:avLst/>
              <a:pathLst>
                <a:path w="3352995" h="1052365">
                  <a:moveTo>
                    <a:pt x="0" y="48682"/>
                  </a:moveTo>
                  <a:lnTo>
                    <a:pt x="1676497" y="0"/>
                  </a:lnTo>
                  <a:lnTo>
                    <a:pt x="3352995" y="1052365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7"/>
            <p:cNvSpPr/>
            <p:nvPr/>
          </p:nvSpPr>
          <p:spPr>
            <a:xfrm>
              <a:off x="1816150" y="3196014"/>
              <a:ext cx="3352995" cy="193501"/>
            </a:xfrm>
            <a:custGeom>
              <a:avLst/>
              <a:pathLst>
                <a:path w="3352995" h="193501">
                  <a:moveTo>
                    <a:pt x="0" y="0"/>
                  </a:moveTo>
                  <a:lnTo>
                    <a:pt x="1676497" y="193501"/>
                  </a:lnTo>
                  <a:lnTo>
                    <a:pt x="3352995" y="69994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l48"/>
            <p:cNvSpPr/>
            <p:nvPr/>
          </p:nvSpPr>
          <p:spPr>
            <a:xfrm>
              <a:off x="1816150" y="3258074"/>
              <a:ext cx="3352995" cy="543754"/>
            </a:xfrm>
            <a:custGeom>
              <a:avLst/>
              <a:pathLst>
                <a:path w="3352995" h="543754">
                  <a:moveTo>
                    <a:pt x="0" y="543754"/>
                  </a:moveTo>
                  <a:lnTo>
                    <a:pt x="1676497" y="0"/>
                  </a:lnTo>
                  <a:lnTo>
                    <a:pt x="3352995" y="257814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l49"/>
            <p:cNvSpPr/>
            <p:nvPr/>
          </p:nvSpPr>
          <p:spPr>
            <a:xfrm>
              <a:off x="1816150" y="3743717"/>
              <a:ext cx="3352995" cy="660259"/>
            </a:xfrm>
            <a:custGeom>
              <a:avLst/>
              <a:pathLst>
                <a:path w="3352995" h="660259">
                  <a:moveTo>
                    <a:pt x="0" y="138228"/>
                  </a:moveTo>
                  <a:lnTo>
                    <a:pt x="1676497" y="0"/>
                  </a:lnTo>
                  <a:lnTo>
                    <a:pt x="3352995" y="660259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l50"/>
            <p:cNvSpPr/>
            <p:nvPr/>
          </p:nvSpPr>
          <p:spPr>
            <a:xfrm>
              <a:off x="1816150" y="4578232"/>
              <a:ext cx="3352995" cy="677993"/>
            </a:xfrm>
            <a:custGeom>
              <a:avLst/>
              <a:pathLst>
                <a:path w="3352995" h="677993">
                  <a:moveTo>
                    <a:pt x="0" y="0"/>
                  </a:moveTo>
                  <a:lnTo>
                    <a:pt x="1676497" y="45212"/>
                  </a:lnTo>
                  <a:lnTo>
                    <a:pt x="3352995" y="677993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l51"/>
            <p:cNvSpPr/>
            <p:nvPr/>
          </p:nvSpPr>
          <p:spPr>
            <a:xfrm>
              <a:off x="1816150" y="3465581"/>
              <a:ext cx="3352995" cy="1435190"/>
            </a:xfrm>
            <a:custGeom>
              <a:avLst/>
              <a:pathLst>
                <a:path w="3352995" h="1435190">
                  <a:moveTo>
                    <a:pt x="0" y="0"/>
                  </a:moveTo>
                  <a:lnTo>
                    <a:pt x="1676497" y="1359282"/>
                  </a:lnTo>
                  <a:lnTo>
                    <a:pt x="3352995" y="143519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l52"/>
            <p:cNvSpPr/>
            <p:nvPr/>
          </p:nvSpPr>
          <p:spPr>
            <a:xfrm>
              <a:off x="1816150" y="2960346"/>
              <a:ext cx="3352995" cy="1349022"/>
            </a:xfrm>
            <a:custGeom>
              <a:avLst/>
              <a:pathLst>
                <a:path w="3352995" h="1349022">
                  <a:moveTo>
                    <a:pt x="0" y="0"/>
                  </a:moveTo>
                  <a:lnTo>
                    <a:pt x="1676497" y="320288"/>
                  </a:lnTo>
                  <a:lnTo>
                    <a:pt x="3352995" y="1349022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l53"/>
            <p:cNvSpPr/>
            <p:nvPr/>
          </p:nvSpPr>
          <p:spPr>
            <a:xfrm>
              <a:off x="1816150" y="3763530"/>
              <a:ext cx="3352995" cy="654320"/>
            </a:xfrm>
            <a:custGeom>
              <a:avLst/>
              <a:pathLst>
                <a:path w="3352995" h="654320">
                  <a:moveTo>
                    <a:pt x="0" y="0"/>
                  </a:moveTo>
                  <a:lnTo>
                    <a:pt x="1676497" y="17728"/>
                  </a:lnTo>
                  <a:lnTo>
                    <a:pt x="3352995" y="65432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l54"/>
            <p:cNvSpPr/>
            <p:nvPr/>
          </p:nvSpPr>
          <p:spPr>
            <a:xfrm>
              <a:off x="1816150" y="4058254"/>
              <a:ext cx="3352995" cy="257189"/>
            </a:xfrm>
            <a:custGeom>
              <a:avLst/>
              <a:pathLst>
                <a:path w="3352995" h="257189">
                  <a:moveTo>
                    <a:pt x="0" y="83503"/>
                  </a:moveTo>
                  <a:lnTo>
                    <a:pt x="1676497" y="0"/>
                  </a:lnTo>
                  <a:lnTo>
                    <a:pt x="3352995" y="257189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l55"/>
            <p:cNvSpPr/>
            <p:nvPr/>
          </p:nvSpPr>
          <p:spPr>
            <a:xfrm>
              <a:off x="1816150" y="3132528"/>
              <a:ext cx="3352995" cy="1271642"/>
            </a:xfrm>
            <a:custGeom>
              <a:avLst/>
              <a:pathLst>
                <a:path w="3352995" h="1271642">
                  <a:moveTo>
                    <a:pt x="0" y="0"/>
                  </a:moveTo>
                  <a:lnTo>
                    <a:pt x="1676497" y="401129"/>
                  </a:lnTo>
                  <a:lnTo>
                    <a:pt x="3352995" y="1271642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l56"/>
            <p:cNvSpPr/>
            <p:nvPr/>
          </p:nvSpPr>
          <p:spPr>
            <a:xfrm>
              <a:off x="1816150" y="2555630"/>
              <a:ext cx="3352995" cy="963840"/>
            </a:xfrm>
            <a:custGeom>
              <a:avLst/>
              <a:pathLst>
                <a:path w="3352995" h="963840">
                  <a:moveTo>
                    <a:pt x="0" y="0"/>
                  </a:moveTo>
                  <a:lnTo>
                    <a:pt x="1676497" y="633571"/>
                  </a:lnTo>
                  <a:lnTo>
                    <a:pt x="3352995" y="96384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7"/>
            <p:cNvSpPr/>
            <p:nvPr/>
          </p:nvSpPr>
          <p:spPr>
            <a:xfrm>
              <a:off x="1816150" y="2411636"/>
              <a:ext cx="3352995" cy="144163"/>
            </a:xfrm>
            <a:custGeom>
              <a:avLst/>
              <a:pathLst>
                <a:path w="3352995" h="144163">
                  <a:moveTo>
                    <a:pt x="0" y="139286"/>
                  </a:moveTo>
                  <a:lnTo>
                    <a:pt x="1676497" y="0"/>
                  </a:lnTo>
                  <a:lnTo>
                    <a:pt x="3352995" y="144163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t58"/>
            <p:cNvSpPr/>
            <p:nvPr/>
          </p:nvSpPr>
          <p:spPr>
            <a:xfrm>
              <a:off x="1795389" y="351820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t59"/>
            <p:cNvSpPr/>
            <p:nvPr/>
          </p:nvSpPr>
          <p:spPr>
            <a:xfrm>
              <a:off x="3471887" y="378528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t60"/>
            <p:cNvSpPr/>
            <p:nvPr/>
          </p:nvSpPr>
          <p:spPr>
            <a:xfrm>
              <a:off x="5148384" y="452134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t61"/>
            <p:cNvSpPr/>
            <p:nvPr/>
          </p:nvSpPr>
          <p:spPr>
            <a:xfrm>
              <a:off x="1795389" y="235193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t62"/>
            <p:cNvSpPr/>
            <p:nvPr/>
          </p:nvSpPr>
          <p:spPr>
            <a:xfrm>
              <a:off x="3471887" y="270706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t63"/>
            <p:cNvSpPr/>
            <p:nvPr/>
          </p:nvSpPr>
          <p:spPr>
            <a:xfrm>
              <a:off x="5148384" y="358154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t64"/>
            <p:cNvSpPr/>
            <p:nvPr/>
          </p:nvSpPr>
          <p:spPr>
            <a:xfrm>
              <a:off x="1795389" y="457306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t65"/>
            <p:cNvSpPr/>
            <p:nvPr/>
          </p:nvSpPr>
          <p:spPr>
            <a:xfrm>
              <a:off x="3471887" y="484411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t66"/>
            <p:cNvSpPr/>
            <p:nvPr/>
          </p:nvSpPr>
          <p:spPr>
            <a:xfrm>
              <a:off x="5148384" y="439436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t67"/>
            <p:cNvSpPr/>
            <p:nvPr/>
          </p:nvSpPr>
          <p:spPr>
            <a:xfrm>
              <a:off x="1795389" y="256385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t68"/>
            <p:cNvSpPr/>
            <p:nvPr/>
          </p:nvSpPr>
          <p:spPr>
            <a:xfrm>
              <a:off x="3471887" y="238683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t69"/>
            <p:cNvSpPr/>
            <p:nvPr/>
          </p:nvSpPr>
          <p:spPr>
            <a:xfrm>
              <a:off x="5148384" y="358529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t70"/>
            <p:cNvSpPr/>
            <p:nvPr/>
          </p:nvSpPr>
          <p:spPr>
            <a:xfrm>
              <a:off x="1795389" y="316703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t71"/>
            <p:cNvSpPr/>
            <p:nvPr/>
          </p:nvSpPr>
          <p:spPr>
            <a:xfrm>
              <a:off x="3471887" y="309957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t72"/>
            <p:cNvSpPr/>
            <p:nvPr/>
          </p:nvSpPr>
          <p:spPr>
            <a:xfrm>
              <a:off x="5148384" y="340601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t73"/>
            <p:cNvSpPr/>
            <p:nvPr/>
          </p:nvSpPr>
          <p:spPr>
            <a:xfrm>
              <a:off x="1795389" y="234033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t74"/>
            <p:cNvSpPr/>
            <p:nvPr/>
          </p:nvSpPr>
          <p:spPr>
            <a:xfrm>
              <a:off x="3471887" y="293196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t75"/>
            <p:cNvSpPr/>
            <p:nvPr/>
          </p:nvSpPr>
          <p:spPr>
            <a:xfrm>
              <a:off x="5148384" y="392124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t76"/>
            <p:cNvSpPr/>
            <p:nvPr/>
          </p:nvSpPr>
          <p:spPr>
            <a:xfrm>
              <a:off x="1795389" y="419573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t77"/>
            <p:cNvSpPr/>
            <p:nvPr/>
          </p:nvSpPr>
          <p:spPr>
            <a:xfrm>
              <a:off x="3471887" y="387757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t78"/>
            <p:cNvSpPr/>
            <p:nvPr/>
          </p:nvSpPr>
          <p:spPr>
            <a:xfrm>
              <a:off x="5148384" y="409743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t79"/>
            <p:cNvSpPr/>
            <p:nvPr/>
          </p:nvSpPr>
          <p:spPr>
            <a:xfrm>
              <a:off x="1795389" y="343119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t80"/>
            <p:cNvSpPr/>
            <p:nvPr/>
          </p:nvSpPr>
          <p:spPr>
            <a:xfrm>
              <a:off x="3471887" y="398595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t81"/>
            <p:cNvSpPr/>
            <p:nvPr/>
          </p:nvSpPr>
          <p:spPr>
            <a:xfrm>
              <a:off x="5148384" y="418536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t82"/>
            <p:cNvSpPr/>
            <p:nvPr/>
          </p:nvSpPr>
          <p:spPr>
            <a:xfrm>
              <a:off x="1795389" y="204599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t83"/>
            <p:cNvSpPr/>
            <p:nvPr/>
          </p:nvSpPr>
          <p:spPr>
            <a:xfrm>
              <a:off x="3471887" y="230637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t84"/>
            <p:cNvSpPr/>
            <p:nvPr/>
          </p:nvSpPr>
          <p:spPr>
            <a:xfrm>
              <a:off x="5148384" y="264191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t85"/>
            <p:cNvSpPr/>
            <p:nvPr/>
          </p:nvSpPr>
          <p:spPr>
            <a:xfrm>
              <a:off x="1795389" y="259779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t86"/>
            <p:cNvSpPr/>
            <p:nvPr/>
          </p:nvSpPr>
          <p:spPr>
            <a:xfrm>
              <a:off x="3471887" y="298710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t87"/>
            <p:cNvSpPr/>
            <p:nvPr/>
          </p:nvSpPr>
          <p:spPr>
            <a:xfrm>
              <a:off x="5148384" y="357757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t88"/>
            <p:cNvSpPr/>
            <p:nvPr/>
          </p:nvSpPr>
          <p:spPr>
            <a:xfrm>
              <a:off x="1795389" y="318521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t89"/>
            <p:cNvSpPr/>
            <p:nvPr/>
          </p:nvSpPr>
          <p:spPr>
            <a:xfrm>
              <a:off x="3471887" y="323926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t90"/>
            <p:cNvSpPr/>
            <p:nvPr/>
          </p:nvSpPr>
          <p:spPr>
            <a:xfrm>
              <a:off x="5148384" y="357515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t91"/>
            <p:cNvSpPr/>
            <p:nvPr/>
          </p:nvSpPr>
          <p:spPr>
            <a:xfrm>
              <a:off x="1795389" y="327576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t92"/>
            <p:cNvSpPr/>
            <p:nvPr/>
          </p:nvSpPr>
          <p:spPr>
            <a:xfrm>
              <a:off x="3471887" y="387641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t93"/>
            <p:cNvSpPr/>
            <p:nvPr/>
          </p:nvSpPr>
          <p:spPr>
            <a:xfrm>
              <a:off x="5148384" y="437776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t94"/>
            <p:cNvSpPr/>
            <p:nvPr/>
          </p:nvSpPr>
          <p:spPr>
            <a:xfrm>
              <a:off x="1795389" y="377332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t95"/>
            <p:cNvSpPr/>
            <p:nvPr/>
          </p:nvSpPr>
          <p:spPr>
            <a:xfrm>
              <a:off x="3471887" y="439518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t96"/>
            <p:cNvSpPr/>
            <p:nvPr/>
          </p:nvSpPr>
          <p:spPr>
            <a:xfrm>
              <a:off x="5148384" y="454157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t97"/>
            <p:cNvSpPr/>
            <p:nvPr/>
          </p:nvSpPr>
          <p:spPr>
            <a:xfrm>
              <a:off x="1795389" y="258618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t98"/>
            <p:cNvSpPr/>
            <p:nvPr/>
          </p:nvSpPr>
          <p:spPr>
            <a:xfrm>
              <a:off x="3471887" y="305592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t99"/>
            <p:cNvSpPr/>
            <p:nvPr/>
          </p:nvSpPr>
          <p:spPr>
            <a:xfrm>
              <a:off x="5148384" y="344572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t100"/>
            <p:cNvSpPr/>
            <p:nvPr/>
          </p:nvSpPr>
          <p:spPr>
            <a:xfrm>
              <a:off x="1795389" y="307868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t101"/>
            <p:cNvSpPr/>
            <p:nvPr/>
          </p:nvSpPr>
          <p:spPr>
            <a:xfrm>
              <a:off x="3471887" y="310290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t102"/>
            <p:cNvSpPr/>
            <p:nvPr/>
          </p:nvSpPr>
          <p:spPr>
            <a:xfrm>
              <a:off x="5148384" y="417761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t103"/>
            <p:cNvSpPr/>
            <p:nvPr/>
          </p:nvSpPr>
          <p:spPr>
            <a:xfrm>
              <a:off x="1795389" y="282376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t104"/>
            <p:cNvSpPr/>
            <p:nvPr/>
          </p:nvSpPr>
          <p:spPr>
            <a:xfrm>
              <a:off x="3471887" y="314039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t105"/>
            <p:cNvSpPr/>
            <p:nvPr/>
          </p:nvSpPr>
          <p:spPr>
            <a:xfrm>
              <a:off x="5148384" y="378818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t106"/>
            <p:cNvSpPr/>
            <p:nvPr/>
          </p:nvSpPr>
          <p:spPr>
            <a:xfrm>
              <a:off x="1795389" y="330464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t107"/>
            <p:cNvSpPr/>
            <p:nvPr/>
          </p:nvSpPr>
          <p:spPr>
            <a:xfrm>
              <a:off x="3471887" y="423103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t108"/>
            <p:cNvSpPr/>
            <p:nvPr/>
          </p:nvSpPr>
          <p:spPr>
            <a:xfrm>
              <a:off x="5148384" y="448530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t109"/>
            <p:cNvSpPr/>
            <p:nvPr/>
          </p:nvSpPr>
          <p:spPr>
            <a:xfrm>
              <a:off x="1795389" y="315772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t110"/>
            <p:cNvSpPr/>
            <p:nvPr/>
          </p:nvSpPr>
          <p:spPr>
            <a:xfrm>
              <a:off x="3471887" y="324874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t111"/>
            <p:cNvSpPr/>
            <p:nvPr/>
          </p:nvSpPr>
          <p:spPr>
            <a:xfrm>
              <a:off x="5148384" y="290345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t112"/>
            <p:cNvSpPr/>
            <p:nvPr/>
          </p:nvSpPr>
          <p:spPr>
            <a:xfrm>
              <a:off x="1795389" y="393347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t113"/>
            <p:cNvSpPr/>
            <p:nvPr/>
          </p:nvSpPr>
          <p:spPr>
            <a:xfrm>
              <a:off x="3471887" y="427351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t114"/>
            <p:cNvSpPr/>
            <p:nvPr/>
          </p:nvSpPr>
          <p:spPr>
            <a:xfrm>
              <a:off x="5148384" y="443379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t115"/>
            <p:cNvSpPr/>
            <p:nvPr/>
          </p:nvSpPr>
          <p:spPr>
            <a:xfrm>
              <a:off x="1795389" y="252107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t116"/>
            <p:cNvSpPr/>
            <p:nvPr/>
          </p:nvSpPr>
          <p:spPr>
            <a:xfrm>
              <a:off x="3471887" y="356125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t117"/>
            <p:cNvSpPr/>
            <p:nvPr/>
          </p:nvSpPr>
          <p:spPr>
            <a:xfrm>
              <a:off x="5148384" y="380369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t118"/>
            <p:cNvSpPr/>
            <p:nvPr/>
          </p:nvSpPr>
          <p:spPr>
            <a:xfrm>
              <a:off x="1795389" y="287257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t119"/>
            <p:cNvSpPr/>
            <p:nvPr/>
          </p:nvSpPr>
          <p:spPr>
            <a:xfrm>
              <a:off x="3471887" y="317995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t120"/>
            <p:cNvSpPr/>
            <p:nvPr/>
          </p:nvSpPr>
          <p:spPr>
            <a:xfrm>
              <a:off x="5148384" y="367258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t121"/>
            <p:cNvSpPr/>
            <p:nvPr/>
          </p:nvSpPr>
          <p:spPr>
            <a:xfrm>
              <a:off x="1795389" y="277778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t122"/>
            <p:cNvSpPr/>
            <p:nvPr/>
          </p:nvSpPr>
          <p:spPr>
            <a:xfrm>
              <a:off x="3471887" y="312259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t123"/>
            <p:cNvSpPr/>
            <p:nvPr/>
          </p:nvSpPr>
          <p:spPr>
            <a:xfrm>
              <a:off x="5148384" y="348216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t124"/>
            <p:cNvSpPr/>
            <p:nvPr/>
          </p:nvSpPr>
          <p:spPr>
            <a:xfrm>
              <a:off x="1795389" y="281629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t125"/>
            <p:cNvSpPr/>
            <p:nvPr/>
          </p:nvSpPr>
          <p:spPr>
            <a:xfrm>
              <a:off x="3471887" y="330042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t126"/>
            <p:cNvSpPr/>
            <p:nvPr/>
          </p:nvSpPr>
          <p:spPr>
            <a:xfrm>
              <a:off x="5148384" y="365873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t127"/>
            <p:cNvSpPr/>
            <p:nvPr/>
          </p:nvSpPr>
          <p:spPr>
            <a:xfrm>
              <a:off x="1795389" y="301443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t128"/>
            <p:cNvSpPr/>
            <p:nvPr/>
          </p:nvSpPr>
          <p:spPr>
            <a:xfrm>
              <a:off x="3471887" y="315979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t129"/>
            <p:cNvSpPr/>
            <p:nvPr/>
          </p:nvSpPr>
          <p:spPr>
            <a:xfrm>
              <a:off x="5148384" y="306581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t130"/>
            <p:cNvSpPr/>
            <p:nvPr/>
          </p:nvSpPr>
          <p:spPr>
            <a:xfrm>
              <a:off x="1795389" y="455671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t131"/>
            <p:cNvSpPr/>
            <p:nvPr/>
          </p:nvSpPr>
          <p:spPr>
            <a:xfrm>
              <a:off x="3471887" y="447699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t132"/>
            <p:cNvSpPr/>
            <p:nvPr/>
          </p:nvSpPr>
          <p:spPr>
            <a:xfrm>
              <a:off x="5148384" y="491829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t133"/>
            <p:cNvSpPr/>
            <p:nvPr/>
          </p:nvSpPr>
          <p:spPr>
            <a:xfrm>
              <a:off x="1795389" y="328625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t134"/>
            <p:cNvSpPr/>
            <p:nvPr/>
          </p:nvSpPr>
          <p:spPr>
            <a:xfrm>
              <a:off x="3471887" y="319855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t135"/>
            <p:cNvSpPr/>
            <p:nvPr/>
          </p:nvSpPr>
          <p:spPr>
            <a:xfrm>
              <a:off x="5148384" y="415433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t136"/>
            <p:cNvSpPr/>
            <p:nvPr/>
          </p:nvSpPr>
          <p:spPr>
            <a:xfrm>
              <a:off x="1795389" y="289030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t137"/>
            <p:cNvSpPr/>
            <p:nvPr/>
          </p:nvSpPr>
          <p:spPr>
            <a:xfrm>
              <a:off x="3471887" y="369846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t138"/>
            <p:cNvSpPr/>
            <p:nvPr/>
          </p:nvSpPr>
          <p:spPr>
            <a:xfrm>
              <a:off x="5148384" y="346108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t139"/>
            <p:cNvSpPr/>
            <p:nvPr/>
          </p:nvSpPr>
          <p:spPr>
            <a:xfrm>
              <a:off x="1795389" y="334180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t140"/>
            <p:cNvSpPr/>
            <p:nvPr/>
          </p:nvSpPr>
          <p:spPr>
            <a:xfrm>
              <a:off x="3471887" y="344781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t141"/>
            <p:cNvSpPr/>
            <p:nvPr/>
          </p:nvSpPr>
          <p:spPr>
            <a:xfrm>
              <a:off x="5148384" y="366872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t142"/>
            <p:cNvSpPr/>
            <p:nvPr/>
          </p:nvSpPr>
          <p:spPr>
            <a:xfrm>
              <a:off x="1795389" y="355884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t143"/>
            <p:cNvSpPr/>
            <p:nvPr/>
          </p:nvSpPr>
          <p:spPr>
            <a:xfrm>
              <a:off x="3471887" y="341682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t144"/>
            <p:cNvSpPr/>
            <p:nvPr/>
          </p:nvSpPr>
          <p:spPr>
            <a:xfrm>
              <a:off x="5148384" y="405491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t145"/>
            <p:cNvSpPr/>
            <p:nvPr/>
          </p:nvSpPr>
          <p:spPr>
            <a:xfrm>
              <a:off x="1795389" y="382146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t146"/>
            <p:cNvSpPr/>
            <p:nvPr/>
          </p:nvSpPr>
          <p:spPr>
            <a:xfrm>
              <a:off x="3471887" y="360781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t147"/>
            <p:cNvSpPr/>
            <p:nvPr/>
          </p:nvSpPr>
          <p:spPr>
            <a:xfrm>
              <a:off x="5148384" y="467441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t148"/>
            <p:cNvSpPr/>
            <p:nvPr/>
          </p:nvSpPr>
          <p:spPr>
            <a:xfrm>
              <a:off x="1795389" y="361621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t149"/>
            <p:cNvSpPr/>
            <p:nvPr/>
          </p:nvSpPr>
          <p:spPr>
            <a:xfrm>
              <a:off x="3471887" y="378903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t150"/>
            <p:cNvSpPr/>
            <p:nvPr/>
          </p:nvSpPr>
          <p:spPr>
            <a:xfrm>
              <a:off x="5148384" y="441607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t151"/>
            <p:cNvSpPr/>
            <p:nvPr/>
          </p:nvSpPr>
          <p:spPr>
            <a:xfrm>
              <a:off x="1795389" y="239781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t152"/>
            <p:cNvSpPr/>
            <p:nvPr/>
          </p:nvSpPr>
          <p:spPr>
            <a:xfrm>
              <a:off x="3471887" y="292436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t153"/>
            <p:cNvSpPr/>
            <p:nvPr/>
          </p:nvSpPr>
          <p:spPr>
            <a:xfrm>
              <a:off x="5148384" y="310644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t154"/>
            <p:cNvSpPr/>
            <p:nvPr/>
          </p:nvSpPr>
          <p:spPr>
            <a:xfrm>
              <a:off x="1795389" y="291882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t155"/>
            <p:cNvSpPr/>
            <p:nvPr/>
          </p:nvSpPr>
          <p:spPr>
            <a:xfrm>
              <a:off x="3471887" y="318085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t156"/>
            <p:cNvSpPr/>
            <p:nvPr/>
          </p:nvSpPr>
          <p:spPr>
            <a:xfrm>
              <a:off x="5148384" y="366865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t157"/>
            <p:cNvSpPr/>
            <p:nvPr/>
          </p:nvSpPr>
          <p:spPr>
            <a:xfrm>
              <a:off x="1795389" y="296521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t158"/>
            <p:cNvSpPr/>
            <p:nvPr/>
          </p:nvSpPr>
          <p:spPr>
            <a:xfrm>
              <a:off x="3471887" y="311757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t159"/>
            <p:cNvSpPr/>
            <p:nvPr/>
          </p:nvSpPr>
          <p:spPr>
            <a:xfrm>
              <a:off x="5148384" y="276532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t160"/>
            <p:cNvSpPr/>
            <p:nvPr/>
          </p:nvSpPr>
          <p:spPr>
            <a:xfrm>
              <a:off x="1795389" y="321994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t161"/>
            <p:cNvSpPr/>
            <p:nvPr/>
          </p:nvSpPr>
          <p:spPr>
            <a:xfrm>
              <a:off x="3471887" y="357883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t162"/>
            <p:cNvSpPr/>
            <p:nvPr/>
          </p:nvSpPr>
          <p:spPr>
            <a:xfrm>
              <a:off x="5148384" y="399425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t163"/>
            <p:cNvSpPr/>
            <p:nvPr/>
          </p:nvSpPr>
          <p:spPr>
            <a:xfrm>
              <a:off x="1795389" y="318617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t164"/>
            <p:cNvSpPr/>
            <p:nvPr/>
          </p:nvSpPr>
          <p:spPr>
            <a:xfrm>
              <a:off x="3471887" y="355121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t165"/>
            <p:cNvSpPr/>
            <p:nvPr/>
          </p:nvSpPr>
          <p:spPr>
            <a:xfrm>
              <a:off x="5148384" y="380090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t166"/>
            <p:cNvSpPr/>
            <p:nvPr/>
          </p:nvSpPr>
          <p:spPr>
            <a:xfrm>
              <a:off x="1795389" y="364487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t167"/>
            <p:cNvSpPr/>
            <p:nvPr/>
          </p:nvSpPr>
          <p:spPr>
            <a:xfrm>
              <a:off x="3471887" y="389810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t168"/>
            <p:cNvSpPr/>
            <p:nvPr/>
          </p:nvSpPr>
          <p:spPr>
            <a:xfrm>
              <a:off x="5148384" y="364592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t169"/>
            <p:cNvSpPr/>
            <p:nvPr/>
          </p:nvSpPr>
          <p:spPr>
            <a:xfrm>
              <a:off x="1795389" y="284893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t170"/>
            <p:cNvSpPr/>
            <p:nvPr/>
          </p:nvSpPr>
          <p:spPr>
            <a:xfrm>
              <a:off x="3471887" y="256742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t171"/>
            <p:cNvSpPr/>
            <p:nvPr/>
          </p:nvSpPr>
          <p:spPr>
            <a:xfrm>
              <a:off x="5148384" y="288400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t172"/>
            <p:cNvSpPr/>
            <p:nvPr/>
          </p:nvSpPr>
          <p:spPr>
            <a:xfrm>
              <a:off x="1795389" y="329399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t173"/>
            <p:cNvSpPr/>
            <p:nvPr/>
          </p:nvSpPr>
          <p:spPr>
            <a:xfrm>
              <a:off x="3471887" y="414534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t174"/>
            <p:cNvSpPr/>
            <p:nvPr/>
          </p:nvSpPr>
          <p:spPr>
            <a:xfrm>
              <a:off x="5148384" y="423004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t175"/>
            <p:cNvSpPr/>
            <p:nvPr/>
          </p:nvSpPr>
          <p:spPr>
            <a:xfrm>
              <a:off x="1795389" y="302924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t176"/>
            <p:cNvSpPr/>
            <p:nvPr/>
          </p:nvSpPr>
          <p:spPr>
            <a:xfrm>
              <a:off x="3471887" y="358823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t177"/>
            <p:cNvSpPr/>
            <p:nvPr/>
          </p:nvSpPr>
          <p:spPr>
            <a:xfrm>
              <a:off x="5148384" y="378886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t178"/>
            <p:cNvSpPr/>
            <p:nvPr/>
          </p:nvSpPr>
          <p:spPr>
            <a:xfrm>
              <a:off x="1795389" y="448172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t179"/>
            <p:cNvSpPr/>
            <p:nvPr/>
          </p:nvSpPr>
          <p:spPr>
            <a:xfrm>
              <a:off x="3471887" y="443304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t180"/>
            <p:cNvSpPr/>
            <p:nvPr/>
          </p:nvSpPr>
          <p:spPr>
            <a:xfrm>
              <a:off x="5148384" y="548541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t181"/>
            <p:cNvSpPr/>
            <p:nvPr/>
          </p:nvSpPr>
          <p:spPr>
            <a:xfrm>
              <a:off x="1795389" y="317525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t182"/>
            <p:cNvSpPr/>
            <p:nvPr/>
          </p:nvSpPr>
          <p:spPr>
            <a:xfrm>
              <a:off x="3471887" y="336875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t183"/>
            <p:cNvSpPr/>
            <p:nvPr/>
          </p:nvSpPr>
          <p:spPr>
            <a:xfrm>
              <a:off x="5148384" y="324524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t184"/>
            <p:cNvSpPr/>
            <p:nvPr/>
          </p:nvSpPr>
          <p:spPr>
            <a:xfrm>
              <a:off x="1795389" y="378106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t185"/>
            <p:cNvSpPr/>
            <p:nvPr/>
          </p:nvSpPr>
          <p:spPr>
            <a:xfrm>
              <a:off x="3471887" y="323731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t186"/>
            <p:cNvSpPr/>
            <p:nvPr/>
          </p:nvSpPr>
          <p:spPr>
            <a:xfrm>
              <a:off x="5148384" y="349512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t187"/>
            <p:cNvSpPr/>
            <p:nvPr/>
          </p:nvSpPr>
          <p:spPr>
            <a:xfrm>
              <a:off x="1795389" y="386118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t188"/>
            <p:cNvSpPr/>
            <p:nvPr/>
          </p:nvSpPr>
          <p:spPr>
            <a:xfrm>
              <a:off x="3471887" y="372295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t189"/>
            <p:cNvSpPr/>
            <p:nvPr/>
          </p:nvSpPr>
          <p:spPr>
            <a:xfrm>
              <a:off x="5148384" y="438321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t190"/>
            <p:cNvSpPr/>
            <p:nvPr/>
          </p:nvSpPr>
          <p:spPr>
            <a:xfrm>
              <a:off x="1795389" y="455747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t191"/>
            <p:cNvSpPr/>
            <p:nvPr/>
          </p:nvSpPr>
          <p:spPr>
            <a:xfrm>
              <a:off x="3471887" y="460268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t192"/>
            <p:cNvSpPr/>
            <p:nvPr/>
          </p:nvSpPr>
          <p:spPr>
            <a:xfrm>
              <a:off x="5148384" y="523546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t193"/>
            <p:cNvSpPr/>
            <p:nvPr/>
          </p:nvSpPr>
          <p:spPr>
            <a:xfrm>
              <a:off x="1795389" y="344482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t194"/>
            <p:cNvSpPr/>
            <p:nvPr/>
          </p:nvSpPr>
          <p:spPr>
            <a:xfrm>
              <a:off x="3471887" y="480410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t195"/>
            <p:cNvSpPr/>
            <p:nvPr/>
          </p:nvSpPr>
          <p:spPr>
            <a:xfrm>
              <a:off x="5148384" y="488001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t196"/>
            <p:cNvSpPr/>
            <p:nvPr/>
          </p:nvSpPr>
          <p:spPr>
            <a:xfrm>
              <a:off x="1795389" y="293958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t197"/>
            <p:cNvSpPr/>
            <p:nvPr/>
          </p:nvSpPr>
          <p:spPr>
            <a:xfrm>
              <a:off x="3471887" y="325987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t198"/>
            <p:cNvSpPr/>
            <p:nvPr/>
          </p:nvSpPr>
          <p:spPr>
            <a:xfrm>
              <a:off x="5148384" y="428860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t199"/>
            <p:cNvSpPr/>
            <p:nvPr/>
          </p:nvSpPr>
          <p:spPr>
            <a:xfrm>
              <a:off x="1795389" y="374277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t200"/>
            <p:cNvSpPr/>
            <p:nvPr/>
          </p:nvSpPr>
          <p:spPr>
            <a:xfrm>
              <a:off x="3471887" y="376049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t201"/>
            <p:cNvSpPr/>
            <p:nvPr/>
          </p:nvSpPr>
          <p:spPr>
            <a:xfrm>
              <a:off x="5148384" y="439709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t202"/>
            <p:cNvSpPr/>
            <p:nvPr/>
          </p:nvSpPr>
          <p:spPr>
            <a:xfrm>
              <a:off x="1795389" y="412099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t203"/>
            <p:cNvSpPr/>
            <p:nvPr/>
          </p:nvSpPr>
          <p:spPr>
            <a:xfrm>
              <a:off x="3471887" y="403749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t204"/>
            <p:cNvSpPr/>
            <p:nvPr/>
          </p:nvSpPr>
          <p:spPr>
            <a:xfrm>
              <a:off x="5148384" y="429468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" name="pt205"/>
            <p:cNvSpPr/>
            <p:nvPr/>
          </p:nvSpPr>
          <p:spPr>
            <a:xfrm>
              <a:off x="1795389" y="311176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" name="pt206"/>
            <p:cNvSpPr/>
            <p:nvPr/>
          </p:nvSpPr>
          <p:spPr>
            <a:xfrm>
              <a:off x="3471887" y="351289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t207"/>
            <p:cNvSpPr/>
            <p:nvPr/>
          </p:nvSpPr>
          <p:spPr>
            <a:xfrm>
              <a:off x="5148384" y="438340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t208"/>
            <p:cNvSpPr/>
            <p:nvPr/>
          </p:nvSpPr>
          <p:spPr>
            <a:xfrm>
              <a:off x="1795389" y="253486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t209"/>
            <p:cNvSpPr/>
            <p:nvPr/>
          </p:nvSpPr>
          <p:spPr>
            <a:xfrm>
              <a:off x="3471887" y="316844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t210"/>
            <p:cNvSpPr/>
            <p:nvPr/>
          </p:nvSpPr>
          <p:spPr>
            <a:xfrm>
              <a:off x="5148384" y="349871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t211"/>
            <p:cNvSpPr/>
            <p:nvPr/>
          </p:nvSpPr>
          <p:spPr>
            <a:xfrm>
              <a:off x="1795389" y="253016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t212"/>
            <p:cNvSpPr/>
            <p:nvPr/>
          </p:nvSpPr>
          <p:spPr>
            <a:xfrm>
              <a:off x="3471887" y="239087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t213"/>
            <p:cNvSpPr/>
            <p:nvPr/>
          </p:nvSpPr>
          <p:spPr>
            <a:xfrm>
              <a:off x="5148384" y="253503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l214"/>
            <p:cNvSpPr/>
            <p:nvPr/>
          </p:nvSpPr>
          <p:spPr>
            <a:xfrm>
              <a:off x="1816150" y="3266229"/>
              <a:ext cx="3352995" cy="652184"/>
            </a:xfrm>
            <a:custGeom>
              <a:avLst/>
              <a:pathLst>
                <a:path w="3352995" h="652184">
                  <a:moveTo>
                    <a:pt x="0" y="0"/>
                  </a:moveTo>
                  <a:lnTo>
                    <a:pt x="1676497" y="260024"/>
                  </a:lnTo>
                  <a:lnTo>
                    <a:pt x="3352995" y="652184"/>
                  </a:lnTo>
                </a:path>
              </a:pathLst>
            </a:custGeom>
            <a:ln w="3252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t215"/>
            <p:cNvSpPr/>
            <p:nvPr/>
          </p:nvSpPr>
          <p:spPr>
            <a:xfrm>
              <a:off x="1770998" y="3221077"/>
              <a:ext cx="90303" cy="90303"/>
            </a:xfrm>
            <a:prstGeom prst="ellipse">
              <a:avLst/>
            </a:prstGeom>
            <a:solidFill>
              <a:srgbClr val="00000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t216"/>
            <p:cNvSpPr/>
            <p:nvPr/>
          </p:nvSpPr>
          <p:spPr>
            <a:xfrm>
              <a:off x="3447496" y="3481102"/>
              <a:ext cx="90303" cy="90303"/>
            </a:xfrm>
            <a:prstGeom prst="ellipse">
              <a:avLst/>
            </a:prstGeom>
            <a:solidFill>
              <a:srgbClr val="00000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t217"/>
            <p:cNvSpPr/>
            <p:nvPr/>
          </p:nvSpPr>
          <p:spPr>
            <a:xfrm>
              <a:off x="5123993" y="3873261"/>
              <a:ext cx="90303" cy="90303"/>
            </a:xfrm>
            <a:prstGeom prst="ellipse">
              <a:avLst/>
            </a:prstGeom>
            <a:solidFill>
              <a:srgbClr val="00000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l218"/>
            <p:cNvSpPr/>
            <p:nvPr/>
          </p:nvSpPr>
          <p:spPr>
            <a:xfrm>
              <a:off x="1732325" y="3181477"/>
              <a:ext cx="167649" cy="0"/>
            </a:xfrm>
            <a:custGeom>
              <a:avLst/>
              <a:pathLst>
                <a:path w="167649" h="0">
                  <a:moveTo>
                    <a:pt x="0" y="0"/>
                  </a:moveTo>
                  <a:lnTo>
                    <a:pt x="167649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l219"/>
            <p:cNvSpPr/>
            <p:nvPr/>
          </p:nvSpPr>
          <p:spPr>
            <a:xfrm>
              <a:off x="1816150" y="3181477"/>
              <a:ext cx="0" cy="169504"/>
            </a:xfrm>
            <a:custGeom>
              <a:avLst/>
              <a:pathLst>
                <a:path w="0" h="169504">
                  <a:moveTo>
                    <a:pt x="0" y="0"/>
                  </a:moveTo>
                  <a:lnTo>
                    <a:pt x="0" y="169504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l220"/>
            <p:cNvSpPr/>
            <p:nvPr/>
          </p:nvSpPr>
          <p:spPr>
            <a:xfrm>
              <a:off x="1732325" y="3350981"/>
              <a:ext cx="167649" cy="0"/>
            </a:xfrm>
            <a:custGeom>
              <a:avLst/>
              <a:pathLst>
                <a:path w="167649" h="0">
                  <a:moveTo>
                    <a:pt x="0" y="0"/>
                  </a:moveTo>
                  <a:lnTo>
                    <a:pt x="167649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l221"/>
            <p:cNvSpPr/>
            <p:nvPr/>
          </p:nvSpPr>
          <p:spPr>
            <a:xfrm>
              <a:off x="3408822" y="3443168"/>
              <a:ext cx="167649" cy="0"/>
            </a:xfrm>
            <a:custGeom>
              <a:avLst/>
              <a:pathLst>
                <a:path w="167649" h="0">
                  <a:moveTo>
                    <a:pt x="0" y="0"/>
                  </a:moveTo>
                  <a:lnTo>
                    <a:pt x="167649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pl222"/>
            <p:cNvSpPr/>
            <p:nvPr/>
          </p:nvSpPr>
          <p:spPr>
            <a:xfrm>
              <a:off x="3492647" y="3443168"/>
              <a:ext cx="0" cy="166170"/>
            </a:xfrm>
            <a:custGeom>
              <a:avLst/>
              <a:pathLst>
                <a:path w="0" h="166170">
                  <a:moveTo>
                    <a:pt x="0" y="0"/>
                  </a:moveTo>
                  <a:lnTo>
                    <a:pt x="0" y="16617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" name="pl223"/>
            <p:cNvSpPr/>
            <p:nvPr/>
          </p:nvSpPr>
          <p:spPr>
            <a:xfrm>
              <a:off x="3408822" y="3609339"/>
              <a:ext cx="167649" cy="0"/>
            </a:xfrm>
            <a:custGeom>
              <a:avLst/>
              <a:pathLst>
                <a:path w="167649" h="0">
                  <a:moveTo>
                    <a:pt x="0" y="0"/>
                  </a:moveTo>
                  <a:lnTo>
                    <a:pt x="167649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l224"/>
            <p:cNvSpPr/>
            <p:nvPr/>
          </p:nvSpPr>
          <p:spPr>
            <a:xfrm>
              <a:off x="5085320" y="3829693"/>
              <a:ext cx="167649" cy="0"/>
            </a:xfrm>
            <a:custGeom>
              <a:avLst/>
              <a:pathLst>
                <a:path w="167649" h="0">
                  <a:moveTo>
                    <a:pt x="0" y="0"/>
                  </a:moveTo>
                  <a:lnTo>
                    <a:pt x="167649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l225"/>
            <p:cNvSpPr/>
            <p:nvPr/>
          </p:nvSpPr>
          <p:spPr>
            <a:xfrm>
              <a:off x="5169145" y="3829693"/>
              <a:ext cx="0" cy="177439"/>
            </a:xfrm>
            <a:custGeom>
              <a:avLst/>
              <a:pathLst>
                <a:path w="0" h="177439">
                  <a:moveTo>
                    <a:pt x="0" y="0"/>
                  </a:moveTo>
                  <a:lnTo>
                    <a:pt x="0" y="177439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l226"/>
            <p:cNvSpPr/>
            <p:nvPr/>
          </p:nvSpPr>
          <p:spPr>
            <a:xfrm>
              <a:off x="5085320" y="4007133"/>
              <a:ext cx="167649" cy="0"/>
            </a:xfrm>
            <a:custGeom>
              <a:avLst/>
              <a:pathLst>
                <a:path w="167649" h="0">
                  <a:moveTo>
                    <a:pt x="0" y="0"/>
                  </a:moveTo>
                  <a:lnTo>
                    <a:pt x="167649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rc227"/>
            <p:cNvSpPr/>
            <p:nvPr/>
          </p:nvSpPr>
          <p:spPr>
            <a:xfrm>
              <a:off x="6257285" y="1666098"/>
              <a:ext cx="5364792" cy="434986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229" name="pl228"/>
            <p:cNvSpPr/>
            <p:nvPr/>
          </p:nvSpPr>
          <p:spPr>
            <a:xfrm>
              <a:off x="7263184" y="2074017"/>
              <a:ext cx="3352995" cy="1824264"/>
            </a:xfrm>
            <a:custGeom>
              <a:avLst/>
              <a:pathLst>
                <a:path w="3352995" h="1824264">
                  <a:moveTo>
                    <a:pt x="0" y="0"/>
                  </a:moveTo>
                  <a:lnTo>
                    <a:pt x="1676497" y="841788"/>
                  </a:lnTo>
                  <a:lnTo>
                    <a:pt x="3352995" y="1824264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l229"/>
            <p:cNvSpPr/>
            <p:nvPr/>
          </p:nvSpPr>
          <p:spPr>
            <a:xfrm>
              <a:off x="7263184" y="3529324"/>
              <a:ext cx="3352995" cy="678261"/>
            </a:xfrm>
            <a:custGeom>
              <a:avLst/>
              <a:pathLst>
                <a:path w="3352995" h="678261">
                  <a:moveTo>
                    <a:pt x="0" y="0"/>
                  </a:moveTo>
                  <a:lnTo>
                    <a:pt x="1676497" y="563669"/>
                  </a:lnTo>
                  <a:lnTo>
                    <a:pt x="3352995" y="678261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l230"/>
            <p:cNvSpPr/>
            <p:nvPr/>
          </p:nvSpPr>
          <p:spPr>
            <a:xfrm>
              <a:off x="7263184" y="3313127"/>
              <a:ext cx="3352995" cy="362930"/>
            </a:xfrm>
            <a:custGeom>
              <a:avLst/>
              <a:pathLst>
                <a:path w="3352995" h="362930">
                  <a:moveTo>
                    <a:pt x="0" y="111846"/>
                  </a:moveTo>
                  <a:lnTo>
                    <a:pt x="1676497" y="0"/>
                  </a:lnTo>
                  <a:lnTo>
                    <a:pt x="3352995" y="36293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pl231"/>
            <p:cNvSpPr/>
            <p:nvPr/>
          </p:nvSpPr>
          <p:spPr>
            <a:xfrm>
              <a:off x="7263184" y="4423684"/>
              <a:ext cx="3352995" cy="723600"/>
            </a:xfrm>
            <a:custGeom>
              <a:avLst/>
              <a:pathLst>
                <a:path w="3352995" h="723600">
                  <a:moveTo>
                    <a:pt x="0" y="38743"/>
                  </a:moveTo>
                  <a:lnTo>
                    <a:pt x="1676497" y="0"/>
                  </a:lnTo>
                  <a:lnTo>
                    <a:pt x="3352995" y="72360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" name="pl232"/>
            <p:cNvSpPr/>
            <p:nvPr/>
          </p:nvSpPr>
          <p:spPr>
            <a:xfrm>
              <a:off x="7263184" y="3009093"/>
              <a:ext cx="3352995" cy="339456"/>
            </a:xfrm>
            <a:custGeom>
              <a:avLst/>
              <a:pathLst>
                <a:path w="3352995" h="339456">
                  <a:moveTo>
                    <a:pt x="0" y="0"/>
                  </a:moveTo>
                  <a:lnTo>
                    <a:pt x="1676497" y="133857"/>
                  </a:lnTo>
                  <a:lnTo>
                    <a:pt x="3352995" y="339456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" name="pl233"/>
            <p:cNvSpPr/>
            <p:nvPr/>
          </p:nvSpPr>
          <p:spPr>
            <a:xfrm>
              <a:off x="7263184" y="3117277"/>
              <a:ext cx="3352995" cy="710326"/>
            </a:xfrm>
            <a:custGeom>
              <a:avLst/>
              <a:pathLst>
                <a:path w="3352995" h="710326">
                  <a:moveTo>
                    <a:pt x="0" y="0"/>
                  </a:moveTo>
                  <a:lnTo>
                    <a:pt x="1676497" y="90746"/>
                  </a:lnTo>
                  <a:lnTo>
                    <a:pt x="3352995" y="710326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" name="pl234"/>
            <p:cNvSpPr/>
            <p:nvPr/>
          </p:nvSpPr>
          <p:spPr>
            <a:xfrm>
              <a:off x="7263184" y="3732062"/>
              <a:ext cx="3352995" cy="921567"/>
            </a:xfrm>
            <a:custGeom>
              <a:avLst/>
              <a:pathLst>
                <a:path w="3352995" h="921567">
                  <a:moveTo>
                    <a:pt x="0" y="0"/>
                  </a:moveTo>
                  <a:lnTo>
                    <a:pt x="1676497" y="504074"/>
                  </a:lnTo>
                  <a:lnTo>
                    <a:pt x="3352995" y="921567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pl235"/>
            <p:cNvSpPr/>
            <p:nvPr/>
          </p:nvSpPr>
          <p:spPr>
            <a:xfrm>
              <a:off x="7263184" y="2977258"/>
              <a:ext cx="3352995" cy="611758"/>
            </a:xfrm>
            <a:custGeom>
              <a:avLst/>
              <a:pathLst>
                <a:path w="3352995" h="611758">
                  <a:moveTo>
                    <a:pt x="0" y="0"/>
                  </a:moveTo>
                  <a:lnTo>
                    <a:pt x="1676497" y="434216"/>
                  </a:lnTo>
                  <a:lnTo>
                    <a:pt x="3352995" y="611758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l236"/>
            <p:cNvSpPr/>
            <p:nvPr/>
          </p:nvSpPr>
          <p:spPr>
            <a:xfrm>
              <a:off x="7263184" y="2755063"/>
              <a:ext cx="3352995" cy="830883"/>
            </a:xfrm>
            <a:custGeom>
              <a:avLst/>
              <a:pathLst>
                <a:path w="3352995" h="830883">
                  <a:moveTo>
                    <a:pt x="0" y="0"/>
                  </a:moveTo>
                  <a:lnTo>
                    <a:pt x="1676497" y="6737"/>
                  </a:lnTo>
                  <a:lnTo>
                    <a:pt x="3352995" y="830883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l237"/>
            <p:cNvSpPr/>
            <p:nvPr/>
          </p:nvSpPr>
          <p:spPr>
            <a:xfrm>
              <a:off x="7263184" y="2843060"/>
              <a:ext cx="3352995" cy="685538"/>
            </a:xfrm>
            <a:custGeom>
              <a:avLst/>
              <a:pathLst>
                <a:path w="3352995" h="685538">
                  <a:moveTo>
                    <a:pt x="0" y="96178"/>
                  </a:moveTo>
                  <a:lnTo>
                    <a:pt x="1676497" y="0"/>
                  </a:lnTo>
                  <a:lnTo>
                    <a:pt x="3352995" y="685538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l238"/>
            <p:cNvSpPr/>
            <p:nvPr/>
          </p:nvSpPr>
          <p:spPr>
            <a:xfrm>
              <a:off x="7263184" y="3326987"/>
              <a:ext cx="3352995" cy="1497578"/>
            </a:xfrm>
            <a:custGeom>
              <a:avLst/>
              <a:pathLst>
                <a:path w="3352995" h="1497578">
                  <a:moveTo>
                    <a:pt x="0" y="126109"/>
                  </a:moveTo>
                  <a:lnTo>
                    <a:pt x="1676497" y="0"/>
                  </a:lnTo>
                  <a:lnTo>
                    <a:pt x="3352995" y="1497578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l239"/>
            <p:cNvSpPr/>
            <p:nvPr/>
          </p:nvSpPr>
          <p:spPr>
            <a:xfrm>
              <a:off x="7263184" y="3308425"/>
              <a:ext cx="3352995" cy="1017965"/>
            </a:xfrm>
            <a:custGeom>
              <a:avLst/>
              <a:pathLst>
                <a:path w="3352995" h="1017965">
                  <a:moveTo>
                    <a:pt x="0" y="0"/>
                  </a:moveTo>
                  <a:lnTo>
                    <a:pt x="1676497" y="147316"/>
                  </a:lnTo>
                  <a:lnTo>
                    <a:pt x="3352995" y="1017965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l240"/>
            <p:cNvSpPr/>
            <p:nvPr/>
          </p:nvSpPr>
          <p:spPr>
            <a:xfrm>
              <a:off x="7263184" y="3136256"/>
              <a:ext cx="3352995" cy="279111"/>
            </a:xfrm>
            <a:custGeom>
              <a:avLst/>
              <a:pathLst>
                <a:path w="3352995" h="279111">
                  <a:moveTo>
                    <a:pt x="0" y="0"/>
                  </a:moveTo>
                  <a:lnTo>
                    <a:pt x="1676497" y="279111"/>
                  </a:lnTo>
                  <a:lnTo>
                    <a:pt x="3352995" y="8125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l241"/>
            <p:cNvSpPr/>
            <p:nvPr/>
          </p:nvSpPr>
          <p:spPr>
            <a:xfrm>
              <a:off x="7263184" y="3815881"/>
              <a:ext cx="3352995" cy="380021"/>
            </a:xfrm>
            <a:custGeom>
              <a:avLst/>
              <a:pathLst>
                <a:path w="3352995" h="380021">
                  <a:moveTo>
                    <a:pt x="0" y="380021"/>
                  </a:moveTo>
                  <a:lnTo>
                    <a:pt x="1676497" y="0"/>
                  </a:lnTo>
                  <a:lnTo>
                    <a:pt x="3352995" y="365607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pl242"/>
            <p:cNvSpPr/>
            <p:nvPr/>
          </p:nvSpPr>
          <p:spPr>
            <a:xfrm>
              <a:off x="7263184" y="2949809"/>
              <a:ext cx="3352995" cy="777411"/>
            </a:xfrm>
            <a:custGeom>
              <a:avLst/>
              <a:pathLst>
                <a:path w="3352995" h="777411">
                  <a:moveTo>
                    <a:pt x="0" y="0"/>
                  </a:moveTo>
                  <a:lnTo>
                    <a:pt x="1676497" y="697818"/>
                  </a:lnTo>
                  <a:lnTo>
                    <a:pt x="3352995" y="777411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" name="pl243"/>
            <p:cNvSpPr/>
            <p:nvPr/>
          </p:nvSpPr>
          <p:spPr>
            <a:xfrm>
              <a:off x="7263184" y="3463840"/>
              <a:ext cx="3352995" cy="332592"/>
            </a:xfrm>
            <a:custGeom>
              <a:avLst/>
              <a:pathLst>
                <a:path w="3352995" h="332592">
                  <a:moveTo>
                    <a:pt x="0" y="0"/>
                  </a:moveTo>
                  <a:lnTo>
                    <a:pt x="1676497" y="126424"/>
                  </a:lnTo>
                  <a:lnTo>
                    <a:pt x="3352995" y="332592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" name="pl244"/>
            <p:cNvSpPr/>
            <p:nvPr/>
          </p:nvSpPr>
          <p:spPr>
            <a:xfrm>
              <a:off x="7263184" y="2345549"/>
              <a:ext cx="3352995" cy="947959"/>
            </a:xfrm>
            <a:custGeom>
              <a:avLst/>
              <a:pathLst>
                <a:path w="3352995" h="947959">
                  <a:moveTo>
                    <a:pt x="0" y="0"/>
                  </a:moveTo>
                  <a:lnTo>
                    <a:pt x="1676497" y="947959"/>
                  </a:lnTo>
                  <a:lnTo>
                    <a:pt x="3352995" y="90234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l245"/>
            <p:cNvSpPr/>
            <p:nvPr/>
          </p:nvSpPr>
          <p:spPr>
            <a:xfrm>
              <a:off x="7263184" y="2401662"/>
              <a:ext cx="3352995" cy="1212320"/>
            </a:xfrm>
            <a:custGeom>
              <a:avLst/>
              <a:pathLst>
                <a:path w="3352995" h="1212320">
                  <a:moveTo>
                    <a:pt x="0" y="0"/>
                  </a:moveTo>
                  <a:lnTo>
                    <a:pt x="1676497" y="1212320"/>
                  </a:lnTo>
                  <a:lnTo>
                    <a:pt x="3352995" y="883446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l246"/>
            <p:cNvSpPr/>
            <p:nvPr/>
          </p:nvSpPr>
          <p:spPr>
            <a:xfrm>
              <a:off x="7263184" y="3858555"/>
              <a:ext cx="3352995" cy="274367"/>
            </a:xfrm>
            <a:custGeom>
              <a:avLst/>
              <a:pathLst>
                <a:path w="3352995" h="274367">
                  <a:moveTo>
                    <a:pt x="0" y="274367"/>
                  </a:moveTo>
                  <a:lnTo>
                    <a:pt x="1676497" y="0"/>
                  </a:lnTo>
                  <a:lnTo>
                    <a:pt x="3352995" y="241951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l247"/>
            <p:cNvSpPr/>
            <p:nvPr/>
          </p:nvSpPr>
          <p:spPr>
            <a:xfrm>
              <a:off x="7263184" y="2898797"/>
              <a:ext cx="3352995" cy="1310762"/>
            </a:xfrm>
            <a:custGeom>
              <a:avLst/>
              <a:pathLst>
                <a:path w="3352995" h="1310762">
                  <a:moveTo>
                    <a:pt x="0" y="0"/>
                  </a:moveTo>
                  <a:lnTo>
                    <a:pt x="1676497" y="871262"/>
                  </a:lnTo>
                  <a:lnTo>
                    <a:pt x="3352995" y="1310762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l248"/>
            <p:cNvSpPr/>
            <p:nvPr/>
          </p:nvSpPr>
          <p:spPr>
            <a:xfrm>
              <a:off x="7263184" y="2650782"/>
              <a:ext cx="3352995" cy="865346"/>
            </a:xfrm>
            <a:custGeom>
              <a:avLst/>
              <a:pathLst>
                <a:path w="3352995" h="865346">
                  <a:moveTo>
                    <a:pt x="0" y="0"/>
                  </a:moveTo>
                  <a:lnTo>
                    <a:pt x="1676497" y="820031"/>
                  </a:lnTo>
                  <a:lnTo>
                    <a:pt x="3352995" y="865346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l249"/>
            <p:cNvSpPr/>
            <p:nvPr/>
          </p:nvSpPr>
          <p:spPr>
            <a:xfrm>
              <a:off x="7263184" y="3484057"/>
              <a:ext cx="3352995" cy="531429"/>
            </a:xfrm>
            <a:custGeom>
              <a:avLst/>
              <a:pathLst>
                <a:path w="3352995" h="531429">
                  <a:moveTo>
                    <a:pt x="0" y="0"/>
                  </a:moveTo>
                  <a:lnTo>
                    <a:pt x="1676497" y="123145"/>
                  </a:lnTo>
                  <a:lnTo>
                    <a:pt x="3352995" y="531429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l250"/>
            <p:cNvSpPr/>
            <p:nvPr/>
          </p:nvSpPr>
          <p:spPr>
            <a:xfrm>
              <a:off x="7263184" y="2735723"/>
              <a:ext cx="3352995" cy="1209828"/>
            </a:xfrm>
            <a:custGeom>
              <a:avLst/>
              <a:pathLst>
                <a:path w="3352995" h="1209828">
                  <a:moveTo>
                    <a:pt x="0" y="0"/>
                  </a:moveTo>
                  <a:lnTo>
                    <a:pt x="1676497" y="510815"/>
                  </a:lnTo>
                  <a:lnTo>
                    <a:pt x="3352995" y="1209828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l251"/>
            <p:cNvSpPr/>
            <p:nvPr/>
          </p:nvSpPr>
          <p:spPr>
            <a:xfrm>
              <a:off x="7263184" y="3099686"/>
              <a:ext cx="3352995" cy="683139"/>
            </a:xfrm>
            <a:custGeom>
              <a:avLst/>
              <a:pathLst>
                <a:path w="3352995" h="683139">
                  <a:moveTo>
                    <a:pt x="0" y="0"/>
                  </a:moveTo>
                  <a:lnTo>
                    <a:pt x="1676497" y="450755"/>
                  </a:lnTo>
                  <a:lnTo>
                    <a:pt x="3352995" y="683139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l252"/>
            <p:cNvSpPr/>
            <p:nvPr/>
          </p:nvSpPr>
          <p:spPr>
            <a:xfrm>
              <a:off x="7263184" y="2665316"/>
              <a:ext cx="3352995" cy="367599"/>
            </a:xfrm>
            <a:custGeom>
              <a:avLst/>
              <a:pathLst>
                <a:path w="3352995" h="367599">
                  <a:moveTo>
                    <a:pt x="0" y="4014"/>
                  </a:moveTo>
                  <a:lnTo>
                    <a:pt x="1676497" y="0"/>
                  </a:lnTo>
                  <a:lnTo>
                    <a:pt x="3352995" y="367599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l253"/>
            <p:cNvSpPr/>
            <p:nvPr/>
          </p:nvSpPr>
          <p:spPr>
            <a:xfrm>
              <a:off x="7263184" y="2484626"/>
              <a:ext cx="3352995" cy="1051891"/>
            </a:xfrm>
            <a:custGeom>
              <a:avLst/>
              <a:pathLst>
                <a:path w="3352995" h="1051891">
                  <a:moveTo>
                    <a:pt x="0" y="0"/>
                  </a:moveTo>
                  <a:lnTo>
                    <a:pt x="1676497" y="611539"/>
                  </a:lnTo>
                  <a:lnTo>
                    <a:pt x="3352995" y="1051891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l254"/>
            <p:cNvSpPr/>
            <p:nvPr/>
          </p:nvSpPr>
          <p:spPr>
            <a:xfrm>
              <a:off x="7263184" y="2531521"/>
              <a:ext cx="3352995" cy="913283"/>
            </a:xfrm>
            <a:custGeom>
              <a:avLst/>
              <a:pathLst>
                <a:path w="3352995" h="913283">
                  <a:moveTo>
                    <a:pt x="0" y="0"/>
                  </a:moveTo>
                  <a:lnTo>
                    <a:pt x="1676497" y="460412"/>
                  </a:lnTo>
                  <a:lnTo>
                    <a:pt x="3352995" y="913283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l255"/>
            <p:cNvSpPr/>
            <p:nvPr/>
          </p:nvSpPr>
          <p:spPr>
            <a:xfrm>
              <a:off x="7263184" y="2409986"/>
              <a:ext cx="3352995" cy="1161452"/>
            </a:xfrm>
            <a:custGeom>
              <a:avLst/>
              <a:pathLst>
                <a:path w="3352995" h="1161452">
                  <a:moveTo>
                    <a:pt x="0" y="0"/>
                  </a:moveTo>
                  <a:lnTo>
                    <a:pt x="1676497" y="778713"/>
                  </a:lnTo>
                  <a:lnTo>
                    <a:pt x="3352995" y="1161452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l256"/>
            <p:cNvSpPr/>
            <p:nvPr/>
          </p:nvSpPr>
          <p:spPr>
            <a:xfrm>
              <a:off x="7263184" y="3945327"/>
              <a:ext cx="3352995" cy="291488"/>
            </a:xfrm>
            <a:custGeom>
              <a:avLst/>
              <a:pathLst>
                <a:path w="3352995" h="291488">
                  <a:moveTo>
                    <a:pt x="0" y="0"/>
                  </a:moveTo>
                  <a:lnTo>
                    <a:pt x="1676497" y="155186"/>
                  </a:lnTo>
                  <a:lnTo>
                    <a:pt x="3352995" y="291488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l257"/>
            <p:cNvSpPr/>
            <p:nvPr/>
          </p:nvSpPr>
          <p:spPr>
            <a:xfrm>
              <a:off x="7263184" y="4423800"/>
              <a:ext cx="3352995" cy="394010"/>
            </a:xfrm>
            <a:custGeom>
              <a:avLst/>
              <a:pathLst>
                <a:path w="3352995" h="394010">
                  <a:moveTo>
                    <a:pt x="0" y="79414"/>
                  </a:moveTo>
                  <a:lnTo>
                    <a:pt x="1676497" y="0"/>
                  </a:lnTo>
                  <a:lnTo>
                    <a:pt x="3352995" y="39401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l258"/>
            <p:cNvSpPr/>
            <p:nvPr/>
          </p:nvSpPr>
          <p:spPr>
            <a:xfrm>
              <a:off x="7263184" y="2856329"/>
              <a:ext cx="3352995" cy="384235"/>
            </a:xfrm>
            <a:custGeom>
              <a:avLst/>
              <a:pathLst>
                <a:path w="3352995" h="384235">
                  <a:moveTo>
                    <a:pt x="0" y="266801"/>
                  </a:moveTo>
                  <a:lnTo>
                    <a:pt x="1676497" y="0"/>
                  </a:lnTo>
                  <a:lnTo>
                    <a:pt x="3352995" y="384235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l259"/>
            <p:cNvSpPr/>
            <p:nvPr/>
          </p:nvSpPr>
          <p:spPr>
            <a:xfrm>
              <a:off x="7263184" y="2965257"/>
              <a:ext cx="3352995" cy="982936"/>
            </a:xfrm>
            <a:custGeom>
              <a:avLst/>
              <a:pathLst>
                <a:path w="3352995" h="982936">
                  <a:moveTo>
                    <a:pt x="0" y="0"/>
                  </a:moveTo>
                  <a:lnTo>
                    <a:pt x="1676497" y="571485"/>
                  </a:lnTo>
                  <a:lnTo>
                    <a:pt x="3352995" y="982936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l260"/>
            <p:cNvSpPr/>
            <p:nvPr/>
          </p:nvSpPr>
          <p:spPr>
            <a:xfrm>
              <a:off x="7263184" y="3207823"/>
              <a:ext cx="3352995" cy="333429"/>
            </a:xfrm>
            <a:custGeom>
              <a:avLst/>
              <a:pathLst>
                <a:path w="3352995" h="333429">
                  <a:moveTo>
                    <a:pt x="0" y="0"/>
                  </a:moveTo>
                  <a:lnTo>
                    <a:pt x="1676497" y="39444"/>
                  </a:lnTo>
                  <a:lnTo>
                    <a:pt x="3352995" y="333429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l261"/>
            <p:cNvSpPr/>
            <p:nvPr/>
          </p:nvSpPr>
          <p:spPr>
            <a:xfrm>
              <a:off x="7263184" y="3464277"/>
              <a:ext cx="3352995" cy="447534"/>
            </a:xfrm>
            <a:custGeom>
              <a:avLst/>
              <a:pathLst>
                <a:path w="3352995" h="447534">
                  <a:moveTo>
                    <a:pt x="0" y="0"/>
                  </a:moveTo>
                  <a:lnTo>
                    <a:pt x="1676497" y="74281"/>
                  </a:lnTo>
                  <a:lnTo>
                    <a:pt x="3352995" y="447534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l262"/>
            <p:cNvSpPr/>
            <p:nvPr/>
          </p:nvSpPr>
          <p:spPr>
            <a:xfrm>
              <a:off x="7263184" y="3561531"/>
              <a:ext cx="3352995" cy="556325"/>
            </a:xfrm>
            <a:custGeom>
              <a:avLst/>
              <a:pathLst>
                <a:path w="3352995" h="556325">
                  <a:moveTo>
                    <a:pt x="0" y="0"/>
                  </a:moveTo>
                  <a:lnTo>
                    <a:pt x="1676497" y="318455"/>
                  </a:lnTo>
                  <a:lnTo>
                    <a:pt x="3352995" y="556325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l263"/>
            <p:cNvSpPr/>
            <p:nvPr/>
          </p:nvSpPr>
          <p:spPr>
            <a:xfrm>
              <a:off x="7263184" y="3420913"/>
              <a:ext cx="3352995" cy="818820"/>
            </a:xfrm>
            <a:custGeom>
              <a:avLst/>
              <a:pathLst>
                <a:path w="3352995" h="818820">
                  <a:moveTo>
                    <a:pt x="0" y="0"/>
                  </a:moveTo>
                  <a:lnTo>
                    <a:pt x="1676497" y="818820"/>
                  </a:lnTo>
                  <a:lnTo>
                    <a:pt x="3352995" y="490003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l264"/>
            <p:cNvSpPr/>
            <p:nvPr/>
          </p:nvSpPr>
          <p:spPr>
            <a:xfrm>
              <a:off x="7263184" y="3965960"/>
              <a:ext cx="3352995" cy="1852281"/>
            </a:xfrm>
            <a:custGeom>
              <a:avLst/>
              <a:pathLst>
                <a:path w="3352995" h="1852281">
                  <a:moveTo>
                    <a:pt x="0" y="0"/>
                  </a:moveTo>
                  <a:lnTo>
                    <a:pt x="1676497" y="699531"/>
                  </a:lnTo>
                  <a:lnTo>
                    <a:pt x="3352995" y="1852281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l265"/>
            <p:cNvSpPr/>
            <p:nvPr/>
          </p:nvSpPr>
          <p:spPr>
            <a:xfrm>
              <a:off x="7263184" y="2525051"/>
              <a:ext cx="3352995" cy="1055552"/>
            </a:xfrm>
            <a:custGeom>
              <a:avLst/>
              <a:pathLst>
                <a:path w="3352995" h="1055552">
                  <a:moveTo>
                    <a:pt x="0" y="0"/>
                  </a:moveTo>
                  <a:lnTo>
                    <a:pt x="1676497" y="394794"/>
                  </a:lnTo>
                  <a:lnTo>
                    <a:pt x="3352995" y="1055552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l266"/>
            <p:cNvSpPr/>
            <p:nvPr/>
          </p:nvSpPr>
          <p:spPr>
            <a:xfrm>
              <a:off x="7263184" y="3675460"/>
              <a:ext cx="3352995" cy="594386"/>
            </a:xfrm>
            <a:custGeom>
              <a:avLst/>
              <a:pathLst>
                <a:path w="3352995" h="594386">
                  <a:moveTo>
                    <a:pt x="0" y="74329"/>
                  </a:moveTo>
                  <a:lnTo>
                    <a:pt x="1676497" y="0"/>
                  </a:lnTo>
                  <a:lnTo>
                    <a:pt x="3352995" y="594386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l267"/>
            <p:cNvSpPr/>
            <p:nvPr/>
          </p:nvSpPr>
          <p:spPr>
            <a:xfrm>
              <a:off x="7263184" y="2913877"/>
              <a:ext cx="3352995" cy="933684"/>
            </a:xfrm>
            <a:custGeom>
              <a:avLst/>
              <a:pathLst>
                <a:path w="3352995" h="933684">
                  <a:moveTo>
                    <a:pt x="0" y="0"/>
                  </a:moveTo>
                  <a:lnTo>
                    <a:pt x="1676497" y="709348"/>
                  </a:lnTo>
                  <a:lnTo>
                    <a:pt x="3352995" y="933684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l268"/>
            <p:cNvSpPr/>
            <p:nvPr/>
          </p:nvSpPr>
          <p:spPr>
            <a:xfrm>
              <a:off x="7263184" y="3758480"/>
              <a:ext cx="3352995" cy="809200"/>
            </a:xfrm>
            <a:custGeom>
              <a:avLst/>
              <a:pathLst>
                <a:path w="3352995" h="809200">
                  <a:moveTo>
                    <a:pt x="0" y="0"/>
                  </a:moveTo>
                  <a:lnTo>
                    <a:pt x="1676497" y="463059"/>
                  </a:lnTo>
                  <a:lnTo>
                    <a:pt x="3352995" y="80920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l269"/>
            <p:cNvSpPr/>
            <p:nvPr/>
          </p:nvSpPr>
          <p:spPr>
            <a:xfrm>
              <a:off x="7263184" y="3240703"/>
              <a:ext cx="3352995" cy="1232923"/>
            </a:xfrm>
            <a:custGeom>
              <a:avLst/>
              <a:pathLst>
                <a:path w="3352995" h="1232923">
                  <a:moveTo>
                    <a:pt x="0" y="0"/>
                  </a:moveTo>
                  <a:lnTo>
                    <a:pt x="1676497" y="330991"/>
                  </a:lnTo>
                  <a:lnTo>
                    <a:pt x="3352995" y="1232923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l270"/>
            <p:cNvSpPr/>
            <p:nvPr/>
          </p:nvSpPr>
          <p:spPr>
            <a:xfrm>
              <a:off x="7263184" y="3260873"/>
              <a:ext cx="3352995" cy="511210"/>
            </a:xfrm>
            <a:custGeom>
              <a:avLst/>
              <a:pathLst>
                <a:path w="3352995" h="511210">
                  <a:moveTo>
                    <a:pt x="0" y="0"/>
                  </a:moveTo>
                  <a:lnTo>
                    <a:pt x="1676497" y="123773"/>
                  </a:lnTo>
                  <a:lnTo>
                    <a:pt x="3352995" y="51121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l271"/>
            <p:cNvSpPr/>
            <p:nvPr/>
          </p:nvSpPr>
          <p:spPr>
            <a:xfrm>
              <a:off x="7263184" y="2758451"/>
              <a:ext cx="3352995" cy="765691"/>
            </a:xfrm>
            <a:custGeom>
              <a:avLst/>
              <a:pathLst>
                <a:path w="3352995" h="765691">
                  <a:moveTo>
                    <a:pt x="0" y="0"/>
                  </a:moveTo>
                  <a:lnTo>
                    <a:pt x="1676497" y="476997"/>
                  </a:lnTo>
                  <a:lnTo>
                    <a:pt x="3352995" y="765691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l272"/>
            <p:cNvSpPr/>
            <p:nvPr/>
          </p:nvSpPr>
          <p:spPr>
            <a:xfrm>
              <a:off x="7263184" y="1863819"/>
              <a:ext cx="3352995" cy="671157"/>
            </a:xfrm>
            <a:custGeom>
              <a:avLst/>
              <a:pathLst>
                <a:path w="3352995" h="671157">
                  <a:moveTo>
                    <a:pt x="0" y="0"/>
                  </a:moveTo>
                  <a:lnTo>
                    <a:pt x="1676497" y="215787"/>
                  </a:lnTo>
                  <a:lnTo>
                    <a:pt x="3352995" y="671157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l273"/>
            <p:cNvSpPr/>
            <p:nvPr/>
          </p:nvSpPr>
          <p:spPr>
            <a:xfrm>
              <a:off x="7263184" y="3470609"/>
              <a:ext cx="3352995" cy="1432789"/>
            </a:xfrm>
            <a:custGeom>
              <a:avLst/>
              <a:pathLst>
                <a:path w="3352995" h="1432789">
                  <a:moveTo>
                    <a:pt x="0" y="0"/>
                  </a:moveTo>
                  <a:lnTo>
                    <a:pt x="1676497" y="1432789"/>
                  </a:lnTo>
                  <a:lnTo>
                    <a:pt x="3352995" y="50982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l274"/>
            <p:cNvSpPr/>
            <p:nvPr/>
          </p:nvSpPr>
          <p:spPr>
            <a:xfrm>
              <a:off x="7263184" y="3060053"/>
              <a:ext cx="3352995" cy="835345"/>
            </a:xfrm>
            <a:custGeom>
              <a:avLst/>
              <a:pathLst>
                <a:path w="3352995" h="835345">
                  <a:moveTo>
                    <a:pt x="0" y="0"/>
                  </a:moveTo>
                  <a:lnTo>
                    <a:pt x="1676497" y="835345"/>
                  </a:lnTo>
                  <a:lnTo>
                    <a:pt x="3352995" y="630772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l275"/>
            <p:cNvSpPr/>
            <p:nvPr/>
          </p:nvSpPr>
          <p:spPr>
            <a:xfrm>
              <a:off x="7263184" y="3929511"/>
              <a:ext cx="3352995" cy="854255"/>
            </a:xfrm>
            <a:custGeom>
              <a:avLst/>
              <a:pathLst>
                <a:path w="3352995" h="854255">
                  <a:moveTo>
                    <a:pt x="0" y="810585"/>
                  </a:moveTo>
                  <a:lnTo>
                    <a:pt x="1676497" y="854255"/>
                  </a:lnTo>
                  <a:lnTo>
                    <a:pt x="3352995" y="0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l276"/>
            <p:cNvSpPr/>
            <p:nvPr/>
          </p:nvSpPr>
          <p:spPr>
            <a:xfrm>
              <a:off x="7263184" y="3367483"/>
              <a:ext cx="3352995" cy="890435"/>
            </a:xfrm>
            <a:custGeom>
              <a:avLst/>
              <a:pathLst>
                <a:path w="3352995" h="890435">
                  <a:moveTo>
                    <a:pt x="0" y="0"/>
                  </a:moveTo>
                  <a:lnTo>
                    <a:pt x="1676497" y="890435"/>
                  </a:lnTo>
                  <a:lnTo>
                    <a:pt x="3352995" y="685855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l277"/>
            <p:cNvSpPr/>
            <p:nvPr/>
          </p:nvSpPr>
          <p:spPr>
            <a:xfrm>
              <a:off x="7263184" y="2581380"/>
              <a:ext cx="3352995" cy="503362"/>
            </a:xfrm>
            <a:custGeom>
              <a:avLst/>
              <a:pathLst>
                <a:path w="3352995" h="503362">
                  <a:moveTo>
                    <a:pt x="0" y="0"/>
                  </a:moveTo>
                  <a:lnTo>
                    <a:pt x="1676497" y="44885"/>
                  </a:lnTo>
                  <a:lnTo>
                    <a:pt x="3352995" y="503362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pl278"/>
            <p:cNvSpPr/>
            <p:nvPr/>
          </p:nvSpPr>
          <p:spPr>
            <a:xfrm>
              <a:off x="7263184" y="3441089"/>
              <a:ext cx="3352995" cy="925721"/>
            </a:xfrm>
            <a:custGeom>
              <a:avLst/>
              <a:pathLst>
                <a:path w="3352995" h="925721">
                  <a:moveTo>
                    <a:pt x="0" y="0"/>
                  </a:moveTo>
                  <a:lnTo>
                    <a:pt x="1676497" y="230482"/>
                  </a:lnTo>
                  <a:lnTo>
                    <a:pt x="3352995" y="925721"/>
                  </a:lnTo>
                </a:path>
              </a:pathLst>
            </a:custGeom>
            <a:ln w="13550" cap="flat">
              <a:solidFill>
                <a:srgbClr val="000000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" name="pt279"/>
            <p:cNvSpPr/>
            <p:nvPr/>
          </p:nvSpPr>
          <p:spPr>
            <a:xfrm>
              <a:off x="7242423" y="205325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" name="pt280"/>
            <p:cNvSpPr/>
            <p:nvPr/>
          </p:nvSpPr>
          <p:spPr>
            <a:xfrm>
              <a:off x="8918921" y="289504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" name="pt281"/>
            <p:cNvSpPr/>
            <p:nvPr/>
          </p:nvSpPr>
          <p:spPr>
            <a:xfrm>
              <a:off x="10595419" y="387752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" name="pt282"/>
            <p:cNvSpPr/>
            <p:nvPr/>
          </p:nvSpPr>
          <p:spPr>
            <a:xfrm>
              <a:off x="7242423" y="350856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" name="pt283"/>
            <p:cNvSpPr/>
            <p:nvPr/>
          </p:nvSpPr>
          <p:spPr>
            <a:xfrm>
              <a:off x="8918921" y="407223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pt284"/>
            <p:cNvSpPr/>
            <p:nvPr/>
          </p:nvSpPr>
          <p:spPr>
            <a:xfrm>
              <a:off x="10595419" y="418682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" name="pt285"/>
            <p:cNvSpPr/>
            <p:nvPr/>
          </p:nvSpPr>
          <p:spPr>
            <a:xfrm>
              <a:off x="7242423" y="340421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" name="pt286"/>
            <p:cNvSpPr/>
            <p:nvPr/>
          </p:nvSpPr>
          <p:spPr>
            <a:xfrm>
              <a:off x="8918921" y="329236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" name="pt287"/>
            <p:cNvSpPr/>
            <p:nvPr/>
          </p:nvSpPr>
          <p:spPr>
            <a:xfrm>
              <a:off x="10595419" y="365529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" name="pt288"/>
            <p:cNvSpPr/>
            <p:nvPr/>
          </p:nvSpPr>
          <p:spPr>
            <a:xfrm>
              <a:off x="7242423" y="444166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" name="pt289"/>
            <p:cNvSpPr/>
            <p:nvPr/>
          </p:nvSpPr>
          <p:spPr>
            <a:xfrm>
              <a:off x="8918921" y="440292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t290"/>
            <p:cNvSpPr/>
            <p:nvPr/>
          </p:nvSpPr>
          <p:spPr>
            <a:xfrm>
              <a:off x="10595419" y="512652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pt291"/>
            <p:cNvSpPr/>
            <p:nvPr/>
          </p:nvSpPr>
          <p:spPr>
            <a:xfrm>
              <a:off x="7242423" y="298833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" name="pt292"/>
            <p:cNvSpPr/>
            <p:nvPr/>
          </p:nvSpPr>
          <p:spPr>
            <a:xfrm>
              <a:off x="8918921" y="312219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" name="pt293"/>
            <p:cNvSpPr/>
            <p:nvPr/>
          </p:nvSpPr>
          <p:spPr>
            <a:xfrm>
              <a:off x="10595419" y="332778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" name="pt294"/>
            <p:cNvSpPr/>
            <p:nvPr/>
          </p:nvSpPr>
          <p:spPr>
            <a:xfrm>
              <a:off x="7242423" y="309651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" name="pt295"/>
            <p:cNvSpPr/>
            <p:nvPr/>
          </p:nvSpPr>
          <p:spPr>
            <a:xfrm>
              <a:off x="8918921" y="318726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" name="pt296"/>
            <p:cNvSpPr/>
            <p:nvPr/>
          </p:nvSpPr>
          <p:spPr>
            <a:xfrm>
              <a:off x="10595419" y="380684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" name="pt297"/>
            <p:cNvSpPr/>
            <p:nvPr/>
          </p:nvSpPr>
          <p:spPr>
            <a:xfrm>
              <a:off x="7242423" y="371130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" name="pt298"/>
            <p:cNvSpPr/>
            <p:nvPr/>
          </p:nvSpPr>
          <p:spPr>
            <a:xfrm>
              <a:off x="8918921" y="421537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" name="pt299"/>
            <p:cNvSpPr/>
            <p:nvPr/>
          </p:nvSpPr>
          <p:spPr>
            <a:xfrm>
              <a:off x="10595419" y="463286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" name="pt300"/>
            <p:cNvSpPr/>
            <p:nvPr/>
          </p:nvSpPr>
          <p:spPr>
            <a:xfrm>
              <a:off x="7242423" y="295649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" name="pt301"/>
            <p:cNvSpPr/>
            <p:nvPr/>
          </p:nvSpPr>
          <p:spPr>
            <a:xfrm>
              <a:off x="8918921" y="339071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" name="pt302"/>
            <p:cNvSpPr/>
            <p:nvPr/>
          </p:nvSpPr>
          <p:spPr>
            <a:xfrm>
              <a:off x="10595419" y="356825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" name="pt303"/>
            <p:cNvSpPr/>
            <p:nvPr/>
          </p:nvSpPr>
          <p:spPr>
            <a:xfrm>
              <a:off x="7242423" y="273430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" name="pt304"/>
            <p:cNvSpPr/>
            <p:nvPr/>
          </p:nvSpPr>
          <p:spPr>
            <a:xfrm>
              <a:off x="8918921" y="274103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" name="pt305"/>
            <p:cNvSpPr/>
            <p:nvPr/>
          </p:nvSpPr>
          <p:spPr>
            <a:xfrm>
              <a:off x="10595419" y="356518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" name="pt306"/>
            <p:cNvSpPr/>
            <p:nvPr/>
          </p:nvSpPr>
          <p:spPr>
            <a:xfrm>
              <a:off x="7242423" y="291847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" name="pt307"/>
            <p:cNvSpPr/>
            <p:nvPr/>
          </p:nvSpPr>
          <p:spPr>
            <a:xfrm>
              <a:off x="8918921" y="282229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" name="pt308"/>
            <p:cNvSpPr/>
            <p:nvPr/>
          </p:nvSpPr>
          <p:spPr>
            <a:xfrm>
              <a:off x="10595419" y="350783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" name="pt309"/>
            <p:cNvSpPr/>
            <p:nvPr/>
          </p:nvSpPr>
          <p:spPr>
            <a:xfrm>
              <a:off x="7242423" y="343233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" name="pt310"/>
            <p:cNvSpPr/>
            <p:nvPr/>
          </p:nvSpPr>
          <p:spPr>
            <a:xfrm>
              <a:off x="8918921" y="330622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" name="pt311"/>
            <p:cNvSpPr/>
            <p:nvPr/>
          </p:nvSpPr>
          <p:spPr>
            <a:xfrm>
              <a:off x="10595419" y="480380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" name="pt312"/>
            <p:cNvSpPr/>
            <p:nvPr/>
          </p:nvSpPr>
          <p:spPr>
            <a:xfrm>
              <a:off x="7242423" y="328766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" name="pt313"/>
            <p:cNvSpPr/>
            <p:nvPr/>
          </p:nvSpPr>
          <p:spPr>
            <a:xfrm>
              <a:off x="8918921" y="343498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" name="pt314"/>
            <p:cNvSpPr/>
            <p:nvPr/>
          </p:nvSpPr>
          <p:spPr>
            <a:xfrm>
              <a:off x="10595419" y="430562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" name="pt315"/>
            <p:cNvSpPr/>
            <p:nvPr/>
          </p:nvSpPr>
          <p:spPr>
            <a:xfrm>
              <a:off x="7242423" y="311549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" name="pt316"/>
            <p:cNvSpPr/>
            <p:nvPr/>
          </p:nvSpPr>
          <p:spPr>
            <a:xfrm>
              <a:off x="8918921" y="339460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" name="pt317"/>
            <p:cNvSpPr/>
            <p:nvPr/>
          </p:nvSpPr>
          <p:spPr>
            <a:xfrm>
              <a:off x="10595419" y="319674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" name="pt318"/>
            <p:cNvSpPr/>
            <p:nvPr/>
          </p:nvSpPr>
          <p:spPr>
            <a:xfrm>
              <a:off x="7242423" y="417514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" name="pt319"/>
            <p:cNvSpPr/>
            <p:nvPr/>
          </p:nvSpPr>
          <p:spPr>
            <a:xfrm>
              <a:off x="8918921" y="379512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" name="pt320"/>
            <p:cNvSpPr/>
            <p:nvPr/>
          </p:nvSpPr>
          <p:spPr>
            <a:xfrm>
              <a:off x="10595419" y="416072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" name="pt321"/>
            <p:cNvSpPr/>
            <p:nvPr/>
          </p:nvSpPr>
          <p:spPr>
            <a:xfrm>
              <a:off x="7242423" y="292904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" name="pt322"/>
            <p:cNvSpPr/>
            <p:nvPr/>
          </p:nvSpPr>
          <p:spPr>
            <a:xfrm>
              <a:off x="8918921" y="362686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" name="pt323"/>
            <p:cNvSpPr/>
            <p:nvPr/>
          </p:nvSpPr>
          <p:spPr>
            <a:xfrm>
              <a:off x="10595419" y="370646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" name="pt324"/>
            <p:cNvSpPr/>
            <p:nvPr/>
          </p:nvSpPr>
          <p:spPr>
            <a:xfrm>
              <a:off x="7242423" y="344307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" name="pt325"/>
            <p:cNvSpPr/>
            <p:nvPr/>
          </p:nvSpPr>
          <p:spPr>
            <a:xfrm>
              <a:off x="8918921" y="356950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" name="pt326"/>
            <p:cNvSpPr/>
            <p:nvPr/>
          </p:nvSpPr>
          <p:spPr>
            <a:xfrm>
              <a:off x="10595419" y="377567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" name="pt327"/>
            <p:cNvSpPr/>
            <p:nvPr/>
          </p:nvSpPr>
          <p:spPr>
            <a:xfrm>
              <a:off x="7242423" y="232478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" name="pt328"/>
            <p:cNvSpPr/>
            <p:nvPr/>
          </p:nvSpPr>
          <p:spPr>
            <a:xfrm>
              <a:off x="8918921" y="327274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" name="pt329"/>
            <p:cNvSpPr/>
            <p:nvPr/>
          </p:nvSpPr>
          <p:spPr>
            <a:xfrm>
              <a:off x="10595419" y="322712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" name="pt330"/>
            <p:cNvSpPr/>
            <p:nvPr/>
          </p:nvSpPr>
          <p:spPr>
            <a:xfrm>
              <a:off x="7242423" y="238090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" name="pt331"/>
            <p:cNvSpPr/>
            <p:nvPr/>
          </p:nvSpPr>
          <p:spPr>
            <a:xfrm>
              <a:off x="8918921" y="359322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" name="pt332"/>
            <p:cNvSpPr/>
            <p:nvPr/>
          </p:nvSpPr>
          <p:spPr>
            <a:xfrm>
              <a:off x="10595419" y="326434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" name="pt333"/>
            <p:cNvSpPr/>
            <p:nvPr/>
          </p:nvSpPr>
          <p:spPr>
            <a:xfrm>
              <a:off x="7242423" y="411216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" name="pt334"/>
            <p:cNvSpPr/>
            <p:nvPr/>
          </p:nvSpPr>
          <p:spPr>
            <a:xfrm>
              <a:off x="8918921" y="383779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" name="pt335"/>
            <p:cNvSpPr/>
            <p:nvPr/>
          </p:nvSpPr>
          <p:spPr>
            <a:xfrm>
              <a:off x="10595419" y="407974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" name="pt336"/>
            <p:cNvSpPr/>
            <p:nvPr/>
          </p:nvSpPr>
          <p:spPr>
            <a:xfrm>
              <a:off x="7242423" y="287803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" name="pt337"/>
            <p:cNvSpPr/>
            <p:nvPr/>
          </p:nvSpPr>
          <p:spPr>
            <a:xfrm>
              <a:off x="8918921" y="374929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" name="pt338"/>
            <p:cNvSpPr/>
            <p:nvPr/>
          </p:nvSpPr>
          <p:spPr>
            <a:xfrm>
              <a:off x="10595419" y="418879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" name="pt339"/>
            <p:cNvSpPr/>
            <p:nvPr/>
          </p:nvSpPr>
          <p:spPr>
            <a:xfrm>
              <a:off x="7242423" y="263002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" name="pt340"/>
            <p:cNvSpPr/>
            <p:nvPr/>
          </p:nvSpPr>
          <p:spPr>
            <a:xfrm>
              <a:off x="8918921" y="345005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" name="pt341"/>
            <p:cNvSpPr/>
            <p:nvPr/>
          </p:nvSpPr>
          <p:spPr>
            <a:xfrm>
              <a:off x="10595419" y="349536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" name="pt342"/>
            <p:cNvSpPr/>
            <p:nvPr/>
          </p:nvSpPr>
          <p:spPr>
            <a:xfrm>
              <a:off x="7242423" y="346329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" name="pt343"/>
            <p:cNvSpPr/>
            <p:nvPr/>
          </p:nvSpPr>
          <p:spPr>
            <a:xfrm>
              <a:off x="8918921" y="358644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" name="pt344"/>
            <p:cNvSpPr/>
            <p:nvPr/>
          </p:nvSpPr>
          <p:spPr>
            <a:xfrm>
              <a:off x="10595419" y="399472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" name="pt345"/>
            <p:cNvSpPr/>
            <p:nvPr/>
          </p:nvSpPr>
          <p:spPr>
            <a:xfrm>
              <a:off x="7242423" y="271496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" name="pt346"/>
            <p:cNvSpPr/>
            <p:nvPr/>
          </p:nvSpPr>
          <p:spPr>
            <a:xfrm>
              <a:off x="8918921" y="322577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" name="pt347"/>
            <p:cNvSpPr/>
            <p:nvPr/>
          </p:nvSpPr>
          <p:spPr>
            <a:xfrm>
              <a:off x="10595419" y="392479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" name="pt348"/>
            <p:cNvSpPr/>
            <p:nvPr/>
          </p:nvSpPr>
          <p:spPr>
            <a:xfrm>
              <a:off x="7242423" y="307892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" name="pt349"/>
            <p:cNvSpPr/>
            <p:nvPr/>
          </p:nvSpPr>
          <p:spPr>
            <a:xfrm>
              <a:off x="8918921" y="352968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" name="pt350"/>
            <p:cNvSpPr/>
            <p:nvPr/>
          </p:nvSpPr>
          <p:spPr>
            <a:xfrm>
              <a:off x="10595419" y="376206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" name="pt351"/>
            <p:cNvSpPr/>
            <p:nvPr/>
          </p:nvSpPr>
          <p:spPr>
            <a:xfrm>
              <a:off x="7242423" y="264857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" name="pt352"/>
            <p:cNvSpPr/>
            <p:nvPr/>
          </p:nvSpPr>
          <p:spPr>
            <a:xfrm>
              <a:off x="8918921" y="264455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" name="pt353"/>
            <p:cNvSpPr/>
            <p:nvPr/>
          </p:nvSpPr>
          <p:spPr>
            <a:xfrm>
              <a:off x="10595419" y="301215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" name="pt354"/>
            <p:cNvSpPr/>
            <p:nvPr/>
          </p:nvSpPr>
          <p:spPr>
            <a:xfrm>
              <a:off x="7242423" y="246386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" name="pt355"/>
            <p:cNvSpPr/>
            <p:nvPr/>
          </p:nvSpPr>
          <p:spPr>
            <a:xfrm>
              <a:off x="8918921" y="307540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" name="pt356"/>
            <p:cNvSpPr/>
            <p:nvPr/>
          </p:nvSpPr>
          <p:spPr>
            <a:xfrm>
              <a:off x="10595419" y="351575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" name="pt357"/>
            <p:cNvSpPr/>
            <p:nvPr/>
          </p:nvSpPr>
          <p:spPr>
            <a:xfrm>
              <a:off x="7242423" y="251076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" name="pt358"/>
            <p:cNvSpPr/>
            <p:nvPr/>
          </p:nvSpPr>
          <p:spPr>
            <a:xfrm>
              <a:off x="8918921" y="297117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" name="pt359"/>
            <p:cNvSpPr/>
            <p:nvPr/>
          </p:nvSpPr>
          <p:spPr>
            <a:xfrm>
              <a:off x="10595419" y="342404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" name="pt360"/>
            <p:cNvSpPr/>
            <p:nvPr/>
          </p:nvSpPr>
          <p:spPr>
            <a:xfrm>
              <a:off x="7242423" y="238922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" name="pt361"/>
            <p:cNvSpPr/>
            <p:nvPr/>
          </p:nvSpPr>
          <p:spPr>
            <a:xfrm>
              <a:off x="8918921" y="316793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" name="pt362"/>
            <p:cNvSpPr/>
            <p:nvPr/>
          </p:nvSpPr>
          <p:spPr>
            <a:xfrm>
              <a:off x="10595419" y="355067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" name="pt363"/>
            <p:cNvSpPr/>
            <p:nvPr/>
          </p:nvSpPr>
          <p:spPr>
            <a:xfrm>
              <a:off x="7242423" y="392456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" name="pt364"/>
            <p:cNvSpPr/>
            <p:nvPr/>
          </p:nvSpPr>
          <p:spPr>
            <a:xfrm>
              <a:off x="8918921" y="407975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" name="pt365"/>
            <p:cNvSpPr/>
            <p:nvPr/>
          </p:nvSpPr>
          <p:spPr>
            <a:xfrm>
              <a:off x="10595419" y="421605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" name="pt366"/>
            <p:cNvSpPr/>
            <p:nvPr/>
          </p:nvSpPr>
          <p:spPr>
            <a:xfrm>
              <a:off x="7242423" y="448245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" name="pt367"/>
            <p:cNvSpPr/>
            <p:nvPr/>
          </p:nvSpPr>
          <p:spPr>
            <a:xfrm>
              <a:off x="8918921" y="440303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" name="pt368"/>
            <p:cNvSpPr/>
            <p:nvPr/>
          </p:nvSpPr>
          <p:spPr>
            <a:xfrm>
              <a:off x="10595419" y="479705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" name="pt369"/>
            <p:cNvSpPr/>
            <p:nvPr/>
          </p:nvSpPr>
          <p:spPr>
            <a:xfrm>
              <a:off x="7242423" y="310237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" name="pt370"/>
            <p:cNvSpPr/>
            <p:nvPr/>
          </p:nvSpPr>
          <p:spPr>
            <a:xfrm>
              <a:off x="8918921" y="283556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" name="pt371"/>
            <p:cNvSpPr/>
            <p:nvPr/>
          </p:nvSpPr>
          <p:spPr>
            <a:xfrm>
              <a:off x="10595419" y="321980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" name="pt372"/>
            <p:cNvSpPr/>
            <p:nvPr/>
          </p:nvSpPr>
          <p:spPr>
            <a:xfrm>
              <a:off x="7242423" y="294449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" name="pt373"/>
            <p:cNvSpPr/>
            <p:nvPr/>
          </p:nvSpPr>
          <p:spPr>
            <a:xfrm>
              <a:off x="8918921" y="351598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" name="pt374"/>
            <p:cNvSpPr/>
            <p:nvPr/>
          </p:nvSpPr>
          <p:spPr>
            <a:xfrm>
              <a:off x="10595419" y="392743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" name="pt375"/>
            <p:cNvSpPr/>
            <p:nvPr/>
          </p:nvSpPr>
          <p:spPr>
            <a:xfrm>
              <a:off x="7242423" y="318706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" name="pt376"/>
            <p:cNvSpPr/>
            <p:nvPr/>
          </p:nvSpPr>
          <p:spPr>
            <a:xfrm>
              <a:off x="8918921" y="322650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" name="pt377"/>
            <p:cNvSpPr/>
            <p:nvPr/>
          </p:nvSpPr>
          <p:spPr>
            <a:xfrm>
              <a:off x="10595419" y="352049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" name="pt378"/>
            <p:cNvSpPr/>
            <p:nvPr/>
          </p:nvSpPr>
          <p:spPr>
            <a:xfrm>
              <a:off x="7242423" y="344351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" name="pt379"/>
            <p:cNvSpPr/>
            <p:nvPr/>
          </p:nvSpPr>
          <p:spPr>
            <a:xfrm>
              <a:off x="8918921" y="351779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" name="pt380"/>
            <p:cNvSpPr/>
            <p:nvPr/>
          </p:nvSpPr>
          <p:spPr>
            <a:xfrm>
              <a:off x="10595419" y="389105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" name="pt381"/>
            <p:cNvSpPr/>
            <p:nvPr/>
          </p:nvSpPr>
          <p:spPr>
            <a:xfrm>
              <a:off x="7242423" y="354077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" name="pt382"/>
            <p:cNvSpPr/>
            <p:nvPr/>
          </p:nvSpPr>
          <p:spPr>
            <a:xfrm>
              <a:off x="8918921" y="385922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" name="pt383"/>
            <p:cNvSpPr/>
            <p:nvPr/>
          </p:nvSpPr>
          <p:spPr>
            <a:xfrm>
              <a:off x="10595419" y="409709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" name="pt384"/>
            <p:cNvSpPr/>
            <p:nvPr/>
          </p:nvSpPr>
          <p:spPr>
            <a:xfrm>
              <a:off x="7242423" y="340015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" name="pt385"/>
            <p:cNvSpPr/>
            <p:nvPr/>
          </p:nvSpPr>
          <p:spPr>
            <a:xfrm>
              <a:off x="8918921" y="421897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" name="pt386"/>
            <p:cNvSpPr/>
            <p:nvPr/>
          </p:nvSpPr>
          <p:spPr>
            <a:xfrm>
              <a:off x="10595419" y="389015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" name="pt387"/>
            <p:cNvSpPr/>
            <p:nvPr/>
          </p:nvSpPr>
          <p:spPr>
            <a:xfrm>
              <a:off x="7242423" y="394520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" name="pt388"/>
            <p:cNvSpPr/>
            <p:nvPr/>
          </p:nvSpPr>
          <p:spPr>
            <a:xfrm>
              <a:off x="8918921" y="464473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" name="pt389"/>
            <p:cNvSpPr/>
            <p:nvPr/>
          </p:nvSpPr>
          <p:spPr>
            <a:xfrm>
              <a:off x="10595419" y="579748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" name="pt390"/>
            <p:cNvSpPr/>
            <p:nvPr/>
          </p:nvSpPr>
          <p:spPr>
            <a:xfrm>
              <a:off x="7242423" y="250429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" name="pt391"/>
            <p:cNvSpPr/>
            <p:nvPr/>
          </p:nvSpPr>
          <p:spPr>
            <a:xfrm>
              <a:off x="8918921" y="289908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" name="pt392"/>
            <p:cNvSpPr/>
            <p:nvPr/>
          </p:nvSpPr>
          <p:spPr>
            <a:xfrm>
              <a:off x="10595419" y="3559843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" name="pt393"/>
            <p:cNvSpPr/>
            <p:nvPr/>
          </p:nvSpPr>
          <p:spPr>
            <a:xfrm>
              <a:off x="7242423" y="372902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" name="pt394"/>
            <p:cNvSpPr/>
            <p:nvPr/>
          </p:nvSpPr>
          <p:spPr>
            <a:xfrm>
              <a:off x="8918921" y="365470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" name="pt395"/>
            <p:cNvSpPr/>
            <p:nvPr/>
          </p:nvSpPr>
          <p:spPr>
            <a:xfrm>
              <a:off x="10595419" y="424908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" name="pt396"/>
            <p:cNvSpPr/>
            <p:nvPr/>
          </p:nvSpPr>
          <p:spPr>
            <a:xfrm>
              <a:off x="7242423" y="289311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" name="pt397"/>
            <p:cNvSpPr/>
            <p:nvPr/>
          </p:nvSpPr>
          <p:spPr>
            <a:xfrm>
              <a:off x="8918921" y="360246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" name="pt398"/>
            <p:cNvSpPr/>
            <p:nvPr/>
          </p:nvSpPr>
          <p:spPr>
            <a:xfrm>
              <a:off x="10595419" y="3826801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" name="pt399"/>
            <p:cNvSpPr/>
            <p:nvPr/>
          </p:nvSpPr>
          <p:spPr>
            <a:xfrm>
              <a:off x="7242423" y="373771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" name="pt400"/>
            <p:cNvSpPr/>
            <p:nvPr/>
          </p:nvSpPr>
          <p:spPr>
            <a:xfrm>
              <a:off x="8918921" y="420077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" name="pt401"/>
            <p:cNvSpPr/>
            <p:nvPr/>
          </p:nvSpPr>
          <p:spPr>
            <a:xfrm>
              <a:off x="10595419" y="454692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" name="pt402"/>
            <p:cNvSpPr/>
            <p:nvPr/>
          </p:nvSpPr>
          <p:spPr>
            <a:xfrm>
              <a:off x="7242423" y="321994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" name="pt403"/>
            <p:cNvSpPr/>
            <p:nvPr/>
          </p:nvSpPr>
          <p:spPr>
            <a:xfrm>
              <a:off x="8918921" y="3550934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" name="pt404"/>
            <p:cNvSpPr/>
            <p:nvPr/>
          </p:nvSpPr>
          <p:spPr>
            <a:xfrm>
              <a:off x="10595419" y="445286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" name="pt405"/>
            <p:cNvSpPr/>
            <p:nvPr/>
          </p:nvSpPr>
          <p:spPr>
            <a:xfrm>
              <a:off x="7242423" y="324011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" name="pt406"/>
            <p:cNvSpPr/>
            <p:nvPr/>
          </p:nvSpPr>
          <p:spPr>
            <a:xfrm>
              <a:off x="8918921" y="336388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" name="pt407"/>
            <p:cNvSpPr/>
            <p:nvPr/>
          </p:nvSpPr>
          <p:spPr>
            <a:xfrm>
              <a:off x="10595419" y="375132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" name="pt408"/>
            <p:cNvSpPr/>
            <p:nvPr/>
          </p:nvSpPr>
          <p:spPr>
            <a:xfrm>
              <a:off x="7242423" y="273769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" name="pt409"/>
            <p:cNvSpPr/>
            <p:nvPr/>
          </p:nvSpPr>
          <p:spPr>
            <a:xfrm>
              <a:off x="8918921" y="321468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" name="pt410"/>
            <p:cNvSpPr/>
            <p:nvPr/>
          </p:nvSpPr>
          <p:spPr>
            <a:xfrm>
              <a:off x="10595419" y="350338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" name="pt411"/>
            <p:cNvSpPr/>
            <p:nvPr/>
          </p:nvSpPr>
          <p:spPr>
            <a:xfrm>
              <a:off x="7242423" y="184305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" name="pt412"/>
            <p:cNvSpPr/>
            <p:nvPr/>
          </p:nvSpPr>
          <p:spPr>
            <a:xfrm>
              <a:off x="8918921" y="205884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" name="pt413"/>
            <p:cNvSpPr/>
            <p:nvPr/>
          </p:nvSpPr>
          <p:spPr>
            <a:xfrm>
              <a:off x="10595419" y="251421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" name="pt414"/>
            <p:cNvSpPr/>
            <p:nvPr/>
          </p:nvSpPr>
          <p:spPr>
            <a:xfrm>
              <a:off x="7242423" y="344984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" name="pt415"/>
            <p:cNvSpPr/>
            <p:nvPr/>
          </p:nvSpPr>
          <p:spPr>
            <a:xfrm>
              <a:off x="8918921" y="488263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" name="pt416"/>
            <p:cNvSpPr/>
            <p:nvPr/>
          </p:nvSpPr>
          <p:spPr>
            <a:xfrm>
              <a:off x="10595419" y="395966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" name="pt417"/>
            <p:cNvSpPr/>
            <p:nvPr/>
          </p:nvSpPr>
          <p:spPr>
            <a:xfrm>
              <a:off x="7242423" y="303929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" name="pt418"/>
            <p:cNvSpPr/>
            <p:nvPr/>
          </p:nvSpPr>
          <p:spPr>
            <a:xfrm>
              <a:off x="8918921" y="387463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" name="pt419"/>
            <p:cNvSpPr/>
            <p:nvPr/>
          </p:nvSpPr>
          <p:spPr>
            <a:xfrm>
              <a:off x="10595419" y="367006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" name="pt420"/>
            <p:cNvSpPr/>
            <p:nvPr/>
          </p:nvSpPr>
          <p:spPr>
            <a:xfrm>
              <a:off x="7242423" y="471933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" name="pt421"/>
            <p:cNvSpPr/>
            <p:nvPr/>
          </p:nvSpPr>
          <p:spPr>
            <a:xfrm>
              <a:off x="8918921" y="4763006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" name="pt422"/>
            <p:cNvSpPr/>
            <p:nvPr/>
          </p:nvSpPr>
          <p:spPr>
            <a:xfrm>
              <a:off x="10595419" y="390875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" name="pt423"/>
            <p:cNvSpPr/>
            <p:nvPr/>
          </p:nvSpPr>
          <p:spPr>
            <a:xfrm>
              <a:off x="7242423" y="334672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" name="pt424"/>
            <p:cNvSpPr/>
            <p:nvPr/>
          </p:nvSpPr>
          <p:spPr>
            <a:xfrm>
              <a:off x="8918921" y="4237157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" name="pt425"/>
            <p:cNvSpPr/>
            <p:nvPr/>
          </p:nvSpPr>
          <p:spPr>
            <a:xfrm>
              <a:off x="10595419" y="4032578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" name="pt426"/>
            <p:cNvSpPr/>
            <p:nvPr/>
          </p:nvSpPr>
          <p:spPr>
            <a:xfrm>
              <a:off x="7242423" y="256061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" name="pt427"/>
            <p:cNvSpPr/>
            <p:nvPr/>
          </p:nvSpPr>
          <p:spPr>
            <a:xfrm>
              <a:off x="8918921" y="2605505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" name="pt428"/>
            <p:cNvSpPr/>
            <p:nvPr/>
          </p:nvSpPr>
          <p:spPr>
            <a:xfrm>
              <a:off x="10595419" y="306398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" name="pt429"/>
            <p:cNvSpPr/>
            <p:nvPr/>
          </p:nvSpPr>
          <p:spPr>
            <a:xfrm>
              <a:off x="7242423" y="3420329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" name="pt430"/>
            <p:cNvSpPr/>
            <p:nvPr/>
          </p:nvSpPr>
          <p:spPr>
            <a:xfrm>
              <a:off x="8918921" y="3650812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" name="pt431"/>
            <p:cNvSpPr/>
            <p:nvPr/>
          </p:nvSpPr>
          <p:spPr>
            <a:xfrm>
              <a:off x="10595419" y="4346050"/>
              <a:ext cx="41521" cy="41521"/>
            </a:xfrm>
            <a:prstGeom prst="ellipse">
              <a:avLst/>
            </a:prstGeom>
            <a:solidFill>
              <a:srgbClr val="000000">
                <a:alpha val="29803"/>
              </a:srgbClr>
            </a:solidFill>
            <a:ln w="9000" cap="rnd">
              <a:solidFill>
                <a:srgbClr val="000000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" name="pl432"/>
            <p:cNvSpPr/>
            <p:nvPr/>
          </p:nvSpPr>
          <p:spPr>
            <a:xfrm>
              <a:off x="7263184" y="3201214"/>
              <a:ext cx="3352995" cy="689855"/>
            </a:xfrm>
            <a:custGeom>
              <a:avLst/>
              <a:pathLst>
                <a:path w="3352995" h="689855">
                  <a:moveTo>
                    <a:pt x="0" y="0"/>
                  </a:moveTo>
                  <a:lnTo>
                    <a:pt x="1676497" y="353538"/>
                  </a:lnTo>
                  <a:lnTo>
                    <a:pt x="3352995" y="689855"/>
                  </a:lnTo>
                </a:path>
              </a:pathLst>
            </a:custGeom>
            <a:ln w="32521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" name="pt433"/>
            <p:cNvSpPr/>
            <p:nvPr/>
          </p:nvSpPr>
          <p:spPr>
            <a:xfrm>
              <a:off x="7218032" y="3156062"/>
              <a:ext cx="90303" cy="90303"/>
            </a:xfrm>
            <a:prstGeom prst="ellipse">
              <a:avLst/>
            </a:prstGeom>
            <a:solidFill>
              <a:srgbClr val="00000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" name="pt434"/>
            <p:cNvSpPr/>
            <p:nvPr/>
          </p:nvSpPr>
          <p:spPr>
            <a:xfrm>
              <a:off x="8894530" y="3509600"/>
              <a:ext cx="90303" cy="90303"/>
            </a:xfrm>
            <a:prstGeom prst="ellipse">
              <a:avLst/>
            </a:prstGeom>
            <a:solidFill>
              <a:srgbClr val="00000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" name="pt435"/>
            <p:cNvSpPr/>
            <p:nvPr/>
          </p:nvSpPr>
          <p:spPr>
            <a:xfrm>
              <a:off x="10571027" y="3845917"/>
              <a:ext cx="90303" cy="90303"/>
            </a:xfrm>
            <a:prstGeom prst="ellipse">
              <a:avLst/>
            </a:prstGeom>
            <a:solidFill>
              <a:srgbClr val="00000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" name="pl436"/>
            <p:cNvSpPr/>
            <p:nvPr/>
          </p:nvSpPr>
          <p:spPr>
            <a:xfrm>
              <a:off x="7179359" y="3115147"/>
              <a:ext cx="167649" cy="0"/>
            </a:xfrm>
            <a:custGeom>
              <a:avLst/>
              <a:pathLst>
                <a:path w="167649" h="0">
                  <a:moveTo>
                    <a:pt x="0" y="0"/>
                  </a:moveTo>
                  <a:lnTo>
                    <a:pt x="167649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" name="pl437"/>
            <p:cNvSpPr/>
            <p:nvPr/>
          </p:nvSpPr>
          <p:spPr>
            <a:xfrm>
              <a:off x="7263184" y="3115147"/>
              <a:ext cx="0" cy="172133"/>
            </a:xfrm>
            <a:custGeom>
              <a:avLst/>
              <a:pathLst>
                <a:path w="0" h="172133">
                  <a:moveTo>
                    <a:pt x="0" y="0"/>
                  </a:moveTo>
                  <a:lnTo>
                    <a:pt x="0" y="172133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" name="pl438"/>
            <p:cNvSpPr/>
            <p:nvPr/>
          </p:nvSpPr>
          <p:spPr>
            <a:xfrm>
              <a:off x="7179359" y="3287280"/>
              <a:ext cx="167649" cy="0"/>
            </a:xfrm>
            <a:custGeom>
              <a:avLst/>
              <a:pathLst>
                <a:path w="167649" h="0">
                  <a:moveTo>
                    <a:pt x="0" y="0"/>
                  </a:moveTo>
                  <a:lnTo>
                    <a:pt x="167649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" name="pl439"/>
            <p:cNvSpPr/>
            <p:nvPr/>
          </p:nvSpPr>
          <p:spPr>
            <a:xfrm>
              <a:off x="8855857" y="3473627"/>
              <a:ext cx="167649" cy="0"/>
            </a:xfrm>
            <a:custGeom>
              <a:avLst/>
              <a:pathLst>
                <a:path w="167649" h="0">
                  <a:moveTo>
                    <a:pt x="0" y="0"/>
                  </a:moveTo>
                  <a:lnTo>
                    <a:pt x="167649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" name="pl440"/>
            <p:cNvSpPr/>
            <p:nvPr/>
          </p:nvSpPr>
          <p:spPr>
            <a:xfrm>
              <a:off x="8939682" y="3473627"/>
              <a:ext cx="0" cy="162250"/>
            </a:xfrm>
            <a:custGeom>
              <a:avLst/>
              <a:pathLst>
                <a:path w="0" h="162250">
                  <a:moveTo>
                    <a:pt x="0" y="0"/>
                  </a:moveTo>
                  <a:lnTo>
                    <a:pt x="0" y="16225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" name="pl441"/>
            <p:cNvSpPr/>
            <p:nvPr/>
          </p:nvSpPr>
          <p:spPr>
            <a:xfrm>
              <a:off x="8855857" y="3635877"/>
              <a:ext cx="167649" cy="0"/>
            </a:xfrm>
            <a:custGeom>
              <a:avLst/>
              <a:pathLst>
                <a:path w="167649" h="0">
                  <a:moveTo>
                    <a:pt x="0" y="0"/>
                  </a:moveTo>
                  <a:lnTo>
                    <a:pt x="167649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" name="pl442"/>
            <p:cNvSpPr/>
            <p:nvPr/>
          </p:nvSpPr>
          <p:spPr>
            <a:xfrm>
              <a:off x="10532354" y="3811640"/>
              <a:ext cx="167649" cy="0"/>
            </a:xfrm>
            <a:custGeom>
              <a:avLst/>
              <a:pathLst>
                <a:path w="167649" h="0">
                  <a:moveTo>
                    <a:pt x="0" y="0"/>
                  </a:moveTo>
                  <a:lnTo>
                    <a:pt x="167649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" name="pl443"/>
            <p:cNvSpPr/>
            <p:nvPr/>
          </p:nvSpPr>
          <p:spPr>
            <a:xfrm>
              <a:off x="10616179" y="3811640"/>
              <a:ext cx="0" cy="158857"/>
            </a:xfrm>
            <a:custGeom>
              <a:avLst/>
              <a:pathLst>
                <a:path w="0" h="158857">
                  <a:moveTo>
                    <a:pt x="0" y="0"/>
                  </a:moveTo>
                  <a:lnTo>
                    <a:pt x="0" y="158857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" name="pl444"/>
            <p:cNvSpPr/>
            <p:nvPr/>
          </p:nvSpPr>
          <p:spPr>
            <a:xfrm>
              <a:off x="10532354" y="3970498"/>
              <a:ext cx="167649" cy="0"/>
            </a:xfrm>
            <a:custGeom>
              <a:avLst/>
              <a:pathLst>
                <a:path w="167649" h="0">
                  <a:moveTo>
                    <a:pt x="0" y="0"/>
                  </a:moveTo>
                  <a:lnTo>
                    <a:pt x="167649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" name="rc445"/>
            <p:cNvSpPr/>
            <p:nvPr/>
          </p:nvSpPr>
          <p:spPr>
            <a:xfrm>
              <a:off x="810251" y="1410558"/>
              <a:ext cx="5364792" cy="25554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32028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" name="tx446"/>
            <p:cNvSpPr/>
            <p:nvPr/>
          </p:nvSpPr>
          <p:spPr>
            <a:xfrm>
              <a:off x="3253994" y="1485735"/>
              <a:ext cx="477306" cy="9996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1A1A1A">
                      <a:alpha val="100000"/>
                    </a:srgbClr>
                  </a:solidFill>
                  <a:latin typeface="Helvetica"/>
                  <a:cs typeface="Helvetica"/>
                </a:rPr>
                <a:t>average</a:t>
              </a:r>
            </a:p>
          </p:txBody>
        </p:sp>
        <p:sp>
          <p:nvSpPr>
            <p:cNvPr id="448" name="rc447"/>
            <p:cNvSpPr/>
            <p:nvPr/>
          </p:nvSpPr>
          <p:spPr>
            <a:xfrm>
              <a:off x="6257285" y="1410558"/>
              <a:ext cx="5364792" cy="25554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32028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" name="tx448"/>
            <p:cNvSpPr/>
            <p:nvPr/>
          </p:nvSpPr>
          <p:spPr>
            <a:xfrm>
              <a:off x="8616608" y="1463420"/>
              <a:ext cx="646147" cy="1222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1A1A1A">
                      <a:alpha val="100000"/>
                    </a:srgbClr>
                  </a:solidFill>
                  <a:latin typeface="Helvetica"/>
                  <a:cs typeface="Helvetica"/>
                </a:rPr>
                <a:t>experience</a:t>
              </a:r>
            </a:p>
          </p:txBody>
        </p:sp>
        <p:sp>
          <p:nvSpPr>
            <p:cNvPr id="450" name="pl449"/>
            <p:cNvSpPr/>
            <p:nvPr/>
          </p:nvSpPr>
          <p:spPr>
            <a:xfrm>
              <a:off x="810251" y="6015963"/>
              <a:ext cx="5364792" cy="0"/>
            </a:xfrm>
            <a:custGeom>
              <a:avLst/>
              <a:pathLst>
                <a:path w="5364792" h="0">
                  <a:moveTo>
                    <a:pt x="0" y="0"/>
                  </a:moveTo>
                  <a:lnTo>
                    <a:pt x="5364792" y="0"/>
                  </a:lnTo>
                </a:path>
              </a:pathLst>
            </a:custGeom>
            <a:ln w="16014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" name="pl450"/>
            <p:cNvSpPr/>
            <p:nvPr/>
          </p:nvSpPr>
          <p:spPr>
            <a:xfrm>
              <a:off x="1816150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" name="pl451"/>
            <p:cNvSpPr/>
            <p:nvPr/>
          </p:nvSpPr>
          <p:spPr>
            <a:xfrm>
              <a:off x="3492647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" name="pl452"/>
            <p:cNvSpPr/>
            <p:nvPr/>
          </p:nvSpPr>
          <p:spPr>
            <a:xfrm>
              <a:off x="5169145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" name="tx453"/>
            <p:cNvSpPr/>
            <p:nvPr/>
          </p:nvSpPr>
          <p:spPr>
            <a:xfrm>
              <a:off x="1595909" y="6084628"/>
              <a:ext cx="440481" cy="100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SD of 3</a:t>
              </a:r>
            </a:p>
          </p:txBody>
        </p:sp>
        <p:sp>
          <p:nvSpPr>
            <p:cNvPr id="455" name="tx454"/>
            <p:cNvSpPr/>
            <p:nvPr/>
          </p:nvSpPr>
          <p:spPr>
            <a:xfrm>
              <a:off x="3272407" y="6084628"/>
              <a:ext cx="440481" cy="100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SD of 5</a:t>
              </a:r>
            </a:p>
          </p:txBody>
        </p:sp>
        <p:sp>
          <p:nvSpPr>
            <p:cNvPr id="456" name="tx455"/>
            <p:cNvSpPr/>
            <p:nvPr/>
          </p:nvSpPr>
          <p:spPr>
            <a:xfrm>
              <a:off x="4948904" y="6084628"/>
              <a:ext cx="440481" cy="100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SD of 7</a:t>
              </a:r>
            </a:p>
          </p:txBody>
        </p:sp>
        <p:sp>
          <p:nvSpPr>
            <p:cNvPr id="457" name="pl456"/>
            <p:cNvSpPr/>
            <p:nvPr/>
          </p:nvSpPr>
          <p:spPr>
            <a:xfrm>
              <a:off x="6257285" y="6015963"/>
              <a:ext cx="5364792" cy="0"/>
            </a:xfrm>
            <a:custGeom>
              <a:avLst/>
              <a:pathLst>
                <a:path w="5364792" h="0">
                  <a:moveTo>
                    <a:pt x="0" y="0"/>
                  </a:moveTo>
                  <a:lnTo>
                    <a:pt x="5364792" y="0"/>
                  </a:lnTo>
                </a:path>
              </a:pathLst>
            </a:custGeom>
            <a:ln w="16014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" name="pl457"/>
            <p:cNvSpPr/>
            <p:nvPr/>
          </p:nvSpPr>
          <p:spPr>
            <a:xfrm>
              <a:off x="7263184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" name="pl458"/>
            <p:cNvSpPr/>
            <p:nvPr/>
          </p:nvSpPr>
          <p:spPr>
            <a:xfrm>
              <a:off x="8939682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" name="pl459"/>
            <p:cNvSpPr/>
            <p:nvPr/>
          </p:nvSpPr>
          <p:spPr>
            <a:xfrm>
              <a:off x="10616179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" name="tx460"/>
            <p:cNvSpPr/>
            <p:nvPr/>
          </p:nvSpPr>
          <p:spPr>
            <a:xfrm>
              <a:off x="7042943" y="6084628"/>
              <a:ext cx="440481" cy="100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SD of 3</a:t>
              </a:r>
            </a:p>
          </p:txBody>
        </p:sp>
        <p:sp>
          <p:nvSpPr>
            <p:cNvPr id="462" name="tx461"/>
            <p:cNvSpPr/>
            <p:nvPr/>
          </p:nvSpPr>
          <p:spPr>
            <a:xfrm>
              <a:off x="8719441" y="6084628"/>
              <a:ext cx="440481" cy="100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SD of 5</a:t>
              </a:r>
            </a:p>
          </p:txBody>
        </p:sp>
        <p:sp>
          <p:nvSpPr>
            <p:cNvPr id="463" name="tx462"/>
            <p:cNvSpPr/>
            <p:nvPr/>
          </p:nvSpPr>
          <p:spPr>
            <a:xfrm>
              <a:off x="10395938" y="6084628"/>
              <a:ext cx="440481" cy="100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SD of 7</a:t>
              </a:r>
            </a:p>
          </p:txBody>
        </p:sp>
        <p:sp>
          <p:nvSpPr>
            <p:cNvPr id="464" name="pl463"/>
            <p:cNvSpPr/>
            <p:nvPr/>
          </p:nvSpPr>
          <p:spPr>
            <a:xfrm>
              <a:off x="810251" y="1666098"/>
              <a:ext cx="0" cy="4349864"/>
            </a:xfrm>
            <a:custGeom>
              <a:avLst/>
              <a:pathLst>
                <a:path w="0" h="4349864">
                  <a:moveTo>
                    <a:pt x="0" y="4349864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" name="tx464"/>
            <p:cNvSpPr/>
            <p:nvPr/>
          </p:nvSpPr>
          <p:spPr>
            <a:xfrm>
              <a:off x="552624" y="5927009"/>
              <a:ext cx="183609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0.0</a:t>
              </a:r>
            </a:p>
          </p:txBody>
        </p:sp>
        <p:sp>
          <p:nvSpPr>
            <p:cNvPr id="466" name="tx465"/>
            <p:cNvSpPr/>
            <p:nvPr/>
          </p:nvSpPr>
          <p:spPr>
            <a:xfrm>
              <a:off x="552624" y="4758445"/>
              <a:ext cx="183609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0.5</a:t>
              </a:r>
            </a:p>
          </p:txBody>
        </p:sp>
        <p:sp>
          <p:nvSpPr>
            <p:cNvPr id="467" name="tx466"/>
            <p:cNvSpPr/>
            <p:nvPr/>
          </p:nvSpPr>
          <p:spPr>
            <a:xfrm>
              <a:off x="552624" y="3589881"/>
              <a:ext cx="183609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1.0</a:t>
              </a:r>
            </a:p>
          </p:txBody>
        </p:sp>
        <p:sp>
          <p:nvSpPr>
            <p:cNvPr id="468" name="tx467"/>
            <p:cNvSpPr/>
            <p:nvPr/>
          </p:nvSpPr>
          <p:spPr>
            <a:xfrm>
              <a:off x="552624" y="2421897"/>
              <a:ext cx="183609" cy="9428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1.5</a:t>
              </a:r>
            </a:p>
          </p:txBody>
        </p:sp>
        <p:sp>
          <p:nvSpPr>
            <p:cNvPr id="469" name="pl468"/>
            <p:cNvSpPr/>
            <p:nvPr/>
          </p:nvSpPr>
          <p:spPr>
            <a:xfrm>
              <a:off x="769130" y="5974508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" name="pl469"/>
            <p:cNvSpPr/>
            <p:nvPr/>
          </p:nvSpPr>
          <p:spPr>
            <a:xfrm>
              <a:off x="769130" y="4805944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" name="pl470"/>
            <p:cNvSpPr/>
            <p:nvPr/>
          </p:nvSpPr>
          <p:spPr>
            <a:xfrm>
              <a:off x="769130" y="3637379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" name="pl471"/>
            <p:cNvSpPr/>
            <p:nvPr/>
          </p:nvSpPr>
          <p:spPr>
            <a:xfrm>
              <a:off x="769130" y="2468815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" name="tx472"/>
            <p:cNvSpPr/>
            <p:nvPr/>
          </p:nvSpPr>
          <p:spPr>
            <a:xfrm>
              <a:off x="5697647" y="6251992"/>
              <a:ext cx="1037034" cy="12148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Variance level</a:t>
              </a:r>
            </a:p>
          </p:txBody>
        </p:sp>
        <p:sp>
          <p:nvSpPr>
            <p:cNvPr id="474" name="tx473"/>
            <p:cNvSpPr/>
            <p:nvPr/>
          </p:nvSpPr>
          <p:spPr>
            <a:xfrm rot="-5400000">
              <a:off x="-756573" y="3779320"/>
              <a:ext cx="2339695" cy="12342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Fisher z-transformed correlation</a:t>
              </a:r>
            </a:p>
          </p:txBody>
        </p:sp>
        <p:sp>
          <p:nvSpPr>
            <p:cNvPr id="475" name="tx474"/>
            <p:cNvSpPr/>
            <p:nvPr/>
          </p:nvSpPr>
          <p:spPr>
            <a:xfrm>
              <a:off x="810251" y="1133630"/>
              <a:ext cx="4211823" cy="15816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Single-subject Pearson correlations, Fisher z-transformed</a:t>
              </a:r>
            </a:p>
          </p:txBody>
        </p:sp>
        <p:sp>
          <p:nvSpPr>
            <p:cNvPr id="476" name="tx475"/>
            <p:cNvSpPr/>
            <p:nvPr/>
          </p:nvSpPr>
          <p:spPr>
            <a:xfrm>
              <a:off x="810251" y="863894"/>
              <a:ext cx="3336503" cy="18341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5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56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Experiment 4 - participant correlations</a:t>
              </a:r>
            </a:p>
          </p:txBody>
        </p:sp>
      </p:grp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p:ph/>
          </p:nvPr>
        </p:nvSpPr>
        <p:spPr>
          <a:xfrm>
            <a:off x="274320" y="182880"/>
            <a:ext cx="11430000" cy="457200"/>
          </a:xfrm>
        </p:spPr>
        <p:txBody>
          <a:bodyPr/>
          <a:lstStyle/>
          <a:p>
            <a:r>
              <a:rPr/>
              <a:t>Exp 4 - Mean Pearson correlations</a:t>
            </a:r>
          </a:p>
        </p:txBody>
      </p:sp>
      <p:grpSp xmlns:pic="http://schemas.openxmlformats.org/drawingml/2006/picture">
        <p:nvGrpSpPr>
          <p:cNvPr id="3" name=""/>
          <p:cNvGrpSpPr/>
          <p:nvPr/>
        </p:nvGrpSpPr>
        <p:grpSpPr>
          <a:xfrm>
            <a:off x="274320" y="822960"/>
            <a:ext cx="11430000" cy="5669280"/>
            <a:chOff x="274320" y="822960"/>
            <a:chExt cx="11430000" cy="5669280"/>
          </a:xfrm>
        </p:grpSpPr>
        <p:sp>
          <p:nvSpPr>
            <p:cNvPr id="4" name="rc3"/>
            <p:cNvSpPr/>
            <p:nvPr/>
          </p:nvSpPr>
          <p:spPr>
            <a:xfrm>
              <a:off x="274320" y="822960"/>
              <a:ext cx="1143000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4"/>
            <p:cNvSpPr/>
            <p:nvPr/>
          </p:nvSpPr>
          <p:spPr>
            <a:xfrm>
              <a:off x="11704320" y="822960"/>
              <a:ext cx="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6014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rc5"/>
            <p:cNvSpPr/>
            <p:nvPr/>
          </p:nvSpPr>
          <p:spPr>
            <a:xfrm>
              <a:off x="883708" y="1173374"/>
              <a:ext cx="9461559" cy="484258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6"/>
            <p:cNvSpPr/>
            <p:nvPr/>
          </p:nvSpPr>
          <p:spPr>
            <a:xfrm>
              <a:off x="2657750" y="2183052"/>
              <a:ext cx="5913474" cy="503431"/>
            </a:xfrm>
            <a:custGeom>
              <a:avLst/>
              <a:pathLst>
                <a:path w="5913474" h="503431">
                  <a:moveTo>
                    <a:pt x="0" y="0"/>
                  </a:moveTo>
                  <a:lnTo>
                    <a:pt x="2956737" y="175210"/>
                  </a:lnTo>
                  <a:lnTo>
                    <a:pt x="5913474" y="503431"/>
                  </a:lnTo>
                </a:path>
              </a:pathLst>
            </a:custGeom>
            <a:ln w="32521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7"/>
            <p:cNvSpPr/>
            <p:nvPr/>
          </p:nvSpPr>
          <p:spPr>
            <a:xfrm>
              <a:off x="2657750" y="2143965"/>
              <a:ext cx="5913474" cy="516919"/>
            </a:xfrm>
            <a:custGeom>
              <a:avLst/>
              <a:pathLst>
                <a:path w="5913474" h="516919">
                  <a:moveTo>
                    <a:pt x="0" y="0"/>
                  </a:moveTo>
                  <a:lnTo>
                    <a:pt x="2956737" y="235447"/>
                  </a:lnTo>
                  <a:lnTo>
                    <a:pt x="5913474" y="516919"/>
                  </a:lnTo>
                </a:path>
              </a:pathLst>
            </a:custGeom>
            <a:ln w="32521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t8"/>
            <p:cNvSpPr/>
            <p:nvPr/>
          </p:nvSpPr>
          <p:spPr>
            <a:xfrm>
              <a:off x="2612598" y="2137900"/>
              <a:ext cx="90303" cy="90303"/>
            </a:xfrm>
            <a:prstGeom prst="ellipse">
              <a:avLst/>
            </a:prstGeom>
            <a:solidFill>
              <a:srgbClr val="F8766D">
                <a:alpha val="100000"/>
              </a:srgbClr>
            </a:solidFill>
            <a:ln w="9000" cap="rnd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t9"/>
            <p:cNvSpPr/>
            <p:nvPr/>
          </p:nvSpPr>
          <p:spPr>
            <a:xfrm>
              <a:off x="5569335" y="2313110"/>
              <a:ext cx="90303" cy="90303"/>
            </a:xfrm>
            <a:prstGeom prst="ellipse">
              <a:avLst/>
            </a:prstGeom>
            <a:solidFill>
              <a:srgbClr val="F8766D">
                <a:alpha val="100000"/>
              </a:srgbClr>
            </a:solidFill>
            <a:ln w="9000" cap="rnd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t10"/>
            <p:cNvSpPr/>
            <p:nvPr/>
          </p:nvSpPr>
          <p:spPr>
            <a:xfrm>
              <a:off x="8526073" y="2641332"/>
              <a:ext cx="90303" cy="90303"/>
            </a:xfrm>
            <a:prstGeom prst="ellipse">
              <a:avLst/>
            </a:prstGeom>
            <a:solidFill>
              <a:srgbClr val="F8766D">
                <a:alpha val="100000"/>
              </a:srgbClr>
            </a:solidFill>
            <a:ln w="9000" cap="rnd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t11"/>
            <p:cNvSpPr/>
            <p:nvPr/>
          </p:nvSpPr>
          <p:spPr>
            <a:xfrm>
              <a:off x="2612598" y="2098813"/>
              <a:ext cx="90303" cy="90303"/>
            </a:xfrm>
            <a:prstGeom prst="ellipse">
              <a:avLst/>
            </a:prstGeom>
            <a:solidFill>
              <a:srgbClr val="00BFC4">
                <a:alpha val="100000"/>
              </a:srgbClr>
            </a:solidFill>
            <a:ln w="9000" cap="rnd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t12"/>
            <p:cNvSpPr/>
            <p:nvPr/>
          </p:nvSpPr>
          <p:spPr>
            <a:xfrm>
              <a:off x="5569335" y="2334261"/>
              <a:ext cx="90303" cy="90303"/>
            </a:xfrm>
            <a:prstGeom prst="ellipse">
              <a:avLst/>
            </a:prstGeom>
            <a:solidFill>
              <a:srgbClr val="00BFC4">
                <a:alpha val="100000"/>
              </a:srgbClr>
            </a:solidFill>
            <a:ln w="9000" cap="rnd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t13"/>
            <p:cNvSpPr/>
            <p:nvPr/>
          </p:nvSpPr>
          <p:spPr>
            <a:xfrm>
              <a:off x="8526073" y="2615732"/>
              <a:ext cx="90303" cy="90303"/>
            </a:xfrm>
            <a:prstGeom prst="ellipse">
              <a:avLst/>
            </a:prstGeom>
            <a:solidFill>
              <a:srgbClr val="00BFC4">
                <a:alpha val="100000"/>
              </a:srgbClr>
            </a:solidFill>
            <a:ln w="9000" cap="rnd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4"/>
            <p:cNvSpPr/>
            <p:nvPr/>
          </p:nvSpPr>
          <p:spPr>
            <a:xfrm>
              <a:off x="2509913" y="2086663"/>
              <a:ext cx="295673" cy="0"/>
            </a:xfrm>
            <a:custGeom>
              <a:avLst/>
              <a:pathLst>
                <a:path w="295673" h="0">
                  <a:moveTo>
                    <a:pt x="0" y="0"/>
                  </a:moveTo>
                  <a:lnTo>
                    <a:pt x="295673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5"/>
            <p:cNvSpPr/>
            <p:nvPr/>
          </p:nvSpPr>
          <p:spPr>
            <a:xfrm>
              <a:off x="2657750" y="2086663"/>
              <a:ext cx="0" cy="204696"/>
            </a:xfrm>
            <a:custGeom>
              <a:avLst/>
              <a:pathLst>
                <a:path w="0" h="204696">
                  <a:moveTo>
                    <a:pt x="0" y="0"/>
                  </a:moveTo>
                  <a:lnTo>
                    <a:pt x="0" y="204696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6"/>
            <p:cNvSpPr/>
            <p:nvPr/>
          </p:nvSpPr>
          <p:spPr>
            <a:xfrm>
              <a:off x="2509913" y="2291360"/>
              <a:ext cx="295673" cy="0"/>
            </a:xfrm>
            <a:custGeom>
              <a:avLst/>
              <a:pathLst>
                <a:path w="295673" h="0">
                  <a:moveTo>
                    <a:pt x="0" y="0"/>
                  </a:moveTo>
                  <a:lnTo>
                    <a:pt x="295673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7"/>
            <p:cNvSpPr/>
            <p:nvPr/>
          </p:nvSpPr>
          <p:spPr>
            <a:xfrm>
              <a:off x="5466650" y="2244898"/>
              <a:ext cx="295673" cy="0"/>
            </a:xfrm>
            <a:custGeom>
              <a:avLst/>
              <a:pathLst>
                <a:path w="295673" h="0">
                  <a:moveTo>
                    <a:pt x="0" y="0"/>
                  </a:moveTo>
                  <a:lnTo>
                    <a:pt x="295673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8"/>
            <p:cNvSpPr/>
            <p:nvPr/>
          </p:nvSpPr>
          <p:spPr>
            <a:xfrm>
              <a:off x="5614487" y="2244898"/>
              <a:ext cx="0" cy="239751"/>
            </a:xfrm>
            <a:custGeom>
              <a:avLst/>
              <a:pathLst>
                <a:path w="0" h="239751">
                  <a:moveTo>
                    <a:pt x="0" y="0"/>
                  </a:moveTo>
                  <a:lnTo>
                    <a:pt x="0" y="239751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19"/>
            <p:cNvSpPr/>
            <p:nvPr/>
          </p:nvSpPr>
          <p:spPr>
            <a:xfrm>
              <a:off x="5466650" y="2484649"/>
              <a:ext cx="295673" cy="0"/>
            </a:xfrm>
            <a:custGeom>
              <a:avLst/>
              <a:pathLst>
                <a:path w="295673" h="0">
                  <a:moveTo>
                    <a:pt x="0" y="0"/>
                  </a:moveTo>
                  <a:lnTo>
                    <a:pt x="295673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0"/>
            <p:cNvSpPr/>
            <p:nvPr/>
          </p:nvSpPr>
          <p:spPr>
            <a:xfrm>
              <a:off x="8423388" y="2530801"/>
              <a:ext cx="295673" cy="0"/>
            </a:xfrm>
            <a:custGeom>
              <a:avLst/>
              <a:pathLst>
                <a:path w="295673" h="0">
                  <a:moveTo>
                    <a:pt x="0" y="0"/>
                  </a:moveTo>
                  <a:lnTo>
                    <a:pt x="295673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1"/>
            <p:cNvSpPr/>
            <p:nvPr/>
          </p:nvSpPr>
          <p:spPr>
            <a:xfrm>
              <a:off x="8571224" y="2530801"/>
              <a:ext cx="0" cy="328602"/>
            </a:xfrm>
            <a:custGeom>
              <a:avLst/>
              <a:pathLst>
                <a:path w="0" h="328602">
                  <a:moveTo>
                    <a:pt x="0" y="0"/>
                  </a:moveTo>
                  <a:lnTo>
                    <a:pt x="0" y="328602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2"/>
            <p:cNvSpPr/>
            <p:nvPr/>
          </p:nvSpPr>
          <p:spPr>
            <a:xfrm>
              <a:off x="8423388" y="2859403"/>
              <a:ext cx="295673" cy="0"/>
            </a:xfrm>
            <a:custGeom>
              <a:avLst/>
              <a:pathLst>
                <a:path w="295673" h="0">
                  <a:moveTo>
                    <a:pt x="0" y="0"/>
                  </a:moveTo>
                  <a:lnTo>
                    <a:pt x="295673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3"/>
            <p:cNvSpPr/>
            <p:nvPr/>
          </p:nvSpPr>
          <p:spPr>
            <a:xfrm>
              <a:off x="2509913" y="2050614"/>
              <a:ext cx="295673" cy="0"/>
            </a:xfrm>
            <a:custGeom>
              <a:avLst/>
              <a:pathLst>
                <a:path w="295673" h="0">
                  <a:moveTo>
                    <a:pt x="0" y="0"/>
                  </a:moveTo>
                  <a:lnTo>
                    <a:pt x="295673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4"/>
            <p:cNvSpPr/>
            <p:nvPr/>
          </p:nvSpPr>
          <p:spPr>
            <a:xfrm>
              <a:off x="2657750" y="2050614"/>
              <a:ext cx="0" cy="198570"/>
            </a:xfrm>
            <a:custGeom>
              <a:avLst/>
              <a:pathLst>
                <a:path w="0" h="198570">
                  <a:moveTo>
                    <a:pt x="0" y="0"/>
                  </a:moveTo>
                  <a:lnTo>
                    <a:pt x="0" y="19857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5"/>
            <p:cNvSpPr/>
            <p:nvPr/>
          </p:nvSpPr>
          <p:spPr>
            <a:xfrm>
              <a:off x="2509913" y="2249184"/>
              <a:ext cx="295673" cy="0"/>
            </a:xfrm>
            <a:custGeom>
              <a:avLst/>
              <a:pathLst>
                <a:path w="295673" h="0">
                  <a:moveTo>
                    <a:pt x="0" y="0"/>
                  </a:moveTo>
                  <a:lnTo>
                    <a:pt x="295673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6"/>
            <p:cNvSpPr/>
            <p:nvPr/>
          </p:nvSpPr>
          <p:spPr>
            <a:xfrm>
              <a:off x="5466650" y="2266421"/>
              <a:ext cx="295673" cy="0"/>
            </a:xfrm>
            <a:custGeom>
              <a:avLst/>
              <a:pathLst>
                <a:path w="295673" h="0">
                  <a:moveTo>
                    <a:pt x="0" y="0"/>
                  </a:moveTo>
                  <a:lnTo>
                    <a:pt x="295673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7"/>
            <p:cNvSpPr/>
            <p:nvPr/>
          </p:nvSpPr>
          <p:spPr>
            <a:xfrm>
              <a:off x="5614487" y="2266421"/>
              <a:ext cx="0" cy="238558"/>
            </a:xfrm>
            <a:custGeom>
              <a:avLst/>
              <a:pathLst>
                <a:path w="0" h="238558">
                  <a:moveTo>
                    <a:pt x="0" y="0"/>
                  </a:moveTo>
                  <a:lnTo>
                    <a:pt x="0" y="238558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8"/>
            <p:cNvSpPr/>
            <p:nvPr/>
          </p:nvSpPr>
          <p:spPr>
            <a:xfrm>
              <a:off x="5466650" y="2504980"/>
              <a:ext cx="295673" cy="0"/>
            </a:xfrm>
            <a:custGeom>
              <a:avLst/>
              <a:pathLst>
                <a:path w="295673" h="0">
                  <a:moveTo>
                    <a:pt x="0" y="0"/>
                  </a:moveTo>
                  <a:lnTo>
                    <a:pt x="295673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29"/>
            <p:cNvSpPr/>
            <p:nvPr/>
          </p:nvSpPr>
          <p:spPr>
            <a:xfrm>
              <a:off x="8423388" y="2523082"/>
              <a:ext cx="295673" cy="0"/>
            </a:xfrm>
            <a:custGeom>
              <a:avLst/>
              <a:pathLst>
                <a:path w="295673" h="0">
                  <a:moveTo>
                    <a:pt x="0" y="0"/>
                  </a:moveTo>
                  <a:lnTo>
                    <a:pt x="295673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0"/>
            <p:cNvSpPr/>
            <p:nvPr/>
          </p:nvSpPr>
          <p:spPr>
            <a:xfrm>
              <a:off x="8571224" y="2523082"/>
              <a:ext cx="0" cy="289306"/>
            </a:xfrm>
            <a:custGeom>
              <a:avLst/>
              <a:pathLst>
                <a:path w="0" h="289306">
                  <a:moveTo>
                    <a:pt x="0" y="0"/>
                  </a:moveTo>
                  <a:lnTo>
                    <a:pt x="0" y="289306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1"/>
            <p:cNvSpPr/>
            <p:nvPr/>
          </p:nvSpPr>
          <p:spPr>
            <a:xfrm>
              <a:off x="8423388" y="2812388"/>
              <a:ext cx="295673" cy="0"/>
            </a:xfrm>
            <a:custGeom>
              <a:avLst/>
              <a:pathLst>
                <a:path w="295673" h="0">
                  <a:moveTo>
                    <a:pt x="0" y="0"/>
                  </a:moveTo>
                  <a:lnTo>
                    <a:pt x="295673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2"/>
            <p:cNvSpPr/>
            <p:nvPr/>
          </p:nvSpPr>
          <p:spPr>
            <a:xfrm>
              <a:off x="883708" y="1173374"/>
              <a:ext cx="0" cy="4842589"/>
            </a:xfrm>
            <a:custGeom>
              <a:avLst/>
              <a:pathLst>
                <a:path w="0" h="4842589">
                  <a:moveTo>
                    <a:pt x="0" y="4842589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tx33"/>
            <p:cNvSpPr/>
            <p:nvPr/>
          </p:nvSpPr>
          <p:spPr>
            <a:xfrm>
              <a:off x="552624" y="5748347"/>
              <a:ext cx="257065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0.00</a:t>
              </a:r>
            </a:p>
          </p:txBody>
        </p:sp>
        <p:sp>
          <p:nvSpPr>
            <p:cNvPr id="35" name="tx34"/>
            <p:cNvSpPr/>
            <p:nvPr/>
          </p:nvSpPr>
          <p:spPr>
            <a:xfrm>
              <a:off x="552624" y="4647436"/>
              <a:ext cx="257065" cy="9519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0.25</a:t>
              </a:r>
            </a:p>
          </p:txBody>
        </p:sp>
        <p:sp>
          <p:nvSpPr>
            <p:cNvPr id="36" name="tx35"/>
            <p:cNvSpPr/>
            <p:nvPr/>
          </p:nvSpPr>
          <p:spPr>
            <a:xfrm>
              <a:off x="552624" y="3547170"/>
              <a:ext cx="257065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0.50</a:t>
              </a:r>
            </a:p>
          </p:txBody>
        </p:sp>
        <p:sp>
          <p:nvSpPr>
            <p:cNvPr id="37" name="tx36"/>
            <p:cNvSpPr/>
            <p:nvPr/>
          </p:nvSpPr>
          <p:spPr>
            <a:xfrm>
              <a:off x="552624" y="2446581"/>
              <a:ext cx="257065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0.75</a:t>
              </a:r>
            </a:p>
          </p:txBody>
        </p:sp>
        <p:sp>
          <p:nvSpPr>
            <p:cNvPr id="38" name="tx37"/>
            <p:cNvSpPr/>
            <p:nvPr/>
          </p:nvSpPr>
          <p:spPr>
            <a:xfrm>
              <a:off x="552624" y="1345993"/>
              <a:ext cx="257065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1.00</a:t>
              </a:r>
            </a:p>
          </p:txBody>
        </p:sp>
        <p:sp>
          <p:nvSpPr>
            <p:cNvPr id="39" name="pl38"/>
            <p:cNvSpPr/>
            <p:nvPr/>
          </p:nvSpPr>
          <p:spPr>
            <a:xfrm>
              <a:off x="842587" y="5795846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l39"/>
            <p:cNvSpPr/>
            <p:nvPr/>
          </p:nvSpPr>
          <p:spPr>
            <a:xfrm>
              <a:off x="842587" y="4695257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0"/>
            <p:cNvSpPr/>
            <p:nvPr/>
          </p:nvSpPr>
          <p:spPr>
            <a:xfrm>
              <a:off x="842587" y="3594668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1"/>
            <p:cNvSpPr/>
            <p:nvPr/>
          </p:nvSpPr>
          <p:spPr>
            <a:xfrm>
              <a:off x="842587" y="2494080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2"/>
            <p:cNvSpPr/>
            <p:nvPr/>
          </p:nvSpPr>
          <p:spPr>
            <a:xfrm>
              <a:off x="842587" y="1393491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3"/>
            <p:cNvSpPr/>
            <p:nvPr/>
          </p:nvSpPr>
          <p:spPr>
            <a:xfrm>
              <a:off x="883708" y="6015963"/>
              <a:ext cx="9461559" cy="0"/>
            </a:xfrm>
            <a:custGeom>
              <a:avLst/>
              <a:pathLst>
                <a:path w="9461559" h="0">
                  <a:moveTo>
                    <a:pt x="0" y="0"/>
                  </a:moveTo>
                  <a:lnTo>
                    <a:pt x="9461559" y="0"/>
                  </a:lnTo>
                </a:path>
              </a:pathLst>
            </a:custGeom>
            <a:ln w="16014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4"/>
            <p:cNvSpPr/>
            <p:nvPr/>
          </p:nvSpPr>
          <p:spPr>
            <a:xfrm>
              <a:off x="2657750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5"/>
            <p:cNvSpPr/>
            <p:nvPr/>
          </p:nvSpPr>
          <p:spPr>
            <a:xfrm>
              <a:off x="5614487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6"/>
            <p:cNvSpPr/>
            <p:nvPr/>
          </p:nvSpPr>
          <p:spPr>
            <a:xfrm>
              <a:off x="8571224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tx47"/>
            <p:cNvSpPr/>
            <p:nvPr/>
          </p:nvSpPr>
          <p:spPr>
            <a:xfrm>
              <a:off x="2437509" y="6084628"/>
              <a:ext cx="440481" cy="100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SD of 3</a:t>
              </a:r>
            </a:p>
          </p:txBody>
        </p:sp>
        <p:sp>
          <p:nvSpPr>
            <p:cNvPr id="49" name="tx48"/>
            <p:cNvSpPr/>
            <p:nvPr/>
          </p:nvSpPr>
          <p:spPr>
            <a:xfrm>
              <a:off x="5394246" y="6084628"/>
              <a:ext cx="440481" cy="100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SD of 5</a:t>
              </a:r>
            </a:p>
          </p:txBody>
        </p:sp>
        <p:sp>
          <p:nvSpPr>
            <p:cNvPr id="50" name="tx49"/>
            <p:cNvSpPr/>
            <p:nvPr/>
          </p:nvSpPr>
          <p:spPr>
            <a:xfrm>
              <a:off x="8350984" y="6084628"/>
              <a:ext cx="440481" cy="100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SD of 7</a:t>
              </a:r>
            </a:p>
          </p:txBody>
        </p:sp>
        <p:sp>
          <p:nvSpPr>
            <p:cNvPr id="51" name="tx50"/>
            <p:cNvSpPr/>
            <p:nvPr/>
          </p:nvSpPr>
          <p:spPr>
            <a:xfrm>
              <a:off x="5095970" y="6251992"/>
              <a:ext cx="1037034" cy="12148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Variance level</a:t>
              </a:r>
            </a:p>
          </p:txBody>
        </p:sp>
        <p:sp>
          <p:nvSpPr>
            <p:cNvPr id="52" name="tx51"/>
            <p:cNvSpPr/>
            <p:nvPr/>
          </p:nvSpPr>
          <p:spPr>
            <a:xfrm rot="-5400000">
              <a:off x="-531133" y="3533804"/>
              <a:ext cx="1890507" cy="1217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Mean Pearson correlation</a:t>
              </a:r>
            </a:p>
          </p:txBody>
        </p:sp>
        <p:sp>
          <p:nvSpPr>
            <p:cNvPr id="53" name="rc52"/>
            <p:cNvSpPr/>
            <p:nvPr/>
          </p:nvSpPr>
          <p:spPr>
            <a:xfrm>
              <a:off x="10509750" y="3174379"/>
              <a:ext cx="1112328" cy="84057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" name="tx53"/>
            <p:cNvSpPr/>
            <p:nvPr/>
          </p:nvSpPr>
          <p:spPr>
            <a:xfrm>
              <a:off x="10591991" y="3268511"/>
              <a:ext cx="697563" cy="12479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Condition</a:t>
              </a:r>
            </a:p>
          </p:txBody>
        </p:sp>
        <p:sp>
          <p:nvSpPr>
            <p:cNvPr id="55" name="rc54"/>
            <p:cNvSpPr/>
            <p:nvPr/>
          </p:nvSpPr>
          <p:spPr>
            <a:xfrm>
              <a:off x="10591991" y="3493804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6" name="pl55"/>
            <p:cNvSpPr/>
            <p:nvPr/>
          </p:nvSpPr>
          <p:spPr>
            <a:xfrm>
              <a:off x="10613937" y="3603532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t56"/>
            <p:cNvSpPr/>
            <p:nvPr/>
          </p:nvSpPr>
          <p:spPr>
            <a:xfrm>
              <a:off x="10656568" y="3558381"/>
              <a:ext cx="90303" cy="90303"/>
            </a:xfrm>
            <a:prstGeom prst="ellipse">
              <a:avLst/>
            </a:prstGeom>
            <a:solidFill>
              <a:srgbClr val="F8766D">
                <a:alpha val="100000"/>
              </a:srgbClr>
            </a:solidFill>
            <a:ln w="9000" cap="rnd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l57"/>
            <p:cNvSpPr/>
            <p:nvPr/>
          </p:nvSpPr>
          <p:spPr>
            <a:xfrm>
              <a:off x="10613937" y="3603532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rc58"/>
            <p:cNvSpPr/>
            <p:nvPr/>
          </p:nvSpPr>
          <p:spPr>
            <a:xfrm>
              <a:off x="10591991" y="371326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0" name="pl59"/>
            <p:cNvSpPr/>
            <p:nvPr/>
          </p:nvSpPr>
          <p:spPr>
            <a:xfrm>
              <a:off x="10613937" y="3822988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t60"/>
            <p:cNvSpPr/>
            <p:nvPr/>
          </p:nvSpPr>
          <p:spPr>
            <a:xfrm>
              <a:off x="10656568" y="3777837"/>
              <a:ext cx="90303" cy="90303"/>
            </a:xfrm>
            <a:prstGeom prst="ellipse">
              <a:avLst/>
            </a:prstGeom>
            <a:solidFill>
              <a:srgbClr val="00BFC4">
                <a:alpha val="100000"/>
              </a:srgbClr>
            </a:solidFill>
            <a:ln w="9000" cap="rnd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l61"/>
            <p:cNvSpPr/>
            <p:nvPr/>
          </p:nvSpPr>
          <p:spPr>
            <a:xfrm>
              <a:off x="10613937" y="3822988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tx62"/>
            <p:cNvSpPr/>
            <p:nvPr/>
          </p:nvSpPr>
          <p:spPr>
            <a:xfrm>
              <a:off x="10893689" y="3550939"/>
              <a:ext cx="477306" cy="9996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average</a:t>
              </a:r>
            </a:p>
          </p:txBody>
        </p:sp>
        <p:sp>
          <p:nvSpPr>
            <p:cNvPr id="64" name="tx63"/>
            <p:cNvSpPr/>
            <p:nvPr/>
          </p:nvSpPr>
          <p:spPr>
            <a:xfrm>
              <a:off x="10893689" y="3748081"/>
              <a:ext cx="646147" cy="1222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experience</a:t>
              </a:r>
            </a:p>
          </p:txBody>
        </p:sp>
        <p:sp>
          <p:nvSpPr>
            <p:cNvPr id="65" name="tx64"/>
            <p:cNvSpPr/>
            <p:nvPr/>
          </p:nvSpPr>
          <p:spPr>
            <a:xfrm>
              <a:off x="883708" y="860895"/>
              <a:ext cx="3886847" cy="18641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5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56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Experiment 4 - descriptive tracking accuracy</a:t>
              </a:r>
            </a:p>
          </p:txBody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p:ph/>
          </p:nvPr>
        </p:nvSpPr>
        <p:spPr>
          <a:xfrm>
            <a:off x="274320" y="182880"/>
            <a:ext cx="11430000" cy="457200"/>
          </a:xfrm>
        </p:spPr>
        <p:txBody>
          <a:bodyPr/>
          <a:lstStyle/>
          <a:p>
            <a:r>
              <a:rPr/>
              <a:t>Exp 4 - Beta slopes</a:t>
            </a:r>
          </a:p>
        </p:txBody>
      </p:sp>
      <p:grpSp xmlns:pic="http://schemas.openxmlformats.org/drawingml/2006/picture">
        <p:nvGrpSpPr>
          <p:cNvPr id="3" name=""/>
          <p:cNvGrpSpPr/>
          <p:nvPr/>
        </p:nvGrpSpPr>
        <p:grpSpPr>
          <a:xfrm>
            <a:off x="274320" y="822960"/>
            <a:ext cx="11430000" cy="5669280"/>
            <a:chOff x="274320" y="822960"/>
            <a:chExt cx="11430000" cy="5669280"/>
          </a:xfrm>
        </p:grpSpPr>
        <p:sp>
          <p:nvSpPr>
            <p:cNvPr id="4" name="rc3"/>
            <p:cNvSpPr/>
            <p:nvPr/>
          </p:nvSpPr>
          <p:spPr>
            <a:xfrm>
              <a:off x="274320" y="822960"/>
              <a:ext cx="1143000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4"/>
            <p:cNvSpPr/>
            <p:nvPr/>
          </p:nvSpPr>
          <p:spPr>
            <a:xfrm>
              <a:off x="11704320" y="822960"/>
              <a:ext cx="0" cy="56692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6014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rc5"/>
            <p:cNvSpPr/>
            <p:nvPr/>
          </p:nvSpPr>
          <p:spPr>
            <a:xfrm>
              <a:off x="810251" y="1410558"/>
              <a:ext cx="9535015" cy="460540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6"/>
            <p:cNvSpPr/>
            <p:nvPr/>
          </p:nvSpPr>
          <p:spPr>
            <a:xfrm>
              <a:off x="1108220" y="1619894"/>
              <a:ext cx="8939077" cy="0"/>
            </a:xfrm>
            <a:custGeom>
              <a:avLst/>
              <a:pathLst>
                <a:path w="8939077" h="0">
                  <a:moveTo>
                    <a:pt x="0" y="0"/>
                  </a:moveTo>
                  <a:lnTo>
                    <a:pt x="8939077" y="0"/>
                  </a:lnTo>
                </a:path>
              </a:pathLst>
            </a:custGeom>
            <a:ln w="21681" cap="flat">
              <a:solidFill>
                <a:srgbClr val="000000">
                  <a:alpha val="100000"/>
                </a:srgbClr>
              </a:solidFill>
              <a:prstDash val="dash"/>
              <a:round/>
            </a:ln>
          </p:spPr>
          <p:txBody>
            <a:bodyPr/>
            <a:lstStyle/>
            <a:p/>
          </p:txBody>
        </p:sp>
        <p:sp>
          <p:nvSpPr>
            <p:cNvPr id="8" name="pl7"/>
            <p:cNvSpPr/>
            <p:nvPr/>
          </p:nvSpPr>
          <p:spPr>
            <a:xfrm>
              <a:off x="2598066" y="4734290"/>
              <a:ext cx="5959384" cy="329007"/>
            </a:xfrm>
            <a:custGeom>
              <a:avLst/>
              <a:pathLst>
                <a:path w="5959384" h="329007">
                  <a:moveTo>
                    <a:pt x="0" y="329007"/>
                  </a:moveTo>
                  <a:lnTo>
                    <a:pt x="2979692" y="0"/>
                  </a:lnTo>
                  <a:lnTo>
                    <a:pt x="5959384" y="266925"/>
                  </a:lnTo>
                </a:path>
              </a:pathLst>
            </a:custGeom>
            <a:ln w="32521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8"/>
            <p:cNvSpPr/>
            <p:nvPr/>
          </p:nvSpPr>
          <p:spPr>
            <a:xfrm>
              <a:off x="2598066" y="5032145"/>
              <a:ext cx="5959384" cy="295001"/>
            </a:xfrm>
            <a:custGeom>
              <a:avLst/>
              <a:pathLst>
                <a:path w="5959384" h="295001">
                  <a:moveTo>
                    <a:pt x="0" y="0"/>
                  </a:moveTo>
                  <a:lnTo>
                    <a:pt x="2979692" y="41711"/>
                  </a:lnTo>
                  <a:lnTo>
                    <a:pt x="5959384" y="295001"/>
                  </a:lnTo>
                </a:path>
              </a:pathLst>
            </a:custGeom>
            <a:ln w="32521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t9"/>
            <p:cNvSpPr/>
            <p:nvPr/>
          </p:nvSpPr>
          <p:spPr>
            <a:xfrm>
              <a:off x="2552915" y="5018146"/>
              <a:ext cx="90303" cy="90303"/>
            </a:xfrm>
            <a:prstGeom prst="ellipse">
              <a:avLst/>
            </a:prstGeom>
            <a:solidFill>
              <a:srgbClr val="F8766D">
                <a:alpha val="100000"/>
              </a:srgbClr>
            </a:solidFill>
            <a:ln w="9000" cap="rnd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t10"/>
            <p:cNvSpPr/>
            <p:nvPr/>
          </p:nvSpPr>
          <p:spPr>
            <a:xfrm>
              <a:off x="5532607" y="4689138"/>
              <a:ext cx="90303" cy="90303"/>
            </a:xfrm>
            <a:prstGeom prst="ellipse">
              <a:avLst/>
            </a:prstGeom>
            <a:solidFill>
              <a:srgbClr val="F8766D">
                <a:alpha val="100000"/>
              </a:srgbClr>
            </a:solidFill>
            <a:ln w="9000" cap="rnd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t11"/>
            <p:cNvSpPr/>
            <p:nvPr/>
          </p:nvSpPr>
          <p:spPr>
            <a:xfrm>
              <a:off x="8512299" y="4956064"/>
              <a:ext cx="90303" cy="90303"/>
            </a:xfrm>
            <a:prstGeom prst="ellipse">
              <a:avLst/>
            </a:prstGeom>
            <a:solidFill>
              <a:srgbClr val="F8766D">
                <a:alpha val="100000"/>
              </a:srgbClr>
            </a:solidFill>
            <a:ln w="9000" cap="rnd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t12"/>
            <p:cNvSpPr/>
            <p:nvPr/>
          </p:nvSpPr>
          <p:spPr>
            <a:xfrm>
              <a:off x="2552915" y="4986993"/>
              <a:ext cx="90303" cy="90303"/>
            </a:xfrm>
            <a:prstGeom prst="ellipse">
              <a:avLst/>
            </a:prstGeom>
            <a:solidFill>
              <a:srgbClr val="00BFC4">
                <a:alpha val="100000"/>
              </a:srgbClr>
            </a:solidFill>
            <a:ln w="9000" cap="rnd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t13"/>
            <p:cNvSpPr/>
            <p:nvPr/>
          </p:nvSpPr>
          <p:spPr>
            <a:xfrm>
              <a:off x="5532607" y="5028704"/>
              <a:ext cx="90303" cy="90303"/>
            </a:xfrm>
            <a:prstGeom prst="ellipse">
              <a:avLst/>
            </a:prstGeom>
            <a:solidFill>
              <a:srgbClr val="00BFC4">
                <a:alpha val="100000"/>
              </a:srgbClr>
            </a:solidFill>
            <a:ln w="9000" cap="rnd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t14"/>
            <p:cNvSpPr/>
            <p:nvPr/>
          </p:nvSpPr>
          <p:spPr>
            <a:xfrm>
              <a:off x="8512299" y="5281994"/>
              <a:ext cx="90303" cy="90303"/>
            </a:xfrm>
            <a:prstGeom prst="ellipse">
              <a:avLst/>
            </a:prstGeom>
            <a:solidFill>
              <a:srgbClr val="00BFC4">
                <a:alpha val="100000"/>
              </a:srgbClr>
            </a:solidFill>
            <a:ln w="9000" cap="rnd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5"/>
            <p:cNvSpPr/>
            <p:nvPr/>
          </p:nvSpPr>
          <p:spPr>
            <a:xfrm>
              <a:off x="2449082" y="4729359"/>
              <a:ext cx="297969" cy="0"/>
            </a:xfrm>
            <a:custGeom>
              <a:avLst/>
              <a:pathLst>
                <a:path w="297969" h="0">
                  <a:moveTo>
                    <a:pt x="0" y="0"/>
                  </a:moveTo>
                  <a:lnTo>
                    <a:pt x="297969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6"/>
            <p:cNvSpPr/>
            <p:nvPr/>
          </p:nvSpPr>
          <p:spPr>
            <a:xfrm>
              <a:off x="2598066" y="4729359"/>
              <a:ext cx="0" cy="667878"/>
            </a:xfrm>
            <a:custGeom>
              <a:avLst/>
              <a:pathLst>
                <a:path w="0" h="667878">
                  <a:moveTo>
                    <a:pt x="0" y="0"/>
                  </a:moveTo>
                  <a:lnTo>
                    <a:pt x="0" y="667878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7"/>
            <p:cNvSpPr/>
            <p:nvPr/>
          </p:nvSpPr>
          <p:spPr>
            <a:xfrm>
              <a:off x="2449082" y="5397237"/>
              <a:ext cx="297969" cy="0"/>
            </a:xfrm>
            <a:custGeom>
              <a:avLst/>
              <a:pathLst>
                <a:path w="297969" h="0">
                  <a:moveTo>
                    <a:pt x="0" y="0"/>
                  </a:moveTo>
                  <a:lnTo>
                    <a:pt x="297969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8"/>
            <p:cNvSpPr/>
            <p:nvPr/>
          </p:nvSpPr>
          <p:spPr>
            <a:xfrm>
              <a:off x="5428774" y="4335324"/>
              <a:ext cx="297969" cy="0"/>
            </a:xfrm>
            <a:custGeom>
              <a:avLst/>
              <a:pathLst>
                <a:path w="297969" h="0">
                  <a:moveTo>
                    <a:pt x="0" y="0"/>
                  </a:moveTo>
                  <a:lnTo>
                    <a:pt x="297969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19"/>
            <p:cNvSpPr/>
            <p:nvPr/>
          </p:nvSpPr>
          <p:spPr>
            <a:xfrm>
              <a:off x="5577759" y="4335324"/>
              <a:ext cx="0" cy="797932"/>
            </a:xfrm>
            <a:custGeom>
              <a:avLst/>
              <a:pathLst>
                <a:path w="0" h="797932">
                  <a:moveTo>
                    <a:pt x="0" y="0"/>
                  </a:moveTo>
                  <a:lnTo>
                    <a:pt x="0" y="797932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20"/>
            <p:cNvSpPr/>
            <p:nvPr/>
          </p:nvSpPr>
          <p:spPr>
            <a:xfrm>
              <a:off x="5428774" y="5133256"/>
              <a:ext cx="297969" cy="0"/>
            </a:xfrm>
            <a:custGeom>
              <a:avLst/>
              <a:pathLst>
                <a:path w="297969" h="0">
                  <a:moveTo>
                    <a:pt x="0" y="0"/>
                  </a:moveTo>
                  <a:lnTo>
                    <a:pt x="297969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l21"/>
            <p:cNvSpPr/>
            <p:nvPr/>
          </p:nvSpPr>
          <p:spPr>
            <a:xfrm>
              <a:off x="8408467" y="4502957"/>
              <a:ext cx="297969" cy="0"/>
            </a:xfrm>
            <a:custGeom>
              <a:avLst/>
              <a:pathLst>
                <a:path w="297969" h="0">
                  <a:moveTo>
                    <a:pt x="0" y="0"/>
                  </a:moveTo>
                  <a:lnTo>
                    <a:pt x="297969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l22"/>
            <p:cNvSpPr/>
            <p:nvPr/>
          </p:nvSpPr>
          <p:spPr>
            <a:xfrm>
              <a:off x="8557451" y="4502957"/>
              <a:ext cx="0" cy="996518"/>
            </a:xfrm>
            <a:custGeom>
              <a:avLst/>
              <a:pathLst>
                <a:path w="0" h="996518">
                  <a:moveTo>
                    <a:pt x="0" y="0"/>
                  </a:moveTo>
                  <a:lnTo>
                    <a:pt x="0" y="996518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l23"/>
            <p:cNvSpPr/>
            <p:nvPr/>
          </p:nvSpPr>
          <p:spPr>
            <a:xfrm>
              <a:off x="8408467" y="5499475"/>
              <a:ext cx="297969" cy="0"/>
            </a:xfrm>
            <a:custGeom>
              <a:avLst/>
              <a:pathLst>
                <a:path w="297969" h="0">
                  <a:moveTo>
                    <a:pt x="0" y="0"/>
                  </a:moveTo>
                  <a:lnTo>
                    <a:pt x="297969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l24"/>
            <p:cNvSpPr/>
            <p:nvPr/>
          </p:nvSpPr>
          <p:spPr>
            <a:xfrm>
              <a:off x="2449082" y="4674775"/>
              <a:ext cx="297969" cy="0"/>
            </a:xfrm>
            <a:custGeom>
              <a:avLst/>
              <a:pathLst>
                <a:path w="297969" h="0">
                  <a:moveTo>
                    <a:pt x="0" y="0"/>
                  </a:moveTo>
                  <a:lnTo>
                    <a:pt x="297969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l25"/>
            <p:cNvSpPr/>
            <p:nvPr/>
          </p:nvSpPr>
          <p:spPr>
            <a:xfrm>
              <a:off x="2598066" y="4674775"/>
              <a:ext cx="0" cy="714739"/>
            </a:xfrm>
            <a:custGeom>
              <a:avLst/>
              <a:pathLst>
                <a:path w="0" h="714739">
                  <a:moveTo>
                    <a:pt x="0" y="0"/>
                  </a:moveTo>
                  <a:lnTo>
                    <a:pt x="0" y="714739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l26"/>
            <p:cNvSpPr/>
            <p:nvPr/>
          </p:nvSpPr>
          <p:spPr>
            <a:xfrm>
              <a:off x="2449082" y="5389515"/>
              <a:ext cx="297969" cy="0"/>
            </a:xfrm>
            <a:custGeom>
              <a:avLst/>
              <a:pathLst>
                <a:path w="297969" h="0">
                  <a:moveTo>
                    <a:pt x="0" y="0"/>
                  </a:moveTo>
                  <a:lnTo>
                    <a:pt x="297969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l27"/>
            <p:cNvSpPr/>
            <p:nvPr/>
          </p:nvSpPr>
          <p:spPr>
            <a:xfrm>
              <a:off x="5428774" y="4659984"/>
              <a:ext cx="297969" cy="0"/>
            </a:xfrm>
            <a:custGeom>
              <a:avLst/>
              <a:pathLst>
                <a:path w="297969" h="0">
                  <a:moveTo>
                    <a:pt x="0" y="0"/>
                  </a:moveTo>
                  <a:lnTo>
                    <a:pt x="297969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l28"/>
            <p:cNvSpPr/>
            <p:nvPr/>
          </p:nvSpPr>
          <p:spPr>
            <a:xfrm>
              <a:off x="5577759" y="4659984"/>
              <a:ext cx="0" cy="827744"/>
            </a:xfrm>
            <a:custGeom>
              <a:avLst/>
              <a:pathLst>
                <a:path w="0" h="827744">
                  <a:moveTo>
                    <a:pt x="0" y="0"/>
                  </a:moveTo>
                  <a:lnTo>
                    <a:pt x="0" y="827744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l29"/>
            <p:cNvSpPr/>
            <p:nvPr/>
          </p:nvSpPr>
          <p:spPr>
            <a:xfrm>
              <a:off x="5428774" y="5487729"/>
              <a:ext cx="297969" cy="0"/>
            </a:xfrm>
            <a:custGeom>
              <a:avLst/>
              <a:pathLst>
                <a:path w="297969" h="0">
                  <a:moveTo>
                    <a:pt x="0" y="0"/>
                  </a:moveTo>
                  <a:lnTo>
                    <a:pt x="297969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l30"/>
            <p:cNvSpPr/>
            <p:nvPr/>
          </p:nvSpPr>
          <p:spPr>
            <a:xfrm>
              <a:off x="8408467" y="4847666"/>
              <a:ext cx="297969" cy="0"/>
            </a:xfrm>
            <a:custGeom>
              <a:avLst/>
              <a:pathLst>
                <a:path w="297969" h="0">
                  <a:moveTo>
                    <a:pt x="0" y="0"/>
                  </a:moveTo>
                  <a:lnTo>
                    <a:pt x="297969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l31"/>
            <p:cNvSpPr/>
            <p:nvPr/>
          </p:nvSpPr>
          <p:spPr>
            <a:xfrm>
              <a:off x="8557451" y="4847666"/>
              <a:ext cx="0" cy="958960"/>
            </a:xfrm>
            <a:custGeom>
              <a:avLst/>
              <a:pathLst>
                <a:path w="0" h="958960">
                  <a:moveTo>
                    <a:pt x="0" y="0"/>
                  </a:moveTo>
                  <a:lnTo>
                    <a:pt x="0" y="95896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l32"/>
            <p:cNvSpPr/>
            <p:nvPr/>
          </p:nvSpPr>
          <p:spPr>
            <a:xfrm>
              <a:off x="8408467" y="5806627"/>
              <a:ext cx="297969" cy="0"/>
            </a:xfrm>
            <a:custGeom>
              <a:avLst/>
              <a:pathLst>
                <a:path w="297969" h="0">
                  <a:moveTo>
                    <a:pt x="0" y="0"/>
                  </a:moveTo>
                  <a:lnTo>
                    <a:pt x="297969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l33"/>
            <p:cNvSpPr/>
            <p:nvPr/>
          </p:nvSpPr>
          <p:spPr>
            <a:xfrm>
              <a:off x="810251" y="1410558"/>
              <a:ext cx="0" cy="4605405"/>
            </a:xfrm>
            <a:custGeom>
              <a:avLst/>
              <a:pathLst>
                <a:path w="0" h="4605405">
                  <a:moveTo>
                    <a:pt x="0" y="4605405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tx34"/>
            <p:cNvSpPr/>
            <p:nvPr/>
          </p:nvSpPr>
          <p:spPr>
            <a:xfrm>
              <a:off x="552624" y="5197756"/>
              <a:ext cx="183609" cy="9525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0.6</a:t>
              </a:r>
            </a:p>
          </p:txBody>
        </p:sp>
        <p:sp>
          <p:nvSpPr>
            <p:cNvPr id="36" name="tx35"/>
            <p:cNvSpPr/>
            <p:nvPr/>
          </p:nvSpPr>
          <p:spPr>
            <a:xfrm>
              <a:off x="552624" y="4291706"/>
              <a:ext cx="183609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0.7</a:t>
              </a:r>
            </a:p>
          </p:txBody>
        </p:sp>
        <p:sp>
          <p:nvSpPr>
            <p:cNvPr id="37" name="tx36"/>
            <p:cNvSpPr/>
            <p:nvPr/>
          </p:nvSpPr>
          <p:spPr>
            <a:xfrm>
              <a:off x="552624" y="3384883"/>
              <a:ext cx="183609" cy="9525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0.8</a:t>
              </a:r>
            </a:p>
          </p:txBody>
        </p:sp>
        <p:sp>
          <p:nvSpPr>
            <p:cNvPr id="38" name="tx37"/>
            <p:cNvSpPr/>
            <p:nvPr/>
          </p:nvSpPr>
          <p:spPr>
            <a:xfrm>
              <a:off x="552624" y="2478639"/>
              <a:ext cx="183609" cy="9506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0.9</a:t>
              </a:r>
            </a:p>
          </p:txBody>
        </p:sp>
        <p:sp>
          <p:nvSpPr>
            <p:cNvPr id="39" name="tx38"/>
            <p:cNvSpPr/>
            <p:nvPr/>
          </p:nvSpPr>
          <p:spPr>
            <a:xfrm>
              <a:off x="552624" y="1572396"/>
              <a:ext cx="183609" cy="9486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1.0</a:t>
              </a:r>
            </a:p>
          </p:txBody>
        </p:sp>
        <p:sp>
          <p:nvSpPr>
            <p:cNvPr id="40" name="pl39"/>
            <p:cNvSpPr/>
            <p:nvPr/>
          </p:nvSpPr>
          <p:spPr>
            <a:xfrm>
              <a:off x="769130" y="5245642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l40"/>
            <p:cNvSpPr/>
            <p:nvPr/>
          </p:nvSpPr>
          <p:spPr>
            <a:xfrm>
              <a:off x="769130" y="4339205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l41"/>
            <p:cNvSpPr/>
            <p:nvPr/>
          </p:nvSpPr>
          <p:spPr>
            <a:xfrm>
              <a:off x="769130" y="3432768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l42"/>
            <p:cNvSpPr/>
            <p:nvPr/>
          </p:nvSpPr>
          <p:spPr>
            <a:xfrm>
              <a:off x="769130" y="2526331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l43"/>
            <p:cNvSpPr/>
            <p:nvPr/>
          </p:nvSpPr>
          <p:spPr>
            <a:xfrm>
              <a:off x="769130" y="1619894"/>
              <a:ext cx="41120" cy="0"/>
            </a:xfrm>
            <a:custGeom>
              <a:avLst/>
              <a:pathLst>
                <a:path w="41120" h="0">
                  <a:moveTo>
                    <a:pt x="0" y="0"/>
                  </a:moveTo>
                  <a:lnTo>
                    <a:pt x="4112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l44"/>
            <p:cNvSpPr/>
            <p:nvPr/>
          </p:nvSpPr>
          <p:spPr>
            <a:xfrm>
              <a:off x="810251" y="6015963"/>
              <a:ext cx="9535015" cy="0"/>
            </a:xfrm>
            <a:custGeom>
              <a:avLst/>
              <a:pathLst>
                <a:path w="9535015" h="0">
                  <a:moveTo>
                    <a:pt x="0" y="0"/>
                  </a:moveTo>
                  <a:lnTo>
                    <a:pt x="9535015" y="0"/>
                  </a:lnTo>
                </a:path>
              </a:pathLst>
            </a:custGeom>
            <a:ln w="16014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l45"/>
            <p:cNvSpPr/>
            <p:nvPr/>
          </p:nvSpPr>
          <p:spPr>
            <a:xfrm>
              <a:off x="2598066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l46"/>
            <p:cNvSpPr/>
            <p:nvPr/>
          </p:nvSpPr>
          <p:spPr>
            <a:xfrm>
              <a:off x="5577759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l47"/>
            <p:cNvSpPr/>
            <p:nvPr/>
          </p:nvSpPr>
          <p:spPr>
            <a:xfrm>
              <a:off x="8557451" y="6015963"/>
              <a:ext cx="0" cy="41120"/>
            </a:xfrm>
            <a:custGeom>
              <a:avLst/>
              <a:pathLst>
                <a:path w="0" h="41120">
                  <a:moveTo>
                    <a:pt x="0" y="41120"/>
                  </a:moveTo>
                  <a:lnTo>
                    <a:pt x="0" y="0"/>
                  </a:lnTo>
                </a:path>
              </a:pathLst>
            </a:custGeom>
            <a:ln w="16014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tx48"/>
            <p:cNvSpPr/>
            <p:nvPr/>
          </p:nvSpPr>
          <p:spPr>
            <a:xfrm>
              <a:off x="2377826" y="6084628"/>
              <a:ext cx="440481" cy="100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SD of 3</a:t>
              </a:r>
            </a:p>
          </p:txBody>
        </p:sp>
        <p:sp>
          <p:nvSpPr>
            <p:cNvPr id="50" name="tx49"/>
            <p:cNvSpPr/>
            <p:nvPr/>
          </p:nvSpPr>
          <p:spPr>
            <a:xfrm>
              <a:off x="5357518" y="6084628"/>
              <a:ext cx="440481" cy="100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SD of 5</a:t>
              </a:r>
            </a:p>
          </p:txBody>
        </p:sp>
        <p:sp>
          <p:nvSpPr>
            <p:cNvPr id="51" name="tx50"/>
            <p:cNvSpPr/>
            <p:nvPr/>
          </p:nvSpPr>
          <p:spPr>
            <a:xfrm>
              <a:off x="8337210" y="6084628"/>
              <a:ext cx="440481" cy="10009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4D4D4D">
                      <a:alpha val="100000"/>
                    </a:srgbClr>
                  </a:solidFill>
                  <a:latin typeface="Helvetica"/>
                  <a:cs typeface="Helvetica"/>
                </a:rPr>
                <a:t>SD of 7</a:t>
              </a:r>
            </a:p>
          </p:txBody>
        </p:sp>
        <p:sp>
          <p:nvSpPr>
            <p:cNvPr id="52" name="tx51"/>
            <p:cNvSpPr/>
            <p:nvPr/>
          </p:nvSpPr>
          <p:spPr>
            <a:xfrm>
              <a:off x="5059242" y="6251992"/>
              <a:ext cx="1037034" cy="12148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Variance level</a:t>
              </a:r>
            </a:p>
          </p:txBody>
        </p:sp>
        <p:sp>
          <p:nvSpPr>
            <p:cNvPr id="53" name="tx52"/>
            <p:cNvSpPr/>
            <p:nvPr/>
          </p:nvSpPr>
          <p:spPr>
            <a:xfrm rot="-5400000">
              <a:off x="-497556" y="3635588"/>
              <a:ext cx="1789738" cy="1553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Average participant beta</a:t>
              </a:r>
            </a:p>
          </p:txBody>
        </p:sp>
        <p:sp>
          <p:nvSpPr>
            <p:cNvPr id="54" name="rc53"/>
            <p:cNvSpPr/>
            <p:nvPr/>
          </p:nvSpPr>
          <p:spPr>
            <a:xfrm>
              <a:off x="10509750" y="3292971"/>
              <a:ext cx="1112328" cy="84057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5" name="tx54"/>
            <p:cNvSpPr/>
            <p:nvPr/>
          </p:nvSpPr>
          <p:spPr>
            <a:xfrm>
              <a:off x="10591991" y="3387103"/>
              <a:ext cx="697563" cy="12479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Condition</a:t>
              </a:r>
            </a:p>
          </p:txBody>
        </p:sp>
        <p:sp>
          <p:nvSpPr>
            <p:cNvPr id="56" name="rc55"/>
            <p:cNvSpPr/>
            <p:nvPr/>
          </p:nvSpPr>
          <p:spPr>
            <a:xfrm>
              <a:off x="10591991" y="3612397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7" name="pl56"/>
            <p:cNvSpPr/>
            <p:nvPr/>
          </p:nvSpPr>
          <p:spPr>
            <a:xfrm>
              <a:off x="10613937" y="3722125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t57"/>
            <p:cNvSpPr/>
            <p:nvPr/>
          </p:nvSpPr>
          <p:spPr>
            <a:xfrm>
              <a:off x="10656568" y="3676973"/>
              <a:ext cx="90303" cy="90303"/>
            </a:xfrm>
            <a:prstGeom prst="ellipse">
              <a:avLst/>
            </a:prstGeom>
            <a:solidFill>
              <a:srgbClr val="F8766D">
                <a:alpha val="100000"/>
              </a:srgbClr>
            </a:solidFill>
            <a:ln w="9000" cap="rnd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l58"/>
            <p:cNvSpPr/>
            <p:nvPr/>
          </p:nvSpPr>
          <p:spPr>
            <a:xfrm>
              <a:off x="10613937" y="3722125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rc59"/>
            <p:cNvSpPr/>
            <p:nvPr/>
          </p:nvSpPr>
          <p:spPr>
            <a:xfrm>
              <a:off x="10591991" y="3831853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1" name="pl60"/>
            <p:cNvSpPr/>
            <p:nvPr/>
          </p:nvSpPr>
          <p:spPr>
            <a:xfrm>
              <a:off x="10613937" y="3941581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2521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t61"/>
            <p:cNvSpPr/>
            <p:nvPr/>
          </p:nvSpPr>
          <p:spPr>
            <a:xfrm>
              <a:off x="10656568" y="3896429"/>
              <a:ext cx="90303" cy="90303"/>
            </a:xfrm>
            <a:prstGeom prst="ellipse">
              <a:avLst/>
            </a:prstGeom>
            <a:solidFill>
              <a:srgbClr val="00BFC4">
                <a:alpha val="100000"/>
              </a:srgbClr>
            </a:solidFill>
            <a:ln w="9000" cap="rnd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l62"/>
            <p:cNvSpPr/>
            <p:nvPr/>
          </p:nvSpPr>
          <p:spPr>
            <a:xfrm>
              <a:off x="10613937" y="3941581"/>
              <a:ext cx="175564" cy="0"/>
            </a:xfrm>
            <a:custGeom>
              <a:avLst/>
              <a:pathLst>
                <a:path w="175564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tx63"/>
            <p:cNvSpPr/>
            <p:nvPr/>
          </p:nvSpPr>
          <p:spPr>
            <a:xfrm>
              <a:off x="10893689" y="3669531"/>
              <a:ext cx="477306" cy="9996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average</a:t>
              </a:r>
            </a:p>
          </p:txBody>
        </p:sp>
        <p:sp>
          <p:nvSpPr>
            <p:cNvPr id="65" name="tx64"/>
            <p:cNvSpPr/>
            <p:nvPr/>
          </p:nvSpPr>
          <p:spPr>
            <a:xfrm>
              <a:off x="10893689" y="3866673"/>
              <a:ext cx="646147" cy="1222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4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4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experience</a:t>
              </a:r>
            </a:p>
          </p:txBody>
        </p:sp>
        <p:sp>
          <p:nvSpPr>
            <p:cNvPr id="66" name="tx65"/>
            <p:cNvSpPr/>
            <p:nvPr/>
          </p:nvSpPr>
          <p:spPr>
            <a:xfrm>
              <a:off x="810251" y="1136452"/>
              <a:ext cx="3620430" cy="1553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regression: objective mean ~ subjective response</a:t>
              </a:r>
            </a:p>
          </p:txBody>
        </p:sp>
        <p:sp>
          <p:nvSpPr>
            <p:cNvPr id="67" name="tx66"/>
            <p:cNvSpPr/>
            <p:nvPr/>
          </p:nvSpPr>
          <p:spPr>
            <a:xfrm>
              <a:off x="810251" y="863410"/>
              <a:ext cx="3325765" cy="18389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5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56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Experiment 4 - participant beta slopes</a:t>
              </a:r>
            </a:p>
          </p:txBody>
        </p:sp>
      </p:grpSp>
    </p:spTree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_AMO_UNIQUEIDENTIFIER" val="Empty"/>
</p:tagLst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0</Words>
  <Application>Microsoft Macintosh PowerPoint</Application>
  <PresentationFormat>Présentation à l'écran (4:3)</PresentationFormat>
  <Paragraphs>0</Paragraphs>
  <Slides>0</Slides>
  <Notes>0</Notes>
  <HiddenSlides>0</HiddenSlides>
  <MMClips>0</MMClips>
  <ScaleCrop>false</ScaleCrop>
  <HeadingPairs>
    <vt:vector size="4" baseType="variant">
      <vt:variant>
        <vt:lpstr>Thème</vt:lpstr>
      </vt:variant>
      <vt:variant>
        <vt:i4>1</vt:i4>
      </vt:variant>
      <vt:variant>
        <vt:lpstr>Titres des diapositives</vt:lpstr>
      </vt:variant>
      <vt:variant>
        <vt:i4>0</vt:i4>
      </vt:variant>
    </vt:vector>
  </HeadingPairs>
  <TitlesOfParts>
    <vt:vector size="1" baseType="lpstr">
      <vt:lpstr>Office Theme</vt:lpstr>
    </vt:vector>
  </TitlesOfParts>
  <Manager/>
  <Company/>
  <LinksUpToDate>false</LinksUpToDate>
  <SharedDoc>false</SharedDoc>
  <HyperlinkBase/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mitype="http://purl.org/dc/dcmitype/" xmlns:dcterms="http://purl.org/dc/terms/" xmlns:xsi="http://www.w3.org/2001/XMLSchema-instance">
  <dc:title/>
  <dc:subject/>
  <dc:creator/>
  <cp:keywords/>
  <dc:description/>
  <cp:lastModifiedBy>zeevbenamos</cp:lastModifiedBy>
  <cp:revision>3</cp:revision>
  <dcterms:created xsi:type="dcterms:W3CDTF">2017-02-13T16:18:36Z</dcterms:created>
  <dcterms:modified xsi:type="dcterms:W3CDTF">2026-05-25T17:54:55Z</dcterms:modified>
  <cp:category/>
</cp:coreProperties>
</file>